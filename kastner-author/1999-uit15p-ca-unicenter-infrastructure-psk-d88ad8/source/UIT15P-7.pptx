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bin" ContentType="application/vnd.openxmlformats-officedocument.oleObject"/>
  <Default Extension="fntdata" ContentType="application/x-fontdata"/>
  <Default Extension="wmf" ContentType="image/x-wmf"/>
  <Default Extension="png" ContentType="image/png"/>
  <Default Extension="emf" ContentType="image/x-emf"/>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0.6-->
<p:presentation xmlns:r="http://schemas.openxmlformats.org/officeDocument/2006/relationships" xmlns:a="http://schemas.openxmlformats.org/drawingml/2006/main" xmlns:p="http://schemas.openxmlformats.org/presentationml/2006/main" embedTrueTypeFonts="1">
  <p:sldMasterIdLst>
    <p:sldMasterId id="2147483648" r:id="rId1"/>
  </p:sldMasterIdLst>
  <p:notesMasterIdLst>
    <p:notesMasterId r:id="rId2"/>
  </p:notesMasterIdLst>
  <p:handoutMasterIdLst>
    <p:handoutMasterId r:id="rId3"/>
  </p:handoutMasterIdLst>
  <p:sldIdLst>
    <p:sldId id="256" r:id="rId4"/>
    <p:sldId id="257" r:id="rId5"/>
    <p:sldId id="25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68" r:id="rId30"/>
    <p:sldId id="266" r:id="rId31"/>
    <p:sldId id="265" r:id="rId32"/>
    <p:sldId id="294" r:id="rId33"/>
    <p:sldId id="293" r:id="rId34"/>
    <p:sldId id="267" r:id="rId35"/>
  </p:sldIdLst>
  <p:sldSz cx="9236075" cy="6218238"/>
  <p:notesSz cx="7010400" cy="9296400"/>
  <p:embeddedFontLst>
    <p:embeddedFont>
      <p:font typeface="Haettenschweiler" panose="020B0706040902060204" pitchFamily="34" charset="0"/>
      <p:regular r:id="rId37"/>
    </p:embeddedFont>
    <p:embeddedFont>
      <p:font typeface="Arial Narrow" panose="020B0506020202030204" pitchFamily="34" charset="0"/>
      <p:regular r:id="rId38"/>
      <p:bold r:id="rId39"/>
      <p:italic r:id="rId40"/>
      <p:boldItalic r:id="rId41"/>
    </p:embeddedFont>
    <p:embeddedFont>
      <p:font typeface="Univers" panose="020B0603020202030204" pitchFamily="34" charset="0"/>
      <p:regular r:id="rId42"/>
      <p:bold r:id="rId43"/>
      <p:italic r:id="rId44"/>
      <p:boldItalic r:id="rId45"/>
    </p:embeddedFont>
    <p:embeddedFont>
      <p:font typeface="Monotype Sorts" panose="01010601010101010101" pitchFamily="2" charset="2"/>
      <p:regular r:id="rId46"/>
    </p:embeddedFont>
    <p:embeddedFont>
      <p:font typeface="Arial Black" panose="020B0A04020102020204" pitchFamily="34" charset="0"/>
      <p:regular r:id="rId47"/>
      <p:italic r:id="rId48"/>
    </p:embeddedFont>
  </p:embeddedFontLst>
  <p:custDataLst>
    <p:tags r:id="rId36"/>
  </p:custDataLst>
  <p:defaultTextStyle>
    <a:defPPr>
      <a:defRPr lang="en-US"/>
    </a:defPPr>
    <a:lvl1pPr marL="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sz="2400" b="0" i="0" u="none" baseline="0">
        <a:solidFill>
          <a:schemeClr val="tx1"/>
        </a:solidFill>
        <a:effectLst/>
        <a:latin typeface="Times New Roman" pitchFamily="18" charset="0"/>
      </a:defRPr>
    </a:lvl5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showOutlineIcons="0">
    <p:restoredLeft sz="32787"/>
    <p:restoredTop sz="90929"/>
  </p:normalViewPr>
  <p:slideViewPr>
    <p:cSldViewPr>
      <p:cViewPr varScale="1">
        <p:scale>
          <a:sx n="66" d="100"/>
          <a:sy n="66" d="100"/>
        </p:scale>
        <p:origin x="0" y="0"/>
      </p:cViewPr>
    </p:cSldViewPr>
  </p:slideViewPr>
  <p:notesViewPr>
    <p:cSldViewPr>
      <p:cViewPr varScale="1">
        <p:scale>
          <a:sx n="60" d="100"/>
          <a:sy n="60"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handoutMaster" Target="handoutMasters/handout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tags" Target="tags/tag1.xml" /><Relationship Id="rId37" Type="http://schemas.openxmlformats.org/officeDocument/2006/relationships/font" Target="fonts/font1.fntdata" /><Relationship Id="rId38" Type="http://schemas.openxmlformats.org/officeDocument/2006/relationships/font" Target="fonts/font2.fntdata" /><Relationship Id="rId39" Type="http://schemas.openxmlformats.org/officeDocument/2006/relationships/font" Target="fonts/font3.fntdata" /><Relationship Id="rId4" Type="http://schemas.openxmlformats.org/officeDocument/2006/relationships/slide" Target="slides/slide1.xml" /><Relationship Id="rId40" Type="http://schemas.openxmlformats.org/officeDocument/2006/relationships/font" Target="fonts/font4.fntdata" /><Relationship Id="rId41" Type="http://schemas.openxmlformats.org/officeDocument/2006/relationships/font" Target="fonts/font5.fntdata" /><Relationship Id="rId42" Type="http://schemas.openxmlformats.org/officeDocument/2006/relationships/font" Target="fonts/font6.fntdata" /><Relationship Id="rId43" Type="http://schemas.openxmlformats.org/officeDocument/2006/relationships/font" Target="fonts/font7.fntdata" /><Relationship Id="rId44" Type="http://schemas.openxmlformats.org/officeDocument/2006/relationships/font" Target="fonts/font8.fntdata" /><Relationship Id="rId45" Type="http://schemas.openxmlformats.org/officeDocument/2006/relationships/font" Target="fonts/font9.fntdata" /><Relationship Id="rId46" Type="http://schemas.openxmlformats.org/officeDocument/2006/relationships/font" Target="fonts/font10.fntdata" /><Relationship Id="rId47" Type="http://schemas.openxmlformats.org/officeDocument/2006/relationships/font" Target="fonts/font11.fntdata" /><Relationship Id="rId48" Type="http://schemas.openxmlformats.org/officeDocument/2006/relationships/font" Target="fonts/font12.fntdata" /><Relationship Id="rId49" Type="http://schemas.openxmlformats.org/officeDocument/2006/relationships/presProps" Target="presProps.xml" /><Relationship Id="rId5" Type="http://schemas.openxmlformats.org/officeDocument/2006/relationships/slide" Target="slides/slide2.xml" /><Relationship Id="rId50" Type="http://schemas.openxmlformats.org/officeDocument/2006/relationships/viewProps" Target="viewProps.xml" /><Relationship Id="rId51" Type="http://schemas.openxmlformats.org/officeDocument/2006/relationships/theme" Target="theme/theme1.xml" /><Relationship Id="rId52" Type="http://schemas.openxmlformats.org/officeDocument/2006/relationships/tableStyles" Target="tableStyles.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11.w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2.wmf" /><Relationship Id="rId2" Type="http://schemas.openxmlformats.org/officeDocument/2006/relationships/image" Target="../media/image13.wmf" /><Relationship Id="rId3" Type="http://schemas.openxmlformats.org/officeDocument/2006/relationships/image" Target="../media/image14.wmf" /><Relationship Id="rId4" Type="http://schemas.openxmlformats.org/officeDocument/2006/relationships/image" Target="../media/image15.wmf" /><Relationship Id="rId5" Type="http://schemas.openxmlformats.org/officeDocument/2006/relationships/image" Target="../media/image16.wmf" /><Relationship Id="rId6" Type="http://schemas.openxmlformats.org/officeDocument/2006/relationships/image" Target="../media/image17.wmf" /></Relationships>
</file>

<file path=ppt/handoutMasters/_rels/handoutMaster1.xml.rels>&#65279;<?xml version="1.0" encoding="utf-8" standalone="yes"?><Relationships xmlns="http://schemas.openxmlformats.org/package/2006/relationships"><Relationship Id="rId1" Type="http://schemas.openxmlformats.org/officeDocument/2006/relationships/image" Target="file:///D:\world1999\world1999%20logo.jpg" TargetMode="External" /><Relationship Id="rId2" Type="http://schemas.openxmlformats.org/officeDocument/2006/relationships/image" Target="../media/image3.jpeg" /><Relationship Id="rId3" Type="http://schemas.openxmlformats.org/officeDocument/2006/relationships/image" Target="file:///F:\Marketing%20Services\BMP'S\unicenter\Unicentered%20Logo\!UNICENT.BMP" TargetMode="External" /><Relationship Id="rId4" Type="http://schemas.openxmlformats.org/officeDocument/2006/relationships/image" Target="../media/image4.png" /><Relationship Id="rId5"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chemeClr val="bg1"/>
        </a:solidFill>
      </p:bgPr>
    </p:bg>
    <p:spTree>
      <p:nvGrpSpPr>
        <p:cNvPr id="1" name=""/>
        <p:cNvGrpSpPr/>
        <p:nvPr/>
      </p:nvGrpSpPr>
      <p:grpSpPr/>
      <p:sp>
        <p:nvSpPr>
          <p:cNvPr id="10246" name=""/>
          <p:cNvSpPr>
            <a:spLocks noGrp="1"/>
          </p:cNvSpPr>
          <p:nvPr>
            <p:ph type="hdr" sz="quarter"/>
          </p:nvPr>
        </p:nvSpPr>
        <p:spPr>
          <a:xfrm>
            <a:off x="0" y="0"/>
            <a:ext cx="4829175" cy="923925"/>
          </a:xfrm>
          <a:prstGeom prst="rect">
            <a:avLst/>
          </a:prstGeom>
          <a:noFill/>
          <a:ln>
            <a:noFill/>
            <a:miter lim="800000"/>
          </a:ln>
        </p:spPr>
        <p:txBody>
          <a:bodyPr lIns="92857" tIns="46429" rIns="92857" bIns="46429">
            <a:noAutofit/>
          </a:bodyPr>
          <a:lstStyle/>
          <a:p>
            <a:pPr lvl="0" defTabSz="928688"/>
            <a:r>
              <a:rPr sz="1800">
                <a:latin typeface="Haettenschweiler" pitchFamily="34" charset="0"/>
              </a:rPr>
              <a:t>Unicenter </a:t>
            </a:r>
            <a:r>
              <a:rPr sz="1800">
                <a:latin typeface="Haettenschweiler" pitchFamily="34" charset="0"/>
              </a:rPr>
              <a:t>Conference</a:t>
            </a:r>
            <a:endParaRPr sz="1800">
              <a:latin typeface="Haettenschweiler" pitchFamily="34" charset="0"/>
            </a:endParaRPr>
          </a:p>
          <a:p>
            <a:pPr lvl="0" defTabSz="928688"/>
            <a:r>
              <a:rPr sz="1800">
                <a:latin typeface="Haettenschweiler" pitchFamily="34" charset="0"/>
              </a:rPr>
              <a:t>What’s So Important About Infrastructure?</a:t>
            </a:r>
            <a:endParaRPr sz="1800">
              <a:latin typeface="Haettenschweiler" pitchFamily="34" charset="0"/>
            </a:endParaRPr>
          </a:p>
          <a:p>
            <a:pPr lvl="0" defTabSz="928688"/>
            <a:r>
              <a:rPr sz="1800">
                <a:latin typeface="Haettenschweiler" pitchFamily="34" charset="0"/>
              </a:rPr>
              <a:t>Session Code:  UIT15P</a:t>
            </a:r>
            <a:endParaRPr sz="1800">
              <a:latin typeface="Haettenschweiler" pitchFamily="34" charset="0"/>
            </a:endParaRPr>
          </a:p>
        </p:txBody>
      </p:sp>
      <p:sp>
        <p:nvSpPr>
          <p:cNvPr id="10247" name=""/>
          <p:cNvSpPr>
            <a:spLocks noGrp="1"/>
          </p:cNvSpPr>
          <p:nvPr>
            <p:ph type="ftr" sz="quarter" idx="2"/>
          </p:nvPr>
        </p:nvSpPr>
        <p:spPr>
          <a:xfrm>
            <a:off x="0" y="8831263"/>
            <a:ext cx="4089400" cy="465137"/>
          </a:xfrm>
          <a:prstGeom prst="rect">
            <a:avLst/>
          </a:prstGeom>
          <a:noFill/>
          <a:ln>
            <a:noFill/>
            <a:miter lim="800000"/>
          </a:ln>
        </p:spPr>
        <p:txBody>
          <a:bodyPr lIns="92857" tIns="46429" rIns="92857" bIns="4642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928688"/>
            <a:r>
              <a:rPr sz="1800">
                <a:latin typeface="Haettenschweiler" pitchFamily="34" charset="0"/>
              </a:rPr>
              <a:t>Ernest </a:t>
            </a:r>
            <a:r>
              <a:rPr sz="1800">
                <a:latin typeface="Haettenschweiler" pitchFamily="34" charset="0"/>
              </a:rPr>
              <a:t>Morial</a:t>
            </a:r>
            <a:r>
              <a:rPr sz="1800">
                <a:latin typeface="Haettenschweiler" pitchFamily="34" charset="0"/>
              </a:rPr>
              <a:t> Convention Center</a:t>
            </a:r>
            <a:endParaRPr sz="1800">
              <a:latin typeface="Haettenschweiler" pitchFamily="34" charset="0"/>
            </a:endParaRPr>
          </a:p>
          <a:p>
            <a:pPr marL="0" lvl="0" indent="0" defTabSz="928688"/>
            <a:r>
              <a:rPr sz="1800">
                <a:latin typeface="Haettenschweiler" pitchFamily="34" charset="0"/>
              </a:rPr>
              <a:t>July 18-23,  1999 </a:t>
            </a:r>
            <a:endParaRPr sz="1800">
              <a:latin typeface="Haettenschweiler" pitchFamily="34" charset="0"/>
            </a:endParaRPr>
          </a:p>
          <a:p>
            <a:pPr marL="0" lvl="0" indent="0" defTabSz="928688"/>
            <a:r>
              <a:rPr sz="1800">
                <a:latin typeface="Haettenschweiler" pitchFamily="34" charset="0"/>
              </a:rPr>
              <a:t>New Orleans, Louisiana, USA</a:t>
            </a:r>
            <a:endParaRPr sz="1800">
              <a:latin typeface="Haettenschweiler" pitchFamily="34" charset="0"/>
            </a:endParaRPr>
          </a:p>
        </p:txBody>
      </p:sp>
      <p:sp>
        <p:nvSpPr>
          <p:cNvPr id="10248" name=""/>
          <p:cNvSpPr>
            <a:spLocks noGrp="1" noChangeAspect="1"/>
          </p:cNvSpPr>
          <p:nvPr>
            <p:ph type="sldNum" sz="quarter" idx="3"/>
          </p:nvPr>
        </p:nvSpPr>
        <p:spPr>
          <a:xfrm>
            <a:off x="3971925" y="8929688"/>
            <a:ext cx="3038475" cy="366712"/>
          </a:xfrm>
          <a:prstGeom prst="rect">
            <a:avLst/>
          </a:prstGeom>
          <a:noFill/>
          <a:ln>
            <a:noFill/>
            <a:miter lim="800000"/>
          </a:ln>
        </p:spPr>
        <p:txBody>
          <a:bodyPr lIns="92857" tIns="46429" rIns="92857" bIns="46429" anchor="b" anchorCtr="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r" defTabSz="928688"/>
            <a:endParaRPr sz="1800">
              <a:latin typeface="Haettenschweiler" pitchFamily="34" charset="0"/>
            </a:endParaRPr>
          </a:p>
        </p:txBody>
      </p:sp>
      <p:pic>
        <p:nvPicPr>
          <p:cNvPr id="10249" name=""/>
          <p:cNvPicPr>
            <a:picLocks noChangeAspect="1"/>
          </p:cNvPicPr>
          <p:nvPr/>
        </p:nvPicPr>
        <p:blipFill>
          <a:blip r:embed="rId2" r:link="rId1"/>
          <a:stretch>
            <a:fillRect/>
          </a:stretch>
        </p:blipFill>
        <p:spPr>
          <a:xfrm>
            <a:off x="5467350" y="77788"/>
            <a:ext cx="1250950" cy="825500"/>
          </a:xfrm>
          <a:prstGeom prst="rect">
            <a:avLst/>
          </a:prstGeom>
          <a:noFill/>
          <a:ln>
            <a:miter lim="800000"/>
          </a:ln>
        </p:spPr>
      </p:pic>
      <p:pic>
        <p:nvPicPr>
          <p:cNvPr id="10251" name=""/>
          <p:cNvPicPr>
            <a:picLocks noChangeAspect="1"/>
          </p:cNvPicPr>
          <p:nvPr/>
        </p:nvPicPr>
        <p:blipFill>
          <a:blip r:embed="rId4" r:link="rId3"/>
          <a:stretch>
            <a:fillRect/>
          </a:stretch>
        </p:blipFill>
        <p:spPr>
          <a:xfrm>
            <a:off x="5764213" y="8464550"/>
            <a:ext cx="976312" cy="814388"/>
          </a:xfrm>
          <a:prstGeom prst="rect">
            <a:avLst/>
          </a:prstGeom>
          <a:noFill/>
          <a:ln>
            <a:miter lim="800000"/>
          </a:ln>
        </p:spPr>
      </p:pic>
      <p:sp>
        <p:nvSpPr>
          <p:cNvPr id="10252" name=""/>
          <p:cNvSpPr/>
          <p:nvPr/>
        </p:nvSpPr>
        <p:spPr>
          <a:xfrm>
            <a:off x="3038475" y="8701088"/>
            <a:ext cx="903288" cy="371475"/>
          </a:xfrm>
          <a:prstGeom prst="rect">
            <a:avLst/>
          </a:prstGeom>
          <a:noFill/>
          <a:ln>
            <a:noFill/>
            <a:miter lim="800000"/>
          </a:ln>
          <a:effectLst/>
        </p:spPr>
        <p:txBody>
          <a:bodyPr lIns="92857" tIns="46429" rIns="92857" bIns="46429">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ctr" defTabSz="928688"/>
            <a:r>
              <a:rPr sz="1800">
                <a:latin typeface="Haettenschweiler" pitchFamily="34" charset="0"/>
              </a:rPr>
              <a:t>Page </a:t>
            </a:r>
            <a:fld id="{9DA6B310-A89A-49F4-8087-03A2F0C0B8A2}" type="slidenum">
              <a:rPr sz="1800">
                <a:latin typeface="Haettenschweiler" pitchFamily="34" charset="0"/>
              </a:rPr>
              <a:t>*</a:t>
            </a:fld>
            <a:endParaRPr sz="1800">
              <a:latin typeface="Haettenschweiler"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chemeClr val="bg1"/>
        </a:solidFill>
      </p:bgPr>
    </p:bg>
    <p:spTree>
      <p:nvGrpSpPr>
        <p:cNvPr id="1" name=""/>
        <p:cNvGrpSpPr/>
        <p:nvPr/>
      </p:nvGrpSpPr>
      <p:grpSpPr/>
      <p:sp>
        <p:nvSpPr>
          <p:cNvPr id="12292" name=""/>
          <p:cNvSpPr>
            <a:spLocks noTextEdit="1"/>
          </p:cNvSpPr>
          <p:nvPr>
            <p:ph type="sldImg" idx="2"/>
          </p:nvPr>
        </p:nvSpPr>
        <p:spPr>
          <a:xfrm>
            <a:off x="1412875" y="1031875"/>
            <a:ext cx="4184650" cy="2816225"/>
          </a:xfrm>
          <a:prstGeom prst="rect">
            <a:avLst/>
          </a:prstGeom>
          <a:solidFill>
            <a:srgbClr val="FFFFFF"/>
          </a:solidFill>
          <a:ln>
            <a:solidFill>
              <a:prstClr val="black"/>
            </a:solidFill>
            <a:miter lim="800000"/>
          </a:ln>
        </p:spPr>
      </p:sp>
      <p:sp>
        <p:nvSpPr>
          <p:cNvPr id="12297" name=""/>
          <p:cNvSpPr>
            <a:spLocks noGrp="1"/>
          </p:cNvSpPr>
          <p:nvPr>
            <p:ph type="body" sz="quarter" idx="3"/>
          </p:nvPr>
        </p:nvSpPr>
        <p:spPr>
          <a:xfrm>
            <a:off x="935038" y="4105275"/>
            <a:ext cx="5140325" cy="4260850"/>
          </a:xfrm>
          <a:prstGeom prst="rect">
            <a:avLst/>
          </a:prstGeom>
          <a:noFill/>
          <a:ln>
            <a:noFill/>
            <a:miter lim="800000"/>
          </a:ln>
          <a:effectLst/>
        </p:spPr>
        <p:txBody>
          <a:bodyPr lIns="92857" tIns="46429" rIns="92857" bIns="46429">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t>Click to edit Master text styles</a:t>
            </a:r>
          </a:p>
          <a:p>
            <a:pPr lvl="1"/>
            <a:r>
              <a:t>Second level</a:t>
            </a:r>
          </a:p>
          <a:p>
            <a:pPr lvl="2"/>
            <a:r>
              <a:t>Third level</a:t>
            </a:r>
          </a:p>
          <a:p>
            <a:pPr lvl="3"/>
            <a:r>
              <a:t>Fourth level</a:t>
            </a:r>
          </a:p>
          <a:p>
            <a:pPr lvl="4"/>
            <a:r>
              <a:t>Fifth level</a:t>
            </a:r>
          </a:p>
        </p:txBody>
      </p:sp>
      <p:sp>
        <p:nvSpPr>
          <p:cNvPr id="12298" name=""/>
          <p:cNvSpPr>
            <a:spLocks noGrp="1"/>
          </p:cNvSpPr>
          <p:nvPr>
            <p:ph type="hdr" sz="quarter"/>
          </p:nvPr>
        </p:nvSpPr>
        <p:spPr>
          <a:xfrm>
            <a:off x="1792288" y="307975"/>
            <a:ext cx="3036887" cy="465138"/>
          </a:xfrm>
          <a:prstGeom prst="rect">
            <a:avLst/>
          </a:prstGeom>
          <a:noFill/>
          <a:ln>
            <a:noFill/>
            <a:miter lim="800000"/>
          </a:ln>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endParaRPr sz="1000">
              <a:latin typeface="Haettenschweiler" pitchFamily="34" charset="0"/>
            </a:endParaRPr>
          </a:p>
        </p:txBody>
      </p:sp>
      <p:sp>
        <p:nvSpPr>
          <p:cNvPr id="12300" name=""/>
          <p:cNvSpPr>
            <a:spLocks noChangeAspect="1"/>
          </p:cNvSpPr>
          <p:nvPr/>
        </p:nvSpPr>
        <p:spPr>
          <a:xfrm>
            <a:off x="3971925" y="8929688"/>
            <a:ext cx="3038475" cy="366712"/>
          </a:xfrm>
          <a:prstGeom prst="rect">
            <a:avLst/>
          </a:prstGeom>
          <a:noFill/>
          <a:ln>
            <a:noFill/>
            <a:miter lim="800000"/>
          </a:ln>
        </p:spPr>
        <p:txBody>
          <a:bodyPr lIns="92857" tIns="46429" rIns="92857" bIns="46429" anchor="b" anchorCtr="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r" defTabSz="928688"/>
            <a:r>
              <a:rPr sz="1800">
                <a:latin typeface="Haettenschweiler" pitchFamily="34" charset="0"/>
              </a:rPr>
              <a:t>Page </a:t>
            </a:r>
            <a:fld id="{6AB517B4-0053-4D8E-84EF-F77E5F0D961E}" type="slidenum">
              <a:rPr sz="1800">
                <a:latin typeface="Haettenschweiler" pitchFamily="34" charset="0"/>
              </a:rPr>
              <a:t>*</a:t>
            </a:fld>
            <a:endParaRPr sz="1800">
              <a:latin typeface="Haettenschweiler" pitchFamily="34" charset="0"/>
            </a:endParaRPr>
          </a:p>
        </p:txBody>
      </p:sp>
      <p:sp>
        <p:nvSpPr>
          <p:cNvPr id="12303" name=""/>
          <p:cNvSpPr/>
          <p:nvPr/>
        </p:nvSpPr>
        <p:spPr>
          <a:xfrm>
            <a:off x="365125" y="3702050"/>
            <a:ext cx="638175" cy="396875"/>
          </a:xfrm>
          <a:prstGeom prst="rect">
            <a:avLst/>
          </a:prstGeom>
          <a:noFill/>
          <a:ln>
            <a:noFill/>
            <a:miter lim="800000"/>
          </a:ln>
          <a:effectLst/>
        </p:spPr>
        <p:txBody>
          <a:bodyPr wrap="none" lIns="92857" tIns="46429" rIns="92857" bIns="46429" anchor="t" anchorCtr="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ctr" defTabSz="928688"/>
            <a:r>
              <a:rPr sz="2000" u="sng">
                <a:latin typeface="Haettenschweiler" pitchFamily="34" charset="0"/>
              </a:rPr>
              <a:t>Notes</a:t>
            </a:r>
            <a:endParaRPr sz="2000" u="sng">
              <a:latin typeface="Haettenschweiler" pitchFamily="34" charset="0"/>
            </a:endParaRPr>
          </a:p>
        </p:txBody>
      </p:sp>
    </p:spTree>
  </p:cSld>
  <p:clrMap bg1="lt1" tx1="dk1" bg2="lt2" tx2="dk2" accent1="accent1" accent2="accent2" accent3="accent3" accent4="accent4" accent5="accent5" accent6="accent6" hlink="hlink" folHlink="folHlink"/>
  <p:hf/>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&#65279;<?xml version="1.0" encoding="utf-8" standalone="yes"?><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106498" name=""/>
          <p:cNvSpPr>
            <a:spLocks noTextEdit="1"/>
          </p:cNvSpPr>
          <p:nvPr>
            <p:ph type="sldImg" idx="2"/>
          </p:nvPr>
        </p:nvSpPr>
        <p:spPr>
          <a:xfrm>
            <a:off x="1414463" y="1031875"/>
            <a:ext cx="4181475" cy="2816225"/>
          </a:xfrm>
          <a:solidFill>
            <a:srgbClr val="FFFFFF"/>
          </a:solidFill>
          <a:ln>
            <a:miter lim="800000"/>
          </a:ln>
        </p:spPr>
      </p:sp>
      <p:sp>
        <p:nvSpPr>
          <p:cNvPr id="106499"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p:txBody>
      </p:sp>
      <p:sp>
        <p:nvSpPr>
          <p:cNvPr id="106500"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107522" name=""/>
          <p:cNvSpPr>
            <a:spLocks noTextEdit="1"/>
          </p:cNvSpPr>
          <p:nvPr>
            <p:ph type="sldImg" idx="2"/>
          </p:nvPr>
        </p:nvSpPr>
        <p:spPr>
          <a:xfrm>
            <a:off x="1414463" y="1031875"/>
            <a:ext cx="4181475" cy="2816225"/>
          </a:xfrm>
          <a:solidFill>
            <a:srgbClr val="FFFFFF"/>
          </a:solidFill>
          <a:ln>
            <a:miter lim="800000"/>
          </a:ln>
        </p:spPr>
      </p:sp>
      <p:sp>
        <p:nvSpPr>
          <p:cNvPr id="107523"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p:txBody>
      </p:sp>
      <p:sp>
        <p:nvSpPr>
          <p:cNvPr id="107524"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108546" name=""/>
          <p:cNvSpPr>
            <a:spLocks noTextEdit="1"/>
          </p:cNvSpPr>
          <p:nvPr>
            <p:ph type="sldImg" idx="2"/>
          </p:nvPr>
        </p:nvSpPr>
        <p:spPr>
          <a:xfrm>
            <a:off x="1414463" y="1031875"/>
            <a:ext cx="4181475" cy="2816225"/>
          </a:xfrm>
          <a:solidFill>
            <a:srgbClr val="FFFFFF"/>
          </a:solidFill>
          <a:ln>
            <a:miter lim="800000"/>
          </a:ln>
        </p:spPr>
      </p:sp>
      <p:sp>
        <p:nvSpPr>
          <p:cNvPr id="108547"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p:txBody>
      </p:sp>
      <p:sp>
        <p:nvSpPr>
          <p:cNvPr id="108548"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33794" name=""/>
          <p:cNvSpPr/>
          <p:nvPr>
            <p:ph type="sldImg" idx="2"/>
          </p:nvPr>
        </p:nvSpPr>
        <p:spPr>
          <a:xfrm>
            <a:off x="1412875" y="1031875"/>
            <a:ext cx="4184650" cy="2816225"/>
          </a:xfrm>
          <a:solidFill>
            <a:srgbClr val="FFFFFF"/>
          </a:solidFill>
          <a:ln>
            <a:miter lim="800000"/>
          </a:ln>
        </p:spPr>
      </p:sp>
      <p:sp>
        <p:nvSpPr>
          <p:cNvPr id="33795"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t>Business imperatives are shaking up IT</a:t>
            </a:r>
          </a:p>
          <a:p/>
          <a:p>
            <a:pPr lvl="0"/>
            <a:r>
              <a:t>Technology and business pressures are creating a dangerously fragmented IT infrastructure</a:t>
            </a:r>
          </a:p>
          <a:p>
            <a:pPr lvl="0"/>
            <a:r>
              <a:t>Examine six options for handling the infrastructure crisis</a:t>
            </a:r>
          </a:p>
          <a:p>
            <a:pPr lvl="0"/>
            <a:r>
              <a:t>Aberdeen’s conclusions</a:t>
            </a:r>
          </a:p>
        </p:txBody>
      </p:sp>
      <p:sp>
        <p:nvSpPr>
          <p:cNvPr id="33796"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35842" name=""/>
          <p:cNvSpPr/>
          <p:nvPr>
            <p:ph type="sldImg" idx="2"/>
          </p:nvPr>
        </p:nvSpPr>
        <p:spPr>
          <a:xfrm>
            <a:off x="1412875" y="1031875"/>
            <a:ext cx="4184650" cy="2816225"/>
          </a:xfrm>
          <a:solidFill>
            <a:srgbClr val="FFFFFF"/>
          </a:solidFill>
          <a:ln>
            <a:miter lim="800000"/>
          </a:ln>
        </p:spPr>
      </p:sp>
      <p:sp>
        <p:nvSpPr>
          <p:cNvPr id="35843"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t>There is a huge dichotomy between the ongoing costs of IT operations on existing systems and the often-compelling needs to quickly deploy mission-critical systems to gain or defend against competitive advantage.</a:t>
            </a:r>
          </a:p>
        </p:txBody>
      </p:sp>
      <p:sp>
        <p:nvSpPr>
          <p:cNvPr id="35844"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37890" name=""/>
          <p:cNvSpPr/>
          <p:nvPr>
            <p:ph type="sldImg" idx="2"/>
          </p:nvPr>
        </p:nvSpPr>
        <p:spPr>
          <a:xfrm>
            <a:off x="1412875" y="1031875"/>
            <a:ext cx="4184650" cy="2816225"/>
          </a:xfrm>
          <a:solidFill>
            <a:srgbClr val="FFFFFF"/>
          </a:solidFill>
          <a:ln>
            <a:miter lim="800000"/>
          </a:ln>
        </p:spPr>
      </p:sp>
      <p:sp>
        <p:nvSpPr>
          <p:cNvPr id="37891"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lnSpc>
                <a:spcPct val="70000"/>
              </a:lnSpc>
            </a:pPr>
            <a:r>
              <a:rPr sz="1000"/>
              <a:t>Customer satisfaction</a:t>
            </a:r>
            <a:endParaRPr sz="1000"/>
          </a:p>
          <a:p>
            <a:pPr lvl="0">
              <a:lnSpc>
                <a:spcPct val="70000"/>
              </a:lnSpc>
            </a:pPr>
            <a:r>
              <a:rPr sz="900"/>
              <a:t>Fewer customer-supplier relationships</a:t>
            </a:r>
            <a:endParaRPr sz="900"/>
          </a:p>
          <a:p>
            <a:pPr lvl="1">
              <a:lnSpc>
                <a:spcPct val="70000"/>
              </a:lnSpc>
            </a:pPr>
            <a:r>
              <a:rPr sz="800"/>
              <a:t>Customer delight is critical</a:t>
            </a:r>
            <a:endParaRPr sz="800"/>
          </a:p>
          <a:p>
            <a:pPr lvl="1">
              <a:lnSpc>
                <a:spcPct val="70000"/>
              </a:lnSpc>
            </a:pPr>
            <a:r>
              <a:rPr sz="800"/>
              <a:t>Trusted-supplier partnerships</a:t>
            </a:r>
            <a:endParaRPr sz="800"/>
          </a:p>
          <a:p>
            <a:pPr lvl="1">
              <a:lnSpc>
                <a:spcPct val="70000"/>
              </a:lnSpc>
            </a:pPr>
            <a:r>
              <a:rPr sz="800"/>
              <a:t>Operate on a Virtual Company basis</a:t>
            </a:r>
            <a:endParaRPr sz="800"/>
          </a:p>
          <a:p>
            <a:pPr lvl="0">
              <a:lnSpc>
                <a:spcPct val="70000"/>
              </a:lnSpc>
            </a:pPr>
            <a:r>
              <a:rPr sz="900"/>
              <a:t>More revenues from existing customers</a:t>
            </a:r>
            <a:endParaRPr sz="900"/>
          </a:p>
          <a:p>
            <a:pPr lvl="1">
              <a:lnSpc>
                <a:spcPct val="70000"/>
              </a:lnSpc>
            </a:pPr>
            <a:r>
              <a:rPr sz="800"/>
              <a:t>Data mining</a:t>
            </a:r>
            <a:endParaRPr sz="800"/>
          </a:p>
          <a:p>
            <a:pPr lvl="1">
              <a:lnSpc>
                <a:spcPct val="70000"/>
              </a:lnSpc>
            </a:pPr>
            <a:r>
              <a:rPr sz="800"/>
              <a:t>Leverage existing relationships with new, often opportunistic products and services</a:t>
            </a:r>
            <a:endParaRPr sz="800"/>
          </a:p>
          <a:p>
            <a:pPr lvl="0">
              <a:lnSpc>
                <a:spcPct val="70000"/>
              </a:lnSpc>
            </a:pPr>
            <a:r>
              <a:rPr sz="900"/>
              <a:t>New customer capture tactics</a:t>
            </a:r>
            <a:endParaRPr sz="900"/>
          </a:p>
          <a:p>
            <a:pPr lvl="1">
              <a:lnSpc>
                <a:spcPct val="70000"/>
              </a:lnSpc>
            </a:pPr>
            <a:r>
              <a:rPr sz="800"/>
              <a:t>Target high probability prospects</a:t>
            </a:r>
            <a:endParaRPr sz="800"/>
          </a:p>
          <a:p>
            <a:pPr lvl="1">
              <a:lnSpc>
                <a:spcPct val="70000"/>
              </a:lnSpc>
            </a:pPr>
            <a:r>
              <a:rPr sz="800"/>
              <a:t>Add information value to differentiate product and</a:t>
            </a:r>
            <a:endParaRPr sz="800"/>
          </a:p>
          <a:p>
            <a:pPr lvl="0">
              <a:lnSpc>
                <a:spcPct val="70000"/>
              </a:lnSpc>
            </a:pPr>
            <a:r>
              <a:rPr sz="900" b="1"/>
              <a:t>Empower Fewer users</a:t>
            </a:r>
            <a:endParaRPr sz="900"/>
          </a:p>
          <a:p>
            <a:pPr lvl="0">
              <a:lnSpc>
                <a:spcPct val="70000"/>
              </a:lnSpc>
            </a:pPr>
            <a:r>
              <a:rPr sz="900"/>
              <a:t>Make data accessible to both line managers and staff</a:t>
            </a:r>
            <a:endParaRPr sz="900"/>
          </a:p>
          <a:p>
            <a:pPr lvl="0">
              <a:lnSpc>
                <a:spcPct val="70000"/>
              </a:lnSpc>
            </a:pPr>
            <a:r>
              <a:rPr sz="900"/>
              <a:t>Fewer managers and staff will be directly responsible for more of the financial results of the enterprise</a:t>
            </a:r>
            <a:endParaRPr sz="900"/>
          </a:p>
          <a:p>
            <a:pPr lvl="0">
              <a:lnSpc>
                <a:spcPct val="70000"/>
              </a:lnSpc>
            </a:pPr>
            <a:r>
              <a:rPr sz="900"/>
              <a:t>Non-programmatic problems must be solved relying on information that may reside anywhere in the enterprise</a:t>
            </a:r>
            <a:endParaRPr sz="900"/>
          </a:p>
          <a:p>
            <a:pPr lvl="0">
              <a:lnSpc>
                <a:spcPct val="70000"/>
              </a:lnSpc>
            </a:pPr>
            <a:r>
              <a:rPr sz="900"/>
              <a:t>Empowered end user model: </a:t>
            </a:r>
            <a:r>
              <a:rPr sz="800"/>
              <a:t>Review. Analyze, , decide, Report</a:t>
            </a:r>
            <a:endParaRPr sz="800"/>
          </a:p>
          <a:p>
            <a:pPr lvl="0">
              <a:lnSpc>
                <a:spcPct val="70000"/>
              </a:lnSpc>
            </a:pPr>
            <a:r>
              <a:rPr sz="900"/>
              <a:t>IT must facilitate — not constrain — the enterprise’s ability to function and transform itself</a:t>
            </a:r>
            <a:endParaRPr sz="900"/>
          </a:p>
          <a:p>
            <a:pPr lvl="0">
              <a:lnSpc>
                <a:spcPct val="70000"/>
              </a:lnSpc>
            </a:pPr>
            <a:r>
              <a:rPr sz="900"/>
              <a:t>New strategy, tactics, business policy implementations</a:t>
            </a:r>
            <a:endParaRPr sz="900"/>
          </a:p>
          <a:p>
            <a:pPr lvl="0">
              <a:lnSpc>
                <a:spcPct val="70000"/>
              </a:lnSpc>
            </a:pPr>
            <a:r>
              <a:rPr sz="900"/>
              <a:t>Acquisitions, divestitures, mergers — information is key component</a:t>
            </a:r>
            <a:endParaRPr sz="900"/>
          </a:p>
          <a:p>
            <a:pPr lvl="0">
              <a:lnSpc>
                <a:spcPct val="70000"/>
              </a:lnSpc>
            </a:pPr>
            <a:r>
              <a:rPr sz="900"/>
              <a:t>Business process reengineering</a:t>
            </a:r>
            <a:endParaRPr sz="900"/>
          </a:p>
          <a:p>
            <a:pPr lvl="0">
              <a:lnSpc>
                <a:spcPct val="70000"/>
              </a:lnSpc>
            </a:pPr>
            <a:r>
              <a:rPr sz="900"/>
              <a:t>Financial planning including items such as interest rate changes and derivative risks</a:t>
            </a:r>
            <a:endParaRPr sz="900"/>
          </a:p>
          <a:p>
            <a:pPr lvl="0">
              <a:lnSpc>
                <a:spcPct val="70000"/>
              </a:lnSpc>
            </a:pPr>
            <a:r>
              <a:rPr sz="900"/>
              <a:t>Government mandates</a:t>
            </a:r>
            <a:endParaRPr sz="900"/>
          </a:p>
          <a:p>
            <a:pPr lvl="0">
              <a:lnSpc>
                <a:spcPct val="70000"/>
              </a:lnSpc>
            </a:pPr>
            <a:r>
              <a:rPr sz="900"/>
              <a:t>Quick moving enterprises must have IS development tools that facilitate change — not delay it</a:t>
            </a:r>
            <a:endParaRPr sz="900"/>
          </a:p>
          <a:p>
            <a:pPr lvl="0">
              <a:lnSpc>
                <a:spcPct val="70000"/>
              </a:lnSpc>
            </a:pPr>
            <a:r>
              <a:rPr sz="900"/>
              <a:t>Multi-year, only 20% effective application, custom development efforts are not acceptable</a:t>
            </a:r>
            <a:endParaRPr sz="900"/>
          </a:p>
          <a:p>
            <a:pPr lvl="0">
              <a:lnSpc>
                <a:spcPct val="70000"/>
              </a:lnSpc>
            </a:pPr>
            <a:r>
              <a:rPr sz="900"/>
              <a:t>RAD means </a:t>
            </a:r>
            <a:r>
              <a:rPr sz="900" i="1"/>
              <a:t>now</a:t>
            </a:r>
            <a:r>
              <a:rPr sz="900"/>
              <a:t> for minor modifications — nine months for major applications </a:t>
            </a:r>
            <a:endParaRPr sz="900"/>
          </a:p>
          <a:p>
            <a:pPr lvl="0">
              <a:lnSpc>
                <a:spcPct val="70000"/>
              </a:lnSpc>
            </a:pPr>
            <a:r>
              <a:rPr sz="900"/>
              <a:t>Server and client development options</a:t>
            </a:r>
            <a:endParaRPr sz="900"/>
          </a:p>
          <a:p>
            <a:pPr lvl="0">
              <a:lnSpc>
                <a:spcPct val="70000"/>
              </a:lnSpc>
            </a:pPr>
            <a:r>
              <a:rPr sz="900"/>
              <a:t>License the core multi-user ISV solution ASAP — modify the fat client when convenient</a:t>
            </a:r>
            <a:endParaRPr sz="900"/>
          </a:p>
          <a:p>
            <a:pPr lvl="0">
              <a:lnSpc>
                <a:spcPct val="70000"/>
              </a:lnSpc>
            </a:pPr>
            <a:r>
              <a:rPr sz="900"/>
              <a:t>Tradeoffs: functionality</a:t>
            </a:r>
            <a:r>
              <a:rPr sz="900"/>
              <a:t> vs</a:t>
            </a:r>
            <a:r>
              <a:rPr sz="900"/>
              <a:t>. time</a:t>
            </a:r>
            <a:endParaRPr sz="900"/>
          </a:p>
          <a:p>
            <a:pPr lvl="0">
              <a:lnSpc>
                <a:spcPct val="70000"/>
              </a:lnSpc>
            </a:pPr>
            <a:r>
              <a:rPr sz="900"/>
              <a:t>   vs</a:t>
            </a:r>
            <a:r>
              <a:rPr sz="900"/>
              <a:t>. resources</a:t>
            </a:r>
            <a:r>
              <a:rPr sz="900"/>
              <a:t> vs</a:t>
            </a:r>
            <a:r>
              <a:rPr sz="900"/>
              <a:t>. quality</a:t>
            </a:r>
            <a:endParaRPr sz="900"/>
          </a:p>
          <a:p>
            <a:pPr lvl="1">
              <a:lnSpc>
                <a:spcPct val="70000"/>
              </a:lnSpc>
            </a:pPr>
            <a:endParaRPr sz="800"/>
          </a:p>
        </p:txBody>
      </p:sp>
      <p:sp>
        <p:nvSpPr>
          <p:cNvPr id="37892"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39938" name=""/>
          <p:cNvSpPr/>
          <p:nvPr>
            <p:ph type="body" idx="3"/>
          </p:nvPr>
        </p:nvSpPr>
        <p:spPr>
          <a:xfrm>
            <a:off x="935038" y="4103688"/>
            <a:ext cx="5140325" cy="4262437"/>
          </a:xfrm>
          <a:noFill/>
          <a:ln>
            <a:noFill/>
            <a:miter lim="800000"/>
          </a:ln>
          <a:effectLst/>
        </p:spPr>
        <p:txBody>
          <a:bodyPr rot="0" vert="horz" wrap="square" lIns="95114" tIns="48363" rIns="95114" bIns="48363"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defTabSz="882650"/>
            <a:r>
              <a:t>A real-world insurance company (and Aberdeen client) is planning a next-generation claims processing system.  Any customer can stop in any office for complete support.  Claims can be updated from any of 50 local offices.</a:t>
            </a:r>
          </a:p>
          <a:p>
            <a:pPr marL="0" lvl="0" indent="0" defTabSz="882650"/>
            <a:r>
              <a:t>A server at HQ will manage 3,500 HQ users, systems management, and batch.</a:t>
            </a:r>
          </a:p>
          <a:p>
            <a:pPr marL="0" lvl="0" indent="0" defTabSz="882650"/>
            <a:r>
              <a:t>Business drivers:  cut costs &amp; increase customer satisfaction.  Implementation costs are over $175 million.</a:t>
            </a:r>
          </a:p>
          <a:p>
            <a:pPr marL="0" lvl="0" indent="0" defTabSz="882650"/>
            <a:r>
              <a:t>.</a:t>
            </a:r>
          </a:p>
        </p:txBody>
      </p:sp>
      <p:sp>
        <p:nvSpPr>
          <p:cNvPr id="39939" name=""/>
          <p:cNvSpPr/>
          <p:nvPr>
            <p:ph type="sldImg" idx="2"/>
          </p:nvPr>
        </p:nvSpPr>
        <p:spPr>
          <a:xfrm>
            <a:off x="1416050" y="1033463"/>
            <a:ext cx="4178300" cy="2813050"/>
          </a:xfrm>
          <a:noFill/>
          <a:ln w="12700" cap="flat" cmpd="sng">
            <a:solidFill>
              <a:schemeClr val="tx1"/>
            </a:solidFill>
            <a:prstDash val="solid"/>
            <a:miter lim="800000"/>
          </a:ln>
          <a:effectLst/>
        </p:spPr>
      </p:sp>
      <p:sp>
        <p:nvSpPr>
          <p:cNvPr id="39940"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41986" name=""/>
          <p:cNvSpPr/>
          <p:nvPr>
            <p:ph type="body" idx="3"/>
          </p:nvPr>
        </p:nvSpPr>
        <p:spPr>
          <a:xfrm>
            <a:off x="935038" y="4103688"/>
            <a:ext cx="5140325" cy="4262437"/>
          </a:xfrm>
          <a:noFill/>
          <a:ln>
            <a:noFill/>
            <a:miter lim="800000"/>
          </a:ln>
          <a:effectLst/>
        </p:spPr>
        <p:txBody>
          <a:bodyPr rot="0" vert="horz" wrap="square" lIns="95114" tIns="48363" rIns="95114" bIns="48363"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defTabSz="882650"/>
            <a:r>
              <a:t>Local servers in 50 offices are desired for fast, local response time.  Each office will have a complete copy of the active claims database.  Replication or transaction queuing will be used to pull every transaction from the local office to an “enterprise super-server” at headquarters which will serve as the database of record.  This super-server will service 3,500 HQ users, replicate (“push”) all transactions out to all offices, and drive data transformation onto a data warehouse server.</a:t>
            </a:r>
          </a:p>
          <a:p>
            <a:pPr marL="0" lvl="0" indent="0" defTabSz="882650"/>
            <a:r>
              <a:t>Supporting transactions from 5,000 remote users and 3,500 local users as well as push replication, batch, and data warehouse transformation duties demands considerable computing capacity — beyond traditional SMP architectures and even many clusters.</a:t>
            </a:r>
          </a:p>
          <a:p>
            <a:pPr marL="0" lvl="0" indent="0" defTabSz="882650"/>
            <a:r>
              <a:t>What computing infrastructure can handle this workload and still be able to grow with the projected 15%-20% annual business volume, be highly available, and flexible enough to support other applications in the future?</a:t>
            </a:r>
          </a:p>
          <a:p>
            <a:pPr marL="0" lvl="0" indent="0" defTabSz="882650"/>
            <a:r>
              <a:t>This application screams for an overriding common infrastructure which will support the application through its estimated 15 year life.</a:t>
            </a:r>
          </a:p>
        </p:txBody>
      </p:sp>
      <p:sp>
        <p:nvSpPr>
          <p:cNvPr id="41987" name=""/>
          <p:cNvSpPr/>
          <p:nvPr>
            <p:ph type="sldImg" idx="2"/>
          </p:nvPr>
        </p:nvSpPr>
        <p:spPr>
          <a:xfrm>
            <a:off x="1416050" y="1033463"/>
            <a:ext cx="4178300" cy="2813050"/>
          </a:xfrm>
          <a:noFill/>
          <a:ln w="12700" cap="flat" cmpd="sng">
            <a:solidFill>
              <a:schemeClr val="tx1"/>
            </a:solidFill>
            <a:prstDash val="solid"/>
            <a:miter lim="800000"/>
          </a:ln>
          <a:effectLst/>
        </p:spPr>
      </p:sp>
      <p:sp>
        <p:nvSpPr>
          <p:cNvPr id="41988"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44034" name=""/>
          <p:cNvSpPr/>
          <p:nvPr>
            <p:ph type="sldImg" idx="2"/>
          </p:nvPr>
        </p:nvSpPr>
        <p:spPr>
          <a:xfrm>
            <a:off x="1412875" y="1031875"/>
            <a:ext cx="4184650" cy="2816225"/>
          </a:xfrm>
          <a:solidFill>
            <a:srgbClr val="FFFFFF"/>
          </a:solidFill>
          <a:ln>
            <a:miter lim="800000"/>
          </a:ln>
        </p:spPr>
      </p:sp>
      <p:sp>
        <p:nvSpPr>
          <p:cNvPr id="44035"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t>-- Transition --</a:t>
            </a:r>
          </a:p>
          <a:p>
            <a:pPr lvl="0"/>
            <a:r>
              <a:t>Let’s look at six different ways technology is </a:t>
            </a:r>
            <a:r>
              <a:t>wacking </a:t>
            </a:r>
            <a:r>
              <a:t>us on the side of the head.</a:t>
            </a:r>
          </a:p>
          <a:p>
            <a:pPr lvl="0"/>
            <a:r>
              <a:t>Failure to pay attention to technology details is the bane of most projects.</a:t>
            </a:r>
          </a:p>
        </p:txBody>
      </p:sp>
      <p:sp>
        <p:nvSpPr>
          <p:cNvPr id="44036"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46082" name=""/>
          <p:cNvSpPr/>
          <p:nvPr>
            <p:ph type="sldImg" idx="2"/>
          </p:nvPr>
        </p:nvSpPr>
        <p:spPr>
          <a:xfrm>
            <a:off x="1412875" y="1031875"/>
            <a:ext cx="4184650" cy="2816225"/>
          </a:xfrm>
          <a:solidFill>
            <a:srgbClr val="FFFFFF"/>
          </a:solidFill>
          <a:ln>
            <a:miter lim="800000"/>
          </a:ln>
        </p:spPr>
      </p:sp>
      <p:sp>
        <p:nvSpPr>
          <p:cNvPr id="46083"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t>The mainframe has been and will be the workhorse for most large enterprises.  Unfortunately, the mainframe has not been the platform-of-choice for NEW applications.  This has led to a proliferation of platforms, Operating Systems, systems management and other infrastructure costs, personnel and knowledge burdens.</a:t>
            </a:r>
          </a:p>
        </p:txBody>
      </p:sp>
      <p:sp>
        <p:nvSpPr>
          <p:cNvPr id="46084"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49154" name=""/>
          <p:cNvSpPr/>
          <p:nvPr>
            <p:ph type="sldImg" idx="2"/>
          </p:nvPr>
        </p:nvSpPr>
        <p:spPr>
          <a:xfrm>
            <a:off x="625475" y="500063"/>
            <a:ext cx="5757863" cy="3876675"/>
          </a:xfrm>
          <a:noFill/>
          <a:ln w="12700" cap="flat" cmpd="sng">
            <a:solidFill>
              <a:schemeClr val="tx1"/>
            </a:solidFill>
            <a:prstDash val="solid"/>
            <a:miter lim="800000"/>
          </a:ln>
          <a:effectLst/>
        </p:spPr>
      </p:sp>
      <p:sp>
        <p:nvSpPr>
          <p:cNvPr id="49155" name=""/>
          <p:cNvSpPr/>
          <p:nvPr/>
        </p:nvSpPr>
        <p:spPr>
          <a:xfrm>
            <a:off x="1074738" y="4822825"/>
            <a:ext cx="5854700" cy="1174750"/>
          </a:xfrm>
          <a:prstGeom prst="rect">
            <a:avLst/>
          </a:prstGeom>
          <a:noFill/>
          <a:ln>
            <a:noFill/>
            <a:miter lim="800000"/>
          </a:ln>
        </p:spPr>
        <p:txBody>
          <a:bodyPr wrap="none" lIns="92857" tIns="46429" rIns="92857" bIns="46429" anchor="t" anchorCtr="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928688"/>
            <a:r>
              <a:rPr sz="1400"/>
              <a:t>For some enterprises, the traditional mainframe has given way to</a:t>
            </a:r>
            <a:endParaRPr sz="1400"/>
          </a:p>
          <a:p>
            <a:pPr marL="0" lvl="0" indent="0" defTabSz="928688"/>
            <a:r>
              <a:rPr sz="1400"/>
              <a:t>a complicated but less costly N-tier architecture.  Any guesses</a:t>
            </a:r>
            <a:br>
              <a:rPr sz="1400"/>
            </a:br>
            <a:r>
              <a:rPr sz="1400"/>
              <a:t>as to which Fortune 250 company uses this?</a:t>
            </a:r>
            <a:br>
              <a:rPr sz="1400"/>
            </a:br>
            <a:br>
              <a:rPr sz="1400"/>
            </a:br>
            <a:endParaRPr sz="1400"/>
          </a:p>
        </p:txBody>
      </p:sp>
      <p:sp>
        <p:nvSpPr>
          <p:cNvPr id="49156"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52226" name=""/>
          <p:cNvSpPr/>
          <p:nvPr>
            <p:ph type="sldImg" idx="2"/>
          </p:nvPr>
        </p:nvSpPr>
        <p:spPr>
          <a:xfrm>
            <a:off x="1412875" y="1031875"/>
            <a:ext cx="4184650" cy="2816225"/>
          </a:xfrm>
          <a:solidFill>
            <a:srgbClr val="FFFFFF"/>
          </a:solidFill>
          <a:ln>
            <a:miter lim="800000"/>
          </a:ln>
        </p:spPr>
      </p:sp>
      <p:sp>
        <p:nvSpPr>
          <p:cNvPr id="52227"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The infrastructure issues with n-tier platforms are immense:</a:t>
            </a:r>
            <a:endParaRPr sz="1600"/>
          </a:p>
          <a:p>
            <a:pPr lvl="0"/>
            <a:r>
              <a:rPr sz="1600"/>
              <a:t>	- Unix and NT</a:t>
            </a:r>
            <a:endParaRPr sz="1600"/>
          </a:p>
          <a:p>
            <a:pPr lvl="0"/>
            <a:r>
              <a:rPr sz="1600"/>
              <a:t>	- Gobs of middleware</a:t>
            </a:r>
            <a:endParaRPr sz="1600"/>
          </a:p>
          <a:p>
            <a:pPr lvl="0"/>
            <a:r>
              <a:rPr sz="1600"/>
              <a:t>	- systems management and operations</a:t>
            </a:r>
            <a:endParaRPr sz="1600"/>
          </a:p>
          <a:p>
            <a:pPr lvl="0"/>
            <a:r>
              <a:rPr sz="1600"/>
              <a:t>	- distributed databases</a:t>
            </a:r>
            <a:endParaRPr sz="1600"/>
          </a:p>
          <a:p>
            <a:pPr lvl="0"/>
            <a:r>
              <a:rPr sz="1600"/>
              <a:t>	- distributed applications</a:t>
            </a:r>
            <a:endParaRPr sz="1600"/>
          </a:p>
          <a:p>
            <a:pPr lvl="0"/>
            <a:r>
              <a:rPr sz="1600"/>
              <a:t>	- etc.</a:t>
            </a:r>
            <a:endParaRPr sz="1600"/>
          </a:p>
          <a:p>
            <a:pPr lvl="0"/>
            <a:r>
              <a:rPr sz="1600"/>
              <a:t>The concerns about reliability, operability, and manageability are well founded.</a:t>
            </a:r>
            <a:endParaRPr sz="1600"/>
          </a:p>
          <a:p>
            <a:pPr lvl="0"/>
            <a:endParaRPr sz="1600"/>
          </a:p>
          <a:p>
            <a:pPr lvl="0"/>
            <a:r>
              <a:rPr sz="1600"/>
              <a:t>Nevertheless, this diagram is the architecture of an SAP R/3 implementation that could be Intel, Cisco or Microsoft.</a:t>
            </a:r>
            <a:endParaRPr sz="1600"/>
          </a:p>
          <a:p>
            <a:pPr lvl="0"/>
            <a:endParaRPr sz="1600"/>
          </a:p>
        </p:txBody>
      </p:sp>
      <p:sp>
        <p:nvSpPr>
          <p:cNvPr id="52228"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54274" name=""/>
          <p:cNvSpPr/>
          <p:nvPr>
            <p:ph type="sldImg" idx="2"/>
          </p:nvPr>
        </p:nvSpPr>
        <p:spPr>
          <a:xfrm>
            <a:off x="1416050" y="1031875"/>
            <a:ext cx="4179888" cy="2814638"/>
          </a:xfrm>
          <a:noFill/>
          <a:ln w="12700" cap="flat" cmpd="sng">
            <a:solidFill>
              <a:schemeClr val="tx1"/>
            </a:solidFill>
            <a:prstDash val="solid"/>
            <a:miter lim="800000"/>
          </a:ln>
          <a:effectLst/>
        </p:spPr>
      </p:sp>
      <p:sp>
        <p:nvSpPr>
          <p:cNvPr id="54275" name=""/>
          <p:cNvSpPr/>
          <p:nvPr>
            <p:ph type="body" idx="3"/>
          </p:nvPr>
        </p:nvSpPr>
        <p:spPr>
          <a:xfrm>
            <a:off x="935038" y="4103688"/>
            <a:ext cx="5140325" cy="4262437"/>
          </a:xfrm>
          <a:noFill/>
          <a:ln>
            <a:noFill/>
            <a:miter lim="800000"/>
          </a:ln>
          <a:effectLst/>
        </p:spPr>
        <p:txBody>
          <a:bodyPr rot="0" vert="horz" wrap="square" lIns="96726" tIns="49975" rIns="96726" bIns="49975"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This is a 24x7 world, with many of your enterprises running around the clock around the globe.</a:t>
            </a:r>
            <a:endParaRPr sz="1600"/>
          </a:p>
          <a:p>
            <a:pPr lvl="0"/>
            <a:endParaRPr sz="1600"/>
          </a:p>
          <a:p>
            <a:pPr lvl="0"/>
            <a:r>
              <a:rPr sz="1600"/>
              <a:t>The IT needed to deliver local data, local processing dictate local systems.  In turn, you are stuck with enterprise management issues multiplied by country-by-country country service contracts.  Not to mention the need to provide 24x7 global Help Desk support.</a:t>
            </a:r>
            <a:endParaRPr sz="1600"/>
          </a:p>
          <a:p>
            <a:pPr lvl="0"/>
            <a:r>
              <a:rPr sz="1600"/>
              <a:t>Unless carefully managed, costs can sky-rocket and service levels deteriorate.</a:t>
            </a:r>
            <a:endParaRPr sz="1600"/>
          </a:p>
        </p:txBody>
      </p:sp>
      <p:sp>
        <p:nvSpPr>
          <p:cNvPr id="54276"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56322" name=""/>
          <p:cNvSpPr/>
          <p:nvPr>
            <p:ph type="sldImg" idx="2"/>
          </p:nvPr>
        </p:nvSpPr>
        <p:spPr>
          <a:xfrm>
            <a:off x="1412875" y="1031875"/>
            <a:ext cx="4184650" cy="2816225"/>
          </a:xfrm>
          <a:solidFill>
            <a:srgbClr val="FFFFFF"/>
          </a:solidFill>
          <a:ln>
            <a:miter lim="800000"/>
          </a:ln>
        </p:spPr>
      </p:sp>
      <p:sp>
        <p:nvSpPr>
          <p:cNvPr id="56323"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Five years ago, Aberdeen had a single Pentium-based server.  Today we have six servers, including a symmetric multiprocessor.  What’s happened to our LANS?</a:t>
            </a:r>
            <a:endParaRPr sz="1600"/>
          </a:p>
          <a:p>
            <a:pPr lvl="0"/>
            <a:r>
              <a:rPr sz="1600"/>
              <a:t>First, we added services for users such as internet access, e-mail, client-server applications, and database access.</a:t>
            </a:r>
            <a:endParaRPr sz="1600"/>
          </a:p>
          <a:p>
            <a:pPr lvl="0"/>
            <a:r>
              <a:rPr sz="1600"/>
              <a:t>But invisibly, the operating system services needed to support this workgroup grew by leaps and bounds:</a:t>
            </a:r>
            <a:endParaRPr sz="1600"/>
          </a:p>
          <a:p>
            <a:pPr lvl="0"/>
            <a:r>
              <a:rPr sz="1600"/>
              <a:t>- firewalls</a:t>
            </a:r>
            <a:endParaRPr sz="1600"/>
          </a:p>
          <a:p>
            <a:pPr lvl="0"/>
            <a:r>
              <a:rPr sz="1600"/>
              <a:t>- anti-virus software</a:t>
            </a:r>
            <a:endParaRPr sz="1600"/>
          </a:p>
          <a:p>
            <a:pPr lvl="0"/>
            <a:r>
              <a:rPr sz="1600"/>
              <a:t>- distributed backup</a:t>
            </a:r>
            <a:endParaRPr sz="1600"/>
          </a:p>
          <a:p>
            <a:pPr lvl="0"/>
            <a:r>
              <a:rPr sz="1600"/>
              <a:t>- WINS &amp; DHCP, &amp; domain management</a:t>
            </a:r>
            <a:endParaRPr sz="1600"/>
          </a:p>
          <a:p>
            <a:pPr lvl="0"/>
            <a:r>
              <a:rPr sz="1600"/>
              <a:t>- SNMP for desktop management</a:t>
            </a:r>
            <a:endParaRPr sz="1600"/>
          </a:p>
          <a:p>
            <a:pPr lvl="0"/>
            <a:r>
              <a:rPr sz="1600"/>
              <a:t>This means we needed more servers, and it radically complicated our IT planning, operations, and management.</a:t>
            </a:r>
            <a:endParaRPr sz="1600"/>
          </a:p>
          <a:p>
            <a:pPr lvl="0"/>
            <a:r>
              <a:rPr sz="1600"/>
              <a:t>Sound familiar?</a:t>
            </a:r>
            <a:endParaRPr sz="1600"/>
          </a:p>
        </p:txBody>
      </p:sp>
      <p:sp>
        <p:nvSpPr>
          <p:cNvPr id="56324"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58370" name=""/>
          <p:cNvSpPr/>
          <p:nvPr>
            <p:ph type="sldImg" idx="2"/>
          </p:nvPr>
        </p:nvSpPr>
        <p:spPr>
          <a:xfrm>
            <a:off x="1412875" y="1031875"/>
            <a:ext cx="4184650" cy="2816225"/>
          </a:xfrm>
          <a:solidFill>
            <a:srgbClr val="FFFFFF"/>
          </a:solidFill>
          <a:ln>
            <a:miter lim="800000"/>
          </a:ln>
        </p:spPr>
      </p:sp>
      <p:sp>
        <p:nvSpPr>
          <p:cNvPr id="58371"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Anyone who has paid the personal price of implementing a data warehouse will nod their heads and agree that the benefits, which are real, come at a stiff cost in terms of IT resources.  </a:t>
            </a:r>
            <a:endParaRPr sz="1600"/>
          </a:p>
          <a:p>
            <a:pPr lvl="0"/>
            <a:r>
              <a:rPr sz="1600"/>
              <a:t>First, they are hard to build.  </a:t>
            </a:r>
            <a:endParaRPr sz="1600"/>
          </a:p>
          <a:p>
            <a:pPr lvl="0"/>
            <a:r>
              <a:rPr sz="1600"/>
              <a:t>Second, they are difficult and complicated to maintain.</a:t>
            </a:r>
            <a:endParaRPr sz="1600"/>
          </a:p>
          <a:p>
            <a:pPr lvl="0"/>
            <a:r>
              <a:rPr sz="1600"/>
              <a:t>The infrastructure needed for a well-running data warehouse is radically different than, say, a production online transaction processing system.</a:t>
            </a:r>
            <a:endParaRPr sz="1600"/>
          </a:p>
        </p:txBody>
      </p:sp>
      <p:sp>
        <p:nvSpPr>
          <p:cNvPr id="58372"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60418" name=""/>
          <p:cNvSpPr/>
          <p:nvPr/>
        </p:nvSpPr>
        <p:spPr>
          <a:xfrm>
            <a:off x="3971925" y="-1587"/>
            <a:ext cx="3040063" cy="465137"/>
          </a:xfrm>
          <a:prstGeom prst="rect">
            <a:avLst/>
          </a:prstGeom>
          <a:noFill/>
          <a:ln>
            <a:noFill/>
            <a:miter lim="800000"/>
          </a:ln>
          <a:effectLst/>
        </p:spPr>
      </p:sp>
      <p:sp>
        <p:nvSpPr>
          <p:cNvPr id="60419" name=""/>
          <p:cNvSpPr/>
          <p:nvPr/>
        </p:nvSpPr>
        <p:spPr>
          <a:xfrm>
            <a:off x="3971925" y="8828088"/>
            <a:ext cx="3040063" cy="468312"/>
          </a:xfrm>
          <a:prstGeom prst="rect">
            <a:avLst/>
          </a:prstGeom>
          <a:noFill/>
          <a:ln>
            <a:noFill/>
            <a:miter lim="800000"/>
          </a:ln>
          <a:effectLst/>
        </p:spPr>
        <p:txBody>
          <a:bodyPr lIns="19345" tIns="0" rIns="19345" bIns="0"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r" defTabSz="928688"/>
            <a:r>
              <a:rPr sz="1000" i="1"/>
              <a:t>20</a:t>
            </a:r>
            <a:endParaRPr sz="1000" i="1"/>
          </a:p>
        </p:txBody>
      </p:sp>
      <p:sp>
        <p:nvSpPr>
          <p:cNvPr id="60420" name=""/>
          <p:cNvSpPr/>
          <p:nvPr/>
        </p:nvSpPr>
        <p:spPr>
          <a:xfrm>
            <a:off x="-1587" y="8828088"/>
            <a:ext cx="3040062" cy="468312"/>
          </a:xfrm>
          <a:prstGeom prst="rect">
            <a:avLst/>
          </a:prstGeom>
          <a:noFill/>
          <a:ln>
            <a:noFill/>
            <a:miter lim="800000"/>
          </a:ln>
          <a:effectLst/>
        </p:spPr>
      </p:sp>
      <p:sp>
        <p:nvSpPr>
          <p:cNvPr id="60421" name=""/>
          <p:cNvSpPr/>
          <p:nvPr/>
        </p:nvSpPr>
        <p:spPr>
          <a:xfrm>
            <a:off x="-1587" y="-1587"/>
            <a:ext cx="3040062" cy="465137"/>
          </a:xfrm>
          <a:prstGeom prst="rect">
            <a:avLst/>
          </a:prstGeom>
          <a:noFill/>
          <a:ln>
            <a:noFill/>
            <a:miter lim="800000"/>
          </a:ln>
          <a:effectLst/>
        </p:spPr>
      </p:sp>
      <p:sp>
        <p:nvSpPr>
          <p:cNvPr id="60422" name=""/>
          <p:cNvSpPr/>
          <p:nvPr>
            <p:ph type="sldImg" idx="2"/>
          </p:nvPr>
        </p:nvSpPr>
        <p:spPr>
          <a:xfrm>
            <a:off x="1420813" y="1028700"/>
            <a:ext cx="4168775" cy="2806700"/>
          </a:xfrm>
          <a:noFill/>
          <a:ln w="12700" cap="flat" cmpd="sng">
            <a:solidFill>
              <a:schemeClr val="tx1"/>
            </a:solidFill>
            <a:prstDash val="solid"/>
            <a:miter lim="800000"/>
          </a:ln>
          <a:effectLst/>
        </p:spPr>
      </p:sp>
      <p:sp>
        <p:nvSpPr>
          <p:cNvPr id="60423" name=""/>
          <p:cNvSpPr/>
          <p:nvPr>
            <p:ph type="body" idx="3"/>
          </p:nvPr>
        </p:nvSpPr>
        <p:spPr>
          <a:xfrm>
            <a:off x="933450" y="4102100"/>
            <a:ext cx="5143500" cy="4264025"/>
          </a:xfrm>
          <a:noFill/>
          <a:ln>
            <a:noFill/>
            <a:miter lim="800000"/>
          </a:ln>
          <a:effectLst/>
        </p:spPr>
        <p:txBody>
          <a:bodyPr rot="0" vert="horz" wrap="square" lIns="93502" tIns="46752" rIns="93502" bIns="46752"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So, your programmers finally got proficient at </a:t>
            </a:r>
            <a:r>
              <a:rPr sz="1600"/>
              <a:t>Powerbuilder</a:t>
            </a:r>
            <a:r>
              <a:rPr sz="1600"/>
              <a:t>, or Ingres Windows 4GL, or some other client-server tool.</a:t>
            </a:r>
            <a:endParaRPr sz="1600"/>
          </a:p>
          <a:p>
            <a:pPr lvl="0"/>
            <a:r>
              <a:rPr sz="1600"/>
              <a:t>You took a well-deserved trip to the Bahamas in 1997, came back and WHAM, your development roadmap suddenly said web, Java, and components.</a:t>
            </a:r>
            <a:endParaRPr sz="1600"/>
          </a:p>
          <a:p>
            <a:pPr lvl="0"/>
            <a:r>
              <a:rPr sz="1600"/>
              <a:t>This means the IT development organization suddenly has to deal with now-legacy C-S apps, and wrestle with fast evolving technologies like Java while developing that mission-critical app the CEO is demanding to stave-off your competitors.</a:t>
            </a:r>
            <a:endParaRPr sz="1600"/>
          </a:p>
          <a:p>
            <a:pPr lvl="0"/>
            <a:r>
              <a:rPr sz="1600"/>
              <a:t>Integrating new thin and thick web applications with existing data and applications will occupy at least a generation of programmers.</a:t>
            </a:r>
            <a:endParaRPr sz="1600"/>
          </a:p>
        </p:txBody>
      </p:sp>
      <p:sp>
        <p:nvSpPr>
          <p:cNvPr id="60424"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63490" name=""/>
          <p:cNvSpPr/>
          <p:nvPr>
            <p:ph type="sldImg" idx="2"/>
          </p:nvPr>
        </p:nvSpPr>
        <p:spPr>
          <a:xfrm>
            <a:off x="1419225" y="1035050"/>
            <a:ext cx="4171950" cy="2808288"/>
          </a:xfrm>
          <a:noFill/>
          <a:ln w="12700" cap="flat" cmpd="sng">
            <a:solidFill>
              <a:schemeClr val="tx1"/>
            </a:solidFill>
            <a:prstDash val="solid"/>
            <a:miter lim="800000"/>
          </a:ln>
          <a:effectLst/>
        </p:spPr>
      </p:sp>
      <p:sp>
        <p:nvSpPr>
          <p:cNvPr id="63491" name=""/>
          <p:cNvSpPr/>
          <p:nvPr>
            <p:ph type="body" idx="3"/>
          </p:nvPr>
        </p:nvSpPr>
        <p:spPr>
          <a:xfrm>
            <a:off x="935038" y="4103688"/>
            <a:ext cx="5140325" cy="4262437"/>
          </a:xfrm>
          <a:noFill/>
          <a:ln>
            <a:noFill/>
            <a:miter lim="800000"/>
          </a:ln>
          <a:effectLst/>
        </p:spPr>
        <p:txBody>
          <a:bodyPr rot="0" vert="horz" wrap="square" lIns="93502" tIns="46752" rIns="93502" bIns="46752"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t>And what’s the CEO’s goal ?  Aberdeen believes it is found in this interconnected, cross-supply chain model, and that the movement toward and adoption of the IRP model is the next significant form of computing and of conducting business.</a:t>
            </a:r>
          </a:p>
          <a:p/>
          <a:p>
            <a:pPr lvl="0"/>
            <a:r>
              <a:t>UPS/</a:t>
            </a:r>
            <a:r>
              <a:t>Fedex</a:t>
            </a:r>
            <a:r>
              <a:t> - Distribution Systems</a:t>
            </a:r>
          </a:p>
          <a:p>
            <a:pPr lvl="0"/>
            <a:r>
              <a:t>NetLogistics</a:t>
            </a:r>
            <a:r>
              <a:t> - Best Way &amp; Best Price</a:t>
            </a:r>
          </a:p>
          <a:p>
            <a:pPr lvl="0"/>
            <a:r>
              <a:t>Cisco - 64% ($5.6 billion) of Cisco’s revenues now come over the web.  CEO John Chambers believes that $1 - $2 trillion in business will be conducted on the web in 2002.  His company saves $500 million a year by using the Internet.</a:t>
            </a:r>
          </a:p>
          <a:p/>
        </p:txBody>
      </p:sp>
      <p:sp>
        <p:nvSpPr>
          <p:cNvPr id="63492"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65538" name=""/>
          <p:cNvSpPr/>
          <p:nvPr>
            <p:ph type="sldImg" idx="2"/>
          </p:nvPr>
        </p:nvSpPr>
        <p:spPr>
          <a:xfrm>
            <a:off x="1420813" y="1028700"/>
            <a:ext cx="4168775" cy="2806700"/>
          </a:xfrm>
          <a:solidFill>
            <a:srgbClr val="FFFFFF"/>
          </a:solidFill>
          <a:ln>
            <a:miter lim="800000"/>
          </a:ln>
        </p:spPr>
      </p:sp>
      <p:sp>
        <p:nvSpPr>
          <p:cNvPr id="65539" name=""/>
          <p:cNvSpPr/>
          <p:nvPr>
            <p:ph type="body" idx="3"/>
          </p:nvPr>
        </p:nvSpPr>
        <p:spPr>
          <a:xfrm>
            <a:off x="935038" y="4103688"/>
            <a:ext cx="5140325" cy="4262437"/>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But to you who have to implement Internet supply chains, it’s a complex infrastructure at best.  It starts with the hard wall between your company and your supplier’s.  Security issues are rampant.  Once those are solved, we get to data access and control, queries versus transactions, real time versus queued, etc.</a:t>
            </a:r>
            <a:endParaRPr sz="1600"/>
          </a:p>
          <a:p>
            <a:pPr lvl="0"/>
            <a:r>
              <a:rPr sz="1600"/>
              <a:t>The key to this puzzle is to throw out the notion that you can dictate to your suppliers exactly the IT infrastructure they can use.  Here you need an architecture, the pragmatic use of standards, a secure boundary to your enterprise, and lastly a flexible infrastructure that can roll with the unforeseen punches we will undoubtedly get thrown in the next decade.</a:t>
            </a:r>
            <a:endParaRPr sz="1600"/>
          </a:p>
        </p:txBody>
      </p:sp>
      <p:sp>
        <p:nvSpPr>
          <p:cNvPr id="65540"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67586" name=""/>
          <p:cNvSpPr/>
          <p:nvPr>
            <p:ph type="sldImg" idx="2"/>
          </p:nvPr>
        </p:nvSpPr>
        <p:spPr>
          <a:xfrm>
            <a:off x="1412875" y="1031875"/>
            <a:ext cx="4184650" cy="2816225"/>
          </a:xfrm>
          <a:solidFill>
            <a:srgbClr val="FFFFFF"/>
          </a:solidFill>
          <a:ln>
            <a:miter lim="800000"/>
          </a:ln>
        </p:spPr>
      </p:sp>
      <p:sp>
        <p:nvSpPr>
          <p:cNvPr id="67587"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So, those were the six infrastructure fragmentation issues that will challenge you in the coming years.</a:t>
            </a:r>
            <a:endParaRPr sz="1600"/>
          </a:p>
          <a:p>
            <a:pPr lvl="0"/>
            <a:r>
              <a:rPr sz="1600"/>
              <a:t>What are we going to do about this infrastructure crisis?</a:t>
            </a:r>
            <a:endParaRPr sz="1600"/>
          </a:p>
          <a:p>
            <a:pPr lvl="0"/>
            <a:r>
              <a:rPr sz="1600"/>
              <a:t>Let’s evaluate five management approaches that you can implement.</a:t>
            </a:r>
            <a:endParaRPr sz="1600"/>
          </a:p>
        </p:txBody>
      </p:sp>
      <p:sp>
        <p:nvSpPr>
          <p:cNvPr id="67588"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69634" name=""/>
          <p:cNvSpPr/>
          <p:nvPr>
            <p:ph type="sldImg" idx="2"/>
          </p:nvPr>
        </p:nvSpPr>
        <p:spPr>
          <a:xfrm>
            <a:off x="1412875" y="1031875"/>
            <a:ext cx="4184650" cy="2816225"/>
          </a:xfrm>
          <a:solidFill>
            <a:srgbClr val="FFFFFF"/>
          </a:solidFill>
          <a:ln>
            <a:miter lim="800000"/>
          </a:ln>
        </p:spPr>
      </p:sp>
      <p:sp>
        <p:nvSpPr>
          <p:cNvPr id="69635"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Doing nothing is inertia.  It’s hiding your head in the sand.  It will delay but not solve any problems.</a:t>
            </a:r>
            <a:endParaRPr sz="1600"/>
          </a:p>
        </p:txBody>
      </p:sp>
      <p:sp>
        <p:nvSpPr>
          <p:cNvPr id="69636"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71682" name=""/>
          <p:cNvSpPr/>
          <p:nvPr>
            <p:ph type="sldImg" idx="2"/>
          </p:nvPr>
        </p:nvSpPr>
        <p:spPr>
          <a:xfrm>
            <a:off x="1412875" y="1031875"/>
            <a:ext cx="4184650" cy="2816225"/>
          </a:xfrm>
          <a:solidFill>
            <a:srgbClr val="FFFFFF"/>
          </a:solidFill>
          <a:ln>
            <a:miter lim="800000"/>
          </a:ln>
        </p:spPr>
      </p:sp>
      <p:sp>
        <p:nvSpPr>
          <p:cNvPr id="71683"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We could do a whole hour on outsourcing issues …</a:t>
            </a:r>
            <a:endParaRPr sz="1600"/>
          </a:p>
          <a:p>
            <a:pPr lvl="0"/>
            <a:r>
              <a:rPr sz="1600"/>
              <a:t>Here, you sell your problems to somebody else.  They take the technology risk, and you get on vendor to call on the carpet.</a:t>
            </a:r>
            <a:endParaRPr sz="1600"/>
          </a:p>
          <a:p>
            <a:pPr lvl="0"/>
            <a:r>
              <a:rPr sz="1600"/>
              <a:t>The risks are hidden in your contract.  Will the outsourcer upgrade your technology base?  </a:t>
            </a:r>
            <a:endParaRPr sz="1600"/>
          </a:p>
          <a:p>
            <a:pPr lvl="0"/>
            <a:r>
              <a:rPr sz="1600"/>
              <a:t>Will the programmer/analysts who know your business processes inside out now work for someone else?</a:t>
            </a:r>
            <a:endParaRPr sz="1600"/>
          </a:p>
          <a:p>
            <a:pPr lvl="0"/>
            <a:r>
              <a:rPr sz="1600"/>
              <a:t>Aberdeen’s take is that outsourcing makes sense for a growing list of specific situations.</a:t>
            </a:r>
            <a:endParaRPr sz="1600"/>
          </a:p>
        </p:txBody>
      </p:sp>
      <p:sp>
        <p:nvSpPr>
          <p:cNvPr id="71684"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73730" name=""/>
          <p:cNvSpPr/>
          <p:nvPr>
            <p:ph type="sldImg" idx="2"/>
          </p:nvPr>
        </p:nvSpPr>
        <p:spPr>
          <a:xfrm>
            <a:off x="1412875" y="1031875"/>
            <a:ext cx="4184650" cy="2816225"/>
          </a:xfrm>
          <a:solidFill>
            <a:srgbClr val="FFFFFF"/>
          </a:solidFill>
          <a:ln>
            <a:miter lim="800000"/>
          </a:ln>
        </p:spPr>
      </p:sp>
      <p:sp>
        <p:nvSpPr>
          <p:cNvPr id="73731"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Many are drawn to standards,  Why not?  You get interoperability which gives your organization more choices and more competition.  And let’s face it, standards-driven competition makes it harder for your IT suppliers to lock you in to their kit.</a:t>
            </a:r>
            <a:endParaRPr sz="1600"/>
          </a:p>
          <a:p>
            <a:pPr lvl="0"/>
            <a:r>
              <a:rPr sz="1600"/>
              <a:t>However,</a:t>
            </a:r>
            <a:endParaRPr sz="1600"/>
          </a:p>
          <a:p>
            <a:pPr lvl="0"/>
            <a:r>
              <a:rPr sz="1600"/>
              <a:t>- standards are usually late, incomplete, and slow</a:t>
            </a:r>
            <a:endParaRPr sz="1600"/>
          </a:p>
          <a:p>
            <a:pPr lvl="0"/>
            <a:r>
              <a:rPr sz="1600"/>
              <a:t>- they are seldom optimized for your particular environment and application needs</a:t>
            </a:r>
            <a:endParaRPr sz="1600"/>
          </a:p>
          <a:p>
            <a:pPr lvl="0"/>
            <a:r>
              <a:rPr sz="1600"/>
              <a:t>- And, you still are in the systems integration business.</a:t>
            </a:r>
            <a:endParaRPr sz="1600"/>
          </a:p>
        </p:txBody>
      </p:sp>
      <p:sp>
        <p:nvSpPr>
          <p:cNvPr id="73732"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75778" name=""/>
          <p:cNvSpPr/>
          <p:nvPr>
            <p:ph type="sldImg" idx="2"/>
          </p:nvPr>
        </p:nvSpPr>
        <p:spPr>
          <a:xfrm>
            <a:off x="1412875" y="1031875"/>
            <a:ext cx="4184650" cy="2816225"/>
          </a:xfrm>
          <a:solidFill>
            <a:srgbClr val="FFFFFF"/>
          </a:solidFill>
          <a:ln>
            <a:miter lim="800000"/>
          </a:ln>
        </p:spPr>
      </p:sp>
      <p:sp>
        <p:nvSpPr>
          <p:cNvPr id="75779"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An architectural approach has a lot going for it.  Here, IT technologists choose the best technologies for your situation.  Then, they can choose the best vendor solutions for the various pieces.  A good architecture can absorb technology change at one level by isolating the changes from other levels.  For example, changing your WAN protocols from SNA to TCP/IP.</a:t>
            </a:r>
            <a:endParaRPr sz="1600"/>
          </a:p>
          <a:p>
            <a:pPr lvl="0"/>
            <a:r>
              <a:rPr sz="1600"/>
              <a:t>Two caveats:</a:t>
            </a:r>
            <a:endParaRPr sz="1600"/>
          </a:p>
          <a:p>
            <a:pPr lvl="0"/>
            <a:r>
              <a:rPr sz="1600"/>
              <a:t>- It is always easy to defeat the long-term benefits of an architecture with exceptions.  Example, an Oracle database shop needs an application package that only runs on Sybase.</a:t>
            </a:r>
            <a:endParaRPr sz="1600"/>
          </a:p>
          <a:p>
            <a:pPr lvl="0"/>
            <a:r>
              <a:rPr sz="1600"/>
              <a:t>- </a:t>
            </a:r>
            <a:endParaRPr sz="1600"/>
          </a:p>
        </p:txBody>
      </p:sp>
      <p:sp>
        <p:nvSpPr>
          <p:cNvPr id="75780"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77826" name=""/>
          <p:cNvSpPr/>
          <p:nvPr>
            <p:ph type="sldImg" idx="2"/>
          </p:nvPr>
        </p:nvSpPr>
        <p:spPr>
          <a:xfrm>
            <a:off x="1412875" y="1031875"/>
            <a:ext cx="4184650" cy="2816225"/>
          </a:xfrm>
          <a:solidFill>
            <a:srgbClr val="FFFFFF"/>
          </a:solidFill>
          <a:ln>
            <a:miter lim="800000"/>
          </a:ln>
        </p:spPr>
      </p:sp>
      <p:sp>
        <p:nvSpPr>
          <p:cNvPr id="77827"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rPr sz="1600"/>
              <a:t>A vendor-based infrastructure puts the technology hand-grenade in your supplier’s hands.  The vendor worries about the technology integration, changes, and gaining their own competitive advantage through their products.</a:t>
            </a:r>
            <a:endParaRPr sz="1600"/>
          </a:p>
          <a:p>
            <a:pPr lvl="0"/>
            <a:r>
              <a:rPr sz="1600"/>
              <a:t>Implications</a:t>
            </a:r>
            <a:endParaRPr sz="1600"/>
          </a:p>
          <a:p>
            <a:pPr lvl="0"/>
            <a:r>
              <a:rPr sz="1600"/>
              <a:t>- Much as we would like, no single vendor can supply it all.  Sorry, Microsoft.</a:t>
            </a:r>
            <a:endParaRPr sz="1600"/>
          </a:p>
          <a:p>
            <a:pPr lvl="0"/>
            <a:r>
              <a:rPr sz="1600"/>
              <a:t>- You are in effect outsourcing your common infrastructure integration.  There are risks.</a:t>
            </a:r>
            <a:endParaRPr sz="1600"/>
          </a:p>
          <a:p>
            <a:pPr lvl="0"/>
            <a:r>
              <a:rPr sz="1600"/>
              <a:t>- On the whole, many IT organizations are attracted to vendor-based infrastructures simply because there is a lot of value for the money.</a:t>
            </a:r>
            <a:endParaRPr sz="1600"/>
          </a:p>
        </p:txBody>
      </p:sp>
      <p:sp>
        <p:nvSpPr>
          <p:cNvPr id="77828"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79874" name=""/>
          <p:cNvSpPr/>
          <p:nvPr>
            <p:ph type="sldImg" idx="2"/>
          </p:nvPr>
        </p:nvSpPr>
        <p:spPr>
          <a:xfrm>
            <a:off x="1412875" y="1031875"/>
            <a:ext cx="4184650" cy="2816225"/>
          </a:xfrm>
          <a:solidFill>
            <a:srgbClr val="FFFFFF"/>
          </a:solidFill>
          <a:ln>
            <a:miter lim="800000"/>
          </a:ln>
        </p:spPr>
      </p:sp>
      <p:sp>
        <p:nvSpPr>
          <p:cNvPr id="79875"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endParaRPr sz="1600"/>
          </a:p>
        </p:txBody>
      </p:sp>
      <p:sp>
        <p:nvSpPr>
          <p:cNvPr id="79876"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81922" name=""/>
          <p:cNvSpPr/>
          <p:nvPr>
            <p:ph type="sldImg" idx="2"/>
          </p:nvPr>
        </p:nvSpPr>
        <p:spPr>
          <a:xfrm>
            <a:off x="1412875" y="1031875"/>
            <a:ext cx="4184650" cy="2816225"/>
          </a:xfrm>
          <a:solidFill>
            <a:srgbClr val="FFFFFF"/>
          </a:solidFill>
          <a:ln>
            <a:miter lim="800000"/>
          </a:ln>
        </p:spPr>
      </p:sp>
      <p:sp>
        <p:nvSpPr>
          <p:cNvPr id="81923"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lvl="0"/>
            <a:r>
              <a:t>Discuss bullets.</a:t>
            </a:r>
          </a:p>
          <a:p/>
          <a:p>
            <a:pPr lvl="0"/>
            <a:r>
              <a:t>Aberdeen sees four suppliers with the ability to significantly impact the market for infrastructure:</a:t>
            </a:r>
          </a:p>
          <a:p>
            <a:pPr lvl="0"/>
            <a:r>
              <a:t>IBM-- will deliver business-object components from the San </a:t>
            </a:r>
            <a:r>
              <a:t>Francicso </a:t>
            </a:r>
            <a:r>
              <a:t>project on top of a robust infrastructure that includes DB2, CICS, MQ, and e-business infrastructure.  IBM’s ace in the hole is the Global Services organization that can glue the infrastructure onto custom applications.</a:t>
            </a:r>
          </a:p>
          <a:p>
            <a:pPr lvl="0"/>
            <a:r>
              <a:t>Microsoft -- Has been pushing infrastructure for a year under the “digital  nervous system” name.  Poor-to-fair on heterogeneous infrastructure; non-existent in services, Microsoft nonetheless keeps expanding its infrastructure software which is highly credible for what  it can do.</a:t>
            </a:r>
          </a:p>
          <a:p>
            <a:pPr lvl="0"/>
            <a:r>
              <a:t>Oracle -- has a database-centric vision of infrastructure.  Applications and services complement an enterprise-capable server infrastructure platform.</a:t>
            </a:r>
          </a:p>
          <a:p>
            <a:pPr lvl="0"/>
            <a:r>
              <a:t>Computer Associates -- is building bridges between its Unicenter TNG enterprise management products, application development, and data management products such as Jasmine and Ingres.  CA has a leg up in heterogeneous environments.  And give CA good marks for vision, but services need to be beefed up.</a:t>
            </a:r>
          </a:p>
        </p:txBody>
      </p:sp>
      <p:sp>
        <p:nvSpPr>
          <p:cNvPr id="81924"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102402" name=""/>
          <p:cNvSpPr>
            <a:spLocks noTextEdit="1"/>
          </p:cNvSpPr>
          <p:nvPr>
            <p:ph type="sldImg" idx="2"/>
          </p:nvPr>
        </p:nvSpPr>
        <p:spPr>
          <a:xfrm>
            <a:off x="1414463" y="1031875"/>
            <a:ext cx="4181475" cy="2816225"/>
          </a:xfrm>
          <a:solidFill>
            <a:srgbClr val="FFFFFF"/>
          </a:solidFill>
          <a:ln>
            <a:miter lim="800000"/>
          </a:ln>
        </p:spPr>
      </p:sp>
      <p:sp>
        <p:nvSpPr>
          <p:cNvPr id="102403"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p:txBody>
      </p:sp>
      <p:sp>
        <p:nvSpPr>
          <p:cNvPr id="102404"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103426" name=""/>
          <p:cNvSpPr>
            <a:spLocks noTextEdit="1"/>
          </p:cNvSpPr>
          <p:nvPr>
            <p:ph type="sldImg" idx="2"/>
          </p:nvPr>
        </p:nvSpPr>
        <p:spPr>
          <a:xfrm>
            <a:off x="1414463" y="1031875"/>
            <a:ext cx="4181475" cy="2816225"/>
          </a:xfrm>
          <a:solidFill>
            <a:srgbClr val="FFFFFF"/>
          </a:solidFill>
          <a:ln>
            <a:miter lim="800000"/>
          </a:ln>
        </p:spPr>
      </p:sp>
      <p:sp>
        <p:nvSpPr>
          <p:cNvPr id="103427"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p:txBody>
      </p:sp>
      <p:sp>
        <p:nvSpPr>
          <p:cNvPr id="103428"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104450" name=""/>
          <p:cNvSpPr>
            <a:spLocks noTextEdit="1"/>
          </p:cNvSpPr>
          <p:nvPr>
            <p:ph type="sldImg" idx="2"/>
          </p:nvPr>
        </p:nvSpPr>
        <p:spPr>
          <a:xfrm>
            <a:off x="1414463" y="1031875"/>
            <a:ext cx="4181475" cy="2816225"/>
          </a:xfrm>
          <a:solidFill>
            <a:srgbClr val="FFFFFF"/>
          </a:solidFill>
          <a:ln>
            <a:miter lim="800000"/>
          </a:ln>
        </p:spPr>
      </p:sp>
      <p:sp>
        <p:nvSpPr>
          <p:cNvPr id="104451"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p:txBody>
      </p:sp>
      <p:sp>
        <p:nvSpPr>
          <p:cNvPr id="104452"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p:sp>
        <p:nvSpPr>
          <p:cNvPr id="105474" name=""/>
          <p:cNvSpPr>
            <a:spLocks noTextEdit="1"/>
          </p:cNvSpPr>
          <p:nvPr>
            <p:ph type="sldImg" idx="2"/>
          </p:nvPr>
        </p:nvSpPr>
        <p:spPr>
          <a:xfrm>
            <a:off x="1414463" y="1031875"/>
            <a:ext cx="4181475" cy="2816225"/>
          </a:xfrm>
          <a:solidFill>
            <a:srgbClr val="FFFFFF"/>
          </a:solidFill>
          <a:ln>
            <a:miter lim="800000"/>
          </a:ln>
        </p:spPr>
      </p:sp>
      <p:sp>
        <p:nvSpPr>
          <p:cNvPr id="105475" name=""/>
          <p:cNvSpPr/>
          <p:nvPr>
            <p:ph type="body" idx="3"/>
          </p:nvPr>
        </p:nvSpPr>
        <p:spPr>
          <a:xfrm>
            <a:off x="935038" y="4105275"/>
            <a:ext cx="5140325" cy="4260850"/>
          </a:xfrm>
          <a:noFill/>
          <a:ln>
            <a:miter lim="800000"/>
          </a:ln>
        </p:spPr>
        <p:txBody>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p:txBody>
      </p:sp>
      <p:sp>
        <p:nvSpPr>
          <p:cNvPr id="105476" name=""/>
          <p:cNvSpPr>
            <a:spLocks noGrp="1"/>
          </p:cNvSpPr>
          <p:nvPr>
            <p:ph type="hdr" sz="quarter"/>
          </p:nvPr>
        </p:nvSpPr>
        <p:spPr/>
        <p:txBody>
          <a:bodyPr lIns="92857" tIns="46429" rIns="92857" bIns="46429">
            <a:noAutofit/>
          </a:bodyPr>
          <a:lstStyle/>
          <a:p>
            <a:pPr lvl="0" defTabSz="928688"/>
            <a:r>
              <a:rPr sz="1000">
                <a:latin typeface="Haettenschweiler" pitchFamily="34" charset="0"/>
              </a:rPr>
              <a:t>Unicenter </a:t>
            </a:r>
            <a:r>
              <a:rPr sz="1000">
                <a:latin typeface="Haettenschweiler" pitchFamily="34" charset="0"/>
              </a:rPr>
              <a:t>Infrastructure   Session Code:  UIT15P</a:t>
            </a: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file:///D:\world1999\world%20banner1%20copy.JPG" TargetMode="External" /><Relationship Id="rId2" Type="http://schemas.openxmlformats.org/officeDocument/2006/relationships/image" Target="../media/image1.jpeg" /><Relationship Id="rId3" Type="http://schemas.openxmlformats.org/officeDocument/2006/relationships/image" Target="file:///D:\world1999\worldtext.GIF" TargetMode="External" /><Relationship Id="rId4" Type="http://schemas.openxmlformats.org/officeDocument/2006/relationships/image" Target="../media/image2.png" /><Relationship Id="rId5"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title">
  <p:cSld name="Title Slide">
    <p:bg>
      <p:bgPr>
        <a:solidFill>
          <a:schemeClr val="folHlink"/>
        </a:solidFill>
      </p:bgPr>
    </p:bg>
    <p:spTree>
      <p:nvGrpSpPr>
        <p:cNvPr id="1" name=""/>
        <p:cNvGrpSpPr/>
        <p:nvPr/>
      </p:nvGrpSpPr>
      <p:grpSpPr/>
      <p:grpSp>
        <p:nvGrpSpPr>
          <p:cNvPr id="3093" name=""/>
          <p:cNvGrpSpPr/>
          <p:nvPr/>
        </p:nvGrpSpPr>
        <p:grpSpPr>
          <a:xfrm>
            <a:off x="0" y="0"/>
            <a:ext cx="9236075" cy="6218238"/>
            <a:chExt cx="5818" cy="3917"/>
          </a:xfrm>
        </p:grpSpPr>
        <p:sp>
          <p:nvSpPr>
            <p:cNvPr id="3079" name=""/>
            <p:cNvSpPr/>
            <p:nvPr/>
          </p:nvSpPr>
          <p:spPr bwMode="white">
            <a:xfrm>
              <a:off x="0" y="0"/>
              <a:ext cx="5818" cy="3917"/>
            </a:xfrm>
            <a:prstGeom prst="rect">
              <a:avLst/>
            </a:prstGeom>
            <a:solidFill>
              <a:schemeClr val="bg1"/>
            </a:solidFill>
            <a:ln>
              <a:noFill/>
              <a:miter lim="800000"/>
            </a:ln>
            <a:effectLst/>
          </p:spPr>
        </p:sp>
        <p:pic>
          <p:nvPicPr>
            <p:cNvPr id="3083" name=""/>
            <p:cNvPicPr>
              <a:picLocks noChangeAspect="1"/>
            </p:cNvPicPr>
            <p:nvPr/>
          </p:nvPicPr>
          <p:blipFill>
            <a:blip r:embed="rId2" r:link="rId1"/>
            <a:stretch>
              <a:fillRect/>
            </a:stretch>
          </p:blipFill>
          <p:spPr bwMode="ltGray">
            <a:xfrm>
              <a:off x="0" y="0"/>
              <a:ext cx="5818" cy="1200"/>
            </a:xfrm>
            <a:prstGeom prst="rect">
              <a:avLst/>
            </a:prstGeom>
            <a:noFill/>
            <a:ln>
              <a:miter lim="800000"/>
            </a:ln>
          </p:spPr>
        </p:pic>
        <p:pic>
          <p:nvPicPr>
            <p:cNvPr id="3092" name=""/>
            <p:cNvPicPr>
              <a:picLocks noChangeAspect="1"/>
            </p:cNvPicPr>
            <p:nvPr/>
          </p:nvPicPr>
          <p:blipFill>
            <a:blip r:embed="rId4" r:link="rId3"/>
            <a:stretch>
              <a:fillRect/>
            </a:stretch>
          </p:blipFill>
          <p:spPr>
            <a:xfrm flipH="1">
              <a:off x="145" y="288"/>
              <a:ext cx="767" cy="3504"/>
            </a:xfrm>
            <a:prstGeom prst="rect">
              <a:avLst/>
            </a:prstGeom>
            <a:noFill/>
            <a:ln>
              <a:miter lim="800000"/>
            </a:ln>
          </p:spPr>
        </p:pic>
      </p:grpSp>
      <p:sp>
        <p:nvSpPr>
          <p:cNvPr id="3074" name=""/>
          <p:cNvSpPr>
            <a:spLocks noGrp="1"/>
          </p:cNvSpPr>
          <p:nvPr>
            <p:ph type="ctrTitle"/>
          </p:nvPr>
        </p:nvSpPr>
        <p:spPr>
          <a:xfrm>
            <a:off x="1828800" y="2941638"/>
            <a:ext cx="7010400" cy="822325"/>
          </a:xfrm>
          <a:prstGeom prst="rect">
            <a:avLst/>
          </a:prstGeom>
          <a:noFill/>
          <a:ln>
            <a:noFill/>
            <a:miter lim="800000"/>
          </a:ln>
        </p:spPr>
        <p:txBody>
          <a:bodyPr lIns="0" tIns="0" rIns="0" bIns="0" anchor="ctr" anchorCtr="0">
            <a:spAutoFit/>
          </a:bodyPr>
          <a:lstStyle>
            <a:lvl1pPr marL="0" indent="0" algn="ctr" defTabSz="914400" rtl="0" eaLnBrk="0" fontAlgn="base" hangingPunct="0">
              <a:lnSpc>
                <a:spcPct val="90000"/>
              </a:lnSpc>
              <a:spcBef>
                <a:spcPct val="0"/>
              </a:spcBef>
              <a:spcAft>
                <a:spcPct val="0"/>
              </a:spcAft>
              <a:buClrTx/>
              <a:buSzTx/>
              <a:buFontTx/>
              <a:buNone/>
              <a:defRPr kumimoji="0" lang="en-US" altLang="en-US" sz="6000" b="0" i="0" u="none" baseline="0">
                <a:solidFill>
                  <a:schemeClr val="tx1"/>
                </a:solidFill>
                <a:effectLst/>
                <a:latin typeface="Haettenschweiler" pitchFamily="34" charset="0"/>
              </a:defRPr>
            </a:lvl1pPr>
          </a:lstStyle>
          <a:p>
            <a:pPr lvl="0"/>
            <a:r>
              <a:t>Click to edit title style</a:t>
            </a:r>
          </a:p>
        </p:txBody>
      </p:sp>
      <p:sp>
        <p:nvSpPr>
          <p:cNvPr id="3075" name=""/>
          <p:cNvSpPr>
            <a:spLocks noGrp="1"/>
          </p:cNvSpPr>
          <p:nvPr>
            <p:ph type="subTitle" idx="1"/>
          </p:nvPr>
        </p:nvSpPr>
        <p:spPr>
          <a:xfrm>
            <a:off x="2133600" y="4964113"/>
            <a:ext cx="6464300" cy="674687"/>
          </a:xfrm>
          <a:prstGeom prst="rect">
            <a:avLst/>
          </a:prstGeom>
          <a:noFill/>
          <a:ln>
            <a:noFill/>
            <a:miter lim="800000"/>
          </a:ln>
        </p:spPr>
        <p:txBody>
          <a:bodyPr/>
          <a:lstStyle>
            <a:lvl1pPr marL="0" indent="0" algn="ctr" defTabSz="914400" rtl="0" eaLnBrk="0" fontAlgn="base" hangingPunct="0">
              <a:lnSpc>
                <a:spcPct val="70000"/>
              </a:lnSpc>
              <a:spcBef>
                <a:spcPct val="20000"/>
              </a:spcBef>
              <a:spcAft>
                <a:spcPct val="0"/>
              </a:spcAft>
              <a:buClrTx/>
              <a:buSzTx/>
              <a:buFont typeface="Wingdings" pitchFamily="2" charset="2"/>
              <a:buNone/>
              <a:defRPr kumimoji="0" lang="en-US" altLang="en-US" sz="3200" b="0" i="0" u="none" baseline="0">
                <a:solidFill>
                  <a:schemeClr val="tx1"/>
                </a:solidFill>
                <a:effectLst/>
                <a:latin typeface="Arial" pitchFamily="34" charset="0"/>
              </a:defRPr>
            </a:lvl1pPr>
            <a:lvl2pPr marL="457200" indent="0" algn="ctr" defTabSz="914400" rtl="0" eaLnBrk="0" fontAlgn="base" hangingPunct="0">
              <a:lnSpc>
                <a:spcPct val="120000"/>
              </a:lnSpc>
              <a:spcBef>
                <a:spcPct val="20000"/>
              </a:spcBef>
              <a:spcAft>
                <a:spcPct val="0"/>
              </a:spcAft>
              <a:buClrTx/>
              <a:buSzTx/>
              <a:buFontTx/>
              <a:buNone/>
              <a:defRPr kumimoji="0" lang="en-US" altLang="en-US" sz="2800" b="0" i="0" u="none" baseline="0">
                <a:solidFill>
                  <a:schemeClr val="tx1"/>
                </a:solidFill>
                <a:effectLst/>
                <a:latin typeface="Arial" pitchFamily="34" charset="0"/>
              </a:defRPr>
            </a:lvl2pPr>
            <a:lvl3pPr marL="914400" indent="0" algn="ctr" defTabSz="914400" rtl="0" eaLnBrk="0" fontAlgn="base" hangingPunct="0">
              <a:lnSpc>
                <a:spcPct val="120000"/>
              </a:lnSpc>
              <a:spcBef>
                <a:spcPct val="20000"/>
              </a:spcBef>
              <a:spcAft>
                <a:spcPct val="0"/>
              </a:spcAft>
              <a:buClrTx/>
              <a:buSzTx/>
              <a:buFont typeface="Wingdings" pitchFamily="2" charset="2"/>
              <a:buNone/>
              <a:defRPr kumimoji="0" lang="en-US" altLang="en-US" sz="2800" b="0" i="0" u="none" baseline="0">
                <a:solidFill>
                  <a:schemeClr val="tx1"/>
                </a:solidFill>
                <a:effectLst/>
                <a:latin typeface="Arial" pitchFamily="34" charset="0"/>
              </a:defRPr>
            </a:lvl3pPr>
            <a:lvl4pPr marL="1371600" indent="0" algn="ctr" defTabSz="914400" rtl="0" eaLnBrk="0" fontAlgn="base" hangingPunct="0">
              <a:lnSpc>
                <a:spcPct val="120000"/>
              </a:lnSpc>
              <a:spcBef>
                <a:spcPct val="20000"/>
              </a:spcBef>
              <a:spcAft>
                <a:spcPct val="0"/>
              </a:spcAft>
              <a:buClrTx/>
              <a:buSzTx/>
              <a:buFontTx/>
              <a:buNone/>
              <a:defRPr kumimoji="0" lang="en-US" altLang="en-US" sz="2800" b="0" i="0" u="none" baseline="0">
                <a:solidFill>
                  <a:schemeClr val="tx1"/>
                </a:solidFill>
                <a:effectLst/>
                <a:latin typeface="Arial" pitchFamily="34" charset="0"/>
              </a:defRPr>
            </a:lvl4pPr>
            <a:lvl5pPr marL="1828800" indent="0" algn="ctr" defTabSz="914400" rtl="0" eaLnBrk="0" fontAlgn="base" hangingPunct="0">
              <a:lnSpc>
                <a:spcPct val="120000"/>
              </a:lnSpc>
              <a:spcBef>
                <a:spcPct val="20000"/>
              </a:spcBef>
              <a:spcAft>
                <a:spcPct val="0"/>
              </a:spcAft>
              <a:buClrTx/>
              <a:buSzTx/>
              <a:buFont typeface="Wingdings" pitchFamily="2" charset="2"/>
              <a:buNone/>
              <a:defRPr kumimoji="0" lang="en-US" altLang="en-US" sz="2800" b="0" i="0" u="none" baseline="0">
                <a:solidFill>
                  <a:schemeClr val="tx1"/>
                </a:solidFill>
                <a:effectLst/>
                <a:latin typeface="Arial" pitchFamily="34" charset="0"/>
              </a:defRPr>
            </a:lvl5pPr>
          </a:lstStyle>
          <a:p>
            <a:pPr lvl="0"/>
            <a:r>
              <a:t>Click to edit Master subtitle style</a:t>
            </a:r>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sz="half" idx="1"/>
          </p:nvPr>
        </p:nvSpPr>
        <p:spPr>
          <a:xfrm>
            <a:off x="461804" y="1450922"/>
            <a:ext cx="4079267" cy="4103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95005" y="1450922"/>
            <a:ext cx="4079267" cy="4103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image" Target="file:///D:\world1999\world%20banner1%20copy.JPG" TargetMode="External" /><Relationship Id="rId6" Type="http://schemas.openxmlformats.org/officeDocument/2006/relationships/image" Target="../media/image1.jpeg" /><Relationship Id="rId7"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folHlink"/>
        </a:solidFill>
      </p:bgPr>
    </p:bg>
    <p:spTree>
      <p:nvGrpSpPr>
        <p:cNvPr id="1" name=""/>
        <p:cNvGrpSpPr/>
        <p:nvPr/>
      </p:nvGrpSpPr>
      <p:grpSpPr/>
      <p:grpSp>
        <p:nvGrpSpPr>
          <p:cNvPr id="1035" name=""/>
          <p:cNvGrpSpPr/>
          <p:nvPr/>
        </p:nvGrpSpPr>
        <p:grpSpPr>
          <a:xfrm>
            <a:off x="0" y="0"/>
            <a:ext cx="9236075" cy="6218238"/>
            <a:chExt cx="5818" cy="3917"/>
          </a:xfrm>
        </p:grpSpPr>
        <p:sp>
          <p:nvSpPr>
            <p:cNvPr id="1031" name=""/>
            <p:cNvSpPr/>
            <p:nvPr/>
          </p:nvSpPr>
          <p:spPr bwMode="white">
            <a:xfrm>
              <a:off x="0" y="0"/>
              <a:ext cx="5818" cy="3917"/>
            </a:xfrm>
            <a:prstGeom prst="rect">
              <a:avLst/>
            </a:prstGeom>
            <a:solidFill>
              <a:schemeClr val="bg1"/>
            </a:solidFill>
            <a:ln>
              <a:noFill/>
              <a:miter lim="800000"/>
            </a:ln>
            <a:effectLst/>
          </p:spPr>
        </p:sp>
        <p:pic>
          <p:nvPicPr>
            <p:cNvPr id="1034" name=""/>
            <p:cNvPicPr>
              <a:picLocks noChangeAspect="1"/>
            </p:cNvPicPr>
            <p:nvPr/>
          </p:nvPicPr>
          <p:blipFill>
            <a:blip r:embed="rId6" r:link="rId5"/>
            <a:stretch>
              <a:fillRect/>
            </a:stretch>
          </p:blipFill>
          <p:spPr bwMode="ltGray">
            <a:xfrm>
              <a:off x="0" y="0"/>
              <a:ext cx="5818" cy="1200"/>
            </a:xfrm>
            <a:prstGeom prst="rect">
              <a:avLst/>
            </a:prstGeom>
            <a:noFill/>
            <a:ln>
              <a:miter lim="800000"/>
            </a:ln>
          </p:spPr>
        </p:pic>
      </p:grpSp>
      <p:sp>
        <p:nvSpPr>
          <p:cNvPr id="1026" name=""/>
          <p:cNvSpPr>
            <a:spLocks noGrp="1"/>
          </p:cNvSpPr>
          <p:nvPr>
            <p:ph type="title"/>
          </p:nvPr>
        </p:nvSpPr>
        <p:spPr>
          <a:xfrm>
            <a:off x="539750" y="503238"/>
            <a:ext cx="8156575" cy="639762"/>
          </a:xfrm>
          <a:prstGeom prst="rect">
            <a:avLst/>
          </a:prstGeom>
          <a:noFill/>
          <a:ln>
            <a:noFill/>
            <a:miter lim="800000"/>
          </a:ln>
        </p:spPr>
        <p:txBody>
          <a:bodyPr lIns="0" tIns="0" rIns="0" bIns="0" anchor="ctr" anchorCtr="0">
            <a:sp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Click to edit Master title style</a:t>
            </a:r>
          </a:p>
        </p:txBody>
      </p:sp>
      <p:sp>
        <p:nvSpPr>
          <p:cNvPr id="1027" name=""/>
          <p:cNvSpPr>
            <a:spLocks noGrp="1"/>
          </p:cNvSpPr>
          <p:nvPr>
            <p:ph type="body" idx="1"/>
          </p:nvPr>
        </p:nvSpPr>
        <p:spPr>
          <a:xfrm>
            <a:off x="550863" y="1492250"/>
            <a:ext cx="8154987" cy="4340225"/>
          </a:xfrm>
          <a:prstGeom prst="rect">
            <a:avLst/>
          </a:prstGeom>
          <a:noFill/>
          <a:ln>
            <a:noFill/>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r>
              <a:t>Click to edit Master text styles</a:t>
            </a:r>
          </a:p>
          <a:p>
            <a:pPr lvl="1"/>
            <a:r>
              <a:t>Second level</a:t>
            </a:r>
          </a:p>
          <a:p>
            <a:pPr lvl="2"/>
            <a:r>
              <a:t>Third level</a:t>
            </a:r>
          </a:p>
          <a:p>
            <a:pPr lvl="3"/>
            <a:r>
              <a:t>Fourth level</a:t>
            </a:r>
          </a:p>
          <a:p>
            <a:pPr lvl="4"/>
            <a:r>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timing/>
  <p:hf sldNum="0" hdr="0" dt="0"/>
  <p:txStyles>
    <p:titleStyle>
      <a:lvl1pPr marL="0" indent="0" algn="ctr" defTabSz="914400" rtl="0" eaLnBrk="0" fontAlgn="base" hangingPunct="0">
        <a:lnSpc>
          <a:spcPct val="70000"/>
        </a:lnSpc>
        <a:spcBef>
          <a:spcPct val="0"/>
        </a:spcBef>
        <a:spcAft>
          <a:spcPct val="0"/>
        </a:spcAft>
        <a:buClrTx/>
        <a:buSzTx/>
        <a:buFontTx/>
        <a:buNone/>
        <a:defRPr kumimoji="0" sz="6000" b="0" i="0" u="none" baseline="0">
          <a:solidFill>
            <a:schemeClr val="bg1"/>
          </a:solidFill>
          <a:effectLst/>
          <a:latin typeface="Haettenschweiler" pitchFamily="34" charset="0"/>
        </a:defRPr>
      </a:lvl1pPr>
    </p:titleStyle>
    <p:body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sz="2800" b="0" i="0" u="none" baseline="0">
          <a:solidFill>
            <a:schemeClr val="tx1"/>
          </a:solidFill>
          <a:effectLst/>
          <a:latin typeface="Arial" pitchFamily="34" charset="0"/>
        </a:defRPr>
      </a:lvl5pPr>
    </p:bodyStyle>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7.xml" /><Relationship Id="rId3" Type="http://schemas.openxmlformats.org/officeDocument/2006/relationships/image" Target="../media/image5.wmf"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8.xml" /><Relationship Id="rId3" Type="http://schemas.openxmlformats.org/officeDocument/2006/relationships/image" Target="../media/image5.wmf" /><Relationship Id="rId4" Type="http://schemas.openxmlformats.org/officeDocument/2006/relationships/image" Target="../media/image6.emf"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1.xml" /><Relationship Id="rId3" Type="http://schemas.openxmlformats.org/officeDocument/2006/relationships/image" Target="../media/image7.png" /><Relationship Id="rId4" Type="http://schemas.openxmlformats.org/officeDocument/2006/relationships/image" Target="../media/image8.wmf" /><Relationship Id="rId5" Type="http://schemas.openxmlformats.org/officeDocument/2006/relationships/image" Target="../media/image9.png" /><Relationship Id="rId6" Type="http://schemas.openxmlformats.org/officeDocument/2006/relationships/image" Target="../media/image6.emf"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9.png" /><Relationship Id="rId4" Type="http://schemas.openxmlformats.org/officeDocument/2006/relationships/image" Target="../media/image7.png" /><Relationship Id="rId5" Type="http://schemas.openxmlformats.org/officeDocument/2006/relationships/image" Target="../media/image8.wmf" /><Relationship Id="rId6" Type="http://schemas.openxmlformats.org/officeDocument/2006/relationships/image" Target="../media/image6.emf"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0.wmf"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4.xml" /><Relationship Id="rId3" Type="http://schemas.openxmlformats.org/officeDocument/2006/relationships/image" Target="../media/image6.emf" /><Relationship Id="rId4" Type="http://schemas.openxmlformats.org/officeDocument/2006/relationships/oleObject" Target="../embeddings/oleObject1.bin" TargetMode="Internal" /><Relationship Id="rId5" Type="http://schemas.openxmlformats.org/officeDocument/2006/relationships/image" Target="../media/image11.wmf" /><Relationship Id="rId6" Type="http://schemas.openxmlformats.org/officeDocument/2006/relationships/oleObject" Target="../embeddings/oleObject2.bin" TargetMode="Internal" /><Relationship Id="rId7" Type="http://schemas.openxmlformats.org/officeDocument/2006/relationships/oleObject" Target="../embeddings/oleObject3.bin" TargetMode="Internal" /><Relationship Id="rId8" Type="http://schemas.openxmlformats.org/officeDocument/2006/relationships/vmlDrawing" Target="../drawings/vmlDrawing1.v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4.xml" /><Relationship Id="rId10" Type="http://schemas.openxmlformats.org/officeDocument/2006/relationships/image" Target="../media/image15.wmf" /><Relationship Id="rId11" Type="http://schemas.openxmlformats.org/officeDocument/2006/relationships/oleObject" Target="../embeddings/oleObject8.bin" TargetMode="Internal" /><Relationship Id="rId12" Type="http://schemas.openxmlformats.org/officeDocument/2006/relationships/image" Target="../media/image16.wmf" /><Relationship Id="rId13" Type="http://schemas.openxmlformats.org/officeDocument/2006/relationships/oleObject" Target="../embeddings/oleObject9.bin" TargetMode="Internal" /><Relationship Id="rId14" Type="http://schemas.openxmlformats.org/officeDocument/2006/relationships/image" Target="../media/image17.wmf" /><Relationship Id="rId15" Type="http://schemas.openxmlformats.org/officeDocument/2006/relationships/vmlDrawing" Target="../drawings/vmlDrawing2.vml" /><Relationship Id="rId2" Type="http://schemas.openxmlformats.org/officeDocument/2006/relationships/notesSlide" Target="../notesSlides/notesSlide15.xml" /><Relationship Id="rId3" Type="http://schemas.openxmlformats.org/officeDocument/2006/relationships/oleObject" Target="../embeddings/oleObject4.bin" TargetMode="Internal" /><Relationship Id="rId4" Type="http://schemas.openxmlformats.org/officeDocument/2006/relationships/image" Target="../media/image12.wmf" /><Relationship Id="rId5" Type="http://schemas.openxmlformats.org/officeDocument/2006/relationships/oleObject" Target="../embeddings/oleObject5.bin" TargetMode="Internal" /><Relationship Id="rId6" Type="http://schemas.openxmlformats.org/officeDocument/2006/relationships/image" Target="../media/image13.wmf" /><Relationship Id="rId7" Type="http://schemas.openxmlformats.org/officeDocument/2006/relationships/oleObject" Target="../embeddings/oleObject6.bin" TargetMode="Internal" /><Relationship Id="rId8" Type="http://schemas.openxmlformats.org/officeDocument/2006/relationships/image" Target="../media/image14.wmf" /><Relationship Id="rId9" Type="http://schemas.openxmlformats.org/officeDocument/2006/relationships/oleObject" Target="../embeddings/oleObject7.bin" TargetMode="Interna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8.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7.xml" /><Relationship Id="rId3" Type="http://schemas.openxmlformats.org/officeDocument/2006/relationships/image" Target="../media/image18.wmf"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8.xml" /><Relationship Id="rId3" Type="http://schemas.openxmlformats.org/officeDocument/2006/relationships/image" Target="file:///D:\world1999\evalform-smaller.jpg" TargetMode="External" /><Relationship Id="rId4" Type="http://schemas.openxmlformats.org/officeDocument/2006/relationships/image" Target="../media/image19.jpeg" /><Relationship Id="rId5" Type="http://schemas.openxmlformats.org/officeDocument/2006/relationships/image" Target="file:///D:\world1999\bin-evalform.GIF" TargetMode="External" /><Relationship Id="rId6" Type="http://schemas.openxmlformats.org/officeDocument/2006/relationships/image" Target="../media/image20.png"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9.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0.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3.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058" name=""/>
          <p:cNvSpPr/>
          <p:nvPr>
            <p:ph type="ctrTitle"/>
          </p:nvPr>
        </p:nvSpPr>
        <p:spPr>
          <a:xfrm>
            <a:off x="1828800" y="2362200"/>
            <a:ext cx="7010400" cy="1644650"/>
          </a:xfrm>
          <a:noFill/>
          <a:ln>
            <a:miter lim="800000"/>
          </a:ln>
        </p:spPr>
        <p:txBody>
          <a:bodyPr anchor="ctr" anchorCtr="0"/>
          <a:lstStyle/>
          <a:p>
            <a:pPr lvl="0"/>
            <a:r>
              <a:t>What’s So Important About Infrastructure?</a:t>
            </a:r>
          </a:p>
        </p:txBody>
      </p:sp>
      <p:sp>
        <p:nvSpPr>
          <p:cNvPr id="2059" name=""/>
          <p:cNvSpPr/>
          <p:nvPr>
            <p:ph type="subTitle" idx="1"/>
          </p:nvPr>
        </p:nvSpPr>
        <p:spPr>
          <a:xfrm>
            <a:off x="2133600" y="4495800"/>
            <a:ext cx="6464300" cy="674688"/>
          </a:xfrm>
          <a:noFill/>
          <a:ln>
            <a:miter lim="800000"/>
          </a:ln>
        </p:spPr>
        <p:txBody>
          <a:bodyPr/>
          <a:lstStyle/>
          <a:p>
            <a:pPr lvl="0">
              <a:lnSpc>
                <a:spcPct val="60000"/>
              </a:lnSpc>
            </a:pPr>
            <a:r>
              <a:rPr sz="3200">
                <a:solidFill>
                  <a:srgbClr val="000000"/>
                </a:solidFill>
              </a:rPr>
              <a:t>Unicenter</a:t>
            </a:r>
            <a:r>
              <a:rPr sz="3200">
                <a:solidFill>
                  <a:srgbClr val="000000"/>
                </a:solidFill>
              </a:rPr>
              <a:t> Conference</a:t>
            </a:r>
            <a:endParaRPr sz="3200">
              <a:solidFill>
                <a:srgbClr val="000000"/>
              </a:solidFill>
            </a:endParaRPr>
          </a:p>
          <a:p>
            <a:pPr lvl="0">
              <a:lnSpc>
                <a:spcPct val="60000"/>
              </a:lnSpc>
            </a:pPr>
            <a:r>
              <a:rPr sz="3200">
                <a:solidFill>
                  <a:srgbClr val="000000"/>
                </a:solidFill>
              </a:rPr>
              <a:t>Session Code: UIT15P</a:t>
            </a:r>
            <a:endParaRPr sz="3200">
              <a:solidFill>
                <a:srgbClr val="000000"/>
              </a:solidFill>
            </a:endParaRPr>
          </a:p>
          <a:p>
            <a:pPr lvl="0">
              <a:lnSpc>
                <a:spcPct val="50000"/>
              </a:lnSpc>
            </a:pPr>
            <a:endParaRPr sz="3200">
              <a:solidFill>
                <a:srgbClr val="000000"/>
              </a:solidFill>
            </a:endParaRPr>
          </a:p>
          <a:p>
            <a:pPr lvl="0">
              <a:lnSpc>
                <a:spcPct val="50000"/>
              </a:lnSpc>
            </a:pPr>
            <a:r>
              <a:rPr sz="1200">
                <a:solidFill>
                  <a:srgbClr val="000000"/>
                </a:solidFill>
              </a:rPr>
              <a:t>© 1999 Computer Associates International, Inc.</a:t>
            </a:r>
            <a:endParaRPr sz="1200">
              <a:solidFill>
                <a:srgbClr val="000000"/>
              </a:solidFill>
            </a:endParaRPr>
          </a:p>
          <a:p>
            <a:pPr lvl="0">
              <a:lnSpc>
                <a:spcPct val="50000"/>
              </a:lnSpc>
            </a:pPr>
            <a:r>
              <a:rPr sz="1200">
                <a:solidFill>
                  <a:srgbClr val="000000"/>
                </a:solidFill>
              </a:rPr>
              <a:t>						</a:t>
            </a:r>
            <a:endParaRPr sz="1200">
              <a:solidFill>
                <a:srgbClr val="000000"/>
              </a:solidFill>
            </a:endParaRPr>
          </a:p>
          <a:p>
            <a:pPr lvl="0">
              <a:lnSpc>
                <a:spcPct val="50000"/>
              </a:lnSpc>
            </a:pPr>
            <a:r>
              <a:rPr sz="1200">
                <a:solidFill>
                  <a:srgbClr val="000000"/>
                </a:solidFill>
              </a:rPr>
              <a:t>      All product names used herein belong to their respective companies</a:t>
            </a:r>
            <a:endParaRPr sz="3200">
              <a:latin typeface="Times New Roman" pitchFamily="18" charset="0"/>
            </a:endParaRPr>
          </a:p>
          <a:p>
            <a:pPr lvl="0">
              <a:lnSpc>
                <a:spcPct val="60000"/>
              </a:lnSpc>
            </a:pPr>
            <a:endParaRPr sz="3200">
              <a:solidFill>
                <a:srgbClr val="000000"/>
              </a:solidFill>
            </a:endParaRPr>
          </a:p>
          <a:p>
            <a:pPr lvl="0">
              <a:lnSpc>
                <a:spcPct val="60000"/>
              </a:lnSpc>
            </a:pPr>
            <a:endParaRPr sz="3200"/>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0">
  <p:cSld name="">
    <p:spTree>
      <p:nvGrpSpPr>
        <p:cNvPr id="1" name=""/>
        <p:cNvGrpSpPr/>
        <p:nvPr/>
      </p:nvGrpSpPr>
      <p:grpSpPr/>
      <p:sp>
        <p:nvSpPr>
          <p:cNvPr id="4106" name=""/>
          <p:cNvSpPr/>
          <p:nvPr>
            <p:ph type="title"/>
          </p:nvPr>
        </p:nvSpPr>
        <p:spPr>
          <a:xfrm>
            <a:off x="539750" y="184150"/>
            <a:ext cx="8156575" cy="1279525"/>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What’s So Important About Infrastructure?</a:t>
            </a:r>
          </a:p>
        </p:txBody>
      </p:sp>
      <p:sp>
        <p:nvSpPr>
          <p:cNvPr id="4107" name=""/>
          <p:cNvSpPr/>
          <p:nvPr>
            <p:ph type="body" idx="1"/>
          </p:nvPr>
        </p:nvSpPr>
        <p:spPr>
          <a:xfrm>
            <a:off x="304800" y="1492250"/>
            <a:ext cx="8534400"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buNone/>
            </a:pPr>
            <a:r>
              <a:rPr sz="2200"/>
              <a:t>	The global economic forces that are changing enterprises have generated enormous IT complexity. Too often, multi-million dollar projects are built on an IT technology mix that might maximize the single project while exposing the enterprise to huge long-term costs and risks. Aberdeen sees forward-looking organizations realizing they must stop and demand a well-considered IT infrastructure as an</a:t>
            </a:r>
            <a:r>
              <a:rPr sz="2200"/>
              <a:t> architected</a:t>
            </a:r>
            <a:r>
              <a:rPr sz="2200"/>
              <a:t> approach to long-term application development success.  This session for IT business and technology managers discusses the need for an IT infrastructure, the choices and implications to the business, and technology planning options.</a:t>
            </a:r>
            <a:endParaRPr sz="2200"/>
          </a:p>
          <a:p>
            <a:pPr lvl="0">
              <a:buNone/>
            </a:pPr>
            <a:r>
              <a:rPr sz="2200"/>
              <a:t>.</a:t>
            </a:r>
            <a:endParaRPr sz="2200"/>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0">
  <p:cSld name="">
    <p:spTree>
      <p:nvGrpSpPr>
        <p:cNvPr id="1" name=""/>
        <p:cNvGrpSpPr/>
        <p:nvPr/>
      </p:nvGrpSpPr>
      <p:grpSpPr/>
      <p:sp>
        <p:nvSpPr>
          <p:cNvPr id="13316" name=""/>
          <p:cNvSpPr/>
          <p:nvPr>
            <p:ph type="title"/>
          </p:nvPr>
        </p:nvSpPr>
        <p:spPr>
          <a:xfrm>
            <a:off x="539750" y="200025"/>
            <a:ext cx="8156575" cy="1247775"/>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lgn="l"/>
            <a:r>
              <a:rPr sz="3900"/>
              <a:t>Peter S. Kastner</a:t>
            </a:r>
            <a:br>
              <a:rPr sz="3900"/>
            </a:br>
            <a:r>
              <a:rPr sz="3900"/>
              <a:t>Chief Research Officer</a:t>
            </a:r>
            <a:br>
              <a:rPr sz="3900"/>
            </a:br>
            <a:r>
              <a:rPr sz="3900"/>
              <a:t>Aberdeen Group, Inc.		www.</a:t>
            </a:r>
            <a:r>
              <a:rPr sz="3900"/>
              <a:t>aberdeen</a:t>
            </a:r>
            <a:r>
              <a:rPr sz="3900"/>
              <a:t>.com</a:t>
            </a:r>
            <a:endParaRPr sz="3900"/>
          </a:p>
        </p:txBody>
      </p:sp>
      <p:sp>
        <p:nvSpPr>
          <p:cNvPr id="13317"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buNone/>
            </a:pPr>
            <a:r>
              <a:rPr sz="2200"/>
              <a:t>Biography:</a:t>
            </a:r>
            <a:endParaRPr sz="2200"/>
          </a:p>
          <a:p>
            <a:pPr lvl="0">
              <a:buNone/>
            </a:pPr>
            <a:r>
              <a:rPr sz="2200"/>
              <a:t>	Peter Kastner is responsible for the work of 50 analysts at Aberdeen Group’s offices in Boston and Silicon Valley.  He has over thirty years of industry experience in commercial computing issues as an application developer, systems integrator, marketing executive, and enterprise computing industry analyst.</a:t>
            </a:r>
            <a:br>
              <a:rPr sz="2200"/>
            </a:br>
            <a:br>
              <a:rPr sz="2200"/>
            </a:br>
            <a:r>
              <a:rPr sz="2200"/>
              <a:t>Peter’s business practice at Aberdeen includes working with IT executives on organizational, strategy, and technology issues.</a:t>
            </a:r>
            <a:endParaRPr sz="2200"/>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32770"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Agenda</a:t>
            </a:r>
          </a:p>
        </p:txBody>
      </p:sp>
      <p:sp>
        <p:nvSpPr>
          <p:cNvPr id="32771"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r>
              <a:t>Change versus continuity:  who cares?</a:t>
            </a:r>
          </a:p>
          <a:p>
            <a:pPr lvl="0"/>
            <a:r>
              <a:t>Fragmented IT infrastructure issues</a:t>
            </a:r>
          </a:p>
          <a:p>
            <a:pPr lvl="0"/>
            <a:r>
              <a:t>Choosing an IT infrastructure</a:t>
            </a:r>
          </a:p>
          <a:p>
            <a:pPr lvl="0"/>
            <a:r>
              <a:t>Options, implications, and conclusions</a:t>
            </a:r>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34818" name=""/>
          <p:cNvSpPr/>
          <p:nvPr>
            <p:ph type="title"/>
          </p:nvPr>
        </p:nvSpPr>
        <p:spPr>
          <a:xfrm>
            <a:off x="539750" y="247650"/>
            <a:ext cx="8156575" cy="1152525"/>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rPr sz="5400"/>
              <a:t>IT Spending:  New Acquisition versus </a:t>
            </a:r>
            <a:br>
              <a:rPr sz="5400"/>
            </a:br>
            <a:r>
              <a:rPr sz="5400"/>
              <a:t>Ongoing Operations</a:t>
            </a:r>
            <a:endParaRPr sz="5400"/>
          </a:p>
        </p:txBody>
      </p:sp>
      <p:sp>
        <p:nvSpPr>
          <p:cNvPr id="34819"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r>
              <a:rPr sz="2400"/>
              <a:t>U.S. enterprises spend ~3% of revenue on IS</a:t>
            </a:r>
            <a:endParaRPr sz="2400"/>
          </a:p>
          <a:p>
            <a:pPr lvl="0"/>
            <a:r>
              <a:rPr sz="2400"/>
              <a:t>~85% of IS spending is for ongoing operations — ~15% for new application acquisitions</a:t>
            </a:r>
            <a:endParaRPr sz="2400"/>
          </a:p>
          <a:p>
            <a:pPr lvl="0"/>
            <a:r>
              <a:rPr sz="2400"/>
              <a:t>CEO looks at 15% for new applications as incremental change &amp; business driver</a:t>
            </a:r>
            <a:endParaRPr sz="2400"/>
          </a:p>
          <a:p>
            <a:pPr lvl="0"/>
            <a:r>
              <a:rPr sz="2400"/>
              <a:t>CFO and VP IS/CIO look at 85% for ongoing operations as area to be closely managed and controlled</a:t>
            </a:r>
            <a:endParaRPr sz="2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36866"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IT-Driven Business Imperatives</a:t>
            </a:r>
          </a:p>
        </p:txBody>
      </p:sp>
      <p:sp>
        <p:nvSpPr>
          <p:cNvPr id="36867"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lnSpc>
                <a:spcPct val="140000"/>
              </a:lnSpc>
            </a:pPr>
            <a:r>
              <a:t>Increase customer satisfaction</a:t>
            </a:r>
          </a:p>
          <a:p>
            <a:pPr lvl="0">
              <a:lnSpc>
                <a:spcPct val="140000"/>
              </a:lnSpc>
            </a:pPr>
            <a:r>
              <a:t>Empower fewer users</a:t>
            </a:r>
          </a:p>
          <a:p>
            <a:pPr lvl="0">
              <a:lnSpc>
                <a:spcPct val="140000"/>
              </a:lnSpc>
            </a:pPr>
            <a:r>
              <a:t>Increase line access to data</a:t>
            </a:r>
          </a:p>
          <a:p>
            <a:pPr lvl="0">
              <a:lnSpc>
                <a:spcPct val="140000"/>
              </a:lnSpc>
            </a:pPr>
            <a:r>
              <a:t>Increase operational flexibility</a:t>
            </a:r>
          </a:p>
          <a:p>
            <a:pPr lvl="0">
              <a:lnSpc>
                <a:spcPct val="140000"/>
              </a:lnSpc>
            </a:pPr>
            <a:r>
              <a:t>Shorten application development cycle time</a:t>
            </a:r>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38914" name=""/>
          <p:cNvSpPr/>
          <p:nvPr/>
        </p:nvSpPr>
        <p:spPr>
          <a:xfrm>
            <a:off x="719138" y="5665788"/>
            <a:ext cx="1916112" cy="414337"/>
          </a:xfrm>
          <a:prstGeom prst="rect">
            <a:avLst/>
          </a:prstGeom>
          <a:noFill/>
          <a:ln>
            <a:noFill/>
            <a:miter lim="800000"/>
          </a:ln>
          <a:effectLst/>
        </p:spPr>
      </p:sp>
      <p:sp>
        <p:nvSpPr>
          <p:cNvPr id="38915" name=""/>
          <p:cNvSpPr/>
          <p:nvPr/>
        </p:nvSpPr>
        <p:spPr>
          <a:xfrm>
            <a:off x="3181350" y="5665788"/>
            <a:ext cx="2873375" cy="414337"/>
          </a:xfrm>
          <a:prstGeom prst="rect">
            <a:avLst/>
          </a:prstGeom>
          <a:noFill/>
          <a:ln>
            <a:noFill/>
            <a:miter lim="800000"/>
          </a:ln>
          <a:effectLst/>
        </p:spPr>
      </p:sp>
      <p:sp>
        <p:nvSpPr>
          <p:cNvPr id="38916" name=""/>
          <p:cNvSpPr/>
          <p:nvPr>
            <p:ph type="title"/>
          </p:nvPr>
        </p:nvSpPr>
        <p:spPr>
          <a:xfrm>
            <a:off x="539750" y="503238"/>
            <a:ext cx="8156575" cy="639762"/>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Business Necessity Meets </a:t>
            </a:r>
            <a:br/>
            <a:r>
              <a:t>IS Reality:  Insurance Industry</a:t>
            </a:r>
          </a:p>
        </p:txBody>
      </p:sp>
      <p:grpSp>
        <p:nvGrpSpPr>
          <p:cNvPr id="38917" name=""/>
          <p:cNvGrpSpPr/>
          <p:nvPr/>
        </p:nvGrpSpPr>
        <p:grpSpPr>
          <a:xfrm>
            <a:off x="3346450" y="3322638"/>
            <a:ext cx="3365500" cy="661987"/>
            <a:chOff x="2087" y="2308"/>
            <a:chExt cx="2099" cy="460"/>
          </a:xfrm>
        </p:grpSpPr>
        <p:sp>
          <p:nvSpPr>
            <p:cNvPr id="38918" name=""/>
            <p:cNvSpPr/>
            <p:nvPr/>
          </p:nvSpPr>
          <p:spPr>
            <a:xfrm>
              <a:off x="2087" y="2308"/>
              <a:ext cx="305" cy="460"/>
            </a:xfrm>
            <a:prstGeom prst="cube">
              <a:avLst>
                <a:gd name="adj" fmla="val 24995"/>
              </a:avLst>
            </a:prstGeom>
            <a:solidFill>
              <a:schemeClr val="folHlink"/>
            </a:solidFill>
            <a:ln w="12700">
              <a:solidFill>
                <a:schemeClr val="tx1"/>
              </a:solidFill>
              <a:miter lim="800000"/>
            </a:ln>
            <a:effectLst/>
          </p:spPr>
        </p:sp>
        <p:sp>
          <p:nvSpPr>
            <p:cNvPr id="38919" name=""/>
            <p:cNvSpPr/>
            <p:nvPr/>
          </p:nvSpPr>
          <p:spPr>
            <a:xfrm>
              <a:off x="2804" y="2308"/>
              <a:ext cx="305" cy="460"/>
            </a:xfrm>
            <a:prstGeom prst="cube">
              <a:avLst>
                <a:gd name="adj" fmla="val 24995"/>
              </a:avLst>
            </a:prstGeom>
            <a:solidFill>
              <a:schemeClr val="folHlink"/>
            </a:solidFill>
            <a:ln w="12700">
              <a:solidFill>
                <a:schemeClr val="tx1"/>
              </a:solidFill>
              <a:miter lim="800000"/>
            </a:ln>
            <a:effectLst/>
          </p:spPr>
        </p:sp>
        <p:sp>
          <p:nvSpPr>
            <p:cNvPr id="38920" name=""/>
            <p:cNvSpPr/>
            <p:nvPr/>
          </p:nvSpPr>
          <p:spPr>
            <a:xfrm>
              <a:off x="2446" y="2308"/>
              <a:ext cx="305" cy="460"/>
            </a:xfrm>
            <a:prstGeom prst="cube">
              <a:avLst>
                <a:gd name="adj" fmla="val 24995"/>
              </a:avLst>
            </a:prstGeom>
            <a:solidFill>
              <a:schemeClr val="folHlink"/>
            </a:solidFill>
            <a:ln w="12700">
              <a:solidFill>
                <a:schemeClr val="tx1"/>
              </a:solidFill>
              <a:miter lim="800000"/>
            </a:ln>
            <a:effectLst/>
          </p:spPr>
        </p:sp>
        <p:sp>
          <p:nvSpPr>
            <p:cNvPr id="38921" name=""/>
            <p:cNvSpPr/>
            <p:nvPr/>
          </p:nvSpPr>
          <p:spPr>
            <a:xfrm>
              <a:off x="3163" y="2308"/>
              <a:ext cx="305" cy="460"/>
            </a:xfrm>
            <a:prstGeom prst="cube">
              <a:avLst>
                <a:gd name="adj" fmla="val 24995"/>
              </a:avLst>
            </a:prstGeom>
            <a:solidFill>
              <a:schemeClr val="folHlink"/>
            </a:solidFill>
            <a:ln w="12700">
              <a:solidFill>
                <a:schemeClr val="tx1"/>
              </a:solidFill>
              <a:miter lim="800000"/>
            </a:ln>
            <a:effectLst/>
          </p:spPr>
        </p:sp>
        <p:sp>
          <p:nvSpPr>
            <p:cNvPr id="38922" name=""/>
            <p:cNvSpPr/>
            <p:nvPr/>
          </p:nvSpPr>
          <p:spPr>
            <a:xfrm>
              <a:off x="3521" y="2308"/>
              <a:ext cx="306" cy="460"/>
            </a:xfrm>
            <a:prstGeom prst="cube">
              <a:avLst>
                <a:gd name="adj" fmla="val 24995"/>
              </a:avLst>
            </a:prstGeom>
            <a:solidFill>
              <a:schemeClr val="folHlink"/>
            </a:solidFill>
            <a:ln w="12700">
              <a:solidFill>
                <a:schemeClr val="tx1"/>
              </a:solidFill>
              <a:miter lim="800000"/>
            </a:ln>
            <a:effectLst/>
          </p:spPr>
        </p:sp>
        <p:sp>
          <p:nvSpPr>
            <p:cNvPr id="38923" name=""/>
            <p:cNvSpPr/>
            <p:nvPr/>
          </p:nvSpPr>
          <p:spPr>
            <a:xfrm>
              <a:off x="3880" y="2308"/>
              <a:ext cx="306" cy="460"/>
            </a:xfrm>
            <a:prstGeom prst="cube">
              <a:avLst>
                <a:gd name="adj" fmla="val 24995"/>
              </a:avLst>
            </a:prstGeom>
            <a:solidFill>
              <a:schemeClr val="folHlink"/>
            </a:solidFill>
            <a:ln w="12700">
              <a:solidFill>
                <a:schemeClr val="tx1"/>
              </a:solidFill>
              <a:miter lim="800000"/>
            </a:ln>
            <a:effectLst/>
          </p:spPr>
        </p:sp>
        <p:grpSp>
          <p:nvGrpSpPr>
            <p:cNvPr id="38924" name=""/>
            <p:cNvGrpSpPr/>
            <p:nvPr/>
          </p:nvGrpSpPr>
          <p:grpSpPr>
            <a:xfrm>
              <a:off x="2173" y="2431"/>
              <a:ext cx="90" cy="127"/>
              <a:chOff x="2173" y="2431"/>
              <a:chExt cx="90" cy="127"/>
            </a:xfrm>
          </p:grpSpPr>
          <p:cxnSp>
            <p:nvCxnSpPr>
              <p:cNvPr id="38925" name=""/>
              <p:cNvCxnSpPr/>
              <p:nvPr/>
            </p:nvCxnSpPr>
            <p:spPr>
              <a:xfrm flipH="1">
                <a:off x="2173" y="2431"/>
                <a:ext cx="0" cy="127"/>
              </a:xfrm>
              <a:prstGeom prst="line">
                <a:avLst/>
              </a:prstGeom>
              <a:noFill/>
              <a:ln w="12700">
                <a:solidFill>
                  <a:schemeClr val="tx1"/>
                </a:solidFill>
                <a:miter lim="800000"/>
              </a:ln>
              <a:effectLst/>
            </p:spPr>
          </p:cxnSp>
          <p:cxnSp>
            <p:nvCxnSpPr>
              <p:cNvPr id="38926" name=""/>
              <p:cNvCxnSpPr/>
              <p:nvPr/>
            </p:nvCxnSpPr>
            <p:spPr>
              <a:xfrm flipH="1">
                <a:off x="2217" y="2431"/>
                <a:ext cx="0" cy="127"/>
              </a:xfrm>
              <a:prstGeom prst="line">
                <a:avLst/>
              </a:prstGeom>
              <a:noFill/>
              <a:ln w="12700">
                <a:solidFill>
                  <a:schemeClr val="tx1"/>
                </a:solidFill>
                <a:miter lim="800000"/>
              </a:ln>
              <a:effectLst/>
            </p:spPr>
          </p:cxnSp>
          <p:cxnSp>
            <p:nvCxnSpPr>
              <p:cNvPr id="38927" name=""/>
              <p:cNvCxnSpPr/>
              <p:nvPr/>
            </p:nvCxnSpPr>
            <p:spPr>
              <a:xfrm flipH="1">
                <a:off x="2263" y="2431"/>
                <a:ext cx="0" cy="127"/>
              </a:xfrm>
              <a:prstGeom prst="line">
                <a:avLst/>
              </a:prstGeom>
              <a:noFill/>
              <a:ln w="12700">
                <a:solidFill>
                  <a:schemeClr val="tx1"/>
                </a:solidFill>
                <a:miter lim="800000"/>
              </a:ln>
              <a:effectLst/>
            </p:spPr>
          </p:cxnSp>
        </p:grpSp>
        <p:grpSp>
          <p:nvGrpSpPr>
            <p:cNvPr id="38928" name=""/>
            <p:cNvGrpSpPr/>
            <p:nvPr/>
          </p:nvGrpSpPr>
          <p:grpSpPr>
            <a:xfrm>
              <a:off x="3966" y="2431"/>
              <a:ext cx="89" cy="127"/>
              <a:chOff x="3966" y="2431"/>
              <a:chExt cx="89" cy="127"/>
            </a:xfrm>
          </p:grpSpPr>
          <p:cxnSp>
            <p:nvCxnSpPr>
              <p:cNvPr id="38929" name=""/>
              <p:cNvCxnSpPr/>
              <p:nvPr/>
            </p:nvCxnSpPr>
            <p:spPr>
              <a:xfrm flipH="1">
                <a:off x="3966" y="2431"/>
                <a:ext cx="0" cy="127"/>
              </a:xfrm>
              <a:prstGeom prst="line">
                <a:avLst/>
              </a:prstGeom>
              <a:noFill/>
              <a:ln w="12700">
                <a:solidFill>
                  <a:schemeClr val="tx1"/>
                </a:solidFill>
                <a:miter lim="800000"/>
              </a:ln>
              <a:effectLst/>
            </p:spPr>
          </p:cxnSp>
          <p:cxnSp>
            <p:nvCxnSpPr>
              <p:cNvPr id="38930" name=""/>
              <p:cNvCxnSpPr/>
              <p:nvPr/>
            </p:nvCxnSpPr>
            <p:spPr>
              <a:xfrm flipH="1">
                <a:off x="4010" y="2431"/>
                <a:ext cx="0" cy="127"/>
              </a:xfrm>
              <a:prstGeom prst="line">
                <a:avLst/>
              </a:prstGeom>
              <a:noFill/>
              <a:ln w="12700">
                <a:solidFill>
                  <a:schemeClr val="tx1"/>
                </a:solidFill>
                <a:miter lim="800000"/>
              </a:ln>
              <a:effectLst/>
            </p:spPr>
          </p:cxnSp>
          <p:cxnSp>
            <p:nvCxnSpPr>
              <p:cNvPr id="38931" name=""/>
              <p:cNvCxnSpPr/>
              <p:nvPr/>
            </p:nvCxnSpPr>
            <p:spPr>
              <a:xfrm flipH="1">
                <a:off x="4055" y="2431"/>
                <a:ext cx="0" cy="127"/>
              </a:xfrm>
              <a:prstGeom prst="line">
                <a:avLst/>
              </a:prstGeom>
              <a:noFill/>
              <a:ln w="12700">
                <a:solidFill>
                  <a:schemeClr val="tx1"/>
                </a:solidFill>
                <a:miter lim="800000"/>
              </a:ln>
              <a:effectLst/>
            </p:spPr>
          </p:cxnSp>
          <p:cxnSp>
            <p:nvCxnSpPr>
              <p:cNvPr id="38932" name=""/>
              <p:cNvCxnSpPr/>
              <p:nvPr/>
            </p:nvCxnSpPr>
            <p:spPr>
              <a:xfrm flipH="1">
                <a:off x="4055" y="2431"/>
                <a:ext cx="0" cy="127"/>
              </a:xfrm>
              <a:prstGeom prst="line">
                <a:avLst/>
              </a:prstGeom>
              <a:noFill/>
              <a:ln w="12700">
                <a:solidFill>
                  <a:schemeClr val="tx1"/>
                </a:solidFill>
                <a:miter lim="800000"/>
              </a:ln>
              <a:effectLst/>
            </p:spPr>
          </p:cxnSp>
        </p:grpSp>
        <p:cxnSp>
          <p:nvCxnSpPr>
            <p:cNvPr id="38933" name=""/>
            <p:cNvCxnSpPr/>
            <p:nvPr/>
          </p:nvCxnSpPr>
          <p:spPr>
            <a:xfrm flipH="1">
              <a:off x="2532" y="2431"/>
              <a:ext cx="0" cy="127"/>
            </a:xfrm>
            <a:prstGeom prst="line">
              <a:avLst/>
            </a:prstGeom>
            <a:noFill/>
            <a:ln w="12700">
              <a:solidFill>
                <a:schemeClr val="tx1"/>
              </a:solidFill>
              <a:miter lim="800000"/>
            </a:ln>
            <a:effectLst/>
          </p:spPr>
        </p:cxnSp>
        <p:cxnSp>
          <p:nvCxnSpPr>
            <p:cNvPr id="38934" name=""/>
            <p:cNvCxnSpPr/>
            <p:nvPr/>
          </p:nvCxnSpPr>
          <p:spPr>
            <a:xfrm flipH="1">
              <a:off x="2532" y="2431"/>
              <a:ext cx="0" cy="127"/>
            </a:xfrm>
            <a:prstGeom prst="line">
              <a:avLst/>
            </a:prstGeom>
            <a:noFill/>
            <a:ln w="12700">
              <a:solidFill>
                <a:schemeClr val="tx1"/>
              </a:solidFill>
              <a:miter lim="800000"/>
            </a:ln>
            <a:effectLst/>
          </p:spPr>
        </p:cxnSp>
        <p:cxnSp>
          <p:nvCxnSpPr>
            <p:cNvPr id="38935" name=""/>
            <p:cNvCxnSpPr/>
            <p:nvPr/>
          </p:nvCxnSpPr>
          <p:spPr>
            <a:xfrm flipH="1">
              <a:off x="2575" y="2431"/>
              <a:ext cx="0" cy="127"/>
            </a:xfrm>
            <a:prstGeom prst="line">
              <a:avLst/>
            </a:prstGeom>
            <a:noFill/>
            <a:ln w="12700">
              <a:solidFill>
                <a:schemeClr val="tx1"/>
              </a:solidFill>
              <a:miter lim="800000"/>
            </a:ln>
            <a:effectLst/>
          </p:spPr>
        </p:cxnSp>
        <p:cxnSp>
          <p:nvCxnSpPr>
            <p:cNvPr id="38936" name=""/>
            <p:cNvCxnSpPr/>
            <p:nvPr/>
          </p:nvCxnSpPr>
          <p:spPr>
            <a:xfrm flipH="1">
              <a:off x="2621" y="2431"/>
              <a:ext cx="0" cy="127"/>
            </a:xfrm>
            <a:prstGeom prst="line">
              <a:avLst/>
            </a:prstGeom>
            <a:noFill/>
            <a:ln w="12700">
              <a:solidFill>
                <a:schemeClr val="tx1"/>
              </a:solidFill>
              <a:miter lim="800000"/>
            </a:ln>
            <a:effectLst/>
          </p:spPr>
        </p:cxnSp>
        <p:cxnSp>
          <p:nvCxnSpPr>
            <p:cNvPr id="38937" name=""/>
            <p:cNvCxnSpPr/>
            <p:nvPr/>
          </p:nvCxnSpPr>
          <p:spPr>
            <a:xfrm flipH="1">
              <a:off x="2890" y="2431"/>
              <a:ext cx="0" cy="127"/>
            </a:xfrm>
            <a:prstGeom prst="line">
              <a:avLst/>
            </a:prstGeom>
            <a:noFill/>
            <a:ln w="12700">
              <a:solidFill>
                <a:schemeClr val="tx1"/>
              </a:solidFill>
              <a:miter lim="800000"/>
            </a:ln>
            <a:effectLst/>
          </p:spPr>
        </p:cxnSp>
        <p:cxnSp>
          <p:nvCxnSpPr>
            <p:cNvPr id="38938" name=""/>
            <p:cNvCxnSpPr/>
            <p:nvPr/>
          </p:nvCxnSpPr>
          <p:spPr>
            <a:xfrm flipH="1">
              <a:off x="2890" y="2431"/>
              <a:ext cx="0" cy="127"/>
            </a:xfrm>
            <a:prstGeom prst="line">
              <a:avLst/>
            </a:prstGeom>
            <a:noFill/>
            <a:ln w="12700">
              <a:solidFill>
                <a:schemeClr val="tx1"/>
              </a:solidFill>
              <a:miter lim="800000"/>
            </a:ln>
            <a:effectLst/>
          </p:spPr>
        </p:cxnSp>
        <p:cxnSp>
          <p:nvCxnSpPr>
            <p:cNvPr id="38939" name=""/>
            <p:cNvCxnSpPr/>
            <p:nvPr/>
          </p:nvCxnSpPr>
          <p:spPr>
            <a:xfrm flipH="1">
              <a:off x="2934" y="2431"/>
              <a:ext cx="0" cy="127"/>
            </a:xfrm>
            <a:prstGeom prst="line">
              <a:avLst/>
            </a:prstGeom>
            <a:noFill/>
            <a:ln w="12700">
              <a:solidFill>
                <a:schemeClr val="tx1"/>
              </a:solidFill>
              <a:miter lim="800000"/>
            </a:ln>
            <a:effectLst/>
          </p:spPr>
        </p:cxnSp>
        <p:cxnSp>
          <p:nvCxnSpPr>
            <p:cNvPr id="38940" name=""/>
            <p:cNvCxnSpPr/>
            <p:nvPr/>
          </p:nvCxnSpPr>
          <p:spPr>
            <a:xfrm flipH="1">
              <a:off x="2980" y="2431"/>
              <a:ext cx="0" cy="127"/>
            </a:xfrm>
            <a:prstGeom prst="line">
              <a:avLst/>
            </a:prstGeom>
            <a:noFill/>
            <a:ln w="12700">
              <a:solidFill>
                <a:schemeClr val="tx1"/>
              </a:solidFill>
              <a:miter lim="800000"/>
            </a:ln>
            <a:effectLst/>
          </p:spPr>
        </p:cxnSp>
        <p:cxnSp>
          <p:nvCxnSpPr>
            <p:cNvPr id="38941" name=""/>
            <p:cNvCxnSpPr/>
            <p:nvPr/>
          </p:nvCxnSpPr>
          <p:spPr>
            <a:xfrm flipH="1">
              <a:off x="3249" y="2431"/>
              <a:ext cx="0" cy="127"/>
            </a:xfrm>
            <a:prstGeom prst="line">
              <a:avLst/>
            </a:prstGeom>
            <a:noFill/>
            <a:ln w="12700">
              <a:solidFill>
                <a:schemeClr val="tx1"/>
              </a:solidFill>
              <a:miter lim="800000"/>
            </a:ln>
            <a:effectLst/>
          </p:spPr>
        </p:cxnSp>
        <p:cxnSp>
          <p:nvCxnSpPr>
            <p:cNvPr id="38942" name=""/>
            <p:cNvCxnSpPr/>
            <p:nvPr/>
          </p:nvCxnSpPr>
          <p:spPr>
            <a:xfrm flipH="1">
              <a:off x="3249" y="2431"/>
              <a:ext cx="0" cy="127"/>
            </a:xfrm>
            <a:prstGeom prst="line">
              <a:avLst/>
            </a:prstGeom>
            <a:noFill/>
            <a:ln w="12700">
              <a:solidFill>
                <a:schemeClr val="tx1"/>
              </a:solidFill>
              <a:miter lim="800000"/>
            </a:ln>
            <a:effectLst/>
          </p:spPr>
        </p:cxnSp>
        <p:cxnSp>
          <p:nvCxnSpPr>
            <p:cNvPr id="38943" name=""/>
            <p:cNvCxnSpPr/>
            <p:nvPr/>
          </p:nvCxnSpPr>
          <p:spPr>
            <a:xfrm flipH="1">
              <a:off x="3292" y="2431"/>
              <a:ext cx="0" cy="127"/>
            </a:xfrm>
            <a:prstGeom prst="line">
              <a:avLst/>
            </a:prstGeom>
            <a:noFill/>
            <a:ln w="12700">
              <a:solidFill>
                <a:schemeClr val="tx1"/>
              </a:solidFill>
              <a:miter lim="800000"/>
            </a:ln>
            <a:effectLst/>
          </p:spPr>
        </p:cxnSp>
        <p:cxnSp>
          <p:nvCxnSpPr>
            <p:cNvPr id="38944" name=""/>
            <p:cNvCxnSpPr/>
            <p:nvPr/>
          </p:nvCxnSpPr>
          <p:spPr>
            <a:xfrm flipH="1">
              <a:off x="3338" y="2431"/>
              <a:ext cx="0" cy="127"/>
            </a:xfrm>
            <a:prstGeom prst="line">
              <a:avLst/>
            </a:prstGeom>
            <a:noFill/>
            <a:ln w="12700">
              <a:solidFill>
                <a:schemeClr val="tx1"/>
              </a:solidFill>
              <a:miter lim="800000"/>
            </a:ln>
            <a:effectLst/>
          </p:spPr>
        </p:cxnSp>
        <p:grpSp>
          <p:nvGrpSpPr>
            <p:cNvPr id="38945" name=""/>
            <p:cNvGrpSpPr/>
            <p:nvPr/>
          </p:nvGrpSpPr>
          <p:grpSpPr>
            <a:xfrm>
              <a:off x="3607" y="2431"/>
              <a:ext cx="90" cy="127"/>
              <a:chOff x="3607" y="2431"/>
              <a:chExt cx="90" cy="127"/>
            </a:xfrm>
          </p:grpSpPr>
          <p:cxnSp>
            <p:nvCxnSpPr>
              <p:cNvPr id="38946" name=""/>
              <p:cNvCxnSpPr/>
              <p:nvPr/>
            </p:nvCxnSpPr>
            <p:spPr>
              <a:xfrm flipH="1">
                <a:off x="3607" y="2431"/>
                <a:ext cx="0" cy="127"/>
              </a:xfrm>
              <a:prstGeom prst="line">
                <a:avLst/>
              </a:prstGeom>
              <a:noFill/>
              <a:ln w="12700">
                <a:solidFill>
                  <a:schemeClr val="tx1"/>
                </a:solidFill>
                <a:miter lim="800000"/>
              </a:ln>
              <a:effectLst/>
            </p:spPr>
          </p:cxnSp>
          <p:cxnSp>
            <p:nvCxnSpPr>
              <p:cNvPr id="38947" name=""/>
              <p:cNvCxnSpPr/>
              <p:nvPr/>
            </p:nvCxnSpPr>
            <p:spPr>
              <a:xfrm flipH="1">
                <a:off x="3651" y="2431"/>
                <a:ext cx="0" cy="127"/>
              </a:xfrm>
              <a:prstGeom prst="line">
                <a:avLst/>
              </a:prstGeom>
              <a:noFill/>
              <a:ln w="12700">
                <a:solidFill>
                  <a:schemeClr val="tx1"/>
                </a:solidFill>
                <a:miter lim="800000"/>
              </a:ln>
              <a:effectLst/>
            </p:spPr>
          </p:cxnSp>
          <p:cxnSp>
            <p:nvCxnSpPr>
              <p:cNvPr id="38948" name=""/>
              <p:cNvCxnSpPr/>
              <p:nvPr/>
            </p:nvCxnSpPr>
            <p:spPr>
              <a:xfrm flipH="1">
                <a:off x="3697" y="2431"/>
                <a:ext cx="0" cy="127"/>
              </a:xfrm>
              <a:prstGeom prst="line">
                <a:avLst/>
              </a:prstGeom>
              <a:noFill/>
              <a:ln w="12700">
                <a:solidFill>
                  <a:schemeClr val="tx1"/>
                </a:solidFill>
                <a:miter lim="800000"/>
              </a:ln>
              <a:effectLst/>
            </p:spPr>
          </p:cxnSp>
          <p:cxnSp>
            <p:nvCxnSpPr>
              <p:cNvPr id="38949" name=""/>
              <p:cNvCxnSpPr/>
              <p:nvPr/>
            </p:nvCxnSpPr>
            <p:spPr>
              <a:xfrm flipH="1">
                <a:off x="3697" y="2431"/>
                <a:ext cx="0" cy="127"/>
              </a:xfrm>
              <a:prstGeom prst="line">
                <a:avLst/>
              </a:prstGeom>
              <a:noFill/>
              <a:ln w="12700">
                <a:solidFill>
                  <a:schemeClr val="tx1"/>
                </a:solidFill>
                <a:miter lim="800000"/>
              </a:ln>
              <a:effectLst/>
            </p:spPr>
          </p:cxnSp>
        </p:grpSp>
        <p:sp>
          <p:nvSpPr>
            <p:cNvPr id="38950" name=""/>
            <p:cNvSpPr/>
            <p:nvPr/>
          </p:nvSpPr>
          <p:spPr>
            <a:xfrm>
              <a:off x="2131" y="2649"/>
              <a:ext cx="82" cy="34"/>
            </a:xfrm>
            <a:prstGeom prst="rect">
              <a:avLst/>
            </a:prstGeom>
            <a:solidFill>
              <a:schemeClr val="folHlink"/>
            </a:solidFill>
            <a:ln w="12700">
              <a:solidFill>
                <a:schemeClr val="tx1"/>
              </a:solidFill>
              <a:miter lim="800000"/>
            </a:ln>
            <a:effectLst/>
          </p:spPr>
        </p:sp>
        <p:sp>
          <p:nvSpPr>
            <p:cNvPr id="38951" name=""/>
            <p:cNvSpPr/>
            <p:nvPr/>
          </p:nvSpPr>
          <p:spPr>
            <a:xfrm>
              <a:off x="2490" y="2649"/>
              <a:ext cx="81" cy="34"/>
            </a:xfrm>
            <a:prstGeom prst="rect">
              <a:avLst/>
            </a:prstGeom>
            <a:solidFill>
              <a:schemeClr val="folHlink"/>
            </a:solidFill>
            <a:ln w="12700">
              <a:solidFill>
                <a:schemeClr val="tx1"/>
              </a:solidFill>
              <a:miter lim="800000"/>
            </a:ln>
            <a:effectLst/>
          </p:spPr>
        </p:sp>
        <p:sp>
          <p:nvSpPr>
            <p:cNvPr id="38952" name=""/>
            <p:cNvSpPr/>
            <p:nvPr/>
          </p:nvSpPr>
          <p:spPr>
            <a:xfrm>
              <a:off x="2848" y="2649"/>
              <a:ext cx="82" cy="34"/>
            </a:xfrm>
            <a:prstGeom prst="rect">
              <a:avLst/>
            </a:prstGeom>
            <a:solidFill>
              <a:schemeClr val="folHlink"/>
            </a:solidFill>
            <a:ln w="12700">
              <a:solidFill>
                <a:schemeClr val="tx1"/>
              </a:solidFill>
              <a:miter lim="800000"/>
            </a:ln>
            <a:effectLst/>
          </p:spPr>
        </p:sp>
        <p:sp>
          <p:nvSpPr>
            <p:cNvPr id="38953" name=""/>
            <p:cNvSpPr/>
            <p:nvPr/>
          </p:nvSpPr>
          <p:spPr>
            <a:xfrm>
              <a:off x="3207" y="2649"/>
              <a:ext cx="81" cy="34"/>
            </a:xfrm>
            <a:prstGeom prst="rect">
              <a:avLst/>
            </a:prstGeom>
            <a:solidFill>
              <a:schemeClr val="folHlink"/>
            </a:solidFill>
            <a:ln w="12700">
              <a:solidFill>
                <a:schemeClr val="tx1"/>
              </a:solidFill>
              <a:miter lim="800000"/>
            </a:ln>
            <a:effectLst/>
          </p:spPr>
        </p:sp>
        <p:sp>
          <p:nvSpPr>
            <p:cNvPr id="38954" name=""/>
            <p:cNvSpPr/>
            <p:nvPr/>
          </p:nvSpPr>
          <p:spPr>
            <a:xfrm>
              <a:off x="3565" y="2649"/>
              <a:ext cx="82" cy="34"/>
            </a:xfrm>
            <a:prstGeom prst="rect">
              <a:avLst/>
            </a:prstGeom>
            <a:solidFill>
              <a:schemeClr val="folHlink"/>
            </a:solidFill>
            <a:ln w="12700">
              <a:solidFill>
                <a:schemeClr val="tx1"/>
              </a:solidFill>
              <a:miter lim="800000"/>
            </a:ln>
            <a:effectLst/>
          </p:spPr>
        </p:sp>
        <p:sp>
          <p:nvSpPr>
            <p:cNvPr id="38955" name=""/>
            <p:cNvSpPr/>
            <p:nvPr/>
          </p:nvSpPr>
          <p:spPr>
            <a:xfrm>
              <a:off x="3925" y="2649"/>
              <a:ext cx="81" cy="34"/>
            </a:xfrm>
            <a:prstGeom prst="rect">
              <a:avLst/>
            </a:prstGeom>
            <a:solidFill>
              <a:schemeClr val="folHlink"/>
            </a:solidFill>
            <a:ln w="12700">
              <a:solidFill>
                <a:schemeClr val="tx1"/>
              </a:solidFill>
              <a:miter lim="800000"/>
            </a:ln>
            <a:effectLst/>
          </p:spPr>
        </p:sp>
      </p:grpSp>
      <p:grpSp>
        <p:nvGrpSpPr>
          <p:cNvPr id="38956" name=""/>
          <p:cNvGrpSpPr/>
          <p:nvPr/>
        </p:nvGrpSpPr>
        <p:grpSpPr>
          <a:xfrm>
            <a:off x="1400175" y="4540250"/>
            <a:ext cx="4383088" cy="844550"/>
            <a:chOff x="873" y="3154"/>
            <a:chExt cx="2734" cy="587"/>
          </a:xfrm>
        </p:grpSpPr>
        <p:grpSp>
          <p:nvGrpSpPr>
            <p:cNvPr id="38957" name=""/>
            <p:cNvGrpSpPr/>
            <p:nvPr/>
          </p:nvGrpSpPr>
          <p:grpSpPr>
            <a:xfrm>
              <a:off x="873" y="3197"/>
              <a:ext cx="942" cy="544"/>
              <a:chOff x="873" y="3197"/>
              <a:chExt cx="942" cy="544"/>
            </a:xfrm>
          </p:grpSpPr>
          <p:pic>
            <p:nvPicPr>
              <p:cNvPr id="38958" name=""/>
              <p:cNvPicPr/>
              <p:nvPr/>
            </p:nvPicPr>
            <p:blipFill>
              <a:blip r:embed="rId3"/>
              <a:stretch>
                <a:fillRect/>
              </a:stretch>
            </p:blipFill>
            <p:spPr>
              <a:xfrm>
                <a:off x="873" y="3197"/>
                <a:ext cx="537" cy="373"/>
              </a:xfrm>
              <a:prstGeom prst="rect">
                <a:avLst/>
              </a:prstGeom>
              <a:noFill/>
              <a:ln>
                <a:noFill/>
                <a:miter lim="800000"/>
              </a:ln>
              <a:effectLst/>
            </p:spPr>
          </p:pic>
          <p:pic>
            <p:nvPicPr>
              <p:cNvPr id="38959" name=""/>
              <p:cNvPicPr/>
              <p:nvPr/>
            </p:nvPicPr>
            <p:blipFill>
              <a:blip r:embed="rId3"/>
              <a:stretch>
                <a:fillRect/>
              </a:stretch>
            </p:blipFill>
            <p:spPr>
              <a:xfrm>
                <a:off x="1052" y="3282"/>
                <a:ext cx="538" cy="373"/>
              </a:xfrm>
              <a:prstGeom prst="rect">
                <a:avLst/>
              </a:prstGeom>
              <a:noFill/>
              <a:ln>
                <a:noFill/>
                <a:miter lim="800000"/>
              </a:ln>
              <a:effectLst/>
            </p:spPr>
          </p:pic>
          <p:pic>
            <p:nvPicPr>
              <p:cNvPr id="38960" name=""/>
              <p:cNvPicPr/>
              <p:nvPr/>
            </p:nvPicPr>
            <p:blipFill>
              <a:blip r:embed="rId3"/>
              <a:stretch>
                <a:fillRect/>
              </a:stretch>
            </p:blipFill>
            <p:spPr>
              <a:xfrm>
                <a:off x="1277" y="3368"/>
                <a:ext cx="538" cy="373"/>
              </a:xfrm>
              <a:prstGeom prst="rect">
                <a:avLst/>
              </a:prstGeom>
              <a:noFill/>
              <a:ln>
                <a:noFill/>
                <a:miter lim="800000"/>
              </a:ln>
              <a:effectLst/>
            </p:spPr>
          </p:pic>
        </p:grpSp>
        <p:grpSp>
          <p:nvGrpSpPr>
            <p:cNvPr id="38961" name=""/>
            <p:cNvGrpSpPr/>
            <p:nvPr/>
          </p:nvGrpSpPr>
          <p:grpSpPr>
            <a:xfrm>
              <a:off x="2755" y="3154"/>
              <a:ext cx="852" cy="587"/>
              <a:chOff x="2755" y="3154"/>
              <a:chExt cx="852" cy="587"/>
            </a:xfrm>
          </p:grpSpPr>
          <p:pic>
            <p:nvPicPr>
              <p:cNvPr id="38962" name=""/>
              <p:cNvPicPr/>
              <p:nvPr/>
            </p:nvPicPr>
            <p:blipFill>
              <a:blip r:embed="rId3"/>
              <a:stretch>
                <a:fillRect/>
              </a:stretch>
            </p:blipFill>
            <p:spPr>
              <a:xfrm>
                <a:off x="3069" y="3154"/>
                <a:ext cx="538" cy="373"/>
              </a:xfrm>
              <a:prstGeom prst="rect">
                <a:avLst/>
              </a:prstGeom>
              <a:noFill/>
              <a:ln>
                <a:noFill/>
                <a:miter lim="800000"/>
              </a:ln>
              <a:effectLst/>
            </p:spPr>
          </p:pic>
          <p:pic>
            <p:nvPicPr>
              <p:cNvPr id="38963" name=""/>
              <p:cNvPicPr/>
              <p:nvPr/>
            </p:nvPicPr>
            <p:blipFill>
              <a:blip r:embed="rId3"/>
              <a:stretch>
                <a:fillRect/>
              </a:stretch>
            </p:blipFill>
            <p:spPr>
              <a:xfrm>
                <a:off x="2934" y="3282"/>
                <a:ext cx="538" cy="373"/>
              </a:xfrm>
              <a:prstGeom prst="rect">
                <a:avLst/>
              </a:prstGeom>
              <a:noFill/>
              <a:ln>
                <a:noFill/>
                <a:miter lim="800000"/>
              </a:ln>
              <a:effectLst/>
            </p:spPr>
          </p:pic>
          <p:pic>
            <p:nvPicPr>
              <p:cNvPr id="38964" name=""/>
              <p:cNvPicPr/>
              <p:nvPr/>
            </p:nvPicPr>
            <p:blipFill>
              <a:blip r:embed="rId3"/>
              <a:stretch>
                <a:fillRect/>
              </a:stretch>
            </p:blipFill>
            <p:spPr>
              <a:xfrm>
                <a:off x="2755" y="3368"/>
                <a:ext cx="537" cy="373"/>
              </a:xfrm>
              <a:prstGeom prst="rect">
                <a:avLst/>
              </a:prstGeom>
              <a:noFill/>
              <a:ln>
                <a:noFill/>
                <a:miter lim="800000"/>
              </a:ln>
              <a:effectLst/>
            </p:spPr>
          </p:pic>
        </p:grpSp>
        <p:grpSp>
          <p:nvGrpSpPr>
            <p:cNvPr id="38965" name=""/>
            <p:cNvGrpSpPr/>
            <p:nvPr/>
          </p:nvGrpSpPr>
          <p:grpSpPr>
            <a:xfrm>
              <a:off x="2127" y="3197"/>
              <a:ext cx="225" cy="383"/>
              <a:chOff x="2127" y="3197"/>
              <a:chExt cx="225" cy="383"/>
            </a:xfrm>
          </p:grpSpPr>
          <p:sp>
            <p:nvSpPr>
              <p:cNvPr id="38966" name=""/>
              <p:cNvSpPr/>
              <p:nvPr/>
            </p:nvSpPr>
            <p:spPr>
              <a:xfrm>
                <a:off x="2131" y="3250"/>
                <a:ext cx="164" cy="326"/>
              </a:xfrm>
              <a:prstGeom prst="rect">
                <a:avLst/>
              </a:prstGeom>
              <a:solidFill>
                <a:schemeClr val="bg1"/>
              </a:solidFill>
              <a:ln w="12700">
                <a:solidFill>
                  <a:schemeClr val="tx1"/>
                </a:solidFill>
                <a:miter lim="800000"/>
              </a:ln>
              <a:effectLst/>
            </p:spPr>
          </p:sp>
          <p:cxnSp>
            <p:nvCxnSpPr>
              <p:cNvPr id="38967" name=""/>
              <p:cNvCxnSpPr/>
              <p:nvPr/>
            </p:nvCxnSpPr>
            <p:spPr>
              <a:xfrm flipV="1">
                <a:off x="2127" y="3197"/>
                <a:ext cx="105" cy="49"/>
              </a:xfrm>
              <a:prstGeom prst="line">
                <a:avLst/>
              </a:prstGeom>
              <a:noFill/>
              <a:ln w="12700">
                <a:solidFill>
                  <a:schemeClr val="tx1"/>
                </a:solidFill>
                <a:miter lim="800000"/>
              </a:ln>
              <a:effectLst/>
            </p:spPr>
          </p:cxnSp>
          <p:cxnSp>
            <p:nvCxnSpPr>
              <p:cNvPr id="38968" name=""/>
              <p:cNvCxnSpPr/>
              <p:nvPr/>
            </p:nvCxnSpPr>
            <p:spPr>
              <a:xfrm>
                <a:off x="2232" y="3197"/>
                <a:ext cx="120" cy="0"/>
              </a:xfrm>
              <a:prstGeom prst="line">
                <a:avLst/>
              </a:prstGeom>
              <a:noFill/>
              <a:ln w="12700">
                <a:solidFill>
                  <a:schemeClr val="tx1"/>
                </a:solidFill>
                <a:miter lim="800000"/>
              </a:ln>
              <a:effectLst/>
            </p:spPr>
          </p:cxnSp>
          <p:cxnSp>
            <p:nvCxnSpPr>
              <p:cNvPr id="38969" name=""/>
              <p:cNvCxnSpPr/>
              <p:nvPr/>
            </p:nvCxnSpPr>
            <p:spPr>
              <a:xfrm flipH="1">
                <a:off x="2352" y="3197"/>
                <a:ext cx="0" cy="288"/>
              </a:xfrm>
              <a:prstGeom prst="line">
                <a:avLst/>
              </a:prstGeom>
              <a:noFill/>
              <a:ln w="12700">
                <a:solidFill>
                  <a:schemeClr val="tx1"/>
                </a:solidFill>
                <a:miter lim="800000"/>
              </a:ln>
              <a:effectLst/>
            </p:spPr>
          </p:cxnSp>
          <p:cxnSp>
            <p:nvCxnSpPr>
              <p:cNvPr id="38970" name=""/>
              <p:cNvCxnSpPr/>
              <p:nvPr/>
            </p:nvCxnSpPr>
            <p:spPr>
              <a:xfrm flipV="1">
                <a:off x="2299" y="3485"/>
                <a:ext cx="53" cy="95"/>
              </a:xfrm>
              <a:prstGeom prst="line">
                <a:avLst/>
              </a:prstGeom>
              <a:noFill/>
              <a:ln w="12700">
                <a:solidFill>
                  <a:schemeClr val="tx1"/>
                </a:solidFill>
                <a:miter lim="800000"/>
              </a:ln>
              <a:effectLst/>
            </p:spPr>
          </p:cxnSp>
          <p:cxnSp>
            <p:nvCxnSpPr>
              <p:cNvPr id="38971" name=""/>
              <p:cNvCxnSpPr/>
              <p:nvPr/>
            </p:nvCxnSpPr>
            <p:spPr>
              <a:xfrm flipH="1">
                <a:off x="2299" y="3197"/>
                <a:ext cx="53" cy="49"/>
              </a:xfrm>
              <a:prstGeom prst="line">
                <a:avLst/>
              </a:prstGeom>
              <a:noFill/>
              <a:ln w="12700">
                <a:solidFill>
                  <a:schemeClr val="tx1"/>
                </a:solidFill>
                <a:miter lim="800000"/>
              </a:ln>
              <a:effectLst/>
            </p:spPr>
          </p:cxnSp>
          <p:grpSp>
            <p:nvGrpSpPr>
              <p:cNvPr id="38972" name=""/>
              <p:cNvGrpSpPr/>
              <p:nvPr/>
            </p:nvGrpSpPr>
            <p:grpSpPr>
              <a:xfrm>
                <a:off x="2213" y="3294"/>
                <a:ext cx="54" cy="118"/>
                <a:chOff x="2213" y="3294"/>
                <a:chExt cx="54" cy="118"/>
              </a:xfrm>
            </p:grpSpPr>
            <p:cxnSp>
              <p:nvCxnSpPr>
                <p:cNvPr id="38973" name=""/>
                <p:cNvCxnSpPr/>
                <p:nvPr/>
              </p:nvCxnSpPr>
              <p:spPr>
                <a:xfrm flipH="1">
                  <a:off x="2213" y="3294"/>
                  <a:ext cx="0" cy="118"/>
                </a:xfrm>
                <a:prstGeom prst="line">
                  <a:avLst/>
                </a:prstGeom>
                <a:noFill/>
                <a:ln w="12700">
                  <a:solidFill>
                    <a:schemeClr val="tx1"/>
                  </a:solidFill>
                  <a:miter lim="800000"/>
                </a:ln>
                <a:effectLst/>
              </p:spPr>
            </p:cxnSp>
            <p:cxnSp>
              <p:nvCxnSpPr>
                <p:cNvPr id="38974" name=""/>
                <p:cNvCxnSpPr/>
                <p:nvPr/>
              </p:nvCxnSpPr>
              <p:spPr>
                <a:xfrm flipH="1">
                  <a:off x="2232" y="3294"/>
                  <a:ext cx="0" cy="118"/>
                </a:xfrm>
                <a:prstGeom prst="line">
                  <a:avLst/>
                </a:prstGeom>
                <a:noFill/>
                <a:ln w="12700">
                  <a:solidFill>
                    <a:schemeClr val="tx1"/>
                  </a:solidFill>
                  <a:miter lim="800000"/>
                </a:ln>
                <a:effectLst/>
              </p:spPr>
            </p:cxnSp>
            <p:cxnSp>
              <p:nvCxnSpPr>
                <p:cNvPr id="38975" name=""/>
                <p:cNvCxnSpPr/>
                <p:nvPr/>
              </p:nvCxnSpPr>
              <p:spPr>
                <a:xfrm flipH="1">
                  <a:off x="2248" y="3294"/>
                  <a:ext cx="0" cy="118"/>
                </a:xfrm>
                <a:prstGeom prst="line">
                  <a:avLst/>
                </a:prstGeom>
                <a:noFill/>
                <a:ln w="12700">
                  <a:solidFill>
                    <a:schemeClr val="tx1"/>
                  </a:solidFill>
                  <a:miter lim="800000"/>
                </a:ln>
                <a:effectLst/>
              </p:spPr>
            </p:cxnSp>
            <p:cxnSp>
              <p:nvCxnSpPr>
                <p:cNvPr id="38976" name=""/>
                <p:cNvCxnSpPr/>
                <p:nvPr/>
              </p:nvCxnSpPr>
              <p:spPr>
                <a:xfrm flipH="1">
                  <a:off x="2267" y="3294"/>
                  <a:ext cx="0" cy="118"/>
                </a:xfrm>
                <a:prstGeom prst="line">
                  <a:avLst/>
                </a:prstGeom>
                <a:noFill/>
                <a:ln w="12700">
                  <a:solidFill>
                    <a:schemeClr val="tx1"/>
                  </a:solidFill>
                  <a:miter lim="800000"/>
                </a:ln>
                <a:effectLst/>
              </p:spPr>
            </p:cxnSp>
          </p:grpSp>
          <p:sp>
            <p:nvSpPr>
              <p:cNvPr id="38977" name=""/>
              <p:cNvSpPr/>
              <p:nvPr/>
            </p:nvSpPr>
            <p:spPr>
              <a:xfrm>
                <a:off x="2166" y="3489"/>
                <a:ext cx="62" cy="15"/>
              </a:xfrm>
              <a:prstGeom prst="rect">
                <a:avLst/>
              </a:prstGeom>
              <a:solidFill>
                <a:schemeClr val="bg1"/>
              </a:solidFill>
              <a:ln w="12700">
                <a:solidFill>
                  <a:schemeClr val="tx1"/>
                </a:solidFill>
                <a:miter lim="800000"/>
              </a:ln>
              <a:effectLst/>
            </p:spPr>
          </p:sp>
        </p:grpSp>
      </p:grpSp>
      <p:grpSp>
        <p:nvGrpSpPr>
          <p:cNvPr id="38978" name=""/>
          <p:cNvGrpSpPr/>
          <p:nvPr/>
        </p:nvGrpSpPr>
        <p:grpSpPr>
          <a:xfrm>
            <a:off x="5934075" y="1835150"/>
            <a:ext cx="993775" cy="738188"/>
            <a:chOff x="3701" y="1275"/>
            <a:chExt cx="619" cy="513"/>
          </a:xfrm>
        </p:grpSpPr>
        <p:sp>
          <p:nvSpPr>
            <p:cNvPr id="38979" name=""/>
            <p:cNvSpPr/>
            <p:nvPr/>
          </p:nvSpPr>
          <p:spPr>
            <a:xfrm>
              <a:off x="3701" y="1275"/>
              <a:ext cx="619" cy="513"/>
            </a:xfrm>
            <a:prstGeom prst="cube">
              <a:avLst>
                <a:gd name="adj" fmla="val 24995"/>
              </a:avLst>
            </a:prstGeom>
            <a:solidFill>
              <a:schemeClr val="accent1"/>
            </a:solidFill>
            <a:ln w="12700">
              <a:solidFill>
                <a:schemeClr val="tx1"/>
              </a:solidFill>
              <a:miter lim="800000"/>
            </a:ln>
            <a:effectLst/>
          </p:spPr>
        </p:sp>
        <p:grpSp>
          <p:nvGrpSpPr>
            <p:cNvPr id="38980" name=""/>
            <p:cNvGrpSpPr/>
            <p:nvPr/>
          </p:nvGrpSpPr>
          <p:grpSpPr>
            <a:xfrm>
              <a:off x="3853" y="1420"/>
              <a:ext cx="235" cy="198"/>
              <a:chOff x="3853" y="1420"/>
              <a:chExt cx="235" cy="198"/>
            </a:xfrm>
          </p:grpSpPr>
          <p:cxnSp>
            <p:nvCxnSpPr>
              <p:cNvPr id="38981" name=""/>
              <p:cNvCxnSpPr/>
              <p:nvPr/>
            </p:nvCxnSpPr>
            <p:spPr>
              <a:xfrm flipH="1">
                <a:off x="3853" y="1420"/>
                <a:ext cx="0" cy="198"/>
              </a:xfrm>
              <a:prstGeom prst="line">
                <a:avLst/>
              </a:prstGeom>
              <a:noFill/>
              <a:ln w="12700">
                <a:solidFill>
                  <a:schemeClr val="tx1"/>
                </a:solidFill>
                <a:miter lim="800000"/>
              </a:ln>
              <a:effectLst/>
            </p:spPr>
          </p:cxnSp>
          <p:cxnSp>
            <p:nvCxnSpPr>
              <p:cNvPr id="38982" name=""/>
              <p:cNvCxnSpPr/>
              <p:nvPr/>
            </p:nvCxnSpPr>
            <p:spPr>
              <a:xfrm flipH="1">
                <a:off x="3931" y="1420"/>
                <a:ext cx="0" cy="198"/>
              </a:xfrm>
              <a:prstGeom prst="line">
                <a:avLst/>
              </a:prstGeom>
              <a:noFill/>
              <a:ln w="12700">
                <a:solidFill>
                  <a:schemeClr val="tx1"/>
                </a:solidFill>
                <a:miter lim="800000"/>
              </a:ln>
              <a:effectLst/>
            </p:spPr>
          </p:cxnSp>
          <p:cxnSp>
            <p:nvCxnSpPr>
              <p:cNvPr id="38983" name=""/>
              <p:cNvCxnSpPr/>
              <p:nvPr/>
            </p:nvCxnSpPr>
            <p:spPr>
              <a:xfrm flipH="1">
                <a:off x="4010" y="1420"/>
                <a:ext cx="0" cy="198"/>
              </a:xfrm>
              <a:prstGeom prst="line">
                <a:avLst/>
              </a:prstGeom>
              <a:noFill/>
              <a:ln w="12700">
                <a:solidFill>
                  <a:schemeClr val="tx1"/>
                </a:solidFill>
                <a:miter lim="800000"/>
              </a:ln>
              <a:effectLst/>
            </p:spPr>
          </p:cxnSp>
          <p:cxnSp>
            <p:nvCxnSpPr>
              <p:cNvPr id="38984" name=""/>
              <p:cNvCxnSpPr/>
              <p:nvPr/>
            </p:nvCxnSpPr>
            <p:spPr>
              <a:xfrm flipH="1">
                <a:off x="4088" y="1420"/>
                <a:ext cx="0" cy="198"/>
              </a:xfrm>
              <a:prstGeom prst="line">
                <a:avLst/>
              </a:prstGeom>
              <a:noFill/>
              <a:ln w="12700">
                <a:solidFill>
                  <a:schemeClr val="tx1"/>
                </a:solidFill>
                <a:miter lim="800000"/>
              </a:ln>
              <a:effectLst/>
            </p:spPr>
          </p:cxnSp>
        </p:grpSp>
        <p:sp>
          <p:nvSpPr>
            <p:cNvPr id="38985" name=""/>
            <p:cNvSpPr/>
            <p:nvPr/>
          </p:nvSpPr>
          <p:spPr>
            <a:xfrm>
              <a:off x="3741" y="1673"/>
              <a:ext cx="265" cy="40"/>
            </a:xfrm>
            <a:prstGeom prst="rect">
              <a:avLst/>
            </a:prstGeom>
            <a:solidFill>
              <a:schemeClr val="accent1"/>
            </a:solidFill>
            <a:ln w="12700">
              <a:solidFill>
                <a:schemeClr val="tx1"/>
              </a:solidFill>
              <a:miter lim="800000"/>
            </a:ln>
            <a:effectLst/>
          </p:spPr>
        </p:sp>
      </p:grpSp>
      <p:grpSp>
        <p:nvGrpSpPr>
          <p:cNvPr id="38986" name=""/>
          <p:cNvGrpSpPr/>
          <p:nvPr/>
        </p:nvGrpSpPr>
        <p:grpSpPr>
          <a:xfrm>
            <a:off x="1717675" y="1801813"/>
            <a:ext cx="1085850" cy="1198562"/>
            <a:chOff x="1071" y="1252"/>
            <a:chExt cx="677" cy="832"/>
          </a:xfrm>
        </p:grpSpPr>
        <p:sp>
          <p:nvSpPr>
            <p:cNvPr id="38987" name=""/>
            <p:cNvSpPr/>
            <p:nvPr/>
          </p:nvSpPr>
          <p:spPr>
            <a:xfrm>
              <a:off x="1071" y="1252"/>
              <a:ext cx="677" cy="832"/>
            </a:xfrm>
            <a:prstGeom prst="cube">
              <a:avLst>
                <a:gd name="adj" fmla="val 24995"/>
              </a:avLst>
            </a:prstGeom>
            <a:solidFill>
              <a:schemeClr val="folHlink"/>
            </a:solidFill>
            <a:ln w="12700">
              <a:solidFill>
                <a:schemeClr val="tx1"/>
              </a:solidFill>
              <a:miter lim="800000"/>
            </a:ln>
            <a:effectLst/>
          </p:spPr>
        </p:sp>
        <p:grpSp>
          <p:nvGrpSpPr>
            <p:cNvPr id="38988" name=""/>
            <p:cNvGrpSpPr/>
            <p:nvPr/>
          </p:nvGrpSpPr>
          <p:grpSpPr>
            <a:xfrm>
              <a:off x="1238" y="1489"/>
              <a:ext cx="255" cy="319"/>
              <a:chOff x="1238" y="1489"/>
              <a:chExt cx="255" cy="319"/>
            </a:xfrm>
          </p:grpSpPr>
          <p:cxnSp>
            <p:nvCxnSpPr>
              <p:cNvPr id="38989" name=""/>
              <p:cNvCxnSpPr/>
              <p:nvPr/>
            </p:nvCxnSpPr>
            <p:spPr>
              <a:xfrm flipH="1">
                <a:off x="1238" y="1489"/>
                <a:ext cx="0" cy="319"/>
              </a:xfrm>
              <a:prstGeom prst="line">
                <a:avLst/>
              </a:prstGeom>
              <a:noFill/>
              <a:ln w="12700">
                <a:solidFill>
                  <a:schemeClr val="tx1"/>
                </a:solidFill>
                <a:miter lim="800000"/>
              </a:ln>
              <a:effectLst/>
            </p:spPr>
          </p:cxnSp>
          <p:cxnSp>
            <p:nvCxnSpPr>
              <p:cNvPr id="38990" name=""/>
              <p:cNvCxnSpPr/>
              <p:nvPr/>
            </p:nvCxnSpPr>
            <p:spPr>
              <a:xfrm flipH="1">
                <a:off x="1325" y="1489"/>
                <a:ext cx="0" cy="319"/>
              </a:xfrm>
              <a:prstGeom prst="line">
                <a:avLst/>
              </a:prstGeom>
              <a:noFill/>
              <a:ln w="12700">
                <a:solidFill>
                  <a:schemeClr val="tx1"/>
                </a:solidFill>
                <a:miter lim="800000"/>
              </a:ln>
              <a:effectLst/>
            </p:spPr>
          </p:cxnSp>
          <p:cxnSp>
            <p:nvCxnSpPr>
              <p:cNvPr id="38991" name=""/>
              <p:cNvCxnSpPr/>
              <p:nvPr/>
            </p:nvCxnSpPr>
            <p:spPr>
              <a:xfrm flipH="1">
                <a:off x="1409" y="1489"/>
                <a:ext cx="0" cy="319"/>
              </a:xfrm>
              <a:prstGeom prst="line">
                <a:avLst/>
              </a:prstGeom>
              <a:noFill/>
              <a:ln w="12700">
                <a:solidFill>
                  <a:schemeClr val="tx1"/>
                </a:solidFill>
                <a:miter lim="800000"/>
              </a:ln>
              <a:effectLst/>
            </p:spPr>
          </p:cxnSp>
          <p:cxnSp>
            <p:nvCxnSpPr>
              <p:cNvPr id="38992" name=""/>
              <p:cNvCxnSpPr/>
              <p:nvPr/>
            </p:nvCxnSpPr>
            <p:spPr>
              <a:xfrm flipH="1">
                <a:off x="1493" y="1489"/>
                <a:ext cx="0" cy="319"/>
              </a:xfrm>
              <a:prstGeom prst="line">
                <a:avLst/>
              </a:prstGeom>
              <a:noFill/>
              <a:ln w="12700">
                <a:solidFill>
                  <a:schemeClr val="tx1"/>
                </a:solidFill>
                <a:miter lim="800000"/>
              </a:ln>
              <a:effectLst/>
            </p:spPr>
          </p:cxnSp>
        </p:grpSp>
        <p:sp>
          <p:nvSpPr>
            <p:cNvPr id="38993" name=""/>
            <p:cNvSpPr/>
            <p:nvPr/>
          </p:nvSpPr>
          <p:spPr>
            <a:xfrm>
              <a:off x="1114" y="1892"/>
              <a:ext cx="291" cy="73"/>
            </a:xfrm>
            <a:prstGeom prst="rect">
              <a:avLst/>
            </a:prstGeom>
            <a:solidFill>
              <a:schemeClr val="folHlink"/>
            </a:solidFill>
            <a:ln w="12700">
              <a:solidFill>
                <a:schemeClr val="tx1"/>
              </a:solidFill>
              <a:miter lim="800000"/>
            </a:ln>
            <a:effectLst/>
          </p:spPr>
        </p:sp>
      </p:grpSp>
      <p:sp>
        <p:nvSpPr>
          <p:cNvPr id="38994" name=""/>
          <p:cNvSpPr/>
          <p:nvPr/>
        </p:nvSpPr>
        <p:spPr>
          <a:xfrm>
            <a:off x="3055938" y="1595438"/>
            <a:ext cx="779462" cy="239712"/>
          </a:xfrm>
          <a:prstGeom prst="ellipse">
            <a:avLst/>
          </a:prstGeom>
          <a:solidFill>
            <a:schemeClr val="folHlink"/>
          </a:solidFill>
          <a:ln w="12700">
            <a:solidFill>
              <a:schemeClr val="tx1"/>
            </a:solidFill>
            <a:miter lim="800000"/>
          </a:ln>
          <a:effectLst/>
        </p:spPr>
      </p:sp>
      <p:grpSp>
        <p:nvGrpSpPr>
          <p:cNvPr id="38995" name=""/>
          <p:cNvGrpSpPr/>
          <p:nvPr/>
        </p:nvGrpSpPr>
        <p:grpSpPr>
          <a:xfrm>
            <a:off x="3051175" y="2093913"/>
            <a:ext cx="790575" cy="150812"/>
            <a:chOff x="1903" y="1455"/>
            <a:chExt cx="493" cy="105"/>
          </a:xfrm>
        </p:grpSpPr>
        <p:sp>
          <p:nvSpPr>
            <p:cNvPr id="38996" name=""/>
            <p:cNvSpPr/>
            <p:nvPr/>
          </p:nvSpPr>
          <p:spPr>
            <a:xfrm>
              <a:off x="2133" y="1455"/>
              <a:ext cx="263" cy="105"/>
            </a:xfrm>
            <a:custGeom>
              <a:avLst>
                <a:gd name="adj0" fmla="val 0"/>
                <a:gd name="adj1" fmla="val 27306667"/>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0"/>
                </a:cxn>
                <a:cxn ang="0">
                  <a:pos x="0" y="21600"/>
                </a:cxn>
                <a:cxn ang="0">
                  <a:pos x="0" y="0"/>
                </a:cxn>
              </a:cxnLst>
              <a:rect l="l" t="t" r="GT12" b="GT13"/>
              <a:pathLst>
                <a:path w="21600" h="21600" fill="none">
                  <a:moveTo>
                    <a:pt x="21600" y="0"/>
                  </a:moveTo>
                  <a:arcTo wR="21600" hR="21600" stAng="0" swAng="5400000"/>
                </a:path>
                <a:path w="21600" h="21600" stroke="0">
                  <a:moveTo>
                    <a:pt x="21600" y="0"/>
                  </a:moveTo>
                  <a:arcTo wR="21600" hR="21600" stAng="0" swAng="5400000"/>
                  <a:lnTo>
                    <a:pt x="0" y="0"/>
                  </a:lnTo>
                  <a:close/>
                </a:path>
              </a:pathLst>
            </a:custGeom>
            <a:noFill/>
            <a:ln w="12700" cap="rnd">
              <a:solidFill>
                <a:schemeClr val="tx1"/>
              </a:solidFill>
              <a:round/>
            </a:ln>
            <a:effectLst/>
          </p:spPr>
        </p:sp>
        <p:sp>
          <p:nvSpPr>
            <p:cNvPr id="38997" name=""/>
            <p:cNvSpPr/>
            <p:nvPr/>
          </p:nvSpPr>
          <p:spPr>
            <a:xfrm>
              <a:off x="1903" y="1455"/>
              <a:ext cx="264" cy="105"/>
            </a:xfrm>
            <a:custGeom>
              <a:avLst>
                <a:gd name="adj0" fmla="val 27306667"/>
                <a:gd name="adj1" fmla="val 54613333"/>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21600"/>
                </a:cxn>
                <a:cxn ang="0">
                  <a:pos x="0" y="0"/>
                </a:cxn>
                <a:cxn ang="0">
                  <a:pos x="21600" y="0"/>
                </a:cxn>
              </a:cxnLst>
              <a:rect l="l" t="t" r="GT12" b="GT13"/>
              <a:pathLst>
                <a:path w="21600" h="21600" fill="none">
                  <a:moveTo>
                    <a:pt x="21600" y="21600"/>
                  </a:moveTo>
                  <a:arcTo wR="21600" hR="21600" stAng="5400000" swAng="5400000"/>
                </a:path>
                <a:path w="21600" h="21600" stroke="0">
                  <a:moveTo>
                    <a:pt x="21600" y="21600"/>
                  </a:moveTo>
                  <a:arcTo wR="21600" hR="21600" stAng="5400000" swAng="5400000"/>
                  <a:lnTo>
                    <a:pt x="21600" y="0"/>
                  </a:lnTo>
                  <a:close/>
                </a:path>
              </a:pathLst>
            </a:custGeom>
            <a:noFill/>
            <a:ln w="12700" cap="rnd">
              <a:solidFill>
                <a:schemeClr val="tx1"/>
              </a:solidFill>
              <a:round/>
            </a:ln>
            <a:effectLst/>
          </p:spPr>
        </p:sp>
      </p:grpSp>
      <p:cxnSp>
        <p:nvCxnSpPr>
          <p:cNvPr id="38998" name=""/>
          <p:cNvCxnSpPr/>
          <p:nvPr/>
        </p:nvCxnSpPr>
        <p:spPr>
          <a:xfrm flipH="1">
            <a:off x="3049588" y="1689100"/>
            <a:ext cx="0" cy="404813"/>
          </a:xfrm>
          <a:prstGeom prst="line">
            <a:avLst/>
          </a:prstGeom>
          <a:noFill/>
          <a:ln w="12700">
            <a:solidFill>
              <a:schemeClr val="tx1"/>
            </a:solidFill>
            <a:miter lim="800000"/>
          </a:ln>
          <a:effectLst/>
        </p:spPr>
      </p:cxnSp>
      <p:cxnSp>
        <p:nvCxnSpPr>
          <p:cNvPr id="38999" name=""/>
          <p:cNvCxnSpPr/>
          <p:nvPr/>
        </p:nvCxnSpPr>
        <p:spPr>
          <a:xfrm flipH="1">
            <a:off x="3841750" y="1689100"/>
            <a:ext cx="0" cy="404813"/>
          </a:xfrm>
          <a:prstGeom prst="line">
            <a:avLst/>
          </a:prstGeom>
          <a:noFill/>
          <a:ln w="12700">
            <a:solidFill>
              <a:schemeClr val="tx1"/>
            </a:solidFill>
            <a:miter lim="800000"/>
          </a:ln>
          <a:effectLst/>
        </p:spPr>
      </p:cxnSp>
      <p:grpSp>
        <p:nvGrpSpPr>
          <p:cNvPr id="39000" name=""/>
          <p:cNvGrpSpPr/>
          <p:nvPr/>
        </p:nvGrpSpPr>
        <p:grpSpPr>
          <a:xfrm>
            <a:off x="3051175" y="1941513"/>
            <a:ext cx="790575" cy="153987"/>
            <a:chOff x="1903" y="1349"/>
            <a:chExt cx="493" cy="107"/>
          </a:xfrm>
        </p:grpSpPr>
        <p:sp>
          <p:nvSpPr>
            <p:cNvPr id="39001" name=""/>
            <p:cNvSpPr/>
            <p:nvPr/>
          </p:nvSpPr>
          <p:spPr>
            <a:xfrm>
              <a:off x="2133" y="1349"/>
              <a:ext cx="263" cy="107"/>
            </a:xfrm>
            <a:custGeom>
              <a:avLst>
                <a:gd name="adj0" fmla="val 109061894"/>
                <a:gd name="adj1" fmla="val 27306667"/>
              </a:avLst>
              <a:gdLst>
                <a:gd name="GT10" fmla="*/ adj0 21600 100000"/>
                <a:gd name="GT11" fmla="*/ adj1 21600 100000"/>
                <a:gd name="GT12" fmla="+- l w 0"/>
                <a:gd name="GT13" fmla="*/ 21600 h 21805"/>
                <a:gd name="GT14" fmla="+- t GT13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599" y="0"/>
                </a:cxn>
                <a:cxn ang="0">
                  <a:pos x="0" y="21805"/>
                </a:cxn>
                <a:cxn ang="0">
                  <a:pos x="0" y="205"/>
                </a:cxn>
              </a:cxnLst>
              <a:rect l="l" t="t" r="GT12" b="GT14"/>
              <a:pathLst>
                <a:path w="21600" h="21805" fill="none">
                  <a:moveTo>
                    <a:pt x="21599" y="0"/>
                  </a:moveTo>
                  <a:arcTo wR="21600" hR="21600" stAng="-32627" swAng="5432627"/>
                </a:path>
                <a:path w="21600" h="21805" stroke="0">
                  <a:moveTo>
                    <a:pt x="21599" y="0"/>
                  </a:moveTo>
                  <a:arcTo wR="21600" hR="21600" stAng="-32627" swAng="5432627"/>
                  <a:lnTo>
                    <a:pt x="0" y="205"/>
                  </a:lnTo>
                  <a:close/>
                </a:path>
              </a:pathLst>
            </a:custGeom>
            <a:noFill/>
            <a:ln w="12700" cap="rnd">
              <a:solidFill>
                <a:schemeClr val="tx1"/>
              </a:solidFill>
              <a:round/>
            </a:ln>
            <a:effectLst/>
          </p:spPr>
        </p:sp>
        <p:sp>
          <p:nvSpPr>
            <p:cNvPr id="39002" name=""/>
            <p:cNvSpPr/>
            <p:nvPr/>
          </p:nvSpPr>
          <p:spPr>
            <a:xfrm>
              <a:off x="1903" y="1349"/>
              <a:ext cx="264" cy="107"/>
            </a:xfrm>
            <a:custGeom>
              <a:avLst>
                <a:gd name="adj0" fmla="val 27306667"/>
                <a:gd name="adj1" fmla="val 54778106"/>
              </a:avLst>
              <a:gdLst>
                <a:gd name="GT10" fmla="*/ adj0 21600 100000"/>
                <a:gd name="GT11" fmla="*/ adj1 21600 100000"/>
                <a:gd name="GT12" fmla="+- l w 0"/>
                <a:gd name="GT13" fmla="*/ 21600 h 21805"/>
                <a:gd name="GT14" fmla="+- t GT13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21805"/>
                </a:cxn>
                <a:cxn ang="0">
                  <a:pos x="1" y="0"/>
                </a:cxn>
                <a:cxn ang="0">
                  <a:pos x="21600" y="205"/>
                </a:cxn>
              </a:cxnLst>
              <a:rect l="l" t="t" r="GT12" b="GT14"/>
              <a:pathLst>
                <a:path w="21600" h="21805" fill="none">
                  <a:moveTo>
                    <a:pt x="21600" y="21805"/>
                  </a:moveTo>
                  <a:arcTo wR="21600" hR="21600" stAng="5400000" swAng="5432627"/>
                </a:path>
                <a:path w="21600" h="21805" stroke="0">
                  <a:moveTo>
                    <a:pt x="21600" y="21805"/>
                  </a:moveTo>
                  <a:arcTo wR="21600" hR="21600" stAng="5400000" swAng="5432627"/>
                  <a:lnTo>
                    <a:pt x="21600" y="205"/>
                  </a:lnTo>
                  <a:close/>
                </a:path>
              </a:pathLst>
            </a:custGeom>
            <a:noFill/>
            <a:ln w="12700" cap="rnd">
              <a:solidFill>
                <a:schemeClr val="tx1"/>
              </a:solidFill>
              <a:round/>
            </a:ln>
            <a:effectLst/>
          </p:spPr>
        </p:sp>
      </p:grpSp>
      <p:grpSp>
        <p:nvGrpSpPr>
          <p:cNvPr id="39003" name=""/>
          <p:cNvGrpSpPr/>
          <p:nvPr/>
        </p:nvGrpSpPr>
        <p:grpSpPr>
          <a:xfrm>
            <a:off x="3051175" y="1841500"/>
            <a:ext cx="790575" cy="150813"/>
            <a:chOff x="1903" y="1279"/>
            <a:chExt cx="493" cy="105"/>
          </a:xfrm>
        </p:grpSpPr>
        <p:sp>
          <p:nvSpPr>
            <p:cNvPr id="39004" name=""/>
            <p:cNvSpPr/>
            <p:nvPr/>
          </p:nvSpPr>
          <p:spPr>
            <a:xfrm>
              <a:off x="2133" y="1279"/>
              <a:ext cx="263" cy="105"/>
            </a:xfrm>
            <a:custGeom>
              <a:avLst>
                <a:gd name="adj0" fmla="val 0"/>
                <a:gd name="adj1" fmla="val 27306667"/>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0"/>
                </a:cxn>
                <a:cxn ang="0">
                  <a:pos x="0" y="21600"/>
                </a:cxn>
                <a:cxn ang="0">
                  <a:pos x="0" y="0"/>
                </a:cxn>
              </a:cxnLst>
              <a:rect l="l" t="t" r="GT12" b="GT13"/>
              <a:pathLst>
                <a:path w="21600" h="21600" fill="none">
                  <a:moveTo>
                    <a:pt x="21600" y="0"/>
                  </a:moveTo>
                  <a:arcTo wR="21600" hR="21600" stAng="0" swAng="5400000"/>
                </a:path>
                <a:path w="21600" h="21600" stroke="0">
                  <a:moveTo>
                    <a:pt x="21600" y="0"/>
                  </a:moveTo>
                  <a:arcTo wR="21600" hR="21600" stAng="0" swAng="5400000"/>
                  <a:lnTo>
                    <a:pt x="0" y="0"/>
                  </a:lnTo>
                  <a:close/>
                </a:path>
              </a:pathLst>
            </a:custGeom>
            <a:noFill/>
            <a:ln w="12700" cap="rnd">
              <a:solidFill>
                <a:schemeClr val="tx1"/>
              </a:solidFill>
              <a:round/>
            </a:ln>
            <a:effectLst/>
          </p:spPr>
        </p:sp>
        <p:sp>
          <p:nvSpPr>
            <p:cNvPr id="39005" name=""/>
            <p:cNvSpPr/>
            <p:nvPr/>
          </p:nvSpPr>
          <p:spPr>
            <a:xfrm>
              <a:off x="1903" y="1279"/>
              <a:ext cx="264" cy="105"/>
            </a:xfrm>
            <a:custGeom>
              <a:avLst>
                <a:gd name="adj0" fmla="val 27306667"/>
                <a:gd name="adj1" fmla="val 54613333"/>
              </a:avLst>
              <a:gdLst>
                <a:gd name="GT10" fmla="*/ adj0 21600 100000"/>
                <a:gd name="GT11" fmla="*/ adj1 21600 100000"/>
                <a:gd name="GT12" fmla="+- l w 0"/>
                <a:gd name="GT13" fmla="+- t h 0"/>
                <a:gd name="GT8" fmla="*/ GT10 60000 65536"/>
                <a:gd name="GT9" fmla="*/ GT11 60000 65536"/>
                <a:gd name="G4" fmla="cos 10800 GT8"/>
                <a:gd name="G5" fmla="sin 10800 GT8"/>
                <a:gd name="G6" fmla="cos 10800 GT9"/>
                <a:gd name="G7" fmla="sin 10800 GT9"/>
                <a:gd name="G0" fmla="+- 10800 G4 0"/>
                <a:gd name="G1" fmla="+- 10800 G5 0"/>
                <a:gd name="G2" fmla="+- 10800 G6 0"/>
                <a:gd name="G3" fmla="+- 10800 G7 0"/>
              </a:gdLst>
              <a:cxnLst>
                <a:cxn ang="0">
                  <a:pos x="21600" y="21600"/>
                </a:cxn>
                <a:cxn ang="0">
                  <a:pos x="0" y="0"/>
                </a:cxn>
                <a:cxn ang="0">
                  <a:pos x="21600" y="0"/>
                </a:cxn>
              </a:cxnLst>
              <a:rect l="l" t="t" r="GT12" b="GT13"/>
              <a:pathLst>
                <a:path w="21600" h="21600" fill="none">
                  <a:moveTo>
                    <a:pt x="21600" y="21600"/>
                  </a:moveTo>
                  <a:arcTo wR="21600" hR="21600" stAng="5400000" swAng="5400000"/>
                </a:path>
                <a:path w="21600" h="21600" stroke="0">
                  <a:moveTo>
                    <a:pt x="21600" y="21600"/>
                  </a:moveTo>
                  <a:arcTo wR="21600" hR="21600" stAng="5400000" swAng="5400000"/>
                  <a:lnTo>
                    <a:pt x="21600" y="0"/>
                  </a:lnTo>
                  <a:close/>
                </a:path>
              </a:pathLst>
            </a:custGeom>
            <a:noFill/>
            <a:ln w="12700" cap="rnd">
              <a:solidFill>
                <a:schemeClr val="tx1"/>
              </a:solidFill>
              <a:round/>
            </a:ln>
            <a:effectLst/>
          </p:spPr>
        </p:sp>
      </p:grpSp>
      <p:cxnSp>
        <p:nvCxnSpPr>
          <p:cNvPr id="39006" name=""/>
          <p:cNvCxnSpPr/>
          <p:nvPr/>
        </p:nvCxnSpPr>
        <p:spPr>
          <a:xfrm>
            <a:off x="2809875" y="1890713"/>
            <a:ext cx="239713" cy="0"/>
          </a:xfrm>
          <a:prstGeom prst="line">
            <a:avLst/>
          </a:prstGeom>
          <a:noFill/>
          <a:ln w="127000">
            <a:solidFill>
              <a:schemeClr val="tx1"/>
            </a:solidFill>
            <a:miter lim="800000"/>
          </a:ln>
          <a:effectLst/>
        </p:spPr>
      </p:cxnSp>
      <p:sp>
        <p:nvSpPr>
          <p:cNvPr id="39007" name=""/>
          <p:cNvSpPr/>
          <p:nvPr/>
        </p:nvSpPr>
        <p:spPr>
          <a:xfrm>
            <a:off x="2874963" y="2335213"/>
            <a:ext cx="1719262" cy="58102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a:latin typeface="Arial" pitchFamily="34" charset="0"/>
              </a:rPr>
              <a:t>Unix or NT cluster</a:t>
            </a:r>
            <a:endParaRPr sz="1800" b="1">
              <a:latin typeface="Arial" pitchFamily="34" charset="0"/>
            </a:endParaRPr>
          </a:p>
        </p:txBody>
      </p:sp>
      <p:sp>
        <p:nvSpPr>
          <p:cNvPr id="39008" name=""/>
          <p:cNvSpPr/>
          <p:nvPr/>
        </p:nvSpPr>
        <p:spPr>
          <a:xfrm>
            <a:off x="5548313" y="2670175"/>
            <a:ext cx="3106737" cy="366713"/>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a:latin typeface="Arial" pitchFamily="34" charset="0"/>
              </a:rPr>
              <a:t>Highly Parallel, Scalable</a:t>
            </a:r>
            <a:endParaRPr sz="1800" b="1">
              <a:latin typeface="Arial" pitchFamily="34" charset="0"/>
            </a:endParaRPr>
          </a:p>
        </p:txBody>
      </p:sp>
      <p:sp>
        <p:nvSpPr>
          <p:cNvPr id="39009" name=""/>
          <p:cNvSpPr/>
          <p:nvPr/>
        </p:nvSpPr>
        <p:spPr>
          <a:xfrm>
            <a:off x="3349625" y="4019550"/>
            <a:ext cx="3962400" cy="582613"/>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i="1">
                <a:solidFill>
                  <a:srgbClr val="618FFD"/>
                </a:solidFill>
                <a:latin typeface="Arial" pitchFamily="34" charset="0"/>
              </a:rPr>
              <a:t>8,000 users at 50 offices and headquarters</a:t>
            </a:r>
            <a:endParaRPr sz="1800" b="1" i="1">
              <a:solidFill>
                <a:srgbClr val="618FFD"/>
              </a:solidFill>
              <a:latin typeface="Arial" pitchFamily="34" charset="0"/>
            </a:endParaRPr>
          </a:p>
        </p:txBody>
      </p:sp>
      <p:cxnSp>
        <p:nvCxnSpPr>
          <p:cNvPr id="39010" name=""/>
          <p:cNvCxnSpPr/>
          <p:nvPr/>
        </p:nvCxnSpPr>
        <p:spPr>
          <a:xfrm flipV="1">
            <a:off x="2909888" y="5092700"/>
            <a:ext cx="358775" cy="120650"/>
          </a:xfrm>
          <a:prstGeom prst="line">
            <a:avLst/>
          </a:prstGeom>
          <a:noFill/>
          <a:ln w="25400">
            <a:solidFill>
              <a:schemeClr val="tx1"/>
            </a:solidFill>
            <a:miter lim="800000"/>
          </a:ln>
          <a:effectLst/>
        </p:spPr>
      </p:cxnSp>
      <p:cxnSp>
        <p:nvCxnSpPr>
          <p:cNvPr id="39011" name=""/>
          <p:cNvCxnSpPr/>
          <p:nvPr/>
        </p:nvCxnSpPr>
        <p:spPr>
          <a:xfrm>
            <a:off x="3916363" y="4968875"/>
            <a:ext cx="573087" cy="123825"/>
          </a:xfrm>
          <a:prstGeom prst="line">
            <a:avLst/>
          </a:prstGeom>
          <a:noFill/>
          <a:ln w="25400">
            <a:solidFill>
              <a:schemeClr val="tx1"/>
            </a:solidFill>
            <a:miter lim="800000"/>
          </a:ln>
          <a:effectLst/>
        </p:spPr>
      </p:cxnSp>
      <p:cxnSp>
        <p:nvCxnSpPr>
          <p:cNvPr id="39012" name=""/>
          <p:cNvCxnSpPr/>
          <p:nvPr/>
        </p:nvCxnSpPr>
        <p:spPr>
          <a:xfrm flipH="1">
            <a:off x="2836863" y="4848225"/>
            <a:ext cx="431800" cy="120650"/>
          </a:xfrm>
          <a:prstGeom prst="line">
            <a:avLst/>
          </a:prstGeom>
          <a:noFill/>
          <a:ln w="25400">
            <a:solidFill>
              <a:schemeClr val="tx1"/>
            </a:solidFill>
            <a:miter lim="800000"/>
          </a:ln>
          <a:effectLst/>
        </p:spPr>
      </p:cxnSp>
      <p:cxnSp>
        <p:nvCxnSpPr>
          <p:cNvPr id="39013" name=""/>
          <p:cNvCxnSpPr/>
          <p:nvPr/>
        </p:nvCxnSpPr>
        <p:spPr>
          <a:xfrm flipV="1">
            <a:off x="2909888" y="4968875"/>
            <a:ext cx="358775" cy="123825"/>
          </a:xfrm>
          <a:prstGeom prst="line">
            <a:avLst/>
          </a:prstGeom>
          <a:noFill/>
          <a:ln w="25400">
            <a:solidFill>
              <a:schemeClr val="tx1"/>
            </a:solidFill>
            <a:miter lim="800000"/>
          </a:ln>
          <a:effectLst/>
        </p:spPr>
      </p:cxnSp>
      <p:cxnSp>
        <p:nvCxnSpPr>
          <p:cNvPr id="39014" name=""/>
          <p:cNvCxnSpPr/>
          <p:nvPr/>
        </p:nvCxnSpPr>
        <p:spPr>
          <a:xfrm>
            <a:off x="3986213" y="4848225"/>
            <a:ext cx="574675" cy="120650"/>
          </a:xfrm>
          <a:prstGeom prst="line">
            <a:avLst/>
          </a:prstGeom>
          <a:noFill/>
          <a:ln w="25400">
            <a:solidFill>
              <a:schemeClr val="tx1"/>
            </a:solidFill>
            <a:miter lim="800000"/>
          </a:ln>
          <a:effectLst/>
        </p:spPr>
      </p:cxnSp>
      <p:cxnSp>
        <p:nvCxnSpPr>
          <p:cNvPr id="39015" name=""/>
          <p:cNvCxnSpPr/>
          <p:nvPr/>
        </p:nvCxnSpPr>
        <p:spPr>
          <a:xfrm>
            <a:off x="3916363" y="5092700"/>
            <a:ext cx="501650" cy="120650"/>
          </a:xfrm>
          <a:prstGeom prst="line">
            <a:avLst/>
          </a:prstGeom>
          <a:noFill/>
          <a:ln w="25400">
            <a:solidFill>
              <a:schemeClr val="tx1"/>
            </a:solidFill>
            <a:miter lim="800000"/>
          </a:ln>
          <a:effectLst/>
        </p:spPr>
      </p:cxnSp>
      <p:sp>
        <p:nvSpPr>
          <p:cNvPr id="39016" name=""/>
          <p:cNvSpPr/>
          <p:nvPr/>
        </p:nvSpPr>
        <p:spPr>
          <a:xfrm>
            <a:off x="6172200" y="4495800"/>
            <a:ext cx="3063875" cy="119062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800" b="1" i="1">
                <a:latin typeface="Arial" pitchFamily="34" charset="0"/>
              </a:rPr>
              <a:t>Local transaction processing </a:t>
            </a:r>
            <a:br>
              <a:rPr sz="1800" b="1" i="1">
                <a:latin typeface="Arial" pitchFamily="34" charset="0"/>
              </a:rPr>
            </a:br>
            <a:r>
              <a:rPr sz="1800" b="1" i="1">
                <a:latin typeface="Arial" pitchFamily="34" charset="0"/>
              </a:rPr>
              <a:t>against a replicated database</a:t>
            </a:r>
            <a:endParaRPr sz="1800" b="1" i="1">
              <a:latin typeface="Arial" pitchFamily="34" charset="0"/>
            </a:endParaRPr>
          </a:p>
        </p:txBody>
      </p:sp>
      <p:sp>
        <p:nvSpPr>
          <p:cNvPr id="39017" name=""/>
          <p:cNvSpPr/>
          <p:nvPr/>
        </p:nvSpPr>
        <p:spPr>
          <a:xfrm>
            <a:off x="7073900" y="2093913"/>
            <a:ext cx="1471613" cy="3968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2000">
                <a:latin typeface="Haettenschweiler" pitchFamily="34" charset="0"/>
              </a:rPr>
              <a:t>Data Warehouse</a:t>
            </a:r>
            <a:endParaRPr sz="2000">
              <a:latin typeface="Haettenschweiler" pitchFamily="34" charset="0"/>
            </a:endParaRPr>
          </a:p>
        </p:txBody>
      </p:sp>
      <p:sp>
        <p:nvSpPr>
          <p:cNvPr id="39018" name=""/>
          <p:cNvSpPr/>
          <p:nvPr/>
        </p:nvSpPr>
        <p:spPr>
          <a:xfrm>
            <a:off x="1938338" y="5648325"/>
            <a:ext cx="4376737" cy="36036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2000" i="1"/>
              <a:t>PC desktops and Intel/</a:t>
            </a:r>
            <a:r>
              <a:rPr sz="2000" i="1"/>
              <a:t>Risc</a:t>
            </a:r>
            <a:r>
              <a:rPr sz="2000" i="1"/>
              <a:t> Office Server</a:t>
            </a:r>
            <a:endParaRPr sz="2000" i="1"/>
          </a:p>
        </p:txBody>
      </p:sp>
      <p:cxnSp>
        <p:nvCxnSpPr>
          <p:cNvPr id="39019" name=""/>
          <p:cNvCxnSpPr/>
          <p:nvPr/>
        </p:nvCxnSpPr>
        <p:spPr>
          <a:xfrm>
            <a:off x="2873375" y="3160713"/>
            <a:ext cx="3673475" cy="0"/>
          </a:xfrm>
          <a:prstGeom prst="line">
            <a:avLst/>
          </a:prstGeom>
          <a:noFill/>
          <a:ln w="50800">
            <a:solidFill>
              <a:schemeClr val="accent2"/>
            </a:solidFill>
            <a:miter lim="800000"/>
          </a:ln>
          <a:effectLst/>
        </p:spPr>
      </p:cxnSp>
      <p:cxnSp>
        <p:nvCxnSpPr>
          <p:cNvPr id="39020" name=""/>
          <p:cNvCxnSpPr/>
          <p:nvPr/>
        </p:nvCxnSpPr>
        <p:spPr>
          <a:xfrm>
            <a:off x="2649538" y="2903538"/>
            <a:ext cx="223837" cy="257175"/>
          </a:xfrm>
          <a:prstGeom prst="line">
            <a:avLst/>
          </a:prstGeom>
          <a:noFill/>
          <a:ln w="50800">
            <a:solidFill>
              <a:schemeClr val="accent2"/>
            </a:solidFill>
            <a:miter lim="800000"/>
          </a:ln>
          <a:effectLst/>
        </p:spPr>
      </p:cxnSp>
      <p:cxnSp>
        <p:nvCxnSpPr>
          <p:cNvPr id="39021" name=""/>
          <p:cNvCxnSpPr/>
          <p:nvPr/>
        </p:nvCxnSpPr>
        <p:spPr>
          <a:xfrm flipV="1">
            <a:off x="6546850" y="2968625"/>
            <a:ext cx="150813" cy="192088"/>
          </a:xfrm>
          <a:prstGeom prst="line">
            <a:avLst/>
          </a:prstGeom>
          <a:noFill/>
          <a:ln w="50800">
            <a:solidFill>
              <a:schemeClr val="accent2"/>
            </a:solidFill>
            <a:miter lim="800000"/>
          </a:ln>
          <a:effectLst/>
        </p:spPr>
      </p:cxnSp>
      <p:sp>
        <p:nvSpPr>
          <p:cNvPr id="39022" name=""/>
          <p:cNvSpPr/>
          <p:nvPr/>
        </p:nvSpPr>
        <p:spPr>
          <a:xfrm>
            <a:off x="949325" y="3508375"/>
            <a:ext cx="2374900" cy="915988"/>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spcBef>
                <a:spcPct val="50000"/>
              </a:spcBef>
            </a:pPr>
            <a:r>
              <a:rPr sz="1800" b="1">
                <a:latin typeface="Arial" pitchFamily="34" charset="0"/>
              </a:rPr>
              <a:t>Economical, Scalable</a:t>
            </a:r>
            <a:br>
              <a:rPr sz="1800" b="1">
                <a:latin typeface="Arial" pitchFamily="34" charset="0"/>
              </a:rPr>
            </a:br>
            <a:r>
              <a:rPr sz="1800" b="1">
                <a:latin typeface="Arial" pitchFamily="34" charset="0"/>
              </a:rPr>
              <a:t>15-500 Users</a:t>
            </a:r>
            <a:endParaRPr sz="1800" b="1">
              <a:latin typeface="Arial" pitchFamily="34" charset="0"/>
            </a:endParaRPr>
          </a:p>
        </p:txBody>
      </p:sp>
      <p:sp>
        <p:nvSpPr>
          <p:cNvPr id="39023" name=""/>
          <p:cNvSpPr/>
          <p:nvPr/>
        </p:nvSpPr>
        <p:spPr>
          <a:xfrm>
            <a:off x="914400" y="1447800"/>
            <a:ext cx="1273175" cy="641350"/>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800" b="1" i="1">
                <a:solidFill>
                  <a:srgbClr val="618FFD"/>
                </a:solidFill>
                <a:latin typeface="Arial" pitchFamily="34" charset="0"/>
              </a:rPr>
              <a:t>5,000 Users</a:t>
            </a:r>
            <a:endParaRPr sz="1800" b="1" i="1">
              <a:solidFill>
                <a:srgbClr val="618FFD"/>
              </a:solidFill>
              <a:latin typeface="Arial" pitchFamily="34" charset="0"/>
            </a:endParaRPr>
          </a:p>
        </p:txBody>
      </p:sp>
      <p:sp>
        <p:nvSpPr>
          <p:cNvPr id="39024" name=""/>
          <p:cNvSpPr/>
          <p:nvPr/>
        </p:nvSpPr>
        <p:spPr>
          <a:xfrm>
            <a:off x="0" y="2209800"/>
            <a:ext cx="1782763" cy="10064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2000" i="1">
                <a:latin typeface="Arial Narrow" pitchFamily="34" charset="0"/>
              </a:rPr>
              <a:t>OLTP Production</a:t>
            </a:r>
            <a:br>
              <a:rPr sz="2000" i="1">
                <a:latin typeface="Arial Narrow" pitchFamily="34" charset="0"/>
              </a:rPr>
            </a:br>
            <a:r>
              <a:rPr sz="2000" i="1">
                <a:latin typeface="Arial Narrow" pitchFamily="34" charset="0"/>
              </a:rPr>
              <a:t>System &amp;</a:t>
            </a:r>
            <a:br>
              <a:rPr sz="2000" i="1">
                <a:latin typeface="Arial Narrow" pitchFamily="34" charset="0"/>
              </a:rPr>
            </a:br>
            <a:r>
              <a:rPr sz="2000" i="1">
                <a:latin typeface="Arial Narrow" pitchFamily="34" charset="0"/>
              </a:rPr>
              <a:t>Administration</a:t>
            </a:r>
            <a:endParaRPr sz="2000" i="1">
              <a:latin typeface="Arial Narrow" pitchFamily="34" charset="0"/>
            </a:endParaRPr>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40962" name=""/>
          <p:cNvSpPr/>
          <p:nvPr/>
        </p:nvSpPr>
        <p:spPr>
          <a:xfrm>
            <a:off x="719138" y="5665788"/>
            <a:ext cx="1916112" cy="414337"/>
          </a:xfrm>
          <a:prstGeom prst="rect">
            <a:avLst/>
          </a:prstGeom>
          <a:noFill/>
          <a:ln>
            <a:noFill/>
            <a:miter lim="800000"/>
          </a:ln>
          <a:effectLst/>
        </p:spPr>
      </p:sp>
      <p:sp>
        <p:nvSpPr>
          <p:cNvPr id="40963" name=""/>
          <p:cNvSpPr/>
          <p:nvPr/>
        </p:nvSpPr>
        <p:spPr>
          <a:xfrm>
            <a:off x="3181350" y="5665788"/>
            <a:ext cx="2873375" cy="414337"/>
          </a:xfrm>
          <a:prstGeom prst="rect">
            <a:avLst/>
          </a:prstGeom>
          <a:noFill/>
          <a:ln>
            <a:noFill/>
            <a:miter lim="800000"/>
          </a:ln>
          <a:effectLst/>
        </p:spPr>
      </p:sp>
      <p:sp>
        <p:nvSpPr>
          <p:cNvPr id="40964" name=""/>
          <p:cNvSpPr/>
          <p:nvPr>
            <p:ph type="title"/>
          </p:nvPr>
        </p:nvSpPr>
        <p:spPr>
          <a:xfrm>
            <a:off x="539750" y="503238"/>
            <a:ext cx="8156575" cy="639762"/>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IS Reality:</a:t>
            </a:r>
            <a:br/>
            <a:r>
              <a:rPr i="1"/>
              <a:t>Enormous Complexity</a:t>
            </a:r>
            <a:endParaRPr i="1"/>
          </a:p>
        </p:txBody>
      </p:sp>
      <p:grpSp>
        <p:nvGrpSpPr>
          <p:cNvPr id="40965" name=""/>
          <p:cNvGrpSpPr/>
          <p:nvPr/>
        </p:nvGrpSpPr>
        <p:grpSpPr>
          <a:xfrm>
            <a:off x="1257300" y="5068888"/>
            <a:ext cx="4500563" cy="904875"/>
            <a:chOff x="784" y="3522"/>
            <a:chExt cx="2807" cy="628"/>
          </a:xfrm>
        </p:grpSpPr>
        <p:grpSp>
          <p:nvGrpSpPr>
            <p:cNvPr id="40966" name=""/>
            <p:cNvGrpSpPr/>
            <p:nvPr/>
          </p:nvGrpSpPr>
          <p:grpSpPr>
            <a:xfrm>
              <a:off x="784" y="3568"/>
              <a:ext cx="967" cy="582"/>
              <a:chOff x="784" y="3568"/>
              <a:chExt cx="967" cy="582"/>
            </a:xfrm>
          </p:grpSpPr>
          <p:pic>
            <p:nvPicPr>
              <p:cNvPr id="40967" name=""/>
              <p:cNvPicPr/>
              <p:nvPr/>
            </p:nvPicPr>
            <p:blipFill>
              <a:blip r:embed="rId3"/>
              <a:stretch>
                <a:fillRect/>
              </a:stretch>
            </p:blipFill>
            <p:spPr>
              <a:xfrm>
                <a:off x="784" y="3568"/>
                <a:ext cx="552" cy="399"/>
              </a:xfrm>
              <a:prstGeom prst="rect">
                <a:avLst/>
              </a:prstGeom>
              <a:noFill/>
              <a:ln>
                <a:noFill/>
                <a:miter lim="800000"/>
              </a:ln>
              <a:effectLst/>
            </p:spPr>
          </p:pic>
          <p:pic>
            <p:nvPicPr>
              <p:cNvPr id="40968" name=""/>
              <p:cNvPicPr/>
              <p:nvPr/>
            </p:nvPicPr>
            <p:blipFill>
              <a:blip r:embed="rId3"/>
              <a:stretch>
                <a:fillRect/>
              </a:stretch>
            </p:blipFill>
            <p:spPr>
              <a:xfrm>
                <a:off x="968" y="3659"/>
                <a:ext cx="552" cy="399"/>
              </a:xfrm>
              <a:prstGeom prst="rect">
                <a:avLst/>
              </a:prstGeom>
              <a:noFill/>
              <a:ln>
                <a:noFill/>
                <a:miter lim="800000"/>
              </a:ln>
              <a:effectLst/>
            </p:spPr>
          </p:pic>
          <p:pic>
            <p:nvPicPr>
              <p:cNvPr id="40969" name=""/>
              <p:cNvPicPr/>
              <p:nvPr/>
            </p:nvPicPr>
            <p:blipFill>
              <a:blip r:embed="rId3"/>
              <a:stretch>
                <a:fillRect/>
              </a:stretch>
            </p:blipFill>
            <p:spPr>
              <a:xfrm>
                <a:off x="1199" y="3751"/>
                <a:ext cx="552" cy="399"/>
              </a:xfrm>
              <a:prstGeom prst="rect">
                <a:avLst/>
              </a:prstGeom>
              <a:noFill/>
              <a:ln>
                <a:noFill/>
                <a:miter lim="800000"/>
              </a:ln>
              <a:effectLst/>
            </p:spPr>
          </p:pic>
        </p:grpSp>
        <p:grpSp>
          <p:nvGrpSpPr>
            <p:cNvPr id="40970" name=""/>
            <p:cNvGrpSpPr/>
            <p:nvPr/>
          </p:nvGrpSpPr>
          <p:grpSpPr>
            <a:xfrm>
              <a:off x="2716" y="3522"/>
              <a:ext cx="875" cy="628"/>
              <a:chOff x="2716" y="3522"/>
              <a:chExt cx="875" cy="628"/>
            </a:xfrm>
          </p:grpSpPr>
          <p:pic>
            <p:nvPicPr>
              <p:cNvPr id="40971" name=""/>
              <p:cNvPicPr/>
              <p:nvPr/>
            </p:nvPicPr>
            <p:blipFill>
              <a:blip r:embed="rId3"/>
              <a:stretch>
                <a:fillRect/>
              </a:stretch>
            </p:blipFill>
            <p:spPr>
              <a:xfrm>
                <a:off x="3039" y="3522"/>
                <a:ext cx="552" cy="399"/>
              </a:xfrm>
              <a:prstGeom prst="rect">
                <a:avLst/>
              </a:prstGeom>
              <a:noFill/>
              <a:ln>
                <a:noFill/>
                <a:miter lim="800000"/>
              </a:ln>
              <a:effectLst/>
            </p:spPr>
          </p:pic>
          <p:pic>
            <p:nvPicPr>
              <p:cNvPr id="40972" name=""/>
              <p:cNvPicPr/>
              <p:nvPr/>
            </p:nvPicPr>
            <p:blipFill>
              <a:blip r:embed="rId3"/>
              <a:stretch>
                <a:fillRect/>
              </a:stretch>
            </p:blipFill>
            <p:spPr>
              <a:xfrm>
                <a:off x="2900" y="3659"/>
                <a:ext cx="552" cy="399"/>
              </a:xfrm>
              <a:prstGeom prst="rect">
                <a:avLst/>
              </a:prstGeom>
              <a:noFill/>
              <a:ln>
                <a:noFill/>
                <a:miter lim="800000"/>
              </a:ln>
              <a:effectLst/>
            </p:spPr>
          </p:pic>
          <p:pic>
            <p:nvPicPr>
              <p:cNvPr id="40973" name=""/>
              <p:cNvPicPr/>
              <p:nvPr/>
            </p:nvPicPr>
            <p:blipFill>
              <a:blip r:embed="rId3"/>
              <a:stretch>
                <a:fillRect/>
              </a:stretch>
            </p:blipFill>
            <p:spPr>
              <a:xfrm>
                <a:off x="2716" y="3751"/>
                <a:ext cx="552" cy="399"/>
              </a:xfrm>
              <a:prstGeom prst="rect">
                <a:avLst/>
              </a:prstGeom>
              <a:noFill/>
              <a:ln>
                <a:noFill/>
                <a:miter lim="800000"/>
              </a:ln>
              <a:effectLst/>
            </p:spPr>
          </p:pic>
        </p:grpSp>
        <p:grpSp>
          <p:nvGrpSpPr>
            <p:cNvPr id="40974" name=""/>
            <p:cNvGrpSpPr/>
            <p:nvPr/>
          </p:nvGrpSpPr>
          <p:grpSpPr>
            <a:xfrm>
              <a:off x="2072" y="3568"/>
              <a:ext cx="231" cy="410"/>
              <a:chOff x="2072" y="3568"/>
              <a:chExt cx="231" cy="410"/>
            </a:xfrm>
          </p:grpSpPr>
          <p:sp>
            <p:nvSpPr>
              <p:cNvPr id="40975" name=""/>
              <p:cNvSpPr/>
              <p:nvPr/>
            </p:nvSpPr>
            <p:spPr>
              <a:xfrm>
                <a:off x="2076" y="3624"/>
                <a:ext cx="168" cy="350"/>
              </a:xfrm>
              <a:prstGeom prst="rect">
                <a:avLst/>
              </a:prstGeom>
              <a:solidFill>
                <a:schemeClr val="bg1"/>
              </a:solidFill>
              <a:ln w="12700">
                <a:solidFill>
                  <a:schemeClr val="tx1"/>
                </a:solidFill>
                <a:miter lim="800000"/>
              </a:ln>
              <a:effectLst/>
            </p:spPr>
          </p:sp>
          <p:cxnSp>
            <p:nvCxnSpPr>
              <p:cNvPr id="40976" name=""/>
              <p:cNvCxnSpPr/>
              <p:nvPr/>
            </p:nvCxnSpPr>
            <p:spPr>
              <a:xfrm flipV="1">
                <a:off x="2072" y="3568"/>
                <a:ext cx="107" cy="52"/>
              </a:xfrm>
              <a:prstGeom prst="line">
                <a:avLst/>
              </a:prstGeom>
              <a:noFill/>
              <a:ln w="12700">
                <a:solidFill>
                  <a:schemeClr val="tx1"/>
                </a:solidFill>
                <a:miter lim="800000"/>
              </a:ln>
              <a:effectLst/>
            </p:spPr>
          </p:cxnSp>
          <p:cxnSp>
            <p:nvCxnSpPr>
              <p:cNvPr id="40977" name=""/>
              <p:cNvCxnSpPr/>
              <p:nvPr/>
            </p:nvCxnSpPr>
            <p:spPr>
              <a:xfrm>
                <a:off x="2179" y="3568"/>
                <a:ext cx="124" cy="0"/>
              </a:xfrm>
              <a:prstGeom prst="line">
                <a:avLst/>
              </a:prstGeom>
              <a:noFill/>
              <a:ln w="12700">
                <a:solidFill>
                  <a:schemeClr val="tx1"/>
                </a:solidFill>
                <a:miter lim="800000"/>
              </a:ln>
              <a:effectLst/>
            </p:spPr>
          </p:cxnSp>
          <p:cxnSp>
            <p:nvCxnSpPr>
              <p:cNvPr id="40978" name=""/>
              <p:cNvCxnSpPr/>
              <p:nvPr/>
            </p:nvCxnSpPr>
            <p:spPr>
              <a:xfrm flipH="1">
                <a:off x="2303" y="3568"/>
                <a:ext cx="0" cy="308"/>
              </a:xfrm>
              <a:prstGeom prst="line">
                <a:avLst/>
              </a:prstGeom>
              <a:noFill/>
              <a:ln w="12700">
                <a:solidFill>
                  <a:schemeClr val="tx1"/>
                </a:solidFill>
                <a:miter lim="800000"/>
              </a:ln>
              <a:effectLst/>
            </p:spPr>
          </p:cxnSp>
          <p:cxnSp>
            <p:nvCxnSpPr>
              <p:cNvPr id="40979" name=""/>
              <p:cNvCxnSpPr/>
              <p:nvPr/>
            </p:nvCxnSpPr>
            <p:spPr>
              <a:xfrm flipV="1">
                <a:off x="2248" y="3876"/>
                <a:ext cx="55" cy="102"/>
              </a:xfrm>
              <a:prstGeom prst="line">
                <a:avLst/>
              </a:prstGeom>
              <a:noFill/>
              <a:ln w="12700">
                <a:solidFill>
                  <a:schemeClr val="tx1"/>
                </a:solidFill>
                <a:miter lim="800000"/>
              </a:ln>
              <a:effectLst/>
            </p:spPr>
          </p:cxnSp>
          <p:cxnSp>
            <p:nvCxnSpPr>
              <p:cNvPr id="40980" name=""/>
              <p:cNvCxnSpPr/>
              <p:nvPr/>
            </p:nvCxnSpPr>
            <p:spPr>
              <a:xfrm flipH="1">
                <a:off x="2248" y="3568"/>
                <a:ext cx="55" cy="52"/>
              </a:xfrm>
              <a:prstGeom prst="line">
                <a:avLst/>
              </a:prstGeom>
              <a:noFill/>
              <a:ln w="12700">
                <a:solidFill>
                  <a:schemeClr val="tx1"/>
                </a:solidFill>
                <a:miter lim="800000"/>
              </a:ln>
              <a:effectLst/>
            </p:spPr>
          </p:cxnSp>
          <p:grpSp>
            <p:nvGrpSpPr>
              <p:cNvPr id="40981" name=""/>
              <p:cNvGrpSpPr/>
              <p:nvPr/>
            </p:nvGrpSpPr>
            <p:grpSpPr>
              <a:xfrm>
                <a:off x="2160" y="3671"/>
                <a:ext cx="55" cy="127"/>
                <a:chOff x="2160" y="3671"/>
                <a:chExt cx="55" cy="127"/>
              </a:xfrm>
            </p:grpSpPr>
            <p:cxnSp>
              <p:nvCxnSpPr>
                <p:cNvPr id="40982" name=""/>
                <p:cNvCxnSpPr/>
                <p:nvPr/>
              </p:nvCxnSpPr>
              <p:spPr>
                <a:xfrm flipH="1">
                  <a:off x="2160" y="3671"/>
                  <a:ext cx="0" cy="127"/>
                </a:xfrm>
                <a:prstGeom prst="line">
                  <a:avLst/>
                </a:prstGeom>
                <a:noFill/>
                <a:ln w="12700">
                  <a:solidFill>
                    <a:schemeClr val="tx1"/>
                  </a:solidFill>
                  <a:miter lim="800000"/>
                </a:ln>
                <a:effectLst/>
              </p:spPr>
            </p:cxnSp>
            <p:cxnSp>
              <p:nvCxnSpPr>
                <p:cNvPr id="40983" name=""/>
                <p:cNvCxnSpPr/>
                <p:nvPr/>
              </p:nvCxnSpPr>
              <p:spPr>
                <a:xfrm flipH="1">
                  <a:off x="2179" y="3671"/>
                  <a:ext cx="0" cy="127"/>
                </a:xfrm>
                <a:prstGeom prst="line">
                  <a:avLst/>
                </a:prstGeom>
                <a:noFill/>
                <a:ln w="12700">
                  <a:solidFill>
                    <a:schemeClr val="tx1"/>
                  </a:solidFill>
                  <a:miter lim="800000"/>
                </a:ln>
                <a:effectLst/>
              </p:spPr>
            </p:cxnSp>
            <p:cxnSp>
              <p:nvCxnSpPr>
                <p:cNvPr id="40984" name=""/>
                <p:cNvCxnSpPr/>
                <p:nvPr/>
              </p:nvCxnSpPr>
              <p:spPr>
                <a:xfrm flipH="1">
                  <a:off x="2196" y="3671"/>
                  <a:ext cx="0" cy="127"/>
                </a:xfrm>
                <a:prstGeom prst="line">
                  <a:avLst/>
                </a:prstGeom>
                <a:noFill/>
                <a:ln w="12700">
                  <a:solidFill>
                    <a:schemeClr val="tx1"/>
                  </a:solidFill>
                  <a:miter lim="800000"/>
                </a:ln>
                <a:effectLst/>
              </p:spPr>
            </p:cxnSp>
            <p:cxnSp>
              <p:nvCxnSpPr>
                <p:cNvPr id="40985" name=""/>
                <p:cNvCxnSpPr/>
                <p:nvPr/>
              </p:nvCxnSpPr>
              <p:spPr>
                <a:xfrm flipH="1">
                  <a:off x="2215" y="3671"/>
                  <a:ext cx="0" cy="127"/>
                </a:xfrm>
                <a:prstGeom prst="line">
                  <a:avLst/>
                </a:prstGeom>
                <a:noFill/>
                <a:ln w="12700">
                  <a:solidFill>
                    <a:schemeClr val="tx1"/>
                  </a:solidFill>
                  <a:miter lim="800000"/>
                </a:ln>
                <a:effectLst/>
              </p:spPr>
            </p:cxnSp>
          </p:grpSp>
          <p:sp>
            <p:nvSpPr>
              <p:cNvPr id="40986" name=""/>
              <p:cNvSpPr/>
              <p:nvPr/>
            </p:nvSpPr>
            <p:spPr>
              <a:xfrm>
                <a:off x="2112" y="3880"/>
                <a:ext cx="63" cy="17"/>
              </a:xfrm>
              <a:prstGeom prst="rect">
                <a:avLst/>
              </a:prstGeom>
              <a:solidFill>
                <a:schemeClr val="bg1"/>
              </a:solidFill>
              <a:ln w="12700">
                <a:solidFill>
                  <a:schemeClr val="tx1"/>
                </a:solidFill>
                <a:miter lim="800000"/>
              </a:ln>
              <a:effectLst/>
            </p:spPr>
          </p:sp>
        </p:grpSp>
      </p:grpSp>
      <p:cxnSp>
        <p:nvCxnSpPr>
          <p:cNvPr id="40987" name=""/>
          <p:cNvCxnSpPr/>
          <p:nvPr/>
        </p:nvCxnSpPr>
        <p:spPr>
          <a:xfrm>
            <a:off x="2705100" y="2232025"/>
            <a:ext cx="247650" cy="0"/>
          </a:xfrm>
          <a:prstGeom prst="line">
            <a:avLst/>
          </a:prstGeom>
          <a:noFill/>
          <a:ln w="127000">
            <a:solidFill>
              <a:schemeClr val="tx1"/>
            </a:solidFill>
            <a:miter lim="800000"/>
          </a:ln>
          <a:effectLst/>
        </p:spPr>
      </p:cxnSp>
      <p:sp>
        <p:nvSpPr>
          <p:cNvPr id="40988" name=""/>
          <p:cNvSpPr/>
          <p:nvPr/>
        </p:nvSpPr>
        <p:spPr>
          <a:xfrm>
            <a:off x="5729288" y="1865313"/>
            <a:ext cx="2120900" cy="749300"/>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600" b="1" i="1">
                <a:solidFill>
                  <a:srgbClr val="D0BD6E"/>
                </a:solidFill>
                <a:effectLst>
                  <a:outerShdw blurRad="38100" dist="38100" dir="2700000" algn="tl">
                    <a:srgbClr val="000000"/>
                  </a:outerShdw>
                </a:effectLst>
                <a:latin typeface="Arial" pitchFamily="34" charset="0"/>
              </a:rPr>
              <a:t>Data Warehouse Transformation &amp; Replication</a:t>
            </a:r>
            <a:endParaRPr sz="1600" b="1" i="1">
              <a:solidFill>
                <a:srgbClr val="D0BD6E"/>
              </a:solidFill>
              <a:effectLst>
                <a:outerShdw blurRad="38100" dist="38100" dir="2700000" algn="tl">
                  <a:srgbClr val="000000"/>
                </a:outerShdw>
              </a:effectLst>
              <a:latin typeface="Arial" pitchFamily="34" charset="0"/>
            </a:endParaRPr>
          </a:p>
        </p:txBody>
      </p:sp>
      <p:cxnSp>
        <p:nvCxnSpPr>
          <p:cNvPr id="40989" name=""/>
          <p:cNvCxnSpPr/>
          <p:nvPr/>
        </p:nvCxnSpPr>
        <p:spPr>
          <a:xfrm flipV="1">
            <a:off x="2808288" y="5661025"/>
            <a:ext cx="366712" cy="130175"/>
          </a:xfrm>
          <a:prstGeom prst="line">
            <a:avLst/>
          </a:prstGeom>
          <a:noFill/>
          <a:ln w="25400">
            <a:solidFill>
              <a:schemeClr val="tx1"/>
            </a:solidFill>
            <a:miter lim="800000"/>
          </a:ln>
          <a:effectLst/>
        </p:spPr>
      </p:cxnSp>
      <p:cxnSp>
        <p:nvCxnSpPr>
          <p:cNvPr id="40990" name=""/>
          <p:cNvCxnSpPr/>
          <p:nvPr/>
        </p:nvCxnSpPr>
        <p:spPr>
          <a:xfrm>
            <a:off x="3840163" y="5529263"/>
            <a:ext cx="590550" cy="131762"/>
          </a:xfrm>
          <a:prstGeom prst="line">
            <a:avLst/>
          </a:prstGeom>
          <a:noFill/>
          <a:ln w="25400">
            <a:solidFill>
              <a:schemeClr val="tx1"/>
            </a:solidFill>
            <a:miter lim="800000"/>
          </a:ln>
          <a:effectLst/>
        </p:spPr>
      </p:cxnSp>
      <p:cxnSp>
        <p:nvCxnSpPr>
          <p:cNvPr id="40991" name=""/>
          <p:cNvCxnSpPr/>
          <p:nvPr/>
        </p:nvCxnSpPr>
        <p:spPr>
          <a:xfrm flipH="1">
            <a:off x="2732088" y="5399088"/>
            <a:ext cx="442912" cy="130175"/>
          </a:xfrm>
          <a:prstGeom prst="line">
            <a:avLst/>
          </a:prstGeom>
          <a:noFill/>
          <a:ln w="25400">
            <a:solidFill>
              <a:schemeClr val="tx1"/>
            </a:solidFill>
            <a:miter lim="800000"/>
          </a:ln>
          <a:effectLst/>
        </p:spPr>
      </p:cxnSp>
      <p:cxnSp>
        <p:nvCxnSpPr>
          <p:cNvPr id="40992" name=""/>
          <p:cNvCxnSpPr/>
          <p:nvPr/>
        </p:nvCxnSpPr>
        <p:spPr>
          <a:xfrm flipV="1">
            <a:off x="2808288" y="5529263"/>
            <a:ext cx="366712" cy="131762"/>
          </a:xfrm>
          <a:prstGeom prst="line">
            <a:avLst/>
          </a:prstGeom>
          <a:noFill/>
          <a:ln w="25400">
            <a:solidFill>
              <a:schemeClr val="tx1"/>
            </a:solidFill>
            <a:miter lim="800000"/>
          </a:ln>
          <a:effectLst/>
        </p:spPr>
      </p:cxnSp>
      <p:cxnSp>
        <p:nvCxnSpPr>
          <p:cNvPr id="40993" name=""/>
          <p:cNvCxnSpPr/>
          <p:nvPr/>
        </p:nvCxnSpPr>
        <p:spPr>
          <a:xfrm>
            <a:off x="3913188" y="5399088"/>
            <a:ext cx="588962" cy="130175"/>
          </a:xfrm>
          <a:prstGeom prst="line">
            <a:avLst/>
          </a:prstGeom>
          <a:noFill/>
          <a:ln w="25400">
            <a:solidFill>
              <a:schemeClr val="tx1"/>
            </a:solidFill>
            <a:miter lim="800000"/>
          </a:ln>
          <a:effectLst/>
        </p:spPr>
      </p:cxnSp>
      <p:cxnSp>
        <p:nvCxnSpPr>
          <p:cNvPr id="40994" name=""/>
          <p:cNvCxnSpPr/>
          <p:nvPr/>
        </p:nvCxnSpPr>
        <p:spPr>
          <a:xfrm>
            <a:off x="3840163" y="5661025"/>
            <a:ext cx="514350" cy="130175"/>
          </a:xfrm>
          <a:prstGeom prst="line">
            <a:avLst/>
          </a:prstGeom>
          <a:noFill/>
          <a:ln w="25400">
            <a:solidFill>
              <a:schemeClr val="tx1"/>
            </a:solidFill>
            <a:miter lim="800000"/>
          </a:ln>
          <a:effectLst/>
        </p:spPr>
      </p:cxnSp>
      <p:cxnSp>
        <p:nvCxnSpPr>
          <p:cNvPr id="40995" name=""/>
          <p:cNvCxnSpPr/>
          <p:nvPr/>
        </p:nvCxnSpPr>
        <p:spPr>
          <a:xfrm flipV="1">
            <a:off x="1847850" y="4283075"/>
            <a:ext cx="1462088" cy="898525"/>
          </a:xfrm>
          <a:prstGeom prst="line">
            <a:avLst/>
          </a:prstGeom>
          <a:noFill/>
          <a:ln w="127000">
            <a:solidFill>
              <a:schemeClr val="hlink"/>
            </a:solidFill>
            <a:miter lim="800000"/>
            <a:headEnd type="stealth" len="lg"/>
            <a:tailEnd type="stealth" len="lg"/>
          </a:ln>
          <a:effectLst/>
        </p:spPr>
      </p:cxnSp>
      <p:cxnSp>
        <p:nvCxnSpPr>
          <p:cNvPr id="40996" name=""/>
          <p:cNvCxnSpPr/>
          <p:nvPr/>
        </p:nvCxnSpPr>
        <p:spPr>
          <a:xfrm flipH="1" flipV="1">
            <a:off x="2411413" y="3524250"/>
            <a:ext cx="752475" cy="552450"/>
          </a:xfrm>
          <a:prstGeom prst="line">
            <a:avLst/>
          </a:prstGeom>
          <a:noFill/>
          <a:ln w="101600">
            <a:solidFill>
              <a:srgbClr val="FC0128"/>
            </a:solidFill>
            <a:miter lim="800000"/>
            <a:tailEnd type="stealth" len="lg"/>
          </a:ln>
          <a:effectLst/>
        </p:spPr>
      </p:cxnSp>
      <p:cxnSp>
        <p:nvCxnSpPr>
          <p:cNvPr id="40997" name=""/>
          <p:cNvCxnSpPr/>
          <p:nvPr/>
        </p:nvCxnSpPr>
        <p:spPr>
          <a:xfrm>
            <a:off x="2686050" y="3248025"/>
            <a:ext cx="820738" cy="482600"/>
          </a:xfrm>
          <a:prstGeom prst="line">
            <a:avLst/>
          </a:prstGeom>
          <a:noFill/>
          <a:ln w="101600">
            <a:solidFill>
              <a:srgbClr val="618FFD"/>
            </a:solidFill>
            <a:miter lim="800000"/>
            <a:tailEnd type="stealth" len="lg"/>
          </a:ln>
          <a:effectLst/>
        </p:spPr>
      </p:cxnSp>
      <p:cxnSp>
        <p:nvCxnSpPr>
          <p:cNvPr id="40998" name=""/>
          <p:cNvCxnSpPr/>
          <p:nvPr/>
        </p:nvCxnSpPr>
        <p:spPr>
          <a:xfrm>
            <a:off x="4148138" y="2211388"/>
            <a:ext cx="1641475" cy="0"/>
          </a:xfrm>
          <a:prstGeom prst="line">
            <a:avLst/>
          </a:prstGeom>
          <a:noFill/>
          <a:ln w="127000">
            <a:solidFill>
              <a:srgbClr val="D0BD6E"/>
            </a:solidFill>
            <a:miter lim="800000"/>
            <a:tailEnd type="stealth" len="lg"/>
          </a:ln>
          <a:effectLst>
            <a:outerShdw dist="45791" dir="2021404" algn="ctr">
              <a:schemeClr val="hlink"/>
            </a:outerShdw>
          </a:effectLst>
        </p:spPr>
      </p:cxnSp>
      <p:cxnSp>
        <p:nvCxnSpPr>
          <p:cNvPr id="40999" name=""/>
          <p:cNvCxnSpPr/>
          <p:nvPr/>
        </p:nvCxnSpPr>
        <p:spPr>
          <a:xfrm>
            <a:off x="2752725" y="3178175"/>
            <a:ext cx="1370013" cy="552450"/>
          </a:xfrm>
          <a:prstGeom prst="line">
            <a:avLst/>
          </a:prstGeom>
          <a:noFill/>
          <a:ln w="101600">
            <a:solidFill>
              <a:srgbClr val="618FFD"/>
            </a:solidFill>
            <a:miter lim="800000"/>
            <a:tailEnd type="stealth" len="lg"/>
          </a:ln>
          <a:effectLst/>
        </p:spPr>
      </p:cxnSp>
      <p:cxnSp>
        <p:nvCxnSpPr>
          <p:cNvPr id="41000" name=""/>
          <p:cNvCxnSpPr/>
          <p:nvPr/>
        </p:nvCxnSpPr>
        <p:spPr>
          <a:xfrm>
            <a:off x="2752725" y="3109913"/>
            <a:ext cx="1985963" cy="620712"/>
          </a:xfrm>
          <a:prstGeom prst="line">
            <a:avLst/>
          </a:prstGeom>
          <a:noFill/>
          <a:ln w="101600">
            <a:solidFill>
              <a:srgbClr val="618FFD"/>
            </a:solidFill>
            <a:miter lim="800000"/>
            <a:tailEnd type="stealth" len="lg"/>
          </a:ln>
          <a:effectLst/>
        </p:spPr>
      </p:cxnSp>
      <p:cxnSp>
        <p:nvCxnSpPr>
          <p:cNvPr id="41001" name=""/>
          <p:cNvCxnSpPr/>
          <p:nvPr/>
        </p:nvCxnSpPr>
        <p:spPr>
          <a:xfrm>
            <a:off x="2752725" y="3040063"/>
            <a:ext cx="2532063" cy="690562"/>
          </a:xfrm>
          <a:prstGeom prst="line">
            <a:avLst/>
          </a:prstGeom>
          <a:noFill/>
          <a:ln w="101600">
            <a:solidFill>
              <a:srgbClr val="618FFD"/>
            </a:solidFill>
            <a:miter lim="800000"/>
            <a:tailEnd type="stealth" len="lg"/>
          </a:ln>
          <a:effectLst/>
        </p:spPr>
      </p:cxnSp>
      <p:cxnSp>
        <p:nvCxnSpPr>
          <p:cNvPr id="41002" name=""/>
          <p:cNvCxnSpPr/>
          <p:nvPr/>
        </p:nvCxnSpPr>
        <p:spPr>
          <a:xfrm>
            <a:off x="2752725" y="2901950"/>
            <a:ext cx="3216275" cy="828675"/>
          </a:xfrm>
          <a:prstGeom prst="line">
            <a:avLst/>
          </a:prstGeom>
          <a:noFill/>
          <a:ln w="101600">
            <a:solidFill>
              <a:srgbClr val="618FFD"/>
            </a:solidFill>
            <a:miter lim="800000"/>
            <a:tailEnd type="stealth" len="lg"/>
          </a:ln>
          <a:effectLst/>
        </p:spPr>
      </p:cxnSp>
      <p:cxnSp>
        <p:nvCxnSpPr>
          <p:cNvPr id="41003" name=""/>
          <p:cNvCxnSpPr/>
          <p:nvPr/>
        </p:nvCxnSpPr>
        <p:spPr>
          <a:xfrm>
            <a:off x="2752725" y="2832100"/>
            <a:ext cx="3832225" cy="898525"/>
          </a:xfrm>
          <a:prstGeom prst="line">
            <a:avLst/>
          </a:prstGeom>
          <a:noFill/>
          <a:ln w="101600">
            <a:solidFill>
              <a:srgbClr val="618FFD"/>
            </a:solidFill>
            <a:miter lim="800000"/>
            <a:tailEnd type="stealth" len="lg"/>
          </a:ln>
          <a:effectLst/>
        </p:spPr>
      </p:cxnSp>
      <p:sp>
        <p:nvSpPr>
          <p:cNvPr id="41004" name=""/>
          <p:cNvSpPr/>
          <p:nvPr/>
        </p:nvSpPr>
        <p:spPr>
          <a:xfrm>
            <a:off x="1047750" y="3867150"/>
            <a:ext cx="1782763" cy="306388"/>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rgbClr val="FC0128"/>
                </a:solidFill>
                <a:latin typeface="Arial" pitchFamily="34" charset="0"/>
              </a:rPr>
              <a:t>Transaction Pull</a:t>
            </a:r>
            <a:endParaRPr sz="1600" b="1" i="1">
              <a:solidFill>
                <a:srgbClr val="FC0128"/>
              </a:solidFill>
              <a:latin typeface="Arial" pitchFamily="34" charset="0"/>
            </a:endParaRPr>
          </a:p>
        </p:txBody>
      </p:sp>
      <p:sp>
        <p:nvSpPr>
          <p:cNvPr id="41005" name=""/>
          <p:cNvSpPr/>
          <p:nvPr/>
        </p:nvSpPr>
        <p:spPr>
          <a:xfrm>
            <a:off x="5427663" y="3108325"/>
            <a:ext cx="2743200" cy="3048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rgbClr val="618FFD"/>
                </a:solidFill>
                <a:latin typeface="Arial" pitchFamily="34" charset="0"/>
              </a:rPr>
              <a:t>Replication to every office</a:t>
            </a:r>
            <a:endParaRPr sz="1600" b="1" i="1">
              <a:solidFill>
                <a:srgbClr val="618FFD"/>
              </a:solidFill>
              <a:latin typeface="Arial" pitchFamily="34" charset="0"/>
            </a:endParaRPr>
          </a:p>
        </p:txBody>
      </p:sp>
      <p:sp>
        <p:nvSpPr>
          <p:cNvPr id="41006" name=""/>
          <p:cNvSpPr/>
          <p:nvPr/>
        </p:nvSpPr>
        <p:spPr>
          <a:xfrm>
            <a:off x="6457950" y="3452813"/>
            <a:ext cx="1906588" cy="3048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rgbClr val="FC0128"/>
                </a:solidFill>
                <a:latin typeface="Arial" pitchFamily="34" charset="0"/>
              </a:rPr>
              <a:t>Transaction Push</a:t>
            </a:r>
            <a:endParaRPr sz="1600" b="1" i="1">
              <a:solidFill>
                <a:srgbClr val="FC0128"/>
              </a:solidFill>
              <a:latin typeface="Arial" pitchFamily="34" charset="0"/>
            </a:endParaRPr>
          </a:p>
        </p:txBody>
      </p:sp>
      <p:sp>
        <p:nvSpPr>
          <p:cNvPr id="41007" name=""/>
          <p:cNvSpPr/>
          <p:nvPr/>
        </p:nvSpPr>
        <p:spPr>
          <a:xfrm>
            <a:off x="125413" y="2071688"/>
            <a:ext cx="1406525" cy="1192212"/>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chemeClr val="tx2"/>
                </a:solidFill>
                <a:latin typeface="Arial" pitchFamily="34" charset="0"/>
              </a:rPr>
              <a:t>Database of </a:t>
            </a:r>
            <a:br>
              <a:rPr sz="1600" b="1" i="1">
                <a:solidFill>
                  <a:schemeClr val="tx2"/>
                </a:solidFill>
                <a:latin typeface="Arial" pitchFamily="34" charset="0"/>
              </a:rPr>
            </a:br>
            <a:r>
              <a:rPr sz="1600" b="1" i="1">
                <a:solidFill>
                  <a:schemeClr val="tx2"/>
                </a:solidFill>
                <a:latin typeface="Arial" pitchFamily="34" charset="0"/>
              </a:rPr>
              <a:t>Record</a:t>
            </a:r>
            <a:br>
              <a:rPr sz="1600" b="1" i="1">
                <a:latin typeface="Arial" pitchFamily="34" charset="0"/>
              </a:rPr>
            </a:br>
            <a:br>
              <a:rPr sz="1600" b="1" i="1">
                <a:latin typeface="Arial" pitchFamily="34" charset="0"/>
              </a:rPr>
            </a:br>
            <a:r>
              <a:rPr sz="1600" b="1" i="1">
                <a:solidFill>
                  <a:schemeClr val="hlink"/>
                </a:solidFill>
                <a:latin typeface="Arial" pitchFamily="34" charset="0"/>
              </a:rPr>
              <a:t>Enterprise</a:t>
            </a:r>
            <a:r>
              <a:rPr sz="1600" b="1" i="1">
                <a:solidFill>
                  <a:schemeClr val="hlink"/>
                </a:solidFill>
                <a:latin typeface="Arial" pitchFamily="34" charset="0"/>
              </a:rPr>
              <a:t> </a:t>
            </a:r>
            <a:br>
              <a:rPr sz="1600" b="1" i="1">
                <a:solidFill>
                  <a:schemeClr val="hlink"/>
                </a:solidFill>
                <a:latin typeface="Arial" pitchFamily="34" charset="0"/>
              </a:rPr>
            </a:br>
            <a:r>
              <a:rPr sz="1600" b="1" i="1">
                <a:solidFill>
                  <a:schemeClr val="hlink"/>
                </a:solidFill>
                <a:latin typeface="Arial" pitchFamily="34" charset="0"/>
              </a:rPr>
              <a:t>Superserver</a:t>
            </a:r>
            <a:endParaRPr sz="1600" b="1" i="1">
              <a:solidFill>
                <a:schemeClr val="hlink"/>
              </a:solidFill>
              <a:latin typeface="Arial" pitchFamily="34" charset="0"/>
            </a:endParaRPr>
          </a:p>
        </p:txBody>
      </p:sp>
      <p:pic>
        <p:nvPicPr>
          <p:cNvPr id="41008" name=""/>
          <p:cNvPicPr/>
          <p:nvPr/>
        </p:nvPicPr>
        <p:blipFill>
          <a:blip r:embed="rId4"/>
          <a:stretch>
            <a:fillRect/>
          </a:stretch>
        </p:blipFill>
        <p:spPr>
          <a:xfrm>
            <a:off x="7805738" y="5168900"/>
            <a:ext cx="879475" cy="725488"/>
          </a:xfrm>
          <a:prstGeom prst="rect">
            <a:avLst/>
          </a:prstGeom>
          <a:noFill/>
          <a:ln>
            <a:noFill/>
            <a:miter lim="800000"/>
          </a:ln>
          <a:effectLst/>
        </p:spPr>
      </p:pic>
      <p:sp>
        <p:nvSpPr>
          <p:cNvPr id="41009" name=""/>
          <p:cNvSpPr/>
          <p:nvPr/>
        </p:nvSpPr>
        <p:spPr>
          <a:xfrm>
            <a:off x="7426325" y="4489450"/>
            <a:ext cx="1530350" cy="5270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i="1">
                <a:solidFill>
                  <a:srgbClr val="7B00E4"/>
                </a:solidFill>
                <a:latin typeface="Arial" pitchFamily="34" charset="0"/>
              </a:rPr>
              <a:t>Java &amp; HTML </a:t>
            </a:r>
            <a:br>
              <a:rPr sz="1600" b="1" i="1">
                <a:solidFill>
                  <a:srgbClr val="7B00E4"/>
                </a:solidFill>
                <a:latin typeface="Arial" pitchFamily="34" charset="0"/>
              </a:rPr>
            </a:br>
            <a:r>
              <a:rPr sz="1600" b="1" i="1">
                <a:solidFill>
                  <a:srgbClr val="7B00E4"/>
                </a:solidFill>
                <a:latin typeface="Arial" pitchFamily="34" charset="0"/>
              </a:rPr>
              <a:t>to Suppliers</a:t>
            </a:r>
            <a:endParaRPr sz="1600" b="1" i="1">
              <a:solidFill>
                <a:srgbClr val="7B00E4"/>
              </a:solidFill>
              <a:latin typeface="Arial" pitchFamily="34" charset="0"/>
            </a:endParaRPr>
          </a:p>
        </p:txBody>
      </p:sp>
      <p:cxnSp>
        <p:nvCxnSpPr>
          <p:cNvPr id="41010" name=""/>
          <p:cNvCxnSpPr/>
          <p:nvPr/>
        </p:nvCxnSpPr>
        <p:spPr>
          <a:xfrm>
            <a:off x="6234113" y="4491038"/>
            <a:ext cx="1479550" cy="1174750"/>
          </a:xfrm>
          <a:prstGeom prst="line">
            <a:avLst/>
          </a:prstGeom>
          <a:noFill/>
          <a:ln w="76200">
            <a:solidFill>
              <a:srgbClr val="9900FF"/>
            </a:solidFill>
            <a:miter lim="800000"/>
            <a:headEnd type="stealth" len="lg"/>
            <a:tailEnd type="stealth" len="lg"/>
          </a:ln>
          <a:effectLst/>
        </p:spPr>
      </p:cxnSp>
      <p:grpSp>
        <p:nvGrpSpPr>
          <p:cNvPr id="41011" name=""/>
          <p:cNvGrpSpPr/>
          <p:nvPr/>
        </p:nvGrpSpPr>
        <p:grpSpPr>
          <a:xfrm>
            <a:off x="2943225" y="1933575"/>
            <a:ext cx="1138238" cy="536575"/>
            <a:chOff x="1836" y="1343"/>
            <a:chExt cx="709" cy="373"/>
          </a:xfrm>
        </p:grpSpPr>
        <p:sp>
          <p:nvSpPr>
            <p:cNvPr id="41012" name=""/>
            <p:cNvSpPr/>
            <p:nvPr/>
          </p:nvSpPr>
          <p:spPr>
            <a:xfrm>
              <a:off x="1836" y="1411"/>
              <a:ext cx="709" cy="238"/>
            </a:xfrm>
            <a:custGeom>
              <a:pathLst>
                <a:path w="709" h="238">
                  <a:moveTo>
                    <a:pt x="0" y="0"/>
                  </a:moveTo>
                  <a:lnTo>
                    <a:pt x="708" y="0"/>
                  </a:lnTo>
                  <a:lnTo>
                    <a:pt x="708" y="237"/>
                  </a:lnTo>
                  <a:lnTo>
                    <a:pt x="0" y="237"/>
                  </a:lnTo>
                  <a:lnTo>
                    <a:pt x="0" y="0"/>
                  </a:lnTo>
                </a:path>
              </a:pathLst>
            </a:custGeom>
            <a:gradFill rotWithShape="0">
              <a:gsLst>
                <a:gs pos="0">
                  <a:srgbClr val="FFC62A">
                    <a:gamma/>
                    <a:shade val="49804"/>
                    <a:invGamma/>
                  </a:srgbClr>
                </a:gs>
                <a:gs pos="50000">
                  <a:srgbClr val="FFC62A"/>
                </a:gs>
                <a:gs pos="100000">
                  <a:srgbClr val="FFC62A">
                    <a:gamma/>
                    <a:shade val="49804"/>
                    <a:invGamma/>
                  </a:srgbClr>
                </a:gs>
              </a:gsLst>
              <a:lin ang="0" scaled="1"/>
            </a:gradFill>
            <a:ln cap="rnd">
              <a:noFill/>
              <a:round/>
            </a:ln>
            <a:effectLst/>
          </p:spPr>
        </p:sp>
        <p:sp>
          <p:nvSpPr>
            <p:cNvPr id="41013" name=""/>
            <p:cNvSpPr/>
            <p:nvPr/>
          </p:nvSpPr>
          <p:spPr>
            <a:xfrm>
              <a:off x="1836" y="1343"/>
              <a:ext cx="708" cy="127"/>
            </a:xfrm>
            <a:prstGeom prst="ellipse">
              <a:avLst/>
            </a:prstGeom>
            <a:solidFill>
              <a:schemeClr val="accent1"/>
            </a:solidFill>
            <a:ln>
              <a:noFill/>
              <a:miter lim="800000"/>
            </a:ln>
            <a:effectLst/>
          </p:spPr>
        </p:sp>
        <p:sp>
          <p:nvSpPr>
            <p:cNvPr id="41014" name=""/>
            <p:cNvSpPr/>
            <p:nvPr/>
          </p:nvSpPr>
          <p:spPr>
            <a:xfrm>
              <a:off x="1836" y="1589"/>
              <a:ext cx="708" cy="127"/>
            </a:xfrm>
            <a:prstGeom prst="ellipse">
              <a:avLst/>
            </a:prstGeom>
            <a:gradFill rotWithShape="0">
              <a:gsLst>
                <a:gs pos="0">
                  <a:srgbClr val="FFC62A">
                    <a:gamma/>
                    <a:shade val="49804"/>
                    <a:invGamma/>
                  </a:srgbClr>
                </a:gs>
                <a:gs pos="50000">
                  <a:srgbClr val="FFC62A"/>
                </a:gs>
                <a:gs pos="100000">
                  <a:srgbClr val="FFC62A">
                    <a:gamma/>
                    <a:shade val="49804"/>
                    <a:invGamma/>
                  </a:srgbClr>
                </a:gs>
              </a:gsLst>
              <a:lin ang="0" scaled="1"/>
            </a:gradFill>
            <a:ln>
              <a:noFill/>
              <a:miter lim="800000"/>
            </a:ln>
            <a:effectLst/>
          </p:spPr>
        </p:sp>
      </p:grpSp>
      <p:pic>
        <p:nvPicPr>
          <p:cNvPr id="41015" name=""/>
          <p:cNvPicPr/>
          <p:nvPr/>
        </p:nvPicPr>
        <p:blipFill>
          <a:blip r:embed="rId4"/>
          <a:stretch>
            <a:fillRect/>
          </a:stretch>
        </p:blipFill>
        <p:spPr>
          <a:xfrm>
            <a:off x="7850188" y="1658938"/>
            <a:ext cx="709612" cy="846137"/>
          </a:xfrm>
          <a:prstGeom prst="rect">
            <a:avLst/>
          </a:prstGeom>
          <a:noFill/>
          <a:ln>
            <a:noFill/>
            <a:miter lim="800000"/>
          </a:ln>
          <a:effectLst/>
        </p:spPr>
      </p:pic>
      <p:grpSp>
        <p:nvGrpSpPr>
          <p:cNvPr id="41016" name=""/>
          <p:cNvGrpSpPr/>
          <p:nvPr/>
        </p:nvGrpSpPr>
        <p:grpSpPr>
          <a:xfrm>
            <a:off x="3336925" y="3851275"/>
            <a:ext cx="862013" cy="985838"/>
            <a:chOff x="2081" y="2676"/>
            <a:chExt cx="538" cy="684"/>
          </a:xfrm>
        </p:grpSpPr>
        <p:pic>
          <p:nvPicPr>
            <p:cNvPr id="41017" name=""/>
            <p:cNvPicPr/>
            <p:nvPr/>
          </p:nvPicPr>
          <p:blipFill>
            <a:blip r:embed="rId4"/>
            <a:stretch>
              <a:fillRect/>
            </a:stretch>
          </p:blipFill>
          <p:spPr>
            <a:xfrm>
              <a:off x="2081" y="2676"/>
              <a:ext cx="442" cy="588"/>
            </a:xfrm>
            <a:prstGeom prst="rect">
              <a:avLst/>
            </a:prstGeom>
            <a:noFill/>
            <a:ln>
              <a:noFill/>
              <a:miter lim="800000"/>
            </a:ln>
            <a:effectLst/>
          </p:spPr>
        </p:pic>
        <p:pic>
          <p:nvPicPr>
            <p:cNvPr id="41018" name=""/>
            <p:cNvPicPr/>
            <p:nvPr/>
          </p:nvPicPr>
          <p:blipFill>
            <a:blip r:embed="rId4"/>
            <a:stretch>
              <a:fillRect/>
            </a:stretch>
          </p:blipFill>
          <p:spPr>
            <a:xfrm>
              <a:off x="2177" y="2772"/>
              <a:ext cx="442" cy="588"/>
            </a:xfrm>
            <a:prstGeom prst="rect">
              <a:avLst/>
            </a:prstGeom>
            <a:noFill/>
            <a:ln>
              <a:noFill/>
              <a:miter lim="800000"/>
            </a:ln>
            <a:effectLst/>
          </p:spPr>
        </p:pic>
      </p:grpSp>
      <p:grpSp>
        <p:nvGrpSpPr>
          <p:cNvPr id="41019" name=""/>
          <p:cNvGrpSpPr/>
          <p:nvPr/>
        </p:nvGrpSpPr>
        <p:grpSpPr>
          <a:xfrm>
            <a:off x="4414838" y="3851275"/>
            <a:ext cx="862012" cy="985838"/>
            <a:chOff x="2753" y="2676"/>
            <a:chExt cx="538" cy="684"/>
          </a:xfrm>
        </p:grpSpPr>
        <p:pic>
          <p:nvPicPr>
            <p:cNvPr id="41020" name=""/>
            <p:cNvPicPr/>
            <p:nvPr/>
          </p:nvPicPr>
          <p:blipFill>
            <a:blip r:embed="rId4"/>
            <a:stretch>
              <a:fillRect/>
            </a:stretch>
          </p:blipFill>
          <p:spPr>
            <a:xfrm>
              <a:off x="2753" y="2676"/>
              <a:ext cx="442" cy="588"/>
            </a:xfrm>
            <a:prstGeom prst="rect">
              <a:avLst/>
            </a:prstGeom>
            <a:noFill/>
            <a:ln>
              <a:noFill/>
              <a:miter lim="800000"/>
            </a:ln>
            <a:effectLst/>
          </p:spPr>
        </p:pic>
        <p:pic>
          <p:nvPicPr>
            <p:cNvPr id="41021" name=""/>
            <p:cNvPicPr/>
            <p:nvPr/>
          </p:nvPicPr>
          <p:blipFill>
            <a:blip r:embed="rId4"/>
            <a:stretch>
              <a:fillRect/>
            </a:stretch>
          </p:blipFill>
          <p:spPr>
            <a:xfrm>
              <a:off x="2849" y="2772"/>
              <a:ext cx="442" cy="588"/>
            </a:xfrm>
            <a:prstGeom prst="rect">
              <a:avLst/>
            </a:prstGeom>
            <a:noFill/>
            <a:ln>
              <a:noFill/>
              <a:miter lim="800000"/>
            </a:ln>
            <a:effectLst/>
          </p:spPr>
        </p:pic>
      </p:grpSp>
      <p:grpSp>
        <p:nvGrpSpPr>
          <p:cNvPr id="41022" name=""/>
          <p:cNvGrpSpPr/>
          <p:nvPr/>
        </p:nvGrpSpPr>
        <p:grpSpPr>
          <a:xfrm>
            <a:off x="5414963" y="3851275"/>
            <a:ext cx="862012" cy="985838"/>
            <a:chOff x="3377" y="2676"/>
            <a:chExt cx="538" cy="684"/>
          </a:xfrm>
        </p:grpSpPr>
        <p:pic>
          <p:nvPicPr>
            <p:cNvPr id="41023" name=""/>
            <p:cNvPicPr/>
            <p:nvPr/>
          </p:nvPicPr>
          <p:blipFill>
            <a:blip r:embed="rId4"/>
            <a:stretch>
              <a:fillRect/>
            </a:stretch>
          </p:blipFill>
          <p:spPr>
            <a:xfrm>
              <a:off x="3377" y="2676"/>
              <a:ext cx="442" cy="588"/>
            </a:xfrm>
            <a:prstGeom prst="rect">
              <a:avLst/>
            </a:prstGeom>
            <a:noFill/>
            <a:ln>
              <a:noFill/>
              <a:miter lim="800000"/>
            </a:ln>
            <a:effectLst/>
          </p:spPr>
        </p:pic>
        <p:pic>
          <p:nvPicPr>
            <p:cNvPr id="41024" name=""/>
            <p:cNvPicPr/>
            <p:nvPr/>
          </p:nvPicPr>
          <p:blipFill>
            <a:blip r:embed="rId4"/>
            <a:stretch>
              <a:fillRect/>
            </a:stretch>
          </p:blipFill>
          <p:spPr>
            <a:xfrm>
              <a:off x="3473" y="2772"/>
              <a:ext cx="442" cy="588"/>
            </a:xfrm>
            <a:prstGeom prst="rect">
              <a:avLst/>
            </a:prstGeom>
            <a:noFill/>
            <a:ln>
              <a:noFill/>
              <a:miter lim="800000"/>
            </a:ln>
            <a:effectLst/>
          </p:spPr>
        </p:pic>
      </p:grpSp>
      <p:sp>
        <p:nvSpPr>
          <p:cNvPr id="41025" name=""/>
          <p:cNvSpPr/>
          <p:nvPr/>
        </p:nvSpPr>
        <p:spPr>
          <a:xfrm>
            <a:off x="3479800" y="4752975"/>
            <a:ext cx="1708150" cy="414338"/>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800" b="1">
                <a:solidFill>
                  <a:schemeClr val="hlink"/>
                </a:solidFill>
                <a:latin typeface="Arial" pitchFamily="34" charset="0"/>
              </a:rPr>
              <a:t>Classic 2-Tier Client-Server</a:t>
            </a:r>
            <a:endParaRPr sz="1800" b="1">
              <a:solidFill>
                <a:schemeClr val="hlink"/>
              </a:solidFill>
              <a:latin typeface="Arial" pitchFamily="34" charset="0"/>
            </a:endParaRPr>
          </a:p>
        </p:txBody>
      </p:sp>
      <p:grpSp>
        <p:nvGrpSpPr>
          <p:cNvPr id="41026" name=""/>
          <p:cNvGrpSpPr/>
          <p:nvPr/>
        </p:nvGrpSpPr>
        <p:grpSpPr>
          <a:xfrm>
            <a:off x="6569075" y="3783013"/>
            <a:ext cx="863600" cy="984250"/>
            <a:chOff x="4097" y="2628"/>
            <a:chExt cx="538" cy="684"/>
          </a:xfrm>
        </p:grpSpPr>
        <p:pic>
          <p:nvPicPr>
            <p:cNvPr id="41027" name=""/>
            <p:cNvPicPr/>
            <p:nvPr/>
          </p:nvPicPr>
          <p:blipFill>
            <a:blip r:embed="rId4"/>
            <a:stretch>
              <a:fillRect/>
            </a:stretch>
          </p:blipFill>
          <p:spPr>
            <a:xfrm>
              <a:off x="4097" y="2628"/>
              <a:ext cx="442" cy="588"/>
            </a:xfrm>
            <a:prstGeom prst="rect">
              <a:avLst/>
            </a:prstGeom>
            <a:noFill/>
            <a:ln>
              <a:noFill/>
              <a:miter lim="800000"/>
            </a:ln>
            <a:effectLst/>
          </p:spPr>
        </p:pic>
        <p:pic>
          <p:nvPicPr>
            <p:cNvPr id="41028" name=""/>
            <p:cNvPicPr/>
            <p:nvPr/>
          </p:nvPicPr>
          <p:blipFill>
            <a:blip r:embed="rId4"/>
            <a:stretch>
              <a:fillRect/>
            </a:stretch>
          </p:blipFill>
          <p:spPr>
            <a:xfrm>
              <a:off x="4193" y="2724"/>
              <a:ext cx="442" cy="588"/>
            </a:xfrm>
            <a:prstGeom prst="rect">
              <a:avLst/>
            </a:prstGeom>
            <a:noFill/>
            <a:ln>
              <a:noFill/>
              <a:miter lim="800000"/>
            </a:ln>
            <a:effectLst/>
          </p:spPr>
        </p:pic>
      </p:grpSp>
      <p:grpSp>
        <p:nvGrpSpPr>
          <p:cNvPr id="41029" name=""/>
          <p:cNvGrpSpPr/>
          <p:nvPr/>
        </p:nvGrpSpPr>
        <p:grpSpPr>
          <a:xfrm>
            <a:off x="1554163" y="1797050"/>
            <a:ext cx="1295400" cy="1589088"/>
            <a:chOff x="969" y="1248"/>
            <a:chExt cx="808" cy="1105"/>
          </a:xfrm>
        </p:grpSpPr>
        <p:sp>
          <p:nvSpPr>
            <p:cNvPr id="41030" name=""/>
            <p:cNvSpPr/>
            <p:nvPr/>
          </p:nvSpPr>
          <p:spPr>
            <a:xfrm>
              <a:off x="969" y="1327"/>
              <a:ext cx="227" cy="1026"/>
            </a:xfrm>
            <a:custGeom>
              <a:pathLst>
                <a:path w="227" h="1026">
                  <a:moveTo>
                    <a:pt x="0" y="0"/>
                  </a:moveTo>
                  <a:lnTo>
                    <a:pt x="226" y="45"/>
                  </a:lnTo>
                  <a:lnTo>
                    <a:pt x="226" y="1025"/>
                  </a:lnTo>
                  <a:lnTo>
                    <a:pt x="0" y="933"/>
                  </a:lnTo>
                  <a:lnTo>
                    <a:pt x="0" y="0"/>
                  </a:lnTo>
                </a:path>
              </a:pathLst>
            </a:custGeom>
            <a:solidFill>
              <a:srgbClr val="C0C0C0"/>
            </a:solidFill>
            <a:ln w="12700" cap="rnd" cmpd="sng">
              <a:solidFill>
                <a:srgbClr val="000000"/>
              </a:solidFill>
              <a:prstDash val="solid"/>
              <a:round/>
            </a:ln>
            <a:effectLst/>
          </p:spPr>
        </p:sp>
        <p:sp>
          <p:nvSpPr>
            <p:cNvPr id="41031" name=""/>
            <p:cNvSpPr/>
            <p:nvPr/>
          </p:nvSpPr>
          <p:spPr>
            <a:xfrm>
              <a:off x="1195" y="1280"/>
              <a:ext cx="582" cy="1073"/>
            </a:xfrm>
            <a:custGeom>
              <a:pathLst>
                <a:path w="582" h="1073">
                  <a:moveTo>
                    <a:pt x="0" y="91"/>
                  </a:moveTo>
                  <a:lnTo>
                    <a:pt x="581" y="0"/>
                  </a:lnTo>
                  <a:lnTo>
                    <a:pt x="581" y="916"/>
                  </a:lnTo>
                  <a:lnTo>
                    <a:pt x="0" y="1072"/>
                  </a:lnTo>
                  <a:lnTo>
                    <a:pt x="0" y="91"/>
                  </a:lnTo>
                </a:path>
              </a:pathLst>
            </a:custGeom>
            <a:solidFill>
              <a:srgbClr val="2A6BFF"/>
            </a:solidFill>
            <a:ln w="12700" cap="rnd" cmpd="sng">
              <a:solidFill>
                <a:srgbClr val="000000"/>
              </a:solidFill>
              <a:prstDash val="solid"/>
              <a:round/>
            </a:ln>
            <a:effectLst/>
          </p:spPr>
        </p:sp>
        <p:sp>
          <p:nvSpPr>
            <p:cNvPr id="41032" name=""/>
            <p:cNvSpPr/>
            <p:nvPr/>
          </p:nvSpPr>
          <p:spPr>
            <a:xfrm>
              <a:off x="969" y="1248"/>
              <a:ext cx="808" cy="125"/>
            </a:xfrm>
            <a:custGeom>
              <a:pathLst>
                <a:path w="808" h="125">
                  <a:moveTo>
                    <a:pt x="0" y="78"/>
                  </a:moveTo>
                  <a:lnTo>
                    <a:pt x="582" y="0"/>
                  </a:lnTo>
                  <a:lnTo>
                    <a:pt x="807" y="32"/>
                  </a:lnTo>
                  <a:lnTo>
                    <a:pt x="225" y="124"/>
                  </a:lnTo>
                  <a:lnTo>
                    <a:pt x="0" y="78"/>
                  </a:lnTo>
                </a:path>
              </a:pathLst>
            </a:custGeom>
            <a:solidFill>
              <a:srgbClr val="404040"/>
            </a:solidFill>
            <a:ln w="12700" cap="rnd" cmpd="sng">
              <a:solidFill>
                <a:srgbClr val="000000"/>
              </a:solidFill>
              <a:prstDash val="solid"/>
              <a:round/>
            </a:ln>
            <a:effectLst/>
          </p:spPr>
        </p:sp>
        <p:sp>
          <p:nvSpPr>
            <p:cNvPr id="41033" name=""/>
            <p:cNvSpPr/>
            <p:nvPr/>
          </p:nvSpPr>
          <p:spPr>
            <a:xfrm>
              <a:off x="1195" y="1372"/>
              <a:ext cx="24" cy="981"/>
            </a:xfrm>
            <a:custGeom>
              <a:pathLst>
                <a:path w="24" h="981">
                  <a:moveTo>
                    <a:pt x="0" y="0"/>
                  </a:moveTo>
                  <a:lnTo>
                    <a:pt x="23" y="0"/>
                  </a:lnTo>
                  <a:lnTo>
                    <a:pt x="23" y="980"/>
                  </a:lnTo>
                  <a:lnTo>
                    <a:pt x="0" y="980"/>
                  </a:lnTo>
                  <a:lnTo>
                    <a:pt x="0" y="0"/>
                  </a:lnTo>
                </a:path>
              </a:pathLst>
            </a:custGeom>
            <a:solidFill>
              <a:srgbClr val="E3E3E3"/>
            </a:solidFill>
            <a:ln w="12700" cap="rnd" cmpd="sng">
              <a:solidFill>
                <a:srgbClr val="000000"/>
              </a:solidFill>
              <a:prstDash val="solid"/>
              <a:round/>
            </a:ln>
            <a:effectLst/>
          </p:spPr>
        </p:sp>
        <p:cxnSp>
          <p:nvCxnSpPr>
            <p:cNvPr id="41034" name=""/>
            <p:cNvCxnSpPr/>
            <p:nvPr/>
          </p:nvCxnSpPr>
          <p:spPr>
            <a:xfrm>
              <a:off x="990" y="1692"/>
              <a:ext cx="67" cy="16"/>
            </a:xfrm>
            <a:prstGeom prst="line">
              <a:avLst/>
            </a:prstGeom>
            <a:noFill/>
            <a:ln>
              <a:noFill/>
              <a:miter lim="800000"/>
            </a:ln>
            <a:effectLst/>
          </p:spPr>
        </p:cxnSp>
        <p:cxnSp>
          <p:nvCxnSpPr>
            <p:cNvPr id="41035" name=""/>
            <p:cNvCxnSpPr/>
            <p:nvPr/>
          </p:nvCxnSpPr>
          <p:spPr>
            <a:xfrm>
              <a:off x="990" y="1692"/>
              <a:ext cx="67" cy="16"/>
            </a:xfrm>
            <a:prstGeom prst="line">
              <a:avLst/>
            </a:prstGeom>
            <a:noFill/>
            <a:ln w="12700">
              <a:solidFill>
                <a:prstClr val="black"/>
              </a:solidFill>
              <a:miter lim="800000"/>
            </a:ln>
            <a:effectLst/>
          </p:spPr>
        </p:cxnSp>
        <p:cxnSp>
          <p:nvCxnSpPr>
            <p:cNvPr id="41036" name=""/>
            <p:cNvCxnSpPr/>
            <p:nvPr/>
          </p:nvCxnSpPr>
          <p:spPr>
            <a:xfrm>
              <a:off x="990" y="1372"/>
              <a:ext cx="67" cy="14"/>
            </a:xfrm>
            <a:prstGeom prst="line">
              <a:avLst/>
            </a:prstGeom>
            <a:noFill/>
            <a:ln>
              <a:noFill/>
              <a:miter lim="800000"/>
            </a:ln>
            <a:effectLst/>
          </p:spPr>
        </p:cxnSp>
        <p:cxnSp>
          <p:nvCxnSpPr>
            <p:cNvPr id="41037" name=""/>
            <p:cNvCxnSpPr/>
            <p:nvPr/>
          </p:nvCxnSpPr>
          <p:spPr>
            <a:xfrm>
              <a:off x="990" y="1372"/>
              <a:ext cx="67" cy="14"/>
            </a:xfrm>
            <a:prstGeom prst="line">
              <a:avLst/>
            </a:prstGeom>
            <a:noFill/>
            <a:ln w="12700">
              <a:solidFill>
                <a:prstClr val="black"/>
              </a:solidFill>
              <a:miter lim="800000"/>
            </a:ln>
            <a:effectLst/>
          </p:spPr>
        </p:cxnSp>
        <p:sp>
          <p:nvSpPr>
            <p:cNvPr id="41038" name=""/>
            <p:cNvSpPr/>
            <p:nvPr/>
          </p:nvSpPr>
          <p:spPr>
            <a:xfrm>
              <a:off x="990" y="1372"/>
              <a:ext cx="50" cy="312"/>
            </a:xfrm>
            <a:custGeom>
              <a:pathLst>
                <a:path w="50" h="312">
                  <a:moveTo>
                    <a:pt x="0" y="0"/>
                  </a:moveTo>
                  <a:lnTo>
                    <a:pt x="49" y="13"/>
                  </a:lnTo>
                  <a:lnTo>
                    <a:pt x="49" y="311"/>
                  </a:lnTo>
                  <a:lnTo>
                    <a:pt x="0" y="295"/>
                  </a:lnTo>
                  <a:lnTo>
                    <a:pt x="0" y="0"/>
                  </a:lnTo>
                </a:path>
              </a:pathLst>
            </a:custGeom>
            <a:noFill/>
            <a:ln cap="rnd">
              <a:noFill/>
              <a:round/>
            </a:ln>
            <a:effectLst/>
          </p:spPr>
        </p:sp>
        <p:sp>
          <p:nvSpPr>
            <p:cNvPr id="41039" name=""/>
            <p:cNvSpPr/>
            <p:nvPr/>
          </p:nvSpPr>
          <p:spPr>
            <a:xfrm>
              <a:off x="990" y="1372"/>
              <a:ext cx="68" cy="337"/>
            </a:xfrm>
            <a:custGeom>
              <a:pathLst>
                <a:path w="68" h="337">
                  <a:moveTo>
                    <a:pt x="0" y="0"/>
                  </a:moveTo>
                  <a:lnTo>
                    <a:pt x="67" y="13"/>
                  </a:lnTo>
                  <a:lnTo>
                    <a:pt x="67" y="336"/>
                  </a:lnTo>
                  <a:lnTo>
                    <a:pt x="0" y="318"/>
                  </a:lnTo>
                  <a:lnTo>
                    <a:pt x="0" y="0"/>
                  </a:lnTo>
                </a:path>
              </a:pathLst>
            </a:custGeom>
            <a:noFill/>
            <a:ln w="12700" cap="rnd" cmpd="sng">
              <a:solidFill>
                <a:srgbClr val="000000"/>
              </a:solidFill>
              <a:prstDash val="solid"/>
              <a:round/>
            </a:ln>
            <a:effectLst/>
          </p:spPr>
        </p:sp>
        <p:cxnSp>
          <p:nvCxnSpPr>
            <p:cNvPr id="41040" name=""/>
            <p:cNvCxnSpPr/>
            <p:nvPr/>
          </p:nvCxnSpPr>
          <p:spPr>
            <a:xfrm>
              <a:off x="990" y="1386"/>
              <a:ext cx="67" cy="14"/>
            </a:xfrm>
            <a:prstGeom prst="line">
              <a:avLst/>
            </a:prstGeom>
            <a:noFill/>
            <a:ln>
              <a:noFill/>
              <a:miter lim="800000"/>
            </a:ln>
            <a:effectLst/>
          </p:spPr>
        </p:cxnSp>
        <p:cxnSp>
          <p:nvCxnSpPr>
            <p:cNvPr id="41041" name=""/>
            <p:cNvCxnSpPr/>
            <p:nvPr/>
          </p:nvCxnSpPr>
          <p:spPr>
            <a:xfrm>
              <a:off x="990" y="1386"/>
              <a:ext cx="67" cy="14"/>
            </a:xfrm>
            <a:prstGeom prst="line">
              <a:avLst/>
            </a:prstGeom>
            <a:noFill/>
            <a:ln w="12700">
              <a:solidFill>
                <a:prstClr val="black"/>
              </a:solidFill>
              <a:miter lim="800000"/>
            </a:ln>
            <a:effectLst/>
          </p:spPr>
        </p:cxnSp>
        <p:cxnSp>
          <p:nvCxnSpPr>
            <p:cNvPr id="41042" name=""/>
            <p:cNvCxnSpPr/>
            <p:nvPr/>
          </p:nvCxnSpPr>
          <p:spPr>
            <a:xfrm>
              <a:off x="990" y="1400"/>
              <a:ext cx="67" cy="18"/>
            </a:xfrm>
            <a:prstGeom prst="line">
              <a:avLst/>
            </a:prstGeom>
            <a:noFill/>
            <a:ln>
              <a:noFill/>
              <a:miter lim="800000"/>
            </a:ln>
            <a:effectLst/>
          </p:spPr>
        </p:cxnSp>
        <p:cxnSp>
          <p:nvCxnSpPr>
            <p:cNvPr id="41043" name=""/>
            <p:cNvCxnSpPr/>
            <p:nvPr/>
          </p:nvCxnSpPr>
          <p:spPr>
            <a:xfrm>
              <a:off x="990" y="1400"/>
              <a:ext cx="67" cy="18"/>
            </a:xfrm>
            <a:prstGeom prst="line">
              <a:avLst/>
            </a:prstGeom>
            <a:noFill/>
            <a:ln w="12700">
              <a:solidFill>
                <a:prstClr val="black"/>
              </a:solidFill>
              <a:miter lim="800000"/>
            </a:ln>
            <a:effectLst/>
          </p:spPr>
        </p:cxnSp>
        <p:cxnSp>
          <p:nvCxnSpPr>
            <p:cNvPr id="41044" name=""/>
            <p:cNvCxnSpPr/>
            <p:nvPr/>
          </p:nvCxnSpPr>
          <p:spPr>
            <a:xfrm>
              <a:off x="990" y="1418"/>
              <a:ext cx="67" cy="12"/>
            </a:xfrm>
            <a:prstGeom prst="line">
              <a:avLst/>
            </a:prstGeom>
            <a:noFill/>
            <a:ln>
              <a:noFill/>
              <a:miter lim="800000"/>
            </a:ln>
            <a:effectLst/>
          </p:spPr>
        </p:cxnSp>
        <p:cxnSp>
          <p:nvCxnSpPr>
            <p:cNvPr id="41045" name=""/>
            <p:cNvCxnSpPr/>
            <p:nvPr/>
          </p:nvCxnSpPr>
          <p:spPr>
            <a:xfrm>
              <a:off x="990" y="1418"/>
              <a:ext cx="67" cy="12"/>
            </a:xfrm>
            <a:prstGeom prst="line">
              <a:avLst/>
            </a:prstGeom>
            <a:noFill/>
            <a:ln w="12700">
              <a:solidFill>
                <a:prstClr val="black"/>
              </a:solidFill>
              <a:miter lim="800000"/>
            </a:ln>
            <a:effectLst/>
          </p:spPr>
        </p:cxnSp>
        <p:cxnSp>
          <p:nvCxnSpPr>
            <p:cNvPr id="41046" name=""/>
            <p:cNvCxnSpPr/>
            <p:nvPr/>
          </p:nvCxnSpPr>
          <p:spPr>
            <a:xfrm>
              <a:off x="990" y="1430"/>
              <a:ext cx="67" cy="15"/>
            </a:xfrm>
            <a:prstGeom prst="line">
              <a:avLst/>
            </a:prstGeom>
            <a:noFill/>
            <a:ln>
              <a:noFill/>
              <a:miter lim="800000"/>
            </a:ln>
            <a:effectLst/>
          </p:spPr>
        </p:cxnSp>
        <p:cxnSp>
          <p:nvCxnSpPr>
            <p:cNvPr id="41047" name=""/>
            <p:cNvCxnSpPr/>
            <p:nvPr/>
          </p:nvCxnSpPr>
          <p:spPr>
            <a:xfrm>
              <a:off x="990" y="1430"/>
              <a:ext cx="67" cy="15"/>
            </a:xfrm>
            <a:prstGeom prst="line">
              <a:avLst/>
            </a:prstGeom>
            <a:noFill/>
            <a:ln w="12700">
              <a:solidFill>
                <a:prstClr val="black"/>
              </a:solidFill>
              <a:miter lim="800000"/>
            </a:ln>
            <a:effectLst/>
          </p:spPr>
        </p:cxnSp>
        <p:cxnSp>
          <p:nvCxnSpPr>
            <p:cNvPr id="41048" name=""/>
            <p:cNvCxnSpPr/>
            <p:nvPr/>
          </p:nvCxnSpPr>
          <p:spPr>
            <a:xfrm>
              <a:off x="990" y="1445"/>
              <a:ext cx="67" cy="0"/>
            </a:xfrm>
            <a:prstGeom prst="line">
              <a:avLst/>
            </a:prstGeom>
            <a:noFill/>
            <a:ln>
              <a:noFill/>
              <a:miter lim="800000"/>
            </a:ln>
            <a:effectLst/>
          </p:spPr>
        </p:cxnSp>
        <p:cxnSp>
          <p:nvCxnSpPr>
            <p:cNvPr id="41049" name=""/>
            <p:cNvCxnSpPr/>
            <p:nvPr/>
          </p:nvCxnSpPr>
          <p:spPr>
            <a:xfrm>
              <a:off x="990" y="1445"/>
              <a:ext cx="67" cy="0"/>
            </a:xfrm>
            <a:prstGeom prst="line">
              <a:avLst/>
            </a:prstGeom>
            <a:noFill/>
            <a:ln w="12700">
              <a:solidFill>
                <a:prstClr val="black"/>
              </a:solidFill>
              <a:miter lim="800000"/>
            </a:ln>
            <a:effectLst/>
          </p:spPr>
        </p:cxnSp>
        <p:cxnSp>
          <p:nvCxnSpPr>
            <p:cNvPr id="41050" name=""/>
            <p:cNvCxnSpPr/>
            <p:nvPr/>
          </p:nvCxnSpPr>
          <p:spPr>
            <a:xfrm>
              <a:off x="990" y="1464"/>
              <a:ext cx="67" cy="0"/>
            </a:xfrm>
            <a:prstGeom prst="line">
              <a:avLst/>
            </a:prstGeom>
            <a:noFill/>
            <a:ln>
              <a:noFill/>
              <a:miter lim="800000"/>
            </a:ln>
            <a:effectLst/>
          </p:spPr>
        </p:cxnSp>
        <p:cxnSp>
          <p:nvCxnSpPr>
            <p:cNvPr id="41051" name=""/>
            <p:cNvCxnSpPr/>
            <p:nvPr/>
          </p:nvCxnSpPr>
          <p:spPr>
            <a:xfrm>
              <a:off x="990" y="1464"/>
              <a:ext cx="67" cy="0"/>
            </a:xfrm>
            <a:prstGeom prst="line">
              <a:avLst/>
            </a:prstGeom>
            <a:noFill/>
            <a:ln w="12700">
              <a:solidFill>
                <a:prstClr val="black"/>
              </a:solidFill>
              <a:miter lim="800000"/>
            </a:ln>
            <a:effectLst/>
          </p:spPr>
        </p:cxnSp>
        <p:cxnSp>
          <p:nvCxnSpPr>
            <p:cNvPr id="41052" name=""/>
            <p:cNvCxnSpPr/>
            <p:nvPr/>
          </p:nvCxnSpPr>
          <p:spPr>
            <a:xfrm>
              <a:off x="990" y="1464"/>
              <a:ext cx="67" cy="14"/>
            </a:xfrm>
            <a:prstGeom prst="line">
              <a:avLst/>
            </a:prstGeom>
            <a:noFill/>
            <a:ln>
              <a:noFill/>
              <a:miter lim="800000"/>
            </a:ln>
            <a:effectLst/>
          </p:spPr>
        </p:cxnSp>
        <p:cxnSp>
          <p:nvCxnSpPr>
            <p:cNvPr id="41053" name=""/>
            <p:cNvCxnSpPr/>
            <p:nvPr/>
          </p:nvCxnSpPr>
          <p:spPr>
            <a:xfrm>
              <a:off x="990" y="1464"/>
              <a:ext cx="67" cy="14"/>
            </a:xfrm>
            <a:prstGeom prst="line">
              <a:avLst/>
            </a:prstGeom>
            <a:noFill/>
            <a:ln w="12700">
              <a:solidFill>
                <a:prstClr val="black"/>
              </a:solidFill>
              <a:miter lim="800000"/>
            </a:ln>
            <a:effectLst/>
          </p:spPr>
        </p:cxnSp>
        <p:cxnSp>
          <p:nvCxnSpPr>
            <p:cNvPr id="41054" name=""/>
            <p:cNvCxnSpPr/>
            <p:nvPr/>
          </p:nvCxnSpPr>
          <p:spPr>
            <a:xfrm>
              <a:off x="990" y="1478"/>
              <a:ext cx="67" cy="14"/>
            </a:xfrm>
            <a:prstGeom prst="line">
              <a:avLst/>
            </a:prstGeom>
            <a:noFill/>
            <a:ln>
              <a:noFill/>
              <a:miter lim="800000"/>
            </a:ln>
            <a:effectLst/>
          </p:spPr>
        </p:cxnSp>
        <p:cxnSp>
          <p:nvCxnSpPr>
            <p:cNvPr id="41055" name=""/>
            <p:cNvCxnSpPr/>
            <p:nvPr/>
          </p:nvCxnSpPr>
          <p:spPr>
            <a:xfrm>
              <a:off x="990" y="1478"/>
              <a:ext cx="67" cy="14"/>
            </a:xfrm>
            <a:prstGeom prst="line">
              <a:avLst/>
            </a:prstGeom>
            <a:noFill/>
            <a:ln w="12700">
              <a:solidFill>
                <a:prstClr val="black"/>
              </a:solidFill>
              <a:miter lim="800000"/>
            </a:ln>
            <a:effectLst/>
          </p:spPr>
        </p:cxnSp>
        <p:cxnSp>
          <p:nvCxnSpPr>
            <p:cNvPr id="41056" name=""/>
            <p:cNvCxnSpPr/>
            <p:nvPr/>
          </p:nvCxnSpPr>
          <p:spPr>
            <a:xfrm>
              <a:off x="990" y="1492"/>
              <a:ext cx="67" cy="16"/>
            </a:xfrm>
            <a:prstGeom prst="line">
              <a:avLst/>
            </a:prstGeom>
            <a:noFill/>
            <a:ln>
              <a:noFill/>
              <a:miter lim="800000"/>
            </a:ln>
            <a:effectLst/>
          </p:spPr>
        </p:cxnSp>
        <p:cxnSp>
          <p:nvCxnSpPr>
            <p:cNvPr id="41057" name=""/>
            <p:cNvCxnSpPr/>
            <p:nvPr/>
          </p:nvCxnSpPr>
          <p:spPr>
            <a:xfrm>
              <a:off x="990" y="1492"/>
              <a:ext cx="67" cy="16"/>
            </a:xfrm>
            <a:prstGeom prst="line">
              <a:avLst/>
            </a:prstGeom>
            <a:noFill/>
            <a:ln w="12700">
              <a:solidFill>
                <a:prstClr val="black"/>
              </a:solidFill>
              <a:miter lim="800000"/>
            </a:ln>
            <a:effectLst/>
          </p:spPr>
        </p:cxnSp>
        <p:cxnSp>
          <p:nvCxnSpPr>
            <p:cNvPr id="41058" name=""/>
            <p:cNvCxnSpPr/>
            <p:nvPr/>
          </p:nvCxnSpPr>
          <p:spPr>
            <a:xfrm>
              <a:off x="990" y="1508"/>
              <a:ext cx="67" cy="16"/>
            </a:xfrm>
            <a:prstGeom prst="line">
              <a:avLst/>
            </a:prstGeom>
            <a:noFill/>
            <a:ln>
              <a:noFill/>
              <a:miter lim="800000"/>
            </a:ln>
            <a:effectLst/>
          </p:spPr>
        </p:cxnSp>
        <p:cxnSp>
          <p:nvCxnSpPr>
            <p:cNvPr id="41059" name=""/>
            <p:cNvCxnSpPr/>
            <p:nvPr/>
          </p:nvCxnSpPr>
          <p:spPr>
            <a:xfrm>
              <a:off x="990" y="1508"/>
              <a:ext cx="67" cy="16"/>
            </a:xfrm>
            <a:prstGeom prst="line">
              <a:avLst/>
            </a:prstGeom>
            <a:noFill/>
            <a:ln w="12700">
              <a:solidFill>
                <a:prstClr val="black"/>
              </a:solidFill>
              <a:miter lim="800000"/>
            </a:ln>
            <a:effectLst/>
          </p:spPr>
        </p:cxnSp>
        <p:cxnSp>
          <p:nvCxnSpPr>
            <p:cNvPr id="41060" name=""/>
            <p:cNvCxnSpPr/>
            <p:nvPr/>
          </p:nvCxnSpPr>
          <p:spPr>
            <a:xfrm>
              <a:off x="990" y="1524"/>
              <a:ext cx="67" cy="13"/>
            </a:xfrm>
            <a:prstGeom prst="line">
              <a:avLst/>
            </a:prstGeom>
            <a:noFill/>
            <a:ln>
              <a:noFill/>
              <a:miter lim="800000"/>
            </a:ln>
            <a:effectLst/>
          </p:spPr>
        </p:cxnSp>
        <p:cxnSp>
          <p:nvCxnSpPr>
            <p:cNvPr id="41061" name=""/>
            <p:cNvCxnSpPr/>
            <p:nvPr/>
          </p:nvCxnSpPr>
          <p:spPr>
            <a:xfrm>
              <a:off x="990" y="1524"/>
              <a:ext cx="67" cy="13"/>
            </a:xfrm>
            <a:prstGeom prst="line">
              <a:avLst/>
            </a:prstGeom>
            <a:noFill/>
            <a:ln w="12700">
              <a:solidFill>
                <a:prstClr val="black"/>
              </a:solidFill>
              <a:miter lim="800000"/>
            </a:ln>
            <a:effectLst/>
          </p:spPr>
        </p:cxnSp>
        <p:cxnSp>
          <p:nvCxnSpPr>
            <p:cNvPr id="41062" name=""/>
            <p:cNvCxnSpPr/>
            <p:nvPr/>
          </p:nvCxnSpPr>
          <p:spPr>
            <a:xfrm>
              <a:off x="990" y="1537"/>
              <a:ext cx="67" cy="15"/>
            </a:xfrm>
            <a:prstGeom prst="line">
              <a:avLst/>
            </a:prstGeom>
            <a:noFill/>
            <a:ln>
              <a:noFill/>
              <a:miter lim="800000"/>
            </a:ln>
            <a:effectLst/>
          </p:spPr>
        </p:cxnSp>
        <p:cxnSp>
          <p:nvCxnSpPr>
            <p:cNvPr id="41063" name=""/>
            <p:cNvCxnSpPr/>
            <p:nvPr/>
          </p:nvCxnSpPr>
          <p:spPr>
            <a:xfrm>
              <a:off x="990" y="1537"/>
              <a:ext cx="67" cy="15"/>
            </a:xfrm>
            <a:prstGeom prst="line">
              <a:avLst/>
            </a:prstGeom>
            <a:noFill/>
            <a:ln w="12700">
              <a:solidFill>
                <a:prstClr val="black"/>
              </a:solidFill>
              <a:miter lim="800000"/>
            </a:ln>
            <a:effectLst/>
          </p:spPr>
        </p:cxnSp>
        <p:cxnSp>
          <p:nvCxnSpPr>
            <p:cNvPr id="41064" name=""/>
            <p:cNvCxnSpPr/>
            <p:nvPr/>
          </p:nvCxnSpPr>
          <p:spPr>
            <a:xfrm>
              <a:off x="990" y="1552"/>
              <a:ext cx="67" cy="20"/>
            </a:xfrm>
            <a:prstGeom prst="line">
              <a:avLst/>
            </a:prstGeom>
            <a:noFill/>
            <a:ln>
              <a:noFill/>
              <a:miter lim="800000"/>
            </a:ln>
            <a:effectLst/>
          </p:spPr>
        </p:cxnSp>
        <p:cxnSp>
          <p:nvCxnSpPr>
            <p:cNvPr id="41065" name=""/>
            <p:cNvCxnSpPr/>
            <p:nvPr/>
          </p:nvCxnSpPr>
          <p:spPr>
            <a:xfrm>
              <a:off x="990" y="1552"/>
              <a:ext cx="67" cy="20"/>
            </a:xfrm>
            <a:prstGeom prst="line">
              <a:avLst/>
            </a:prstGeom>
            <a:noFill/>
            <a:ln w="12700">
              <a:solidFill>
                <a:prstClr val="black"/>
              </a:solidFill>
              <a:miter lim="800000"/>
            </a:ln>
            <a:effectLst/>
          </p:spPr>
        </p:cxnSp>
        <p:cxnSp>
          <p:nvCxnSpPr>
            <p:cNvPr id="41066" name=""/>
            <p:cNvCxnSpPr/>
            <p:nvPr/>
          </p:nvCxnSpPr>
          <p:spPr>
            <a:xfrm>
              <a:off x="990" y="1572"/>
              <a:ext cx="67" cy="12"/>
            </a:xfrm>
            <a:prstGeom prst="line">
              <a:avLst/>
            </a:prstGeom>
            <a:noFill/>
            <a:ln>
              <a:noFill/>
              <a:miter lim="800000"/>
            </a:ln>
            <a:effectLst/>
          </p:spPr>
        </p:cxnSp>
        <p:cxnSp>
          <p:nvCxnSpPr>
            <p:cNvPr id="41067" name=""/>
            <p:cNvCxnSpPr/>
            <p:nvPr/>
          </p:nvCxnSpPr>
          <p:spPr>
            <a:xfrm>
              <a:off x="990" y="1572"/>
              <a:ext cx="67" cy="12"/>
            </a:xfrm>
            <a:prstGeom prst="line">
              <a:avLst/>
            </a:prstGeom>
            <a:noFill/>
            <a:ln w="12700">
              <a:solidFill>
                <a:prstClr val="black"/>
              </a:solidFill>
              <a:miter lim="800000"/>
            </a:ln>
            <a:effectLst/>
          </p:spPr>
        </p:cxnSp>
        <p:cxnSp>
          <p:nvCxnSpPr>
            <p:cNvPr id="41068" name=""/>
            <p:cNvCxnSpPr/>
            <p:nvPr/>
          </p:nvCxnSpPr>
          <p:spPr>
            <a:xfrm>
              <a:off x="990" y="1584"/>
              <a:ext cx="67" cy="16"/>
            </a:xfrm>
            <a:prstGeom prst="line">
              <a:avLst/>
            </a:prstGeom>
            <a:noFill/>
            <a:ln>
              <a:noFill/>
              <a:miter lim="800000"/>
            </a:ln>
            <a:effectLst/>
          </p:spPr>
        </p:cxnSp>
        <p:cxnSp>
          <p:nvCxnSpPr>
            <p:cNvPr id="41069" name=""/>
            <p:cNvCxnSpPr/>
            <p:nvPr/>
          </p:nvCxnSpPr>
          <p:spPr>
            <a:xfrm>
              <a:off x="990" y="1584"/>
              <a:ext cx="67" cy="16"/>
            </a:xfrm>
            <a:prstGeom prst="line">
              <a:avLst/>
            </a:prstGeom>
            <a:noFill/>
            <a:ln w="12700">
              <a:solidFill>
                <a:prstClr val="black"/>
              </a:solidFill>
              <a:miter lim="800000"/>
            </a:ln>
            <a:effectLst/>
          </p:spPr>
        </p:cxnSp>
        <p:cxnSp>
          <p:nvCxnSpPr>
            <p:cNvPr id="41070" name=""/>
            <p:cNvCxnSpPr/>
            <p:nvPr/>
          </p:nvCxnSpPr>
          <p:spPr>
            <a:xfrm>
              <a:off x="990" y="1600"/>
              <a:ext cx="67" cy="16"/>
            </a:xfrm>
            <a:prstGeom prst="line">
              <a:avLst/>
            </a:prstGeom>
            <a:noFill/>
            <a:ln>
              <a:noFill/>
              <a:miter lim="800000"/>
            </a:ln>
            <a:effectLst/>
          </p:spPr>
        </p:cxnSp>
        <p:cxnSp>
          <p:nvCxnSpPr>
            <p:cNvPr id="41071" name=""/>
            <p:cNvCxnSpPr/>
            <p:nvPr/>
          </p:nvCxnSpPr>
          <p:spPr>
            <a:xfrm>
              <a:off x="990" y="1600"/>
              <a:ext cx="67" cy="16"/>
            </a:xfrm>
            <a:prstGeom prst="line">
              <a:avLst/>
            </a:prstGeom>
            <a:noFill/>
            <a:ln w="12700">
              <a:solidFill>
                <a:prstClr val="black"/>
              </a:solidFill>
              <a:miter lim="800000"/>
            </a:ln>
            <a:effectLst/>
          </p:spPr>
        </p:cxnSp>
        <p:cxnSp>
          <p:nvCxnSpPr>
            <p:cNvPr id="41072" name=""/>
            <p:cNvCxnSpPr/>
            <p:nvPr/>
          </p:nvCxnSpPr>
          <p:spPr>
            <a:xfrm>
              <a:off x="990" y="1616"/>
              <a:ext cx="67" cy="14"/>
            </a:xfrm>
            <a:prstGeom prst="line">
              <a:avLst/>
            </a:prstGeom>
            <a:noFill/>
            <a:ln>
              <a:noFill/>
              <a:miter lim="800000"/>
            </a:ln>
            <a:effectLst/>
          </p:spPr>
        </p:cxnSp>
        <p:cxnSp>
          <p:nvCxnSpPr>
            <p:cNvPr id="41073" name=""/>
            <p:cNvCxnSpPr/>
            <p:nvPr/>
          </p:nvCxnSpPr>
          <p:spPr>
            <a:xfrm>
              <a:off x="990" y="1616"/>
              <a:ext cx="67" cy="14"/>
            </a:xfrm>
            <a:prstGeom prst="line">
              <a:avLst/>
            </a:prstGeom>
            <a:noFill/>
            <a:ln w="12700">
              <a:solidFill>
                <a:prstClr val="black"/>
              </a:solidFill>
              <a:miter lim="800000"/>
            </a:ln>
            <a:effectLst/>
          </p:spPr>
        </p:cxnSp>
        <p:cxnSp>
          <p:nvCxnSpPr>
            <p:cNvPr id="41074" name=""/>
            <p:cNvCxnSpPr/>
            <p:nvPr/>
          </p:nvCxnSpPr>
          <p:spPr>
            <a:xfrm>
              <a:off x="990" y="1630"/>
              <a:ext cx="67" cy="14"/>
            </a:xfrm>
            <a:prstGeom prst="line">
              <a:avLst/>
            </a:prstGeom>
            <a:noFill/>
            <a:ln>
              <a:noFill/>
              <a:miter lim="800000"/>
            </a:ln>
            <a:effectLst/>
          </p:spPr>
        </p:cxnSp>
        <p:cxnSp>
          <p:nvCxnSpPr>
            <p:cNvPr id="41075" name=""/>
            <p:cNvCxnSpPr/>
            <p:nvPr/>
          </p:nvCxnSpPr>
          <p:spPr>
            <a:xfrm>
              <a:off x="990" y="1630"/>
              <a:ext cx="67" cy="14"/>
            </a:xfrm>
            <a:prstGeom prst="line">
              <a:avLst/>
            </a:prstGeom>
            <a:noFill/>
            <a:ln w="12700">
              <a:solidFill>
                <a:prstClr val="black"/>
              </a:solidFill>
              <a:miter lim="800000"/>
            </a:ln>
            <a:effectLst/>
          </p:spPr>
        </p:cxnSp>
        <p:cxnSp>
          <p:nvCxnSpPr>
            <p:cNvPr id="41076" name=""/>
            <p:cNvCxnSpPr/>
            <p:nvPr/>
          </p:nvCxnSpPr>
          <p:spPr>
            <a:xfrm>
              <a:off x="990" y="1644"/>
              <a:ext cx="67" cy="20"/>
            </a:xfrm>
            <a:prstGeom prst="line">
              <a:avLst/>
            </a:prstGeom>
            <a:noFill/>
            <a:ln>
              <a:noFill/>
              <a:miter lim="800000"/>
            </a:ln>
            <a:effectLst/>
          </p:spPr>
        </p:cxnSp>
        <p:cxnSp>
          <p:nvCxnSpPr>
            <p:cNvPr id="41077" name=""/>
            <p:cNvCxnSpPr/>
            <p:nvPr/>
          </p:nvCxnSpPr>
          <p:spPr>
            <a:xfrm>
              <a:off x="990" y="1644"/>
              <a:ext cx="67" cy="20"/>
            </a:xfrm>
            <a:prstGeom prst="line">
              <a:avLst/>
            </a:prstGeom>
            <a:noFill/>
            <a:ln w="12700">
              <a:solidFill>
                <a:prstClr val="black"/>
              </a:solidFill>
              <a:miter lim="800000"/>
            </a:ln>
            <a:effectLst/>
          </p:spPr>
        </p:cxnSp>
        <p:cxnSp>
          <p:nvCxnSpPr>
            <p:cNvPr id="41078" name=""/>
            <p:cNvCxnSpPr/>
            <p:nvPr/>
          </p:nvCxnSpPr>
          <p:spPr>
            <a:xfrm>
              <a:off x="990" y="1664"/>
              <a:ext cx="67" cy="0"/>
            </a:xfrm>
            <a:prstGeom prst="line">
              <a:avLst/>
            </a:prstGeom>
            <a:noFill/>
            <a:ln>
              <a:noFill/>
              <a:miter lim="800000"/>
            </a:ln>
            <a:effectLst/>
          </p:spPr>
        </p:cxnSp>
        <p:cxnSp>
          <p:nvCxnSpPr>
            <p:cNvPr id="41079" name=""/>
            <p:cNvCxnSpPr/>
            <p:nvPr/>
          </p:nvCxnSpPr>
          <p:spPr>
            <a:xfrm>
              <a:off x="990" y="1664"/>
              <a:ext cx="67" cy="0"/>
            </a:xfrm>
            <a:prstGeom prst="line">
              <a:avLst/>
            </a:prstGeom>
            <a:noFill/>
            <a:ln w="12700">
              <a:solidFill>
                <a:prstClr val="black"/>
              </a:solidFill>
              <a:miter lim="800000"/>
            </a:ln>
            <a:effectLst/>
          </p:spPr>
        </p:cxnSp>
        <p:cxnSp>
          <p:nvCxnSpPr>
            <p:cNvPr id="41080" name=""/>
            <p:cNvCxnSpPr/>
            <p:nvPr/>
          </p:nvCxnSpPr>
          <p:spPr>
            <a:xfrm>
              <a:off x="990" y="1678"/>
              <a:ext cx="67" cy="0"/>
            </a:xfrm>
            <a:prstGeom prst="line">
              <a:avLst/>
            </a:prstGeom>
            <a:noFill/>
            <a:ln>
              <a:noFill/>
              <a:miter lim="800000"/>
            </a:ln>
            <a:effectLst/>
          </p:spPr>
        </p:cxnSp>
        <p:cxnSp>
          <p:nvCxnSpPr>
            <p:cNvPr id="41081" name=""/>
            <p:cNvCxnSpPr/>
            <p:nvPr/>
          </p:nvCxnSpPr>
          <p:spPr>
            <a:xfrm>
              <a:off x="990" y="1678"/>
              <a:ext cx="67" cy="0"/>
            </a:xfrm>
            <a:prstGeom prst="line">
              <a:avLst/>
            </a:prstGeom>
            <a:noFill/>
            <a:ln w="12700">
              <a:solidFill>
                <a:prstClr val="black"/>
              </a:solidFill>
              <a:miter lim="800000"/>
            </a:ln>
            <a:effectLst/>
          </p:spPr>
        </p:cxnSp>
        <p:cxnSp>
          <p:nvCxnSpPr>
            <p:cNvPr id="41082" name=""/>
            <p:cNvCxnSpPr/>
            <p:nvPr/>
          </p:nvCxnSpPr>
          <p:spPr>
            <a:xfrm>
              <a:off x="990" y="1678"/>
              <a:ext cx="67" cy="14"/>
            </a:xfrm>
            <a:prstGeom prst="line">
              <a:avLst/>
            </a:prstGeom>
            <a:noFill/>
            <a:ln>
              <a:noFill/>
              <a:miter lim="800000"/>
            </a:ln>
            <a:effectLst/>
          </p:spPr>
        </p:cxnSp>
        <p:cxnSp>
          <p:nvCxnSpPr>
            <p:cNvPr id="41083" name=""/>
            <p:cNvCxnSpPr/>
            <p:nvPr/>
          </p:nvCxnSpPr>
          <p:spPr>
            <a:xfrm>
              <a:off x="990" y="1678"/>
              <a:ext cx="67" cy="14"/>
            </a:xfrm>
            <a:prstGeom prst="line">
              <a:avLst/>
            </a:prstGeom>
            <a:noFill/>
            <a:ln w="12700">
              <a:solidFill>
                <a:prstClr val="black"/>
              </a:solidFill>
              <a:miter lim="800000"/>
            </a:ln>
            <a:effectLst/>
          </p:spPr>
        </p:cxnSp>
        <p:sp>
          <p:nvSpPr>
            <p:cNvPr id="41084" name=""/>
            <p:cNvSpPr/>
            <p:nvPr/>
          </p:nvSpPr>
          <p:spPr>
            <a:xfrm>
              <a:off x="1584" y="1584"/>
              <a:ext cx="118" cy="293"/>
            </a:xfrm>
            <a:custGeom>
              <a:pathLst>
                <a:path w="118" h="293">
                  <a:moveTo>
                    <a:pt x="0" y="14"/>
                  </a:moveTo>
                  <a:lnTo>
                    <a:pt x="117" y="0"/>
                  </a:lnTo>
                  <a:lnTo>
                    <a:pt x="117" y="259"/>
                  </a:lnTo>
                  <a:lnTo>
                    <a:pt x="0" y="292"/>
                  </a:lnTo>
                  <a:lnTo>
                    <a:pt x="0" y="14"/>
                  </a:lnTo>
                </a:path>
              </a:pathLst>
            </a:custGeom>
            <a:solidFill>
              <a:srgbClr val="000000"/>
            </a:solidFill>
            <a:ln w="12700" cap="rnd" cmpd="sng">
              <a:solidFill>
                <a:srgbClr val="000000"/>
              </a:solidFill>
              <a:prstDash val="solid"/>
              <a:round/>
            </a:ln>
            <a:effectLst/>
          </p:spPr>
        </p:sp>
        <p:cxnSp>
          <p:nvCxnSpPr>
            <p:cNvPr id="41085" name=""/>
            <p:cNvCxnSpPr/>
            <p:nvPr/>
          </p:nvCxnSpPr>
          <p:spPr>
            <a:xfrm flipV="1">
              <a:off x="1594" y="1600"/>
              <a:ext cx="86" cy="16"/>
            </a:xfrm>
            <a:prstGeom prst="line">
              <a:avLst/>
            </a:prstGeom>
            <a:noFill/>
            <a:ln w="12700">
              <a:solidFill>
                <a:prstClr val="black"/>
              </a:solidFill>
              <a:miter lim="800000"/>
            </a:ln>
            <a:effectLst/>
          </p:spPr>
        </p:cxnSp>
        <p:sp>
          <p:nvSpPr>
            <p:cNvPr id="41086" name=""/>
            <p:cNvSpPr/>
            <p:nvPr/>
          </p:nvSpPr>
          <p:spPr>
            <a:xfrm>
              <a:off x="1594" y="1616"/>
              <a:ext cx="76" cy="45"/>
            </a:xfrm>
            <a:custGeom>
              <a:pathLst>
                <a:path w="76" h="45">
                  <a:moveTo>
                    <a:pt x="0" y="22"/>
                  </a:moveTo>
                  <a:lnTo>
                    <a:pt x="75" y="0"/>
                  </a:lnTo>
                  <a:lnTo>
                    <a:pt x="75" y="22"/>
                  </a:lnTo>
                  <a:lnTo>
                    <a:pt x="0" y="44"/>
                  </a:lnTo>
                  <a:lnTo>
                    <a:pt x="0" y="22"/>
                  </a:lnTo>
                </a:path>
              </a:pathLst>
            </a:custGeom>
            <a:solidFill>
              <a:srgbClr val="808080"/>
            </a:solidFill>
            <a:ln w="12700" cap="rnd" cmpd="sng">
              <a:solidFill>
                <a:srgbClr val="000000"/>
              </a:solidFill>
              <a:prstDash val="solid"/>
              <a:round/>
            </a:ln>
            <a:effectLst/>
          </p:spPr>
        </p:sp>
        <p:sp>
          <p:nvSpPr>
            <p:cNvPr id="41087" name=""/>
            <p:cNvSpPr/>
            <p:nvPr/>
          </p:nvSpPr>
          <p:spPr>
            <a:xfrm>
              <a:off x="1594" y="1644"/>
              <a:ext cx="64" cy="47"/>
            </a:xfrm>
            <a:custGeom>
              <a:pathLst>
                <a:path w="64" h="47">
                  <a:moveTo>
                    <a:pt x="0" y="0"/>
                  </a:moveTo>
                  <a:lnTo>
                    <a:pt x="0" y="46"/>
                  </a:lnTo>
                  <a:lnTo>
                    <a:pt x="63" y="46"/>
                  </a:lnTo>
                  <a:lnTo>
                    <a:pt x="63" y="0"/>
                  </a:lnTo>
                  <a:lnTo>
                    <a:pt x="0" y="0"/>
                  </a:lnTo>
                </a:path>
              </a:pathLst>
            </a:custGeom>
            <a:solidFill>
              <a:srgbClr val="808080"/>
            </a:solidFill>
            <a:ln w="12700" cap="rnd" cmpd="sng">
              <a:solidFill>
                <a:srgbClr val="000000"/>
              </a:solidFill>
              <a:prstDash val="solid"/>
              <a:round/>
            </a:ln>
            <a:effectLst/>
          </p:spPr>
        </p:sp>
        <p:sp>
          <p:nvSpPr>
            <p:cNvPr id="41088" name=""/>
            <p:cNvSpPr/>
            <p:nvPr/>
          </p:nvSpPr>
          <p:spPr>
            <a:xfrm>
              <a:off x="1637" y="1678"/>
              <a:ext cx="21" cy="45"/>
            </a:xfrm>
            <a:custGeom>
              <a:pathLst>
                <a:path w="21" h="45">
                  <a:moveTo>
                    <a:pt x="0" y="0"/>
                  </a:moveTo>
                  <a:lnTo>
                    <a:pt x="0" y="44"/>
                  </a:lnTo>
                  <a:lnTo>
                    <a:pt x="20" y="19"/>
                  </a:lnTo>
                  <a:lnTo>
                    <a:pt x="20" y="0"/>
                  </a:lnTo>
                  <a:lnTo>
                    <a:pt x="0" y="0"/>
                  </a:lnTo>
                </a:path>
              </a:pathLst>
            </a:custGeom>
            <a:solidFill>
              <a:srgbClr val="D5006C"/>
            </a:solidFill>
            <a:ln w="12700" cap="rnd" cmpd="sng">
              <a:solidFill>
                <a:srgbClr val="000000"/>
              </a:solidFill>
              <a:prstDash val="solid"/>
              <a:round/>
            </a:ln>
            <a:effectLst/>
          </p:spPr>
        </p:sp>
        <p:sp>
          <p:nvSpPr>
            <p:cNvPr id="41089" name=""/>
            <p:cNvSpPr/>
            <p:nvPr/>
          </p:nvSpPr>
          <p:spPr>
            <a:xfrm>
              <a:off x="1755" y="1280"/>
              <a:ext cx="22" cy="933"/>
            </a:xfrm>
            <a:custGeom>
              <a:pathLst>
                <a:path w="22" h="933">
                  <a:moveTo>
                    <a:pt x="0" y="13"/>
                  </a:moveTo>
                  <a:lnTo>
                    <a:pt x="21" y="0"/>
                  </a:lnTo>
                  <a:lnTo>
                    <a:pt x="21" y="914"/>
                  </a:lnTo>
                  <a:lnTo>
                    <a:pt x="0" y="932"/>
                  </a:lnTo>
                  <a:lnTo>
                    <a:pt x="0" y="13"/>
                  </a:lnTo>
                </a:path>
              </a:pathLst>
            </a:custGeom>
            <a:solidFill>
              <a:srgbClr val="D5006C"/>
            </a:solidFill>
            <a:ln w="12700" cap="rnd" cmpd="sng">
              <a:solidFill>
                <a:srgbClr val="000000"/>
              </a:solidFill>
              <a:prstDash val="solid"/>
              <a:round/>
            </a:ln>
            <a:effectLst/>
          </p:spPr>
        </p:sp>
        <p:sp>
          <p:nvSpPr>
            <p:cNvPr id="41090" name=""/>
            <p:cNvSpPr/>
            <p:nvPr/>
          </p:nvSpPr>
          <p:spPr>
            <a:xfrm>
              <a:off x="1723" y="1327"/>
              <a:ext cx="23" cy="46"/>
            </a:xfrm>
            <a:custGeom>
              <a:pathLst>
                <a:path w="23" h="46">
                  <a:moveTo>
                    <a:pt x="0" y="0"/>
                  </a:moveTo>
                  <a:lnTo>
                    <a:pt x="22" y="0"/>
                  </a:lnTo>
                  <a:lnTo>
                    <a:pt x="22" y="45"/>
                  </a:lnTo>
                  <a:lnTo>
                    <a:pt x="0" y="45"/>
                  </a:lnTo>
                  <a:lnTo>
                    <a:pt x="0" y="0"/>
                  </a:lnTo>
                </a:path>
              </a:pathLst>
            </a:custGeom>
            <a:solidFill>
              <a:srgbClr val="D5006C"/>
            </a:solidFill>
            <a:ln w="12700" cap="rnd" cmpd="sng">
              <a:solidFill>
                <a:srgbClr val="000000"/>
              </a:solidFill>
              <a:prstDash val="solid"/>
              <a:round/>
            </a:ln>
            <a:effectLst/>
          </p:spPr>
        </p:sp>
        <p:sp>
          <p:nvSpPr>
            <p:cNvPr id="41091" name=""/>
            <p:cNvSpPr/>
            <p:nvPr/>
          </p:nvSpPr>
          <p:spPr>
            <a:xfrm>
              <a:off x="1497" y="1327"/>
              <a:ext cx="21" cy="947"/>
            </a:xfrm>
            <a:custGeom>
              <a:pathLst>
                <a:path w="21" h="947">
                  <a:moveTo>
                    <a:pt x="0" y="0"/>
                  </a:moveTo>
                  <a:lnTo>
                    <a:pt x="20" y="0"/>
                  </a:lnTo>
                  <a:lnTo>
                    <a:pt x="20" y="946"/>
                  </a:lnTo>
                  <a:lnTo>
                    <a:pt x="0" y="946"/>
                  </a:lnTo>
                  <a:lnTo>
                    <a:pt x="0" y="0"/>
                  </a:lnTo>
                </a:path>
              </a:pathLst>
            </a:custGeom>
            <a:solidFill>
              <a:srgbClr val="D5006C"/>
            </a:solidFill>
            <a:ln w="12700" cap="rnd" cmpd="sng">
              <a:solidFill>
                <a:srgbClr val="000000"/>
              </a:solidFill>
              <a:prstDash val="solid"/>
              <a:round/>
            </a:ln>
            <a:effectLst/>
          </p:spPr>
        </p:sp>
      </p:grpSp>
      <p:pic>
        <p:nvPicPr>
          <p:cNvPr id="41092" name=""/>
          <p:cNvPicPr/>
          <p:nvPr/>
        </p:nvPicPr>
        <p:blipFill>
          <a:blip r:embed="rId4"/>
          <a:stretch>
            <a:fillRect/>
          </a:stretch>
        </p:blipFill>
        <p:spPr>
          <a:xfrm>
            <a:off x="8528050" y="1658938"/>
            <a:ext cx="708025" cy="846137"/>
          </a:xfrm>
          <a:prstGeom prst="rect">
            <a:avLst/>
          </a:prstGeom>
          <a:noFill/>
          <a:ln>
            <a:noFill/>
            <a:miter lim="800000"/>
          </a:ln>
          <a:effectLst/>
        </p:spPr>
      </p:pic>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43010"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IT Infrastructure Fragments</a:t>
            </a:r>
          </a:p>
        </p:txBody>
      </p:sp>
      <p:sp>
        <p:nvSpPr>
          <p:cNvPr id="43011"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lnSpc>
                <a:spcPct val="110000"/>
              </a:lnSpc>
            </a:pPr>
            <a:r>
              <a:t>Enterprise mainframe </a:t>
            </a:r>
          </a:p>
          <a:p>
            <a:pPr lvl="0">
              <a:lnSpc>
                <a:spcPct val="110000"/>
              </a:lnSpc>
            </a:pPr>
            <a:r>
              <a:t>Geographical islands of automation</a:t>
            </a:r>
          </a:p>
          <a:p>
            <a:pPr lvl="0">
              <a:lnSpc>
                <a:spcPct val="110000"/>
              </a:lnSpc>
            </a:pPr>
            <a:r>
              <a:t>LANs become Intranets</a:t>
            </a:r>
          </a:p>
          <a:p>
            <a:pPr lvl="0">
              <a:lnSpc>
                <a:spcPct val="110000"/>
              </a:lnSpc>
            </a:pPr>
            <a:r>
              <a:t>Data warehousing</a:t>
            </a:r>
          </a:p>
          <a:p>
            <a:pPr lvl="0">
              <a:lnSpc>
                <a:spcPct val="110000"/>
              </a:lnSpc>
            </a:pPr>
            <a:r>
              <a:t>Client/server meets the Web</a:t>
            </a:r>
          </a:p>
          <a:p>
            <a:pPr lvl="0">
              <a:lnSpc>
                <a:spcPct val="110000"/>
              </a:lnSpc>
            </a:pPr>
            <a:r>
              <a:t>E-business is the tip of an iceberg</a:t>
            </a:r>
          </a:p>
        </p:txBody>
      </p:sp>
      <p:sp>
        <p:nvSpPr>
          <p:cNvPr id="43012" name=""/>
          <p:cNvSpPr/>
          <p:nvPr/>
        </p:nvSpPr>
        <p:spPr>
          <a:xfrm>
            <a:off x="914400" y="5410200"/>
            <a:ext cx="7223125" cy="457200"/>
          </a:xfrm>
          <a:prstGeom prst="rect">
            <a:avLst/>
          </a:prstGeom>
          <a:noFill/>
          <a:ln>
            <a:noFill/>
            <a:miter lim="800000"/>
          </a:ln>
        </p:spPr>
        <p:txBody>
          <a:bodyPr wrap="none" anchor="t" anchorCtr="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b="1" i="1"/>
              <a:t>But the IT Dept. Has to Sweat the Technology Details ...</a:t>
            </a:r>
            <a:endParaRPr b="1" i="1"/>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45058" name=""/>
          <p:cNvSpPr/>
          <p:nvPr>
            <p:ph type="title"/>
          </p:nvPr>
        </p:nvSpPr>
        <p:spPr>
          <a:xfrm>
            <a:off x="539750" y="184150"/>
            <a:ext cx="8156575" cy="1279525"/>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What Happened to the Mainframe Data Center?</a:t>
            </a:r>
          </a:p>
        </p:txBody>
      </p:sp>
      <p:grpSp>
        <p:nvGrpSpPr>
          <p:cNvPr id="45059" name=""/>
          <p:cNvGrpSpPr/>
          <p:nvPr/>
        </p:nvGrpSpPr>
        <p:grpSpPr>
          <a:xfrm>
            <a:off x="381000" y="2133600"/>
            <a:ext cx="2616200" cy="2433638"/>
            <a:chOff x="4521" y="231"/>
            <a:chExt cx="1096" cy="1066"/>
          </a:xfrm>
        </p:grpSpPr>
        <p:sp>
          <p:nvSpPr>
            <p:cNvPr id="45060" name=""/>
            <p:cNvSpPr/>
            <p:nvPr/>
          </p:nvSpPr>
          <p:spPr>
            <a:xfrm>
              <a:off x="4521" y="307"/>
              <a:ext cx="308" cy="990"/>
            </a:xfrm>
            <a:custGeom>
              <a:pathLst>
                <a:path w="308" h="990">
                  <a:moveTo>
                    <a:pt x="0" y="0"/>
                  </a:moveTo>
                  <a:lnTo>
                    <a:pt x="307" y="44"/>
                  </a:lnTo>
                  <a:lnTo>
                    <a:pt x="307" y="989"/>
                  </a:lnTo>
                  <a:lnTo>
                    <a:pt x="0" y="900"/>
                  </a:lnTo>
                  <a:lnTo>
                    <a:pt x="0" y="0"/>
                  </a:lnTo>
                </a:path>
              </a:pathLst>
            </a:custGeom>
            <a:solidFill>
              <a:srgbClr val="C0C0C0"/>
            </a:solidFill>
            <a:ln w="12700" cap="rnd" cmpd="sng">
              <a:solidFill>
                <a:srgbClr val="000000"/>
              </a:solidFill>
              <a:prstDash val="solid"/>
              <a:round/>
            </a:ln>
            <a:effectLst/>
          </p:spPr>
        </p:sp>
        <p:sp>
          <p:nvSpPr>
            <p:cNvPr id="45061" name=""/>
            <p:cNvSpPr/>
            <p:nvPr/>
          </p:nvSpPr>
          <p:spPr>
            <a:xfrm>
              <a:off x="4828" y="261"/>
              <a:ext cx="789" cy="1036"/>
            </a:xfrm>
            <a:custGeom>
              <a:pathLst>
                <a:path w="789" h="1036">
                  <a:moveTo>
                    <a:pt x="0" y="88"/>
                  </a:moveTo>
                  <a:lnTo>
                    <a:pt x="788" y="0"/>
                  </a:lnTo>
                  <a:lnTo>
                    <a:pt x="788" y="884"/>
                  </a:lnTo>
                  <a:lnTo>
                    <a:pt x="0" y="1035"/>
                  </a:lnTo>
                  <a:lnTo>
                    <a:pt x="0" y="88"/>
                  </a:lnTo>
                </a:path>
              </a:pathLst>
            </a:custGeom>
            <a:solidFill>
              <a:srgbClr val="2A6BFF"/>
            </a:solidFill>
            <a:ln w="12700" cap="rnd" cmpd="sng">
              <a:solidFill>
                <a:srgbClr val="000000"/>
              </a:solidFill>
              <a:prstDash val="solid"/>
              <a:round/>
            </a:ln>
            <a:effectLst/>
          </p:spPr>
        </p:sp>
        <p:sp>
          <p:nvSpPr>
            <p:cNvPr id="45062" name=""/>
            <p:cNvSpPr/>
            <p:nvPr/>
          </p:nvSpPr>
          <p:spPr>
            <a:xfrm>
              <a:off x="4521" y="231"/>
              <a:ext cx="1096" cy="120"/>
            </a:xfrm>
            <a:custGeom>
              <a:pathLst>
                <a:path w="1096" h="120">
                  <a:moveTo>
                    <a:pt x="0" y="74"/>
                  </a:moveTo>
                  <a:lnTo>
                    <a:pt x="790" y="0"/>
                  </a:lnTo>
                  <a:lnTo>
                    <a:pt x="1095" y="30"/>
                  </a:lnTo>
                  <a:lnTo>
                    <a:pt x="306" y="119"/>
                  </a:lnTo>
                  <a:lnTo>
                    <a:pt x="0" y="74"/>
                  </a:lnTo>
                </a:path>
              </a:pathLst>
            </a:custGeom>
            <a:solidFill>
              <a:srgbClr val="404040"/>
            </a:solidFill>
            <a:ln w="12700" cap="rnd" cmpd="sng">
              <a:solidFill>
                <a:srgbClr val="000000"/>
              </a:solidFill>
              <a:prstDash val="solid"/>
              <a:round/>
            </a:ln>
            <a:effectLst/>
          </p:spPr>
        </p:sp>
        <p:sp>
          <p:nvSpPr>
            <p:cNvPr id="45063" name=""/>
            <p:cNvSpPr/>
            <p:nvPr/>
          </p:nvSpPr>
          <p:spPr>
            <a:xfrm>
              <a:off x="4828" y="350"/>
              <a:ext cx="33" cy="947"/>
            </a:xfrm>
            <a:custGeom>
              <a:pathLst>
                <a:path w="33" h="947">
                  <a:moveTo>
                    <a:pt x="0" y="0"/>
                  </a:moveTo>
                  <a:lnTo>
                    <a:pt x="32" y="0"/>
                  </a:lnTo>
                  <a:lnTo>
                    <a:pt x="32" y="946"/>
                  </a:lnTo>
                  <a:lnTo>
                    <a:pt x="0" y="946"/>
                  </a:lnTo>
                  <a:lnTo>
                    <a:pt x="0" y="0"/>
                  </a:lnTo>
                </a:path>
              </a:pathLst>
            </a:custGeom>
            <a:solidFill>
              <a:srgbClr val="E3E3E3"/>
            </a:solidFill>
            <a:ln w="12700" cap="rnd" cmpd="sng">
              <a:solidFill>
                <a:srgbClr val="000000"/>
              </a:solidFill>
              <a:prstDash val="solid"/>
              <a:round/>
            </a:ln>
            <a:effectLst/>
          </p:spPr>
        </p:sp>
        <p:cxnSp>
          <p:nvCxnSpPr>
            <p:cNvPr id="45064" name=""/>
            <p:cNvCxnSpPr/>
            <p:nvPr/>
          </p:nvCxnSpPr>
          <p:spPr>
            <a:xfrm>
              <a:off x="4550" y="660"/>
              <a:ext cx="89" cy="15"/>
            </a:xfrm>
            <a:prstGeom prst="line">
              <a:avLst/>
            </a:prstGeom>
            <a:noFill/>
            <a:ln>
              <a:noFill/>
              <a:miter lim="800000"/>
            </a:ln>
            <a:effectLst/>
          </p:spPr>
        </p:cxnSp>
        <p:cxnSp>
          <p:nvCxnSpPr>
            <p:cNvPr id="45065" name=""/>
            <p:cNvCxnSpPr/>
            <p:nvPr/>
          </p:nvCxnSpPr>
          <p:spPr>
            <a:xfrm>
              <a:off x="4550" y="660"/>
              <a:ext cx="89" cy="15"/>
            </a:xfrm>
            <a:prstGeom prst="line">
              <a:avLst/>
            </a:prstGeom>
            <a:noFill/>
            <a:ln w="12700">
              <a:solidFill>
                <a:prstClr val="black"/>
              </a:solidFill>
              <a:miter lim="800000"/>
            </a:ln>
            <a:effectLst/>
          </p:spPr>
        </p:cxnSp>
        <p:cxnSp>
          <p:nvCxnSpPr>
            <p:cNvPr id="45066" name=""/>
            <p:cNvCxnSpPr/>
            <p:nvPr/>
          </p:nvCxnSpPr>
          <p:spPr>
            <a:xfrm>
              <a:off x="4550" y="350"/>
              <a:ext cx="89" cy="14"/>
            </a:xfrm>
            <a:prstGeom prst="line">
              <a:avLst/>
            </a:prstGeom>
            <a:noFill/>
            <a:ln>
              <a:noFill/>
              <a:miter lim="800000"/>
            </a:ln>
            <a:effectLst/>
          </p:spPr>
        </p:cxnSp>
        <p:cxnSp>
          <p:nvCxnSpPr>
            <p:cNvPr id="45067" name=""/>
            <p:cNvCxnSpPr/>
            <p:nvPr/>
          </p:nvCxnSpPr>
          <p:spPr>
            <a:xfrm>
              <a:off x="4550" y="350"/>
              <a:ext cx="89" cy="14"/>
            </a:xfrm>
            <a:prstGeom prst="line">
              <a:avLst/>
            </a:prstGeom>
            <a:noFill/>
            <a:ln w="12700">
              <a:solidFill>
                <a:prstClr val="black"/>
              </a:solidFill>
              <a:miter lim="800000"/>
            </a:ln>
            <a:effectLst/>
          </p:spPr>
        </p:cxnSp>
        <p:sp>
          <p:nvSpPr>
            <p:cNvPr id="45068" name=""/>
            <p:cNvSpPr/>
            <p:nvPr/>
          </p:nvSpPr>
          <p:spPr>
            <a:xfrm>
              <a:off x="4550" y="350"/>
              <a:ext cx="67" cy="302"/>
            </a:xfrm>
            <a:custGeom>
              <a:pathLst>
                <a:path w="67" h="302">
                  <a:moveTo>
                    <a:pt x="0" y="0"/>
                  </a:moveTo>
                  <a:lnTo>
                    <a:pt x="66" y="13"/>
                  </a:lnTo>
                  <a:lnTo>
                    <a:pt x="66" y="301"/>
                  </a:lnTo>
                  <a:lnTo>
                    <a:pt x="0" y="285"/>
                  </a:lnTo>
                  <a:lnTo>
                    <a:pt x="0" y="0"/>
                  </a:lnTo>
                </a:path>
              </a:pathLst>
            </a:custGeom>
            <a:noFill/>
            <a:ln cap="rnd">
              <a:noFill/>
              <a:round/>
            </a:ln>
            <a:effectLst/>
          </p:spPr>
        </p:sp>
        <p:sp>
          <p:nvSpPr>
            <p:cNvPr id="45069" name=""/>
            <p:cNvSpPr/>
            <p:nvPr/>
          </p:nvSpPr>
          <p:spPr>
            <a:xfrm>
              <a:off x="4550" y="350"/>
              <a:ext cx="90" cy="326"/>
            </a:xfrm>
            <a:custGeom>
              <a:pathLst>
                <a:path w="90" h="326">
                  <a:moveTo>
                    <a:pt x="0" y="0"/>
                  </a:moveTo>
                  <a:lnTo>
                    <a:pt x="89" y="13"/>
                  </a:lnTo>
                  <a:lnTo>
                    <a:pt x="89" y="325"/>
                  </a:lnTo>
                  <a:lnTo>
                    <a:pt x="0" y="307"/>
                  </a:lnTo>
                  <a:lnTo>
                    <a:pt x="0" y="0"/>
                  </a:lnTo>
                </a:path>
              </a:pathLst>
            </a:custGeom>
            <a:noFill/>
            <a:ln w="12700" cap="rnd" cmpd="sng">
              <a:solidFill>
                <a:srgbClr val="000000"/>
              </a:solidFill>
              <a:prstDash val="solid"/>
              <a:round/>
            </a:ln>
            <a:effectLst/>
          </p:spPr>
        </p:sp>
        <p:cxnSp>
          <p:nvCxnSpPr>
            <p:cNvPr id="45070" name=""/>
            <p:cNvCxnSpPr/>
            <p:nvPr/>
          </p:nvCxnSpPr>
          <p:spPr>
            <a:xfrm>
              <a:off x="4550" y="364"/>
              <a:ext cx="89" cy="13"/>
            </a:xfrm>
            <a:prstGeom prst="line">
              <a:avLst/>
            </a:prstGeom>
            <a:noFill/>
            <a:ln>
              <a:noFill/>
              <a:miter lim="800000"/>
            </a:ln>
            <a:effectLst/>
          </p:spPr>
        </p:cxnSp>
        <p:cxnSp>
          <p:nvCxnSpPr>
            <p:cNvPr id="45071" name=""/>
            <p:cNvCxnSpPr/>
            <p:nvPr/>
          </p:nvCxnSpPr>
          <p:spPr>
            <a:xfrm>
              <a:off x="4550" y="364"/>
              <a:ext cx="89" cy="13"/>
            </a:xfrm>
            <a:prstGeom prst="line">
              <a:avLst/>
            </a:prstGeom>
            <a:noFill/>
            <a:ln w="12700">
              <a:solidFill>
                <a:prstClr val="black"/>
              </a:solidFill>
              <a:miter lim="800000"/>
            </a:ln>
            <a:effectLst/>
          </p:spPr>
        </p:cxnSp>
        <p:cxnSp>
          <p:nvCxnSpPr>
            <p:cNvPr id="45072" name=""/>
            <p:cNvCxnSpPr/>
            <p:nvPr/>
          </p:nvCxnSpPr>
          <p:spPr>
            <a:xfrm>
              <a:off x="4550" y="377"/>
              <a:ext cx="89" cy="17"/>
            </a:xfrm>
            <a:prstGeom prst="line">
              <a:avLst/>
            </a:prstGeom>
            <a:noFill/>
            <a:ln>
              <a:noFill/>
              <a:miter lim="800000"/>
            </a:ln>
            <a:effectLst/>
          </p:spPr>
        </p:cxnSp>
        <p:cxnSp>
          <p:nvCxnSpPr>
            <p:cNvPr id="45073" name=""/>
            <p:cNvCxnSpPr/>
            <p:nvPr/>
          </p:nvCxnSpPr>
          <p:spPr>
            <a:xfrm>
              <a:off x="4550" y="377"/>
              <a:ext cx="89" cy="17"/>
            </a:xfrm>
            <a:prstGeom prst="line">
              <a:avLst/>
            </a:prstGeom>
            <a:noFill/>
            <a:ln w="12700">
              <a:solidFill>
                <a:prstClr val="black"/>
              </a:solidFill>
              <a:miter lim="800000"/>
            </a:ln>
            <a:effectLst/>
          </p:spPr>
        </p:cxnSp>
        <p:cxnSp>
          <p:nvCxnSpPr>
            <p:cNvPr id="45074" name=""/>
            <p:cNvCxnSpPr/>
            <p:nvPr/>
          </p:nvCxnSpPr>
          <p:spPr>
            <a:xfrm>
              <a:off x="4550" y="394"/>
              <a:ext cx="89" cy="13"/>
            </a:xfrm>
            <a:prstGeom prst="line">
              <a:avLst/>
            </a:prstGeom>
            <a:noFill/>
            <a:ln>
              <a:noFill/>
              <a:miter lim="800000"/>
            </a:ln>
            <a:effectLst/>
          </p:spPr>
        </p:cxnSp>
        <p:cxnSp>
          <p:nvCxnSpPr>
            <p:cNvPr id="45075" name=""/>
            <p:cNvCxnSpPr/>
            <p:nvPr/>
          </p:nvCxnSpPr>
          <p:spPr>
            <a:xfrm>
              <a:off x="4550" y="394"/>
              <a:ext cx="89" cy="13"/>
            </a:xfrm>
            <a:prstGeom prst="line">
              <a:avLst/>
            </a:prstGeom>
            <a:noFill/>
            <a:ln w="12700">
              <a:solidFill>
                <a:prstClr val="black"/>
              </a:solidFill>
              <a:miter lim="800000"/>
            </a:ln>
            <a:effectLst/>
          </p:spPr>
        </p:cxnSp>
        <p:cxnSp>
          <p:nvCxnSpPr>
            <p:cNvPr id="45076" name=""/>
            <p:cNvCxnSpPr/>
            <p:nvPr/>
          </p:nvCxnSpPr>
          <p:spPr>
            <a:xfrm>
              <a:off x="4550" y="407"/>
              <a:ext cx="89" cy="14"/>
            </a:xfrm>
            <a:prstGeom prst="line">
              <a:avLst/>
            </a:prstGeom>
            <a:noFill/>
            <a:ln>
              <a:noFill/>
              <a:miter lim="800000"/>
            </a:ln>
            <a:effectLst/>
          </p:spPr>
        </p:cxnSp>
        <p:cxnSp>
          <p:nvCxnSpPr>
            <p:cNvPr id="45077" name=""/>
            <p:cNvCxnSpPr/>
            <p:nvPr/>
          </p:nvCxnSpPr>
          <p:spPr>
            <a:xfrm>
              <a:off x="4550" y="407"/>
              <a:ext cx="89" cy="14"/>
            </a:xfrm>
            <a:prstGeom prst="line">
              <a:avLst/>
            </a:prstGeom>
            <a:noFill/>
            <a:ln w="12700">
              <a:solidFill>
                <a:prstClr val="black"/>
              </a:solidFill>
              <a:miter lim="800000"/>
            </a:ln>
            <a:effectLst/>
          </p:spPr>
        </p:cxnSp>
        <p:cxnSp>
          <p:nvCxnSpPr>
            <p:cNvPr id="45078" name=""/>
            <p:cNvCxnSpPr/>
            <p:nvPr/>
          </p:nvCxnSpPr>
          <p:spPr>
            <a:xfrm>
              <a:off x="4550" y="421"/>
              <a:ext cx="89" cy="0"/>
            </a:xfrm>
            <a:prstGeom prst="line">
              <a:avLst/>
            </a:prstGeom>
            <a:noFill/>
            <a:ln>
              <a:noFill/>
              <a:miter lim="800000"/>
            </a:ln>
            <a:effectLst/>
          </p:spPr>
        </p:cxnSp>
        <p:cxnSp>
          <p:nvCxnSpPr>
            <p:cNvPr id="45079" name=""/>
            <p:cNvCxnSpPr/>
            <p:nvPr/>
          </p:nvCxnSpPr>
          <p:spPr>
            <a:xfrm>
              <a:off x="4550" y="421"/>
              <a:ext cx="89" cy="0"/>
            </a:xfrm>
            <a:prstGeom prst="line">
              <a:avLst/>
            </a:prstGeom>
            <a:noFill/>
            <a:ln w="12700">
              <a:solidFill>
                <a:prstClr val="black"/>
              </a:solidFill>
              <a:miter lim="800000"/>
            </a:ln>
            <a:effectLst/>
          </p:spPr>
        </p:cxnSp>
        <p:cxnSp>
          <p:nvCxnSpPr>
            <p:cNvPr id="45080" name=""/>
            <p:cNvCxnSpPr/>
            <p:nvPr/>
          </p:nvCxnSpPr>
          <p:spPr>
            <a:xfrm>
              <a:off x="4550" y="440"/>
              <a:ext cx="89" cy="0"/>
            </a:xfrm>
            <a:prstGeom prst="line">
              <a:avLst/>
            </a:prstGeom>
            <a:noFill/>
            <a:ln>
              <a:noFill/>
              <a:miter lim="800000"/>
            </a:ln>
            <a:effectLst/>
          </p:spPr>
        </p:cxnSp>
        <p:cxnSp>
          <p:nvCxnSpPr>
            <p:cNvPr id="45081" name=""/>
            <p:cNvCxnSpPr/>
            <p:nvPr/>
          </p:nvCxnSpPr>
          <p:spPr>
            <a:xfrm>
              <a:off x="4550" y="440"/>
              <a:ext cx="89" cy="0"/>
            </a:xfrm>
            <a:prstGeom prst="line">
              <a:avLst/>
            </a:prstGeom>
            <a:noFill/>
            <a:ln w="12700">
              <a:solidFill>
                <a:prstClr val="black"/>
              </a:solidFill>
              <a:miter lim="800000"/>
            </a:ln>
            <a:effectLst/>
          </p:spPr>
        </p:cxnSp>
        <p:cxnSp>
          <p:nvCxnSpPr>
            <p:cNvPr id="45082" name=""/>
            <p:cNvCxnSpPr/>
            <p:nvPr/>
          </p:nvCxnSpPr>
          <p:spPr>
            <a:xfrm>
              <a:off x="4550" y="440"/>
              <a:ext cx="89" cy="13"/>
            </a:xfrm>
            <a:prstGeom prst="line">
              <a:avLst/>
            </a:prstGeom>
            <a:noFill/>
            <a:ln>
              <a:noFill/>
              <a:miter lim="800000"/>
            </a:ln>
            <a:effectLst/>
          </p:spPr>
        </p:cxnSp>
        <p:cxnSp>
          <p:nvCxnSpPr>
            <p:cNvPr id="45083" name=""/>
            <p:cNvCxnSpPr/>
            <p:nvPr/>
          </p:nvCxnSpPr>
          <p:spPr>
            <a:xfrm>
              <a:off x="4550" y="440"/>
              <a:ext cx="89" cy="13"/>
            </a:xfrm>
            <a:prstGeom prst="line">
              <a:avLst/>
            </a:prstGeom>
            <a:noFill/>
            <a:ln w="12700">
              <a:solidFill>
                <a:prstClr val="black"/>
              </a:solidFill>
              <a:miter lim="800000"/>
            </a:ln>
            <a:effectLst/>
          </p:spPr>
        </p:cxnSp>
        <p:cxnSp>
          <p:nvCxnSpPr>
            <p:cNvPr id="45084" name=""/>
            <p:cNvCxnSpPr/>
            <p:nvPr/>
          </p:nvCxnSpPr>
          <p:spPr>
            <a:xfrm>
              <a:off x="4550" y="453"/>
              <a:ext cx="89" cy="14"/>
            </a:xfrm>
            <a:prstGeom prst="line">
              <a:avLst/>
            </a:prstGeom>
            <a:noFill/>
            <a:ln>
              <a:noFill/>
              <a:miter lim="800000"/>
            </a:ln>
            <a:effectLst/>
          </p:spPr>
        </p:cxnSp>
        <p:cxnSp>
          <p:nvCxnSpPr>
            <p:cNvPr id="45085" name=""/>
            <p:cNvCxnSpPr/>
            <p:nvPr/>
          </p:nvCxnSpPr>
          <p:spPr>
            <a:xfrm>
              <a:off x="4550" y="453"/>
              <a:ext cx="89" cy="14"/>
            </a:xfrm>
            <a:prstGeom prst="line">
              <a:avLst/>
            </a:prstGeom>
            <a:noFill/>
            <a:ln w="12700">
              <a:solidFill>
                <a:prstClr val="black"/>
              </a:solidFill>
              <a:miter lim="800000"/>
            </a:ln>
            <a:effectLst/>
          </p:spPr>
        </p:cxnSp>
        <p:cxnSp>
          <p:nvCxnSpPr>
            <p:cNvPr id="45086" name=""/>
            <p:cNvCxnSpPr/>
            <p:nvPr/>
          </p:nvCxnSpPr>
          <p:spPr>
            <a:xfrm>
              <a:off x="4550" y="467"/>
              <a:ext cx="89" cy="13"/>
            </a:xfrm>
            <a:prstGeom prst="line">
              <a:avLst/>
            </a:prstGeom>
            <a:noFill/>
            <a:ln>
              <a:noFill/>
              <a:miter lim="800000"/>
            </a:ln>
            <a:effectLst/>
          </p:spPr>
        </p:cxnSp>
        <p:cxnSp>
          <p:nvCxnSpPr>
            <p:cNvPr id="45087" name=""/>
            <p:cNvCxnSpPr/>
            <p:nvPr/>
          </p:nvCxnSpPr>
          <p:spPr>
            <a:xfrm>
              <a:off x="4550" y="467"/>
              <a:ext cx="89" cy="13"/>
            </a:xfrm>
            <a:prstGeom prst="line">
              <a:avLst/>
            </a:prstGeom>
            <a:noFill/>
            <a:ln w="12700">
              <a:solidFill>
                <a:prstClr val="black"/>
              </a:solidFill>
              <a:miter lim="800000"/>
            </a:ln>
            <a:effectLst/>
          </p:spPr>
        </p:cxnSp>
        <p:cxnSp>
          <p:nvCxnSpPr>
            <p:cNvPr id="45088" name=""/>
            <p:cNvCxnSpPr/>
            <p:nvPr/>
          </p:nvCxnSpPr>
          <p:spPr>
            <a:xfrm>
              <a:off x="4550" y="480"/>
              <a:ext cx="89" cy="17"/>
            </a:xfrm>
            <a:prstGeom prst="line">
              <a:avLst/>
            </a:prstGeom>
            <a:noFill/>
            <a:ln>
              <a:noFill/>
              <a:miter lim="800000"/>
            </a:ln>
            <a:effectLst/>
          </p:spPr>
        </p:cxnSp>
        <p:cxnSp>
          <p:nvCxnSpPr>
            <p:cNvPr id="45089" name=""/>
            <p:cNvCxnSpPr/>
            <p:nvPr/>
          </p:nvCxnSpPr>
          <p:spPr>
            <a:xfrm>
              <a:off x="4550" y="480"/>
              <a:ext cx="89" cy="17"/>
            </a:xfrm>
            <a:prstGeom prst="line">
              <a:avLst/>
            </a:prstGeom>
            <a:noFill/>
            <a:ln w="12700">
              <a:solidFill>
                <a:prstClr val="black"/>
              </a:solidFill>
              <a:miter lim="800000"/>
            </a:ln>
            <a:effectLst/>
          </p:spPr>
        </p:cxnSp>
        <p:cxnSp>
          <p:nvCxnSpPr>
            <p:cNvPr id="45090" name=""/>
            <p:cNvCxnSpPr/>
            <p:nvPr/>
          </p:nvCxnSpPr>
          <p:spPr>
            <a:xfrm>
              <a:off x="4550" y="497"/>
              <a:ext cx="89" cy="13"/>
            </a:xfrm>
            <a:prstGeom prst="line">
              <a:avLst/>
            </a:prstGeom>
            <a:noFill/>
            <a:ln>
              <a:noFill/>
              <a:miter lim="800000"/>
            </a:ln>
            <a:effectLst/>
          </p:spPr>
        </p:cxnSp>
        <p:cxnSp>
          <p:nvCxnSpPr>
            <p:cNvPr id="45091" name=""/>
            <p:cNvCxnSpPr/>
            <p:nvPr/>
          </p:nvCxnSpPr>
          <p:spPr>
            <a:xfrm>
              <a:off x="4550" y="497"/>
              <a:ext cx="89" cy="13"/>
            </a:xfrm>
            <a:prstGeom prst="line">
              <a:avLst/>
            </a:prstGeom>
            <a:noFill/>
            <a:ln w="12700">
              <a:solidFill>
                <a:prstClr val="black"/>
              </a:solidFill>
              <a:miter lim="800000"/>
            </a:ln>
            <a:effectLst/>
          </p:spPr>
        </p:cxnSp>
        <p:cxnSp>
          <p:nvCxnSpPr>
            <p:cNvPr id="45092" name=""/>
            <p:cNvCxnSpPr/>
            <p:nvPr/>
          </p:nvCxnSpPr>
          <p:spPr>
            <a:xfrm>
              <a:off x="4550" y="510"/>
              <a:ext cx="89" cy="14"/>
            </a:xfrm>
            <a:prstGeom prst="line">
              <a:avLst/>
            </a:prstGeom>
            <a:noFill/>
            <a:ln>
              <a:noFill/>
              <a:miter lim="800000"/>
            </a:ln>
            <a:effectLst/>
          </p:spPr>
        </p:cxnSp>
        <p:cxnSp>
          <p:nvCxnSpPr>
            <p:cNvPr id="45093" name=""/>
            <p:cNvCxnSpPr/>
            <p:nvPr/>
          </p:nvCxnSpPr>
          <p:spPr>
            <a:xfrm>
              <a:off x="4550" y="510"/>
              <a:ext cx="89" cy="14"/>
            </a:xfrm>
            <a:prstGeom prst="line">
              <a:avLst/>
            </a:prstGeom>
            <a:noFill/>
            <a:ln w="12700">
              <a:solidFill>
                <a:prstClr val="black"/>
              </a:solidFill>
              <a:miter lim="800000"/>
            </a:ln>
            <a:effectLst/>
          </p:spPr>
        </p:cxnSp>
        <p:cxnSp>
          <p:nvCxnSpPr>
            <p:cNvPr id="45094" name=""/>
            <p:cNvCxnSpPr/>
            <p:nvPr/>
          </p:nvCxnSpPr>
          <p:spPr>
            <a:xfrm>
              <a:off x="4550" y="524"/>
              <a:ext cx="89" cy="18"/>
            </a:xfrm>
            <a:prstGeom prst="line">
              <a:avLst/>
            </a:prstGeom>
            <a:noFill/>
            <a:ln>
              <a:noFill/>
              <a:miter lim="800000"/>
            </a:ln>
            <a:effectLst/>
          </p:spPr>
        </p:cxnSp>
        <p:cxnSp>
          <p:nvCxnSpPr>
            <p:cNvPr id="45095" name=""/>
            <p:cNvCxnSpPr/>
            <p:nvPr/>
          </p:nvCxnSpPr>
          <p:spPr>
            <a:xfrm>
              <a:off x="4550" y="524"/>
              <a:ext cx="89" cy="18"/>
            </a:xfrm>
            <a:prstGeom prst="line">
              <a:avLst/>
            </a:prstGeom>
            <a:noFill/>
            <a:ln w="12700">
              <a:solidFill>
                <a:prstClr val="black"/>
              </a:solidFill>
              <a:miter lim="800000"/>
            </a:ln>
            <a:effectLst/>
          </p:spPr>
        </p:cxnSp>
        <p:cxnSp>
          <p:nvCxnSpPr>
            <p:cNvPr id="45096" name=""/>
            <p:cNvCxnSpPr/>
            <p:nvPr/>
          </p:nvCxnSpPr>
          <p:spPr>
            <a:xfrm>
              <a:off x="4550" y="542"/>
              <a:ext cx="89" cy="14"/>
            </a:xfrm>
            <a:prstGeom prst="line">
              <a:avLst/>
            </a:prstGeom>
            <a:noFill/>
            <a:ln>
              <a:noFill/>
              <a:miter lim="800000"/>
            </a:ln>
            <a:effectLst/>
          </p:spPr>
        </p:cxnSp>
        <p:cxnSp>
          <p:nvCxnSpPr>
            <p:cNvPr id="45097" name=""/>
            <p:cNvCxnSpPr/>
            <p:nvPr/>
          </p:nvCxnSpPr>
          <p:spPr>
            <a:xfrm>
              <a:off x="4550" y="542"/>
              <a:ext cx="89" cy="14"/>
            </a:xfrm>
            <a:prstGeom prst="line">
              <a:avLst/>
            </a:prstGeom>
            <a:noFill/>
            <a:ln w="12700">
              <a:solidFill>
                <a:prstClr val="black"/>
              </a:solidFill>
              <a:miter lim="800000"/>
            </a:ln>
            <a:effectLst/>
          </p:spPr>
        </p:cxnSp>
        <p:cxnSp>
          <p:nvCxnSpPr>
            <p:cNvPr id="45098" name=""/>
            <p:cNvCxnSpPr/>
            <p:nvPr/>
          </p:nvCxnSpPr>
          <p:spPr>
            <a:xfrm>
              <a:off x="4550" y="556"/>
              <a:ext cx="89" cy="13"/>
            </a:xfrm>
            <a:prstGeom prst="line">
              <a:avLst/>
            </a:prstGeom>
            <a:noFill/>
            <a:ln>
              <a:noFill/>
              <a:miter lim="800000"/>
            </a:ln>
            <a:effectLst/>
          </p:spPr>
        </p:cxnSp>
        <p:cxnSp>
          <p:nvCxnSpPr>
            <p:cNvPr id="45099" name=""/>
            <p:cNvCxnSpPr/>
            <p:nvPr/>
          </p:nvCxnSpPr>
          <p:spPr>
            <a:xfrm>
              <a:off x="4550" y="556"/>
              <a:ext cx="89" cy="13"/>
            </a:xfrm>
            <a:prstGeom prst="line">
              <a:avLst/>
            </a:prstGeom>
            <a:noFill/>
            <a:ln w="12700">
              <a:solidFill>
                <a:prstClr val="black"/>
              </a:solidFill>
              <a:miter lim="800000"/>
            </a:ln>
            <a:effectLst/>
          </p:spPr>
        </p:cxnSp>
        <p:cxnSp>
          <p:nvCxnSpPr>
            <p:cNvPr id="45100" name=""/>
            <p:cNvCxnSpPr/>
            <p:nvPr/>
          </p:nvCxnSpPr>
          <p:spPr>
            <a:xfrm>
              <a:off x="4550" y="569"/>
              <a:ext cx="89" cy="17"/>
            </a:xfrm>
            <a:prstGeom prst="line">
              <a:avLst/>
            </a:prstGeom>
            <a:noFill/>
            <a:ln>
              <a:noFill/>
              <a:miter lim="800000"/>
            </a:ln>
            <a:effectLst/>
          </p:spPr>
        </p:cxnSp>
        <p:cxnSp>
          <p:nvCxnSpPr>
            <p:cNvPr id="45101" name=""/>
            <p:cNvCxnSpPr/>
            <p:nvPr/>
          </p:nvCxnSpPr>
          <p:spPr>
            <a:xfrm>
              <a:off x="4550" y="569"/>
              <a:ext cx="89" cy="17"/>
            </a:xfrm>
            <a:prstGeom prst="line">
              <a:avLst/>
            </a:prstGeom>
            <a:noFill/>
            <a:ln w="12700">
              <a:solidFill>
                <a:prstClr val="black"/>
              </a:solidFill>
              <a:miter lim="800000"/>
            </a:ln>
            <a:effectLst/>
          </p:spPr>
        </p:cxnSp>
        <p:cxnSp>
          <p:nvCxnSpPr>
            <p:cNvPr id="45102" name=""/>
            <p:cNvCxnSpPr/>
            <p:nvPr/>
          </p:nvCxnSpPr>
          <p:spPr>
            <a:xfrm>
              <a:off x="4550" y="586"/>
              <a:ext cx="89" cy="13"/>
            </a:xfrm>
            <a:prstGeom prst="line">
              <a:avLst/>
            </a:prstGeom>
            <a:noFill/>
            <a:ln>
              <a:noFill/>
              <a:miter lim="800000"/>
            </a:ln>
            <a:effectLst/>
          </p:spPr>
        </p:cxnSp>
        <p:cxnSp>
          <p:nvCxnSpPr>
            <p:cNvPr id="45103" name=""/>
            <p:cNvCxnSpPr/>
            <p:nvPr/>
          </p:nvCxnSpPr>
          <p:spPr>
            <a:xfrm>
              <a:off x="4550" y="586"/>
              <a:ext cx="89" cy="13"/>
            </a:xfrm>
            <a:prstGeom prst="line">
              <a:avLst/>
            </a:prstGeom>
            <a:noFill/>
            <a:ln w="12700">
              <a:solidFill>
                <a:prstClr val="black"/>
              </a:solidFill>
              <a:miter lim="800000"/>
            </a:ln>
            <a:effectLst/>
          </p:spPr>
        </p:cxnSp>
        <p:cxnSp>
          <p:nvCxnSpPr>
            <p:cNvPr id="45104" name=""/>
            <p:cNvCxnSpPr/>
            <p:nvPr/>
          </p:nvCxnSpPr>
          <p:spPr>
            <a:xfrm>
              <a:off x="4550" y="599"/>
              <a:ext cx="89" cy="14"/>
            </a:xfrm>
            <a:prstGeom prst="line">
              <a:avLst/>
            </a:prstGeom>
            <a:noFill/>
            <a:ln>
              <a:noFill/>
              <a:miter lim="800000"/>
            </a:ln>
            <a:effectLst/>
          </p:spPr>
        </p:cxnSp>
        <p:cxnSp>
          <p:nvCxnSpPr>
            <p:cNvPr id="45105" name=""/>
            <p:cNvCxnSpPr/>
            <p:nvPr/>
          </p:nvCxnSpPr>
          <p:spPr>
            <a:xfrm>
              <a:off x="4550" y="599"/>
              <a:ext cx="89" cy="14"/>
            </a:xfrm>
            <a:prstGeom prst="line">
              <a:avLst/>
            </a:prstGeom>
            <a:noFill/>
            <a:ln w="12700">
              <a:solidFill>
                <a:prstClr val="black"/>
              </a:solidFill>
              <a:miter lim="800000"/>
            </a:ln>
            <a:effectLst/>
          </p:spPr>
        </p:cxnSp>
        <p:cxnSp>
          <p:nvCxnSpPr>
            <p:cNvPr id="45106" name=""/>
            <p:cNvCxnSpPr/>
            <p:nvPr/>
          </p:nvCxnSpPr>
          <p:spPr>
            <a:xfrm>
              <a:off x="4550" y="613"/>
              <a:ext cx="89" cy="19"/>
            </a:xfrm>
            <a:prstGeom prst="line">
              <a:avLst/>
            </a:prstGeom>
            <a:noFill/>
            <a:ln>
              <a:noFill/>
              <a:miter lim="800000"/>
            </a:ln>
            <a:effectLst/>
          </p:spPr>
        </p:cxnSp>
        <p:cxnSp>
          <p:nvCxnSpPr>
            <p:cNvPr id="45107" name=""/>
            <p:cNvCxnSpPr/>
            <p:nvPr/>
          </p:nvCxnSpPr>
          <p:spPr>
            <a:xfrm>
              <a:off x="4550" y="613"/>
              <a:ext cx="89" cy="19"/>
            </a:xfrm>
            <a:prstGeom prst="line">
              <a:avLst/>
            </a:prstGeom>
            <a:noFill/>
            <a:ln w="12700">
              <a:solidFill>
                <a:prstClr val="black"/>
              </a:solidFill>
              <a:miter lim="800000"/>
            </a:ln>
            <a:effectLst/>
          </p:spPr>
        </p:cxnSp>
        <p:cxnSp>
          <p:nvCxnSpPr>
            <p:cNvPr id="45108" name=""/>
            <p:cNvCxnSpPr/>
            <p:nvPr/>
          </p:nvCxnSpPr>
          <p:spPr>
            <a:xfrm>
              <a:off x="4550" y="632"/>
              <a:ext cx="89" cy="0"/>
            </a:xfrm>
            <a:prstGeom prst="line">
              <a:avLst/>
            </a:prstGeom>
            <a:noFill/>
            <a:ln>
              <a:noFill/>
              <a:miter lim="800000"/>
            </a:ln>
            <a:effectLst/>
          </p:spPr>
        </p:cxnSp>
        <p:cxnSp>
          <p:nvCxnSpPr>
            <p:cNvPr id="45109" name=""/>
            <p:cNvCxnSpPr/>
            <p:nvPr/>
          </p:nvCxnSpPr>
          <p:spPr>
            <a:xfrm>
              <a:off x="4550" y="632"/>
              <a:ext cx="89" cy="0"/>
            </a:xfrm>
            <a:prstGeom prst="line">
              <a:avLst/>
            </a:prstGeom>
            <a:noFill/>
            <a:ln w="12700">
              <a:solidFill>
                <a:prstClr val="black"/>
              </a:solidFill>
              <a:miter lim="800000"/>
            </a:ln>
            <a:effectLst/>
          </p:spPr>
        </p:cxnSp>
        <p:cxnSp>
          <p:nvCxnSpPr>
            <p:cNvPr id="45110" name=""/>
            <p:cNvCxnSpPr/>
            <p:nvPr/>
          </p:nvCxnSpPr>
          <p:spPr>
            <a:xfrm>
              <a:off x="4550" y="645"/>
              <a:ext cx="89" cy="0"/>
            </a:xfrm>
            <a:prstGeom prst="line">
              <a:avLst/>
            </a:prstGeom>
            <a:noFill/>
            <a:ln>
              <a:noFill/>
              <a:miter lim="800000"/>
            </a:ln>
            <a:effectLst/>
          </p:spPr>
        </p:cxnSp>
        <p:cxnSp>
          <p:nvCxnSpPr>
            <p:cNvPr id="45111" name=""/>
            <p:cNvCxnSpPr/>
            <p:nvPr/>
          </p:nvCxnSpPr>
          <p:spPr>
            <a:xfrm>
              <a:off x="4550" y="645"/>
              <a:ext cx="89" cy="0"/>
            </a:xfrm>
            <a:prstGeom prst="line">
              <a:avLst/>
            </a:prstGeom>
            <a:noFill/>
            <a:ln w="12700">
              <a:solidFill>
                <a:prstClr val="black"/>
              </a:solidFill>
              <a:miter lim="800000"/>
            </a:ln>
            <a:effectLst/>
          </p:spPr>
        </p:cxnSp>
        <p:cxnSp>
          <p:nvCxnSpPr>
            <p:cNvPr id="45112" name=""/>
            <p:cNvCxnSpPr/>
            <p:nvPr/>
          </p:nvCxnSpPr>
          <p:spPr>
            <a:xfrm>
              <a:off x="4550" y="645"/>
              <a:ext cx="89" cy="15"/>
            </a:xfrm>
            <a:prstGeom prst="line">
              <a:avLst/>
            </a:prstGeom>
            <a:noFill/>
            <a:ln>
              <a:noFill/>
              <a:miter lim="800000"/>
            </a:ln>
            <a:effectLst/>
          </p:spPr>
        </p:cxnSp>
        <p:cxnSp>
          <p:nvCxnSpPr>
            <p:cNvPr id="45113" name=""/>
            <p:cNvCxnSpPr/>
            <p:nvPr/>
          </p:nvCxnSpPr>
          <p:spPr>
            <a:xfrm>
              <a:off x="4550" y="645"/>
              <a:ext cx="89" cy="15"/>
            </a:xfrm>
            <a:prstGeom prst="line">
              <a:avLst/>
            </a:prstGeom>
            <a:noFill/>
            <a:ln w="12700">
              <a:solidFill>
                <a:prstClr val="black"/>
              </a:solidFill>
              <a:miter lim="800000"/>
            </a:ln>
            <a:effectLst/>
          </p:spPr>
        </p:cxnSp>
        <p:sp>
          <p:nvSpPr>
            <p:cNvPr id="45114" name=""/>
            <p:cNvSpPr/>
            <p:nvPr/>
          </p:nvSpPr>
          <p:spPr>
            <a:xfrm>
              <a:off x="5356" y="556"/>
              <a:ext cx="159" cy="280"/>
            </a:xfrm>
            <a:custGeom>
              <a:pathLst>
                <a:path w="159" h="280">
                  <a:moveTo>
                    <a:pt x="0" y="13"/>
                  </a:moveTo>
                  <a:lnTo>
                    <a:pt x="158" y="0"/>
                  </a:lnTo>
                  <a:lnTo>
                    <a:pt x="158" y="248"/>
                  </a:lnTo>
                  <a:lnTo>
                    <a:pt x="0" y="279"/>
                  </a:lnTo>
                  <a:lnTo>
                    <a:pt x="0" y="13"/>
                  </a:lnTo>
                </a:path>
              </a:pathLst>
            </a:custGeom>
            <a:solidFill>
              <a:srgbClr val="000000"/>
            </a:solidFill>
            <a:ln w="12700" cap="rnd" cmpd="sng">
              <a:solidFill>
                <a:srgbClr val="000000"/>
              </a:solidFill>
              <a:prstDash val="solid"/>
              <a:round/>
            </a:ln>
            <a:effectLst/>
          </p:spPr>
        </p:sp>
        <p:cxnSp>
          <p:nvCxnSpPr>
            <p:cNvPr id="45115" name=""/>
            <p:cNvCxnSpPr/>
            <p:nvPr/>
          </p:nvCxnSpPr>
          <p:spPr>
            <a:xfrm flipV="1">
              <a:off x="5368" y="569"/>
              <a:ext cx="119" cy="17"/>
            </a:xfrm>
            <a:prstGeom prst="line">
              <a:avLst/>
            </a:prstGeom>
            <a:noFill/>
            <a:ln w="12700">
              <a:solidFill>
                <a:prstClr val="black"/>
              </a:solidFill>
              <a:miter lim="800000"/>
            </a:ln>
            <a:effectLst/>
          </p:spPr>
        </p:cxnSp>
        <p:sp>
          <p:nvSpPr>
            <p:cNvPr id="45116" name=""/>
            <p:cNvSpPr/>
            <p:nvPr/>
          </p:nvSpPr>
          <p:spPr>
            <a:xfrm>
              <a:off x="5368" y="586"/>
              <a:ext cx="103" cy="45"/>
            </a:xfrm>
            <a:custGeom>
              <a:pathLst>
                <a:path w="103" h="45">
                  <a:moveTo>
                    <a:pt x="0" y="22"/>
                  </a:moveTo>
                  <a:lnTo>
                    <a:pt x="102" y="0"/>
                  </a:lnTo>
                  <a:lnTo>
                    <a:pt x="102" y="22"/>
                  </a:lnTo>
                  <a:lnTo>
                    <a:pt x="0" y="44"/>
                  </a:lnTo>
                  <a:lnTo>
                    <a:pt x="0" y="22"/>
                  </a:lnTo>
                </a:path>
              </a:pathLst>
            </a:custGeom>
            <a:solidFill>
              <a:srgbClr val="808080"/>
            </a:solidFill>
            <a:ln w="12700" cap="rnd" cmpd="sng">
              <a:solidFill>
                <a:srgbClr val="000000"/>
              </a:solidFill>
              <a:prstDash val="solid"/>
              <a:round/>
            </a:ln>
            <a:effectLst/>
          </p:spPr>
        </p:sp>
        <p:sp>
          <p:nvSpPr>
            <p:cNvPr id="45117" name=""/>
            <p:cNvSpPr/>
            <p:nvPr/>
          </p:nvSpPr>
          <p:spPr>
            <a:xfrm>
              <a:off x="5368" y="613"/>
              <a:ext cx="88" cy="45"/>
            </a:xfrm>
            <a:custGeom>
              <a:pathLst>
                <a:path w="88" h="45">
                  <a:moveTo>
                    <a:pt x="0" y="0"/>
                  </a:moveTo>
                  <a:lnTo>
                    <a:pt x="0" y="44"/>
                  </a:lnTo>
                  <a:lnTo>
                    <a:pt x="87" y="44"/>
                  </a:lnTo>
                  <a:lnTo>
                    <a:pt x="87" y="0"/>
                  </a:lnTo>
                  <a:lnTo>
                    <a:pt x="0" y="0"/>
                  </a:lnTo>
                </a:path>
              </a:pathLst>
            </a:custGeom>
            <a:solidFill>
              <a:srgbClr val="808080"/>
            </a:solidFill>
            <a:ln w="12700" cap="rnd" cmpd="sng">
              <a:solidFill>
                <a:srgbClr val="000000"/>
              </a:solidFill>
              <a:prstDash val="solid"/>
              <a:round/>
            </a:ln>
            <a:effectLst/>
          </p:spPr>
        </p:sp>
        <p:sp>
          <p:nvSpPr>
            <p:cNvPr id="45118" name=""/>
            <p:cNvSpPr/>
            <p:nvPr/>
          </p:nvSpPr>
          <p:spPr>
            <a:xfrm>
              <a:off x="5427" y="645"/>
              <a:ext cx="29" cy="45"/>
            </a:xfrm>
            <a:custGeom>
              <a:pathLst>
                <a:path w="29" h="45">
                  <a:moveTo>
                    <a:pt x="0" y="0"/>
                  </a:moveTo>
                  <a:lnTo>
                    <a:pt x="0" y="44"/>
                  </a:lnTo>
                  <a:lnTo>
                    <a:pt x="28" y="19"/>
                  </a:lnTo>
                  <a:lnTo>
                    <a:pt x="28" y="0"/>
                  </a:lnTo>
                  <a:lnTo>
                    <a:pt x="0" y="0"/>
                  </a:lnTo>
                </a:path>
              </a:pathLst>
            </a:custGeom>
            <a:solidFill>
              <a:srgbClr val="D5006C"/>
            </a:solidFill>
            <a:ln w="12700" cap="rnd" cmpd="sng">
              <a:solidFill>
                <a:srgbClr val="000000"/>
              </a:solidFill>
              <a:prstDash val="solid"/>
              <a:round/>
            </a:ln>
            <a:effectLst/>
          </p:spPr>
        </p:sp>
        <p:sp>
          <p:nvSpPr>
            <p:cNvPr id="45119" name=""/>
            <p:cNvSpPr/>
            <p:nvPr/>
          </p:nvSpPr>
          <p:spPr>
            <a:xfrm>
              <a:off x="5588" y="261"/>
              <a:ext cx="29" cy="900"/>
            </a:xfrm>
            <a:custGeom>
              <a:pathLst>
                <a:path w="29" h="900">
                  <a:moveTo>
                    <a:pt x="0" y="13"/>
                  </a:moveTo>
                  <a:lnTo>
                    <a:pt x="28" y="0"/>
                  </a:lnTo>
                  <a:lnTo>
                    <a:pt x="28" y="881"/>
                  </a:lnTo>
                  <a:lnTo>
                    <a:pt x="0" y="899"/>
                  </a:lnTo>
                  <a:lnTo>
                    <a:pt x="0" y="13"/>
                  </a:lnTo>
                </a:path>
              </a:pathLst>
            </a:custGeom>
            <a:solidFill>
              <a:srgbClr val="D5006C"/>
            </a:solidFill>
            <a:ln w="12700" cap="rnd" cmpd="sng">
              <a:solidFill>
                <a:srgbClr val="000000"/>
              </a:solidFill>
              <a:prstDash val="solid"/>
              <a:round/>
            </a:ln>
            <a:effectLst/>
          </p:spPr>
        </p:sp>
        <p:sp>
          <p:nvSpPr>
            <p:cNvPr id="45120" name=""/>
            <p:cNvSpPr/>
            <p:nvPr/>
          </p:nvSpPr>
          <p:spPr>
            <a:xfrm>
              <a:off x="5544" y="307"/>
              <a:ext cx="30" cy="44"/>
            </a:xfrm>
            <a:custGeom>
              <a:pathLst>
                <a:path w="30" h="44">
                  <a:moveTo>
                    <a:pt x="0" y="0"/>
                  </a:moveTo>
                  <a:lnTo>
                    <a:pt x="29" y="0"/>
                  </a:lnTo>
                  <a:lnTo>
                    <a:pt x="29" y="43"/>
                  </a:lnTo>
                  <a:lnTo>
                    <a:pt x="0" y="43"/>
                  </a:lnTo>
                  <a:lnTo>
                    <a:pt x="0" y="0"/>
                  </a:lnTo>
                </a:path>
              </a:pathLst>
            </a:custGeom>
            <a:solidFill>
              <a:srgbClr val="D5006C"/>
            </a:solidFill>
            <a:ln w="12700" cap="rnd" cmpd="sng">
              <a:solidFill>
                <a:srgbClr val="000000"/>
              </a:solidFill>
              <a:prstDash val="solid"/>
              <a:round/>
            </a:ln>
            <a:effectLst/>
          </p:spPr>
        </p:sp>
        <p:sp>
          <p:nvSpPr>
            <p:cNvPr id="45121" name=""/>
            <p:cNvSpPr/>
            <p:nvPr/>
          </p:nvSpPr>
          <p:spPr>
            <a:xfrm>
              <a:off x="5237" y="307"/>
              <a:ext cx="29" cy="914"/>
            </a:xfrm>
            <a:custGeom>
              <a:pathLst>
                <a:path w="29" h="914">
                  <a:moveTo>
                    <a:pt x="0" y="0"/>
                  </a:moveTo>
                  <a:lnTo>
                    <a:pt x="28" y="0"/>
                  </a:lnTo>
                  <a:lnTo>
                    <a:pt x="28" y="913"/>
                  </a:lnTo>
                  <a:lnTo>
                    <a:pt x="0" y="913"/>
                  </a:lnTo>
                  <a:lnTo>
                    <a:pt x="0" y="0"/>
                  </a:lnTo>
                </a:path>
              </a:pathLst>
            </a:custGeom>
            <a:solidFill>
              <a:srgbClr val="D5006C"/>
            </a:solidFill>
            <a:ln w="12700" cap="rnd" cmpd="sng">
              <a:solidFill>
                <a:srgbClr val="000000"/>
              </a:solidFill>
              <a:prstDash val="solid"/>
              <a:round/>
            </a:ln>
            <a:effectLst/>
          </p:spPr>
        </p:sp>
      </p:grpSp>
      <p:sp>
        <p:nvSpPr>
          <p:cNvPr id="45122" name=""/>
          <p:cNvSpPr/>
          <p:nvPr>
            <p:ph type="body" sz="half" idx="1"/>
          </p:nvPr>
        </p:nvSpPr>
        <p:spPr>
          <a:xfrm>
            <a:off x="3429000" y="1676400"/>
            <a:ext cx="5276850"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28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400" b="0" i="0" u="none" baseline="0">
                <a:solidFill>
                  <a:schemeClr val="tx1"/>
                </a:solidFill>
                <a:effectLst/>
                <a:latin typeface="Arial" pitchFamily="34" charset="0"/>
              </a:defRPr>
            </a:lvl5pPr>
          </a:lstStyle>
          <a:p>
            <a:pPr lvl="0"/>
            <a:r>
              <a:rPr sz="2400"/>
              <a:t>Thoroughly understood</a:t>
            </a:r>
            <a:endParaRPr sz="2400"/>
          </a:p>
          <a:p>
            <a:pPr lvl="0"/>
            <a:r>
              <a:rPr sz="2400"/>
              <a:t>Predictable reliability</a:t>
            </a:r>
            <a:endParaRPr sz="2400"/>
          </a:p>
          <a:p>
            <a:pPr lvl="0"/>
            <a:r>
              <a:rPr sz="2400"/>
              <a:t>Outstanding operational efficiency, productivity, and manageability</a:t>
            </a:r>
            <a:endParaRPr sz="2400"/>
          </a:p>
          <a:p>
            <a:pPr lvl="0">
              <a:buNone/>
            </a:pPr>
            <a:r>
              <a:rPr sz="2400"/>
              <a:t>But …</a:t>
            </a:r>
            <a:endParaRPr sz="2400"/>
          </a:p>
          <a:p>
            <a:pPr lvl="0"/>
            <a:r>
              <a:rPr sz="2400"/>
              <a:t>Hasn’t seen a new ISV application in 7 years</a:t>
            </a:r>
            <a:endParaRPr sz="2400"/>
          </a:p>
          <a:p>
            <a:pPr lvl="0"/>
            <a:r>
              <a:rPr sz="2400"/>
              <a:t>Is being surrounded or supplanted</a:t>
            </a:r>
            <a:endParaRPr sz="2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47106" name=""/>
          <p:cNvSpPr/>
          <p:nvPr>
            <p:ph type="title"/>
          </p:nvPr>
        </p:nvSpPr>
        <p:spPr>
          <a:xfrm>
            <a:off x="539750" y="503238"/>
            <a:ext cx="8156575" cy="639762"/>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vl2pPr>
              <a:defRPr lang="en-US" altLang="en-US"/>
            </a:lvl2pPr>
            <a:lvl3pPr>
              <a:defRPr lang="en-US" altLang="en-US"/>
            </a:lvl3pPr>
            <a:lvl4pPr>
              <a:defRPr lang="en-US" altLang="en-US"/>
            </a:lvl4pPr>
            <a:lvl5pPr>
              <a:defRPr lang="en-US" altLang="en-US"/>
            </a:lvl5pPr>
          </a:lstStyle>
          <a:p>
            <a:pPr lvl="0"/>
            <a:r>
              <a:t>New-Breed Enterprise Mainframe</a:t>
            </a:r>
          </a:p>
        </p:txBody>
      </p:sp>
      <p:cxnSp>
        <p:nvCxnSpPr>
          <p:cNvPr id="47107" name=""/>
          <p:cNvCxnSpPr/>
          <p:nvPr/>
        </p:nvCxnSpPr>
        <p:spPr>
          <a:xfrm>
            <a:off x="76200" y="2901950"/>
            <a:ext cx="9158288" cy="0"/>
          </a:xfrm>
          <a:prstGeom prst="line">
            <a:avLst/>
          </a:prstGeom>
          <a:noFill/>
          <a:ln w="12700">
            <a:solidFill>
              <a:schemeClr val="tx1"/>
            </a:solidFill>
            <a:prstDash val="dashDot"/>
            <a:miter lim="800000"/>
          </a:ln>
          <a:effectLst/>
        </p:spPr>
      </p:cxnSp>
      <p:cxnSp>
        <p:nvCxnSpPr>
          <p:cNvPr id="47109" name=""/>
          <p:cNvCxnSpPr/>
          <p:nvPr/>
        </p:nvCxnSpPr>
        <p:spPr>
          <a:xfrm flipV="1">
            <a:off x="4773613" y="3436938"/>
            <a:ext cx="1077912" cy="414337"/>
          </a:xfrm>
          <a:prstGeom prst="line">
            <a:avLst/>
          </a:prstGeom>
          <a:noFill/>
          <a:ln w="12700">
            <a:solidFill>
              <a:schemeClr val="tx2"/>
            </a:solidFill>
            <a:miter lim="800000"/>
          </a:ln>
          <a:effectLst/>
        </p:spPr>
      </p:cxnSp>
      <p:grpSp>
        <p:nvGrpSpPr>
          <p:cNvPr id="47110" name=""/>
          <p:cNvGrpSpPr/>
          <p:nvPr/>
        </p:nvGrpSpPr>
        <p:grpSpPr>
          <a:xfrm>
            <a:off x="3663950" y="1778000"/>
            <a:ext cx="1411288" cy="1792288"/>
            <a:chOff x="2316" y="1043"/>
            <a:chExt cx="880" cy="1245"/>
          </a:xfrm>
        </p:grpSpPr>
        <p:cxnSp>
          <p:nvCxnSpPr>
            <p:cNvPr id="47111" name=""/>
            <p:cNvCxnSpPr/>
            <p:nvPr/>
          </p:nvCxnSpPr>
          <p:spPr>
            <a:xfrm>
              <a:off x="2517" y="1872"/>
              <a:ext cx="352" cy="0"/>
            </a:xfrm>
            <a:prstGeom prst="line">
              <a:avLst/>
            </a:prstGeom>
            <a:noFill/>
            <a:ln w="12700">
              <a:solidFill>
                <a:schemeClr val="tx2"/>
              </a:solidFill>
              <a:miter lim="800000"/>
            </a:ln>
            <a:effectLst/>
          </p:spPr>
        </p:cxnSp>
        <p:pic>
          <p:nvPicPr>
            <p:cNvPr id="47112" name=""/>
            <p:cNvPicPr/>
            <p:nvPr/>
          </p:nvPicPr>
          <p:blipFill>
            <a:blip r:embed="rId3"/>
            <a:stretch>
              <a:fillRect/>
            </a:stretch>
          </p:blipFill>
          <p:spPr>
            <a:xfrm>
              <a:off x="2882" y="2272"/>
              <a:ext cx="75" cy="16"/>
            </a:xfrm>
            <a:prstGeom prst="rect">
              <a:avLst/>
            </a:prstGeom>
            <a:noFill/>
            <a:ln>
              <a:noFill/>
              <a:miter lim="800000"/>
            </a:ln>
            <a:effectLst/>
          </p:spPr>
        </p:pic>
        <p:grpSp>
          <p:nvGrpSpPr>
            <p:cNvPr id="47113" name=""/>
            <p:cNvGrpSpPr/>
            <p:nvPr/>
          </p:nvGrpSpPr>
          <p:grpSpPr>
            <a:xfrm>
              <a:off x="2316" y="1717"/>
              <a:ext cx="311" cy="431"/>
              <a:chOff x="2316" y="1717"/>
              <a:chExt cx="311" cy="431"/>
            </a:xfrm>
          </p:grpSpPr>
          <p:sp>
            <p:nvSpPr>
              <p:cNvPr id="47114" name=""/>
              <p:cNvSpPr/>
              <p:nvPr/>
            </p:nvSpPr>
            <p:spPr>
              <a:xfrm>
                <a:off x="2328" y="1924"/>
                <a:ext cx="299" cy="94"/>
              </a:xfrm>
              <a:prstGeom prst="ellipse">
                <a:avLst/>
              </a:prstGeom>
              <a:solidFill>
                <a:srgbClr val="3C0023"/>
              </a:solidFill>
              <a:ln>
                <a:noFill/>
                <a:miter lim="800000"/>
              </a:ln>
              <a:effectLst/>
            </p:spPr>
          </p:sp>
          <p:sp>
            <p:nvSpPr>
              <p:cNvPr id="47115" name=""/>
              <p:cNvSpPr/>
              <p:nvPr/>
            </p:nvSpPr>
            <p:spPr>
              <a:xfrm>
                <a:off x="2350" y="1761"/>
                <a:ext cx="222" cy="244"/>
              </a:xfrm>
              <a:custGeom>
                <a:pathLst>
                  <a:path w="222" h="244">
                    <a:moveTo>
                      <a:pt x="0" y="0"/>
                    </a:moveTo>
                    <a:lnTo>
                      <a:pt x="221" y="0"/>
                    </a:lnTo>
                    <a:lnTo>
                      <a:pt x="221" y="197"/>
                    </a:lnTo>
                    <a:lnTo>
                      <a:pt x="220" y="201"/>
                    </a:lnTo>
                    <a:lnTo>
                      <a:pt x="218" y="206"/>
                    </a:lnTo>
                    <a:lnTo>
                      <a:pt x="214" y="211"/>
                    </a:lnTo>
                    <a:lnTo>
                      <a:pt x="210" y="215"/>
                    </a:lnTo>
                    <a:lnTo>
                      <a:pt x="204" y="219"/>
                    </a:lnTo>
                    <a:lnTo>
                      <a:pt x="198" y="223"/>
                    </a:lnTo>
                    <a:lnTo>
                      <a:pt x="191" y="226"/>
                    </a:lnTo>
                    <a:lnTo>
                      <a:pt x="183" y="230"/>
                    </a:lnTo>
                    <a:lnTo>
                      <a:pt x="174" y="232"/>
                    </a:lnTo>
                    <a:lnTo>
                      <a:pt x="163" y="235"/>
                    </a:lnTo>
                    <a:lnTo>
                      <a:pt x="153" y="237"/>
                    </a:lnTo>
                    <a:lnTo>
                      <a:pt x="142" y="239"/>
                    </a:lnTo>
                    <a:lnTo>
                      <a:pt x="130" y="241"/>
                    </a:lnTo>
                    <a:lnTo>
                      <a:pt x="118" y="242"/>
                    </a:lnTo>
                    <a:lnTo>
                      <a:pt x="106" y="242"/>
                    </a:lnTo>
                    <a:lnTo>
                      <a:pt x="92" y="243"/>
                    </a:lnTo>
                    <a:lnTo>
                      <a:pt x="86" y="243"/>
                    </a:lnTo>
                    <a:lnTo>
                      <a:pt x="79" y="242"/>
                    </a:lnTo>
                    <a:lnTo>
                      <a:pt x="73" y="242"/>
                    </a:lnTo>
                    <a:lnTo>
                      <a:pt x="66" y="242"/>
                    </a:lnTo>
                    <a:lnTo>
                      <a:pt x="60" y="241"/>
                    </a:lnTo>
                    <a:lnTo>
                      <a:pt x="54" y="240"/>
                    </a:lnTo>
                    <a:lnTo>
                      <a:pt x="48" y="240"/>
                    </a:lnTo>
                    <a:lnTo>
                      <a:pt x="41" y="239"/>
                    </a:lnTo>
                    <a:lnTo>
                      <a:pt x="36" y="238"/>
                    </a:lnTo>
                    <a:lnTo>
                      <a:pt x="31" y="236"/>
                    </a:lnTo>
                    <a:lnTo>
                      <a:pt x="25" y="235"/>
                    </a:lnTo>
                    <a:lnTo>
                      <a:pt x="19" y="234"/>
                    </a:lnTo>
                    <a:lnTo>
                      <a:pt x="15" y="232"/>
                    </a:lnTo>
                    <a:lnTo>
                      <a:pt x="9" y="231"/>
                    </a:lnTo>
                    <a:lnTo>
                      <a:pt x="5" y="229"/>
                    </a:lnTo>
                    <a:lnTo>
                      <a:pt x="0" y="227"/>
                    </a:lnTo>
                    <a:lnTo>
                      <a:pt x="0" y="0"/>
                    </a:lnTo>
                  </a:path>
                </a:pathLst>
              </a:custGeom>
              <a:gradFill rotWithShape="0">
                <a:gsLst>
                  <a:gs pos="0">
                    <a:srgbClr val="6E0043">
                      <a:gamma/>
                      <a:tint val="89804"/>
                      <a:invGamma/>
                    </a:srgbClr>
                  </a:gs>
                  <a:gs pos="100000">
                    <a:srgbClr val="6E0043"/>
                  </a:gs>
                </a:gsLst>
                <a:lin ang="0" scaled="1"/>
              </a:gradFill>
              <a:ln cap="rnd">
                <a:noFill/>
                <a:round/>
              </a:ln>
              <a:effectLst/>
            </p:spPr>
          </p:sp>
          <p:sp>
            <p:nvSpPr>
              <p:cNvPr id="47116" name=""/>
              <p:cNvSpPr/>
              <p:nvPr/>
            </p:nvSpPr>
            <p:spPr>
              <a:xfrm>
                <a:off x="2316" y="1761"/>
                <a:ext cx="32" cy="229"/>
              </a:xfrm>
              <a:custGeom>
                <a:pathLst>
                  <a:path w="32" h="229">
                    <a:moveTo>
                      <a:pt x="30" y="0"/>
                    </a:moveTo>
                    <a:lnTo>
                      <a:pt x="31" y="228"/>
                    </a:lnTo>
                    <a:lnTo>
                      <a:pt x="23" y="225"/>
                    </a:lnTo>
                    <a:lnTo>
                      <a:pt x="17" y="221"/>
                    </a:lnTo>
                    <a:lnTo>
                      <a:pt x="12" y="218"/>
                    </a:lnTo>
                    <a:lnTo>
                      <a:pt x="7" y="214"/>
                    </a:lnTo>
                    <a:lnTo>
                      <a:pt x="5" y="210"/>
                    </a:lnTo>
                    <a:lnTo>
                      <a:pt x="1" y="206"/>
                    </a:lnTo>
                    <a:lnTo>
                      <a:pt x="0" y="202"/>
                    </a:lnTo>
                    <a:lnTo>
                      <a:pt x="0" y="197"/>
                    </a:lnTo>
                    <a:lnTo>
                      <a:pt x="0" y="0"/>
                    </a:lnTo>
                    <a:lnTo>
                      <a:pt x="30" y="0"/>
                    </a:lnTo>
                  </a:path>
                </a:pathLst>
              </a:custGeom>
              <a:gradFill rotWithShape="0">
                <a:gsLst>
                  <a:gs pos="0">
                    <a:srgbClr val="D93192"/>
                  </a:gs>
                  <a:gs pos="100000">
                    <a:srgbClr val="D93192">
                      <a:gamma/>
                      <a:tint val="0"/>
                      <a:invGamma/>
                    </a:srgbClr>
                  </a:gs>
                </a:gsLst>
                <a:lin ang="0" scaled="1"/>
              </a:gradFill>
              <a:ln cap="rnd">
                <a:noFill/>
                <a:round/>
              </a:ln>
              <a:effectLst/>
            </p:spPr>
          </p:sp>
          <p:sp>
            <p:nvSpPr>
              <p:cNvPr id="47117" name=""/>
              <p:cNvSpPr/>
              <p:nvPr/>
            </p:nvSpPr>
            <p:spPr>
              <a:xfrm>
                <a:off x="2316" y="1717"/>
                <a:ext cx="256" cy="91"/>
              </a:xfrm>
              <a:custGeom>
                <a:pathLst>
                  <a:path w="256" h="91">
                    <a:moveTo>
                      <a:pt x="127" y="0"/>
                    </a:moveTo>
                    <a:lnTo>
                      <a:pt x="140" y="0"/>
                    </a:lnTo>
                    <a:lnTo>
                      <a:pt x="153" y="1"/>
                    </a:lnTo>
                    <a:lnTo>
                      <a:pt x="165" y="2"/>
                    </a:lnTo>
                    <a:lnTo>
                      <a:pt x="176" y="3"/>
                    </a:lnTo>
                    <a:lnTo>
                      <a:pt x="188" y="5"/>
                    </a:lnTo>
                    <a:lnTo>
                      <a:pt x="198" y="8"/>
                    </a:lnTo>
                    <a:lnTo>
                      <a:pt x="207" y="10"/>
                    </a:lnTo>
                    <a:lnTo>
                      <a:pt x="217" y="13"/>
                    </a:lnTo>
                    <a:lnTo>
                      <a:pt x="225" y="17"/>
                    </a:lnTo>
                    <a:lnTo>
                      <a:pt x="232" y="20"/>
                    </a:lnTo>
                    <a:lnTo>
                      <a:pt x="239" y="24"/>
                    </a:lnTo>
                    <a:lnTo>
                      <a:pt x="245" y="28"/>
                    </a:lnTo>
                    <a:lnTo>
                      <a:pt x="249" y="32"/>
                    </a:lnTo>
                    <a:lnTo>
                      <a:pt x="252" y="36"/>
                    </a:lnTo>
                    <a:lnTo>
                      <a:pt x="254" y="41"/>
                    </a:lnTo>
                    <a:lnTo>
                      <a:pt x="255" y="45"/>
                    </a:lnTo>
                    <a:lnTo>
                      <a:pt x="254" y="50"/>
                    </a:lnTo>
                    <a:lnTo>
                      <a:pt x="252" y="54"/>
                    </a:lnTo>
                    <a:lnTo>
                      <a:pt x="249" y="59"/>
                    </a:lnTo>
                    <a:lnTo>
                      <a:pt x="245" y="63"/>
                    </a:lnTo>
                    <a:lnTo>
                      <a:pt x="239" y="67"/>
                    </a:lnTo>
                    <a:lnTo>
                      <a:pt x="232" y="71"/>
                    </a:lnTo>
                    <a:lnTo>
                      <a:pt x="225" y="74"/>
                    </a:lnTo>
                    <a:lnTo>
                      <a:pt x="217" y="77"/>
                    </a:lnTo>
                    <a:lnTo>
                      <a:pt x="207" y="80"/>
                    </a:lnTo>
                    <a:lnTo>
                      <a:pt x="198" y="83"/>
                    </a:lnTo>
                    <a:lnTo>
                      <a:pt x="188" y="85"/>
                    </a:lnTo>
                    <a:lnTo>
                      <a:pt x="176" y="87"/>
                    </a:lnTo>
                    <a:lnTo>
                      <a:pt x="165" y="88"/>
                    </a:lnTo>
                    <a:lnTo>
                      <a:pt x="153" y="89"/>
                    </a:lnTo>
                    <a:lnTo>
                      <a:pt x="140" y="90"/>
                    </a:lnTo>
                    <a:lnTo>
                      <a:pt x="127" y="90"/>
                    </a:lnTo>
                    <a:lnTo>
                      <a:pt x="114" y="90"/>
                    </a:lnTo>
                    <a:lnTo>
                      <a:pt x="102" y="89"/>
                    </a:lnTo>
                    <a:lnTo>
                      <a:pt x="89" y="88"/>
                    </a:lnTo>
                    <a:lnTo>
                      <a:pt x="78" y="87"/>
                    </a:lnTo>
                    <a:lnTo>
                      <a:pt x="66" y="85"/>
                    </a:lnTo>
                    <a:lnTo>
                      <a:pt x="55" y="83"/>
                    </a:lnTo>
                    <a:lnTo>
                      <a:pt x="46" y="80"/>
                    </a:lnTo>
                    <a:lnTo>
                      <a:pt x="37" y="77"/>
                    </a:lnTo>
                    <a:lnTo>
                      <a:pt x="29" y="74"/>
                    </a:lnTo>
                    <a:lnTo>
                      <a:pt x="21" y="71"/>
                    </a:lnTo>
                    <a:lnTo>
                      <a:pt x="15" y="67"/>
                    </a:lnTo>
                    <a:lnTo>
                      <a:pt x="9" y="63"/>
                    </a:lnTo>
                    <a:lnTo>
                      <a:pt x="5" y="59"/>
                    </a:lnTo>
                    <a:lnTo>
                      <a:pt x="2" y="54"/>
                    </a:lnTo>
                    <a:lnTo>
                      <a:pt x="0" y="50"/>
                    </a:lnTo>
                    <a:lnTo>
                      <a:pt x="0" y="45"/>
                    </a:lnTo>
                    <a:lnTo>
                      <a:pt x="0" y="41"/>
                    </a:lnTo>
                    <a:lnTo>
                      <a:pt x="2" y="36"/>
                    </a:lnTo>
                    <a:lnTo>
                      <a:pt x="5" y="32"/>
                    </a:lnTo>
                    <a:lnTo>
                      <a:pt x="9" y="28"/>
                    </a:lnTo>
                    <a:lnTo>
                      <a:pt x="15" y="24"/>
                    </a:lnTo>
                    <a:lnTo>
                      <a:pt x="21" y="20"/>
                    </a:lnTo>
                    <a:lnTo>
                      <a:pt x="29" y="17"/>
                    </a:lnTo>
                    <a:lnTo>
                      <a:pt x="37" y="13"/>
                    </a:lnTo>
                    <a:lnTo>
                      <a:pt x="46" y="10"/>
                    </a:lnTo>
                    <a:lnTo>
                      <a:pt x="55" y="8"/>
                    </a:lnTo>
                    <a:lnTo>
                      <a:pt x="66" y="5"/>
                    </a:lnTo>
                    <a:lnTo>
                      <a:pt x="78" y="3"/>
                    </a:lnTo>
                    <a:lnTo>
                      <a:pt x="89" y="2"/>
                    </a:lnTo>
                    <a:lnTo>
                      <a:pt x="102" y="1"/>
                    </a:lnTo>
                    <a:lnTo>
                      <a:pt x="114" y="0"/>
                    </a:lnTo>
                    <a:lnTo>
                      <a:pt x="127" y="0"/>
                    </a:lnTo>
                  </a:path>
                </a:pathLst>
              </a:custGeom>
              <a:gradFill rotWithShape="0">
                <a:gsLst>
                  <a:gs pos="0">
                    <a:srgbClr val="D93192">
                      <a:gamma/>
                      <a:tint val="80000"/>
                      <a:invGamma/>
                    </a:srgbClr>
                  </a:gs>
                  <a:gs pos="100000">
                    <a:srgbClr val="D93192"/>
                  </a:gs>
                </a:gsLst>
                <a:lin ang="0" scaled="1"/>
              </a:gradFill>
              <a:ln cap="rnd">
                <a:noFill/>
                <a:round/>
              </a:ln>
              <a:effectLst/>
            </p:spPr>
          </p:sp>
          <p:pic>
            <p:nvPicPr>
              <p:cNvPr id="47118" name=""/>
              <p:cNvPicPr/>
              <p:nvPr/>
            </p:nvPicPr>
            <p:blipFill>
              <a:blip r:embed="rId3"/>
              <a:stretch>
                <a:fillRect/>
              </a:stretch>
            </p:blipFill>
            <p:spPr>
              <a:xfrm>
                <a:off x="2339" y="2132"/>
                <a:ext cx="61" cy="16"/>
              </a:xfrm>
              <a:prstGeom prst="rect">
                <a:avLst/>
              </a:prstGeom>
              <a:noFill/>
              <a:ln>
                <a:noFill/>
                <a:miter lim="800000"/>
              </a:ln>
              <a:effectLst/>
            </p:spPr>
          </p:pic>
        </p:grpSp>
        <p:pic>
          <p:nvPicPr>
            <p:cNvPr id="47119" name=""/>
            <p:cNvPicPr/>
            <p:nvPr/>
          </p:nvPicPr>
          <p:blipFill>
            <a:blip r:embed="rId4"/>
            <a:stretch>
              <a:fillRect/>
            </a:stretch>
          </p:blipFill>
          <p:spPr>
            <a:xfrm>
              <a:off x="2714" y="1043"/>
              <a:ext cx="482" cy="1024"/>
            </a:xfrm>
            <a:prstGeom prst="rect">
              <a:avLst/>
            </a:prstGeom>
            <a:noFill/>
            <a:ln>
              <a:noFill/>
              <a:miter lim="800000"/>
            </a:ln>
            <a:effectLst/>
          </p:spPr>
        </p:pic>
      </p:grpSp>
      <p:sp>
        <p:nvSpPr>
          <p:cNvPr id="47120" name=""/>
          <p:cNvSpPr/>
          <p:nvPr/>
        </p:nvSpPr>
        <p:spPr>
          <a:xfrm>
            <a:off x="3929063" y="3249613"/>
            <a:ext cx="1528762" cy="304800"/>
          </a:xfrm>
          <a:prstGeom prst="rect">
            <a:avLst/>
          </a:prstGeom>
          <a:solidFill>
            <a:schemeClr val="bg2"/>
          </a:solid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400" b="1">
                <a:solidFill>
                  <a:schemeClr val="bg1"/>
                </a:solidFill>
                <a:latin typeface="Arial" pitchFamily="34" charset="0"/>
              </a:rPr>
              <a:t>Symmetry SE70</a:t>
            </a:r>
            <a:endParaRPr sz="1400" b="1">
              <a:solidFill>
                <a:schemeClr val="bg1"/>
              </a:solidFill>
              <a:latin typeface="Arial" pitchFamily="34" charset="0"/>
            </a:endParaRPr>
          </a:p>
        </p:txBody>
      </p:sp>
      <p:sp>
        <p:nvSpPr>
          <p:cNvPr id="47121" name=""/>
          <p:cNvSpPr/>
          <p:nvPr/>
        </p:nvSpPr>
        <p:spPr>
          <a:xfrm>
            <a:off x="3962400" y="4191000"/>
            <a:ext cx="1465263" cy="51752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400">
                <a:latin typeface="Arial" pitchFamily="34" charset="0"/>
              </a:rPr>
              <a:t>Message &amp;</a:t>
            </a:r>
            <a:endParaRPr sz="1400">
              <a:latin typeface="Arial" pitchFamily="34" charset="0"/>
            </a:endParaRPr>
          </a:p>
          <a:p>
            <a:pPr lvl="0" algn="ctr"/>
            <a:r>
              <a:rPr sz="1400">
                <a:latin typeface="Arial" pitchFamily="34" charset="0"/>
              </a:rPr>
              <a:t>Enqueue</a:t>
            </a:r>
            <a:r>
              <a:rPr sz="1400">
                <a:latin typeface="Arial" pitchFamily="34" charset="0"/>
              </a:rPr>
              <a:t> Server</a:t>
            </a:r>
            <a:endParaRPr sz="1400">
              <a:latin typeface="Arial" pitchFamily="34" charset="0"/>
            </a:endParaRPr>
          </a:p>
        </p:txBody>
      </p:sp>
      <p:grpSp>
        <p:nvGrpSpPr>
          <p:cNvPr id="47122" name=""/>
          <p:cNvGrpSpPr/>
          <p:nvPr/>
        </p:nvGrpSpPr>
        <p:grpSpPr>
          <a:xfrm>
            <a:off x="685800" y="3262313"/>
            <a:ext cx="3883025" cy="2178050"/>
            <a:chOff x="458" y="2074"/>
            <a:chExt cx="2422" cy="1514"/>
          </a:xfrm>
        </p:grpSpPr>
        <p:cxnSp>
          <p:nvCxnSpPr>
            <p:cNvPr id="47123" name=""/>
            <p:cNvCxnSpPr/>
            <p:nvPr/>
          </p:nvCxnSpPr>
          <p:spPr>
            <a:xfrm>
              <a:off x="2208" y="2208"/>
              <a:ext cx="672" cy="276"/>
            </a:xfrm>
            <a:prstGeom prst="line">
              <a:avLst/>
            </a:prstGeom>
            <a:noFill/>
            <a:ln w="12700">
              <a:solidFill>
                <a:schemeClr val="tx2"/>
              </a:solidFill>
              <a:miter lim="800000"/>
            </a:ln>
            <a:effectLst/>
          </p:spPr>
        </p:cxnSp>
        <p:sp>
          <p:nvSpPr>
            <p:cNvPr id="47124" name=""/>
            <p:cNvSpPr/>
            <p:nvPr/>
          </p:nvSpPr>
          <p:spPr>
            <a:xfrm>
              <a:off x="1184" y="2820"/>
              <a:ext cx="1537" cy="433"/>
            </a:xfrm>
            <a:custGeom>
              <a:pathLst>
                <a:path w="1537" h="433">
                  <a:moveTo>
                    <a:pt x="0" y="0"/>
                  </a:moveTo>
                  <a:lnTo>
                    <a:pt x="0" y="432"/>
                  </a:lnTo>
                  <a:lnTo>
                    <a:pt x="1536" y="432"/>
                  </a:lnTo>
                </a:path>
              </a:pathLst>
            </a:custGeom>
            <a:noFill/>
            <a:ln w="12700" cap="rnd" cmpd="sng">
              <a:solidFill>
                <a:srgbClr val="00DFCA"/>
              </a:solidFill>
              <a:prstDash val="sysDot"/>
              <a:round/>
              <a:headEnd type="none" w="sm" len="sm"/>
              <a:tailEnd type="none" w="sm" len="sm"/>
            </a:ln>
            <a:effectLst/>
          </p:spPr>
        </p:sp>
        <p:sp>
          <p:nvSpPr>
            <p:cNvPr id="47125" name=""/>
            <p:cNvSpPr/>
            <p:nvPr/>
          </p:nvSpPr>
          <p:spPr>
            <a:xfrm>
              <a:off x="747" y="2622"/>
              <a:ext cx="2038" cy="685"/>
            </a:xfrm>
            <a:custGeom>
              <a:pathLst>
                <a:path w="2038" h="685">
                  <a:moveTo>
                    <a:pt x="0" y="0"/>
                  </a:moveTo>
                  <a:lnTo>
                    <a:pt x="0" y="684"/>
                  </a:lnTo>
                  <a:lnTo>
                    <a:pt x="2037" y="684"/>
                  </a:lnTo>
                </a:path>
              </a:pathLst>
            </a:custGeom>
            <a:noFill/>
            <a:ln w="12700" cap="rnd" cmpd="sng">
              <a:solidFill>
                <a:srgbClr val="00DFCA"/>
              </a:solidFill>
              <a:prstDash val="sysDot"/>
              <a:round/>
              <a:headEnd type="none" w="sm" len="sm"/>
              <a:tailEnd type="none" w="sm" len="sm"/>
            </a:ln>
            <a:effectLst/>
          </p:spPr>
        </p:sp>
        <p:sp>
          <p:nvSpPr>
            <p:cNvPr id="47126" name=""/>
            <p:cNvSpPr/>
            <p:nvPr/>
          </p:nvSpPr>
          <p:spPr>
            <a:xfrm>
              <a:off x="981" y="2595"/>
              <a:ext cx="1751" cy="685"/>
            </a:xfrm>
            <a:custGeom>
              <a:pathLst>
                <a:path w="1751" h="685">
                  <a:moveTo>
                    <a:pt x="0" y="0"/>
                  </a:moveTo>
                  <a:lnTo>
                    <a:pt x="0" y="684"/>
                  </a:lnTo>
                  <a:lnTo>
                    <a:pt x="1750" y="684"/>
                  </a:lnTo>
                </a:path>
              </a:pathLst>
            </a:custGeom>
            <a:noFill/>
            <a:ln w="12700" cap="rnd" cmpd="sng">
              <a:solidFill>
                <a:srgbClr val="00DFCA"/>
              </a:solidFill>
              <a:prstDash val="sysDot"/>
              <a:round/>
              <a:headEnd type="none" w="sm" len="sm"/>
              <a:tailEnd type="none" w="sm" len="sm"/>
            </a:ln>
            <a:effectLst/>
          </p:spPr>
        </p:sp>
        <p:sp>
          <p:nvSpPr>
            <p:cNvPr id="47127" name=""/>
            <p:cNvSpPr/>
            <p:nvPr/>
          </p:nvSpPr>
          <p:spPr>
            <a:xfrm>
              <a:off x="544" y="2532"/>
              <a:ext cx="2156" cy="805"/>
            </a:xfrm>
            <a:custGeom>
              <a:pathLst>
                <a:path w="2156" h="805">
                  <a:moveTo>
                    <a:pt x="0" y="0"/>
                  </a:moveTo>
                  <a:lnTo>
                    <a:pt x="0" y="804"/>
                  </a:lnTo>
                  <a:lnTo>
                    <a:pt x="2155" y="804"/>
                  </a:lnTo>
                </a:path>
              </a:pathLst>
            </a:custGeom>
            <a:noFill/>
            <a:ln w="12700" cap="rnd" cmpd="sng">
              <a:solidFill>
                <a:srgbClr val="00DFCA"/>
              </a:solidFill>
              <a:prstDash val="sysDot"/>
              <a:round/>
              <a:headEnd type="none" w="sm" len="sm"/>
              <a:tailEnd type="none" w="sm" len="sm"/>
            </a:ln>
            <a:effectLst/>
          </p:spPr>
        </p:sp>
        <p:sp>
          <p:nvSpPr>
            <p:cNvPr id="47128" name=""/>
            <p:cNvSpPr/>
            <p:nvPr/>
          </p:nvSpPr>
          <p:spPr>
            <a:xfrm>
              <a:off x="876" y="3354"/>
              <a:ext cx="1727" cy="234"/>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600">
                  <a:solidFill>
                    <a:schemeClr val="tx2"/>
                  </a:solidFill>
                  <a:effectLst>
                    <a:outerShdw blurRad="38100" dist="38100" dir="2700000" algn="tl">
                      <a:srgbClr val="000000">
                        <a:alpha val="43137"/>
                      </a:srgbClr>
                    </a:outerShdw>
                  </a:effectLst>
                  <a:latin typeface="Arial" pitchFamily="34" charset="0"/>
                </a:rPr>
                <a:t>125 Compaq </a:t>
              </a:r>
              <a:r>
                <a:rPr sz="1600">
                  <a:solidFill>
                    <a:schemeClr val="tx2"/>
                  </a:solidFill>
                  <a:effectLst>
                    <a:outerShdw blurRad="38100" dist="38100" dir="2700000" algn="tl">
                      <a:srgbClr val="000000">
                        <a:alpha val="43137"/>
                      </a:srgbClr>
                    </a:outerShdw>
                  </a:effectLst>
                  <a:latin typeface="Arial" pitchFamily="34" charset="0"/>
                </a:rPr>
                <a:t>ProLiant</a:t>
              </a:r>
              <a:r>
                <a:rPr sz="1600">
                  <a:solidFill>
                    <a:schemeClr val="tx2"/>
                  </a:solidFill>
                  <a:effectLst>
                    <a:outerShdw blurRad="38100" dist="38100" dir="2700000" algn="tl">
                      <a:srgbClr val="000000">
                        <a:alpha val="43137"/>
                      </a:srgbClr>
                    </a:outerShdw>
                  </a:effectLst>
                  <a:latin typeface="Arial" pitchFamily="34" charset="0"/>
                </a:rPr>
                <a:t> 4000s</a:t>
              </a:r>
              <a:endParaRPr sz="1600">
                <a:solidFill>
                  <a:schemeClr val="tx2"/>
                </a:solidFill>
                <a:effectLst>
                  <a:outerShdw blurRad="38100" dist="38100" dir="2700000" algn="tl">
                    <a:srgbClr val="000000">
                      <a:alpha val="43137"/>
                    </a:srgbClr>
                  </a:outerShdw>
                </a:effectLst>
                <a:latin typeface="Arial" pitchFamily="34" charset="0"/>
              </a:endParaRPr>
            </a:p>
          </p:txBody>
        </p:sp>
        <p:sp>
          <p:nvSpPr>
            <p:cNvPr id="47129" name=""/>
            <p:cNvSpPr/>
            <p:nvPr/>
          </p:nvSpPr>
          <p:spPr>
            <a:xfrm>
              <a:off x="2392" y="2481"/>
              <a:ext cx="185" cy="610"/>
            </a:xfrm>
            <a:custGeom>
              <a:pathLst>
                <a:path w="185" h="610">
                  <a:moveTo>
                    <a:pt x="0" y="0"/>
                  </a:moveTo>
                  <a:lnTo>
                    <a:pt x="0" y="609"/>
                  </a:lnTo>
                  <a:lnTo>
                    <a:pt x="184" y="609"/>
                  </a:lnTo>
                </a:path>
              </a:pathLst>
            </a:custGeom>
            <a:noFill/>
            <a:ln w="12700" cap="rnd" cmpd="sng">
              <a:solidFill>
                <a:srgbClr val="00DFCA"/>
              </a:solidFill>
              <a:prstDash val="sysDot"/>
              <a:round/>
              <a:headEnd type="none" w="sm" len="sm"/>
              <a:tailEnd type="none" w="sm" len="sm"/>
            </a:ln>
            <a:effectLst/>
          </p:spPr>
        </p:sp>
        <p:sp>
          <p:nvSpPr>
            <p:cNvPr id="47130" name=""/>
            <p:cNvSpPr/>
            <p:nvPr/>
          </p:nvSpPr>
          <p:spPr>
            <a:xfrm>
              <a:off x="1621" y="2898"/>
              <a:ext cx="961" cy="301"/>
            </a:xfrm>
            <a:custGeom>
              <a:pathLst>
                <a:path w="961" h="301">
                  <a:moveTo>
                    <a:pt x="0" y="0"/>
                  </a:moveTo>
                  <a:lnTo>
                    <a:pt x="0" y="300"/>
                  </a:lnTo>
                  <a:lnTo>
                    <a:pt x="960" y="300"/>
                  </a:lnTo>
                </a:path>
              </a:pathLst>
            </a:custGeom>
            <a:noFill/>
            <a:ln w="12700" cap="rnd" cmpd="sng">
              <a:solidFill>
                <a:srgbClr val="00DFCA"/>
              </a:solidFill>
              <a:prstDash val="sysDot"/>
              <a:round/>
              <a:headEnd type="none" w="sm" len="sm"/>
              <a:tailEnd type="none" w="sm" len="sm"/>
            </a:ln>
            <a:effectLst/>
          </p:spPr>
        </p:sp>
        <p:sp>
          <p:nvSpPr>
            <p:cNvPr id="47131" name=""/>
            <p:cNvSpPr/>
            <p:nvPr/>
          </p:nvSpPr>
          <p:spPr>
            <a:xfrm>
              <a:off x="2037" y="2700"/>
              <a:ext cx="492" cy="445"/>
            </a:xfrm>
            <a:custGeom>
              <a:pathLst>
                <a:path w="492" h="445">
                  <a:moveTo>
                    <a:pt x="0" y="0"/>
                  </a:moveTo>
                  <a:lnTo>
                    <a:pt x="0" y="444"/>
                  </a:lnTo>
                  <a:lnTo>
                    <a:pt x="491" y="444"/>
                  </a:lnTo>
                </a:path>
              </a:pathLst>
            </a:custGeom>
            <a:noFill/>
            <a:ln w="12700" cap="rnd" cmpd="sng">
              <a:solidFill>
                <a:srgbClr val="00DFCA"/>
              </a:solidFill>
              <a:prstDash val="sysDot"/>
              <a:round/>
              <a:headEnd type="none" w="sm" len="sm"/>
              <a:tailEnd type="none" w="sm" len="sm"/>
            </a:ln>
            <a:effectLst/>
          </p:spPr>
        </p:sp>
        <p:sp>
          <p:nvSpPr>
            <p:cNvPr id="47132" name=""/>
            <p:cNvSpPr/>
            <p:nvPr/>
          </p:nvSpPr>
          <p:spPr>
            <a:xfrm>
              <a:off x="1835" y="2763"/>
              <a:ext cx="715" cy="409"/>
            </a:xfrm>
            <a:custGeom>
              <a:pathLst>
                <a:path w="715" h="409">
                  <a:moveTo>
                    <a:pt x="0" y="0"/>
                  </a:moveTo>
                  <a:lnTo>
                    <a:pt x="0" y="408"/>
                  </a:lnTo>
                  <a:lnTo>
                    <a:pt x="714" y="408"/>
                  </a:lnTo>
                </a:path>
              </a:pathLst>
            </a:custGeom>
            <a:noFill/>
            <a:ln w="12700" cap="rnd" cmpd="sng">
              <a:solidFill>
                <a:srgbClr val="00DFCA"/>
              </a:solidFill>
              <a:prstDash val="sysDot"/>
              <a:round/>
              <a:headEnd type="none" w="sm" len="sm"/>
              <a:tailEnd type="none" w="sm" len="sm"/>
            </a:ln>
            <a:effectLst/>
          </p:spPr>
        </p:sp>
        <p:sp>
          <p:nvSpPr>
            <p:cNvPr id="47133" name=""/>
            <p:cNvSpPr/>
            <p:nvPr/>
          </p:nvSpPr>
          <p:spPr>
            <a:xfrm>
              <a:off x="2219" y="2565"/>
              <a:ext cx="331" cy="553"/>
            </a:xfrm>
            <a:custGeom>
              <a:pathLst>
                <a:path w="331" h="553">
                  <a:moveTo>
                    <a:pt x="0" y="0"/>
                  </a:moveTo>
                  <a:lnTo>
                    <a:pt x="0" y="552"/>
                  </a:lnTo>
                  <a:lnTo>
                    <a:pt x="330" y="552"/>
                  </a:lnTo>
                </a:path>
              </a:pathLst>
            </a:custGeom>
            <a:noFill/>
            <a:ln w="12700" cap="rnd" cmpd="sng">
              <a:solidFill>
                <a:srgbClr val="00DFCA"/>
              </a:solidFill>
              <a:prstDash val="sysDot"/>
              <a:round/>
              <a:headEnd type="none" w="sm" len="sm"/>
              <a:tailEnd type="none" w="sm" len="sm"/>
            </a:ln>
            <a:effectLst/>
          </p:spPr>
        </p:sp>
        <p:sp>
          <p:nvSpPr>
            <p:cNvPr id="47134" name=""/>
            <p:cNvSpPr/>
            <p:nvPr/>
          </p:nvSpPr>
          <p:spPr>
            <a:xfrm>
              <a:off x="599" y="2074"/>
              <a:ext cx="1735" cy="640"/>
            </a:xfrm>
            <a:prstGeom prst="ellipse">
              <a:avLst/>
            </a:prstGeom>
            <a:noFill/>
            <a:ln w="25400">
              <a:solidFill>
                <a:schemeClr val="tx2"/>
              </a:solidFill>
              <a:miter lim="800000"/>
            </a:ln>
            <a:effectLst/>
          </p:spPr>
        </p:sp>
        <p:grpSp>
          <p:nvGrpSpPr>
            <p:cNvPr id="47135" name=""/>
            <p:cNvGrpSpPr/>
            <p:nvPr/>
          </p:nvGrpSpPr>
          <p:grpSpPr>
            <a:xfrm>
              <a:off x="458" y="2128"/>
              <a:ext cx="183" cy="426"/>
              <a:chOff x="458" y="2128"/>
              <a:chExt cx="183" cy="426"/>
            </a:xfrm>
          </p:grpSpPr>
          <p:sp>
            <p:nvSpPr>
              <p:cNvPr id="47136" name=""/>
              <p:cNvSpPr/>
              <p:nvPr/>
            </p:nvSpPr>
            <p:spPr>
              <a:xfrm>
                <a:off x="486" y="2317"/>
                <a:ext cx="125" cy="230"/>
              </a:xfrm>
              <a:custGeom>
                <a:pathLst>
                  <a:path w="125" h="230">
                    <a:moveTo>
                      <a:pt x="2" y="0"/>
                    </a:moveTo>
                    <a:lnTo>
                      <a:pt x="121" y="0"/>
                    </a:lnTo>
                    <a:lnTo>
                      <a:pt x="122" y="0"/>
                    </a:lnTo>
                    <a:lnTo>
                      <a:pt x="124" y="2"/>
                    </a:lnTo>
                    <a:lnTo>
                      <a:pt x="124" y="3"/>
                    </a:lnTo>
                    <a:lnTo>
                      <a:pt x="124" y="226"/>
                    </a:lnTo>
                    <a:lnTo>
                      <a:pt x="124" y="227"/>
                    </a:lnTo>
                    <a:lnTo>
                      <a:pt x="122" y="228"/>
                    </a:lnTo>
                    <a:lnTo>
                      <a:pt x="121"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7137" name=""/>
              <p:cNvSpPr/>
              <p:nvPr/>
            </p:nvSpPr>
            <p:spPr>
              <a:xfrm>
                <a:off x="486" y="251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38" name=""/>
              <p:cNvSpPr/>
              <p:nvPr/>
            </p:nvSpPr>
            <p:spPr>
              <a:xfrm>
                <a:off x="486" y="250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39" name=""/>
              <p:cNvSpPr/>
              <p:nvPr/>
            </p:nvSpPr>
            <p:spPr>
              <a:xfrm>
                <a:off x="486" y="2500"/>
                <a:ext cx="125" cy="17"/>
              </a:xfrm>
              <a:custGeom>
                <a:pathLst>
                  <a:path w="125" h="17">
                    <a:moveTo>
                      <a:pt x="0" y="0"/>
                    </a:moveTo>
                    <a:lnTo>
                      <a:pt x="124" y="0"/>
                    </a:lnTo>
                    <a:lnTo>
                      <a:pt x="124" y="16"/>
                    </a:lnTo>
                    <a:lnTo>
                      <a:pt x="0" y="16"/>
                    </a:lnTo>
                    <a:lnTo>
                      <a:pt x="0" y="0"/>
                    </a:lnTo>
                  </a:path>
                </a:pathLst>
              </a:custGeom>
              <a:solidFill>
                <a:srgbClr val="404040"/>
              </a:solidFill>
              <a:ln cap="rnd">
                <a:noFill/>
                <a:round/>
              </a:ln>
              <a:effectLst/>
            </p:spPr>
          </p:sp>
          <p:sp>
            <p:nvSpPr>
              <p:cNvPr id="47140" name=""/>
              <p:cNvSpPr/>
              <p:nvPr/>
            </p:nvSpPr>
            <p:spPr>
              <a:xfrm>
                <a:off x="486" y="250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1" name=""/>
              <p:cNvSpPr/>
              <p:nvPr/>
            </p:nvSpPr>
            <p:spPr>
              <a:xfrm>
                <a:off x="486" y="249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2" name=""/>
              <p:cNvSpPr/>
              <p:nvPr/>
            </p:nvSpPr>
            <p:spPr>
              <a:xfrm>
                <a:off x="486" y="248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3" name=""/>
              <p:cNvSpPr/>
              <p:nvPr/>
            </p:nvSpPr>
            <p:spPr>
              <a:xfrm>
                <a:off x="486" y="247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4" name=""/>
              <p:cNvSpPr/>
              <p:nvPr/>
            </p:nvSpPr>
            <p:spPr>
              <a:xfrm>
                <a:off x="486" y="247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5" name=""/>
              <p:cNvSpPr/>
              <p:nvPr/>
            </p:nvSpPr>
            <p:spPr>
              <a:xfrm>
                <a:off x="486" y="246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6" name=""/>
              <p:cNvSpPr/>
              <p:nvPr/>
            </p:nvSpPr>
            <p:spPr>
              <a:xfrm>
                <a:off x="486" y="245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7" name=""/>
              <p:cNvSpPr/>
              <p:nvPr/>
            </p:nvSpPr>
            <p:spPr>
              <a:xfrm>
                <a:off x="486" y="244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8" name=""/>
              <p:cNvSpPr/>
              <p:nvPr/>
            </p:nvSpPr>
            <p:spPr>
              <a:xfrm>
                <a:off x="486" y="244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49" name=""/>
              <p:cNvSpPr/>
              <p:nvPr/>
            </p:nvSpPr>
            <p:spPr>
              <a:xfrm>
                <a:off x="486" y="243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50" name=""/>
              <p:cNvSpPr/>
              <p:nvPr/>
            </p:nvSpPr>
            <p:spPr>
              <a:xfrm>
                <a:off x="486" y="242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51" name=""/>
              <p:cNvSpPr/>
              <p:nvPr/>
            </p:nvSpPr>
            <p:spPr>
              <a:xfrm>
                <a:off x="486" y="2419"/>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52" name=""/>
              <p:cNvSpPr/>
              <p:nvPr/>
            </p:nvSpPr>
            <p:spPr>
              <a:xfrm>
                <a:off x="486" y="241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53" name=""/>
              <p:cNvSpPr/>
              <p:nvPr/>
            </p:nvSpPr>
            <p:spPr>
              <a:xfrm>
                <a:off x="486" y="240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154" name=""/>
              <p:cNvSpPr/>
              <p:nvPr/>
            </p:nvSpPr>
            <p:spPr>
              <a:xfrm>
                <a:off x="458" y="2537"/>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7155" name=""/>
              <p:cNvSpPr/>
              <p:nvPr/>
            </p:nvSpPr>
            <p:spPr>
              <a:xfrm>
                <a:off x="553" y="2537"/>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7156" name=""/>
              <p:cNvSpPr/>
              <p:nvPr/>
            </p:nvSpPr>
            <p:spPr>
              <a:xfrm>
                <a:off x="509" y="2466"/>
                <a:ext cx="86" cy="81"/>
              </a:xfrm>
              <a:custGeom>
                <a:pathLst>
                  <a:path w="86" h="81">
                    <a:moveTo>
                      <a:pt x="0" y="1"/>
                    </a:moveTo>
                    <a:lnTo>
                      <a:pt x="0" y="80"/>
                    </a:lnTo>
                    <a:lnTo>
                      <a:pt x="85" y="80"/>
                    </a:lnTo>
                    <a:lnTo>
                      <a:pt x="85" y="0"/>
                    </a:lnTo>
                  </a:path>
                </a:pathLst>
              </a:custGeom>
              <a:noFill/>
              <a:ln w="12700" cap="rnd" cmpd="sng">
                <a:solidFill>
                  <a:srgbClr val="808060"/>
                </a:solidFill>
                <a:prstDash val="solid"/>
                <a:round/>
                <a:headEnd type="none" w="sm" len="sm"/>
                <a:tailEnd type="none" w="sm" len="sm"/>
              </a:ln>
              <a:effectLst/>
            </p:spPr>
          </p:sp>
          <p:sp>
            <p:nvSpPr>
              <p:cNvPr id="47157" name=""/>
              <p:cNvSpPr/>
              <p:nvPr/>
            </p:nvSpPr>
            <p:spPr>
              <a:xfrm>
                <a:off x="486" y="2128"/>
                <a:ext cx="125" cy="171"/>
              </a:xfrm>
              <a:custGeom>
                <a:pathLst>
                  <a:path w="125" h="171">
                    <a:moveTo>
                      <a:pt x="3" y="170"/>
                    </a:moveTo>
                    <a:lnTo>
                      <a:pt x="120" y="170"/>
                    </a:lnTo>
                    <a:lnTo>
                      <a:pt x="122" y="170"/>
                    </a:lnTo>
                    <a:lnTo>
                      <a:pt x="123" y="168"/>
                    </a:lnTo>
                    <a:lnTo>
                      <a:pt x="124" y="167"/>
                    </a:lnTo>
                    <a:lnTo>
                      <a:pt x="124" y="4"/>
                    </a:lnTo>
                    <a:lnTo>
                      <a:pt x="123" y="2"/>
                    </a:lnTo>
                    <a:lnTo>
                      <a:pt x="122" y="1"/>
                    </a:lnTo>
                    <a:lnTo>
                      <a:pt x="121"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7158" name=""/>
              <p:cNvSpPr/>
              <p:nvPr/>
            </p:nvSpPr>
            <p:spPr>
              <a:xfrm>
                <a:off x="499" y="2178"/>
                <a:ext cx="100" cy="105"/>
              </a:xfrm>
              <a:custGeom>
                <a:pathLst>
                  <a:path w="100" h="105">
                    <a:moveTo>
                      <a:pt x="4" y="104"/>
                    </a:moveTo>
                    <a:lnTo>
                      <a:pt x="95" y="104"/>
                    </a:lnTo>
                    <a:lnTo>
                      <a:pt x="96" y="104"/>
                    </a:lnTo>
                    <a:lnTo>
                      <a:pt x="97" y="103"/>
                    </a:lnTo>
                    <a:lnTo>
                      <a:pt x="98" y="102"/>
                    </a:lnTo>
                    <a:lnTo>
                      <a:pt x="99" y="101"/>
                    </a:lnTo>
                    <a:lnTo>
                      <a:pt x="99" y="99"/>
                    </a:lnTo>
                    <a:lnTo>
                      <a:pt x="99" y="5"/>
                    </a:lnTo>
                    <a:lnTo>
                      <a:pt x="99" y="3"/>
                    </a:lnTo>
                    <a:lnTo>
                      <a:pt x="98" y="2"/>
                    </a:lnTo>
                    <a:lnTo>
                      <a:pt x="97" y="0"/>
                    </a:lnTo>
                    <a:lnTo>
                      <a:pt x="96" y="0"/>
                    </a:lnTo>
                    <a:lnTo>
                      <a:pt x="95"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7159" name=""/>
              <p:cNvSpPr/>
              <p:nvPr/>
            </p:nvSpPr>
            <p:spPr>
              <a:xfrm>
                <a:off x="502" y="2208"/>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7160" name=""/>
              <p:cNvSpPr/>
              <p:nvPr/>
            </p:nvSpPr>
            <p:spPr>
              <a:xfrm>
                <a:off x="502" y="2239"/>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47161" name=""/>
              <p:cNvSpPr/>
              <p:nvPr/>
            </p:nvSpPr>
            <p:spPr>
              <a:xfrm>
                <a:off x="500" y="2182"/>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7162" name=""/>
              <p:cNvSpPr/>
              <p:nvPr/>
            </p:nvSpPr>
            <p:spPr>
              <a:xfrm>
                <a:off x="527" y="2183"/>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7163" name=""/>
              <p:cNvSpPr/>
              <p:nvPr/>
            </p:nvSpPr>
            <p:spPr>
              <a:xfrm>
                <a:off x="579" y="218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7164" name=""/>
              <p:cNvSpPr/>
              <p:nvPr/>
            </p:nvSpPr>
            <p:spPr>
              <a:xfrm>
                <a:off x="579" y="218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7165" name=""/>
              <p:cNvSpPr/>
              <p:nvPr/>
            </p:nvSpPr>
            <p:spPr>
              <a:xfrm>
                <a:off x="506" y="2190"/>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7166" name=""/>
              <p:cNvSpPr/>
              <p:nvPr/>
            </p:nvSpPr>
            <p:spPr>
              <a:xfrm>
                <a:off x="502" y="2210"/>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7167" name=""/>
              <p:cNvSpPr/>
              <p:nvPr/>
            </p:nvSpPr>
            <p:spPr>
              <a:xfrm>
                <a:off x="527" y="2214"/>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7168" name=""/>
              <p:cNvSpPr/>
              <p:nvPr/>
            </p:nvSpPr>
            <p:spPr>
              <a:xfrm>
                <a:off x="569" y="222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7169" name=""/>
              <p:cNvSpPr/>
              <p:nvPr/>
            </p:nvSpPr>
            <p:spPr>
              <a:xfrm>
                <a:off x="569" y="222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7170" name=""/>
              <p:cNvSpPr/>
              <p:nvPr/>
            </p:nvSpPr>
            <p:spPr>
              <a:xfrm>
                <a:off x="524" y="2217"/>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7171" name=""/>
              <p:cNvSpPr/>
              <p:nvPr/>
            </p:nvSpPr>
            <p:spPr>
              <a:xfrm>
                <a:off x="502" y="2246"/>
                <a:ext cx="95" cy="17"/>
              </a:xfrm>
              <a:custGeom>
                <a:pathLst>
                  <a:path w="95" h="17">
                    <a:moveTo>
                      <a:pt x="0" y="16"/>
                    </a:moveTo>
                    <a:lnTo>
                      <a:pt x="94" y="16"/>
                    </a:lnTo>
                    <a:lnTo>
                      <a:pt x="94" y="0"/>
                    </a:lnTo>
                    <a:lnTo>
                      <a:pt x="0" y="0"/>
                    </a:lnTo>
                    <a:lnTo>
                      <a:pt x="0" y="16"/>
                    </a:lnTo>
                  </a:path>
                </a:pathLst>
              </a:custGeom>
              <a:solidFill>
                <a:srgbClr val="505020"/>
              </a:solidFill>
              <a:ln cap="rnd">
                <a:noFill/>
                <a:round/>
              </a:ln>
              <a:effectLst/>
            </p:spPr>
          </p:sp>
          <p:sp>
            <p:nvSpPr>
              <p:cNvPr id="47172" name=""/>
              <p:cNvSpPr/>
              <p:nvPr/>
            </p:nvSpPr>
            <p:spPr>
              <a:xfrm>
                <a:off x="502" y="2243"/>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7173" name=""/>
              <p:cNvSpPr/>
              <p:nvPr/>
            </p:nvSpPr>
            <p:spPr>
              <a:xfrm>
                <a:off x="596" y="2246"/>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7174" name=""/>
              <p:cNvSpPr/>
              <p:nvPr/>
            </p:nvSpPr>
            <p:spPr>
              <a:xfrm>
                <a:off x="500" y="2246"/>
                <a:ext cx="97" cy="17"/>
              </a:xfrm>
              <a:custGeom>
                <a:pathLst>
                  <a:path w="97" h="17">
                    <a:moveTo>
                      <a:pt x="0" y="16"/>
                    </a:moveTo>
                    <a:lnTo>
                      <a:pt x="0" y="0"/>
                    </a:lnTo>
                    <a:lnTo>
                      <a:pt x="96" y="0"/>
                    </a:lnTo>
                    <a:lnTo>
                      <a:pt x="96" y="16"/>
                    </a:lnTo>
                    <a:lnTo>
                      <a:pt x="0" y="16"/>
                    </a:lnTo>
                    <a:lnTo>
                      <a:pt x="0" y="16"/>
                    </a:lnTo>
                    <a:lnTo>
                      <a:pt x="0" y="0"/>
                    </a:lnTo>
                    <a:lnTo>
                      <a:pt x="0" y="0"/>
                    </a:lnTo>
                    <a:lnTo>
                      <a:pt x="0" y="16"/>
                    </a:lnTo>
                  </a:path>
                </a:pathLst>
              </a:custGeom>
              <a:solidFill>
                <a:srgbClr val="000000"/>
              </a:solidFill>
              <a:ln cap="rnd">
                <a:noFill/>
                <a:round/>
              </a:ln>
              <a:effectLst/>
            </p:spPr>
          </p:sp>
          <p:sp>
            <p:nvSpPr>
              <p:cNvPr id="47175" name=""/>
              <p:cNvSpPr/>
              <p:nvPr/>
            </p:nvSpPr>
            <p:spPr>
              <a:xfrm>
                <a:off x="496" y="2246"/>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7176" name=""/>
              <p:cNvSpPr/>
              <p:nvPr/>
            </p:nvSpPr>
            <p:spPr>
              <a:xfrm>
                <a:off x="502" y="2250"/>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7177" name=""/>
              <p:cNvSpPr/>
              <p:nvPr/>
            </p:nvSpPr>
            <p:spPr>
              <a:xfrm>
                <a:off x="525" y="2255"/>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7178" name=""/>
              <p:cNvSpPr/>
              <p:nvPr/>
            </p:nvSpPr>
            <p:spPr>
              <a:xfrm>
                <a:off x="531" y="2256"/>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7179" name=""/>
              <p:cNvSpPr/>
              <p:nvPr/>
            </p:nvSpPr>
            <p:spPr>
              <a:xfrm>
                <a:off x="502" y="2242"/>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7180" name=""/>
              <p:cNvSpPr/>
              <p:nvPr/>
            </p:nvSpPr>
            <p:spPr>
              <a:xfrm>
                <a:off x="499" y="2168"/>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47181" name=""/>
              <p:cNvSpPr/>
              <p:nvPr/>
            </p:nvSpPr>
            <p:spPr>
              <a:xfrm>
                <a:off x="506" y="2191"/>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7182" name=""/>
              <p:cNvSpPr/>
              <p:nvPr/>
            </p:nvSpPr>
            <p:spPr>
              <a:xfrm>
                <a:off x="525" y="2191"/>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47183" name=""/>
              <p:cNvSpPr/>
              <p:nvPr/>
            </p:nvSpPr>
            <p:spPr>
              <a:xfrm>
                <a:off x="567" y="2191"/>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47184" name=""/>
              <p:cNvSpPr/>
              <p:nvPr/>
            </p:nvSpPr>
            <p:spPr>
              <a:xfrm>
                <a:off x="527" y="2197"/>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7185" name=""/>
              <p:cNvSpPr/>
              <p:nvPr/>
            </p:nvSpPr>
            <p:spPr>
              <a:xfrm>
                <a:off x="580" y="217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186" name=""/>
              <p:cNvSpPr/>
              <p:nvPr/>
            </p:nvSpPr>
            <p:spPr>
              <a:xfrm>
                <a:off x="573" y="2183"/>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7187" name=""/>
              <p:cNvSpPr/>
              <p:nvPr/>
            </p:nvSpPr>
            <p:spPr>
              <a:xfrm>
                <a:off x="527" y="2197"/>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7188" name=""/>
              <p:cNvSpPr/>
              <p:nvPr/>
            </p:nvSpPr>
            <p:spPr>
              <a:xfrm>
                <a:off x="527" y="2196"/>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7189" name=""/>
              <p:cNvSpPr/>
              <p:nvPr/>
            </p:nvSpPr>
            <p:spPr>
              <a:xfrm>
                <a:off x="525" y="2195"/>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190" name=""/>
              <p:cNvSpPr/>
              <p:nvPr/>
            </p:nvSpPr>
            <p:spPr>
              <a:xfrm>
                <a:off x="513" y="2168"/>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7191" name=""/>
              <p:cNvSpPr/>
              <p:nvPr/>
            </p:nvSpPr>
            <p:spPr>
              <a:xfrm>
                <a:off x="513" y="2168"/>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7192" name=""/>
              <p:cNvCxnSpPr/>
              <p:nvPr/>
            </p:nvCxnSpPr>
            <p:spPr>
              <a:xfrm>
                <a:off x="514" y="2171"/>
                <a:ext cx="2" cy="0"/>
              </a:xfrm>
              <a:prstGeom prst="line">
                <a:avLst/>
              </a:prstGeom>
              <a:noFill/>
              <a:ln>
                <a:noFill/>
                <a:miter lim="800000"/>
              </a:ln>
              <a:effectLst/>
            </p:spPr>
          </p:cxnSp>
          <p:sp>
            <p:nvSpPr>
              <p:cNvPr id="47193" name=""/>
              <p:cNvSpPr/>
              <p:nvPr/>
            </p:nvSpPr>
            <p:spPr>
              <a:xfrm>
                <a:off x="579" y="2168"/>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7194" name=""/>
              <p:cNvSpPr/>
              <p:nvPr/>
            </p:nvSpPr>
            <p:spPr>
              <a:xfrm>
                <a:off x="578" y="2168"/>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7195" name=""/>
              <p:cNvSpPr/>
              <p:nvPr/>
            </p:nvSpPr>
            <p:spPr>
              <a:xfrm>
                <a:off x="574" y="2166"/>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7196" name=""/>
              <p:cNvSpPr/>
              <p:nvPr/>
            </p:nvSpPr>
            <p:spPr>
              <a:xfrm>
                <a:off x="527" y="2229"/>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7197" name=""/>
              <p:cNvSpPr/>
              <p:nvPr/>
            </p:nvSpPr>
            <p:spPr>
              <a:xfrm>
                <a:off x="527" y="2228"/>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7198" name=""/>
              <p:cNvSpPr/>
              <p:nvPr/>
            </p:nvSpPr>
            <p:spPr>
              <a:xfrm>
                <a:off x="525" y="222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199" name=""/>
              <p:cNvSpPr/>
              <p:nvPr/>
            </p:nvSpPr>
            <p:spPr>
              <a:xfrm>
                <a:off x="507" y="2278"/>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7200" name=""/>
              <p:cNvCxnSpPr/>
              <p:nvPr/>
            </p:nvCxnSpPr>
            <p:spPr>
              <a:xfrm>
                <a:off x="509" y="2282"/>
                <a:ext cx="3" cy="0"/>
              </a:xfrm>
              <a:prstGeom prst="line">
                <a:avLst/>
              </a:prstGeom>
              <a:noFill/>
              <a:ln>
                <a:noFill/>
                <a:miter lim="800000"/>
              </a:ln>
              <a:effectLst/>
            </p:spPr>
          </p:cxnSp>
          <p:cxnSp>
            <p:nvCxnSpPr>
              <p:cNvPr id="47201" name=""/>
              <p:cNvCxnSpPr/>
              <p:nvPr/>
            </p:nvCxnSpPr>
            <p:spPr>
              <a:xfrm>
                <a:off x="509" y="2282"/>
                <a:ext cx="3" cy="0"/>
              </a:xfrm>
              <a:prstGeom prst="line">
                <a:avLst/>
              </a:prstGeom>
              <a:noFill/>
              <a:ln>
                <a:noFill/>
                <a:miter lim="800000"/>
              </a:ln>
              <a:effectLst/>
            </p:spPr>
          </p:cxnSp>
          <p:cxnSp>
            <p:nvCxnSpPr>
              <p:cNvPr id="47202" name=""/>
              <p:cNvCxnSpPr/>
              <p:nvPr/>
            </p:nvCxnSpPr>
            <p:spPr>
              <a:xfrm>
                <a:off x="509" y="2282"/>
                <a:ext cx="3" cy="0"/>
              </a:xfrm>
              <a:prstGeom prst="line">
                <a:avLst/>
              </a:prstGeom>
              <a:noFill/>
              <a:ln>
                <a:noFill/>
                <a:miter lim="800000"/>
              </a:ln>
              <a:effectLst/>
            </p:spPr>
          </p:cxnSp>
          <p:cxnSp>
            <p:nvCxnSpPr>
              <p:cNvPr id="47203" name=""/>
              <p:cNvCxnSpPr/>
              <p:nvPr/>
            </p:nvCxnSpPr>
            <p:spPr>
              <a:xfrm>
                <a:off x="509" y="2282"/>
                <a:ext cx="3" cy="0"/>
              </a:xfrm>
              <a:prstGeom prst="line">
                <a:avLst/>
              </a:prstGeom>
              <a:noFill/>
              <a:ln>
                <a:noFill/>
                <a:miter lim="800000"/>
              </a:ln>
              <a:effectLst/>
            </p:spPr>
          </p:cxnSp>
          <p:cxnSp>
            <p:nvCxnSpPr>
              <p:cNvPr id="47204" name=""/>
              <p:cNvCxnSpPr/>
              <p:nvPr/>
            </p:nvCxnSpPr>
            <p:spPr>
              <a:xfrm>
                <a:off x="509" y="2282"/>
                <a:ext cx="3" cy="0"/>
              </a:xfrm>
              <a:prstGeom prst="line">
                <a:avLst/>
              </a:prstGeom>
              <a:noFill/>
              <a:ln>
                <a:noFill/>
                <a:miter lim="800000"/>
              </a:ln>
              <a:effectLst/>
            </p:spPr>
          </p:cxnSp>
          <p:cxnSp>
            <p:nvCxnSpPr>
              <p:cNvPr id="47205" name=""/>
              <p:cNvCxnSpPr/>
              <p:nvPr/>
            </p:nvCxnSpPr>
            <p:spPr>
              <a:xfrm>
                <a:off x="509" y="2282"/>
                <a:ext cx="3" cy="0"/>
              </a:xfrm>
              <a:prstGeom prst="line">
                <a:avLst/>
              </a:prstGeom>
              <a:noFill/>
              <a:ln>
                <a:noFill/>
                <a:miter lim="800000"/>
              </a:ln>
              <a:effectLst/>
            </p:spPr>
          </p:cxnSp>
          <p:cxnSp>
            <p:nvCxnSpPr>
              <p:cNvPr id="47206" name=""/>
              <p:cNvCxnSpPr/>
              <p:nvPr/>
            </p:nvCxnSpPr>
            <p:spPr>
              <a:xfrm>
                <a:off x="509" y="2282"/>
                <a:ext cx="3" cy="0"/>
              </a:xfrm>
              <a:prstGeom prst="line">
                <a:avLst/>
              </a:prstGeom>
              <a:noFill/>
              <a:ln>
                <a:noFill/>
                <a:miter lim="800000"/>
              </a:ln>
              <a:effectLst/>
            </p:spPr>
          </p:cxnSp>
          <p:sp>
            <p:nvSpPr>
              <p:cNvPr id="47207" name=""/>
              <p:cNvSpPr/>
              <p:nvPr/>
            </p:nvSpPr>
            <p:spPr>
              <a:xfrm>
                <a:off x="507" y="227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208" name=""/>
              <p:cNvCxnSpPr/>
              <p:nvPr/>
            </p:nvCxnSpPr>
            <p:spPr>
              <a:xfrm>
                <a:off x="509" y="2281"/>
                <a:ext cx="3" cy="0"/>
              </a:xfrm>
              <a:prstGeom prst="line">
                <a:avLst/>
              </a:prstGeom>
              <a:noFill/>
              <a:ln>
                <a:noFill/>
                <a:miter lim="800000"/>
              </a:ln>
              <a:effectLst/>
            </p:spPr>
          </p:cxnSp>
          <p:cxnSp>
            <p:nvCxnSpPr>
              <p:cNvPr id="47209" name=""/>
              <p:cNvCxnSpPr/>
              <p:nvPr/>
            </p:nvCxnSpPr>
            <p:spPr>
              <a:xfrm>
                <a:off x="509" y="2281"/>
                <a:ext cx="3" cy="0"/>
              </a:xfrm>
              <a:prstGeom prst="line">
                <a:avLst/>
              </a:prstGeom>
              <a:noFill/>
              <a:ln>
                <a:noFill/>
                <a:miter lim="800000"/>
              </a:ln>
              <a:effectLst/>
            </p:spPr>
          </p:cxnSp>
          <p:cxnSp>
            <p:nvCxnSpPr>
              <p:cNvPr id="47210" name=""/>
              <p:cNvCxnSpPr/>
              <p:nvPr/>
            </p:nvCxnSpPr>
            <p:spPr>
              <a:xfrm>
                <a:off x="509" y="2281"/>
                <a:ext cx="3" cy="0"/>
              </a:xfrm>
              <a:prstGeom prst="line">
                <a:avLst/>
              </a:prstGeom>
              <a:noFill/>
              <a:ln>
                <a:noFill/>
                <a:miter lim="800000"/>
              </a:ln>
              <a:effectLst/>
            </p:spPr>
          </p:cxnSp>
          <p:cxnSp>
            <p:nvCxnSpPr>
              <p:cNvPr id="47211" name=""/>
              <p:cNvCxnSpPr/>
              <p:nvPr/>
            </p:nvCxnSpPr>
            <p:spPr>
              <a:xfrm>
                <a:off x="509" y="2281"/>
                <a:ext cx="3" cy="0"/>
              </a:xfrm>
              <a:prstGeom prst="line">
                <a:avLst/>
              </a:prstGeom>
              <a:noFill/>
              <a:ln>
                <a:noFill/>
                <a:miter lim="800000"/>
              </a:ln>
              <a:effectLst/>
            </p:spPr>
          </p:cxnSp>
          <p:cxnSp>
            <p:nvCxnSpPr>
              <p:cNvPr id="47212" name=""/>
              <p:cNvCxnSpPr/>
              <p:nvPr/>
            </p:nvCxnSpPr>
            <p:spPr>
              <a:xfrm>
                <a:off x="509" y="2281"/>
                <a:ext cx="3" cy="0"/>
              </a:xfrm>
              <a:prstGeom prst="line">
                <a:avLst/>
              </a:prstGeom>
              <a:noFill/>
              <a:ln>
                <a:noFill/>
                <a:miter lim="800000"/>
              </a:ln>
              <a:effectLst/>
            </p:spPr>
          </p:cxnSp>
          <p:cxnSp>
            <p:nvCxnSpPr>
              <p:cNvPr id="47213" name=""/>
              <p:cNvCxnSpPr/>
              <p:nvPr/>
            </p:nvCxnSpPr>
            <p:spPr>
              <a:xfrm>
                <a:off x="509" y="2281"/>
                <a:ext cx="3" cy="0"/>
              </a:xfrm>
              <a:prstGeom prst="line">
                <a:avLst/>
              </a:prstGeom>
              <a:noFill/>
              <a:ln>
                <a:noFill/>
                <a:miter lim="800000"/>
              </a:ln>
              <a:effectLst/>
            </p:spPr>
          </p:cxnSp>
          <p:cxnSp>
            <p:nvCxnSpPr>
              <p:cNvPr id="47214" name=""/>
              <p:cNvCxnSpPr/>
              <p:nvPr/>
            </p:nvCxnSpPr>
            <p:spPr>
              <a:xfrm>
                <a:off x="509" y="2281"/>
                <a:ext cx="3" cy="0"/>
              </a:xfrm>
              <a:prstGeom prst="line">
                <a:avLst/>
              </a:prstGeom>
              <a:noFill/>
              <a:ln>
                <a:noFill/>
                <a:miter lim="800000"/>
              </a:ln>
              <a:effectLst/>
            </p:spPr>
          </p:cxnSp>
          <p:cxnSp>
            <p:nvCxnSpPr>
              <p:cNvPr id="47215" name=""/>
              <p:cNvCxnSpPr/>
              <p:nvPr/>
            </p:nvCxnSpPr>
            <p:spPr>
              <a:xfrm>
                <a:off x="509" y="2281"/>
                <a:ext cx="3" cy="0"/>
              </a:xfrm>
              <a:prstGeom prst="line">
                <a:avLst/>
              </a:prstGeom>
              <a:noFill/>
              <a:ln>
                <a:noFill/>
                <a:miter lim="800000"/>
              </a:ln>
              <a:effectLst/>
            </p:spPr>
          </p:cxnSp>
          <p:cxnSp>
            <p:nvCxnSpPr>
              <p:cNvPr id="47216" name=""/>
              <p:cNvCxnSpPr/>
              <p:nvPr/>
            </p:nvCxnSpPr>
            <p:spPr>
              <a:xfrm>
                <a:off x="509" y="2281"/>
                <a:ext cx="3" cy="0"/>
              </a:xfrm>
              <a:prstGeom prst="line">
                <a:avLst/>
              </a:prstGeom>
              <a:noFill/>
              <a:ln>
                <a:noFill/>
                <a:miter lim="800000"/>
              </a:ln>
              <a:effectLst/>
            </p:spPr>
          </p:cxnSp>
          <p:sp>
            <p:nvSpPr>
              <p:cNvPr id="47217" name=""/>
              <p:cNvSpPr/>
              <p:nvPr/>
            </p:nvSpPr>
            <p:spPr>
              <a:xfrm>
                <a:off x="507" y="227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218" name=""/>
              <p:cNvCxnSpPr/>
              <p:nvPr/>
            </p:nvCxnSpPr>
            <p:spPr>
              <a:xfrm>
                <a:off x="509" y="2281"/>
                <a:ext cx="3" cy="0"/>
              </a:xfrm>
              <a:prstGeom prst="line">
                <a:avLst/>
              </a:prstGeom>
              <a:noFill/>
              <a:ln>
                <a:noFill/>
                <a:miter lim="800000"/>
              </a:ln>
              <a:effectLst/>
            </p:spPr>
          </p:cxnSp>
          <p:cxnSp>
            <p:nvCxnSpPr>
              <p:cNvPr id="47219" name=""/>
              <p:cNvCxnSpPr/>
              <p:nvPr/>
            </p:nvCxnSpPr>
            <p:spPr>
              <a:xfrm>
                <a:off x="509" y="2281"/>
                <a:ext cx="3" cy="0"/>
              </a:xfrm>
              <a:prstGeom prst="line">
                <a:avLst/>
              </a:prstGeom>
              <a:noFill/>
              <a:ln>
                <a:noFill/>
                <a:miter lim="800000"/>
              </a:ln>
              <a:effectLst/>
            </p:spPr>
          </p:cxnSp>
          <p:cxnSp>
            <p:nvCxnSpPr>
              <p:cNvPr id="47220" name=""/>
              <p:cNvCxnSpPr/>
              <p:nvPr/>
            </p:nvCxnSpPr>
            <p:spPr>
              <a:xfrm>
                <a:off x="509" y="2281"/>
                <a:ext cx="3" cy="0"/>
              </a:xfrm>
              <a:prstGeom prst="line">
                <a:avLst/>
              </a:prstGeom>
              <a:noFill/>
              <a:ln>
                <a:noFill/>
                <a:miter lim="800000"/>
              </a:ln>
              <a:effectLst/>
            </p:spPr>
          </p:cxnSp>
          <p:cxnSp>
            <p:nvCxnSpPr>
              <p:cNvPr id="47221" name=""/>
              <p:cNvCxnSpPr/>
              <p:nvPr/>
            </p:nvCxnSpPr>
            <p:spPr>
              <a:xfrm>
                <a:off x="509" y="2281"/>
                <a:ext cx="3" cy="0"/>
              </a:xfrm>
              <a:prstGeom prst="line">
                <a:avLst/>
              </a:prstGeom>
              <a:noFill/>
              <a:ln>
                <a:noFill/>
                <a:miter lim="800000"/>
              </a:ln>
              <a:effectLst/>
            </p:spPr>
          </p:cxnSp>
          <p:cxnSp>
            <p:nvCxnSpPr>
              <p:cNvPr id="47222" name=""/>
              <p:cNvCxnSpPr/>
              <p:nvPr/>
            </p:nvCxnSpPr>
            <p:spPr>
              <a:xfrm>
                <a:off x="509" y="2281"/>
                <a:ext cx="3" cy="0"/>
              </a:xfrm>
              <a:prstGeom prst="line">
                <a:avLst/>
              </a:prstGeom>
              <a:noFill/>
              <a:ln>
                <a:noFill/>
                <a:miter lim="800000"/>
              </a:ln>
              <a:effectLst/>
            </p:spPr>
          </p:cxnSp>
          <p:sp>
            <p:nvSpPr>
              <p:cNvPr id="47223" name=""/>
              <p:cNvSpPr/>
              <p:nvPr/>
            </p:nvSpPr>
            <p:spPr>
              <a:xfrm>
                <a:off x="507" y="2275"/>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224" name=""/>
              <p:cNvCxnSpPr/>
              <p:nvPr/>
            </p:nvCxnSpPr>
            <p:spPr>
              <a:xfrm>
                <a:off x="509" y="2280"/>
                <a:ext cx="3" cy="0"/>
              </a:xfrm>
              <a:prstGeom prst="line">
                <a:avLst/>
              </a:prstGeom>
              <a:noFill/>
              <a:ln>
                <a:noFill/>
                <a:miter lim="800000"/>
              </a:ln>
              <a:effectLst/>
            </p:spPr>
          </p:cxnSp>
          <p:sp>
            <p:nvSpPr>
              <p:cNvPr id="47225" name=""/>
              <p:cNvSpPr/>
              <p:nvPr/>
            </p:nvSpPr>
            <p:spPr>
              <a:xfrm>
                <a:off x="506" y="2277"/>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7226" name=""/>
              <p:cNvSpPr/>
              <p:nvPr/>
            </p:nvSpPr>
            <p:spPr>
              <a:xfrm>
                <a:off x="507" y="2188"/>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47227" name=""/>
              <p:cNvSpPr/>
              <p:nvPr/>
            </p:nvSpPr>
            <p:spPr>
              <a:xfrm>
                <a:off x="524" y="2185"/>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7228" name=""/>
              <p:cNvSpPr/>
              <p:nvPr/>
            </p:nvSpPr>
            <p:spPr>
              <a:xfrm>
                <a:off x="524" y="2195"/>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7229" name=""/>
              <p:cNvSpPr/>
              <p:nvPr/>
            </p:nvSpPr>
            <p:spPr>
              <a:xfrm>
                <a:off x="531" y="2258"/>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7230" name=""/>
              <p:cNvSpPr/>
              <p:nvPr/>
            </p:nvSpPr>
            <p:spPr>
              <a:xfrm>
                <a:off x="525" y="2279"/>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47231" name=""/>
              <p:cNvSpPr/>
              <p:nvPr/>
            </p:nvSpPr>
            <p:spPr>
              <a:xfrm>
                <a:off x="540" y="2267"/>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47232" name=""/>
              <p:cNvSpPr/>
              <p:nvPr/>
            </p:nvSpPr>
            <p:spPr>
              <a:xfrm>
                <a:off x="564" y="2269"/>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7233" name=""/>
              <p:cNvCxnSpPr/>
              <p:nvPr/>
            </p:nvCxnSpPr>
            <p:spPr>
              <a:xfrm flipH="1">
                <a:off x="527" y="2222"/>
                <a:ext cx="0" cy="13"/>
              </a:xfrm>
              <a:prstGeom prst="line">
                <a:avLst/>
              </a:prstGeom>
              <a:noFill/>
              <a:ln>
                <a:noFill/>
                <a:miter lim="800000"/>
              </a:ln>
              <a:effectLst/>
            </p:spPr>
          </p:cxnSp>
          <p:cxnSp>
            <p:nvCxnSpPr>
              <p:cNvPr id="47234" name=""/>
              <p:cNvCxnSpPr/>
              <p:nvPr/>
            </p:nvCxnSpPr>
            <p:spPr>
              <a:xfrm flipH="1">
                <a:off x="527" y="2217"/>
                <a:ext cx="0" cy="1"/>
              </a:xfrm>
              <a:prstGeom prst="line">
                <a:avLst/>
              </a:prstGeom>
              <a:noFill/>
              <a:ln>
                <a:noFill/>
                <a:miter lim="800000"/>
              </a:ln>
              <a:effectLst/>
            </p:spPr>
          </p:cxnSp>
          <p:sp>
            <p:nvSpPr>
              <p:cNvPr id="47235" name=""/>
              <p:cNvSpPr/>
              <p:nvPr/>
            </p:nvSpPr>
            <p:spPr>
              <a:xfrm>
                <a:off x="519" y="2217"/>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236" name=""/>
              <p:cNvSpPr/>
              <p:nvPr/>
            </p:nvSpPr>
            <p:spPr>
              <a:xfrm>
                <a:off x="541" y="221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237" name=""/>
              <p:cNvSpPr/>
              <p:nvPr/>
            </p:nvSpPr>
            <p:spPr>
              <a:xfrm>
                <a:off x="541" y="221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238" name=""/>
              <p:cNvSpPr/>
              <p:nvPr/>
            </p:nvSpPr>
            <p:spPr>
              <a:xfrm>
                <a:off x="565" y="221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239" name=""/>
              <p:cNvSpPr/>
              <p:nvPr/>
            </p:nvSpPr>
            <p:spPr>
              <a:xfrm>
                <a:off x="524" y="2223"/>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7240" name=""/>
              <p:cNvSpPr/>
              <p:nvPr/>
            </p:nvSpPr>
            <p:spPr>
              <a:xfrm>
                <a:off x="527" y="2231"/>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7241" name=""/>
              <p:cNvSpPr/>
              <p:nvPr/>
            </p:nvSpPr>
            <p:spPr>
              <a:xfrm>
                <a:off x="561" y="2223"/>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7242" name=""/>
              <p:cNvSpPr/>
              <p:nvPr/>
            </p:nvSpPr>
            <p:spPr>
              <a:xfrm>
                <a:off x="565" y="221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243" name=""/>
              <p:cNvSpPr/>
              <p:nvPr/>
            </p:nvSpPr>
            <p:spPr>
              <a:xfrm>
                <a:off x="579" y="221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244" name=""/>
              <p:cNvSpPr/>
              <p:nvPr/>
            </p:nvSpPr>
            <p:spPr>
              <a:xfrm>
                <a:off x="527" y="2214"/>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7245" name=""/>
              <p:cNvSpPr/>
              <p:nvPr/>
            </p:nvSpPr>
            <p:spPr>
              <a:xfrm>
                <a:off x="520" y="221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246" name=""/>
              <p:cNvSpPr/>
              <p:nvPr/>
            </p:nvSpPr>
            <p:spPr>
              <a:xfrm>
                <a:off x="524" y="2214"/>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7247" name=""/>
              <p:cNvCxnSpPr/>
              <p:nvPr/>
            </p:nvCxnSpPr>
            <p:spPr>
              <a:xfrm>
                <a:off x="525" y="2218"/>
                <a:ext cx="21" cy="0"/>
              </a:xfrm>
              <a:prstGeom prst="line">
                <a:avLst/>
              </a:prstGeom>
              <a:noFill/>
              <a:ln>
                <a:noFill/>
                <a:miter lim="800000"/>
              </a:ln>
              <a:effectLst/>
            </p:spPr>
          </p:cxnSp>
          <p:cxnSp>
            <p:nvCxnSpPr>
              <p:cNvPr id="47248" name=""/>
              <p:cNvCxnSpPr/>
              <p:nvPr/>
            </p:nvCxnSpPr>
            <p:spPr>
              <a:xfrm flipH="1">
                <a:off x="546" y="2222"/>
                <a:ext cx="0" cy="2"/>
              </a:xfrm>
              <a:prstGeom prst="line">
                <a:avLst/>
              </a:prstGeom>
              <a:noFill/>
              <a:ln>
                <a:noFill/>
                <a:miter lim="800000"/>
              </a:ln>
              <a:effectLst/>
            </p:spPr>
          </p:cxnSp>
          <p:sp>
            <p:nvSpPr>
              <p:cNvPr id="47249" name=""/>
              <p:cNvSpPr/>
              <p:nvPr/>
            </p:nvSpPr>
            <p:spPr>
              <a:xfrm>
                <a:off x="546" y="221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250" name=""/>
              <p:cNvSpPr/>
              <p:nvPr/>
            </p:nvSpPr>
            <p:spPr>
              <a:xfrm>
                <a:off x="560" y="221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251" name=""/>
              <p:cNvSpPr/>
              <p:nvPr/>
            </p:nvSpPr>
            <p:spPr>
              <a:xfrm>
                <a:off x="560" y="2215"/>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252" name=""/>
              <p:cNvSpPr/>
              <p:nvPr/>
            </p:nvSpPr>
            <p:spPr>
              <a:xfrm>
                <a:off x="546" y="2213"/>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253" name=""/>
              <p:cNvSpPr/>
              <p:nvPr/>
            </p:nvSpPr>
            <p:spPr>
              <a:xfrm>
                <a:off x="571" y="2225"/>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7254" name=""/>
              <p:cNvSpPr/>
              <p:nvPr/>
            </p:nvSpPr>
            <p:spPr>
              <a:xfrm>
                <a:off x="527" y="2180"/>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7255" name=""/>
              <p:cNvSpPr/>
              <p:nvPr/>
            </p:nvSpPr>
            <p:spPr>
              <a:xfrm>
                <a:off x="561" y="2183"/>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7256" name=""/>
              <p:cNvSpPr/>
              <p:nvPr/>
            </p:nvSpPr>
            <p:spPr>
              <a:xfrm>
                <a:off x="561" y="2197"/>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7257" name=""/>
              <p:cNvSpPr/>
              <p:nvPr/>
            </p:nvSpPr>
            <p:spPr>
              <a:xfrm>
                <a:off x="527" y="2198"/>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7258" name=""/>
              <p:cNvSpPr/>
              <p:nvPr/>
            </p:nvSpPr>
            <p:spPr>
              <a:xfrm>
                <a:off x="502" y="2190"/>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7259" name=""/>
              <p:cNvSpPr/>
              <p:nvPr/>
            </p:nvSpPr>
            <p:spPr>
              <a:xfrm>
                <a:off x="531" y="2274"/>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7260" name=""/>
              <p:cNvCxnSpPr/>
              <p:nvPr/>
            </p:nvCxnSpPr>
            <p:spPr>
              <a:xfrm flipH="1">
                <a:off x="600" y="2258"/>
                <a:ext cx="0" cy="14"/>
              </a:xfrm>
              <a:prstGeom prst="line">
                <a:avLst/>
              </a:prstGeom>
              <a:noFill/>
              <a:ln>
                <a:noFill/>
                <a:miter lim="800000"/>
              </a:ln>
              <a:effectLst/>
            </p:spPr>
          </p:cxnSp>
          <p:sp>
            <p:nvSpPr>
              <p:cNvPr id="47261" name=""/>
              <p:cNvSpPr/>
              <p:nvPr/>
            </p:nvSpPr>
            <p:spPr>
              <a:xfrm>
                <a:off x="531" y="2252"/>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7262" name=""/>
              <p:cNvSpPr/>
              <p:nvPr/>
            </p:nvSpPr>
            <p:spPr>
              <a:xfrm>
                <a:off x="527" y="2258"/>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7263" name=""/>
              <p:cNvSpPr/>
              <p:nvPr/>
            </p:nvSpPr>
            <p:spPr>
              <a:xfrm>
                <a:off x="531" y="2266"/>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7264" name=""/>
              <p:cNvSpPr/>
              <p:nvPr/>
            </p:nvSpPr>
            <p:spPr>
              <a:xfrm>
                <a:off x="486" y="2298"/>
                <a:ext cx="125" cy="17"/>
              </a:xfrm>
              <a:custGeom>
                <a:pathLst>
                  <a:path w="125" h="17">
                    <a:moveTo>
                      <a:pt x="0" y="0"/>
                    </a:moveTo>
                    <a:lnTo>
                      <a:pt x="0" y="16"/>
                    </a:lnTo>
                    <a:lnTo>
                      <a:pt x="124" y="16"/>
                    </a:lnTo>
                    <a:lnTo>
                      <a:pt x="124" y="0"/>
                    </a:lnTo>
                    <a:lnTo>
                      <a:pt x="0" y="0"/>
                    </a:lnTo>
                  </a:path>
                </a:pathLst>
              </a:custGeom>
              <a:solidFill>
                <a:srgbClr val="D0C0A0"/>
              </a:solidFill>
              <a:ln cap="rnd">
                <a:noFill/>
                <a:round/>
              </a:ln>
              <a:effectLst/>
            </p:spPr>
          </p:sp>
          <p:sp>
            <p:nvSpPr>
              <p:cNvPr id="47265" name=""/>
              <p:cNvSpPr/>
              <p:nvPr/>
            </p:nvSpPr>
            <p:spPr>
              <a:xfrm>
                <a:off x="506" y="2300"/>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7266" name=""/>
              <p:cNvSpPr/>
              <p:nvPr/>
            </p:nvSpPr>
            <p:spPr>
              <a:xfrm>
                <a:off x="546" y="2142"/>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7267" name=""/>
              <p:cNvSpPr/>
              <p:nvPr/>
            </p:nvSpPr>
            <p:spPr>
              <a:xfrm>
                <a:off x="548" y="2146"/>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7268" name=""/>
              <p:cNvSpPr/>
              <p:nvPr/>
            </p:nvSpPr>
            <p:spPr>
              <a:xfrm>
                <a:off x="499" y="2138"/>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47269" name=""/>
              <p:cNvSpPr/>
              <p:nvPr/>
            </p:nvSpPr>
            <p:spPr>
              <a:xfrm>
                <a:off x="499" y="2138"/>
                <a:ext cx="106" cy="19"/>
              </a:xfrm>
              <a:custGeom>
                <a:pathLst>
                  <a:path w="106" h="19">
                    <a:moveTo>
                      <a:pt x="7" y="0"/>
                    </a:moveTo>
                    <a:lnTo>
                      <a:pt x="98" y="0"/>
                    </a:lnTo>
                    <a:lnTo>
                      <a:pt x="100" y="1"/>
                    </a:lnTo>
                    <a:lnTo>
                      <a:pt x="100" y="1"/>
                    </a:lnTo>
                    <a:lnTo>
                      <a:pt x="102" y="2"/>
                    </a:lnTo>
                    <a:lnTo>
                      <a:pt x="103" y="3"/>
                    </a:lnTo>
                    <a:lnTo>
                      <a:pt x="104" y="5"/>
                    </a:lnTo>
                    <a:lnTo>
                      <a:pt x="105" y="6"/>
                    </a:lnTo>
                    <a:lnTo>
                      <a:pt x="105" y="7"/>
                    </a:lnTo>
                    <a:lnTo>
                      <a:pt x="105" y="11"/>
                    </a:lnTo>
                    <a:lnTo>
                      <a:pt x="105" y="12"/>
                    </a:lnTo>
                    <a:lnTo>
                      <a:pt x="104" y="13"/>
                    </a:lnTo>
                    <a:lnTo>
                      <a:pt x="103" y="15"/>
                    </a:lnTo>
                    <a:lnTo>
                      <a:pt x="102" y="16"/>
                    </a:lnTo>
                    <a:lnTo>
                      <a:pt x="100" y="17"/>
                    </a:lnTo>
                    <a:lnTo>
                      <a:pt x="100" y="18"/>
                    </a:lnTo>
                    <a:lnTo>
                      <a:pt x="98" y="18"/>
                    </a:lnTo>
                    <a:lnTo>
                      <a:pt x="7"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7" y="0"/>
                    </a:lnTo>
                  </a:path>
                </a:pathLst>
              </a:custGeom>
              <a:noFill/>
              <a:ln w="12700" cap="rnd" cmpd="sng">
                <a:solidFill>
                  <a:srgbClr val="808060"/>
                </a:solidFill>
                <a:prstDash val="solid"/>
                <a:round/>
              </a:ln>
              <a:effectLst/>
            </p:spPr>
          </p:sp>
          <p:sp>
            <p:nvSpPr>
              <p:cNvPr id="47270" name=""/>
              <p:cNvSpPr/>
              <p:nvPr/>
            </p:nvSpPr>
            <p:spPr>
              <a:xfrm>
                <a:off x="500" y="2139"/>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47271" name=""/>
              <p:cNvSpPr/>
              <p:nvPr/>
            </p:nvSpPr>
            <p:spPr>
              <a:xfrm>
                <a:off x="500" y="2139"/>
                <a:ext cx="57" cy="17"/>
              </a:xfrm>
              <a:custGeom>
                <a:pathLst>
                  <a:path w="57" h="17">
                    <a:moveTo>
                      <a:pt x="8" y="0"/>
                    </a:moveTo>
                    <a:lnTo>
                      <a:pt x="47" y="0"/>
                    </a:lnTo>
                    <a:lnTo>
                      <a:pt x="49" y="0"/>
                    </a:lnTo>
                    <a:lnTo>
                      <a:pt x="51" y="1"/>
                    </a:lnTo>
                    <a:lnTo>
                      <a:pt x="52" y="1"/>
                    </a:lnTo>
                    <a:lnTo>
                      <a:pt x="53" y="2"/>
                    </a:lnTo>
                    <a:lnTo>
                      <a:pt x="55" y="3"/>
                    </a:lnTo>
                    <a:lnTo>
                      <a:pt x="55" y="3"/>
                    </a:lnTo>
                    <a:lnTo>
                      <a:pt x="56" y="4"/>
                    </a:lnTo>
                    <a:lnTo>
                      <a:pt x="56" y="5"/>
                    </a:lnTo>
                    <a:lnTo>
                      <a:pt x="56" y="6"/>
                    </a:lnTo>
                    <a:lnTo>
                      <a:pt x="56" y="9"/>
                    </a:lnTo>
                    <a:lnTo>
                      <a:pt x="56" y="11"/>
                    </a:lnTo>
                    <a:lnTo>
                      <a:pt x="55" y="13"/>
                    </a:lnTo>
                    <a:lnTo>
                      <a:pt x="54" y="13"/>
                    </a:lnTo>
                    <a:lnTo>
                      <a:pt x="52" y="14"/>
                    </a:lnTo>
                    <a:lnTo>
                      <a:pt x="51"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7272" name=""/>
              <p:cNvSpPr/>
              <p:nvPr/>
            </p:nvSpPr>
            <p:spPr>
              <a:xfrm>
                <a:off x="546" y="2142"/>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7273" name=""/>
              <p:cNvSpPr/>
              <p:nvPr/>
            </p:nvSpPr>
            <p:spPr>
              <a:xfrm>
                <a:off x="504" y="2144"/>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47274" name=""/>
              <p:cNvSpPr/>
              <p:nvPr/>
            </p:nvSpPr>
            <p:spPr>
              <a:xfrm>
                <a:off x="541" y="2142"/>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7275" name=""/>
              <p:cNvSpPr/>
              <p:nvPr/>
            </p:nvSpPr>
            <p:spPr>
              <a:xfrm>
                <a:off x="540" y="2142"/>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7276" name=""/>
              <p:cNvSpPr/>
              <p:nvPr/>
            </p:nvSpPr>
            <p:spPr>
              <a:xfrm>
                <a:off x="535" y="2142"/>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7277" name=""/>
              <p:cNvSpPr/>
              <p:nvPr/>
            </p:nvSpPr>
            <p:spPr>
              <a:xfrm>
                <a:off x="531" y="2142"/>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7278" name=""/>
              <p:cNvSpPr/>
              <p:nvPr/>
            </p:nvSpPr>
            <p:spPr>
              <a:xfrm>
                <a:off x="527" y="2142"/>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7279" name=""/>
              <p:cNvSpPr/>
              <p:nvPr/>
            </p:nvSpPr>
            <p:spPr>
              <a:xfrm>
                <a:off x="578" y="2139"/>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7280" name=""/>
              <p:cNvSpPr/>
              <p:nvPr/>
            </p:nvSpPr>
            <p:spPr>
              <a:xfrm>
                <a:off x="580" y="2138"/>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7281" name=""/>
              <p:cNvSpPr/>
              <p:nvPr/>
            </p:nvSpPr>
            <p:spPr>
              <a:xfrm>
                <a:off x="580" y="213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7282" name=""/>
              <p:cNvSpPr/>
              <p:nvPr/>
            </p:nvSpPr>
            <p:spPr>
              <a:xfrm>
                <a:off x="581" y="213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7283" name=""/>
              <p:cNvSpPr/>
              <p:nvPr/>
            </p:nvSpPr>
            <p:spPr>
              <a:xfrm>
                <a:off x="585" y="2141"/>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7284" name=""/>
              <p:cNvSpPr/>
              <p:nvPr/>
            </p:nvSpPr>
            <p:spPr>
              <a:xfrm>
                <a:off x="587" y="2144"/>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7285" name=""/>
              <p:cNvCxnSpPr/>
              <p:nvPr/>
            </p:nvCxnSpPr>
            <p:spPr>
              <a:xfrm flipH="1">
                <a:off x="594" y="2144"/>
                <a:ext cx="0" cy="4"/>
              </a:xfrm>
              <a:prstGeom prst="line">
                <a:avLst/>
              </a:prstGeom>
              <a:noFill/>
              <a:ln w="12700">
                <a:solidFill>
                  <a:prstClr val="black"/>
                </a:solidFill>
                <a:miter lim="800000"/>
              </a:ln>
              <a:effectLst/>
            </p:spPr>
          </p:cxnSp>
          <p:sp>
            <p:nvSpPr>
              <p:cNvPr id="47286" name=""/>
              <p:cNvSpPr/>
              <p:nvPr/>
            </p:nvSpPr>
            <p:spPr>
              <a:xfrm>
                <a:off x="549" y="2134"/>
                <a:ext cx="46" cy="17"/>
              </a:xfrm>
              <a:custGeom>
                <a:pathLst>
                  <a:path w="46" h="17">
                    <a:moveTo>
                      <a:pt x="0" y="16"/>
                    </a:moveTo>
                    <a:lnTo>
                      <a:pt x="45" y="16"/>
                    </a:lnTo>
                    <a:lnTo>
                      <a:pt x="45" y="0"/>
                    </a:lnTo>
                    <a:lnTo>
                      <a:pt x="0" y="0"/>
                    </a:lnTo>
                    <a:lnTo>
                      <a:pt x="0" y="16"/>
                    </a:lnTo>
                  </a:path>
                </a:pathLst>
              </a:custGeom>
              <a:solidFill>
                <a:srgbClr val="808060"/>
              </a:solidFill>
              <a:ln cap="rnd">
                <a:noFill/>
                <a:round/>
              </a:ln>
              <a:effectLst/>
            </p:spPr>
          </p:sp>
          <p:sp>
            <p:nvSpPr>
              <p:cNvPr id="47287" name=""/>
              <p:cNvSpPr/>
              <p:nvPr/>
            </p:nvSpPr>
            <p:spPr>
              <a:xfrm>
                <a:off x="549" y="2151"/>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7288" name=""/>
              <p:cNvSpPr/>
              <p:nvPr/>
            </p:nvSpPr>
            <p:spPr>
              <a:xfrm>
                <a:off x="597" y="2138"/>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7289" name=""/>
              <p:cNvSpPr/>
              <p:nvPr/>
            </p:nvSpPr>
            <p:spPr>
              <a:xfrm>
                <a:off x="558" y="2138"/>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7290" name=""/>
              <p:cNvSpPr/>
              <p:nvPr/>
            </p:nvSpPr>
            <p:spPr>
              <a:xfrm>
                <a:off x="567" y="2134"/>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7291" name=""/>
              <p:cNvSpPr/>
              <p:nvPr/>
            </p:nvSpPr>
            <p:spPr>
              <a:xfrm>
                <a:off x="572" y="213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7292" name=""/>
              <p:cNvSpPr/>
              <p:nvPr/>
            </p:nvSpPr>
            <p:spPr>
              <a:xfrm>
                <a:off x="572" y="2143"/>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7293" name=""/>
              <p:cNvSpPr/>
              <p:nvPr/>
            </p:nvSpPr>
            <p:spPr>
              <a:xfrm>
                <a:off x="572" y="2148"/>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7294" name=""/>
              <p:cNvSpPr/>
              <p:nvPr/>
            </p:nvSpPr>
            <p:spPr>
              <a:xfrm>
                <a:off x="567" y="2151"/>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7295" name=""/>
              <p:cNvSpPr/>
              <p:nvPr/>
            </p:nvSpPr>
            <p:spPr>
              <a:xfrm>
                <a:off x="558" y="2151"/>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7296" name=""/>
              <p:cNvSpPr/>
              <p:nvPr/>
            </p:nvSpPr>
            <p:spPr>
              <a:xfrm>
                <a:off x="554" y="2138"/>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7297" name=""/>
              <p:cNvSpPr/>
              <p:nvPr/>
            </p:nvSpPr>
            <p:spPr>
              <a:xfrm>
                <a:off x="558" y="2134"/>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7298" name=""/>
              <p:cNvSpPr/>
              <p:nvPr/>
            </p:nvSpPr>
            <p:spPr>
              <a:xfrm>
                <a:off x="565" y="2141"/>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7299" name=""/>
              <p:cNvSpPr/>
              <p:nvPr/>
            </p:nvSpPr>
            <p:spPr>
              <a:xfrm>
                <a:off x="569" y="2141"/>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7300" name=""/>
              <p:cNvSpPr/>
              <p:nvPr/>
            </p:nvSpPr>
            <p:spPr>
              <a:xfrm>
                <a:off x="572" y="2148"/>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7301" name=""/>
              <p:cNvSpPr/>
              <p:nvPr/>
            </p:nvSpPr>
            <p:spPr>
              <a:xfrm>
                <a:off x="560" y="2139"/>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7302" name=""/>
              <p:cNvSpPr/>
              <p:nvPr/>
            </p:nvSpPr>
            <p:spPr>
              <a:xfrm>
                <a:off x="556" y="2141"/>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7303" name=""/>
              <p:cNvSpPr/>
              <p:nvPr/>
            </p:nvSpPr>
            <p:spPr>
              <a:xfrm>
                <a:off x="559" y="2141"/>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47304" name=""/>
            <p:cNvPicPr/>
            <p:nvPr/>
          </p:nvPicPr>
          <p:blipFill>
            <a:blip r:embed="rId3"/>
            <a:stretch>
              <a:fillRect/>
            </a:stretch>
          </p:blipFill>
          <p:spPr>
            <a:xfrm>
              <a:off x="499" y="2142"/>
              <a:ext cx="61" cy="16"/>
            </a:xfrm>
            <a:prstGeom prst="rect">
              <a:avLst/>
            </a:prstGeom>
            <a:noFill/>
            <a:ln>
              <a:noFill/>
              <a:miter lim="800000"/>
            </a:ln>
            <a:effectLst/>
          </p:spPr>
        </p:pic>
        <p:grpSp>
          <p:nvGrpSpPr>
            <p:cNvPr id="47305" name=""/>
            <p:cNvGrpSpPr/>
            <p:nvPr/>
          </p:nvGrpSpPr>
          <p:grpSpPr>
            <a:xfrm>
              <a:off x="660" y="2280"/>
              <a:ext cx="184" cy="426"/>
              <a:chOff x="660" y="2280"/>
              <a:chExt cx="184" cy="426"/>
            </a:xfrm>
          </p:grpSpPr>
          <p:sp>
            <p:nvSpPr>
              <p:cNvPr id="47306" name=""/>
              <p:cNvSpPr/>
              <p:nvPr/>
            </p:nvSpPr>
            <p:spPr>
              <a:xfrm>
                <a:off x="689" y="2469"/>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7307" name=""/>
              <p:cNvSpPr/>
              <p:nvPr/>
            </p:nvSpPr>
            <p:spPr>
              <a:xfrm>
                <a:off x="689" y="266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08" name=""/>
              <p:cNvSpPr/>
              <p:nvPr/>
            </p:nvSpPr>
            <p:spPr>
              <a:xfrm>
                <a:off x="689" y="265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09" name=""/>
              <p:cNvSpPr/>
              <p:nvPr/>
            </p:nvSpPr>
            <p:spPr>
              <a:xfrm>
                <a:off x="689" y="2652"/>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47310" name=""/>
              <p:cNvSpPr/>
              <p:nvPr/>
            </p:nvSpPr>
            <p:spPr>
              <a:xfrm>
                <a:off x="689" y="265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1" name=""/>
              <p:cNvSpPr/>
              <p:nvPr/>
            </p:nvSpPr>
            <p:spPr>
              <a:xfrm>
                <a:off x="689" y="264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2" name=""/>
              <p:cNvSpPr/>
              <p:nvPr/>
            </p:nvSpPr>
            <p:spPr>
              <a:xfrm>
                <a:off x="689" y="263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3" name=""/>
              <p:cNvSpPr/>
              <p:nvPr/>
            </p:nvSpPr>
            <p:spPr>
              <a:xfrm>
                <a:off x="689" y="263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4" name=""/>
              <p:cNvSpPr/>
              <p:nvPr/>
            </p:nvSpPr>
            <p:spPr>
              <a:xfrm>
                <a:off x="689" y="262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5" name=""/>
              <p:cNvSpPr/>
              <p:nvPr/>
            </p:nvSpPr>
            <p:spPr>
              <a:xfrm>
                <a:off x="689" y="261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6" name=""/>
              <p:cNvSpPr/>
              <p:nvPr/>
            </p:nvSpPr>
            <p:spPr>
              <a:xfrm>
                <a:off x="689" y="260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7" name=""/>
              <p:cNvSpPr/>
              <p:nvPr/>
            </p:nvSpPr>
            <p:spPr>
              <a:xfrm>
                <a:off x="689" y="260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8" name=""/>
              <p:cNvSpPr/>
              <p:nvPr/>
            </p:nvSpPr>
            <p:spPr>
              <a:xfrm>
                <a:off x="689" y="259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19" name=""/>
              <p:cNvSpPr/>
              <p:nvPr/>
            </p:nvSpPr>
            <p:spPr>
              <a:xfrm>
                <a:off x="689" y="258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20" name=""/>
              <p:cNvSpPr/>
              <p:nvPr/>
            </p:nvSpPr>
            <p:spPr>
              <a:xfrm>
                <a:off x="689" y="257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21" name=""/>
              <p:cNvSpPr/>
              <p:nvPr/>
            </p:nvSpPr>
            <p:spPr>
              <a:xfrm>
                <a:off x="689" y="257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22" name=""/>
              <p:cNvSpPr/>
              <p:nvPr/>
            </p:nvSpPr>
            <p:spPr>
              <a:xfrm>
                <a:off x="689" y="256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23" name=""/>
              <p:cNvSpPr/>
              <p:nvPr/>
            </p:nvSpPr>
            <p:spPr>
              <a:xfrm>
                <a:off x="689" y="255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324" name=""/>
              <p:cNvSpPr/>
              <p:nvPr/>
            </p:nvSpPr>
            <p:spPr>
              <a:xfrm>
                <a:off x="660" y="2689"/>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7325" name=""/>
              <p:cNvSpPr/>
              <p:nvPr/>
            </p:nvSpPr>
            <p:spPr>
              <a:xfrm>
                <a:off x="756" y="2689"/>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7326" name=""/>
              <p:cNvSpPr/>
              <p:nvPr/>
            </p:nvSpPr>
            <p:spPr>
              <a:xfrm>
                <a:off x="712" y="2618"/>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47327" name=""/>
              <p:cNvSpPr/>
              <p:nvPr/>
            </p:nvSpPr>
            <p:spPr>
              <a:xfrm>
                <a:off x="689" y="2280"/>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7328" name=""/>
              <p:cNvSpPr/>
              <p:nvPr/>
            </p:nvSpPr>
            <p:spPr>
              <a:xfrm>
                <a:off x="701" y="2330"/>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7329" name=""/>
              <p:cNvSpPr/>
              <p:nvPr/>
            </p:nvSpPr>
            <p:spPr>
              <a:xfrm>
                <a:off x="705" y="2360"/>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7330" name=""/>
              <p:cNvSpPr/>
              <p:nvPr/>
            </p:nvSpPr>
            <p:spPr>
              <a:xfrm>
                <a:off x="705" y="2391"/>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47331" name=""/>
              <p:cNvSpPr/>
              <p:nvPr/>
            </p:nvSpPr>
            <p:spPr>
              <a:xfrm>
                <a:off x="703" y="2334"/>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7332" name=""/>
              <p:cNvSpPr/>
              <p:nvPr/>
            </p:nvSpPr>
            <p:spPr>
              <a:xfrm>
                <a:off x="730" y="2335"/>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7333" name=""/>
              <p:cNvSpPr/>
              <p:nvPr/>
            </p:nvSpPr>
            <p:spPr>
              <a:xfrm>
                <a:off x="781" y="2335"/>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7334" name=""/>
              <p:cNvSpPr/>
              <p:nvPr/>
            </p:nvSpPr>
            <p:spPr>
              <a:xfrm>
                <a:off x="781" y="2335"/>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7335" name=""/>
              <p:cNvSpPr/>
              <p:nvPr/>
            </p:nvSpPr>
            <p:spPr>
              <a:xfrm>
                <a:off x="708" y="2342"/>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7336" name=""/>
              <p:cNvSpPr/>
              <p:nvPr/>
            </p:nvSpPr>
            <p:spPr>
              <a:xfrm>
                <a:off x="705" y="2362"/>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7337" name=""/>
              <p:cNvSpPr/>
              <p:nvPr/>
            </p:nvSpPr>
            <p:spPr>
              <a:xfrm>
                <a:off x="730" y="2366"/>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7338" name=""/>
              <p:cNvSpPr/>
              <p:nvPr/>
            </p:nvSpPr>
            <p:spPr>
              <a:xfrm>
                <a:off x="772" y="2381"/>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7339" name=""/>
              <p:cNvSpPr/>
              <p:nvPr/>
            </p:nvSpPr>
            <p:spPr>
              <a:xfrm>
                <a:off x="772" y="2381"/>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7340" name=""/>
              <p:cNvSpPr/>
              <p:nvPr/>
            </p:nvSpPr>
            <p:spPr>
              <a:xfrm>
                <a:off x="726" y="2369"/>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7341" name=""/>
              <p:cNvSpPr/>
              <p:nvPr/>
            </p:nvSpPr>
            <p:spPr>
              <a:xfrm>
                <a:off x="705" y="2398"/>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47342" name=""/>
              <p:cNvSpPr/>
              <p:nvPr/>
            </p:nvSpPr>
            <p:spPr>
              <a:xfrm>
                <a:off x="705" y="2395"/>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7343" name=""/>
              <p:cNvSpPr/>
              <p:nvPr/>
            </p:nvSpPr>
            <p:spPr>
              <a:xfrm>
                <a:off x="799" y="2398"/>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7344" name=""/>
              <p:cNvSpPr/>
              <p:nvPr/>
            </p:nvSpPr>
            <p:spPr>
              <a:xfrm>
                <a:off x="703" y="2398"/>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47345" name=""/>
              <p:cNvSpPr/>
              <p:nvPr/>
            </p:nvSpPr>
            <p:spPr>
              <a:xfrm>
                <a:off x="699" y="2398"/>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7346" name=""/>
              <p:cNvSpPr/>
              <p:nvPr/>
            </p:nvSpPr>
            <p:spPr>
              <a:xfrm>
                <a:off x="705" y="2402"/>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7347" name=""/>
              <p:cNvSpPr/>
              <p:nvPr/>
            </p:nvSpPr>
            <p:spPr>
              <a:xfrm>
                <a:off x="728" y="2407"/>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7348" name=""/>
              <p:cNvSpPr/>
              <p:nvPr/>
            </p:nvSpPr>
            <p:spPr>
              <a:xfrm>
                <a:off x="733" y="2408"/>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7349" name=""/>
              <p:cNvSpPr/>
              <p:nvPr/>
            </p:nvSpPr>
            <p:spPr>
              <a:xfrm>
                <a:off x="705" y="2394"/>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7350" name=""/>
              <p:cNvSpPr/>
              <p:nvPr/>
            </p:nvSpPr>
            <p:spPr>
              <a:xfrm>
                <a:off x="701" y="2320"/>
                <a:ext cx="103" cy="1"/>
              </a:xfrm>
              <a:custGeom>
                <a:pathLst>
                  <a:path w="103" h="1">
                    <a:moveTo>
                      <a:pt x="1" y="0"/>
                    </a:moveTo>
                    <a:lnTo>
                      <a:pt x="100" y="0"/>
                    </a:lnTo>
                    <a:lnTo>
                      <a:pt x="101" y="0"/>
                    </a:lnTo>
                    <a:lnTo>
                      <a:pt x="102" y="0"/>
                    </a:lnTo>
                    <a:lnTo>
                      <a:pt x="102" y="0"/>
                    </a:lnTo>
                    <a:lnTo>
                      <a:pt x="100" y="0"/>
                    </a:lnTo>
                    <a:lnTo>
                      <a:pt x="1" y="0"/>
                    </a:lnTo>
                    <a:lnTo>
                      <a:pt x="0" y="0"/>
                    </a:lnTo>
                    <a:lnTo>
                      <a:pt x="0" y="0"/>
                    </a:lnTo>
                    <a:lnTo>
                      <a:pt x="0" y="0"/>
                    </a:lnTo>
                    <a:lnTo>
                      <a:pt x="1" y="0"/>
                    </a:lnTo>
                  </a:path>
                </a:pathLst>
              </a:custGeom>
              <a:solidFill>
                <a:srgbClr val="E0D0A0"/>
              </a:solidFill>
              <a:ln cap="rnd">
                <a:noFill/>
                <a:round/>
              </a:ln>
              <a:effectLst/>
            </p:spPr>
          </p:sp>
          <p:sp>
            <p:nvSpPr>
              <p:cNvPr id="47351" name=""/>
              <p:cNvSpPr/>
              <p:nvPr/>
            </p:nvSpPr>
            <p:spPr>
              <a:xfrm>
                <a:off x="708" y="2343"/>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7352" name=""/>
              <p:cNvSpPr/>
              <p:nvPr/>
            </p:nvSpPr>
            <p:spPr>
              <a:xfrm>
                <a:off x="728" y="2343"/>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47353" name=""/>
              <p:cNvSpPr/>
              <p:nvPr/>
            </p:nvSpPr>
            <p:spPr>
              <a:xfrm>
                <a:off x="770" y="2343"/>
                <a:ext cx="27" cy="17"/>
              </a:xfrm>
              <a:custGeom>
                <a:pathLst>
                  <a:path w="27" h="17">
                    <a:moveTo>
                      <a:pt x="0" y="16"/>
                    </a:moveTo>
                    <a:lnTo>
                      <a:pt x="25" y="16"/>
                    </a:lnTo>
                    <a:lnTo>
                      <a:pt x="26" y="10"/>
                    </a:lnTo>
                    <a:lnTo>
                      <a:pt x="25" y="0"/>
                    </a:lnTo>
                    <a:lnTo>
                      <a:pt x="0" y="0"/>
                    </a:lnTo>
                    <a:lnTo>
                      <a:pt x="0" y="10"/>
                    </a:lnTo>
                    <a:lnTo>
                      <a:pt x="0" y="16"/>
                    </a:lnTo>
                  </a:path>
                </a:pathLst>
              </a:custGeom>
              <a:solidFill>
                <a:srgbClr val="E0E0B0"/>
              </a:solidFill>
              <a:ln cap="rnd">
                <a:noFill/>
                <a:round/>
              </a:ln>
              <a:effectLst/>
            </p:spPr>
          </p:sp>
          <p:sp>
            <p:nvSpPr>
              <p:cNvPr id="47354" name=""/>
              <p:cNvSpPr/>
              <p:nvPr/>
            </p:nvSpPr>
            <p:spPr>
              <a:xfrm>
                <a:off x="730" y="2349"/>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7355" name=""/>
              <p:cNvSpPr/>
              <p:nvPr/>
            </p:nvSpPr>
            <p:spPr>
              <a:xfrm>
                <a:off x="783" y="2330"/>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356" name=""/>
              <p:cNvSpPr/>
              <p:nvPr/>
            </p:nvSpPr>
            <p:spPr>
              <a:xfrm>
                <a:off x="776" y="2335"/>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7357" name=""/>
              <p:cNvSpPr/>
              <p:nvPr/>
            </p:nvSpPr>
            <p:spPr>
              <a:xfrm>
                <a:off x="730" y="2349"/>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7358" name=""/>
              <p:cNvSpPr/>
              <p:nvPr/>
            </p:nvSpPr>
            <p:spPr>
              <a:xfrm>
                <a:off x="730" y="2348"/>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7359" name=""/>
              <p:cNvSpPr/>
              <p:nvPr/>
            </p:nvSpPr>
            <p:spPr>
              <a:xfrm>
                <a:off x="728" y="234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360" name=""/>
              <p:cNvSpPr/>
              <p:nvPr/>
            </p:nvSpPr>
            <p:spPr>
              <a:xfrm>
                <a:off x="716" y="2320"/>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7361" name=""/>
              <p:cNvSpPr/>
              <p:nvPr/>
            </p:nvSpPr>
            <p:spPr>
              <a:xfrm>
                <a:off x="716" y="2320"/>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7362" name=""/>
              <p:cNvCxnSpPr/>
              <p:nvPr/>
            </p:nvCxnSpPr>
            <p:spPr>
              <a:xfrm>
                <a:off x="716" y="2323"/>
                <a:ext cx="2" cy="0"/>
              </a:xfrm>
              <a:prstGeom prst="line">
                <a:avLst/>
              </a:prstGeom>
              <a:noFill/>
              <a:ln>
                <a:noFill/>
                <a:miter lim="800000"/>
              </a:ln>
              <a:effectLst/>
            </p:spPr>
          </p:cxnSp>
          <p:sp>
            <p:nvSpPr>
              <p:cNvPr id="47363" name=""/>
              <p:cNvSpPr/>
              <p:nvPr/>
            </p:nvSpPr>
            <p:spPr>
              <a:xfrm>
                <a:off x="781" y="2320"/>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7364" name=""/>
              <p:cNvSpPr/>
              <p:nvPr/>
            </p:nvSpPr>
            <p:spPr>
              <a:xfrm>
                <a:off x="780" y="2320"/>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7365" name=""/>
              <p:cNvSpPr/>
              <p:nvPr/>
            </p:nvSpPr>
            <p:spPr>
              <a:xfrm>
                <a:off x="777" y="2318"/>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7366" name=""/>
              <p:cNvSpPr/>
              <p:nvPr/>
            </p:nvSpPr>
            <p:spPr>
              <a:xfrm>
                <a:off x="730" y="2381"/>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7367" name=""/>
              <p:cNvSpPr/>
              <p:nvPr/>
            </p:nvSpPr>
            <p:spPr>
              <a:xfrm>
                <a:off x="730" y="2380"/>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7368" name=""/>
              <p:cNvSpPr/>
              <p:nvPr/>
            </p:nvSpPr>
            <p:spPr>
              <a:xfrm>
                <a:off x="728" y="2379"/>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369" name=""/>
              <p:cNvSpPr/>
              <p:nvPr/>
            </p:nvSpPr>
            <p:spPr>
              <a:xfrm>
                <a:off x="709" y="2430"/>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7370" name=""/>
              <p:cNvCxnSpPr/>
              <p:nvPr/>
            </p:nvCxnSpPr>
            <p:spPr>
              <a:xfrm>
                <a:off x="712" y="2434"/>
                <a:ext cx="3" cy="0"/>
              </a:xfrm>
              <a:prstGeom prst="line">
                <a:avLst/>
              </a:prstGeom>
              <a:noFill/>
              <a:ln>
                <a:noFill/>
                <a:miter lim="800000"/>
              </a:ln>
              <a:effectLst/>
            </p:spPr>
          </p:cxnSp>
          <p:cxnSp>
            <p:nvCxnSpPr>
              <p:cNvPr id="47371" name=""/>
              <p:cNvCxnSpPr/>
              <p:nvPr/>
            </p:nvCxnSpPr>
            <p:spPr>
              <a:xfrm>
                <a:off x="712" y="2434"/>
                <a:ext cx="3" cy="0"/>
              </a:xfrm>
              <a:prstGeom prst="line">
                <a:avLst/>
              </a:prstGeom>
              <a:noFill/>
              <a:ln>
                <a:noFill/>
                <a:miter lim="800000"/>
              </a:ln>
              <a:effectLst/>
            </p:spPr>
          </p:cxnSp>
          <p:cxnSp>
            <p:nvCxnSpPr>
              <p:cNvPr id="47372" name=""/>
              <p:cNvCxnSpPr/>
              <p:nvPr/>
            </p:nvCxnSpPr>
            <p:spPr>
              <a:xfrm>
                <a:off x="712" y="2434"/>
                <a:ext cx="3" cy="0"/>
              </a:xfrm>
              <a:prstGeom prst="line">
                <a:avLst/>
              </a:prstGeom>
              <a:noFill/>
              <a:ln>
                <a:noFill/>
                <a:miter lim="800000"/>
              </a:ln>
              <a:effectLst/>
            </p:spPr>
          </p:cxnSp>
          <p:cxnSp>
            <p:nvCxnSpPr>
              <p:cNvPr id="47373" name=""/>
              <p:cNvCxnSpPr/>
              <p:nvPr/>
            </p:nvCxnSpPr>
            <p:spPr>
              <a:xfrm>
                <a:off x="712" y="2434"/>
                <a:ext cx="3" cy="0"/>
              </a:xfrm>
              <a:prstGeom prst="line">
                <a:avLst/>
              </a:prstGeom>
              <a:noFill/>
              <a:ln>
                <a:noFill/>
                <a:miter lim="800000"/>
              </a:ln>
              <a:effectLst/>
            </p:spPr>
          </p:cxnSp>
          <p:cxnSp>
            <p:nvCxnSpPr>
              <p:cNvPr id="47374" name=""/>
              <p:cNvCxnSpPr/>
              <p:nvPr/>
            </p:nvCxnSpPr>
            <p:spPr>
              <a:xfrm>
                <a:off x="712" y="2434"/>
                <a:ext cx="3" cy="0"/>
              </a:xfrm>
              <a:prstGeom prst="line">
                <a:avLst/>
              </a:prstGeom>
              <a:noFill/>
              <a:ln>
                <a:noFill/>
                <a:miter lim="800000"/>
              </a:ln>
              <a:effectLst/>
            </p:spPr>
          </p:cxnSp>
          <p:cxnSp>
            <p:nvCxnSpPr>
              <p:cNvPr id="47375" name=""/>
              <p:cNvCxnSpPr/>
              <p:nvPr/>
            </p:nvCxnSpPr>
            <p:spPr>
              <a:xfrm>
                <a:off x="712" y="2434"/>
                <a:ext cx="3" cy="0"/>
              </a:xfrm>
              <a:prstGeom prst="line">
                <a:avLst/>
              </a:prstGeom>
              <a:noFill/>
              <a:ln>
                <a:noFill/>
                <a:miter lim="800000"/>
              </a:ln>
              <a:effectLst/>
            </p:spPr>
          </p:cxnSp>
          <p:cxnSp>
            <p:nvCxnSpPr>
              <p:cNvPr id="47376" name=""/>
              <p:cNvCxnSpPr/>
              <p:nvPr/>
            </p:nvCxnSpPr>
            <p:spPr>
              <a:xfrm>
                <a:off x="712" y="2434"/>
                <a:ext cx="3" cy="0"/>
              </a:xfrm>
              <a:prstGeom prst="line">
                <a:avLst/>
              </a:prstGeom>
              <a:noFill/>
              <a:ln>
                <a:noFill/>
                <a:miter lim="800000"/>
              </a:ln>
              <a:effectLst/>
            </p:spPr>
          </p:cxnSp>
          <p:sp>
            <p:nvSpPr>
              <p:cNvPr id="47377" name=""/>
              <p:cNvSpPr/>
              <p:nvPr/>
            </p:nvSpPr>
            <p:spPr>
              <a:xfrm>
                <a:off x="709" y="242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378" name=""/>
              <p:cNvCxnSpPr/>
              <p:nvPr/>
            </p:nvCxnSpPr>
            <p:spPr>
              <a:xfrm>
                <a:off x="712" y="2433"/>
                <a:ext cx="3" cy="0"/>
              </a:xfrm>
              <a:prstGeom prst="line">
                <a:avLst/>
              </a:prstGeom>
              <a:noFill/>
              <a:ln>
                <a:noFill/>
                <a:miter lim="800000"/>
              </a:ln>
              <a:effectLst/>
            </p:spPr>
          </p:cxnSp>
          <p:cxnSp>
            <p:nvCxnSpPr>
              <p:cNvPr id="47379" name=""/>
              <p:cNvCxnSpPr/>
              <p:nvPr/>
            </p:nvCxnSpPr>
            <p:spPr>
              <a:xfrm>
                <a:off x="712" y="2433"/>
                <a:ext cx="3" cy="0"/>
              </a:xfrm>
              <a:prstGeom prst="line">
                <a:avLst/>
              </a:prstGeom>
              <a:noFill/>
              <a:ln>
                <a:noFill/>
                <a:miter lim="800000"/>
              </a:ln>
              <a:effectLst/>
            </p:spPr>
          </p:cxnSp>
          <p:cxnSp>
            <p:nvCxnSpPr>
              <p:cNvPr id="47380" name=""/>
              <p:cNvCxnSpPr/>
              <p:nvPr/>
            </p:nvCxnSpPr>
            <p:spPr>
              <a:xfrm>
                <a:off x="712" y="2433"/>
                <a:ext cx="3" cy="0"/>
              </a:xfrm>
              <a:prstGeom prst="line">
                <a:avLst/>
              </a:prstGeom>
              <a:noFill/>
              <a:ln>
                <a:noFill/>
                <a:miter lim="800000"/>
              </a:ln>
              <a:effectLst/>
            </p:spPr>
          </p:cxnSp>
          <p:cxnSp>
            <p:nvCxnSpPr>
              <p:cNvPr id="47381" name=""/>
              <p:cNvCxnSpPr/>
              <p:nvPr/>
            </p:nvCxnSpPr>
            <p:spPr>
              <a:xfrm>
                <a:off x="712" y="2433"/>
                <a:ext cx="3" cy="0"/>
              </a:xfrm>
              <a:prstGeom prst="line">
                <a:avLst/>
              </a:prstGeom>
              <a:noFill/>
              <a:ln>
                <a:noFill/>
                <a:miter lim="800000"/>
              </a:ln>
              <a:effectLst/>
            </p:spPr>
          </p:cxnSp>
          <p:cxnSp>
            <p:nvCxnSpPr>
              <p:cNvPr id="47382" name=""/>
              <p:cNvCxnSpPr/>
              <p:nvPr/>
            </p:nvCxnSpPr>
            <p:spPr>
              <a:xfrm>
                <a:off x="712" y="2433"/>
                <a:ext cx="3" cy="0"/>
              </a:xfrm>
              <a:prstGeom prst="line">
                <a:avLst/>
              </a:prstGeom>
              <a:noFill/>
              <a:ln>
                <a:noFill/>
                <a:miter lim="800000"/>
              </a:ln>
              <a:effectLst/>
            </p:spPr>
          </p:cxnSp>
          <p:cxnSp>
            <p:nvCxnSpPr>
              <p:cNvPr id="47383" name=""/>
              <p:cNvCxnSpPr/>
              <p:nvPr/>
            </p:nvCxnSpPr>
            <p:spPr>
              <a:xfrm>
                <a:off x="712" y="2433"/>
                <a:ext cx="3" cy="0"/>
              </a:xfrm>
              <a:prstGeom prst="line">
                <a:avLst/>
              </a:prstGeom>
              <a:noFill/>
              <a:ln>
                <a:noFill/>
                <a:miter lim="800000"/>
              </a:ln>
              <a:effectLst/>
            </p:spPr>
          </p:cxnSp>
          <p:cxnSp>
            <p:nvCxnSpPr>
              <p:cNvPr id="47384" name=""/>
              <p:cNvCxnSpPr/>
              <p:nvPr/>
            </p:nvCxnSpPr>
            <p:spPr>
              <a:xfrm>
                <a:off x="712" y="2433"/>
                <a:ext cx="3" cy="0"/>
              </a:xfrm>
              <a:prstGeom prst="line">
                <a:avLst/>
              </a:prstGeom>
              <a:noFill/>
              <a:ln>
                <a:noFill/>
                <a:miter lim="800000"/>
              </a:ln>
              <a:effectLst/>
            </p:spPr>
          </p:cxnSp>
          <p:cxnSp>
            <p:nvCxnSpPr>
              <p:cNvPr id="47385" name=""/>
              <p:cNvCxnSpPr/>
              <p:nvPr/>
            </p:nvCxnSpPr>
            <p:spPr>
              <a:xfrm>
                <a:off x="712" y="2433"/>
                <a:ext cx="3" cy="0"/>
              </a:xfrm>
              <a:prstGeom prst="line">
                <a:avLst/>
              </a:prstGeom>
              <a:noFill/>
              <a:ln>
                <a:noFill/>
                <a:miter lim="800000"/>
              </a:ln>
              <a:effectLst/>
            </p:spPr>
          </p:cxnSp>
          <p:cxnSp>
            <p:nvCxnSpPr>
              <p:cNvPr id="47386" name=""/>
              <p:cNvCxnSpPr/>
              <p:nvPr/>
            </p:nvCxnSpPr>
            <p:spPr>
              <a:xfrm>
                <a:off x="712" y="2433"/>
                <a:ext cx="3" cy="0"/>
              </a:xfrm>
              <a:prstGeom prst="line">
                <a:avLst/>
              </a:prstGeom>
              <a:noFill/>
              <a:ln>
                <a:noFill/>
                <a:miter lim="800000"/>
              </a:ln>
              <a:effectLst/>
            </p:spPr>
          </p:cxnSp>
          <p:sp>
            <p:nvSpPr>
              <p:cNvPr id="47387" name=""/>
              <p:cNvSpPr/>
              <p:nvPr/>
            </p:nvSpPr>
            <p:spPr>
              <a:xfrm>
                <a:off x="709" y="242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388" name=""/>
              <p:cNvCxnSpPr/>
              <p:nvPr/>
            </p:nvCxnSpPr>
            <p:spPr>
              <a:xfrm>
                <a:off x="712" y="2433"/>
                <a:ext cx="3" cy="0"/>
              </a:xfrm>
              <a:prstGeom prst="line">
                <a:avLst/>
              </a:prstGeom>
              <a:noFill/>
              <a:ln>
                <a:noFill/>
                <a:miter lim="800000"/>
              </a:ln>
              <a:effectLst/>
            </p:spPr>
          </p:cxnSp>
          <p:cxnSp>
            <p:nvCxnSpPr>
              <p:cNvPr id="47389" name=""/>
              <p:cNvCxnSpPr/>
              <p:nvPr/>
            </p:nvCxnSpPr>
            <p:spPr>
              <a:xfrm>
                <a:off x="712" y="2433"/>
                <a:ext cx="3" cy="0"/>
              </a:xfrm>
              <a:prstGeom prst="line">
                <a:avLst/>
              </a:prstGeom>
              <a:noFill/>
              <a:ln>
                <a:noFill/>
                <a:miter lim="800000"/>
              </a:ln>
              <a:effectLst/>
            </p:spPr>
          </p:cxnSp>
          <p:cxnSp>
            <p:nvCxnSpPr>
              <p:cNvPr id="47390" name=""/>
              <p:cNvCxnSpPr/>
              <p:nvPr/>
            </p:nvCxnSpPr>
            <p:spPr>
              <a:xfrm>
                <a:off x="712" y="2433"/>
                <a:ext cx="3" cy="0"/>
              </a:xfrm>
              <a:prstGeom prst="line">
                <a:avLst/>
              </a:prstGeom>
              <a:noFill/>
              <a:ln>
                <a:noFill/>
                <a:miter lim="800000"/>
              </a:ln>
              <a:effectLst/>
            </p:spPr>
          </p:cxnSp>
          <p:cxnSp>
            <p:nvCxnSpPr>
              <p:cNvPr id="47391" name=""/>
              <p:cNvCxnSpPr/>
              <p:nvPr/>
            </p:nvCxnSpPr>
            <p:spPr>
              <a:xfrm>
                <a:off x="712" y="2433"/>
                <a:ext cx="3" cy="0"/>
              </a:xfrm>
              <a:prstGeom prst="line">
                <a:avLst/>
              </a:prstGeom>
              <a:noFill/>
              <a:ln>
                <a:noFill/>
                <a:miter lim="800000"/>
              </a:ln>
              <a:effectLst/>
            </p:spPr>
          </p:cxnSp>
          <p:cxnSp>
            <p:nvCxnSpPr>
              <p:cNvPr id="47392" name=""/>
              <p:cNvCxnSpPr/>
              <p:nvPr/>
            </p:nvCxnSpPr>
            <p:spPr>
              <a:xfrm>
                <a:off x="712" y="2433"/>
                <a:ext cx="3" cy="0"/>
              </a:xfrm>
              <a:prstGeom prst="line">
                <a:avLst/>
              </a:prstGeom>
              <a:noFill/>
              <a:ln>
                <a:noFill/>
                <a:miter lim="800000"/>
              </a:ln>
              <a:effectLst/>
            </p:spPr>
          </p:cxnSp>
          <p:sp>
            <p:nvSpPr>
              <p:cNvPr id="47393" name=""/>
              <p:cNvSpPr/>
              <p:nvPr/>
            </p:nvSpPr>
            <p:spPr>
              <a:xfrm>
                <a:off x="709" y="242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394" name=""/>
              <p:cNvCxnSpPr/>
              <p:nvPr/>
            </p:nvCxnSpPr>
            <p:spPr>
              <a:xfrm>
                <a:off x="712" y="2432"/>
                <a:ext cx="3" cy="0"/>
              </a:xfrm>
              <a:prstGeom prst="line">
                <a:avLst/>
              </a:prstGeom>
              <a:noFill/>
              <a:ln>
                <a:noFill/>
                <a:miter lim="800000"/>
              </a:ln>
              <a:effectLst/>
            </p:spPr>
          </p:cxnSp>
          <p:sp>
            <p:nvSpPr>
              <p:cNvPr id="47395" name=""/>
              <p:cNvSpPr/>
              <p:nvPr/>
            </p:nvSpPr>
            <p:spPr>
              <a:xfrm>
                <a:off x="708" y="2429"/>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7396" name=""/>
              <p:cNvSpPr/>
              <p:nvPr/>
            </p:nvSpPr>
            <p:spPr>
              <a:xfrm>
                <a:off x="709" y="2340"/>
                <a:ext cx="87" cy="17"/>
              </a:xfrm>
              <a:custGeom>
                <a:pathLst>
                  <a:path w="87" h="17">
                    <a:moveTo>
                      <a:pt x="0" y="16"/>
                    </a:moveTo>
                    <a:lnTo>
                      <a:pt x="0" y="0"/>
                    </a:lnTo>
                    <a:lnTo>
                      <a:pt x="86" y="0"/>
                    </a:lnTo>
                    <a:lnTo>
                      <a:pt x="86" y="16"/>
                    </a:lnTo>
                    <a:lnTo>
                      <a:pt x="0" y="16"/>
                    </a:lnTo>
                  </a:path>
                </a:pathLst>
              </a:custGeom>
              <a:solidFill>
                <a:srgbClr val="505020"/>
              </a:solidFill>
              <a:ln cap="rnd">
                <a:noFill/>
                <a:round/>
              </a:ln>
              <a:effectLst/>
            </p:spPr>
          </p:sp>
          <p:sp>
            <p:nvSpPr>
              <p:cNvPr id="47397" name=""/>
              <p:cNvSpPr/>
              <p:nvPr/>
            </p:nvSpPr>
            <p:spPr>
              <a:xfrm>
                <a:off x="726" y="2337"/>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7398" name=""/>
              <p:cNvSpPr/>
              <p:nvPr/>
            </p:nvSpPr>
            <p:spPr>
              <a:xfrm>
                <a:off x="726" y="2347"/>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7399" name=""/>
              <p:cNvSpPr/>
              <p:nvPr/>
            </p:nvSpPr>
            <p:spPr>
              <a:xfrm>
                <a:off x="733" y="2410"/>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7400" name=""/>
              <p:cNvSpPr/>
              <p:nvPr/>
            </p:nvSpPr>
            <p:spPr>
              <a:xfrm>
                <a:off x="728" y="2431"/>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47401" name=""/>
              <p:cNvSpPr/>
              <p:nvPr/>
            </p:nvSpPr>
            <p:spPr>
              <a:xfrm>
                <a:off x="743" y="2419"/>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47402" name=""/>
              <p:cNvSpPr/>
              <p:nvPr/>
            </p:nvSpPr>
            <p:spPr>
              <a:xfrm>
                <a:off x="766" y="2421"/>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7403" name=""/>
              <p:cNvCxnSpPr/>
              <p:nvPr/>
            </p:nvCxnSpPr>
            <p:spPr>
              <a:xfrm flipH="1">
                <a:off x="730" y="2374"/>
                <a:ext cx="0" cy="13"/>
              </a:xfrm>
              <a:prstGeom prst="line">
                <a:avLst/>
              </a:prstGeom>
              <a:noFill/>
              <a:ln>
                <a:noFill/>
                <a:miter lim="800000"/>
              </a:ln>
              <a:effectLst/>
            </p:spPr>
          </p:cxnSp>
          <p:cxnSp>
            <p:nvCxnSpPr>
              <p:cNvPr id="47404" name=""/>
              <p:cNvCxnSpPr/>
              <p:nvPr/>
            </p:nvCxnSpPr>
            <p:spPr>
              <a:xfrm flipH="1">
                <a:off x="730" y="2369"/>
                <a:ext cx="0" cy="1"/>
              </a:xfrm>
              <a:prstGeom prst="line">
                <a:avLst/>
              </a:prstGeom>
              <a:noFill/>
              <a:ln>
                <a:noFill/>
                <a:miter lim="800000"/>
              </a:ln>
              <a:effectLst/>
            </p:spPr>
          </p:cxnSp>
          <p:sp>
            <p:nvSpPr>
              <p:cNvPr id="47405" name=""/>
              <p:cNvSpPr/>
              <p:nvPr/>
            </p:nvSpPr>
            <p:spPr>
              <a:xfrm>
                <a:off x="722" y="2369"/>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406" name=""/>
              <p:cNvSpPr/>
              <p:nvPr/>
            </p:nvSpPr>
            <p:spPr>
              <a:xfrm>
                <a:off x="744" y="2366"/>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407" name=""/>
              <p:cNvSpPr/>
              <p:nvPr/>
            </p:nvSpPr>
            <p:spPr>
              <a:xfrm>
                <a:off x="744" y="237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408" name=""/>
              <p:cNvSpPr/>
              <p:nvPr/>
            </p:nvSpPr>
            <p:spPr>
              <a:xfrm>
                <a:off x="768" y="2370"/>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409" name=""/>
              <p:cNvSpPr/>
              <p:nvPr/>
            </p:nvSpPr>
            <p:spPr>
              <a:xfrm>
                <a:off x="726" y="2375"/>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7410" name=""/>
              <p:cNvSpPr/>
              <p:nvPr/>
            </p:nvSpPr>
            <p:spPr>
              <a:xfrm>
                <a:off x="730" y="2383"/>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7411" name=""/>
              <p:cNvSpPr/>
              <p:nvPr/>
            </p:nvSpPr>
            <p:spPr>
              <a:xfrm>
                <a:off x="764" y="2375"/>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7412" name=""/>
              <p:cNvSpPr/>
              <p:nvPr/>
            </p:nvSpPr>
            <p:spPr>
              <a:xfrm>
                <a:off x="768" y="2367"/>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413" name=""/>
              <p:cNvSpPr/>
              <p:nvPr/>
            </p:nvSpPr>
            <p:spPr>
              <a:xfrm>
                <a:off x="781" y="2369"/>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414" name=""/>
              <p:cNvSpPr/>
              <p:nvPr/>
            </p:nvSpPr>
            <p:spPr>
              <a:xfrm>
                <a:off x="730" y="2366"/>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7415" name=""/>
              <p:cNvSpPr/>
              <p:nvPr/>
            </p:nvSpPr>
            <p:spPr>
              <a:xfrm>
                <a:off x="723" y="2369"/>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416" name=""/>
              <p:cNvSpPr/>
              <p:nvPr/>
            </p:nvSpPr>
            <p:spPr>
              <a:xfrm>
                <a:off x="726" y="2366"/>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7417" name=""/>
              <p:cNvCxnSpPr/>
              <p:nvPr/>
            </p:nvCxnSpPr>
            <p:spPr>
              <a:xfrm>
                <a:off x="728" y="2370"/>
                <a:ext cx="20" cy="0"/>
              </a:xfrm>
              <a:prstGeom prst="line">
                <a:avLst/>
              </a:prstGeom>
              <a:noFill/>
              <a:ln>
                <a:noFill/>
                <a:miter lim="800000"/>
              </a:ln>
              <a:effectLst/>
            </p:spPr>
          </p:cxnSp>
          <p:cxnSp>
            <p:nvCxnSpPr>
              <p:cNvPr id="47418" name=""/>
              <p:cNvCxnSpPr/>
              <p:nvPr/>
            </p:nvCxnSpPr>
            <p:spPr>
              <a:xfrm flipH="1">
                <a:off x="748" y="2374"/>
                <a:ext cx="0" cy="2"/>
              </a:xfrm>
              <a:prstGeom prst="line">
                <a:avLst/>
              </a:prstGeom>
              <a:noFill/>
              <a:ln>
                <a:noFill/>
                <a:miter lim="800000"/>
              </a:ln>
              <a:effectLst/>
            </p:spPr>
          </p:cxnSp>
          <p:sp>
            <p:nvSpPr>
              <p:cNvPr id="47419" name=""/>
              <p:cNvSpPr/>
              <p:nvPr/>
            </p:nvSpPr>
            <p:spPr>
              <a:xfrm>
                <a:off x="748" y="2370"/>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420" name=""/>
              <p:cNvSpPr/>
              <p:nvPr/>
            </p:nvSpPr>
            <p:spPr>
              <a:xfrm>
                <a:off x="763" y="2370"/>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421" name=""/>
              <p:cNvSpPr/>
              <p:nvPr/>
            </p:nvSpPr>
            <p:spPr>
              <a:xfrm>
                <a:off x="763" y="236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422" name=""/>
              <p:cNvSpPr/>
              <p:nvPr/>
            </p:nvSpPr>
            <p:spPr>
              <a:xfrm>
                <a:off x="748" y="236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423" name=""/>
              <p:cNvSpPr/>
              <p:nvPr/>
            </p:nvSpPr>
            <p:spPr>
              <a:xfrm>
                <a:off x="773" y="2377"/>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7424" name=""/>
              <p:cNvSpPr/>
              <p:nvPr/>
            </p:nvSpPr>
            <p:spPr>
              <a:xfrm>
                <a:off x="730" y="2332"/>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7425" name=""/>
              <p:cNvSpPr/>
              <p:nvPr/>
            </p:nvSpPr>
            <p:spPr>
              <a:xfrm>
                <a:off x="764" y="2335"/>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7426" name=""/>
              <p:cNvSpPr/>
              <p:nvPr/>
            </p:nvSpPr>
            <p:spPr>
              <a:xfrm>
                <a:off x="764" y="2349"/>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7427" name=""/>
              <p:cNvSpPr/>
              <p:nvPr/>
            </p:nvSpPr>
            <p:spPr>
              <a:xfrm>
                <a:off x="730" y="2350"/>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7428" name=""/>
              <p:cNvSpPr/>
              <p:nvPr/>
            </p:nvSpPr>
            <p:spPr>
              <a:xfrm>
                <a:off x="705" y="2342"/>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7429" name=""/>
              <p:cNvSpPr/>
              <p:nvPr/>
            </p:nvSpPr>
            <p:spPr>
              <a:xfrm>
                <a:off x="733" y="2426"/>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7430" name=""/>
              <p:cNvCxnSpPr/>
              <p:nvPr/>
            </p:nvCxnSpPr>
            <p:spPr>
              <a:xfrm flipH="1">
                <a:off x="803" y="2410"/>
                <a:ext cx="0" cy="14"/>
              </a:xfrm>
              <a:prstGeom prst="line">
                <a:avLst/>
              </a:prstGeom>
              <a:noFill/>
              <a:ln>
                <a:noFill/>
                <a:miter lim="800000"/>
              </a:ln>
              <a:effectLst/>
            </p:spPr>
          </p:cxnSp>
          <p:sp>
            <p:nvSpPr>
              <p:cNvPr id="47431" name=""/>
              <p:cNvSpPr/>
              <p:nvPr/>
            </p:nvSpPr>
            <p:spPr>
              <a:xfrm>
                <a:off x="733" y="2404"/>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7432" name=""/>
              <p:cNvSpPr/>
              <p:nvPr/>
            </p:nvSpPr>
            <p:spPr>
              <a:xfrm>
                <a:off x="730" y="2410"/>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7433" name=""/>
              <p:cNvSpPr/>
              <p:nvPr/>
            </p:nvSpPr>
            <p:spPr>
              <a:xfrm>
                <a:off x="733" y="2418"/>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7434" name=""/>
              <p:cNvSpPr/>
              <p:nvPr/>
            </p:nvSpPr>
            <p:spPr>
              <a:xfrm>
                <a:off x="689" y="2450"/>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47435" name=""/>
              <p:cNvSpPr/>
              <p:nvPr/>
            </p:nvSpPr>
            <p:spPr>
              <a:xfrm>
                <a:off x="708" y="2452"/>
                <a:ext cx="87" cy="17"/>
              </a:xfrm>
              <a:custGeom>
                <a:pathLst>
                  <a:path w="87" h="17">
                    <a:moveTo>
                      <a:pt x="1" y="16"/>
                    </a:moveTo>
                    <a:lnTo>
                      <a:pt x="84" y="16"/>
                    </a:lnTo>
                    <a:lnTo>
                      <a:pt x="85" y="16"/>
                    </a:lnTo>
                    <a:lnTo>
                      <a:pt x="85" y="14"/>
                    </a:lnTo>
                    <a:lnTo>
                      <a:pt x="86" y="3"/>
                    </a:lnTo>
                    <a:lnTo>
                      <a:pt x="85" y="1"/>
                    </a:lnTo>
                    <a:lnTo>
                      <a:pt x="84"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7436" name=""/>
              <p:cNvSpPr/>
              <p:nvPr/>
            </p:nvSpPr>
            <p:spPr>
              <a:xfrm>
                <a:off x="748" y="2294"/>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7437" name=""/>
              <p:cNvSpPr/>
              <p:nvPr/>
            </p:nvSpPr>
            <p:spPr>
              <a:xfrm>
                <a:off x="750" y="2298"/>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7438" name=""/>
              <p:cNvSpPr/>
              <p:nvPr/>
            </p:nvSpPr>
            <p:spPr>
              <a:xfrm>
                <a:off x="701" y="2290"/>
                <a:ext cx="103" cy="17"/>
              </a:xfrm>
              <a:custGeom>
                <a:pathLst>
                  <a:path w="103" h="17">
                    <a:moveTo>
                      <a:pt x="8" y="0"/>
                    </a:moveTo>
                    <a:lnTo>
                      <a:pt x="95" y="0"/>
                    </a:lnTo>
                    <a:lnTo>
                      <a:pt x="97" y="1"/>
                    </a:lnTo>
                    <a:lnTo>
                      <a:pt x="98" y="1"/>
                    </a:lnTo>
                    <a:lnTo>
                      <a:pt x="99" y="2"/>
                    </a:lnTo>
                    <a:lnTo>
                      <a:pt x="100" y="2"/>
                    </a:lnTo>
                    <a:lnTo>
                      <a:pt x="101" y="4"/>
                    </a:lnTo>
                    <a:lnTo>
                      <a:pt x="102" y="4"/>
                    </a:lnTo>
                    <a:lnTo>
                      <a:pt x="102" y="6"/>
                    </a:lnTo>
                    <a:lnTo>
                      <a:pt x="102" y="9"/>
                    </a:lnTo>
                    <a:lnTo>
                      <a:pt x="102" y="11"/>
                    </a:lnTo>
                    <a:lnTo>
                      <a:pt x="101" y="11"/>
                    </a:lnTo>
                    <a:lnTo>
                      <a:pt x="100" y="13"/>
                    </a:lnTo>
                    <a:lnTo>
                      <a:pt x="99" y="14"/>
                    </a:lnTo>
                    <a:lnTo>
                      <a:pt x="98" y="14"/>
                    </a:lnTo>
                    <a:lnTo>
                      <a:pt x="97" y="16"/>
                    </a:lnTo>
                    <a:lnTo>
                      <a:pt x="95" y="16"/>
                    </a:lnTo>
                    <a:lnTo>
                      <a:pt x="93" y="16"/>
                    </a:lnTo>
                    <a:lnTo>
                      <a:pt x="8"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8" y="0"/>
                    </a:lnTo>
                  </a:path>
                </a:pathLst>
              </a:custGeom>
              <a:solidFill>
                <a:srgbClr val="F0E0C0"/>
              </a:solidFill>
              <a:ln cap="rnd">
                <a:noFill/>
                <a:round/>
              </a:ln>
              <a:effectLst/>
            </p:spPr>
          </p:sp>
          <p:sp>
            <p:nvSpPr>
              <p:cNvPr id="47439" name=""/>
              <p:cNvSpPr/>
              <p:nvPr/>
            </p:nvSpPr>
            <p:spPr>
              <a:xfrm>
                <a:off x="701" y="2290"/>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47440" name=""/>
              <p:cNvSpPr/>
              <p:nvPr/>
            </p:nvSpPr>
            <p:spPr>
              <a:xfrm>
                <a:off x="702" y="2291"/>
                <a:ext cx="55" cy="17"/>
              </a:xfrm>
              <a:custGeom>
                <a:pathLst>
                  <a:path w="55" h="17">
                    <a:moveTo>
                      <a:pt x="8" y="0"/>
                    </a:moveTo>
                    <a:lnTo>
                      <a:pt x="45" y="0"/>
                    </a:lnTo>
                    <a:lnTo>
                      <a:pt x="46" y="0"/>
                    </a:lnTo>
                    <a:lnTo>
                      <a:pt x="49" y="1"/>
                    </a:lnTo>
                    <a:lnTo>
                      <a:pt x="51" y="1"/>
                    </a:lnTo>
                    <a:lnTo>
                      <a:pt x="51" y="1"/>
                    </a:lnTo>
                    <a:lnTo>
                      <a:pt x="53" y="2"/>
                    </a:lnTo>
                    <a:lnTo>
                      <a:pt x="53" y="2"/>
                    </a:lnTo>
                    <a:lnTo>
                      <a:pt x="54" y="4"/>
                    </a:lnTo>
                    <a:lnTo>
                      <a:pt x="54" y="5"/>
                    </a:lnTo>
                    <a:lnTo>
                      <a:pt x="54" y="5"/>
                    </a:lnTo>
                    <a:lnTo>
                      <a:pt x="54" y="10"/>
                    </a:lnTo>
                    <a:lnTo>
                      <a:pt x="54" y="11"/>
                    </a:lnTo>
                    <a:lnTo>
                      <a:pt x="53" y="13"/>
                    </a:lnTo>
                    <a:lnTo>
                      <a:pt x="52" y="14"/>
                    </a:lnTo>
                    <a:lnTo>
                      <a:pt x="51" y="14"/>
                    </a:lnTo>
                    <a:lnTo>
                      <a:pt x="49" y="16"/>
                    </a:lnTo>
                    <a:lnTo>
                      <a:pt x="45" y="16"/>
                    </a:lnTo>
                    <a:lnTo>
                      <a:pt x="45" y="16"/>
                    </a:lnTo>
                    <a:lnTo>
                      <a:pt x="8"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8" y="0"/>
                    </a:lnTo>
                  </a:path>
                </a:pathLst>
              </a:custGeom>
              <a:solidFill>
                <a:srgbClr val="F0E0C0"/>
              </a:solidFill>
              <a:ln cap="rnd">
                <a:noFill/>
                <a:round/>
              </a:ln>
              <a:effectLst/>
            </p:spPr>
          </p:sp>
          <p:sp>
            <p:nvSpPr>
              <p:cNvPr id="47441" name=""/>
              <p:cNvSpPr/>
              <p:nvPr/>
            </p:nvSpPr>
            <p:spPr>
              <a:xfrm>
                <a:off x="702" y="2291"/>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7442" name=""/>
              <p:cNvSpPr/>
              <p:nvPr/>
            </p:nvSpPr>
            <p:spPr>
              <a:xfrm>
                <a:off x="748" y="2294"/>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7443" name=""/>
              <p:cNvSpPr/>
              <p:nvPr/>
            </p:nvSpPr>
            <p:spPr>
              <a:xfrm>
                <a:off x="707" y="2296"/>
                <a:ext cx="42" cy="17"/>
              </a:xfrm>
              <a:custGeom>
                <a:pathLst>
                  <a:path w="42" h="17">
                    <a:moveTo>
                      <a:pt x="0" y="16"/>
                    </a:moveTo>
                    <a:lnTo>
                      <a:pt x="41" y="16"/>
                    </a:lnTo>
                    <a:lnTo>
                      <a:pt x="40" y="0"/>
                    </a:lnTo>
                    <a:lnTo>
                      <a:pt x="0" y="0"/>
                    </a:lnTo>
                    <a:lnTo>
                      <a:pt x="0" y="16"/>
                    </a:lnTo>
                  </a:path>
                </a:pathLst>
              </a:custGeom>
              <a:solidFill>
                <a:srgbClr val="FF6000"/>
              </a:solidFill>
              <a:ln cap="rnd">
                <a:noFill/>
                <a:round/>
              </a:ln>
              <a:effectLst/>
            </p:spPr>
          </p:sp>
          <p:sp>
            <p:nvSpPr>
              <p:cNvPr id="47444" name=""/>
              <p:cNvSpPr/>
              <p:nvPr/>
            </p:nvSpPr>
            <p:spPr>
              <a:xfrm>
                <a:off x="744" y="2294"/>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7445" name=""/>
              <p:cNvSpPr/>
              <p:nvPr/>
            </p:nvSpPr>
            <p:spPr>
              <a:xfrm>
                <a:off x="742" y="2294"/>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7446" name=""/>
              <p:cNvSpPr/>
              <p:nvPr/>
            </p:nvSpPr>
            <p:spPr>
              <a:xfrm>
                <a:off x="738" y="2294"/>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7447" name=""/>
              <p:cNvSpPr/>
              <p:nvPr/>
            </p:nvSpPr>
            <p:spPr>
              <a:xfrm>
                <a:off x="733" y="2294"/>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7448" name=""/>
              <p:cNvSpPr/>
              <p:nvPr/>
            </p:nvSpPr>
            <p:spPr>
              <a:xfrm>
                <a:off x="730" y="2294"/>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7449" name=""/>
              <p:cNvSpPr/>
              <p:nvPr/>
            </p:nvSpPr>
            <p:spPr>
              <a:xfrm>
                <a:off x="780" y="2291"/>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7450" name=""/>
              <p:cNvSpPr/>
              <p:nvPr/>
            </p:nvSpPr>
            <p:spPr>
              <a:xfrm>
                <a:off x="783" y="2290"/>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7451" name=""/>
              <p:cNvSpPr/>
              <p:nvPr/>
            </p:nvSpPr>
            <p:spPr>
              <a:xfrm>
                <a:off x="783" y="2291"/>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7452" name=""/>
              <p:cNvSpPr/>
              <p:nvPr/>
            </p:nvSpPr>
            <p:spPr>
              <a:xfrm>
                <a:off x="784" y="2291"/>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7453" name=""/>
              <p:cNvSpPr/>
              <p:nvPr/>
            </p:nvSpPr>
            <p:spPr>
              <a:xfrm>
                <a:off x="788" y="2293"/>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7454" name=""/>
              <p:cNvSpPr/>
              <p:nvPr/>
            </p:nvSpPr>
            <p:spPr>
              <a:xfrm>
                <a:off x="789" y="2296"/>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7455" name=""/>
              <p:cNvCxnSpPr/>
              <p:nvPr/>
            </p:nvCxnSpPr>
            <p:spPr>
              <a:xfrm flipH="1">
                <a:off x="796" y="2296"/>
                <a:ext cx="0" cy="4"/>
              </a:xfrm>
              <a:prstGeom prst="line">
                <a:avLst/>
              </a:prstGeom>
              <a:noFill/>
              <a:ln w="12700">
                <a:solidFill>
                  <a:prstClr val="black"/>
                </a:solidFill>
                <a:miter lim="800000"/>
              </a:ln>
              <a:effectLst/>
            </p:spPr>
          </p:cxnSp>
          <p:sp>
            <p:nvSpPr>
              <p:cNvPr id="47456" name=""/>
              <p:cNvSpPr/>
              <p:nvPr/>
            </p:nvSpPr>
            <p:spPr>
              <a:xfrm>
                <a:off x="752" y="2286"/>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47457" name=""/>
              <p:cNvSpPr/>
              <p:nvPr/>
            </p:nvSpPr>
            <p:spPr>
              <a:xfrm>
                <a:off x="752" y="2303"/>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7458" name=""/>
              <p:cNvSpPr/>
              <p:nvPr/>
            </p:nvSpPr>
            <p:spPr>
              <a:xfrm>
                <a:off x="800" y="2290"/>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7459" name=""/>
              <p:cNvSpPr/>
              <p:nvPr/>
            </p:nvSpPr>
            <p:spPr>
              <a:xfrm>
                <a:off x="761" y="2290"/>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7460" name=""/>
              <p:cNvSpPr/>
              <p:nvPr/>
            </p:nvSpPr>
            <p:spPr>
              <a:xfrm>
                <a:off x="770" y="2286"/>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7461" name=""/>
              <p:cNvSpPr/>
              <p:nvPr/>
            </p:nvSpPr>
            <p:spPr>
              <a:xfrm>
                <a:off x="775" y="2290"/>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7462" name=""/>
              <p:cNvSpPr/>
              <p:nvPr/>
            </p:nvSpPr>
            <p:spPr>
              <a:xfrm>
                <a:off x="775" y="2295"/>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7463" name=""/>
              <p:cNvSpPr/>
              <p:nvPr/>
            </p:nvSpPr>
            <p:spPr>
              <a:xfrm>
                <a:off x="775" y="2300"/>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7464" name=""/>
              <p:cNvSpPr/>
              <p:nvPr/>
            </p:nvSpPr>
            <p:spPr>
              <a:xfrm>
                <a:off x="770" y="2303"/>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7465" name=""/>
              <p:cNvSpPr/>
              <p:nvPr/>
            </p:nvSpPr>
            <p:spPr>
              <a:xfrm>
                <a:off x="761" y="2303"/>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7466" name=""/>
              <p:cNvSpPr/>
              <p:nvPr/>
            </p:nvSpPr>
            <p:spPr>
              <a:xfrm>
                <a:off x="756" y="2290"/>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7467" name=""/>
              <p:cNvSpPr/>
              <p:nvPr/>
            </p:nvSpPr>
            <p:spPr>
              <a:xfrm>
                <a:off x="761" y="2286"/>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7468" name=""/>
              <p:cNvSpPr/>
              <p:nvPr/>
            </p:nvSpPr>
            <p:spPr>
              <a:xfrm>
                <a:off x="768" y="2293"/>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7469" name=""/>
              <p:cNvSpPr/>
              <p:nvPr/>
            </p:nvSpPr>
            <p:spPr>
              <a:xfrm>
                <a:off x="772" y="2293"/>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7470" name=""/>
              <p:cNvSpPr/>
              <p:nvPr/>
            </p:nvSpPr>
            <p:spPr>
              <a:xfrm>
                <a:off x="774" y="2300"/>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7471" name=""/>
              <p:cNvSpPr/>
              <p:nvPr/>
            </p:nvSpPr>
            <p:spPr>
              <a:xfrm>
                <a:off x="763" y="2291"/>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7472" name=""/>
              <p:cNvSpPr/>
              <p:nvPr/>
            </p:nvSpPr>
            <p:spPr>
              <a:xfrm>
                <a:off x="758" y="2293"/>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7473" name=""/>
              <p:cNvSpPr/>
              <p:nvPr/>
            </p:nvSpPr>
            <p:spPr>
              <a:xfrm>
                <a:off x="762" y="2293"/>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47474" name=""/>
            <p:cNvPicPr/>
            <p:nvPr/>
          </p:nvPicPr>
          <p:blipFill>
            <a:blip r:embed="rId3"/>
            <a:stretch>
              <a:fillRect/>
            </a:stretch>
          </p:blipFill>
          <p:spPr>
            <a:xfrm>
              <a:off x="701" y="2294"/>
              <a:ext cx="62" cy="16"/>
            </a:xfrm>
            <a:prstGeom prst="rect">
              <a:avLst/>
            </a:prstGeom>
            <a:noFill/>
            <a:ln>
              <a:noFill/>
              <a:miter lim="800000"/>
            </a:ln>
            <a:effectLst/>
          </p:spPr>
        </p:pic>
        <p:grpSp>
          <p:nvGrpSpPr>
            <p:cNvPr id="47475" name=""/>
            <p:cNvGrpSpPr/>
            <p:nvPr/>
          </p:nvGrpSpPr>
          <p:grpSpPr>
            <a:xfrm>
              <a:off x="884" y="2364"/>
              <a:ext cx="184" cy="426"/>
              <a:chOff x="884" y="2364"/>
              <a:chExt cx="184" cy="426"/>
            </a:xfrm>
          </p:grpSpPr>
          <p:sp>
            <p:nvSpPr>
              <p:cNvPr id="47476" name=""/>
              <p:cNvSpPr/>
              <p:nvPr/>
            </p:nvSpPr>
            <p:spPr>
              <a:xfrm>
                <a:off x="913" y="2553"/>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7477" name=""/>
              <p:cNvSpPr/>
              <p:nvPr/>
            </p:nvSpPr>
            <p:spPr>
              <a:xfrm>
                <a:off x="913" y="275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78" name=""/>
              <p:cNvSpPr/>
              <p:nvPr/>
            </p:nvSpPr>
            <p:spPr>
              <a:xfrm>
                <a:off x="913" y="274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79" name=""/>
              <p:cNvSpPr/>
              <p:nvPr/>
            </p:nvSpPr>
            <p:spPr>
              <a:xfrm>
                <a:off x="913" y="2736"/>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47480" name=""/>
              <p:cNvSpPr/>
              <p:nvPr/>
            </p:nvSpPr>
            <p:spPr>
              <a:xfrm>
                <a:off x="913" y="273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1" name=""/>
              <p:cNvSpPr/>
              <p:nvPr/>
            </p:nvSpPr>
            <p:spPr>
              <a:xfrm>
                <a:off x="913" y="272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2" name=""/>
              <p:cNvSpPr/>
              <p:nvPr/>
            </p:nvSpPr>
            <p:spPr>
              <a:xfrm>
                <a:off x="913" y="272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3" name=""/>
              <p:cNvSpPr/>
              <p:nvPr/>
            </p:nvSpPr>
            <p:spPr>
              <a:xfrm>
                <a:off x="913" y="271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4" name=""/>
              <p:cNvSpPr/>
              <p:nvPr/>
            </p:nvSpPr>
            <p:spPr>
              <a:xfrm>
                <a:off x="913" y="270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5" name=""/>
              <p:cNvSpPr/>
              <p:nvPr/>
            </p:nvSpPr>
            <p:spPr>
              <a:xfrm>
                <a:off x="913" y="269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6" name=""/>
              <p:cNvSpPr/>
              <p:nvPr/>
            </p:nvSpPr>
            <p:spPr>
              <a:xfrm>
                <a:off x="913" y="269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7" name=""/>
              <p:cNvSpPr/>
              <p:nvPr/>
            </p:nvSpPr>
            <p:spPr>
              <a:xfrm>
                <a:off x="913" y="268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8" name=""/>
              <p:cNvSpPr/>
              <p:nvPr/>
            </p:nvSpPr>
            <p:spPr>
              <a:xfrm>
                <a:off x="913" y="267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89" name=""/>
              <p:cNvSpPr/>
              <p:nvPr/>
            </p:nvSpPr>
            <p:spPr>
              <a:xfrm>
                <a:off x="913" y="267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90" name=""/>
              <p:cNvSpPr/>
              <p:nvPr/>
            </p:nvSpPr>
            <p:spPr>
              <a:xfrm>
                <a:off x="913" y="266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91" name=""/>
              <p:cNvSpPr/>
              <p:nvPr/>
            </p:nvSpPr>
            <p:spPr>
              <a:xfrm>
                <a:off x="913" y="265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92" name=""/>
              <p:cNvSpPr/>
              <p:nvPr/>
            </p:nvSpPr>
            <p:spPr>
              <a:xfrm>
                <a:off x="913" y="264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93" name=""/>
              <p:cNvSpPr/>
              <p:nvPr/>
            </p:nvSpPr>
            <p:spPr>
              <a:xfrm>
                <a:off x="913" y="264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494" name=""/>
              <p:cNvSpPr/>
              <p:nvPr/>
            </p:nvSpPr>
            <p:spPr>
              <a:xfrm>
                <a:off x="884" y="2773"/>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7495" name=""/>
              <p:cNvSpPr/>
              <p:nvPr/>
            </p:nvSpPr>
            <p:spPr>
              <a:xfrm>
                <a:off x="980" y="2773"/>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7496" name=""/>
              <p:cNvSpPr/>
              <p:nvPr/>
            </p:nvSpPr>
            <p:spPr>
              <a:xfrm>
                <a:off x="936" y="2702"/>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47497" name=""/>
              <p:cNvSpPr/>
              <p:nvPr/>
            </p:nvSpPr>
            <p:spPr>
              <a:xfrm>
                <a:off x="913" y="2364"/>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7498" name=""/>
              <p:cNvSpPr/>
              <p:nvPr/>
            </p:nvSpPr>
            <p:spPr>
              <a:xfrm>
                <a:off x="925" y="2414"/>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7499" name=""/>
              <p:cNvSpPr/>
              <p:nvPr/>
            </p:nvSpPr>
            <p:spPr>
              <a:xfrm>
                <a:off x="929" y="2444"/>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7500" name=""/>
              <p:cNvSpPr/>
              <p:nvPr/>
            </p:nvSpPr>
            <p:spPr>
              <a:xfrm>
                <a:off x="929" y="2475"/>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47501" name=""/>
              <p:cNvSpPr/>
              <p:nvPr/>
            </p:nvSpPr>
            <p:spPr>
              <a:xfrm>
                <a:off x="927" y="2418"/>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7502" name=""/>
              <p:cNvSpPr/>
              <p:nvPr/>
            </p:nvSpPr>
            <p:spPr>
              <a:xfrm>
                <a:off x="954" y="2419"/>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7503" name=""/>
              <p:cNvSpPr/>
              <p:nvPr/>
            </p:nvSpPr>
            <p:spPr>
              <a:xfrm>
                <a:off x="1005" y="241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7504" name=""/>
              <p:cNvSpPr/>
              <p:nvPr/>
            </p:nvSpPr>
            <p:spPr>
              <a:xfrm>
                <a:off x="1005" y="241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7505" name=""/>
              <p:cNvSpPr/>
              <p:nvPr/>
            </p:nvSpPr>
            <p:spPr>
              <a:xfrm>
                <a:off x="932" y="2426"/>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7506" name=""/>
              <p:cNvSpPr/>
              <p:nvPr/>
            </p:nvSpPr>
            <p:spPr>
              <a:xfrm>
                <a:off x="929" y="2446"/>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7507" name=""/>
              <p:cNvSpPr/>
              <p:nvPr/>
            </p:nvSpPr>
            <p:spPr>
              <a:xfrm>
                <a:off x="954" y="2450"/>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7508" name=""/>
              <p:cNvSpPr/>
              <p:nvPr/>
            </p:nvSpPr>
            <p:spPr>
              <a:xfrm>
                <a:off x="996" y="246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7509" name=""/>
              <p:cNvSpPr/>
              <p:nvPr/>
            </p:nvSpPr>
            <p:spPr>
              <a:xfrm>
                <a:off x="996" y="246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7510" name=""/>
              <p:cNvSpPr/>
              <p:nvPr/>
            </p:nvSpPr>
            <p:spPr>
              <a:xfrm>
                <a:off x="950" y="2453"/>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7511" name=""/>
              <p:cNvSpPr/>
              <p:nvPr/>
            </p:nvSpPr>
            <p:spPr>
              <a:xfrm>
                <a:off x="929" y="2482"/>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47512" name=""/>
              <p:cNvSpPr/>
              <p:nvPr/>
            </p:nvSpPr>
            <p:spPr>
              <a:xfrm>
                <a:off x="929" y="2479"/>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7513" name=""/>
              <p:cNvSpPr/>
              <p:nvPr/>
            </p:nvSpPr>
            <p:spPr>
              <a:xfrm>
                <a:off x="1023" y="2482"/>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7514" name=""/>
              <p:cNvSpPr/>
              <p:nvPr/>
            </p:nvSpPr>
            <p:spPr>
              <a:xfrm>
                <a:off x="927" y="2482"/>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47515" name=""/>
              <p:cNvSpPr/>
              <p:nvPr/>
            </p:nvSpPr>
            <p:spPr>
              <a:xfrm>
                <a:off x="923" y="2482"/>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7516" name=""/>
              <p:cNvSpPr/>
              <p:nvPr/>
            </p:nvSpPr>
            <p:spPr>
              <a:xfrm>
                <a:off x="929" y="2486"/>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7517" name=""/>
              <p:cNvSpPr/>
              <p:nvPr/>
            </p:nvSpPr>
            <p:spPr>
              <a:xfrm>
                <a:off x="952" y="2491"/>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7518" name=""/>
              <p:cNvSpPr/>
              <p:nvPr/>
            </p:nvSpPr>
            <p:spPr>
              <a:xfrm>
                <a:off x="957" y="2492"/>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7519" name=""/>
              <p:cNvSpPr/>
              <p:nvPr/>
            </p:nvSpPr>
            <p:spPr>
              <a:xfrm>
                <a:off x="929" y="2478"/>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7520" name=""/>
              <p:cNvSpPr/>
              <p:nvPr/>
            </p:nvSpPr>
            <p:spPr>
              <a:xfrm>
                <a:off x="925" y="2404"/>
                <a:ext cx="103" cy="1"/>
              </a:xfrm>
              <a:custGeom>
                <a:pathLst>
                  <a:path w="103" h="1">
                    <a:moveTo>
                      <a:pt x="1" y="0"/>
                    </a:moveTo>
                    <a:lnTo>
                      <a:pt x="100" y="0"/>
                    </a:lnTo>
                    <a:lnTo>
                      <a:pt x="101" y="0"/>
                    </a:lnTo>
                    <a:lnTo>
                      <a:pt x="102" y="0"/>
                    </a:lnTo>
                    <a:lnTo>
                      <a:pt x="102" y="0"/>
                    </a:lnTo>
                    <a:lnTo>
                      <a:pt x="100" y="0"/>
                    </a:lnTo>
                    <a:lnTo>
                      <a:pt x="1" y="0"/>
                    </a:lnTo>
                    <a:lnTo>
                      <a:pt x="0" y="0"/>
                    </a:lnTo>
                    <a:lnTo>
                      <a:pt x="0" y="0"/>
                    </a:lnTo>
                    <a:lnTo>
                      <a:pt x="0" y="0"/>
                    </a:lnTo>
                    <a:lnTo>
                      <a:pt x="1" y="0"/>
                    </a:lnTo>
                  </a:path>
                </a:pathLst>
              </a:custGeom>
              <a:solidFill>
                <a:srgbClr val="E0D0A0"/>
              </a:solidFill>
              <a:ln cap="rnd">
                <a:noFill/>
                <a:round/>
              </a:ln>
              <a:effectLst/>
            </p:spPr>
          </p:sp>
          <p:sp>
            <p:nvSpPr>
              <p:cNvPr id="47521" name=""/>
              <p:cNvSpPr/>
              <p:nvPr/>
            </p:nvSpPr>
            <p:spPr>
              <a:xfrm>
                <a:off x="932" y="2427"/>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7522" name=""/>
              <p:cNvSpPr/>
              <p:nvPr/>
            </p:nvSpPr>
            <p:spPr>
              <a:xfrm>
                <a:off x="952" y="2427"/>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47523" name=""/>
              <p:cNvSpPr/>
              <p:nvPr/>
            </p:nvSpPr>
            <p:spPr>
              <a:xfrm>
                <a:off x="994" y="2427"/>
                <a:ext cx="27" cy="17"/>
              </a:xfrm>
              <a:custGeom>
                <a:pathLst>
                  <a:path w="27" h="17">
                    <a:moveTo>
                      <a:pt x="0" y="16"/>
                    </a:moveTo>
                    <a:lnTo>
                      <a:pt x="25" y="16"/>
                    </a:lnTo>
                    <a:lnTo>
                      <a:pt x="26" y="10"/>
                    </a:lnTo>
                    <a:lnTo>
                      <a:pt x="25" y="0"/>
                    </a:lnTo>
                    <a:lnTo>
                      <a:pt x="0" y="0"/>
                    </a:lnTo>
                    <a:lnTo>
                      <a:pt x="0" y="10"/>
                    </a:lnTo>
                    <a:lnTo>
                      <a:pt x="0" y="16"/>
                    </a:lnTo>
                  </a:path>
                </a:pathLst>
              </a:custGeom>
              <a:solidFill>
                <a:srgbClr val="E0E0B0"/>
              </a:solidFill>
              <a:ln cap="rnd">
                <a:noFill/>
                <a:round/>
              </a:ln>
              <a:effectLst/>
            </p:spPr>
          </p:sp>
          <p:sp>
            <p:nvSpPr>
              <p:cNvPr id="47524" name=""/>
              <p:cNvSpPr/>
              <p:nvPr/>
            </p:nvSpPr>
            <p:spPr>
              <a:xfrm>
                <a:off x="954" y="2433"/>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7525" name=""/>
              <p:cNvSpPr/>
              <p:nvPr/>
            </p:nvSpPr>
            <p:spPr>
              <a:xfrm>
                <a:off x="1007" y="241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526" name=""/>
              <p:cNvSpPr/>
              <p:nvPr/>
            </p:nvSpPr>
            <p:spPr>
              <a:xfrm>
                <a:off x="1000" y="2419"/>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7527" name=""/>
              <p:cNvSpPr/>
              <p:nvPr/>
            </p:nvSpPr>
            <p:spPr>
              <a:xfrm>
                <a:off x="954" y="2433"/>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7528" name=""/>
              <p:cNvSpPr/>
              <p:nvPr/>
            </p:nvSpPr>
            <p:spPr>
              <a:xfrm>
                <a:off x="954" y="2432"/>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7529" name=""/>
              <p:cNvSpPr/>
              <p:nvPr/>
            </p:nvSpPr>
            <p:spPr>
              <a:xfrm>
                <a:off x="952" y="2431"/>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530" name=""/>
              <p:cNvSpPr/>
              <p:nvPr/>
            </p:nvSpPr>
            <p:spPr>
              <a:xfrm>
                <a:off x="940" y="2404"/>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7531" name=""/>
              <p:cNvSpPr/>
              <p:nvPr/>
            </p:nvSpPr>
            <p:spPr>
              <a:xfrm>
                <a:off x="940" y="2404"/>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7532" name=""/>
              <p:cNvCxnSpPr/>
              <p:nvPr/>
            </p:nvCxnSpPr>
            <p:spPr>
              <a:xfrm>
                <a:off x="940" y="2407"/>
                <a:ext cx="2" cy="0"/>
              </a:xfrm>
              <a:prstGeom prst="line">
                <a:avLst/>
              </a:prstGeom>
              <a:noFill/>
              <a:ln>
                <a:noFill/>
                <a:miter lim="800000"/>
              </a:ln>
              <a:effectLst/>
            </p:spPr>
          </p:cxnSp>
          <p:sp>
            <p:nvSpPr>
              <p:cNvPr id="47533" name=""/>
              <p:cNvSpPr/>
              <p:nvPr/>
            </p:nvSpPr>
            <p:spPr>
              <a:xfrm>
                <a:off x="1005" y="2404"/>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7534" name=""/>
              <p:cNvSpPr/>
              <p:nvPr/>
            </p:nvSpPr>
            <p:spPr>
              <a:xfrm>
                <a:off x="1004" y="2404"/>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7535" name=""/>
              <p:cNvSpPr/>
              <p:nvPr/>
            </p:nvSpPr>
            <p:spPr>
              <a:xfrm>
                <a:off x="1001" y="2402"/>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7536" name=""/>
              <p:cNvSpPr/>
              <p:nvPr/>
            </p:nvSpPr>
            <p:spPr>
              <a:xfrm>
                <a:off x="954" y="2465"/>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7537" name=""/>
              <p:cNvSpPr/>
              <p:nvPr/>
            </p:nvSpPr>
            <p:spPr>
              <a:xfrm>
                <a:off x="954" y="2464"/>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7538" name=""/>
              <p:cNvSpPr/>
              <p:nvPr/>
            </p:nvSpPr>
            <p:spPr>
              <a:xfrm>
                <a:off x="952" y="2463"/>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539" name=""/>
              <p:cNvSpPr/>
              <p:nvPr/>
            </p:nvSpPr>
            <p:spPr>
              <a:xfrm>
                <a:off x="933" y="2514"/>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7540" name=""/>
              <p:cNvCxnSpPr/>
              <p:nvPr/>
            </p:nvCxnSpPr>
            <p:spPr>
              <a:xfrm>
                <a:off x="936" y="2518"/>
                <a:ext cx="3" cy="0"/>
              </a:xfrm>
              <a:prstGeom prst="line">
                <a:avLst/>
              </a:prstGeom>
              <a:noFill/>
              <a:ln>
                <a:noFill/>
                <a:miter lim="800000"/>
              </a:ln>
              <a:effectLst/>
            </p:spPr>
          </p:cxnSp>
          <p:cxnSp>
            <p:nvCxnSpPr>
              <p:cNvPr id="47541" name=""/>
              <p:cNvCxnSpPr/>
              <p:nvPr/>
            </p:nvCxnSpPr>
            <p:spPr>
              <a:xfrm>
                <a:off x="936" y="2518"/>
                <a:ext cx="3" cy="0"/>
              </a:xfrm>
              <a:prstGeom prst="line">
                <a:avLst/>
              </a:prstGeom>
              <a:noFill/>
              <a:ln>
                <a:noFill/>
                <a:miter lim="800000"/>
              </a:ln>
              <a:effectLst/>
            </p:spPr>
          </p:cxnSp>
          <p:cxnSp>
            <p:nvCxnSpPr>
              <p:cNvPr id="47542" name=""/>
              <p:cNvCxnSpPr/>
              <p:nvPr/>
            </p:nvCxnSpPr>
            <p:spPr>
              <a:xfrm>
                <a:off x="936" y="2518"/>
                <a:ext cx="3" cy="0"/>
              </a:xfrm>
              <a:prstGeom prst="line">
                <a:avLst/>
              </a:prstGeom>
              <a:noFill/>
              <a:ln>
                <a:noFill/>
                <a:miter lim="800000"/>
              </a:ln>
              <a:effectLst/>
            </p:spPr>
          </p:cxnSp>
          <p:cxnSp>
            <p:nvCxnSpPr>
              <p:cNvPr id="47543" name=""/>
              <p:cNvCxnSpPr/>
              <p:nvPr/>
            </p:nvCxnSpPr>
            <p:spPr>
              <a:xfrm>
                <a:off x="936" y="2518"/>
                <a:ext cx="3" cy="0"/>
              </a:xfrm>
              <a:prstGeom prst="line">
                <a:avLst/>
              </a:prstGeom>
              <a:noFill/>
              <a:ln>
                <a:noFill/>
                <a:miter lim="800000"/>
              </a:ln>
              <a:effectLst/>
            </p:spPr>
          </p:cxnSp>
          <p:cxnSp>
            <p:nvCxnSpPr>
              <p:cNvPr id="47544" name=""/>
              <p:cNvCxnSpPr/>
              <p:nvPr/>
            </p:nvCxnSpPr>
            <p:spPr>
              <a:xfrm>
                <a:off x="936" y="2518"/>
                <a:ext cx="3" cy="0"/>
              </a:xfrm>
              <a:prstGeom prst="line">
                <a:avLst/>
              </a:prstGeom>
              <a:noFill/>
              <a:ln>
                <a:noFill/>
                <a:miter lim="800000"/>
              </a:ln>
              <a:effectLst/>
            </p:spPr>
          </p:cxnSp>
          <p:cxnSp>
            <p:nvCxnSpPr>
              <p:cNvPr id="47545" name=""/>
              <p:cNvCxnSpPr/>
              <p:nvPr/>
            </p:nvCxnSpPr>
            <p:spPr>
              <a:xfrm>
                <a:off x="936" y="2518"/>
                <a:ext cx="3" cy="0"/>
              </a:xfrm>
              <a:prstGeom prst="line">
                <a:avLst/>
              </a:prstGeom>
              <a:noFill/>
              <a:ln>
                <a:noFill/>
                <a:miter lim="800000"/>
              </a:ln>
              <a:effectLst/>
            </p:spPr>
          </p:cxnSp>
          <p:cxnSp>
            <p:nvCxnSpPr>
              <p:cNvPr id="47546" name=""/>
              <p:cNvCxnSpPr/>
              <p:nvPr/>
            </p:nvCxnSpPr>
            <p:spPr>
              <a:xfrm>
                <a:off x="936" y="2518"/>
                <a:ext cx="3" cy="0"/>
              </a:xfrm>
              <a:prstGeom prst="line">
                <a:avLst/>
              </a:prstGeom>
              <a:noFill/>
              <a:ln>
                <a:noFill/>
                <a:miter lim="800000"/>
              </a:ln>
              <a:effectLst/>
            </p:spPr>
          </p:cxnSp>
          <p:sp>
            <p:nvSpPr>
              <p:cNvPr id="47547" name=""/>
              <p:cNvSpPr/>
              <p:nvPr/>
            </p:nvSpPr>
            <p:spPr>
              <a:xfrm>
                <a:off x="933" y="251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548" name=""/>
              <p:cNvCxnSpPr/>
              <p:nvPr/>
            </p:nvCxnSpPr>
            <p:spPr>
              <a:xfrm>
                <a:off x="936" y="2517"/>
                <a:ext cx="3" cy="0"/>
              </a:xfrm>
              <a:prstGeom prst="line">
                <a:avLst/>
              </a:prstGeom>
              <a:noFill/>
              <a:ln>
                <a:noFill/>
                <a:miter lim="800000"/>
              </a:ln>
              <a:effectLst/>
            </p:spPr>
          </p:cxnSp>
          <p:cxnSp>
            <p:nvCxnSpPr>
              <p:cNvPr id="47549" name=""/>
              <p:cNvCxnSpPr/>
              <p:nvPr/>
            </p:nvCxnSpPr>
            <p:spPr>
              <a:xfrm>
                <a:off x="936" y="2517"/>
                <a:ext cx="3" cy="0"/>
              </a:xfrm>
              <a:prstGeom prst="line">
                <a:avLst/>
              </a:prstGeom>
              <a:noFill/>
              <a:ln>
                <a:noFill/>
                <a:miter lim="800000"/>
              </a:ln>
              <a:effectLst/>
            </p:spPr>
          </p:cxnSp>
          <p:cxnSp>
            <p:nvCxnSpPr>
              <p:cNvPr id="47550" name=""/>
              <p:cNvCxnSpPr/>
              <p:nvPr/>
            </p:nvCxnSpPr>
            <p:spPr>
              <a:xfrm>
                <a:off x="936" y="2517"/>
                <a:ext cx="3" cy="0"/>
              </a:xfrm>
              <a:prstGeom prst="line">
                <a:avLst/>
              </a:prstGeom>
              <a:noFill/>
              <a:ln>
                <a:noFill/>
                <a:miter lim="800000"/>
              </a:ln>
              <a:effectLst/>
            </p:spPr>
          </p:cxnSp>
          <p:cxnSp>
            <p:nvCxnSpPr>
              <p:cNvPr id="47551" name=""/>
              <p:cNvCxnSpPr/>
              <p:nvPr/>
            </p:nvCxnSpPr>
            <p:spPr>
              <a:xfrm>
                <a:off x="936" y="2517"/>
                <a:ext cx="3" cy="0"/>
              </a:xfrm>
              <a:prstGeom prst="line">
                <a:avLst/>
              </a:prstGeom>
              <a:noFill/>
              <a:ln>
                <a:noFill/>
                <a:miter lim="800000"/>
              </a:ln>
              <a:effectLst/>
            </p:spPr>
          </p:cxnSp>
          <p:cxnSp>
            <p:nvCxnSpPr>
              <p:cNvPr id="47552" name=""/>
              <p:cNvCxnSpPr/>
              <p:nvPr/>
            </p:nvCxnSpPr>
            <p:spPr>
              <a:xfrm>
                <a:off x="936" y="2517"/>
                <a:ext cx="3" cy="0"/>
              </a:xfrm>
              <a:prstGeom prst="line">
                <a:avLst/>
              </a:prstGeom>
              <a:noFill/>
              <a:ln>
                <a:noFill/>
                <a:miter lim="800000"/>
              </a:ln>
              <a:effectLst/>
            </p:spPr>
          </p:cxnSp>
          <p:cxnSp>
            <p:nvCxnSpPr>
              <p:cNvPr id="47553" name=""/>
              <p:cNvCxnSpPr/>
              <p:nvPr/>
            </p:nvCxnSpPr>
            <p:spPr>
              <a:xfrm>
                <a:off x="936" y="2517"/>
                <a:ext cx="3" cy="0"/>
              </a:xfrm>
              <a:prstGeom prst="line">
                <a:avLst/>
              </a:prstGeom>
              <a:noFill/>
              <a:ln>
                <a:noFill/>
                <a:miter lim="800000"/>
              </a:ln>
              <a:effectLst/>
            </p:spPr>
          </p:cxnSp>
          <p:cxnSp>
            <p:nvCxnSpPr>
              <p:cNvPr id="47554" name=""/>
              <p:cNvCxnSpPr/>
              <p:nvPr/>
            </p:nvCxnSpPr>
            <p:spPr>
              <a:xfrm>
                <a:off x="936" y="2517"/>
                <a:ext cx="3" cy="0"/>
              </a:xfrm>
              <a:prstGeom prst="line">
                <a:avLst/>
              </a:prstGeom>
              <a:noFill/>
              <a:ln>
                <a:noFill/>
                <a:miter lim="800000"/>
              </a:ln>
              <a:effectLst/>
            </p:spPr>
          </p:cxnSp>
          <p:cxnSp>
            <p:nvCxnSpPr>
              <p:cNvPr id="47555" name=""/>
              <p:cNvCxnSpPr/>
              <p:nvPr/>
            </p:nvCxnSpPr>
            <p:spPr>
              <a:xfrm>
                <a:off x="936" y="2517"/>
                <a:ext cx="3" cy="0"/>
              </a:xfrm>
              <a:prstGeom prst="line">
                <a:avLst/>
              </a:prstGeom>
              <a:noFill/>
              <a:ln>
                <a:noFill/>
                <a:miter lim="800000"/>
              </a:ln>
              <a:effectLst/>
            </p:spPr>
          </p:cxnSp>
          <p:cxnSp>
            <p:nvCxnSpPr>
              <p:cNvPr id="47556" name=""/>
              <p:cNvCxnSpPr/>
              <p:nvPr/>
            </p:nvCxnSpPr>
            <p:spPr>
              <a:xfrm>
                <a:off x="936" y="2517"/>
                <a:ext cx="3" cy="0"/>
              </a:xfrm>
              <a:prstGeom prst="line">
                <a:avLst/>
              </a:prstGeom>
              <a:noFill/>
              <a:ln>
                <a:noFill/>
                <a:miter lim="800000"/>
              </a:ln>
              <a:effectLst/>
            </p:spPr>
          </p:cxnSp>
          <p:sp>
            <p:nvSpPr>
              <p:cNvPr id="47557" name=""/>
              <p:cNvSpPr/>
              <p:nvPr/>
            </p:nvSpPr>
            <p:spPr>
              <a:xfrm>
                <a:off x="933" y="251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558" name=""/>
              <p:cNvCxnSpPr/>
              <p:nvPr/>
            </p:nvCxnSpPr>
            <p:spPr>
              <a:xfrm>
                <a:off x="936" y="2517"/>
                <a:ext cx="3" cy="0"/>
              </a:xfrm>
              <a:prstGeom prst="line">
                <a:avLst/>
              </a:prstGeom>
              <a:noFill/>
              <a:ln>
                <a:noFill/>
                <a:miter lim="800000"/>
              </a:ln>
              <a:effectLst/>
            </p:spPr>
          </p:cxnSp>
          <p:cxnSp>
            <p:nvCxnSpPr>
              <p:cNvPr id="47559" name=""/>
              <p:cNvCxnSpPr/>
              <p:nvPr/>
            </p:nvCxnSpPr>
            <p:spPr>
              <a:xfrm>
                <a:off x="936" y="2517"/>
                <a:ext cx="3" cy="0"/>
              </a:xfrm>
              <a:prstGeom prst="line">
                <a:avLst/>
              </a:prstGeom>
              <a:noFill/>
              <a:ln>
                <a:noFill/>
                <a:miter lim="800000"/>
              </a:ln>
              <a:effectLst/>
            </p:spPr>
          </p:cxnSp>
          <p:cxnSp>
            <p:nvCxnSpPr>
              <p:cNvPr id="47560" name=""/>
              <p:cNvCxnSpPr/>
              <p:nvPr/>
            </p:nvCxnSpPr>
            <p:spPr>
              <a:xfrm>
                <a:off x="936" y="2517"/>
                <a:ext cx="3" cy="0"/>
              </a:xfrm>
              <a:prstGeom prst="line">
                <a:avLst/>
              </a:prstGeom>
              <a:noFill/>
              <a:ln>
                <a:noFill/>
                <a:miter lim="800000"/>
              </a:ln>
              <a:effectLst/>
            </p:spPr>
          </p:cxnSp>
          <p:cxnSp>
            <p:nvCxnSpPr>
              <p:cNvPr id="47561" name=""/>
              <p:cNvCxnSpPr/>
              <p:nvPr/>
            </p:nvCxnSpPr>
            <p:spPr>
              <a:xfrm>
                <a:off x="936" y="2517"/>
                <a:ext cx="3" cy="0"/>
              </a:xfrm>
              <a:prstGeom prst="line">
                <a:avLst/>
              </a:prstGeom>
              <a:noFill/>
              <a:ln>
                <a:noFill/>
                <a:miter lim="800000"/>
              </a:ln>
              <a:effectLst/>
            </p:spPr>
          </p:cxnSp>
          <p:cxnSp>
            <p:nvCxnSpPr>
              <p:cNvPr id="47562" name=""/>
              <p:cNvCxnSpPr/>
              <p:nvPr/>
            </p:nvCxnSpPr>
            <p:spPr>
              <a:xfrm>
                <a:off x="936" y="2517"/>
                <a:ext cx="3" cy="0"/>
              </a:xfrm>
              <a:prstGeom prst="line">
                <a:avLst/>
              </a:prstGeom>
              <a:noFill/>
              <a:ln>
                <a:noFill/>
                <a:miter lim="800000"/>
              </a:ln>
              <a:effectLst/>
            </p:spPr>
          </p:cxnSp>
          <p:sp>
            <p:nvSpPr>
              <p:cNvPr id="47563" name=""/>
              <p:cNvSpPr/>
              <p:nvPr/>
            </p:nvSpPr>
            <p:spPr>
              <a:xfrm>
                <a:off x="933" y="251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564" name=""/>
              <p:cNvCxnSpPr/>
              <p:nvPr/>
            </p:nvCxnSpPr>
            <p:spPr>
              <a:xfrm>
                <a:off x="936" y="2516"/>
                <a:ext cx="3" cy="0"/>
              </a:xfrm>
              <a:prstGeom prst="line">
                <a:avLst/>
              </a:prstGeom>
              <a:noFill/>
              <a:ln>
                <a:noFill/>
                <a:miter lim="800000"/>
              </a:ln>
              <a:effectLst/>
            </p:spPr>
          </p:cxnSp>
          <p:sp>
            <p:nvSpPr>
              <p:cNvPr id="47565" name=""/>
              <p:cNvSpPr/>
              <p:nvPr/>
            </p:nvSpPr>
            <p:spPr>
              <a:xfrm>
                <a:off x="932" y="2513"/>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7566" name=""/>
              <p:cNvSpPr/>
              <p:nvPr/>
            </p:nvSpPr>
            <p:spPr>
              <a:xfrm>
                <a:off x="933" y="2424"/>
                <a:ext cx="87" cy="17"/>
              </a:xfrm>
              <a:custGeom>
                <a:pathLst>
                  <a:path w="87" h="17">
                    <a:moveTo>
                      <a:pt x="0" y="16"/>
                    </a:moveTo>
                    <a:lnTo>
                      <a:pt x="0" y="0"/>
                    </a:lnTo>
                    <a:lnTo>
                      <a:pt x="86" y="0"/>
                    </a:lnTo>
                    <a:lnTo>
                      <a:pt x="86" y="16"/>
                    </a:lnTo>
                    <a:lnTo>
                      <a:pt x="0" y="16"/>
                    </a:lnTo>
                  </a:path>
                </a:pathLst>
              </a:custGeom>
              <a:solidFill>
                <a:srgbClr val="505020"/>
              </a:solidFill>
              <a:ln cap="rnd">
                <a:noFill/>
                <a:round/>
              </a:ln>
              <a:effectLst/>
            </p:spPr>
          </p:sp>
          <p:sp>
            <p:nvSpPr>
              <p:cNvPr id="47567" name=""/>
              <p:cNvSpPr/>
              <p:nvPr/>
            </p:nvSpPr>
            <p:spPr>
              <a:xfrm>
                <a:off x="950" y="2421"/>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7568" name=""/>
              <p:cNvSpPr/>
              <p:nvPr/>
            </p:nvSpPr>
            <p:spPr>
              <a:xfrm>
                <a:off x="950" y="2431"/>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7569" name=""/>
              <p:cNvSpPr/>
              <p:nvPr/>
            </p:nvSpPr>
            <p:spPr>
              <a:xfrm>
                <a:off x="957" y="2494"/>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7570" name=""/>
              <p:cNvSpPr/>
              <p:nvPr/>
            </p:nvSpPr>
            <p:spPr>
              <a:xfrm>
                <a:off x="952" y="2515"/>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47571" name=""/>
              <p:cNvSpPr/>
              <p:nvPr/>
            </p:nvSpPr>
            <p:spPr>
              <a:xfrm>
                <a:off x="967" y="2503"/>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47572" name=""/>
              <p:cNvSpPr/>
              <p:nvPr/>
            </p:nvSpPr>
            <p:spPr>
              <a:xfrm>
                <a:off x="990" y="2505"/>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7573" name=""/>
              <p:cNvCxnSpPr/>
              <p:nvPr/>
            </p:nvCxnSpPr>
            <p:spPr>
              <a:xfrm flipH="1">
                <a:off x="954" y="2458"/>
                <a:ext cx="0" cy="13"/>
              </a:xfrm>
              <a:prstGeom prst="line">
                <a:avLst/>
              </a:prstGeom>
              <a:noFill/>
              <a:ln>
                <a:noFill/>
                <a:miter lim="800000"/>
              </a:ln>
              <a:effectLst/>
            </p:spPr>
          </p:cxnSp>
          <p:cxnSp>
            <p:nvCxnSpPr>
              <p:cNvPr id="47574" name=""/>
              <p:cNvCxnSpPr/>
              <p:nvPr/>
            </p:nvCxnSpPr>
            <p:spPr>
              <a:xfrm flipH="1">
                <a:off x="954" y="2453"/>
                <a:ext cx="0" cy="1"/>
              </a:xfrm>
              <a:prstGeom prst="line">
                <a:avLst/>
              </a:prstGeom>
              <a:noFill/>
              <a:ln>
                <a:noFill/>
                <a:miter lim="800000"/>
              </a:ln>
              <a:effectLst/>
            </p:spPr>
          </p:cxnSp>
          <p:sp>
            <p:nvSpPr>
              <p:cNvPr id="47575" name=""/>
              <p:cNvSpPr/>
              <p:nvPr/>
            </p:nvSpPr>
            <p:spPr>
              <a:xfrm>
                <a:off x="946" y="2453"/>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576" name=""/>
              <p:cNvSpPr/>
              <p:nvPr/>
            </p:nvSpPr>
            <p:spPr>
              <a:xfrm>
                <a:off x="968" y="245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577" name=""/>
              <p:cNvSpPr/>
              <p:nvPr/>
            </p:nvSpPr>
            <p:spPr>
              <a:xfrm>
                <a:off x="968" y="245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578" name=""/>
              <p:cNvSpPr/>
              <p:nvPr/>
            </p:nvSpPr>
            <p:spPr>
              <a:xfrm>
                <a:off x="992" y="245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579" name=""/>
              <p:cNvSpPr/>
              <p:nvPr/>
            </p:nvSpPr>
            <p:spPr>
              <a:xfrm>
                <a:off x="950" y="2459"/>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7580" name=""/>
              <p:cNvSpPr/>
              <p:nvPr/>
            </p:nvSpPr>
            <p:spPr>
              <a:xfrm>
                <a:off x="954" y="2467"/>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7581" name=""/>
              <p:cNvSpPr/>
              <p:nvPr/>
            </p:nvSpPr>
            <p:spPr>
              <a:xfrm>
                <a:off x="988" y="2459"/>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7582" name=""/>
              <p:cNvSpPr/>
              <p:nvPr/>
            </p:nvSpPr>
            <p:spPr>
              <a:xfrm>
                <a:off x="992" y="2451"/>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583" name=""/>
              <p:cNvSpPr/>
              <p:nvPr/>
            </p:nvSpPr>
            <p:spPr>
              <a:xfrm>
                <a:off x="1005" y="245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584" name=""/>
              <p:cNvSpPr/>
              <p:nvPr/>
            </p:nvSpPr>
            <p:spPr>
              <a:xfrm>
                <a:off x="954" y="2450"/>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7585" name=""/>
              <p:cNvSpPr/>
              <p:nvPr/>
            </p:nvSpPr>
            <p:spPr>
              <a:xfrm>
                <a:off x="947" y="245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586" name=""/>
              <p:cNvSpPr/>
              <p:nvPr/>
            </p:nvSpPr>
            <p:spPr>
              <a:xfrm>
                <a:off x="950" y="2450"/>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7587" name=""/>
              <p:cNvCxnSpPr/>
              <p:nvPr/>
            </p:nvCxnSpPr>
            <p:spPr>
              <a:xfrm>
                <a:off x="952" y="2454"/>
                <a:ext cx="20" cy="0"/>
              </a:xfrm>
              <a:prstGeom prst="line">
                <a:avLst/>
              </a:prstGeom>
              <a:noFill/>
              <a:ln>
                <a:noFill/>
                <a:miter lim="800000"/>
              </a:ln>
              <a:effectLst/>
            </p:spPr>
          </p:cxnSp>
          <p:cxnSp>
            <p:nvCxnSpPr>
              <p:cNvPr id="47588" name=""/>
              <p:cNvCxnSpPr/>
              <p:nvPr/>
            </p:nvCxnSpPr>
            <p:spPr>
              <a:xfrm flipH="1">
                <a:off x="972" y="2458"/>
                <a:ext cx="0" cy="2"/>
              </a:xfrm>
              <a:prstGeom prst="line">
                <a:avLst/>
              </a:prstGeom>
              <a:noFill/>
              <a:ln>
                <a:noFill/>
                <a:miter lim="800000"/>
              </a:ln>
              <a:effectLst/>
            </p:spPr>
          </p:cxnSp>
          <p:sp>
            <p:nvSpPr>
              <p:cNvPr id="47589" name=""/>
              <p:cNvSpPr/>
              <p:nvPr/>
            </p:nvSpPr>
            <p:spPr>
              <a:xfrm>
                <a:off x="972" y="245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590" name=""/>
              <p:cNvSpPr/>
              <p:nvPr/>
            </p:nvSpPr>
            <p:spPr>
              <a:xfrm>
                <a:off x="987" y="245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591" name=""/>
              <p:cNvSpPr/>
              <p:nvPr/>
            </p:nvSpPr>
            <p:spPr>
              <a:xfrm>
                <a:off x="987" y="2451"/>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592" name=""/>
              <p:cNvSpPr/>
              <p:nvPr/>
            </p:nvSpPr>
            <p:spPr>
              <a:xfrm>
                <a:off x="972" y="2449"/>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593" name=""/>
              <p:cNvSpPr/>
              <p:nvPr/>
            </p:nvSpPr>
            <p:spPr>
              <a:xfrm>
                <a:off x="997" y="2461"/>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7594" name=""/>
              <p:cNvSpPr/>
              <p:nvPr/>
            </p:nvSpPr>
            <p:spPr>
              <a:xfrm>
                <a:off x="954" y="2416"/>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7595" name=""/>
              <p:cNvSpPr/>
              <p:nvPr/>
            </p:nvSpPr>
            <p:spPr>
              <a:xfrm>
                <a:off x="988" y="2419"/>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7596" name=""/>
              <p:cNvSpPr/>
              <p:nvPr/>
            </p:nvSpPr>
            <p:spPr>
              <a:xfrm>
                <a:off x="988" y="2433"/>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7597" name=""/>
              <p:cNvSpPr/>
              <p:nvPr/>
            </p:nvSpPr>
            <p:spPr>
              <a:xfrm>
                <a:off x="954" y="2434"/>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7598" name=""/>
              <p:cNvSpPr/>
              <p:nvPr/>
            </p:nvSpPr>
            <p:spPr>
              <a:xfrm>
                <a:off x="929" y="2426"/>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7599" name=""/>
              <p:cNvSpPr/>
              <p:nvPr/>
            </p:nvSpPr>
            <p:spPr>
              <a:xfrm>
                <a:off x="957" y="2510"/>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7600" name=""/>
              <p:cNvCxnSpPr/>
              <p:nvPr/>
            </p:nvCxnSpPr>
            <p:spPr>
              <a:xfrm flipH="1">
                <a:off x="1027" y="2494"/>
                <a:ext cx="0" cy="14"/>
              </a:xfrm>
              <a:prstGeom prst="line">
                <a:avLst/>
              </a:prstGeom>
              <a:noFill/>
              <a:ln>
                <a:noFill/>
                <a:miter lim="800000"/>
              </a:ln>
              <a:effectLst/>
            </p:spPr>
          </p:cxnSp>
          <p:sp>
            <p:nvSpPr>
              <p:cNvPr id="47601" name=""/>
              <p:cNvSpPr/>
              <p:nvPr/>
            </p:nvSpPr>
            <p:spPr>
              <a:xfrm>
                <a:off x="957" y="2488"/>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7602" name=""/>
              <p:cNvSpPr/>
              <p:nvPr/>
            </p:nvSpPr>
            <p:spPr>
              <a:xfrm>
                <a:off x="954" y="2494"/>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7603" name=""/>
              <p:cNvSpPr/>
              <p:nvPr/>
            </p:nvSpPr>
            <p:spPr>
              <a:xfrm>
                <a:off x="957" y="2502"/>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7604" name=""/>
              <p:cNvSpPr/>
              <p:nvPr/>
            </p:nvSpPr>
            <p:spPr>
              <a:xfrm>
                <a:off x="913" y="2534"/>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47605" name=""/>
              <p:cNvSpPr/>
              <p:nvPr/>
            </p:nvSpPr>
            <p:spPr>
              <a:xfrm>
                <a:off x="932" y="2536"/>
                <a:ext cx="87" cy="17"/>
              </a:xfrm>
              <a:custGeom>
                <a:pathLst>
                  <a:path w="87" h="17">
                    <a:moveTo>
                      <a:pt x="1" y="16"/>
                    </a:moveTo>
                    <a:lnTo>
                      <a:pt x="84" y="16"/>
                    </a:lnTo>
                    <a:lnTo>
                      <a:pt x="85" y="16"/>
                    </a:lnTo>
                    <a:lnTo>
                      <a:pt x="85" y="14"/>
                    </a:lnTo>
                    <a:lnTo>
                      <a:pt x="86" y="3"/>
                    </a:lnTo>
                    <a:lnTo>
                      <a:pt x="85" y="1"/>
                    </a:lnTo>
                    <a:lnTo>
                      <a:pt x="84"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7606" name=""/>
              <p:cNvSpPr/>
              <p:nvPr/>
            </p:nvSpPr>
            <p:spPr>
              <a:xfrm>
                <a:off x="972" y="2378"/>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7607" name=""/>
              <p:cNvSpPr/>
              <p:nvPr/>
            </p:nvSpPr>
            <p:spPr>
              <a:xfrm>
                <a:off x="974" y="2382"/>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7608" name=""/>
              <p:cNvSpPr/>
              <p:nvPr/>
            </p:nvSpPr>
            <p:spPr>
              <a:xfrm>
                <a:off x="925" y="2374"/>
                <a:ext cx="103" cy="17"/>
              </a:xfrm>
              <a:custGeom>
                <a:pathLst>
                  <a:path w="103" h="17">
                    <a:moveTo>
                      <a:pt x="8" y="0"/>
                    </a:moveTo>
                    <a:lnTo>
                      <a:pt x="95" y="0"/>
                    </a:lnTo>
                    <a:lnTo>
                      <a:pt x="97" y="1"/>
                    </a:lnTo>
                    <a:lnTo>
                      <a:pt x="98" y="1"/>
                    </a:lnTo>
                    <a:lnTo>
                      <a:pt x="99" y="2"/>
                    </a:lnTo>
                    <a:lnTo>
                      <a:pt x="100" y="2"/>
                    </a:lnTo>
                    <a:lnTo>
                      <a:pt x="101" y="4"/>
                    </a:lnTo>
                    <a:lnTo>
                      <a:pt x="102" y="4"/>
                    </a:lnTo>
                    <a:lnTo>
                      <a:pt x="102" y="6"/>
                    </a:lnTo>
                    <a:lnTo>
                      <a:pt x="102" y="9"/>
                    </a:lnTo>
                    <a:lnTo>
                      <a:pt x="102" y="11"/>
                    </a:lnTo>
                    <a:lnTo>
                      <a:pt x="101" y="11"/>
                    </a:lnTo>
                    <a:lnTo>
                      <a:pt x="100" y="13"/>
                    </a:lnTo>
                    <a:lnTo>
                      <a:pt x="99" y="14"/>
                    </a:lnTo>
                    <a:lnTo>
                      <a:pt x="98" y="14"/>
                    </a:lnTo>
                    <a:lnTo>
                      <a:pt x="97" y="16"/>
                    </a:lnTo>
                    <a:lnTo>
                      <a:pt x="95" y="16"/>
                    </a:lnTo>
                    <a:lnTo>
                      <a:pt x="93" y="16"/>
                    </a:lnTo>
                    <a:lnTo>
                      <a:pt x="8"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8" y="0"/>
                    </a:lnTo>
                  </a:path>
                </a:pathLst>
              </a:custGeom>
              <a:solidFill>
                <a:srgbClr val="F0E0C0"/>
              </a:solidFill>
              <a:ln cap="rnd">
                <a:noFill/>
                <a:round/>
              </a:ln>
              <a:effectLst/>
            </p:spPr>
          </p:sp>
          <p:sp>
            <p:nvSpPr>
              <p:cNvPr id="47609" name=""/>
              <p:cNvSpPr/>
              <p:nvPr/>
            </p:nvSpPr>
            <p:spPr>
              <a:xfrm>
                <a:off x="925" y="2374"/>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47610" name=""/>
              <p:cNvSpPr/>
              <p:nvPr/>
            </p:nvSpPr>
            <p:spPr>
              <a:xfrm>
                <a:off x="926" y="2375"/>
                <a:ext cx="55" cy="17"/>
              </a:xfrm>
              <a:custGeom>
                <a:pathLst>
                  <a:path w="55" h="17">
                    <a:moveTo>
                      <a:pt x="8" y="0"/>
                    </a:moveTo>
                    <a:lnTo>
                      <a:pt x="45" y="0"/>
                    </a:lnTo>
                    <a:lnTo>
                      <a:pt x="46" y="0"/>
                    </a:lnTo>
                    <a:lnTo>
                      <a:pt x="49" y="1"/>
                    </a:lnTo>
                    <a:lnTo>
                      <a:pt x="51" y="1"/>
                    </a:lnTo>
                    <a:lnTo>
                      <a:pt x="51" y="1"/>
                    </a:lnTo>
                    <a:lnTo>
                      <a:pt x="53" y="2"/>
                    </a:lnTo>
                    <a:lnTo>
                      <a:pt x="53" y="2"/>
                    </a:lnTo>
                    <a:lnTo>
                      <a:pt x="54" y="4"/>
                    </a:lnTo>
                    <a:lnTo>
                      <a:pt x="54" y="5"/>
                    </a:lnTo>
                    <a:lnTo>
                      <a:pt x="54" y="5"/>
                    </a:lnTo>
                    <a:lnTo>
                      <a:pt x="54" y="10"/>
                    </a:lnTo>
                    <a:lnTo>
                      <a:pt x="54" y="11"/>
                    </a:lnTo>
                    <a:lnTo>
                      <a:pt x="53" y="13"/>
                    </a:lnTo>
                    <a:lnTo>
                      <a:pt x="52" y="14"/>
                    </a:lnTo>
                    <a:lnTo>
                      <a:pt x="51" y="14"/>
                    </a:lnTo>
                    <a:lnTo>
                      <a:pt x="49" y="16"/>
                    </a:lnTo>
                    <a:lnTo>
                      <a:pt x="45" y="16"/>
                    </a:lnTo>
                    <a:lnTo>
                      <a:pt x="45" y="16"/>
                    </a:lnTo>
                    <a:lnTo>
                      <a:pt x="8"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8" y="0"/>
                    </a:lnTo>
                  </a:path>
                </a:pathLst>
              </a:custGeom>
              <a:solidFill>
                <a:srgbClr val="F0E0C0"/>
              </a:solidFill>
              <a:ln cap="rnd">
                <a:noFill/>
                <a:round/>
              </a:ln>
              <a:effectLst/>
            </p:spPr>
          </p:sp>
          <p:sp>
            <p:nvSpPr>
              <p:cNvPr id="47611" name=""/>
              <p:cNvSpPr/>
              <p:nvPr/>
            </p:nvSpPr>
            <p:spPr>
              <a:xfrm>
                <a:off x="926" y="2375"/>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7612" name=""/>
              <p:cNvSpPr/>
              <p:nvPr/>
            </p:nvSpPr>
            <p:spPr>
              <a:xfrm>
                <a:off x="972" y="2378"/>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7613" name=""/>
              <p:cNvSpPr/>
              <p:nvPr/>
            </p:nvSpPr>
            <p:spPr>
              <a:xfrm>
                <a:off x="931" y="2380"/>
                <a:ext cx="42" cy="17"/>
              </a:xfrm>
              <a:custGeom>
                <a:pathLst>
                  <a:path w="42" h="17">
                    <a:moveTo>
                      <a:pt x="0" y="16"/>
                    </a:moveTo>
                    <a:lnTo>
                      <a:pt x="41" y="16"/>
                    </a:lnTo>
                    <a:lnTo>
                      <a:pt x="40" y="0"/>
                    </a:lnTo>
                    <a:lnTo>
                      <a:pt x="0" y="0"/>
                    </a:lnTo>
                    <a:lnTo>
                      <a:pt x="0" y="16"/>
                    </a:lnTo>
                  </a:path>
                </a:pathLst>
              </a:custGeom>
              <a:solidFill>
                <a:srgbClr val="FF6000"/>
              </a:solidFill>
              <a:ln cap="rnd">
                <a:noFill/>
                <a:round/>
              </a:ln>
              <a:effectLst/>
            </p:spPr>
          </p:sp>
          <p:sp>
            <p:nvSpPr>
              <p:cNvPr id="47614" name=""/>
              <p:cNvSpPr/>
              <p:nvPr/>
            </p:nvSpPr>
            <p:spPr>
              <a:xfrm>
                <a:off x="968" y="2378"/>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7615" name=""/>
              <p:cNvSpPr/>
              <p:nvPr/>
            </p:nvSpPr>
            <p:spPr>
              <a:xfrm>
                <a:off x="966" y="2378"/>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7616" name=""/>
              <p:cNvSpPr/>
              <p:nvPr/>
            </p:nvSpPr>
            <p:spPr>
              <a:xfrm>
                <a:off x="962" y="2378"/>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7617" name=""/>
              <p:cNvSpPr/>
              <p:nvPr/>
            </p:nvSpPr>
            <p:spPr>
              <a:xfrm>
                <a:off x="957" y="2378"/>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7618" name=""/>
              <p:cNvSpPr/>
              <p:nvPr/>
            </p:nvSpPr>
            <p:spPr>
              <a:xfrm>
                <a:off x="954" y="2378"/>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7619" name=""/>
              <p:cNvSpPr/>
              <p:nvPr/>
            </p:nvSpPr>
            <p:spPr>
              <a:xfrm>
                <a:off x="1004" y="2375"/>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7620" name=""/>
              <p:cNvSpPr/>
              <p:nvPr/>
            </p:nvSpPr>
            <p:spPr>
              <a:xfrm>
                <a:off x="1007" y="2374"/>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7621" name=""/>
              <p:cNvSpPr/>
              <p:nvPr/>
            </p:nvSpPr>
            <p:spPr>
              <a:xfrm>
                <a:off x="1007" y="237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7622" name=""/>
              <p:cNvSpPr/>
              <p:nvPr/>
            </p:nvSpPr>
            <p:spPr>
              <a:xfrm>
                <a:off x="1008" y="237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7623" name=""/>
              <p:cNvSpPr/>
              <p:nvPr/>
            </p:nvSpPr>
            <p:spPr>
              <a:xfrm>
                <a:off x="1012" y="2377"/>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7624" name=""/>
              <p:cNvSpPr/>
              <p:nvPr/>
            </p:nvSpPr>
            <p:spPr>
              <a:xfrm>
                <a:off x="1013" y="2380"/>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7625" name=""/>
              <p:cNvCxnSpPr/>
              <p:nvPr/>
            </p:nvCxnSpPr>
            <p:spPr>
              <a:xfrm flipH="1">
                <a:off x="1020" y="2380"/>
                <a:ext cx="0" cy="4"/>
              </a:xfrm>
              <a:prstGeom prst="line">
                <a:avLst/>
              </a:prstGeom>
              <a:noFill/>
              <a:ln w="12700">
                <a:solidFill>
                  <a:prstClr val="black"/>
                </a:solidFill>
                <a:miter lim="800000"/>
              </a:ln>
              <a:effectLst/>
            </p:spPr>
          </p:cxnSp>
          <p:sp>
            <p:nvSpPr>
              <p:cNvPr id="47626" name=""/>
              <p:cNvSpPr/>
              <p:nvPr/>
            </p:nvSpPr>
            <p:spPr>
              <a:xfrm>
                <a:off x="976" y="2370"/>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47627" name=""/>
              <p:cNvSpPr/>
              <p:nvPr/>
            </p:nvSpPr>
            <p:spPr>
              <a:xfrm>
                <a:off x="976" y="2387"/>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7628" name=""/>
              <p:cNvSpPr/>
              <p:nvPr/>
            </p:nvSpPr>
            <p:spPr>
              <a:xfrm>
                <a:off x="1024" y="2374"/>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7629" name=""/>
              <p:cNvSpPr/>
              <p:nvPr/>
            </p:nvSpPr>
            <p:spPr>
              <a:xfrm>
                <a:off x="985" y="2374"/>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7630" name=""/>
              <p:cNvSpPr/>
              <p:nvPr/>
            </p:nvSpPr>
            <p:spPr>
              <a:xfrm>
                <a:off x="994" y="2370"/>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7631" name=""/>
              <p:cNvSpPr/>
              <p:nvPr/>
            </p:nvSpPr>
            <p:spPr>
              <a:xfrm>
                <a:off x="999" y="2374"/>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7632" name=""/>
              <p:cNvSpPr/>
              <p:nvPr/>
            </p:nvSpPr>
            <p:spPr>
              <a:xfrm>
                <a:off x="999" y="2379"/>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7633" name=""/>
              <p:cNvSpPr/>
              <p:nvPr/>
            </p:nvSpPr>
            <p:spPr>
              <a:xfrm>
                <a:off x="999" y="2384"/>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7634" name=""/>
              <p:cNvSpPr/>
              <p:nvPr/>
            </p:nvSpPr>
            <p:spPr>
              <a:xfrm>
                <a:off x="994" y="2387"/>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7635" name=""/>
              <p:cNvSpPr/>
              <p:nvPr/>
            </p:nvSpPr>
            <p:spPr>
              <a:xfrm>
                <a:off x="985" y="2387"/>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7636" name=""/>
              <p:cNvSpPr/>
              <p:nvPr/>
            </p:nvSpPr>
            <p:spPr>
              <a:xfrm>
                <a:off x="980" y="2374"/>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7637" name=""/>
              <p:cNvSpPr/>
              <p:nvPr/>
            </p:nvSpPr>
            <p:spPr>
              <a:xfrm>
                <a:off x="985" y="2370"/>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7638" name=""/>
              <p:cNvSpPr/>
              <p:nvPr/>
            </p:nvSpPr>
            <p:spPr>
              <a:xfrm>
                <a:off x="992" y="2377"/>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7639" name=""/>
              <p:cNvSpPr/>
              <p:nvPr/>
            </p:nvSpPr>
            <p:spPr>
              <a:xfrm>
                <a:off x="996" y="2377"/>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7640" name=""/>
              <p:cNvSpPr/>
              <p:nvPr/>
            </p:nvSpPr>
            <p:spPr>
              <a:xfrm>
                <a:off x="998" y="2384"/>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7641" name=""/>
              <p:cNvSpPr/>
              <p:nvPr/>
            </p:nvSpPr>
            <p:spPr>
              <a:xfrm>
                <a:off x="987" y="2375"/>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7642" name=""/>
              <p:cNvSpPr/>
              <p:nvPr/>
            </p:nvSpPr>
            <p:spPr>
              <a:xfrm>
                <a:off x="982" y="2377"/>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7643" name=""/>
              <p:cNvSpPr/>
              <p:nvPr/>
            </p:nvSpPr>
            <p:spPr>
              <a:xfrm>
                <a:off x="986" y="2377"/>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47644" name=""/>
            <p:cNvPicPr/>
            <p:nvPr/>
          </p:nvPicPr>
          <p:blipFill>
            <a:blip r:embed="rId3"/>
            <a:stretch>
              <a:fillRect/>
            </a:stretch>
          </p:blipFill>
          <p:spPr>
            <a:xfrm>
              <a:off x="925" y="2378"/>
              <a:ext cx="62" cy="16"/>
            </a:xfrm>
            <a:prstGeom prst="rect">
              <a:avLst/>
            </a:prstGeom>
            <a:noFill/>
            <a:ln>
              <a:noFill/>
              <a:miter lim="800000"/>
            </a:ln>
            <a:effectLst/>
          </p:spPr>
        </p:pic>
        <p:grpSp>
          <p:nvGrpSpPr>
            <p:cNvPr id="47645" name=""/>
            <p:cNvGrpSpPr/>
            <p:nvPr/>
          </p:nvGrpSpPr>
          <p:grpSpPr>
            <a:xfrm>
              <a:off x="1098" y="2448"/>
              <a:ext cx="183" cy="426"/>
              <a:chOff x="1098" y="2448"/>
              <a:chExt cx="183" cy="426"/>
            </a:xfrm>
          </p:grpSpPr>
          <p:sp>
            <p:nvSpPr>
              <p:cNvPr id="47646" name=""/>
              <p:cNvSpPr/>
              <p:nvPr/>
            </p:nvSpPr>
            <p:spPr>
              <a:xfrm>
                <a:off x="1126" y="2637"/>
                <a:ext cx="125" cy="230"/>
              </a:xfrm>
              <a:custGeom>
                <a:pathLst>
                  <a:path w="125" h="230">
                    <a:moveTo>
                      <a:pt x="2" y="0"/>
                    </a:moveTo>
                    <a:lnTo>
                      <a:pt x="121" y="0"/>
                    </a:lnTo>
                    <a:lnTo>
                      <a:pt x="122" y="0"/>
                    </a:lnTo>
                    <a:lnTo>
                      <a:pt x="124" y="2"/>
                    </a:lnTo>
                    <a:lnTo>
                      <a:pt x="124" y="3"/>
                    </a:lnTo>
                    <a:lnTo>
                      <a:pt x="124" y="226"/>
                    </a:lnTo>
                    <a:lnTo>
                      <a:pt x="124" y="227"/>
                    </a:lnTo>
                    <a:lnTo>
                      <a:pt x="122" y="228"/>
                    </a:lnTo>
                    <a:lnTo>
                      <a:pt x="121"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7647" name=""/>
              <p:cNvSpPr/>
              <p:nvPr/>
            </p:nvSpPr>
            <p:spPr>
              <a:xfrm>
                <a:off x="1126" y="283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48" name=""/>
              <p:cNvSpPr/>
              <p:nvPr/>
            </p:nvSpPr>
            <p:spPr>
              <a:xfrm>
                <a:off x="1126" y="282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49" name=""/>
              <p:cNvSpPr/>
              <p:nvPr/>
            </p:nvSpPr>
            <p:spPr>
              <a:xfrm>
                <a:off x="1126" y="2820"/>
                <a:ext cx="125" cy="17"/>
              </a:xfrm>
              <a:custGeom>
                <a:pathLst>
                  <a:path w="125" h="17">
                    <a:moveTo>
                      <a:pt x="0" y="0"/>
                    </a:moveTo>
                    <a:lnTo>
                      <a:pt x="124" y="0"/>
                    </a:lnTo>
                    <a:lnTo>
                      <a:pt x="124" y="16"/>
                    </a:lnTo>
                    <a:lnTo>
                      <a:pt x="0" y="16"/>
                    </a:lnTo>
                    <a:lnTo>
                      <a:pt x="0" y="0"/>
                    </a:lnTo>
                  </a:path>
                </a:pathLst>
              </a:custGeom>
              <a:solidFill>
                <a:srgbClr val="404040"/>
              </a:solidFill>
              <a:ln cap="rnd">
                <a:noFill/>
                <a:round/>
              </a:ln>
              <a:effectLst/>
            </p:spPr>
          </p:sp>
          <p:sp>
            <p:nvSpPr>
              <p:cNvPr id="47650" name=""/>
              <p:cNvSpPr/>
              <p:nvPr/>
            </p:nvSpPr>
            <p:spPr>
              <a:xfrm>
                <a:off x="1126" y="282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1" name=""/>
              <p:cNvSpPr/>
              <p:nvPr/>
            </p:nvSpPr>
            <p:spPr>
              <a:xfrm>
                <a:off x="1126" y="281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2" name=""/>
              <p:cNvSpPr/>
              <p:nvPr/>
            </p:nvSpPr>
            <p:spPr>
              <a:xfrm>
                <a:off x="1126" y="280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3" name=""/>
              <p:cNvSpPr/>
              <p:nvPr/>
            </p:nvSpPr>
            <p:spPr>
              <a:xfrm>
                <a:off x="1126" y="279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4" name=""/>
              <p:cNvSpPr/>
              <p:nvPr/>
            </p:nvSpPr>
            <p:spPr>
              <a:xfrm>
                <a:off x="1126" y="279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5" name=""/>
              <p:cNvSpPr/>
              <p:nvPr/>
            </p:nvSpPr>
            <p:spPr>
              <a:xfrm>
                <a:off x="1126" y="278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6" name=""/>
              <p:cNvSpPr/>
              <p:nvPr/>
            </p:nvSpPr>
            <p:spPr>
              <a:xfrm>
                <a:off x="1126" y="277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7" name=""/>
              <p:cNvSpPr/>
              <p:nvPr/>
            </p:nvSpPr>
            <p:spPr>
              <a:xfrm>
                <a:off x="1126" y="276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8" name=""/>
              <p:cNvSpPr/>
              <p:nvPr/>
            </p:nvSpPr>
            <p:spPr>
              <a:xfrm>
                <a:off x="1126" y="276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59" name=""/>
              <p:cNvSpPr/>
              <p:nvPr/>
            </p:nvSpPr>
            <p:spPr>
              <a:xfrm>
                <a:off x="1126" y="275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60" name=""/>
              <p:cNvSpPr/>
              <p:nvPr/>
            </p:nvSpPr>
            <p:spPr>
              <a:xfrm>
                <a:off x="1126" y="274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61" name=""/>
              <p:cNvSpPr/>
              <p:nvPr/>
            </p:nvSpPr>
            <p:spPr>
              <a:xfrm>
                <a:off x="1126" y="2739"/>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62" name=""/>
              <p:cNvSpPr/>
              <p:nvPr/>
            </p:nvSpPr>
            <p:spPr>
              <a:xfrm>
                <a:off x="1126" y="273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63" name=""/>
              <p:cNvSpPr/>
              <p:nvPr/>
            </p:nvSpPr>
            <p:spPr>
              <a:xfrm>
                <a:off x="1126" y="272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7664" name=""/>
              <p:cNvSpPr/>
              <p:nvPr/>
            </p:nvSpPr>
            <p:spPr>
              <a:xfrm>
                <a:off x="1098" y="2857"/>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7665" name=""/>
              <p:cNvSpPr/>
              <p:nvPr/>
            </p:nvSpPr>
            <p:spPr>
              <a:xfrm>
                <a:off x="1193" y="2857"/>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7666" name=""/>
              <p:cNvSpPr/>
              <p:nvPr/>
            </p:nvSpPr>
            <p:spPr>
              <a:xfrm>
                <a:off x="1149" y="2786"/>
                <a:ext cx="86" cy="81"/>
              </a:xfrm>
              <a:custGeom>
                <a:pathLst>
                  <a:path w="86" h="81">
                    <a:moveTo>
                      <a:pt x="0" y="1"/>
                    </a:moveTo>
                    <a:lnTo>
                      <a:pt x="0" y="80"/>
                    </a:lnTo>
                    <a:lnTo>
                      <a:pt x="85" y="80"/>
                    </a:lnTo>
                    <a:lnTo>
                      <a:pt x="85" y="0"/>
                    </a:lnTo>
                  </a:path>
                </a:pathLst>
              </a:custGeom>
              <a:noFill/>
              <a:ln w="12700" cap="rnd" cmpd="sng">
                <a:solidFill>
                  <a:srgbClr val="808060"/>
                </a:solidFill>
                <a:prstDash val="solid"/>
                <a:round/>
                <a:headEnd type="none" w="sm" len="sm"/>
                <a:tailEnd type="none" w="sm" len="sm"/>
              </a:ln>
              <a:effectLst/>
            </p:spPr>
          </p:sp>
          <p:sp>
            <p:nvSpPr>
              <p:cNvPr id="47667" name=""/>
              <p:cNvSpPr/>
              <p:nvPr/>
            </p:nvSpPr>
            <p:spPr>
              <a:xfrm>
                <a:off x="1126" y="2448"/>
                <a:ext cx="125" cy="171"/>
              </a:xfrm>
              <a:custGeom>
                <a:pathLst>
                  <a:path w="125" h="171">
                    <a:moveTo>
                      <a:pt x="3" y="170"/>
                    </a:moveTo>
                    <a:lnTo>
                      <a:pt x="120" y="170"/>
                    </a:lnTo>
                    <a:lnTo>
                      <a:pt x="122" y="170"/>
                    </a:lnTo>
                    <a:lnTo>
                      <a:pt x="123" y="168"/>
                    </a:lnTo>
                    <a:lnTo>
                      <a:pt x="124" y="167"/>
                    </a:lnTo>
                    <a:lnTo>
                      <a:pt x="124" y="4"/>
                    </a:lnTo>
                    <a:lnTo>
                      <a:pt x="123" y="2"/>
                    </a:lnTo>
                    <a:lnTo>
                      <a:pt x="122" y="1"/>
                    </a:lnTo>
                    <a:lnTo>
                      <a:pt x="121"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7668" name=""/>
              <p:cNvSpPr/>
              <p:nvPr/>
            </p:nvSpPr>
            <p:spPr>
              <a:xfrm>
                <a:off x="1139" y="2498"/>
                <a:ext cx="100" cy="105"/>
              </a:xfrm>
              <a:custGeom>
                <a:pathLst>
                  <a:path w="100" h="105">
                    <a:moveTo>
                      <a:pt x="4" y="104"/>
                    </a:moveTo>
                    <a:lnTo>
                      <a:pt x="95" y="104"/>
                    </a:lnTo>
                    <a:lnTo>
                      <a:pt x="96" y="104"/>
                    </a:lnTo>
                    <a:lnTo>
                      <a:pt x="97" y="103"/>
                    </a:lnTo>
                    <a:lnTo>
                      <a:pt x="98" y="102"/>
                    </a:lnTo>
                    <a:lnTo>
                      <a:pt x="99" y="101"/>
                    </a:lnTo>
                    <a:lnTo>
                      <a:pt x="99" y="99"/>
                    </a:lnTo>
                    <a:lnTo>
                      <a:pt x="99" y="5"/>
                    </a:lnTo>
                    <a:lnTo>
                      <a:pt x="99" y="3"/>
                    </a:lnTo>
                    <a:lnTo>
                      <a:pt x="98" y="2"/>
                    </a:lnTo>
                    <a:lnTo>
                      <a:pt x="97" y="0"/>
                    </a:lnTo>
                    <a:lnTo>
                      <a:pt x="96" y="0"/>
                    </a:lnTo>
                    <a:lnTo>
                      <a:pt x="95"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7669" name=""/>
              <p:cNvSpPr/>
              <p:nvPr/>
            </p:nvSpPr>
            <p:spPr>
              <a:xfrm>
                <a:off x="1142" y="2528"/>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7670" name=""/>
              <p:cNvSpPr/>
              <p:nvPr/>
            </p:nvSpPr>
            <p:spPr>
              <a:xfrm>
                <a:off x="1142" y="2559"/>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47671" name=""/>
              <p:cNvSpPr/>
              <p:nvPr/>
            </p:nvSpPr>
            <p:spPr>
              <a:xfrm>
                <a:off x="1140" y="2502"/>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7672" name=""/>
              <p:cNvSpPr/>
              <p:nvPr/>
            </p:nvSpPr>
            <p:spPr>
              <a:xfrm>
                <a:off x="1167" y="2503"/>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7673" name=""/>
              <p:cNvSpPr/>
              <p:nvPr/>
            </p:nvSpPr>
            <p:spPr>
              <a:xfrm>
                <a:off x="1219" y="250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7674" name=""/>
              <p:cNvSpPr/>
              <p:nvPr/>
            </p:nvSpPr>
            <p:spPr>
              <a:xfrm>
                <a:off x="1219" y="250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7675" name=""/>
              <p:cNvSpPr/>
              <p:nvPr/>
            </p:nvSpPr>
            <p:spPr>
              <a:xfrm>
                <a:off x="1146" y="2510"/>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7676" name=""/>
              <p:cNvSpPr/>
              <p:nvPr/>
            </p:nvSpPr>
            <p:spPr>
              <a:xfrm>
                <a:off x="1142" y="2530"/>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7677" name=""/>
              <p:cNvSpPr/>
              <p:nvPr/>
            </p:nvSpPr>
            <p:spPr>
              <a:xfrm>
                <a:off x="1167" y="2534"/>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7678" name=""/>
              <p:cNvSpPr/>
              <p:nvPr/>
            </p:nvSpPr>
            <p:spPr>
              <a:xfrm>
                <a:off x="1209" y="254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7679" name=""/>
              <p:cNvSpPr/>
              <p:nvPr/>
            </p:nvSpPr>
            <p:spPr>
              <a:xfrm>
                <a:off x="1209" y="254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7680" name=""/>
              <p:cNvSpPr/>
              <p:nvPr/>
            </p:nvSpPr>
            <p:spPr>
              <a:xfrm>
                <a:off x="1164" y="2537"/>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7681" name=""/>
              <p:cNvSpPr/>
              <p:nvPr/>
            </p:nvSpPr>
            <p:spPr>
              <a:xfrm>
                <a:off x="1142" y="2566"/>
                <a:ext cx="95" cy="17"/>
              </a:xfrm>
              <a:custGeom>
                <a:pathLst>
                  <a:path w="95" h="17">
                    <a:moveTo>
                      <a:pt x="0" y="16"/>
                    </a:moveTo>
                    <a:lnTo>
                      <a:pt x="94" y="16"/>
                    </a:lnTo>
                    <a:lnTo>
                      <a:pt x="94" y="0"/>
                    </a:lnTo>
                    <a:lnTo>
                      <a:pt x="0" y="0"/>
                    </a:lnTo>
                    <a:lnTo>
                      <a:pt x="0" y="16"/>
                    </a:lnTo>
                  </a:path>
                </a:pathLst>
              </a:custGeom>
              <a:solidFill>
                <a:srgbClr val="505020"/>
              </a:solidFill>
              <a:ln cap="rnd">
                <a:noFill/>
                <a:round/>
              </a:ln>
              <a:effectLst/>
            </p:spPr>
          </p:sp>
          <p:sp>
            <p:nvSpPr>
              <p:cNvPr id="47682" name=""/>
              <p:cNvSpPr/>
              <p:nvPr/>
            </p:nvSpPr>
            <p:spPr>
              <a:xfrm>
                <a:off x="1142" y="2563"/>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7683" name=""/>
              <p:cNvSpPr/>
              <p:nvPr/>
            </p:nvSpPr>
            <p:spPr>
              <a:xfrm>
                <a:off x="1236" y="2566"/>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7684" name=""/>
              <p:cNvSpPr/>
              <p:nvPr/>
            </p:nvSpPr>
            <p:spPr>
              <a:xfrm>
                <a:off x="1140" y="2566"/>
                <a:ext cx="97" cy="17"/>
              </a:xfrm>
              <a:custGeom>
                <a:pathLst>
                  <a:path w="97" h="17">
                    <a:moveTo>
                      <a:pt x="0" y="16"/>
                    </a:moveTo>
                    <a:lnTo>
                      <a:pt x="0" y="0"/>
                    </a:lnTo>
                    <a:lnTo>
                      <a:pt x="96" y="0"/>
                    </a:lnTo>
                    <a:lnTo>
                      <a:pt x="96" y="16"/>
                    </a:lnTo>
                    <a:lnTo>
                      <a:pt x="0" y="16"/>
                    </a:lnTo>
                    <a:lnTo>
                      <a:pt x="0" y="16"/>
                    </a:lnTo>
                    <a:lnTo>
                      <a:pt x="0" y="0"/>
                    </a:lnTo>
                    <a:lnTo>
                      <a:pt x="0" y="0"/>
                    </a:lnTo>
                    <a:lnTo>
                      <a:pt x="0" y="16"/>
                    </a:lnTo>
                  </a:path>
                </a:pathLst>
              </a:custGeom>
              <a:solidFill>
                <a:srgbClr val="000000"/>
              </a:solidFill>
              <a:ln cap="rnd">
                <a:noFill/>
                <a:round/>
              </a:ln>
              <a:effectLst/>
            </p:spPr>
          </p:sp>
          <p:sp>
            <p:nvSpPr>
              <p:cNvPr id="47685" name=""/>
              <p:cNvSpPr/>
              <p:nvPr/>
            </p:nvSpPr>
            <p:spPr>
              <a:xfrm>
                <a:off x="1136" y="2566"/>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7686" name=""/>
              <p:cNvSpPr/>
              <p:nvPr/>
            </p:nvSpPr>
            <p:spPr>
              <a:xfrm>
                <a:off x="1142" y="2570"/>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7687" name=""/>
              <p:cNvSpPr/>
              <p:nvPr/>
            </p:nvSpPr>
            <p:spPr>
              <a:xfrm>
                <a:off x="1165" y="2575"/>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7688" name=""/>
              <p:cNvSpPr/>
              <p:nvPr/>
            </p:nvSpPr>
            <p:spPr>
              <a:xfrm>
                <a:off x="1171" y="2576"/>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7689" name=""/>
              <p:cNvSpPr/>
              <p:nvPr/>
            </p:nvSpPr>
            <p:spPr>
              <a:xfrm>
                <a:off x="1142" y="2562"/>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7690" name=""/>
              <p:cNvSpPr/>
              <p:nvPr/>
            </p:nvSpPr>
            <p:spPr>
              <a:xfrm>
                <a:off x="1139" y="2488"/>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47691" name=""/>
              <p:cNvSpPr/>
              <p:nvPr/>
            </p:nvSpPr>
            <p:spPr>
              <a:xfrm>
                <a:off x="1146" y="2511"/>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7692" name=""/>
              <p:cNvSpPr/>
              <p:nvPr/>
            </p:nvSpPr>
            <p:spPr>
              <a:xfrm>
                <a:off x="1165" y="2511"/>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47693" name=""/>
              <p:cNvSpPr/>
              <p:nvPr/>
            </p:nvSpPr>
            <p:spPr>
              <a:xfrm>
                <a:off x="1207" y="2511"/>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47694" name=""/>
              <p:cNvSpPr/>
              <p:nvPr/>
            </p:nvSpPr>
            <p:spPr>
              <a:xfrm>
                <a:off x="1167" y="2517"/>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7695" name=""/>
              <p:cNvSpPr/>
              <p:nvPr/>
            </p:nvSpPr>
            <p:spPr>
              <a:xfrm>
                <a:off x="1220" y="249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696" name=""/>
              <p:cNvSpPr/>
              <p:nvPr/>
            </p:nvSpPr>
            <p:spPr>
              <a:xfrm>
                <a:off x="1213" y="2503"/>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7697" name=""/>
              <p:cNvSpPr/>
              <p:nvPr/>
            </p:nvSpPr>
            <p:spPr>
              <a:xfrm>
                <a:off x="1167" y="2517"/>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7698" name=""/>
              <p:cNvSpPr/>
              <p:nvPr/>
            </p:nvSpPr>
            <p:spPr>
              <a:xfrm>
                <a:off x="1167" y="2516"/>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7699" name=""/>
              <p:cNvSpPr/>
              <p:nvPr/>
            </p:nvSpPr>
            <p:spPr>
              <a:xfrm>
                <a:off x="1165" y="2515"/>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700" name=""/>
              <p:cNvSpPr/>
              <p:nvPr/>
            </p:nvSpPr>
            <p:spPr>
              <a:xfrm>
                <a:off x="1153" y="2488"/>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7701" name=""/>
              <p:cNvSpPr/>
              <p:nvPr/>
            </p:nvSpPr>
            <p:spPr>
              <a:xfrm>
                <a:off x="1153" y="2488"/>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7702" name=""/>
              <p:cNvCxnSpPr/>
              <p:nvPr/>
            </p:nvCxnSpPr>
            <p:spPr>
              <a:xfrm>
                <a:off x="1154" y="2491"/>
                <a:ext cx="2" cy="0"/>
              </a:xfrm>
              <a:prstGeom prst="line">
                <a:avLst/>
              </a:prstGeom>
              <a:noFill/>
              <a:ln>
                <a:noFill/>
                <a:miter lim="800000"/>
              </a:ln>
              <a:effectLst/>
            </p:spPr>
          </p:cxnSp>
          <p:sp>
            <p:nvSpPr>
              <p:cNvPr id="47703" name=""/>
              <p:cNvSpPr/>
              <p:nvPr/>
            </p:nvSpPr>
            <p:spPr>
              <a:xfrm>
                <a:off x="1219" y="2488"/>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7704" name=""/>
              <p:cNvSpPr/>
              <p:nvPr/>
            </p:nvSpPr>
            <p:spPr>
              <a:xfrm>
                <a:off x="1218" y="2488"/>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7705" name=""/>
              <p:cNvSpPr/>
              <p:nvPr/>
            </p:nvSpPr>
            <p:spPr>
              <a:xfrm>
                <a:off x="1214" y="2486"/>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7706" name=""/>
              <p:cNvSpPr/>
              <p:nvPr/>
            </p:nvSpPr>
            <p:spPr>
              <a:xfrm>
                <a:off x="1167" y="2549"/>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7707" name=""/>
              <p:cNvSpPr/>
              <p:nvPr/>
            </p:nvSpPr>
            <p:spPr>
              <a:xfrm>
                <a:off x="1167" y="2548"/>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7708" name=""/>
              <p:cNvSpPr/>
              <p:nvPr/>
            </p:nvSpPr>
            <p:spPr>
              <a:xfrm>
                <a:off x="1165" y="254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709" name=""/>
              <p:cNvSpPr/>
              <p:nvPr/>
            </p:nvSpPr>
            <p:spPr>
              <a:xfrm>
                <a:off x="1147" y="2598"/>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7710" name=""/>
              <p:cNvCxnSpPr/>
              <p:nvPr/>
            </p:nvCxnSpPr>
            <p:spPr>
              <a:xfrm>
                <a:off x="1149" y="2602"/>
                <a:ext cx="3" cy="0"/>
              </a:xfrm>
              <a:prstGeom prst="line">
                <a:avLst/>
              </a:prstGeom>
              <a:noFill/>
              <a:ln>
                <a:noFill/>
                <a:miter lim="800000"/>
              </a:ln>
              <a:effectLst/>
            </p:spPr>
          </p:cxnSp>
          <p:cxnSp>
            <p:nvCxnSpPr>
              <p:cNvPr id="47711" name=""/>
              <p:cNvCxnSpPr/>
              <p:nvPr/>
            </p:nvCxnSpPr>
            <p:spPr>
              <a:xfrm>
                <a:off x="1149" y="2602"/>
                <a:ext cx="3" cy="0"/>
              </a:xfrm>
              <a:prstGeom prst="line">
                <a:avLst/>
              </a:prstGeom>
              <a:noFill/>
              <a:ln>
                <a:noFill/>
                <a:miter lim="800000"/>
              </a:ln>
              <a:effectLst/>
            </p:spPr>
          </p:cxnSp>
          <p:cxnSp>
            <p:nvCxnSpPr>
              <p:cNvPr id="47712" name=""/>
              <p:cNvCxnSpPr/>
              <p:nvPr/>
            </p:nvCxnSpPr>
            <p:spPr>
              <a:xfrm>
                <a:off x="1149" y="2602"/>
                <a:ext cx="3" cy="0"/>
              </a:xfrm>
              <a:prstGeom prst="line">
                <a:avLst/>
              </a:prstGeom>
              <a:noFill/>
              <a:ln>
                <a:noFill/>
                <a:miter lim="800000"/>
              </a:ln>
              <a:effectLst/>
            </p:spPr>
          </p:cxnSp>
          <p:cxnSp>
            <p:nvCxnSpPr>
              <p:cNvPr id="47713" name=""/>
              <p:cNvCxnSpPr/>
              <p:nvPr/>
            </p:nvCxnSpPr>
            <p:spPr>
              <a:xfrm>
                <a:off x="1149" y="2602"/>
                <a:ext cx="3" cy="0"/>
              </a:xfrm>
              <a:prstGeom prst="line">
                <a:avLst/>
              </a:prstGeom>
              <a:noFill/>
              <a:ln>
                <a:noFill/>
                <a:miter lim="800000"/>
              </a:ln>
              <a:effectLst/>
            </p:spPr>
          </p:cxnSp>
          <p:cxnSp>
            <p:nvCxnSpPr>
              <p:cNvPr id="47714" name=""/>
              <p:cNvCxnSpPr/>
              <p:nvPr/>
            </p:nvCxnSpPr>
            <p:spPr>
              <a:xfrm>
                <a:off x="1149" y="2602"/>
                <a:ext cx="3" cy="0"/>
              </a:xfrm>
              <a:prstGeom prst="line">
                <a:avLst/>
              </a:prstGeom>
              <a:noFill/>
              <a:ln>
                <a:noFill/>
                <a:miter lim="800000"/>
              </a:ln>
              <a:effectLst/>
            </p:spPr>
          </p:cxnSp>
          <p:cxnSp>
            <p:nvCxnSpPr>
              <p:cNvPr id="47715" name=""/>
              <p:cNvCxnSpPr/>
              <p:nvPr/>
            </p:nvCxnSpPr>
            <p:spPr>
              <a:xfrm>
                <a:off x="1149" y="2602"/>
                <a:ext cx="3" cy="0"/>
              </a:xfrm>
              <a:prstGeom prst="line">
                <a:avLst/>
              </a:prstGeom>
              <a:noFill/>
              <a:ln>
                <a:noFill/>
                <a:miter lim="800000"/>
              </a:ln>
              <a:effectLst/>
            </p:spPr>
          </p:cxnSp>
          <p:cxnSp>
            <p:nvCxnSpPr>
              <p:cNvPr id="47716" name=""/>
              <p:cNvCxnSpPr/>
              <p:nvPr/>
            </p:nvCxnSpPr>
            <p:spPr>
              <a:xfrm>
                <a:off x="1149" y="2602"/>
                <a:ext cx="3" cy="0"/>
              </a:xfrm>
              <a:prstGeom prst="line">
                <a:avLst/>
              </a:prstGeom>
              <a:noFill/>
              <a:ln>
                <a:noFill/>
                <a:miter lim="800000"/>
              </a:ln>
              <a:effectLst/>
            </p:spPr>
          </p:cxnSp>
          <p:sp>
            <p:nvSpPr>
              <p:cNvPr id="47717" name=""/>
              <p:cNvSpPr/>
              <p:nvPr/>
            </p:nvSpPr>
            <p:spPr>
              <a:xfrm>
                <a:off x="1147" y="259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718" name=""/>
              <p:cNvCxnSpPr/>
              <p:nvPr/>
            </p:nvCxnSpPr>
            <p:spPr>
              <a:xfrm>
                <a:off x="1149" y="2601"/>
                <a:ext cx="3" cy="0"/>
              </a:xfrm>
              <a:prstGeom prst="line">
                <a:avLst/>
              </a:prstGeom>
              <a:noFill/>
              <a:ln>
                <a:noFill/>
                <a:miter lim="800000"/>
              </a:ln>
              <a:effectLst/>
            </p:spPr>
          </p:cxnSp>
          <p:cxnSp>
            <p:nvCxnSpPr>
              <p:cNvPr id="47719" name=""/>
              <p:cNvCxnSpPr/>
              <p:nvPr/>
            </p:nvCxnSpPr>
            <p:spPr>
              <a:xfrm>
                <a:off x="1149" y="2601"/>
                <a:ext cx="3" cy="0"/>
              </a:xfrm>
              <a:prstGeom prst="line">
                <a:avLst/>
              </a:prstGeom>
              <a:noFill/>
              <a:ln>
                <a:noFill/>
                <a:miter lim="800000"/>
              </a:ln>
              <a:effectLst/>
            </p:spPr>
          </p:cxnSp>
          <p:cxnSp>
            <p:nvCxnSpPr>
              <p:cNvPr id="47720" name=""/>
              <p:cNvCxnSpPr/>
              <p:nvPr/>
            </p:nvCxnSpPr>
            <p:spPr>
              <a:xfrm>
                <a:off x="1149" y="2601"/>
                <a:ext cx="3" cy="0"/>
              </a:xfrm>
              <a:prstGeom prst="line">
                <a:avLst/>
              </a:prstGeom>
              <a:noFill/>
              <a:ln>
                <a:noFill/>
                <a:miter lim="800000"/>
              </a:ln>
              <a:effectLst/>
            </p:spPr>
          </p:cxnSp>
          <p:cxnSp>
            <p:nvCxnSpPr>
              <p:cNvPr id="47721" name=""/>
              <p:cNvCxnSpPr/>
              <p:nvPr/>
            </p:nvCxnSpPr>
            <p:spPr>
              <a:xfrm>
                <a:off x="1149" y="2601"/>
                <a:ext cx="3" cy="0"/>
              </a:xfrm>
              <a:prstGeom prst="line">
                <a:avLst/>
              </a:prstGeom>
              <a:noFill/>
              <a:ln>
                <a:noFill/>
                <a:miter lim="800000"/>
              </a:ln>
              <a:effectLst/>
            </p:spPr>
          </p:cxnSp>
          <p:cxnSp>
            <p:nvCxnSpPr>
              <p:cNvPr id="47722" name=""/>
              <p:cNvCxnSpPr/>
              <p:nvPr/>
            </p:nvCxnSpPr>
            <p:spPr>
              <a:xfrm>
                <a:off x="1149" y="2601"/>
                <a:ext cx="3" cy="0"/>
              </a:xfrm>
              <a:prstGeom prst="line">
                <a:avLst/>
              </a:prstGeom>
              <a:noFill/>
              <a:ln>
                <a:noFill/>
                <a:miter lim="800000"/>
              </a:ln>
              <a:effectLst/>
            </p:spPr>
          </p:cxnSp>
          <p:cxnSp>
            <p:nvCxnSpPr>
              <p:cNvPr id="47723" name=""/>
              <p:cNvCxnSpPr/>
              <p:nvPr/>
            </p:nvCxnSpPr>
            <p:spPr>
              <a:xfrm>
                <a:off x="1149" y="2601"/>
                <a:ext cx="3" cy="0"/>
              </a:xfrm>
              <a:prstGeom prst="line">
                <a:avLst/>
              </a:prstGeom>
              <a:noFill/>
              <a:ln>
                <a:noFill/>
                <a:miter lim="800000"/>
              </a:ln>
              <a:effectLst/>
            </p:spPr>
          </p:cxnSp>
          <p:cxnSp>
            <p:nvCxnSpPr>
              <p:cNvPr id="47724" name=""/>
              <p:cNvCxnSpPr/>
              <p:nvPr/>
            </p:nvCxnSpPr>
            <p:spPr>
              <a:xfrm>
                <a:off x="1149" y="2601"/>
                <a:ext cx="3" cy="0"/>
              </a:xfrm>
              <a:prstGeom prst="line">
                <a:avLst/>
              </a:prstGeom>
              <a:noFill/>
              <a:ln>
                <a:noFill/>
                <a:miter lim="800000"/>
              </a:ln>
              <a:effectLst/>
            </p:spPr>
          </p:cxnSp>
          <p:cxnSp>
            <p:nvCxnSpPr>
              <p:cNvPr id="47725" name=""/>
              <p:cNvCxnSpPr/>
              <p:nvPr/>
            </p:nvCxnSpPr>
            <p:spPr>
              <a:xfrm>
                <a:off x="1149" y="2601"/>
                <a:ext cx="3" cy="0"/>
              </a:xfrm>
              <a:prstGeom prst="line">
                <a:avLst/>
              </a:prstGeom>
              <a:noFill/>
              <a:ln>
                <a:noFill/>
                <a:miter lim="800000"/>
              </a:ln>
              <a:effectLst/>
            </p:spPr>
          </p:cxnSp>
          <p:cxnSp>
            <p:nvCxnSpPr>
              <p:cNvPr id="47726" name=""/>
              <p:cNvCxnSpPr/>
              <p:nvPr/>
            </p:nvCxnSpPr>
            <p:spPr>
              <a:xfrm>
                <a:off x="1149" y="2601"/>
                <a:ext cx="3" cy="0"/>
              </a:xfrm>
              <a:prstGeom prst="line">
                <a:avLst/>
              </a:prstGeom>
              <a:noFill/>
              <a:ln>
                <a:noFill/>
                <a:miter lim="800000"/>
              </a:ln>
              <a:effectLst/>
            </p:spPr>
          </p:cxnSp>
          <p:sp>
            <p:nvSpPr>
              <p:cNvPr id="47727" name=""/>
              <p:cNvSpPr/>
              <p:nvPr/>
            </p:nvSpPr>
            <p:spPr>
              <a:xfrm>
                <a:off x="1147" y="259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728" name=""/>
              <p:cNvCxnSpPr/>
              <p:nvPr/>
            </p:nvCxnSpPr>
            <p:spPr>
              <a:xfrm>
                <a:off x="1149" y="2601"/>
                <a:ext cx="3" cy="0"/>
              </a:xfrm>
              <a:prstGeom prst="line">
                <a:avLst/>
              </a:prstGeom>
              <a:noFill/>
              <a:ln>
                <a:noFill/>
                <a:miter lim="800000"/>
              </a:ln>
              <a:effectLst/>
            </p:spPr>
          </p:cxnSp>
          <p:cxnSp>
            <p:nvCxnSpPr>
              <p:cNvPr id="47729" name=""/>
              <p:cNvCxnSpPr/>
              <p:nvPr/>
            </p:nvCxnSpPr>
            <p:spPr>
              <a:xfrm>
                <a:off x="1149" y="2601"/>
                <a:ext cx="3" cy="0"/>
              </a:xfrm>
              <a:prstGeom prst="line">
                <a:avLst/>
              </a:prstGeom>
              <a:noFill/>
              <a:ln>
                <a:noFill/>
                <a:miter lim="800000"/>
              </a:ln>
              <a:effectLst/>
            </p:spPr>
          </p:cxnSp>
          <p:cxnSp>
            <p:nvCxnSpPr>
              <p:cNvPr id="47730" name=""/>
              <p:cNvCxnSpPr/>
              <p:nvPr/>
            </p:nvCxnSpPr>
            <p:spPr>
              <a:xfrm>
                <a:off x="1149" y="2601"/>
                <a:ext cx="3" cy="0"/>
              </a:xfrm>
              <a:prstGeom prst="line">
                <a:avLst/>
              </a:prstGeom>
              <a:noFill/>
              <a:ln>
                <a:noFill/>
                <a:miter lim="800000"/>
              </a:ln>
              <a:effectLst/>
            </p:spPr>
          </p:cxnSp>
          <p:cxnSp>
            <p:nvCxnSpPr>
              <p:cNvPr id="47731" name=""/>
              <p:cNvCxnSpPr/>
              <p:nvPr/>
            </p:nvCxnSpPr>
            <p:spPr>
              <a:xfrm>
                <a:off x="1149" y="2601"/>
                <a:ext cx="3" cy="0"/>
              </a:xfrm>
              <a:prstGeom prst="line">
                <a:avLst/>
              </a:prstGeom>
              <a:noFill/>
              <a:ln>
                <a:noFill/>
                <a:miter lim="800000"/>
              </a:ln>
              <a:effectLst/>
            </p:spPr>
          </p:cxnSp>
          <p:cxnSp>
            <p:nvCxnSpPr>
              <p:cNvPr id="47732" name=""/>
              <p:cNvCxnSpPr/>
              <p:nvPr/>
            </p:nvCxnSpPr>
            <p:spPr>
              <a:xfrm>
                <a:off x="1149" y="2601"/>
                <a:ext cx="3" cy="0"/>
              </a:xfrm>
              <a:prstGeom prst="line">
                <a:avLst/>
              </a:prstGeom>
              <a:noFill/>
              <a:ln>
                <a:noFill/>
                <a:miter lim="800000"/>
              </a:ln>
              <a:effectLst/>
            </p:spPr>
          </p:cxnSp>
          <p:sp>
            <p:nvSpPr>
              <p:cNvPr id="47733" name=""/>
              <p:cNvSpPr/>
              <p:nvPr/>
            </p:nvSpPr>
            <p:spPr>
              <a:xfrm>
                <a:off x="1147" y="2595"/>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734" name=""/>
              <p:cNvCxnSpPr/>
              <p:nvPr/>
            </p:nvCxnSpPr>
            <p:spPr>
              <a:xfrm>
                <a:off x="1149" y="2600"/>
                <a:ext cx="3" cy="0"/>
              </a:xfrm>
              <a:prstGeom prst="line">
                <a:avLst/>
              </a:prstGeom>
              <a:noFill/>
              <a:ln>
                <a:noFill/>
                <a:miter lim="800000"/>
              </a:ln>
              <a:effectLst/>
            </p:spPr>
          </p:cxnSp>
          <p:sp>
            <p:nvSpPr>
              <p:cNvPr id="47735" name=""/>
              <p:cNvSpPr/>
              <p:nvPr/>
            </p:nvSpPr>
            <p:spPr>
              <a:xfrm>
                <a:off x="1146" y="2597"/>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7736" name=""/>
              <p:cNvSpPr/>
              <p:nvPr/>
            </p:nvSpPr>
            <p:spPr>
              <a:xfrm>
                <a:off x="1147" y="2508"/>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47737" name=""/>
              <p:cNvSpPr/>
              <p:nvPr/>
            </p:nvSpPr>
            <p:spPr>
              <a:xfrm>
                <a:off x="1164" y="2505"/>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7738" name=""/>
              <p:cNvSpPr/>
              <p:nvPr/>
            </p:nvSpPr>
            <p:spPr>
              <a:xfrm>
                <a:off x="1164" y="2515"/>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7739" name=""/>
              <p:cNvSpPr/>
              <p:nvPr/>
            </p:nvSpPr>
            <p:spPr>
              <a:xfrm>
                <a:off x="1171" y="2578"/>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7740" name=""/>
              <p:cNvSpPr/>
              <p:nvPr/>
            </p:nvSpPr>
            <p:spPr>
              <a:xfrm>
                <a:off x="1165" y="2599"/>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47741" name=""/>
              <p:cNvSpPr/>
              <p:nvPr/>
            </p:nvSpPr>
            <p:spPr>
              <a:xfrm>
                <a:off x="1180" y="2587"/>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47742" name=""/>
              <p:cNvSpPr/>
              <p:nvPr/>
            </p:nvSpPr>
            <p:spPr>
              <a:xfrm>
                <a:off x="1204" y="2589"/>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7743" name=""/>
              <p:cNvCxnSpPr/>
              <p:nvPr/>
            </p:nvCxnSpPr>
            <p:spPr>
              <a:xfrm flipH="1">
                <a:off x="1167" y="2542"/>
                <a:ext cx="0" cy="13"/>
              </a:xfrm>
              <a:prstGeom prst="line">
                <a:avLst/>
              </a:prstGeom>
              <a:noFill/>
              <a:ln>
                <a:noFill/>
                <a:miter lim="800000"/>
              </a:ln>
              <a:effectLst/>
            </p:spPr>
          </p:cxnSp>
          <p:cxnSp>
            <p:nvCxnSpPr>
              <p:cNvPr id="47744" name=""/>
              <p:cNvCxnSpPr/>
              <p:nvPr/>
            </p:nvCxnSpPr>
            <p:spPr>
              <a:xfrm flipH="1">
                <a:off x="1167" y="2537"/>
                <a:ext cx="0" cy="1"/>
              </a:xfrm>
              <a:prstGeom prst="line">
                <a:avLst/>
              </a:prstGeom>
              <a:noFill/>
              <a:ln>
                <a:noFill/>
                <a:miter lim="800000"/>
              </a:ln>
              <a:effectLst/>
            </p:spPr>
          </p:cxnSp>
          <p:sp>
            <p:nvSpPr>
              <p:cNvPr id="47745" name=""/>
              <p:cNvSpPr/>
              <p:nvPr/>
            </p:nvSpPr>
            <p:spPr>
              <a:xfrm>
                <a:off x="1159" y="2537"/>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746" name=""/>
              <p:cNvSpPr/>
              <p:nvPr/>
            </p:nvSpPr>
            <p:spPr>
              <a:xfrm>
                <a:off x="1181" y="253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747" name=""/>
              <p:cNvSpPr/>
              <p:nvPr/>
            </p:nvSpPr>
            <p:spPr>
              <a:xfrm>
                <a:off x="1181" y="253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748" name=""/>
              <p:cNvSpPr/>
              <p:nvPr/>
            </p:nvSpPr>
            <p:spPr>
              <a:xfrm>
                <a:off x="1205" y="253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749" name=""/>
              <p:cNvSpPr/>
              <p:nvPr/>
            </p:nvSpPr>
            <p:spPr>
              <a:xfrm>
                <a:off x="1164" y="2543"/>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7750" name=""/>
              <p:cNvSpPr/>
              <p:nvPr/>
            </p:nvSpPr>
            <p:spPr>
              <a:xfrm>
                <a:off x="1167" y="2551"/>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7751" name=""/>
              <p:cNvSpPr/>
              <p:nvPr/>
            </p:nvSpPr>
            <p:spPr>
              <a:xfrm>
                <a:off x="1201" y="2543"/>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7752" name=""/>
              <p:cNvSpPr/>
              <p:nvPr/>
            </p:nvSpPr>
            <p:spPr>
              <a:xfrm>
                <a:off x="1205" y="253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753" name=""/>
              <p:cNvSpPr/>
              <p:nvPr/>
            </p:nvSpPr>
            <p:spPr>
              <a:xfrm>
                <a:off x="1219" y="253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754" name=""/>
              <p:cNvSpPr/>
              <p:nvPr/>
            </p:nvSpPr>
            <p:spPr>
              <a:xfrm>
                <a:off x="1167" y="2534"/>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7755" name=""/>
              <p:cNvSpPr/>
              <p:nvPr/>
            </p:nvSpPr>
            <p:spPr>
              <a:xfrm>
                <a:off x="1160" y="253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756" name=""/>
              <p:cNvSpPr/>
              <p:nvPr/>
            </p:nvSpPr>
            <p:spPr>
              <a:xfrm>
                <a:off x="1164" y="2534"/>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7757" name=""/>
              <p:cNvCxnSpPr/>
              <p:nvPr/>
            </p:nvCxnSpPr>
            <p:spPr>
              <a:xfrm>
                <a:off x="1165" y="2538"/>
                <a:ext cx="21" cy="0"/>
              </a:xfrm>
              <a:prstGeom prst="line">
                <a:avLst/>
              </a:prstGeom>
              <a:noFill/>
              <a:ln>
                <a:noFill/>
                <a:miter lim="800000"/>
              </a:ln>
              <a:effectLst/>
            </p:spPr>
          </p:cxnSp>
          <p:cxnSp>
            <p:nvCxnSpPr>
              <p:cNvPr id="47758" name=""/>
              <p:cNvCxnSpPr/>
              <p:nvPr/>
            </p:nvCxnSpPr>
            <p:spPr>
              <a:xfrm flipH="1">
                <a:off x="1186" y="2542"/>
                <a:ext cx="0" cy="2"/>
              </a:xfrm>
              <a:prstGeom prst="line">
                <a:avLst/>
              </a:prstGeom>
              <a:noFill/>
              <a:ln>
                <a:noFill/>
                <a:miter lim="800000"/>
              </a:ln>
              <a:effectLst/>
            </p:spPr>
          </p:cxnSp>
          <p:sp>
            <p:nvSpPr>
              <p:cNvPr id="47759" name=""/>
              <p:cNvSpPr/>
              <p:nvPr/>
            </p:nvSpPr>
            <p:spPr>
              <a:xfrm>
                <a:off x="1186" y="253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760" name=""/>
              <p:cNvSpPr/>
              <p:nvPr/>
            </p:nvSpPr>
            <p:spPr>
              <a:xfrm>
                <a:off x="1200" y="253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761" name=""/>
              <p:cNvSpPr/>
              <p:nvPr/>
            </p:nvSpPr>
            <p:spPr>
              <a:xfrm>
                <a:off x="1200" y="2535"/>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762" name=""/>
              <p:cNvSpPr/>
              <p:nvPr/>
            </p:nvSpPr>
            <p:spPr>
              <a:xfrm>
                <a:off x="1186" y="2533"/>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763" name=""/>
              <p:cNvSpPr/>
              <p:nvPr/>
            </p:nvSpPr>
            <p:spPr>
              <a:xfrm>
                <a:off x="1211" y="2545"/>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7764" name=""/>
              <p:cNvSpPr/>
              <p:nvPr/>
            </p:nvSpPr>
            <p:spPr>
              <a:xfrm>
                <a:off x="1167" y="2500"/>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7765" name=""/>
              <p:cNvSpPr/>
              <p:nvPr/>
            </p:nvSpPr>
            <p:spPr>
              <a:xfrm>
                <a:off x="1201" y="2503"/>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7766" name=""/>
              <p:cNvSpPr/>
              <p:nvPr/>
            </p:nvSpPr>
            <p:spPr>
              <a:xfrm>
                <a:off x="1201" y="2517"/>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7767" name=""/>
              <p:cNvSpPr/>
              <p:nvPr/>
            </p:nvSpPr>
            <p:spPr>
              <a:xfrm>
                <a:off x="1167" y="2518"/>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7768" name=""/>
              <p:cNvSpPr/>
              <p:nvPr/>
            </p:nvSpPr>
            <p:spPr>
              <a:xfrm>
                <a:off x="1142" y="2510"/>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7769" name=""/>
              <p:cNvSpPr/>
              <p:nvPr/>
            </p:nvSpPr>
            <p:spPr>
              <a:xfrm>
                <a:off x="1171" y="2594"/>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7770" name=""/>
              <p:cNvCxnSpPr/>
              <p:nvPr/>
            </p:nvCxnSpPr>
            <p:spPr>
              <a:xfrm flipH="1">
                <a:off x="1240" y="2578"/>
                <a:ext cx="0" cy="14"/>
              </a:xfrm>
              <a:prstGeom prst="line">
                <a:avLst/>
              </a:prstGeom>
              <a:noFill/>
              <a:ln>
                <a:noFill/>
                <a:miter lim="800000"/>
              </a:ln>
              <a:effectLst/>
            </p:spPr>
          </p:cxnSp>
          <p:sp>
            <p:nvSpPr>
              <p:cNvPr id="47771" name=""/>
              <p:cNvSpPr/>
              <p:nvPr/>
            </p:nvSpPr>
            <p:spPr>
              <a:xfrm>
                <a:off x="1171" y="2572"/>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7772" name=""/>
              <p:cNvSpPr/>
              <p:nvPr/>
            </p:nvSpPr>
            <p:spPr>
              <a:xfrm>
                <a:off x="1167" y="2578"/>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7773" name=""/>
              <p:cNvSpPr/>
              <p:nvPr/>
            </p:nvSpPr>
            <p:spPr>
              <a:xfrm>
                <a:off x="1171" y="2586"/>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7774" name=""/>
              <p:cNvSpPr/>
              <p:nvPr/>
            </p:nvSpPr>
            <p:spPr>
              <a:xfrm>
                <a:off x="1126" y="2618"/>
                <a:ext cx="125" cy="17"/>
              </a:xfrm>
              <a:custGeom>
                <a:pathLst>
                  <a:path w="125" h="17">
                    <a:moveTo>
                      <a:pt x="0" y="0"/>
                    </a:moveTo>
                    <a:lnTo>
                      <a:pt x="0" y="16"/>
                    </a:lnTo>
                    <a:lnTo>
                      <a:pt x="124" y="16"/>
                    </a:lnTo>
                    <a:lnTo>
                      <a:pt x="124" y="0"/>
                    </a:lnTo>
                    <a:lnTo>
                      <a:pt x="0" y="0"/>
                    </a:lnTo>
                  </a:path>
                </a:pathLst>
              </a:custGeom>
              <a:solidFill>
                <a:srgbClr val="D0C0A0"/>
              </a:solidFill>
              <a:ln cap="rnd">
                <a:noFill/>
                <a:round/>
              </a:ln>
              <a:effectLst/>
            </p:spPr>
          </p:sp>
          <p:sp>
            <p:nvSpPr>
              <p:cNvPr id="47775" name=""/>
              <p:cNvSpPr/>
              <p:nvPr/>
            </p:nvSpPr>
            <p:spPr>
              <a:xfrm>
                <a:off x="1146" y="2620"/>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7776" name=""/>
              <p:cNvSpPr/>
              <p:nvPr/>
            </p:nvSpPr>
            <p:spPr>
              <a:xfrm>
                <a:off x="1186" y="2462"/>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7777" name=""/>
              <p:cNvSpPr/>
              <p:nvPr/>
            </p:nvSpPr>
            <p:spPr>
              <a:xfrm>
                <a:off x="1188" y="2466"/>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7778" name=""/>
              <p:cNvSpPr/>
              <p:nvPr/>
            </p:nvSpPr>
            <p:spPr>
              <a:xfrm>
                <a:off x="1139" y="2458"/>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47779" name=""/>
              <p:cNvSpPr/>
              <p:nvPr/>
            </p:nvSpPr>
            <p:spPr>
              <a:xfrm>
                <a:off x="1139" y="2458"/>
                <a:ext cx="106" cy="19"/>
              </a:xfrm>
              <a:custGeom>
                <a:pathLst>
                  <a:path w="106" h="19">
                    <a:moveTo>
                      <a:pt x="7" y="0"/>
                    </a:moveTo>
                    <a:lnTo>
                      <a:pt x="98" y="0"/>
                    </a:lnTo>
                    <a:lnTo>
                      <a:pt x="100" y="1"/>
                    </a:lnTo>
                    <a:lnTo>
                      <a:pt x="100" y="1"/>
                    </a:lnTo>
                    <a:lnTo>
                      <a:pt x="102" y="2"/>
                    </a:lnTo>
                    <a:lnTo>
                      <a:pt x="103" y="3"/>
                    </a:lnTo>
                    <a:lnTo>
                      <a:pt x="104" y="5"/>
                    </a:lnTo>
                    <a:lnTo>
                      <a:pt x="105" y="6"/>
                    </a:lnTo>
                    <a:lnTo>
                      <a:pt x="105" y="7"/>
                    </a:lnTo>
                    <a:lnTo>
                      <a:pt x="105" y="11"/>
                    </a:lnTo>
                    <a:lnTo>
                      <a:pt x="105" y="12"/>
                    </a:lnTo>
                    <a:lnTo>
                      <a:pt x="104" y="13"/>
                    </a:lnTo>
                    <a:lnTo>
                      <a:pt x="103" y="15"/>
                    </a:lnTo>
                    <a:lnTo>
                      <a:pt x="102" y="16"/>
                    </a:lnTo>
                    <a:lnTo>
                      <a:pt x="100" y="17"/>
                    </a:lnTo>
                    <a:lnTo>
                      <a:pt x="100" y="18"/>
                    </a:lnTo>
                    <a:lnTo>
                      <a:pt x="98" y="18"/>
                    </a:lnTo>
                    <a:lnTo>
                      <a:pt x="7"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7" y="0"/>
                    </a:lnTo>
                  </a:path>
                </a:pathLst>
              </a:custGeom>
              <a:noFill/>
              <a:ln w="12700" cap="rnd" cmpd="sng">
                <a:solidFill>
                  <a:srgbClr val="808060"/>
                </a:solidFill>
                <a:prstDash val="solid"/>
                <a:round/>
              </a:ln>
              <a:effectLst/>
            </p:spPr>
          </p:sp>
          <p:sp>
            <p:nvSpPr>
              <p:cNvPr id="47780" name=""/>
              <p:cNvSpPr/>
              <p:nvPr/>
            </p:nvSpPr>
            <p:spPr>
              <a:xfrm>
                <a:off x="1140" y="2459"/>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47781" name=""/>
              <p:cNvSpPr/>
              <p:nvPr/>
            </p:nvSpPr>
            <p:spPr>
              <a:xfrm>
                <a:off x="1140" y="2459"/>
                <a:ext cx="57" cy="17"/>
              </a:xfrm>
              <a:custGeom>
                <a:pathLst>
                  <a:path w="57" h="17">
                    <a:moveTo>
                      <a:pt x="8" y="0"/>
                    </a:moveTo>
                    <a:lnTo>
                      <a:pt x="47" y="0"/>
                    </a:lnTo>
                    <a:lnTo>
                      <a:pt x="49" y="0"/>
                    </a:lnTo>
                    <a:lnTo>
                      <a:pt x="51" y="1"/>
                    </a:lnTo>
                    <a:lnTo>
                      <a:pt x="52" y="1"/>
                    </a:lnTo>
                    <a:lnTo>
                      <a:pt x="53" y="2"/>
                    </a:lnTo>
                    <a:lnTo>
                      <a:pt x="55" y="3"/>
                    </a:lnTo>
                    <a:lnTo>
                      <a:pt x="55" y="3"/>
                    </a:lnTo>
                    <a:lnTo>
                      <a:pt x="56" y="4"/>
                    </a:lnTo>
                    <a:lnTo>
                      <a:pt x="56" y="5"/>
                    </a:lnTo>
                    <a:lnTo>
                      <a:pt x="56" y="6"/>
                    </a:lnTo>
                    <a:lnTo>
                      <a:pt x="56" y="9"/>
                    </a:lnTo>
                    <a:lnTo>
                      <a:pt x="56" y="11"/>
                    </a:lnTo>
                    <a:lnTo>
                      <a:pt x="55" y="13"/>
                    </a:lnTo>
                    <a:lnTo>
                      <a:pt x="54" y="13"/>
                    </a:lnTo>
                    <a:lnTo>
                      <a:pt x="52" y="14"/>
                    </a:lnTo>
                    <a:lnTo>
                      <a:pt x="51"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7782" name=""/>
              <p:cNvSpPr/>
              <p:nvPr/>
            </p:nvSpPr>
            <p:spPr>
              <a:xfrm>
                <a:off x="1186" y="2462"/>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7783" name=""/>
              <p:cNvSpPr/>
              <p:nvPr/>
            </p:nvSpPr>
            <p:spPr>
              <a:xfrm>
                <a:off x="1144" y="2464"/>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47784" name=""/>
              <p:cNvSpPr/>
              <p:nvPr/>
            </p:nvSpPr>
            <p:spPr>
              <a:xfrm>
                <a:off x="1181" y="2462"/>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7785" name=""/>
              <p:cNvSpPr/>
              <p:nvPr/>
            </p:nvSpPr>
            <p:spPr>
              <a:xfrm>
                <a:off x="1180" y="2462"/>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7786" name=""/>
              <p:cNvSpPr/>
              <p:nvPr/>
            </p:nvSpPr>
            <p:spPr>
              <a:xfrm>
                <a:off x="1175" y="2462"/>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7787" name=""/>
              <p:cNvSpPr/>
              <p:nvPr/>
            </p:nvSpPr>
            <p:spPr>
              <a:xfrm>
                <a:off x="1171" y="2462"/>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7788" name=""/>
              <p:cNvSpPr/>
              <p:nvPr/>
            </p:nvSpPr>
            <p:spPr>
              <a:xfrm>
                <a:off x="1167" y="2462"/>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7789" name=""/>
              <p:cNvSpPr/>
              <p:nvPr/>
            </p:nvSpPr>
            <p:spPr>
              <a:xfrm>
                <a:off x="1218" y="2459"/>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7790" name=""/>
              <p:cNvSpPr/>
              <p:nvPr/>
            </p:nvSpPr>
            <p:spPr>
              <a:xfrm>
                <a:off x="1220" y="2458"/>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7791" name=""/>
              <p:cNvSpPr/>
              <p:nvPr/>
            </p:nvSpPr>
            <p:spPr>
              <a:xfrm>
                <a:off x="1220" y="245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7792" name=""/>
              <p:cNvSpPr/>
              <p:nvPr/>
            </p:nvSpPr>
            <p:spPr>
              <a:xfrm>
                <a:off x="1221" y="245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7793" name=""/>
              <p:cNvSpPr/>
              <p:nvPr/>
            </p:nvSpPr>
            <p:spPr>
              <a:xfrm>
                <a:off x="1225" y="2461"/>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7794" name=""/>
              <p:cNvSpPr/>
              <p:nvPr/>
            </p:nvSpPr>
            <p:spPr>
              <a:xfrm>
                <a:off x="1227" y="2464"/>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7795" name=""/>
              <p:cNvCxnSpPr/>
              <p:nvPr/>
            </p:nvCxnSpPr>
            <p:spPr>
              <a:xfrm flipH="1">
                <a:off x="1234" y="2464"/>
                <a:ext cx="0" cy="4"/>
              </a:xfrm>
              <a:prstGeom prst="line">
                <a:avLst/>
              </a:prstGeom>
              <a:noFill/>
              <a:ln w="12700">
                <a:solidFill>
                  <a:prstClr val="black"/>
                </a:solidFill>
                <a:miter lim="800000"/>
              </a:ln>
              <a:effectLst/>
            </p:spPr>
          </p:cxnSp>
          <p:sp>
            <p:nvSpPr>
              <p:cNvPr id="47796" name=""/>
              <p:cNvSpPr/>
              <p:nvPr/>
            </p:nvSpPr>
            <p:spPr>
              <a:xfrm>
                <a:off x="1189" y="2454"/>
                <a:ext cx="46" cy="17"/>
              </a:xfrm>
              <a:custGeom>
                <a:pathLst>
                  <a:path w="46" h="17">
                    <a:moveTo>
                      <a:pt x="0" y="16"/>
                    </a:moveTo>
                    <a:lnTo>
                      <a:pt x="45" y="16"/>
                    </a:lnTo>
                    <a:lnTo>
                      <a:pt x="45" y="0"/>
                    </a:lnTo>
                    <a:lnTo>
                      <a:pt x="0" y="0"/>
                    </a:lnTo>
                    <a:lnTo>
                      <a:pt x="0" y="16"/>
                    </a:lnTo>
                  </a:path>
                </a:pathLst>
              </a:custGeom>
              <a:solidFill>
                <a:srgbClr val="808060"/>
              </a:solidFill>
              <a:ln cap="rnd">
                <a:noFill/>
                <a:round/>
              </a:ln>
              <a:effectLst/>
            </p:spPr>
          </p:sp>
          <p:sp>
            <p:nvSpPr>
              <p:cNvPr id="47797" name=""/>
              <p:cNvSpPr/>
              <p:nvPr/>
            </p:nvSpPr>
            <p:spPr>
              <a:xfrm>
                <a:off x="1189" y="2471"/>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7798" name=""/>
              <p:cNvSpPr/>
              <p:nvPr/>
            </p:nvSpPr>
            <p:spPr>
              <a:xfrm>
                <a:off x="1237" y="2458"/>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7799" name=""/>
              <p:cNvSpPr/>
              <p:nvPr/>
            </p:nvSpPr>
            <p:spPr>
              <a:xfrm>
                <a:off x="1198" y="2458"/>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7800" name=""/>
              <p:cNvSpPr/>
              <p:nvPr/>
            </p:nvSpPr>
            <p:spPr>
              <a:xfrm>
                <a:off x="1207" y="2454"/>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7801" name=""/>
              <p:cNvSpPr/>
              <p:nvPr/>
            </p:nvSpPr>
            <p:spPr>
              <a:xfrm>
                <a:off x="1212" y="245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7802" name=""/>
              <p:cNvSpPr/>
              <p:nvPr/>
            </p:nvSpPr>
            <p:spPr>
              <a:xfrm>
                <a:off x="1212" y="2463"/>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7803" name=""/>
              <p:cNvSpPr/>
              <p:nvPr/>
            </p:nvSpPr>
            <p:spPr>
              <a:xfrm>
                <a:off x="1212" y="2468"/>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7804" name=""/>
              <p:cNvSpPr/>
              <p:nvPr/>
            </p:nvSpPr>
            <p:spPr>
              <a:xfrm>
                <a:off x="1207" y="2471"/>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7805" name=""/>
              <p:cNvSpPr/>
              <p:nvPr/>
            </p:nvSpPr>
            <p:spPr>
              <a:xfrm>
                <a:off x="1198" y="2471"/>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7806" name=""/>
              <p:cNvSpPr/>
              <p:nvPr/>
            </p:nvSpPr>
            <p:spPr>
              <a:xfrm>
                <a:off x="1194" y="2458"/>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7807" name=""/>
              <p:cNvSpPr/>
              <p:nvPr/>
            </p:nvSpPr>
            <p:spPr>
              <a:xfrm>
                <a:off x="1198" y="2454"/>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7808" name=""/>
              <p:cNvSpPr/>
              <p:nvPr/>
            </p:nvSpPr>
            <p:spPr>
              <a:xfrm>
                <a:off x="1205" y="2461"/>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7809" name=""/>
              <p:cNvSpPr/>
              <p:nvPr/>
            </p:nvSpPr>
            <p:spPr>
              <a:xfrm>
                <a:off x="1209" y="2461"/>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7810" name=""/>
              <p:cNvSpPr/>
              <p:nvPr/>
            </p:nvSpPr>
            <p:spPr>
              <a:xfrm>
                <a:off x="1212" y="2468"/>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7811" name=""/>
              <p:cNvSpPr/>
              <p:nvPr/>
            </p:nvSpPr>
            <p:spPr>
              <a:xfrm>
                <a:off x="1200" y="2459"/>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7812" name=""/>
              <p:cNvSpPr/>
              <p:nvPr/>
            </p:nvSpPr>
            <p:spPr>
              <a:xfrm>
                <a:off x="1196" y="2461"/>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7813" name=""/>
              <p:cNvSpPr/>
              <p:nvPr/>
            </p:nvSpPr>
            <p:spPr>
              <a:xfrm>
                <a:off x="1199" y="2461"/>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47814" name=""/>
            <p:cNvPicPr/>
            <p:nvPr/>
          </p:nvPicPr>
          <p:blipFill>
            <a:blip r:embed="rId3"/>
            <a:stretch>
              <a:fillRect/>
            </a:stretch>
          </p:blipFill>
          <p:spPr>
            <a:xfrm>
              <a:off x="1139" y="2462"/>
              <a:ext cx="61" cy="16"/>
            </a:xfrm>
            <a:prstGeom prst="rect">
              <a:avLst/>
            </a:prstGeom>
            <a:noFill/>
            <a:ln>
              <a:noFill/>
              <a:miter lim="800000"/>
            </a:ln>
            <a:effectLst/>
          </p:spPr>
        </p:pic>
        <p:pic>
          <p:nvPicPr>
            <p:cNvPr id="47815" name=""/>
            <p:cNvPicPr/>
            <p:nvPr/>
          </p:nvPicPr>
          <p:blipFill>
            <a:blip r:embed="rId3"/>
            <a:stretch>
              <a:fillRect/>
            </a:stretch>
          </p:blipFill>
          <p:spPr>
            <a:xfrm>
              <a:off x="1363" y="2558"/>
              <a:ext cx="61" cy="16"/>
            </a:xfrm>
            <a:prstGeom prst="rect">
              <a:avLst/>
            </a:prstGeom>
            <a:noFill/>
            <a:ln>
              <a:noFill/>
              <a:miter lim="800000"/>
            </a:ln>
            <a:effectLst/>
          </p:spPr>
        </p:pic>
        <p:grpSp>
          <p:nvGrpSpPr>
            <p:cNvPr id="47816" name=""/>
            <p:cNvGrpSpPr/>
            <p:nvPr/>
          </p:nvGrpSpPr>
          <p:grpSpPr>
            <a:xfrm>
              <a:off x="1535" y="2544"/>
              <a:ext cx="183" cy="426"/>
              <a:chOff x="1535" y="2544"/>
              <a:chExt cx="183" cy="426"/>
            </a:xfrm>
          </p:grpSpPr>
          <p:sp>
            <p:nvSpPr>
              <p:cNvPr id="47817" name=""/>
              <p:cNvSpPr/>
              <p:nvPr/>
            </p:nvSpPr>
            <p:spPr>
              <a:xfrm>
                <a:off x="1564" y="2733"/>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7818" name=""/>
              <p:cNvSpPr/>
              <p:nvPr/>
            </p:nvSpPr>
            <p:spPr>
              <a:xfrm>
                <a:off x="1564" y="293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19" name=""/>
              <p:cNvSpPr/>
              <p:nvPr/>
            </p:nvSpPr>
            <p:spPr>
              <a:xfrm>
                <a:off x="1564" y="292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0" name=""/>
              <p:cNvSpPr/>
              <p:nvPr/>
            </p:nvSpPr>
            <p:spPr>
              <a:xfrm>
                <a:off x="1564" y="2916"/>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47821" name=""/>
              <p:cNvSpPr/>
              <p:nvPr/>
            </p:nvSpPr>
            <p:spPr>
              <a:xfrm>
                <a:off x="1564" y="291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2" name=""/>
              <p:cNvSpPr/>
              <p:nvPr/>
            </p:nvSpPr>
            <p:spPr>
              <a:xfrm>
                <a:off x="1564" y="290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3" name=""/>
              <p:cNvSpPr/>
              <p:nvPr/>
            </p:nvSpPr>
            <p:spPr>
              <a:xfrm>
                <a:off x="1564" y="290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4" name=""/>
              <p:cNvSpPr/>
              <p:nvPr/>
            </p:nvSpPr>
            <p:spPr>
              <a:xfrm>
                <a:off x="1564" y="289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5" name=""/>
              <p:cNvSpPr/>
              <p:nvPr/>
            </p:nvSpPr>
            <p:spPr>
              <a:xfrm>
                <a:off x="1564" y="288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6" name=""/>
              <p:cNvSpPr/>
              <p:nvPr/>
            </p:nvSpPr>
            <p:spPr>
              <a:xfrm>
                <a:off x="1564" y="287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7" name=""/>
              <p:cNvSpPr/>
              <p:nvPr/>
            </p:nvSpPr>
            <p:spPr>
              <a:xfrm>
                <a:off x="1564" y="287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8" name=""/>
              <p:cNvSpPr/>
              <p:nvPr/>
            </p:nvSpPr>
            <p:spPr>
              <a:xfrm>
                <a:off x="1564" y="286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29" name=""/>
              <p:cNvSpPr/>
              <p:nvPr/>
            </p:nvSpPr>
            <p:spPr>
              <a:xfrm>
                <a:off x="1564" y="285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30" name=""/>
              <p:cNvSpPr/>
              <p:nvPr/>
            </p:nvSpPr>
            <p:spPr>
              <a:xfrm>
                <a:off x="1564" y="285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31" name=""/>
              <p:cNvSpPr/>
              <p:nvPr/>
            </p:nvSpPr>
            <p:spPr>
              <a:xfrm>
                <a:off x="1564" y="284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32" name=""/>
              <p:cNvSpPr/>
              <p:nvPr/>
            </p:nvSpPr>
            <p:spPr>
              <a:xfrm>
                <a:off x="1564" y="283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33" name=""/>
              <p:cNvSpPr/>
              <p:nvPr/>
            </p:nvSpPr>
            <p:spPr>
              <a:xfrm>
                <a:off x="1564" y="282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34" name=""/>
              <p:cNvSpPr/>
              <p:nvPr/>
            </p:nvSpPr>
            <p:spPr>
              <a:xfrm>
                <a:off x="1564" y="282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835" name=""/>
              <p:cNvSpPr/>
              <p:nvPr/>
            </p:nvSpPr>
            <p:spPr>
              <a:xfrm>
                <a:off x="1535" y="2953"/>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7836" name=""/>
              <p:cNvSpPr/>
              <p:nvPr/>
            </p:nvSpPr>
            <p:spPr>
              <a:xfrm>
                <a:off x="1630" y="2953"/>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7837" name=""/>
              <p:cNvSpPr/>
              <p:nvPr/>
            </p:nvSpPr>
            <p:spPr>
              <a:xfrm>
                <a:off x="1587" y="2882"/>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47838" name=""/>
              <p:cNvSpPr/>
              <p:nvPr/>
            </p:nvSpPr>
            <p:spPr>
              <a:xfrm>
                <a:off x="1564" y="2544"/>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7839" name=""/>
              <p:cNvSpPr/>
              <p:nvPr/>
            </p:nvSpPr>
            <p:spPr>
              <a:xfrm>
                <a:off x="1576" y="2594"/>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7840" name=""/>
              <p:cNvSpPr/>
              <p:nvPr/>
            </p:nvSpPr>
            <p:spPr>
              <a:xfrm>
                <a:off x="1580" y="2624"/>
                <a:ext cx="98" cy="17"/>
              </a:xfrm>
              <a:custGeom>
                <a:pathLst>
                  <a:path w="98" h="17">
                    <a:moveTo>
                      <a:pt x="0" y="0"/>
                    </a:moveTo>
                    <a:lnTo>
                      <a:pt x="97" y="0"/>
                    </a:lnTo>
                    <a:lnTo>
                      <a:pt x="97" y="16"/>
                    </a:lnTo>
                    <a:lnTo>
                      <a:pt x="0" y="16"/>
                    </a:lnTo>
                    <a:lnTo>
                      <a:pt x="0" y="0"/>
                    </a:lnTo>
                  </a:path>
                </a:pathLst>
              </a:custGeom>
              <a:solidFill>
                <a:srgbClr val="505020"/>
              </a:solidFill>
              <a:ln w="12700" cap="rnd" cmpd="sng">
                <a:solidFill>
                  <a:srgbClr val="000000"/>
                </a:solidFill>
                <a:prstDash val="solid"/>
                <a:round/>
              </a:ln>
              <a:effectLst/>
            </p:spPr>
          </p:sp>
          <p:sp>
            <p:nvSpPr>
              <p:cNvPr id="47841" name=""/>
              <p:cNvSpPr/>
              <p:nvPr/>
            </p:nvSpPr>
            <p:spPr>
              <a:xfrm>
                <a:off x="1580" y="2655"/>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7842" name=""/>
              <p:cNvSpPr/>
              <p:nvPr/>
            </p:nvSpPr>
            <p:spPr>
              <a:xfrm>
                <a:off x="1578" y="2598"/>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7843" name=""/>
              <p:cNvSpPr/>
              <p:nvPr/>
            </p:nvSpPr>
            <p:spPr>
              <a:xfrm>
                <a:off x="1604" y="2599"/>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7844" name=""/>
              <p:cNvSpPr/>
              <p:nvPr/>
            </p:nvSpPr>
            <p:spPr>
              <a:xfrm>
                <a:off x="1656" y="259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7845" name=""/>
              <p:cNvSpPr/>
              <p:nvPr/>
            </p:nvSpPr>
            <p:spPr>
              <a:xfrm>
                <a:off x="1656" y="259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7846" name=""/>
              <p:cNvSpPr/>
              <p:nvPr/>
            </p:nvSpPr>
            <p:spPr>
              <a:xfrm>
                <a:off x="1583" y="2606"/>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7847" name=""/>
              <p:cNvSpPr/>
              <p:nvPr/>
            </p:nvSpPr>
            <p:spPr>
              <a:xfrm>
                <a:off x="1580" y="2626"/>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7848" name=""/>
              <p:cNvSpPr/>
              <p:nvPr/>
            </p:nvSpPr>
            <p:spPr>
              <a:xfrm>
                <a:off x="1604" y="2630"/>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7849" name=""/>
              <p:cNvSpPr/>
              <p:nvPr/>
            </p:nvSpPr>
            <p:spPr>
              <a:xfrm>
                <a:off x="1646" y="264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7850" name=""/>
              <p:cNvSpPr/>
              <p:nvPr/>
            </p:nvSpPr>
            <p:spPr>
              <a:xfrm>
                <a:off x="1646" y="264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7851" name=""/>
              <p:cNvSpPr/>
              <p:nvPr/>
            </p:nvSpPr>
            <p:spPr>
              <a:xfrm>
                <a:off x="1601" y="2633"/>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7852" name=""/>
              <p:cNvSpPr/>
              <p:nvPr/>
            </p:nvSpPr>
            <p:spPr>
              <a:xfrm>
                <a:off x="1580" y="2662"/>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47853" name=""/>
              <p:cNvSpPr/>
              <p:nvPr/>
            </p:nvSpPr>
            <p:spPr>
              <a:xfrm>
                <a:off x="1580" y="2659"/>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7854" name=""/>
              <p:cNvSpPr/>
              <p:nvPr/>
            </p:nvSpPr>
            <p:spPr>
              <a:xfrm>
                <a:off x="1674" y="2662"/>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7855" name=""/>
              <p:cNvSpPr/>
              <p:nvPr/>
            </p:nvSpPr>
            <p:spPr>
              <a:xfrm>
                <a:off x="1578" y="2662"/>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47856" name=""/>
              <p:cNvSpPr/>
              <p:nvPr/>
            </p:nvSpPr>
            <p:spPr>
              <a:xfrm>
                <a:off x="1573" y="2662"/>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7857" name=""/>
              <p:cNvSpPr/>
              <p:nvPr/>
            </p:nvSpPr>
            <p:spPr>
              <a:xfrm>
                <a:off x="1580" y="2666"/>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7858" name=""/>
              <p:cNvSpPr/>
              <p:nvPr/>
            </p:nvSpPr>
            <p:spPr>
              <a:xfrm>
                <a:off x="1603" y="2671"/>
                <a:ext cx="35" cy="25"/>
              </a:xfrm>
              <a:custGeom>
                <a:pathLst>
                  <a:path w="35" h="25">
                    <a:moveTo>
                      <a:pt x="1" y="0"/>
                    </a:moveTo>
                    <a:lnTo>
                      <a:pt x="32" y="0"/>
                    </a:lnTo>
                    <a:lnTo>
                      <a:pt x="32" y="0"/>
                    </a:lnTo>
                    <a:lnTo>
                      <a:pt x="33" y="1"/>
                    </a:lnTo>
                    <a:lnTo>
                      <a:pt x="33" y="1"/>
                    </a:lnTo>
                    <a:lnTo>
                      <a:pt x="34" y="2"/>
                    </a:lnTo>
                    <a:lnTo>
                      <a:pt x="34" y="3"/>
                    </a:lnTo>
                    <a:lnTo>
                      <a:pt x="34" y="22"/>
                    </a:lnTo>
                    <a:lnTo>
                      <a:pt x="33" y="23"/>
                    </a:lnTo>
                    <a:lnTo>
                      <a:pt x="33" y="23"/>
                    </a:lnTo>
                    <a:lnTo>
                      <a:pt x="33" y="24"/>
                    </a:lnTo>
                    <a:lnTo>
                      <a:pt x="32" y="24"/>
                    </a:lnTo>
                    <a:lnTo>
                      <a:pt x="32"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7859" name=""/>
              <p:cNvSpPr/>
              <p:nvPr/>
            </p:nvSpPr>
            <p:spPr>
              <a:xfrm>
                <a:off x="1608" y="2672"/>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7860" name=""/>
              <p:cNvSpPr/>
              <p:nvPr/>
            </p:nvSpPr>
            <p:spPr>
              <a:xfrm>
                <a:off x="1580" y="2658"/>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7861" name=""/>
              <p:cNvSpPr/>
              <p:nvPr/>
            </p:nvSpPr>
            <p:spPr>
              <a:xfrm>
                <a:off x="1576" y="2584"/>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47862" name=""/>
              <p:cNvSpPr/>
              <p:nvPr/>
            </p:nvSpPr>
            <p:spPr>
              <a:xfrm>
                <a:off x="1583" y="2607"/>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7863" name=""/>
              <p:cNvSpPr/>
              <p:nvPr/>
            </p:nvSpPr>
            <p:spPr>
              <a:xfrm>
                <a:off x="1603" y="2607"/>
                <a:ext cx="36" cy="17"/>
              </a:xfrm>
              <a:custGeom>
                <a:pathLst>
                  <a:path w="36" h="17">
                    <a:moveTo>
                      <a:pt x="0" y="16"/>
                    </a:moveTo>
                    <a:lnTo>
                      <a:pt x="35" y="16"/>
                    </a:lnTo>
                    <a:lnTo>
                      <a:pt x="0" y="0"/>
                    </a:lnTo>
                    <a:lnTo>
                      <a:pt x="0" y="16"/>
                    </a:lnTo>
                  </a:path>
                </a:pathLst>
              </a:custGeom>
              <a:solidFill>
                <a:srgbClr val="E0E0B0"/>
              </a:solidFill>
              <a:ln cap="rnd">
                <a:noFill/>
                <a:round/>
              </a:ln>
              <a:effectLst/>
            </p:spPr>
          </p:sp>
          <p:sp>
            <p:nvSpPr>
              <p:cNvPr id="47864" name=""/>
              <p:cNvSpPr/>
              <p:nvPr/>
            </p:nvSpPr>
            <p:spPr>
              <a:xfrm>
                <a:off x="1644" y="2607"/>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47865" name=""/>
              <p:cNvSpPr/>
              <p:nvPr/>
            </p:nvSpPr>
            <p:spPr>
              <a:xfrm>
                <a:off x="1604" y="2613"/>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7866" name=""/>
              <p:cNvSpPr/>
              <p:nvPr/>
            </p:nvSpPr>
            <p:spPr>
              <a:xfrm>
                <a:off x="1658" y="259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867" name=""/>
              <p:cNvSpPr/>
              <p:nvPr/>
            </p:nvSpPr>
            <p:spPr>
              <a:xfrm>
                <a:off x="1651" y="2599"/>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7868" name=""/>
              <p:cNvSpPr/>
              <p:nvPr/>
            </p:nvSpPr>
            <p:spPr>
              <a:xfrm>
                <a:off x="1604" y="2613"/>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7869" name=""/>
              <p:cNvSpPr/>
              <p:nvPr/>
            </p:nvSpPr>
            <p:spPr>
              <a:xfrm>
                <a:off x="1604" y="2612"/>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7870" name=""/>
              <p:cNvSpPr/>
              <p:nvPr/>
            </p:nvSpPr>
            <p:spPr>
              <a:xfrm>
                <a:off x="1603" y="2611"/>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871" name=""/>
              <p:cNvSpPr/>
              <p:nvPr/>
            </p:nvSpPr>
            <p:spPr>
              <a:xfrm>
                <a:off x="1590" y="2584"/>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7872" name=""/>
              <p:cNvSpPr/>
              <p:nvPr/>
            </p:nvSpPr>
            <p:spPr>
              <a:xfrm>
                <a:off x="1590" y="2584"/>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7873" name=""/>
              <p:cNvCxnSpPr/>
              <p:nvPr/>
            </p:nvCxnSpPr>
            <p:spPr>
              <a:xfrm>
                <a:off x="1591" y="2587"/>
                <a:ext cx="2" cy="0"/>
              </a:xfrm>
              <a:prstGeom prst="line">
                <a:avLst/>
              </a:prstGeom>
              <a:noFill/>
              <a:ln>
                <a:noFill/>
                <a:miter lim="800000"/>
              </a:ln>
              <a:effectLst/>
            </p:spPr>
          </p:cxnSp>
          <p:sp>
            <p:nvSpPr>
              <p:cNvPr id="47874" name=""/>
              <p:cNvSpPr/>
              <p:nvPr/>
            </p:nvSpPr>
            <p:spPr>
              <a:xfrm>
                <a:off x="1656" y="2584"/>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7875" name=""/>
              <p:cNvSpPr/>
              <p:nvPr/>
            </p:nvSpPr>
            <p:spPr>
              <a:xfrm>
                <a:off x="1655" y="2584"/>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7876" name=""/>
              <p:cNvSpPr/>
              <p:nvPr/>
            </p:nvSpPr>
            <p:spPr>
              <a:xfrm>
                <a:off x="1652" y="2582"/>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7877" name=""/>
              <p:cNvSpPr/>
              <p:nvPr/>
            </p:nvSpPr>
            <p:spPr>
              <a:xfrm>
                <a:off x="1604" y="2645"/>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7878" name=""/>
              <p:cNvSpPr/>
              <p:nvPr/>
            </p:nvSpPr>
            <p:spPr>
              <a:xfrm>
                <a:off x="1604" y="2644"/>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7879" name=""/>
              <p:cNvSpPr/>
              <p:nvPr/>
            </p:nvSpPr>
            <p:spPr>
              <a:xfrm>
                <a:off x="1603" y="2643"/>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7880" name=""/>
              <p:cNvSpPr/>
              <p:nvPr/>
            </p:nvSpPr>
            <p:spPr>
              <a:xfrm>
                <a:off x="1584" y="2694"/>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7881" name=""/>
              <p:cNvCxnSpPr/>
              <p:nvPr/>
            </p:nvCxnSpPr>
            <p:spPr>
              <a:xfrm>
                <a:off x="1587" y="2698"/>
                <a:ext cx="2" cy="0"/>
              </a:xfrm>
              <a:prstGeom prst="line">
                <a:avLst/>
              </a:prstGeom>
              <a:noFill/>
              <a:ln>
                <a:noFill/>
                <a:miter lim="800000"/>
              </a:ln>
              <a:effectLst/>
            </p:spPr>
          </p:cxnSp>
          <p:cxnSp>
            <p:nvCxnSpPr>
              <p:cNvPr id="47882" name=""/>
              <p:cNvCxnSpPr/>
              <p:nvPr/>
            </p:nvCxnSpPr>
            <p:spPr>
              <a:xfrm>
                <a:off x="1587" y="2698"/>
                <a:ext cx="2" cy="0"/>
              </a:xfrm>
              <a:prstGeom prst="line">
                <a:avLst/>
              </a:prstGeom>
              <a:noFill/>
              <a:ln>
                <a:noFill/>
                <a:miter lim="800000"/>
              </a:ln>
              <a:effectLst/>
            </p:spPr>
          </p:cxnSp>
          <p:cxnSp>
            <p:nvCxnSpPr>
              <p:cNvPr id="47883" name=""/>
              <p:cNvCxnSpPr/>
              <p:nvPr/>
            </p:nvCxnSpPr>
            <p:spPr>
              <a:xfrm>
                <a:off x="1587" y="2698"/>
                <a:ext cx="2" cy="0"/>
              </a:xfrm>
              <a:prstGeom prst="line">
                <a:avLst/>
              </a:prstGeom>
              <a:noFill/>
              <a:ln>
                <a:noFill/>
                <a:miter lim="800000"/>
              </a:ln>
              <a:effectLst/>
            </p:spPr>
          </p:cxnSp>
          <p:cxnSp>
            <p:nvCxnSpPr>
              <p:cNvPr id="47884" name=""/>
              <p:cNvCxnSpPr/>
              <p:nvPr/>
            </p:nvCxnSpPr>
            <p:spPr>
              <a:xfrm>
                <a:off x="1587" y="2698"/>
                <a:ext cx="2" cy="0"/>
              </a:xfrm>
              <a:prstGeom prst="line">
                <a:avLst/>
              </a:prstGeom>
              <a:noFill/>
              <a:ln>
                <a:noFill/>
                <a:miter lim="800000"/>
              </a:ln>
              <a:effectLst/>
            </p:spPr>
          </p:cxnSp>
          <p:cxnSp>
            <p:nvCxnSpPr>
              <p:cNvPr id="47885" name=""/>
              <p:cNvCxnSpPr/>
              <p:nvPr/>
            </p:nvCxnSpPr>
            <p:spPr>
              <a:xfrm>
                <a:off x="1587" y="2698"/>
                <a:ext cx="2" cy="0"/>
              </a:xfrm>
              <a:prstGeom prst="line">
                <a:avLst/>
              </a:prstGeom>
              <a:noFill/>
              <a:ln>
                <a:noFill/>
                <a:miter lim="800000"/>
              </a:ln>
              <a:effectLst/>
            </p:spPr>
          </p:cxnSp>
          <p:cxnSp>
            <p:nvCxnSpPr>
              <p:cNvPr id="47886" name=""/>
              <p:cNvCxnSpPr/>
              <p:nvPr/>
            </p:nvCxnSpPr>
            <p:spPr>
              <a:xfrm>
                <a:off x="1587" y="2698"/>
                <a:ext cx="2" cy="0"/>
              </a:xfrm>
              <a:prstGeom prst="line">
                <a:avLst/>
              </a:prstGeom>
              <a:noFill/>
              <a:ln>
                <a:noFill/>
                <a:miter lim="800000"/>
              </a:ln>
              <a:effectLst/>
            </p:spPr>
          </p:cxnSp>
          <p:cxnSp>
            <p:nvCxnSpPr>
              <p:cNvPr id="47887" name=""/>
              <p:cNvCxnSpPr/>
              <p:nvPr/>
            </p:nvCxnSpPr>
            <p:spPr>
              <a:xfrm>
                <a:off x="1587" y="2698"/>
                <a:ext cx="2" cy="0"/>
              </a:xfrm>
              <a:prstGeom prst="line">
                <a:avLst/>
              </a:prstGeom>
              <a:noFill/>
              <a:ln>
                <a:noFill/>
                <a:miter lim="800000"/>
              </a:ln>
              <a:effectLst/>
            </p:spPr>
          </p:cxnSp>
          <p:sp>
            <p:nvSpPr>
              <p:cNvPr id="47888" name=""/>
              <p:cNvSpPr/>
              <p:nvPr/>
            </p:nvSpPr>
            <p:spPr>
              <a:xfrm>
                <a:off x="1584" y="269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889" name=""/>
              <p:cNvCxnSpPr/>
              <p:nvPr/>
            </p:nvCxnSpPr>
            <p:spPr>
              <a:xfrm>
                <a:off x="1587" y="2697"/>
                <a:ext cx="2" cy="0"/>
              </a:xfrm>
              <a:prstGeom prst="line">
                <a:avLst/>
              </a:prstGeom>
              <a:noFill/>
              <a:ln>
                <a:noFill/>
                <a:miter lim="800000"/>
              </a:ln>
              <a:effectLst/>
            </p:spPr>
          </p:cxnSp>
          <p:cxnSp>
            <p:nvCxnSpPr>
              <p:cNvPr id="47890" name=""/>
              <p:cNvCxnSpPr/>
              <p:nvPr/>
            </p:nvCxnSpPr>
            <p:spPr>
              <a:xfrm>
                <a:off x="1587" y="2697"/>
                <a:ext cx="2" cy="0"/>
              </a:xfrm>
              <a:prstGeom prst="line">
                <a:avLst/>
              </a:prstGeom>
              <a:noFill/>
              <a:ln>
                <a:noFill/>
                <a:miter lim="800000"/>
              </a:ln>
              <a:effectLst/>
            </p:spPr>
          </p:cxnSp>
          <p:cxnSp>
            <p:nvCxnSpPr>
              <p:cNvPr id="47891" name=""/>
              <p:cNvCxnSpPr/>
              <p:nvPr/>
            </p:nvCxnSpPr>
            <p:spPr>
              <a:xfrm>
                <a:off x="1587" y="2697"/>
                <a:ext cx="2" cy="0"/>
              </a:xfrm>
              <a:prstGeom prst="line">
                <a:avLst/>
              </a:prstGeom>
              <a:noFill/>
              <a:ln>
                <a:noFill/>
                <a:miter lim="800000"/>
              </a:ln>
              <a:effectLst/>
            </p:spPr>
          </p:cxnSp>
          <p:cxnSp>
            <p:nvCxnSpPr>
              <p:cNvPr id="47892" name=""/>
              <p:cNvCxnSpPr/>
              <p:nvPr/>
            </p:nvCxnSpPr>
            <p:spPr>
              <a:xfrm>
                <a:off x="1587" y="2697"/>
                <a:ext cx="2" cy="0"/>
              </a:xfrm>
              <a:prstGeom prst="line">
                <a:avLst/>
              </a:prstGeom>
              <a:noFill/>
              <a:ln>
                <a:noFill/>
                <a:miter lim="800000"/>
              </a:ln>
              <a:effectLst/>
            </p:spPr>
          </p:cxnSp>
          <p:cxnSp>
            <p:nvCxnSpPr>
              <p:cNvPr id="47893" name=""/>
              <p:cNvCxnSpPr/>
              <p:nvPr/>
            </p:nvCxnSpPr>
            <p:spPr>
              <a:xfrm>
                <a:off x="1587" y="2697"/>
                <a:ext cx="2" cy="0"/>
              </a:xfrm>
              <a:prstGeom prst="line">
                <a:avLst/>
              </a:prstGeom>
              <a:noFill/>
              <a:ln>
                <a:noFill/>
                <a:miter lim="800000"/>
              </a:ln>
              <a:effectLst/>
            </p:spPr>
          </p:cxnSp>
          <p:cxnSp>
            <p:nvCxnSpPr>
              <p:cNvPr id="47894" name=""/>
              <p:cNvCxnSpPr/>
              <p:nvPr/>
            </p:nvCxnSpPr>
            <p:spPr>
              <a:xfrm>
                <a:off x="1587" y="2697"/>
                <a:ext cx="2" cy="0"/>
              </a:xfrm>
              <a:prstGeom prst="line">
                <a:avLst/>
              </a:prstGeom>
              <a:noFill/>
              <a:ln>
                <a:noFill/>
                <a:miter lim="800000"/>
              </a:ln>
              <a:effectLst/>
            </p:spPr>
          </p:cxnSp>
          <p:cxnSp>
            <p:nvCxnSpPr>
              <p:cNvPr id="47895" name=""/>
              <p:cNvCxnSpPr/>
              <p:nvPr/>
            </p:nvCxnSpPr>
            <p:spPr>
              <a:xfrm>
                <a:off x="1587" y="2697"/>
                <a:ext cx="2" cy="0"/>
              </a:xfrm>
              <a:prstGeom prst="line">
                <a:avLst/>
              </a:prstGeom>
              <a:noFill/>
              <a:ln>
                <a:noFill/>
                <a:miter lim="800000"/>
              </a:ln>
              <a:effectLst/>
            </p:spPr>
          </p:cxnSp>
          <p:cxnSp>
            <p:nvCxnSpPr>
              <p:cNvPr id="47896" name=""/>
              <p:cNvCxnSpPr/>
              <p:nvPr/>
            </p:nvCxnSpPr>
            <p:spPr>
              <a:xfrm>
                <a:off x="1587" y="2697"/>
                <a:ext cx="2" cy="0"/>
              </a:xfrm>
              <a:prstGeom prst="line">
                <a:avLst/>
              </a:prstGeom>
              <a:noFill/>
              <a:ln>
                <a:noFill/>
                <a:miter lim="800000"/>
              </a:ln>
              <a:effectLst/>
            </p:spPr>
          </p:cxnSp>
          <p:cxnSp>
            <p:nvCxnSpPr>
              <p:cNvPr id="47897" name=""/>
              <p:cNvCxnSpPr/>
              <p:nvPr/>
            </p:nvCxnSpPr>
            <p:spPr>
              <a:xfrm>
                <a:off x="1587" y="2697"/>
                <a:ext cx="2" cy="0"/>
              </a:xfrm>
              <a:prstGeom prst="line">
                <a:avLst/>
              </a:prstGeom>
              <a:noFill/>
              <a:ln>
                <a:noFill/>
                <a:miter lim="800000"/>
              </a:ln>
              <a:effectLst/>
            </p:spPr>
          </p:cxnSp>
          <p:sp>
            <p:nvSpPr>
              <p:cNvPr id="47898" name=""/>
              <p:cNvSpPr/>
              <p:nvPr/>
            </p:nvSpPr>
            <p:spPr>
              <a:xfrm>
                <a:off x="1584" y="269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899" name=""/>
              <p:cNvCxnSpPr/>
              <p:nvPr/>
            </p:nvCxnSpPr>
            <p:spPr>
              <a:xfrm>
                <a:off x="1587" y="2697"/>
                <a:ext cx="2" cy="0"/>
              </a:xfrm>
              <a:prstGeom prst="line">
                <a:avLst/>
              </a:prstGeom>
              <a:noFill/>
              <a:ln>
                <a:noFill/>
                <a:miter lim="800000"/>
              </a:ln>
              <a:effectLst/>
            </p:spPr>
          </p:cxnSp>
          <p:cxnSp>
            <p:nvCxnSpPr>
              <p:cNvPr id="47900" name=""/>
              <p:cNvCxnSpPr/>
              <p:nvPr/>
            </p:nvCxnSpPr>
            <p:spPr>
              <a:xfrm>
                <a:off x="1587" y="2697"/>
                <a:ext cx="2" cy="0"/>
              </a:xfrm>
              <a:prstGeom prst="line">
                <a:avLst/>
              </a:prstGeom>
              <a:noFill/>
              <a:ln>
                <a:noFill/>
                <a:miter lim="800000"/>
              </a:ln>
              <a:effectLst/>
            </p:spPr>
          </p:cxnSp>
          <p:cxnSp>
            <p:nvCxnSpPr>
              <p:cNvPr id="47901" name=""/>
              <p:cNvCxnSpPr/>
              <p:nvPr/>
            </p:nvCxnSpPr>
            <p:spPr>
              <a:xfrm>
                <a:off x="1587" y="2697"/>
                <a:ext cx="2" cy="0"/>
              </a:xfrm>
              <a:prstGeom prst="line">
                <a:avLst/>
              </a:prstGeom>
              <a:noFill/>
              <a:ln>
                <a:noFill/>
                <a:miter lim="800000"/>
              </a:ln>
              <a:effectLst/>
            </p:spPr>
          </p:cxnSp>
          <p:cxnSp>
            <p:nvCxnSpPr>
              <p:cNvPr id="47902" name=""/>
              <p:cNvCxnSpPr/>
              <p:nvPr/>
            </p:nvCxnSpPr>
            <p:spPr>
              <a:xfrm>
                <a:off x="1587" y="2697"/>
                <a:ext cx="2" cy="0"/>
              </a:xfrm>
              <a:prstGeom prst="line">
                <a:avLst/>
              </a:prstGeom>
              <a:noFill/>
              <a:ln>
                <a:noFill/>
                <a:miter lim="800000"/>
              </a:ln>
              <a:effectLst/>
            </p:spPr>
          </p:cxnSp>
          <p:cxnSp>
            <p:nvCxnSpPr>
              <p:cNvPr id="47903" name=""/>
              <p:cNvCxnSpPr/>
              <p:nvPr/>
            </p:nvCxnSpPr>
            <p:spPr>
              <a:xfrm>
                <a:off x="1587" y="2697"/>
                <a:ext cx="2" cy="0"/>
              </a:xfrm>
              <a:prstGeom prst="line">
                <a:avLst/>
              </a:prstGeom>
              <a:noFill/>
              <a:ln>
                <a:noFill/>
                <a:miter lim="800000"/>
              </a:ln>
              <a:effectLst/>
            </p:spPr>
          </p:cxnSp>
          <p:sp>
            <p:nvSpPr>
              <p:cNvPr id="47904" name=""/>
              <p:cNvSpPr/>
              <p:nvPr/>
            </p:nvSpPr>
            <p:spPr>
              <a:xfrm>
                <a:off x="1584" y="269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7905" name=""/>
              <p:cNvCxnSpPr/>
              <p:nvPr/>
            </p:nvCxnSpPr>
            <p:spPr>
              <a:xfrm>
                <a:off x="1587" y="2696"/>
                <a:ext cx="2" cy="0"/>
              </a:xfrm>
              <a:prstGeom prst="line">
                <a:avLst/>
              </a:prstGeom>
              <a:noFill/>
              <a:ln>
                <a:noFill/>
                <a:miter lim="800000"/>
              </a:ln>
              <a:effectLst/>
            </p:spPr>
          </p:cxnSp>
          <p:sp>
            <p:nvSpPr>
              <p:cNvPr id="47906" name=""/>
              <p:cNvSpPr/>
              <p:nvPr/>
            </p:nvSpPr>
            <p:spPr>
              <a:xfrm>
                <a:off x="1583" y="2693"/>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7907" name=""/>
              <p:cNvSpPr/>
              <p:nvPr/>
            </p:nvSpPr>
            <p:spPr>
              <a:xfrm>
                <a:off x="1584" y="2604"/>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47908" name=""/>
              <p:cNvSpPr/>
              <p:nvPr/>
            </p:nvSpPr>
            <p:spPr>
              <a:xfrm>
                <a:off x="1601" y="2601"/>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7909" name=""/>
              <p:cNvSpPr/>
              <p:nvPr/>
            </p:nvSpPr>
            <p:spPr>
              <a:xfrm>
                <a:off x="1601" y="2611"/>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7910" name=""/>
              <p:cNvSpPr/>
              <p:nvPr/>
            </p:nvSpPr>
            <p:spPr>
              <a:xfrm>
                <a:off x="1608" y="2674"/>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7911" name=""/>
              <p:cNvSpPr/>
              <p:nvPr/>
            </p:nvSpPr>
            <p:spPr>
              <a:xfrm>
                <a:off x="1603" y="2695"/>
                <a:ext cx="34" cy="17"/>
              </a:xfrm>
              <a:custGeom>
                <a:pathLst>
                  <a:path w="34" h="17">
                    <a:moveTo>
                      <a:pt x="0" y="16"/>
                    </a:moveTo>
                    <a:lnTo>
                      <a:pt x="32" y="16"/>
                    </a:lnTo>
                    <a:lnTo>
                      <a:pt x="33" y="5"/>
                    </a:lnTo>
                    <a:lnTo>
                      <a:pt x="0" y="0"/>
                    </a:lnTo>
                    <a:lnTo>
                      <a:pt x="0" y="5"/>
                    </a:lnTo>
                    <a:lnTo>
                      <a:pt x="0" y="16"/>
                    </a:lnTo>
                  </a:path>
                </a:pathLst>
              </a:custGeom>
              <a:solidFill>
                <a:srgbClr val="E0E0B0"/>
              </a:solidFill>
              <a:ln cap="rnd">
                <a:noFill/>
                <a:round/>
              </a:ln>
              <a:effectLst/>
            </p:spPr>
          </p:sp>
          <p:sp>
            <p:nvSpPr>
              <p:cNvPr id="47912" name=""/>
              <p:cNvSpPr/>
              <p:nvPr/>
            </p:nvSpPr>
            <p:spPr>
              <a:xfrm>
                <a:off x="1618" y="2683"/>
                <a:ext cx="20" cy="17"/>
              </a:xfrm>
              <a:custGeom>
                <a:pathLst>
                  <a:path w="20" h="17">
                    <a:moveTo>
                      <a:pt x="0" y="16"/>
                    </a:moveTo>
                    <a:lnTo>
                      <a:pt x="0" y="0"/>
                    </a:lnTo>
                    <a:lnTo>
                      <a:pt x="19" y="0"/>
                    </a:lnTo>
                    <a:lnTo>
                      <a:pt x="19" y="16"/>
                    </a:lnTo>
                    <a:lnTo>
                      <a:pt x="0" y="16"/>
                    </a:lnTo>
                  </a:path>
                </a:pathLst>
              </a:custGeom>
              <a:solidFill>
                <a:srgbClr val="E0E0B0"/>
              </a:solidFill>
              <a:ln cap="rnd">
                <a:noFill/>
                <a:round/>
              </a:ln>
              <a:effectLst/>
            </p:spPr>
          </p:sp>
          <p:sp>
            <p:nvSpPr>
              <p:cNvPr id="47913" name=""/>
              <p:cNvSpPr/>
              <p:nvPr/>
            </p:nvSpPr>
            <p:spPr>
              <a:xfrm>
                <a:off x="1641" y="2685"/>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7914" name=""/>
              <p:cNvCxnSpPr/>
              <p:nvPr/>
            </p:nvCxnSpPr>
            <p:spPr>
              <a:xfrm flipH="1">
                <a:off x="1604" y="2638"/>
                <a:ext cx="0" cy="13"/>
              </a:xfrm>
              <a:prstGeom prst="line">
                <a:avLst/>
              </a:prstGeom>
              <a:noFill/>
              <a:ln>
                <a:noFill/>
                <a:miter lim="800000"/>
              </a:ln>
              <a:effectLst/>
            </p:spPr>
          </p:cxnSp>
          <p:cxnSp>
            <p:nvCxnSpPr>
              <p:cNvPr id="47915" name=""/>
              <p:cNvCxnSpPr/>
              <p:nvPr/>
            </p:nvCxnSpPr>
            <p:spPr>
              <a:xfrm flipH="1">
                <a:off x="1604" y="2633"/>
                <a:ext cx="0" cy="1"/>
              </a:xfrm>
              <a:prstGeom prst="line">
                <a:avLst/>
              </a:prstGeom>
              <a:noFill/>
              <a:ln>
                <a:noFill/>
                <a:miter lim="800000"/>
              </a:ln>
              <a:effectLst/>
            </p:spPr>
          </p:cxnSp>
          <p:sp>
            <p:nvSpPr>
              <p:cNvPr id="47916" name=""/>
              <p:cNvSpPr/>
              <p:nvPr/>
            </p:nvSpPr>
            <p:spPr>
              <a:xfrm>
                <a:off x="1596" y="2633"/>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917" name=""/>
              <p:cNvSpPr/>
              <p:nvPr/>
            </p:nvSpPr>
            <p:spPr>
              <a:xfrm>
                <a:off x="1619" y="263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918" name=""/>
              <p:cNvSpPr/>
              <p:nvPr/>
            </p:nvSpPr>
            <p:spPr>
              <a:xfrm>
                <a:off x="1619" y="263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7919" name=""/>
              <p:cNvSpPr/>
              <p:nvPr/>
            </p:nvSpPr>
            <p:spPr>
              <a:xfrm>
                <a:off x="1643" y="263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7920" name=""/>
              <p:cNvSpPr/>
              <p:nvPr/>
            </p:nvSpPr>
            <p:spPr>
              <a:xfrm>
                <a:off x="1601" y="2639"/>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7921" name=""/>
              <p:cNvSpPr/>
              <p:nvPr/>
            </p:nvSpPr>
            <p:spPr>
              <a:xfrm>
                <a:off x="1604" y="2647"/>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7922" name=""/>
              <p:cNvSpPr/>
              <p:nvPr/>
            </p:nvSpPr>
            <p:spPr>
              <a:xfrm>
                <a:off x="1638" y="2639"/>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7923" name=""/>
              <p:cNvSpPr/>
              <p:nvPr/>
            </p:nvSpPr>
            <p:spPr>
              <a:xfrm>
                <a:off x="1643" y="2631"/>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924" name=""/>
              <p:cNvSpPr/>
              <p:nvPr/>
            </p:nvSpPr>
            <p:spPr>
              <a:xfrm>
                <a:off x="1656" y="263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925" name=""/>
              <p:cNvSpPr/>
              <p:nvPr/>
            </p:nvSpPr>
            <p:spPr>
              <a:xfrm>
                <a:off x="1604" y="2630"/>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7926" name=""/>
              <p:cNvSpPr/>
              <p:nvPr/>
            </p:nvSpPr>
            <p:spPr>
              <a:xfrm>
                <a:off x="1597" y="263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927" name=""/>
              <p:cNvSpPr/>
              <p:nvPr/>
            </p:nvSpPr>
            <p:spPr>
              <a:xfrm>
                <a:off x="1601" y="2630"/>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7928" name=""/>
              <p:cNvCxnSpPr/>
              <p:nvPr/>
            </p:nvCxnSpPr>
            <p:spPr>
              <a:xfrm>
                <a:off x="1603" y="2634"/>
                <a:ext cx="20" cy="0"/>
              </a:xfrm>
              <a:prstGeom prst="line">
                <a:avLst/>
              </a:prstGeom>
              <a:noFill/>
              <a:ln>
                <a:noFill/>
                <a:miter lim="800000"/>
              </a:ln>
              <a:effectLst/>
            </p:spPr>
          </p:cxnSp>
          <p:cxnSp>
            <p:nvCxnSpPr>
              <p:cNvPr id="47929" name=""/>
              <p:cNvCxnSpPr/>
              <p:nvPr/>
            </p:nvCxnSpPr>
            <p:spPr>
              <a:xfrm flipH="1">
                <a:off x="1623" y="2638"/>
                <a:ext cx="0" cy="2"/>
              </a:xfrm>
              <a:prstGeom prst="line">
                <a:avLst/>
              </a:prstGeom>
              <a:noFill/>
              <a:ln>
                <a:noFill/>
                <a:miter lim="800000"/>
              </a:ln>
              <a:effectLst/>
            </p:spPr>
          </p:cxnSp>
          <p:sp>
            <p:nvSpPr>
              <p:cNvPr id="47930" name=""/>
              <p:cNvSpPr/>
              <p:nvPr/>
            </p:nvSpPr>
            <p:spPr>
              <a:xfrm>
                <a:off x="1623" y="263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931" name=""/>
              <p:cNvSpPr/>
              <p:nvPr/>
            </p:nvSpPr>
            <p:spPr>
              <a:xfrm>
                <a:off x="1637" y="263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932" name=""/>
              <p:cNvSpPr/>
              <p:nvPr/>
            </p:nvSpPr>
            <p:spPr>
              <a:xfrm>
                <a:off x="1637" y="2631"/>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7933" name=""/>
              <p:cNvSpPr/>
              <p:nvPr/>
            </p:nvSpPr>
            <p:spPr>
              <a:xfrm>
                <a:off x="1623" y="2629"/>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7934" name=""/>
              <p:cNvSpPr/>
              <p:nvPr/>
            </p:nvSpPr>
            <p:spPr>
              <a:xfrm>
                <a:off x="1648" y="2641"/>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7935" name=""/>
              <p:cNvSpPr/>
              <p:nvPr/>
            </p:nvSpPr>
            <p:spPr>
              <a:xfrm>
                <a:off x="1604" y="2596"/>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7936" name=""/>
              <p:cNvSpPr/>
              <p:nvPr/>
            </p:nvSpPr>
            <p:spPr>
              <a:xfrm>
                <a:off x="1638" y="2599"/>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7937" name=""/>
              <p:cNvSpPr/>
              <p:nvPr/>
            </p:nvSpPr>
            <p:spPr>
              <a:xfrm>
                <a:off x="1638" y="2613"/>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7938" name=""/>
              <p:cNvSpPr/>
              <p:nvPr/>
            </p:nvSpPr>
            <p:spPr>
              <a:xfrm>
                <a:off x="1604" y="2614"/>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7939" name=""/>
              <p:cNvSpPr/>
              <p:nvPr/>
            </p:nvSpPr>
            <p:spPr>
              <a:xfrm>
                <a:off x="1580" y="2606"/>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7940" name=""/>
              <p:cNvSpPr/>
              <p:nvPr/>
            </p:nvSpPr>
            <p:spPr>
              <a:xfrm>
                <a:off x="1608" y="2690"/>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7941" name=""/>
              <p:cNvCxnSpPr/>
              <p:nvPr/>
            </p:nvCxnSpPr>
            <p:spPr>
              <a:xfrm flipH="1">
                <a:off x="1677" y="2674"/>
                <a:ext cx="0" cy="14"/>
              </a:xfrm>
              <a:prstGeom prst="line">
                <a:avLst/>
              </a:prstGeom>
              <a:noFill/>
              <a:ln>
                <a:noFill/>
                <a:miter lim="800000"/>
              </a:ln>
              <a:effectLst/>
            </p:spPr>
          </p:cxnSp>
          <p:sp>
            <p:nvSpPr>
              <p:cNvPr id="47942" name=""/>
              <p:cNvSpPr/>
              <p:nvPr/>
            </p:nvSpPr>
            <p:spPr>
              <a:xfrm>
                <a:off x="1608" y="2668"/>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7943" name=""/>
              <p:cNvSpPr/>
              <p:nvPr/>
            </p:nvSpPr>
            <p:spPr>
              <a:xfrm>
                <a:off x="1604" y="2674"/>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7944" name=""/>
              <p:cNvSpPr/>
              <p:nvPr/>
            </p:nvSpPr>
            <p:spPr>
              <a:xfrm>
                <a:off x="1608" y="2682"/>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7945" name=""/>
              <p:cNvSpPr/>
              <p:nvPr/>
            </p:nvSpPr>
            <p:spPr>
              <a:xfrm>
                <a:off x="1564" y="2714"/>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47946" name=""/>
              <p:cNvSpPr/>
              <p:nvPr/>
            </p:nvSpPr>
            <p:spPr>
              <a:xfrm>
                <a:off x="1583" y="2716"/>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7947" name=""/>
              <p:cNvSpPr/>
              <p:nvPr/>
            </p:nvSpPr>
            <p:spPr>
              <a:xfrm>
                <a:off x="1623" y="2558"/>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7948" name=""/>
              <p:cNvSpPr/>
              <p:nvPr/>
            </p:nvSpPr>
            <p:spPr>
              <a:xfrm>
                <a:off x="1625" y="2562"/>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7949" name=""/>
              <p:cNvSpPr/>
              <p:nvPr/>
            </p:nvSpPr>
            <p:spPr>
              <a:xfrm>
                <a:off x="1576" y="2554"/>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47950" name=""/>
              <p:cNvSpPr/>
              <p:nvPr/>
            </p:nvSpPr>
            <p:spPr>
              <a:xfrm>
                <a:off x="1576" y="2554"/>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47951" name=""/>
              <p:cNvSpPr/>
              <p:nvPr/>
            </p:nvSpPr>
            <p:spPr>
              <a:xfrm>
                <a:off x="1577" y="2555"/>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47952" name=""/>
              <p:cNvSpPr/>
              <p:nvPr/>
            </p:nvSpPr>
            <p:spPr>
              <a:xfrm>
                <a:off x="1577" y="2555"/>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7953" name=""/>
              <p:cNvSpPr/>
              <p:nvPr/>
            </p:nvSpPr>
            <p:spPr>
              <a:xfrm>
                <a:off x="1623" y="2558"/>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7954" name=""/>
              <p:cNvSpPr/>
              <p:nvPr/>
            </p:nvSpPr>
            <p:spPr>
              <a:xfrm>
                <a:off x="1581" y="2560"/>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47955" name=""/>
              <p:cNvSpPr/>
              <p:nvPr/>
            </p:nvSpPr>
            <p:spPr>
              <a:xfrm>
                <a:off x="1619" y="2558"/>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7956" name=""/>
              <p:cNvSpPr/>
              <p:nvPr/>
            </p:nvSpPr>
            <p:spPr>
              <a:xfrm>
                <a:off x="1617" y="2558"/>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7957" name=""/>
              <p:cNvSpPr/>
              <p:nvPr/>
            </p:nvSpPr>
            <p:spPr>
              <a:xfrm>
                <a:off x="1612" y="2558"/>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7958" name=""/>
              <p:cNvSpPr/>
              <p:nvPr/>
            </p:nvSpPr>
            <p:spPr>
              <a:xfrm>
                <a:off x="1608" y="2558"/>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7959" name=""/>
              <p:cNvSpPr/>
              <p:nvPr/>
            </p:nvSpPr>
            <p:spPr>
              <a:xfrm>
                <a:off x="1604" y="2558"/>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7960" name=""/>
              <p:cNvSpPr/>
              <p:nvPr/>
            </p:nvSpPr>
            <p:spPr>
              <a:xfrm>
                <a:off x="1655" y="2555"/>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7961" name=""/>
              <p:cNvSpPr/>
              <p:nvPr/>
            </p:nvSpPr>
            <p:spPr>
              <a:xfrm>
                <a:off x="1658" y="2554"/>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7962" name=""/>
              <p:cNvSpPr/>
              <p:nvPr/>
            </p:nvSpPr>
            <p:spPr>
              <a:xfrm>
                <a:off x="1658" y="255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7963" name=""/>
              <p:cNvSpPr/>
              <p:nvPr/>
            </p:nvSpPr>
            <p:spPr>
              <a:xfrm>
                <a:off x="1659" y="255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7964" name=""/>
              <p:cNvSpPr/>
              <p:nvPr/>
            </p:nvSpPr>
            <p:spPr>
              <a:xfrm>
                <a:off x="1662" y="2557"/>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7965" name=""/>
              <p:cNvSpPr/>
              <p:nvPr/>
            </p:nvSpPr>
            <p:spPr>
              <a:xfrm>
                <a:off x="1664" y="2560"/>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7966" name=""/>
              <p:cNvCxnSpPr/>
              <p:nvPr/>
            </p:nvCxnSpPr>
            <p:spPr>
              <a:xfrm flipH="1">
                <a:off x="1671" y="2560"/>
                <a:ext cx="0" cy="4"/>
              </a:xfrm>
              <a:prstGeom prst="line">
                <a:avLst/>
              </a:prstGeom>
              <a:noFill/>
              <a:ln w="12700">
                <a:solidFill>
                  <a:prstClr val="black"/>
                </a:solidFill>
                <a:miter lim="800000"/>
              </a:ln>
              <a:effectLst/>
            </p:spPr>
          </p:cxnSp>
          <p:sp>
            <p:nvSpPr>
              <p:cNvPr id="47967" name=""/>
              <p:cNvSpPr/>
              <p:nvPr/>
            </p:nvSpPr>
            <p:spPr>
              <a:xfrm>
                <a:off x="1627" y="2550"/>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47968" name=""/>
              <p:cNvSpPr/>
              <p:nvPr/>
            </p:nvSpPr>
            <p:spPr>
              <a:xfrm>
                <a:off x="1627" y="2567"/>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7969" name=""/>
              <p:cNvSpPr/>
              <p:nvPr/>
            </p:nvSpPr>
            <p:spPr>
              <a:xfrm>
                <a:off x="1675" y="2554"/>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7970" name=""/>
              <p:cNvSpPr/>
              <p:nvPr/>
            </p:nvSpPr>
            <p:spPr>
              <a:xfrm>
                <a:off x="1636" y="2554"/>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7971" name=""/>
              <p:cNvSpPr/>
              <p:nvPr/>
            </p:nvSpPr>
            <p:spPr>
              <a:xfrm>
                <a:off x="1644" y="2550"/>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7972" name=""/>
              <p:cNvSpPr/>
              <p:nvPr/>
            </p:nvSpPr>
            <p:spPr>
              <a:xfrm>
                <a:off x="1650" y="2554"/>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7973" name=""/>
              <p:cNvSpPr/>
              <p:nvPr/>
            </p:nvSpPr>
            <p:spPr>
              <a:xfrm>
                <a:off x="1650" y="2559"/>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7974" name=""/>
              <p:cNvSpPr/>
              <p:nvPr/>
            </p:nvSpPr>
            <p:spPr>
              <a:xfrm>
                <a:off x="1650" y="2564"/>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7975" name=""/>
              <p:cNvSpPr/>
              <p:nvPr/>
            </p:nvSpPr>
            <p:spPr>
              <a:xfrm>
                <a:off x="1644" y="2567"/>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7976" name=""/>
              <p:cNvSpPr/>
              <p:nvPr/>
            </p:nvSpPr>
            <p:spPr>
              <a:xfrm>
                <a:off x="1636" y="2567"/>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7977" name=""/>
              <p:cNvSpPr/>
              <p:nvPr/>
            </p:nvSpPr>
            <p:spPr>
              <a:xfrm>
                <a:off x="1631" y="2554"/>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7978" name=""/>
              <p:cNvSpPr/>
              <p:nvPr/>
            </p:nvSpPr>
            <p:spPr>
              <a:xfrm>
                <a:off x="1636" y="2550"/>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7979" name=""/>
              <p:cNvSpPr/>
              <p:nvPr/>
            </p:nvSpPr>
            <p:spPr>
              <a:xfrm>
                <a:off x="1643" y="2557"/>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7980" name=""/>
              <p:cNvSpPr/>
              <p:nvPr/>
            </p:nvSpPr>
            <p:spPr>
              <a:xfrm>
                <a:off x="1646" y="2557"/>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7981" name=""/>
              <p:cNvSpPr/>
              <p:nvPr/>
            </p:nvSpPr>
            <p:spPr>
              <a:xfrm>
                <a:off x="1649" y="2564"/>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7982" name=""/>
              <p:cNvSpPr/>
              <p:nvPr/>
            </p:nvSpPr>
            <p:spPr>
              <a:xfrm>
                <a:off x="1637" y="2555"/>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7983" name=""/>
              <p:cNvSpPr/>
              <p:nvPr/>
            </p:nvSpPr>
            <p:spPr>
              <a:xfrm>
                <a:off x="1633" y="2557"/>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7984" name=""/>
              <p:cNvSpPr/>
              <p:nvPr/>
            </p:nvSpPr>
            <p:spPr>
              <a:xfrm>
                <a:off x="1636" y="2557"/>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47985" name=""/>
            <p:cNvPicPr/>
            <p:nvPr/>
          </p:nvPicPr>
          <p:blipFill>
            <a:blip r:embed="rId3"/>
            <a:stretch>
              <a:fillRect/>
            </a:stretch>
          </p:blipFill>
          <p:spPr>
            <a:xfrm>
              <a:off x="1576" y="2558"/>
              <a:ext cx="61" cy="16"/>
            </a:xfrm>
            <a:prstGeom prst="rect">
              <a:avLst/>
            </a:prstGeom>
            <a:noFill/>
            <a:ln>
              <a:noFill/>
              <a:miter lim="800000"/>
            </a:ln>
            <a:effectLst/>
          </p:spPr>
        </p:pic>
        <p:grpSp>
          <p:nvGrpSpPr>
            <p:cNvPr id="47986" name=""/>
            <p:cNvGrpSpPr/>
            <p:nvPr/>
          </p:nvGrpSpPr>
          <p:grpSpPr>
            <a:xfrm>
              <a:off x="1748" y="2448"/>
              <a:ext cx="184" cy="426"/>
              <a:chOff x="1748" y="2448"/>
              <a:chExt cx="184" cy="426"/>
            </a:xfrm>
          </p:grpSpPr>
          <p:sp>
            <p:nvSpPr>
              <p:cNvPr id="47987" name=""/>
              <p:cNvSpPr/>
              <p:nvPr/>
            </p:nvSpPr>
            <p:spPr>
              <a:xfrm>
                <a:off x="1777" y="2637"/>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7988" name=""/>
              <p:cNvSpPr/>
              <p:nvPr/>
            </p:nvSpPr>
            <p:spPr>
              <a:xfrm>
                <a:off x="1777" y="283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89" name=""/>
              <p:cNvSpPr/>
              <p:nvPr/>
            </p:nvSpPr>
            <p:spPr>
              <a:xfrm>
                <a:off x="1777" y="282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0" name=""/>
              <p:cNvSpPr/>
              <p:nvPr/>
            </p:nvSpPr>
            <p:spPr>
              <a:xfrm>
                <a:off x="1777" y="2820"/>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47991" name=""/>
              <p:cNvSpPr/>
              <p:nvPr/>
            </p:nvSpPr>
            <p:spPr>
              <a:xfrm>
                <a:off x="1777" y="282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2" name=""/>
              <p:cNvSpPr/>
              <p:nvPr/>
            </p:nvSpPr>
            <p:spPr>
              <a:xfrm>
                <a:off x="1777" y="281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3" name=""/>
              <p:cNvSpPr/>
              <p:nvPr/>
            </p:nvSpPr>
            <p:spPr>
              <a:xfrm>
                <a:off x="1777" y="280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4" name=""/>
              <p:cNvSpPr/>
              <p:nvPr/>
            </p:nvSpPr>
            <p:spPr>
              <a:xfrm>
                <a:off x="1777" y="279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5" name=""/>
              <p:cNvSpPr/>
              <p:nvPr/>
            </p:nvSpPr>
            <p:spPr>
              <a:xfrm>
                <a:off x="1777" y="279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6" name=""/>
              <p:cNvSpPr/>
              <p:nvPr/>
            </p:nvSpPr>
            <p:spPr>
              <a:xfrm>
                <a:off x="1777" y="278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7" name=""/>
              <p:cNvSpPr/>
              <p:nvPr/>
            </p:nvSpPr>
            <p:spPr>
              <a:xfrm>
                <a:off x="1777" y="277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8" name=""/>
              <p:cNvSpPr/>
              <p:nvPr/>
            </p:nvSpPr>
            <p:spPr>
              <a:xfrm>
                <a:off x="1777" y="276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7999" name=""/>
              <p:cNvSpPr/>
              <p:nvPr/>
            </p:nvSpPr>
            <p:spPr>
              <a:xfrm>
                <a:off x="1777" y="276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000" name=""/>
              <p:cNvSpPr/>
              <p:nvPr/>
            </p:nvSpPr>
            <p:spPr>
              <a:xfrm>
                <a:off x="1777" y="275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001" name=""/>
              <p:cNvSpPr/>
              <p:nvPr/>
            </p:nvSpPr>
            <p:spPr>
              <a:xfrm>
                <a:off x="1777" y="274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002" name=""/>
              <p:cNvSpPr/>
              <p:nvPr/>
            </p:nvSpPr>
            <p:spPr>
              <a:xfrm>
                <a:off x="1777" y="273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003" name=""/>
              <p:cNvSpPr/>
              <p:nvPr/>
            </p:nvSpPr>
            <p:spPr>
              <a:xfrm>
                <a:off x="1777" y="273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004" name=""/>
              <p:cNvSpPr/>
              <p:nvPr/>
            </p:nvSpPr>
            <p:spPr>
              <a:xfrm>
                <a:off x="1777" y="272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005" name=""/>
              <p:cNvSpPr/>
              <p:nvPr/>
            </p:nvSpPr>
            <p:spPr>
              <a:xfrm>
                <a:off x="1748" y="2857"/>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8006" name=""/>
              <p:cNvSpPr/>
              <p:nvPr/>
            </p:nvSpPr>
            <p:spPr>
              <a:xfrm>
                <a:off x="1844" y="2857"/>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8007" name=""/>
              <p:cNvSpPr/>
              <p:nvPr/>
            </p:nvSpPr>
            <p:spPr>
              <a:xfrm>
                <a:off x="1800" y="2786"/>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48008" name=""/>
              <p:cNvSpPr/>
              <p:nvPr/>
            </p:nvSpPr>
            <p:spPr>
              <a:xfrm>
                <a:off x="1777" y="2448"/>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8009" name=""/>
              <p:cNvSpPr/>
              <p:nvPr/>
            </p:nvSpPr>
            <p:spPr>
              <a:xfrm>
                <a:off x="1789" y="2498"/>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8010" name=""/>
              <p:cNvSpPr/>
              <p:nvPr/>
            </p:nvSpPr>
            <p:spPr>
              <a:xfrm>
                <a:off x="1793" y="2528"/>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8011" name=""/>
              <p:cNvSpPr/>
              <p:nvPr/>
            </p:nvSpPr>
            <p:spPr>
              <a:xfrm>
                <a:off x="1793" y="2559"/>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48012" name=""/>
              <p:cNvSpPr/>
              <p:nvPr/>
            </p:nvSpPr>
            <p:spPr>
              <a:xfrm>
                <a:off x="1791" y="2502"/>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8013" name=""/>
              <p:cNvSpPr/>
              <p:nvPr/>
            </p:nvSpPr>
            <p:spPr>
              <a:xfrm>
                <a:off x="1818" y="2503"/>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8014" name=""/>
              <p:cNvSpPr/>
              <p:nvPr/>
            </p:nvSpPr>
            <p:spPr>
              <a:xfrm>
                <a:off x="1869" y="250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8015" name=""/>
              <p:cNvSpPr/>
              <p:nvPr/>
            </p:nvSpPr>
            <p:spPr>
              <a:xfrm>
                <a:off x="1869" y="250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8016" name=""/>
              <p:cNvSpPr/>
              <p:nvPr/>
            </p:nvSpPr>
            <p:spPr>
              <a:xfrm>
                <a:off x="1796" y="2510"/>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8017" name=""/>
              <p:cNvSpPr/>
              <p:nvPr/>
            </p:nvSpPr>
            <p:spPr>
              <a:xfrm>
                <a:off x="1793" y="2530"/>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8018" name=""/>
              <p:cNvSpPr/>
              <p:nvPr/>
            </p:nvSpPr>
            <p:spPr>
              <a:xfrm>
                <a:off x="1818" y="2534"/>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8019" name=""/>
              <p:cNvSpPr/>
              <p:nvPr/>
            </p:nvSpPr>
            <p:spPr>
              <a:xfrm>
                <a:off x="1860" y="254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8020" name=""/>
              <p:cNvSpPr/>
              <p:nvPr/>
            </p:nvSpPr>
            <p:spPr>
              <a:xfrm>
                <a:off x="1860" y="254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8021" name=""/>
              <p:cNvSpPr/>
              <p:nvPr/>
            </p:nvSpPr>
            <p:spPr>
              <a:xfrm>
                <a:off x="1814" y="2537"/>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8022" name=""/>
              <p:cNvSpPr/>
              <p:nvPr/>
            </p:nvSpPr>
            <p:spPr>
              <a:xfrm>
                <a:off x="1793" y="2566"/>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48023" name=""/>
              <p:cNvSpPr/>
              <p:nvPr/>
            </p:nvSpPr>
            <p:spPr>
              <a:xfrm>
                <a:off x="1793" y="2563"/>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8024" name=""/>
              <p:cNvSpPr/>
              <p:nvPr/>
            </p:nvSpPr>
            <p:spPr>
              <a:xfrm>
                <a:off x="1887" y="2566"/>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8025" name=""/>
              <p:cNvSpPr/>
              <p:nvPr/>
            </p:nvSpPr>
            <p:spPr>
              <a:xfrm>
                <a:off x="1791" y="2566"/>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48026" name=""/>
              <p:cNvSpPr/>
              <p:nvPr/>
            </p:nvSpPr>
            <p:spPr>
              <a:xfrm>
                <a:off x="1787" y="2566"/>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8027" name=""/>
              <p:cNvSpPr/>
              <p:nvPr/>
            </p:nvSpPr>
            <p:spPr>
              <a:xfrm>
                <a:off x="1793" y="2570"/>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8028" name=""/>
              <p:cNvSpPr/>
              <p:nvPr/>
            </p:nvSpPr>
            <p:spPr>
              <a:xfrm>
                <a:off x="1816" y="2575"/>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8029" name=""/>
              <p:cNvSpPr/>
              <p:nvPr/>
            </p:nvSpPr>
            <p:spPr>
              <a:xfrm>
                <a:off x="1821" y="2576"/>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8030" name=""/>
              <p:cNvSpPr/>
              <p:nvPr/>
            </p:nvSpPr>
            <p:spPr>
              <a:xfrm>
                <a:off x="1793" y="2562"/>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8031" name=""/>
              <p:cNvSpPr/>
              <p:nvPr/>
            </p:nvSpPr>
            <p:spPr>
              <a:xfrm>
                <a:off x="1789" y="2488"/>
                <a:ext cx="103" cy="1"/>
              </a:xfrm>
              <a:custGeom>
                <a:pathLst>
                  <a:path w="103" h="1">
                    <a:moveTo>
                      <a:pt x="1" y="0"/>
                    </a:moveTo>
                    <a:lnTo>
                      <a:pt x="100" y="0"/>
                    </a:lnTo>
                    <a:lnTo>
                      <a:pt x="101" y="0"/>
                    </a:lnTo>
                    <a:lnTo>
                      <a:pt x="102" y="0"/>
                    </a:lnTo>
                    <a:lnTo>
                      <a:pt x="102" y="0"/>
                    </a:lnTo>
                    <a:lnTo>
                      <a:pt x="100" y="0"/>
                    </a:lnTo>
                    <a:lnTo>
                      <a:pt x="1" y="0"/>
                    </a:lnTo>
                    <a:lnTo>
                      <a:pt x="0" y="0"/>
                    </a:lnTo>
                    <a:lnTo>
                      <a:pt x="0" y="0"/>
                    </a:lnTo>
                    <a:lnTo>
                      <a:pt x="0" y="0"/>
                    </a:lnTo>
                    <a:lnTo>
                      <a:pt x="1" y="0"/>
                    </a:lnTo>
                  </a:path>
                </a:pathLst>
              </a:custGeom>
              <a:solidFill>
                <a:srgbClr val="E0D0A0"/>
              </a:solidFill>
              <a:ln cap="rnd">
                <a:noFill/>
                <a:round/>
              </a:ln>
              <a:effectLst/>
            </p:spPr>
          </p:sp>
          <p:sp>
            <p:nvSpPr>
              <p:cNvPr id="48032" name=""/>
              <p:cNvSpPr/>
              <p:nvPr/>
            </p:nvSpPr>
            <p:spPr>
              <a:xfrm>
                <a:off x="1796" y="2511"/>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8033" name=""/>
              <p:cNvSpPr/>
              <p:nvPr/>
            </p:nvSpPr>
            <p:spPr>
              <a:xfrm>
                <a:off x="1816" y="2511"/>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48034" name=""/>
              <p:cNvSpPr/>
              <p:nvPr/>
            </p:nvSpPr>
            <p:spPr>
              <a:xfrm>
                <a:off x="1858" y="2511"/>
                <a:ext cx="27" cy="17"/>
              </a:xfrm>
              <a:custGeom>
                <a:pathLst>
                  <a:path w="27" h="17">
                    <a:moveTo>
                      <a:pt x="0" y="16"/>
                    </a:moveTo>
                    <a:lnTo>
                      <a:pt x="25" y="16"/>
                    </a:lnTo>
                    <a:lnTo>
                      <a:pt x="26" y="10"/>
                    </a:lnTo>
                    <a:lnTo>
                      <a:pt x="25" y="0"/>
                    </a:lnTo>
                    <a:lnTo>
                      <a:pt x="0" y="0"/>
                    </a:lnTo>
                    <a:lnTo>
                      <a:pt x="0" y="10"/>
                    </a:lnTo>
                    <a:lnTo>
                      <a:pt x="0" y="16"/>
                    </a:lnTo>
                  </a:path>
                </a:pathLst>
              </a:custGeom>
              <a:solidFill>
                <a:srgbClr val="E0E0B0"/>
              </a:solidFill>
              <a:ln cap="rnd">
                <a:noFill/>
                <a:round/>
              </a:ln>
              <a:effectLst/>
            </p:spPr>
          </p:sp>
          <p:sp>
            <p:nvSpPr>
              <p:cNvPr id="48035" name=""/>
              <p:cNvSpPr/>
              <p:nvPr/>
            </p:nvSpPr>
            <p:spPr>
              <a:xfrm>
                <a:off x="1818" y="2517"/>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8036" name=""/>
              <p:cNvSpPr/>
              <p:nvPr/>
            </p:nvSpPr>
            <p:spPr>
              <a:xfrm>
                <a:off x="1871" y="249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037" name=""/>
              <p:cNvSpPr/>
              <p:nvPr/>
            </p:nvSpPr>
            <p:spPr>
              <a:xfrm>
                <a:off x="1864" y="2503"/>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8038" name=""/>
              <p:cNvSpPr/>
              <p:nvPr/>
            </p:nvSpPr>
            <p:spPr>
              <a:xfrm>
                <a:off x="1818" y="2517"/>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8039" name=""/>
              <p:cNvSpPr/>
              <p:nvPr/>
            </p:nvSpPr>
            <p:spPr>
              <a:xfrm>
                <a:off x="1818" y="2516"/>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8040" name=""/>
              <p:cNvSpPr/>
              <p:nvPr/>
            </p:nvSpPr>
            <p:spPr>
              <a:xfrm>
                <a:off x="1816" y="2515"/>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041" name=""/>
              <p:cNvSpPr/>
              <p:nvPr/>
            </p:nvSpPr>
            <p:spPr>
              <a:xfrm>
                <a:off x="1804" y="2488"/>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8042" name=""/>
              <p:cNvSpPr/>
              <p:nvPr/>
            </p:nvSpPr>
            <p:spPr>
              <a:xfrm>
                <a:off x="1804" y="2488"/>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8043" name=""/>
              <p:cNvCxnSpPr/>
              <p:nvPr/>
            </p:nvCxnSpPr>
            <p:spPr>
              <a:xfrm>
                <a:off x="1804" y="2491"/>
                <a:ext cx="2" cy="0"/>
              </a:xfrm>
              <a:prstGeom prst="line">
                <a:avLst/>
              </a:prstGeom>
              <a:noFill/>
              <a:ln>
                <a:noFill/>
                <a:miter lim="800000"/>
              </a:ln>
              <a:effectLst/>
            </p:spPr>
          </p:cxnSp>
          <p:sp>
            <p:nvSpPr>
              <p:cNvPr id="48044" name=""/>
              <p:cNvSpPr/>
              <p:nvPr/>
            </p:nvSpPr>
            <p:spPr>
              <a:xfrm>
                <a:off x="1869" y="2488"/>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8045" name=""/>
              <p:cNvSpPr/>
              <p:nvPr/>
            </p:nvSpPr>
            <p:spPr>
              <a:xfrm>
                <a:off x="1868" y="2488"/>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8046" name=""/>
              <p:cNvSpPr/>
              <p:nvPr/>
            </p:nvSpPr>
            <p:spPr>
              <a:xfrm>
                <a:off x="1865" y="2486"/>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8047" name=""/>
              <p:cNvSpPr/>
              <p:nvPr/>
            </p:nvSpPr>
            <p:spPr>
              <a:xfrm>
                <a:off x="1818" y="2549"/>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8048" name=""/>
              <p:cNvSpPr/>
              <p:nvPr/>
            </p:nvSpPr>
            <p:spPr>
              <a:xfrm>
                <a:off x="1818" y="2548"/>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8049" name=""/>
              <p:cNvSpPr/>
              <p:nvPr/>
            </p:nvSpPr>
            <p:spPr>
              <a:xfrm>
                <a:off x="1816" y="254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050" name=""/>
              <p:cNvSpPr/>
              <p:nvPr/>
            </p:nvSpPr>
            <p:spPr>
              <a:xfrm>
                <a:off x="1797" y="2598"/>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8051" name=""/>
              <p:cNvCxnSpPr/>
              <p:nvPr/>
            </p:nvCxnSpPr>
            <p:spPr>
              <a:xfrm>
                <a:off x="1800" y="2602"/>
                <a:ext cx="3" cy="0"/>
              </a:xfrm>
              <a:prstGeom prst="line">
                <a:avLst/>
              </a:prstGeom>
              <a:noFill/>
              <a:ln>
                <a:noFill/>
                <a:miter lim="800000"/>
              </a:ln>
              <a:effectLst/>
            </p:spPr>
          </p:cxnSp>
          <p:cxnSp>
            <p:nvCxnSpPr>
              <p:cNvPr id="48052" name=""/>
              <p:cNvCxnSpPr/>
              <p:nvPr/>
            </p:nvCxnSpPr>
            <p:spPr>
              <a:xfrm>
                <a:off x="1800" y="2602"/>
                <a:ext cx="3" cy="0"/>
              </a:xfrm>
              <a:prstGeom prst="line">
                <a:avLst/>
              </a:prstGeom>
              <a:noFill/>
              <a:ln>
                <a:noFill/>
                <a:miter lim="800000"/>
              </a:ln>
              <a:effectLst/>
            </p:spPr>
          </p:cxnSp>
          <p:cxnSp>
            <p:nvCxnSpPr>
              <p:cNvPr id="48053" name=""/>
              <p:cNvCxnSpPr/>
              <p:nvPr/>
            </p:nvCxnSpPr>
            <p:spPr>
              <a:xfrm>
                <a:off x="1800" y="2602"/>
                <a:ext cx="3" cy="0"/>
              </a:xfrm>
              <a:prstGeom prst="line">
                <a:avLst/>
              </a:prstGeom>
              <a:noFill/>
              <a:ln>
                <a:noFill/>
                <a:miter lim="800000"/>
              </a:ln>
              <a:effectLst/>
            </p:spPr>
          </p:cxnSp>
          <p:cxnSp>
            <p:nvCxnSpPr>
              <p:cNvPr id="48054" name=""/>
              <p:cNvCxnSpPr/>
              <p:nvPr/>
            </p:nvCxnSpPr>
            <p:spPr>
              <a:xfrm>
                <a:off x="1800" y="2602"/>
                <a:ext cx="3" cy="0"/>
              </a:xfrm>
              <a:prstGeom prst="line">
                <a:avLst/>
              </a:prstGeom>
              <a:noFill/>
              <a:ln>
                <a:noFill/>
                <a:miter lim="800000"/>
              </a:ln>
              <a:effectLst/>
            </p:spPr>
          </p:cxnSp>
          <p:cxnSp>
            <p:nvCxnSpPr>
              <p:cNvPr id="48055" name=""/>
              <p:cNvCxnSpPr/>
              <p:nvPr/>
            </p:nvCxnSpPr>
            <p:spPr>
              <a:xfrm>
                <a:off x="1800" y="2602"/>
                <a:ext cx="3" cy="0"/>
              </a:xfrm>
              <a:prstGeom prst="line">
                <a:avLst/>
              </a:prstGeom>
              <a:noFill/>
              <a:ln>
                <a:noFill/>
                <a:miter lim="800000"/>
              </a:ln>
              <a:effectLst/>
            </p:spPr>
          </p:cxnSp>
          <p:cxnSp>
            <p:nvCxnSpPr>
              <p:cNvPr id="48056" name=""/>
              <p:cNvCxnSpPr/>
              <p:nvPr/>
            </p:nvCxnSpPr>
            <p:spPr>
              <a:xfrm>
                <a:off x="1800" y="2602"/>
                <a:ext cx="3" cy="0"/>
              </a:xfrm>
              <a:prstGeom prst="line">
                <a:avLst/>
              </a:prstGeom>
              <a:noFill/>
              <a:ln>
                <a:noFill/>
                <a:miter lim="800000"/>
              </a:ln>
              <a:effectLst/>
            </p:spPr>
          </p:cxnSp>
          <p:cxnSp>
            <p:nvCxnSpPr>
              <p:cNvPr id="48057" name=""/>
              <p:cNvCxnSpPr/>
              <p:nvPr/>
            </p:nvCxnSpPr>
            <p:spPr>
              <a:xfrm>
                <a:off x="1800" y="2602"/>
                <a:ext cx="3" cy="0"/>
              </a:xfrm>
              <a:prstGeom prst="line">
                <a:avLst/>
              </a:prstGeom>
              <a:noFill/>
              <a:ln>
                <a:noFill/>
                <a:miter lim="800000"/>
              </a:ln>
              <a:effectLst/>
            </p:spPr>
          </p:cxnSp>
          <p:sp>
            <p:nvSpPr>
              <p:cNvPr id="48058" name=""/>
              <p:cNvSpPr/>
              <p:nvPr/>
            </p:nvSpPr>
            <p:spPr>
              <a:xfrm>
                <a:off x="1797" y="259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059" name=""/>
              <p:cNvCxnSpPr/>
              <p:nvPr/>
            </p:nvCxnSpPr>
            <p:spPr>
              <a:xfrm>
                <a:off x="1800" y="2601"/>
                <a:ext cx="3" cy="0"/>
              </a:xfrm>
              <a:prstGeom prst="line">
                <a:avLst/>
              </a:prstGeom>
              <a:noFill/>
              <a:ln>
                <a:noFill/>
                <a:miter lim="800000"/>
              </a:ln>
              <a:effectLst/>
            </p:spPr>
          </p:cxnSp>
          <p:cxnSp>
            <p:nvCxnSpPr>
              <p:cNvPr id="48060" name=""/>
              <p:cNvCxnSpPr/>
              <p:nvPr/>
            </p:nvCxnSpPr>
            <p:spPr>
              <a:xfrm>
                <a:off x="1800" y="2601"/>
                <a:ext cx="3" cy="0"/>
              </a:xfrm>
              <a:prstGeom prst="line">
                <a:avLst/>
              </a:prstGeom>
              <a:noFill/>
              <a:ln>
                <a:noFill/>
                <a:miter lim="800000"/>
              </a:ln>
              <a:effectLst/>
            </p:spPr>
          </p:cxnSp>
          <p:cxnSp>
            <p:nvCxnSpPr>
              <p:cNvPr id="48061" name=""/>
              <p:cNvCxnSpPr/>
              <p:nvPr/>
            </p:nvCxnSpPr>
            <p:spPr>
              <a:xfrm>
                <a:off x="1800" y="2601"/>
                <a:ext cx="3" cy="0"/>
              </a:xfrm>
              <a:prstGeom prst="line">
                <a:avLst/>
              </a:prstGeom>
              <a:noFill/>
              <a:ln>
                <a:noFill/>
                <a:miter lim="800000"/>
              </a:ln>
              <a:effectLst/>
            </p:spPr>
          </p:cxnSp>
          <p:cxnSp>
            <p:nvCxnSpPr>
              <p:cNvPr id="48062" name=""/>
              <p:cNvCxnSpPr/>
              <p:nvPr/>
            </p:nvCxnSpPr>
            <p:spPr>
              <a:xfrm>
                <a:off x="1800" y="2601"/>
                <a:ext cx="3" cy="0"/>
              </a:xfrm>
              <a:prstGeom prst="line">
                <a:avLst/>
              </a:prstGeom>
              <a:noFill/>
              <a:ln>
                <a:noFill/>
                <a:miter lim="800000"/>
              </a:ln>
              <a:effectLst/>
            </p:spPr>
          </p:cxnSp>
          <p:cxnSp>
            <p:nvCxnSpPr>
              <p:cNvPr id="48063" name=""/>
              <p:cNvCxnSpPr/>
              <p:nvPr/>
            </p:nvCxnSpPr>
            <p:spPr>
              <a:xfrm>
                <a:off x="1800" y="2601"/>
                <a:ext cx="3" cy="0"/>
              </a:xfrm>
              <a:prstGeom prst="line">
                <a:avLst/>
              </a:prstGeom>
              <a:noFill/>
              <a:ln>
                <a:noFill/>
                <a:miter lim="800000"/>
              </a:ln>
              <a:effectLst/>
            </p:spPr>
          </p:cxnSp>
          <p:cxnSp>
            <p:nvCxnSpPr>
              <p:cNvPr id="48064" name=""/>
              <p:cNvCxnSpPr/>
              <p:nvPr/>
            </p:nvCxnSpPr>
            <p:spPr>
              <a:xfrm>
                <a:off x="1800" y="2601"/>
                <a:ext cx="3" cy="0"/>
              </a:xfrm>
              <a:prstGeom prst="line">
                <a:avLst/>
              </a:prstGeom>
              <a:noFill/>
              <a:ln>
                <a:noFill/>
                <a:miter lim="800000"/>
              </a:ln>
              <a:effectLst/>
            </p:spPr>
          </p:cxnSp>
          <p:cxnSp>
            <p:nvCxnSpPr>
              <p:cNvPr id="48065" name=""/>
              <p:cNvCxnSpPr/>
              <p:nvPr/>
            </p:nvCxnSpPr>
            <p:spPr>
              <a:xfrm>
                <a:off x="1800" y="2601"/>
                <a:ext cx="3" cy="0"/>
              </a:xfrm>
              <a:prstGeom prst="line">
                <a:avLst/>
              </a:prstGeom>
              <a:noFill/>
              <a:ln>
                <a:noFill/>
                <a:miter lim="800000"/>
              </a:ln>
              <a:effectLst/>
            </p:spPr>
          </p:cxnSp>
          <p:cxnSp>
            <p:nvCxnSpPr>
              <p:cNvPr id="48066" name=""/>
              <p:cNvCxnSpPr/>
              <p:nvPr/>
            </p:nvCxnSpPr>
            <p:spPr>
              <a:xfrm>
                <a:off x="1800" y="2601"/>
                <a:ext cx="3" cy="0"/>
              </a:xfrm>
              <a:prstGeom prst="line">
                <a:avLst/>
              </a:prstGeom>
              <a:noFill/>
              <a:ln>
                <a:noFill/>
                <a:miter lim="800000"/>
              </a:ln>
              <a:effectLst/>
            </p:spPr>
          </p:cxnSp>
          <p:cxnSp>
            <p:nvCxnSpPr>
              <p:cNvPr id="48067" name=""/>
              <p:cNvCxnSpPr/>
              <p:nvPr/>
            </p:nvCxnSpPr>
            <p:spPr>
              <a:xfrm>
                <a:off x="1800" y="2601"/>
                <a:ext cx="3" cy="0"/>
              </a:xfrm>
              <a:prstGeom prst="line">
                <a:avLst/>
              </a:prstGeom>
              <a:noFill/>
              <a:ln>
                <a:noFill/>
                <a:miter lim="800000"/>
              </a:ln>
              <a:effectLst/>
            </p:spPr>
          </p:cxnSp>
          <p:sp>
            <p:nvSpPr>
              <p:cNvPr id="48068" name=""/>
              <p:cNvSpPr/>
              <p:nvPr/>
            </p:nvSpPr>
            <p:spPr>
              <a:xfrm>
                <a:off x="1797" y="259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069" name=""/>
              <p:cNvCxnSpPr/>
              <p:nvPr/>
            </p:nvCxnSpPr>
            <p:spPr>
              <a:xfrm>
                <a:off x="1800" y="2601"/>
                <a:ext cx="3" cy="0"/>
              </a:xfrm>
              <a:prstGeom prst="line">
                <a:avLst/>
              </a:prstGeom>
              <a:noFill/>
              <a:ln>
                <a:noFill/>
                <a:miter lim="800000"/>
              </a:ln>
              <a:effectLst/>
            </p:spPr>
          </p:cxnSp>
          <p:cxnSp>
            <p:nvCxnSpPr>
              <p:cNvPr id="48070" name=""/>
              <p:cNvCxnSpPr/>
              <p:nvPr/>
            </p:nvCxnSpPr>
            <p:spPr>
              <a:xfrm>
                <a:off x="1800" y="2601"/>
                <a:ext cx="3" cy="0"/>
              </a:xfrm>
              <a:prstGeom prst="line">
                <a:avLst/>
              </a:prstGeom>
              <a:noFill/>
              <a:ln>
                <a:noFill/>
                <a:miter lim="800000"/>
              </a:ln>
              <a:effectLst/>
            </p:spPr>
          </p:cxnSp>
          <p:cxnSp>
            <p:nvCxnSpPr>
              <p:cNvPr id="48071" name=""/>
              <p:cNvCxnSpPr/>
              <p:nvPr/>
            </p:nvCxnSpPr>
            <p:spPr>
              <a:xfrm>
                <a:off x="1800" y="2601"/>
                <a:ext cx="3" cy="0"/>
              </a:xfrm>
              <a:prstGeom prst="line">
                <a:avLst/>
              </a:prstGeom>
              <a:noFill/>
              <a:ln>
                <a:noFill/>
                <a:miter lim="800000"/>
              </a:ln>
              <a:effectLst/>
            </p:spPr>
          </p:cxnSp>
          <p:cxnSp>
            <p:nvCxnSpPr>
              <p:cNvPr id="48072" name=""/>
              <p:cNvCxnSpPr/>
              <p:nvPr/>
            </p:nvCxnSpPr>
            <p:spPr>
              <a:xfrm>
                <a:off x="1800" y="2601"/>
                <a:ext cx="3" cy="0"/>
              </a:xfrm>
              <a:prstGeom prst="line">
                <a:avLst/>
              </a:prstGeom>
              <a:noFill/>
              <a:ln>
                <a:noFill/>
                <a:miter lim="800000"/>
              </a:ln>
              <a:effectLst/>
            </p:spPr>
          </p:cxnSp>
          <p:cxnSp>
            <p:nvCxnSpPr>
              <p:cNvPr id="48073" name=""/>
              <p:cNvCxnSpPr/>
              <p:nvPr/>
            </p:nvCxnSpPr>
            <p:spPr>
              <a:xfrm>
                <a:off x="1800" y="2601"/>
                <a:ext cx="3" cy="0"/>
              </a:xfrm>
              <a:prstGeom prst="line">
                <a:avLst/>
              </a:prstGeom>
              <a:noFill/>
              <a:ln>
                <a:noFill/>
                <a:miter lim="800000"/>
              </a:ln>
              <a:effectLst/>
            </p:spPr>
          </p:cxnSp>
          <p:sp>
            <p:nvSpPr>
              <p:cNvPr id="48074" name=""/>
              <p:cNvSpPr/>
              <p:nvPr/>
            </p:nvSpPr>
            <p:spPr>
              <a:xfrm>
                <a:off x="1797" y="2595"/>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075" name=""/>
              <p:cNvCxnSpPr/>
              <p:nvPr/>
            </p:nvCxnSpPr>
            <p:spPr>
              <a:xfrm>
                <a:off x="1800" y="2600"/>
                <a:ext cx="3" cy="0"/>
              </a:xfrm>
              <a:prstGeom prst="line">
                <a:avLst/>
              </a:prstGeom>
              <a:noFill/>
              <a:ln>
                <a:noFill/>
                <a:miter lim="800000"/>
              </a:ln>
              <a:effectLst/>
            </p:spPr>
          </p:cxnSp>
          <p:sp>
            <p:nvSpPr>
              <p:cNvPr id="48076" name=""/>
              <p:cNvSpPr/>
              <p:nvPr/>
            </p:nvSpPr>
            <p:spPr>
              <a:xfrm>
                <a:off x="1796" y="2597"/>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8077" name=""/>
              <p:cNvSpPr/>
              <p:nvPr/>
            </p:nvSpPr>
            <p:spPr>
              <a:xfrm>
                <a:off x="1797" y="2508"/>
                <a:ext cx="87" cy="17"/>
              </a:xfrm>
              <a:custGeom>
                <a:pathLst>
                  <a:path w="87" h="17">
                    <a:moveTo>
                      <a:pt x="0" y="16"/>
                    </a:moveTo>
                    <a:lnTo>
                      <a:pt x="0" y="0"/>
                    </a:lnTo>
                    <a:lnTo>
                      <a:pt x="86" y="0"/>
                    </a:lnTo>
                    <a:lnTo>
                      <a:pt x="86" y="16"/>
                    </a:lnTo>
                    <a:lnTo>
                      <a:pt x="0" y="16"/>
                    </a:lnTo>
                  </a:path>
                </a:pathLst>
              </a:custGeom>
              <a:solidFill>
                <a:srgbClr val="505020"/>
              </a:solidFill>
              <a:ln cap="rnd">
                <a:noFill/>
                <a:round/>
              </a:ln>
              <a:effectLst/>
            </p:spPr>
          </p:sp>
          <p:sp>
            <p:nvSpPr>
              <p:cNvPr id="48078" name=""/>
              <p:cNvSpPr/>
              <p:nvPr/>
            </p:nvSpPr>
            <p:spPr>
              <a:xfrm>
                <a:off x="1814" y="2505"/>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8079" name=""/>
              <p:cNvSpPr/>
              <p:nvPr/>
            </p:nvSpPr>
            <p:spPr>
              <a:xfrm>
                <a:off x="1814" y="2515"/>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8080" name=""/>
              <p:cNvSpPr/>
              <p:nvPr/>
            </p:nvSpPr>
            <p:spPr>
              <a:xfrm>
                <a:off x="1821" y="2578"/>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8081" name=""/>
              <p:cNvSpPr/>
              <p:nvPr/>
            </p:nvSpPr>
            <p:spPr>
              <a:xfrm>
                <a:off x="1816" y="2599"/>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48082" name=""/>
              <p:cNvSpPr/>
              <p:nvPr/>
            </p:nvSpPr>
            <p:spPr>
              <a:xfrm>
                <a:off x="1831" y="2587"/>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48083" name=""/>
              <p:cNvSpPr/>
              <p:nvPr/>
            </p:nvSpPr>
            <p:spPr>
              <a:xfrm>
                <a:off x="1854" y="2589"/>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8084" name=""/>
              <p:cNvCxnSpPr/>
              <p:nvPr/>
            </p:nvCxnSpPr>
            <p:spPr>
              <a:xfrm flipH="1">
                <a:off x="1818" y="2542"/>
                <a:ext cx="0" cy="13"/>
              </a:xfrm>
              <a:prstGeom prst="line">
                <a:avLst/>
              </a:prstGeom>
              <a:noFill/>
              <a:ln>
                <a:noFill/>
                <a:miter lim="800000"/>
              </a:ln>
              <a:effectLst/>
            </p:spPr>
          </p:cxnSp>
          <p:cxnSp>
            <p:nvCxnSpPr>
              <p:cNvPr id="48085" name=""/>
              <p:cNvCxnSpPr/>
              <p:nvPr/>
            </p:nvCxnSpPr>
            <p:spPr>
              <a:xfrm flipH="1">
                <a:off x="1818" y="2537"/>
                <a:ext cx="0" cy="1"/>
              </a:xfrm>
              <a:prstGeom prst="line">
                <a:avLst/>
              </a:prstGeom>
              <a:noFill/>
              <a:ln>
                <a:noFill/>
                <a:miter lim="800000"/>
              </a:ln>
              <a:effectLst/>
            </p:spPr>
          </p:cxnSp>
          <p:sp>
            <p:nvSpPr>
              <p:cNvPr id="48086" name=""/>
              <p:cNvSpPr/>
              <p:nvPr/>
            </p:nvSpPr>
            <p:spPr>
              <a:xfrm>
                <a:off x="1810" y="2537"/>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087" name=""/>
              <p:cNvSpPr/>
              <p:nvPr/>
            </p:nvSpPr>
            <p:spPr>
              <a:xfrm>
                <a:off x="1832" y="253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088" name=""/>
              <p:cNvSpPr/>
              <p:nvPr/>
            </p:nvSpPr>
            <p:spPr>
              <a:xfrm>
                <a:off x="1832" y="253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089" name=""/>
              <p:cNvSpPr/>
              <p:nvPr/>
            </p:nvSpPr>
            <p:spPr>
              <a:xfrm>
                <a:off x="1856" y="253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090" name=""/>
              <p:cNvSpPr/>
              <p:nvPr/>
            </p:nvSpPr>
            <p:spPr>
              <a:xfrm>
                <a:off x="1814" y="2543"/>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8091" name=""/>
              <p:cNvSpPr/>
              <p:nvPr/>
            </p:nvSpPr>
            <p:spPr>
              <a:xfrm>
                <a:off x="1818" y="2551"/>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8092" name=""/>
              <p:cNvSpPr/>
              <p:nvPr/>
            </p:nvSpPr>
            <p:spPr>
              <a:xfrm>
                <a:off x="1852" y="2543"/>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8093" name=""/>
              <p:cNvSpPr/>
              <p:nvPr/>
            </p:nvSpPr>
            <p:spPr>
              <a:xfrm>
                <a:off x="1856" y="253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094" name=""/>
              <p:cNvSpPr/>
              <p:nvPr/>
            </p:nvSpPr>
            <p:spPr>
              <a:xfrm>
                <a:off x="1869" y="253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095" name=""/>
              <p:cNvSpPr/>
              <p:nvPr/>
            </p:nvSpPr>
            <p:spPr>
              <a:xfrm>
                <a:off x="1818" y="2534"/>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8096" name=""/>
              <p:cNvSpPr/>
              <p:nvPr/>
            </p:nvSpPr>
            <p:spPr>
              <a:xfrm>
                <a:off x="1811" y="253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097" name=""/>
              <p:cNvSpPr/>
              <p:nvPr/>
            </p:nvSpPr>
            <p:spPr>
              <a:xfrm>
                <a:off x="1814" y="2534"/>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8098" name=""/>
              <p:cNvCxnSpPr/>
              <p:nvPr/>
            </p:nvCxnSpPr>
            <p:spPr>
              <a:xfrm>
                <a:off x="1816" y="2538"/>
                <a:ext cx="20" cy="0"/>
              </a:xfrm>
              <a:prstGeom prst="line">
                <a:avLst/>
              </a:prstGeom>
              <a:noFill/>
              <a:ln>
                <a:noFill/>
                <a:miter lim="800000"/>
              </a:ln>
              <a:effectLst/>
            </p:spPr>
          </p:cxnSp>
          <p:cxnSp>
            <p:nvCxnSpPr>
              <p:cNvPr id="48099" name=""/>
              <p:cNvCxnSpPr/>
              <p:nvPr/>
            </p:nvCxnSpPr>
            <p:spPr>
              <a:xfrm flipH="1">
                <a:off x="1836" y="2542"/>
                <a:ext cx="0" cy="2"/>
              </a:xfrm>
              <a:prstGeom prst="line">
                <a:avLst/>
              </a:prstGeom>
              <a:noFill/>
              <a:ln>
                <a:noFill/>
                <a:miter lim="800000"/>
              </a:ln>
              <a:effectLst/>
            </p:spPr>
          </p:cxnSp>
          <p:sp>
            <p:nvSpPr>
              <p:cNvPr id="48100" name=""/>
              <p:cNvSpPr/>
              <p:nvPr/>
            </p:nvSpPr>
            <p:spPr>
              <a:xfrm>
                <a:off x="1836" y="253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101" name=""/>
              <p:cNvSpPr/>
              <p:nvPr/>
            </p:nvSpPr>
            <p:spPr>
              <a:xfrm>
                <a:off x="1851" y="253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102" name=""/>
              <p:cNvSpPr/>
              <p:nvPr/>
            </p:nvSpPr>
            <p:spPr>
              <a:xfrm>
                <a:off x="1851" y="2535"/>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103" name=""/>
              <p:cNvSpPr/>
              <p:nvPr/>
            </p:nvSpPr>
            <p:spPr>
              <a:xfrm>
                <a:off x="1836" y="2533"/>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104" name=""/>
              <p:cNvSpPr/>
              <p:nvPr/>
            </p:nvSpPr>
            <p:spPr>
              <a:xfrm>
                <a:off x="1861" y="2545"/>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8105" name=""/>
              <p:cNvSpPr/>
              <p:nvPr/>
            </p:nvSpPr>
            <p:spPr>
              <a:xfrm>
                <a:off x="1818" y="2500"/>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8106" name=""/>
              <p:cNvSpPr/>
              <p:nvPr/>
            </p:nvSpPr>
            <p:spPr>
              <a:xfrm>
                <a:off x="1852" y="2503"/>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8107" name=""/>
              <p:cNvSpPr/>
              <p:nvPr/>
            </p:nvSpPr>
            <p:spPr>
              <a:xfrm>
                <a:off x="1852" y="2517"/>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8108" name=""/>
              <p:cNvSpPr/>
              <p:nvPr/>
            </p:nvSpPr>
            <p:spPr>
              <a:xfrm>
                <a:off x="1818" y="2518"/>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8109" name=""/>
              <p:cNvSpPr/>
              <p:nvPr/>
            </p:nvSpPr>
            <p:spPr>
              <a:xfrm>
                <a:off x="1793" y="2510"/>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8110" name=""/>
              <p:cNvSpPr/>
              <p:nvPr/>
            </p:nvSpPr>
            <p:spPr>
              <a:xfrm>
                <a:off x="1821" y="2594"/>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8111" name=""/>
              <p:cNvCxnSpPr/>
              <p:nvPr/>
            </p:nvCxnSpPr>
            <p:spPr>
              <a:xfrm flipH="1">
                <a:off x="1891" y="2578"/>
                <a:ext cx="0" cy="14"/>
              </a:xfrm>
              <a:prstGeom prst="line">
                <a:avLst/>
              </a:prstGeom>
              <a:noFill/>
              <a:ln>
                <a:noFill/>
                <a:miter lim="800000"/>
              </a:ln>
              <a:effectLst/>
            </p:spPr>
          </p:cxnSp>
          <p:sp>
            <p:nvSpPr>
              <p:cNvPr id="48112" name=""/>
              <p:cNvSpPr/>
              <p:nvPr/>
            </p:nvSpPr>
            <p:spPr>
              <a:xfrm>
                <a:off x="1821" y="2572"/>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8113" name=""/>
              <p:cNvSpPr/>
              <p:nvPr/>
            </p:nvSpPr>
            <p:spPr>
              <a:xfrm>
                <a:off x="1818" y="2578"/>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8114" name=""/>
              <p:cNvSpPr/>
              <p:nvPr/>
            </p:nvSpPr>
            <p:spPr>
              <a:xfrm>
                <a:off x="1821" y="2586"/>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8115" name=""/>
              <p:cNvSpPr/>
              <p:nvPr/>
            </p:nvSpPr>
            <p:spPr>
              <a:xfrm>
                <a:off x="1777" y="2618"/>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48116" name=""/>
              <p:cNvSpPr/>
              <p:nvPr/>
            </p:nvSpPr>
            <p:spPr>
              <a:xfrm>
                <a:off x="1796" y="2620"/>
                <a:ext cx="87" cy="17"/>
              </a:xfrm>
              <a:custGeom>
                <a:pathLst>
                  <a:path w="87" h="17">
                    <a:moveTo>
                      <a:pt x="1" y="16"/>
                    </a:moveTo>
                    <a:lnTo>
                      <a:pt x="84" y="16"/>
                    </a:lnTo>
                    <a:lnTo>
                      <a:pt x="85" y="16"/>
                    </a:lnTo>
                    <a:lnTo>
                      <a:pt x="85" y="14"/>
                    </a:lnTo>
                    <a:lnTo>
                      <a:pt x="86" y="3"/>
                    </a:lnTo>
                    <a:lnTo>
                      <a:pt x="85" y="1"/>
                    </a:lnTo>
                    <a:lnTo>
                      <a:pt x="84"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8117" name=""/>
              <p:cNvSpPr/>
              <p:nvPr/>
            </p:nvSpPr>
            <p:spPr>
              <a:xfrm>
                <a:off x="1836" y="2462"/>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8118" name=""/>
              <p:cNvSpPr/>
              <p:nvPr/>
            </p:nvSpPr>
            <p:spPr>
              <a:xfrm>
                <a:off x="1838" y="2466"/>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8119" name=""/>
              <p:cNvSpPr/>
              <p:nvPr/>
            </p:nvSpPr>
            <p:spPr>
              <a:xfrm>
                <a:off x="1789" y="2458"/>
                <a:ext cx="103" cy="17"/>
              </a:xfrm>
              <a:custGeom>
                <a:pathLst>
                  <a:path w="103" h="17">
                    <a:moveTo>
                      <a:pt x="8" y="0"/>
                    </a:moveTo>
                    <a:lnTo>
                      <a:pt x="95" y="0"/>
                    </a:lnTo>
                    <a:lnTo>
                      <a:pt x="97" y="1"/>
                    </a:lnTo>
                    <a:lnTo>
                      <a:pt x="98" y="1"/>
                    </a:lnTo>
                    <a:lnTo>
                      <a:pt x="99" y="2"/>
                    </a:lnTo>
                    <a:lnTo>
                      <a:pt x="100" y="2"/>
                    </a:lnTo>
                    <a:lnTo>
                      <a:pt x="101" y="4"/>
                    </a:lnTo>
                    <a:lnTo>
                      <a:pt x="102" y="4"/>
                    </a:lnTo>
                    <a:lnTo>
                      <a:pt x="102" y="6"/>
                    </a:lnTo>
                    <a:lnTo>
                      <a:pt x="102" y="9"/>
                    </a:lnTo>
                    <a:lnTo>
                      <a:pt x="102" y="11"/>
                    </a:lnTo>
                    <a:lnTo>
                      <a:pt x="101" y="11"/>
                    </a:lnTo>
                    <a:lnTo>
                      <a:pt x="100" y="13"/>
                    </a:lnTo>
                    <a:lnTo>
                      <a:pt x="99" y="14"/>
                    </a:lnTo>
                    <a:lnTo>
                      <a:pt x="98" y="14"/>
                    </a:lnTo>
                    <a:lnTo>
                      <a:pt x="97" y="16"/>
                    </a:lnTo>
                    <a:lnTo>
                      <a:pt x="95" y="16"/>
                    </a:lnTo>
                    <a:lnTo>
                      <a:pt x="93" y="16"/>
                    </a:lnTo>
                    <a:lnTo>
                      <a:pt x="8"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8" y="0"/>
                    </a:lnTo>
                  </a:path>
                </a:pathLst>
              </a:custGeom>
              <a:solidFill>
                <a:srgbClr val="F0E0C0"/>
              </a:solidFill>
              <a:ln cap="rnd">
                <a:noFill/>
                <a:round/>
              </a:ln>
              <a:effectLst/>
            </p:spPr>
          </p:sp>
          <p:sp>
            <p:nvSpPr>
              <p:cNvPr id="48120" name=""/>
              <p:cNvSpPr/>
              <p:nvPr/>
            </p:nvSpPr>
            <p:spPr>
              <a:xfrm>
                <a:off x="1789" y="2458"/>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48121" name=""/>
              <p:cNvSpPr/>
              <p:nvPr/>
            </p:nvSpPr>
            <p:spPr>
              <a:xfrm>
                <a:off x="1790" y="2459"/>
                <a:ext cx="55" cy="17"/>
              </a:xfrm>
              <a:custGeom>
                <a:pathLst>
                  <a:path w="55" h="17">
                    <a:moveTo>
                      <a:pt x="8" y="0"/>
                    </a:moveTo>
                    <a:lnTo>
                      <a:pt x="45" y="0"/>
                    </a:lnTo>
                    <a:lnTo>
                      <a:pt x="46" y="0"/>
                    </a:lnTo>
                    <a:lnTo>
                      <a:pt x="49" y="1"/>
                    </a:lnTo>
                    <a:lnTo>
                      <a:pt x="51" y="1"/>
                    </a:lnTo>
                    <a:lnTo>
                      <a:pt x="51" y="1"/>
                    </a:lnTo>
                    <a:lnTo>
                      <a:pt x="53" y="2"/>
                    </a:lnTo>
                    <a:lnTo>
                      <a:pt x="53" y="2"/>
                    </a:lnTo>
                    <a:lnTo>
                      <a:pt x="54" y="4"/>
                    </a:lnTo>
                    <a:lnTo>
                      <a:pt x="54" y="5"/>
                    </a:lnTo>
                    <a:lnTo>
                      <a:pt x="54" y="5"/>
                    </a:lnTo>
                    <a:lnTo>
                      <a:pt x="54" y="10"/>
                    </a:lnTo>
                    <a:lnTo>
                      <a:pt x="54" y="11"/>
                    </a:lnTo>
                    <a:lnTo>
                      <a:pt x="53" y="13"/>
                    </a:lnTo>
                    <a:lnTo>
                      <a:pt x="52" y="14"/>
                    </a:lnTo>
                    <a:lnTo>
                      <a:pt x="51" y="14"/>
                    </a:lnTo>
                    <a:lnTo>
                      <a:pt x="49" y="16"/>
                    </a:lnTo>
                    <a:lnTo>
                      <a:pt x="45" y="16"/>
                    </a:lnTo>
                    <a:lnTo>
                      <a:pt x="45" y="16"/>
                    </a:lnTo>
                    <a:lnTo>
                      <a:pt x="8"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8" y="0"/>
                    </a:lnTo>
                  </a:path>
                </a:pathLst>
              </a:custGeom>
              <a:solidFill>
                <a:srgbClr val="F0E0C0"/>
              </a:solidFill>
              <a:ln cap="rnd">
                <a:noFill/>
                <a:round/>
              </a:ln>
              <a:effectLst/>
            </p:spPr>
          </p:sp>
          <p:sp>
            <p:nvSpPr>
              <p:cNvPr id="48122" name=""/>
              <p:cNvSpPr/>
              <p:nvPr/>
            </p:nvSpPr>
            <p:spPr>
              <a:xfrm>
                <a:off x="1790" y="2459"/>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8123" name=""/>
              <p:cNvSpPr/>
              <p:nvPr/>
            </p:nvSpPr>
            <p:spPr>
              <a:xfrm>
                <a:off x="1836" y="2462"/>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8124" name=""/>
              <p:cNvSpPr/>
              <p:nvPr/>
            </p:nvSpPr>
            <p:spPr>
              <a:xfrm>
                <a:off x="1795" y="2464"/>
                <a:ext cx="42" cy="17"/>
              </a:xfrm>
              <a:custGeom>
                <a:pathLst>
                  <a:path w="42" h="17">
                    <a:moveTo>
                      <a:pt x="0" y="16"/>
                    </a:moveTo>
                    <a:lnTo>
                      <a:pt x="41" y="16"/>
                    </a:lnTo>
                    <a:lnTo>
                      <a:pt x="40" y="0"/>
                    </a:lnTo>
                    <a:lnTo>
                      <a:pt x="0" y="0"/>
                    </a:lnTo>
                    <a:lnTo>
                      <a:pt x="0" y="16"/>
                    </a:lnTo>
                  </a:path>
                </a:pathLst>
              </a:custGeom>
              <a:solidFill>
                <a:srgbClr val="FF6000"/>
              </a:solidFill>
              <a:ln cap="rnd">
                <a:noFill/>
                <a:round/>
              </a:ln>
              <a:effectLst/>
            </p:spPr>
          </p:sp>
          <p:sp>
            <p:nvSpPr>
              <p:cNvPr id="48125" name=""/>
              <p:cNvSpPr/>
              <p:nvPr/>
            </p:nvSpPr>
            <p:spPr>
              <a:xfrm>
                <a:off x="1832" y="2462"/>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8126" name=""/>
              <p:cNvSpPr/>
              <p:nvPr/>
            </p:nvSpPr>
            <p:spPr>
              <a:xfrm>
                <a:off x="1830" y="2462"/>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8127" name=""/>
              <p:cNvSpPr/>
              <p:nvPr/>
            </p:nvSpPr>
            <p:spPr>
              <a:xfrm>
                <a:off x="1826" y="2462"/>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8128" name=""/>
              <p:cNvSpPr/>
              <p:nvPr/>
            </p:nvSpPr>
            <p:spPr>
              <a:xfrm>
                <a:off x="1821" y="2462"/>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8129" name=""/>
              <p:cNvSpPr/>
              <p:nvPr/>
            </p:nvSpPr>
            <p:spPr>
              <a:xfrm>
                <a:off x="1818" y="2462"/>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8130" name=""/>
              <p:cNvSpPr/>
              <p:nvPr/>
            </p:nvSpPr>
            <p:spPr>
              <a:xfrm>
                <a:off x="1868" y="2459"/>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8131" name=""/>
              <p:cNvSpPr/>
              <p:nvPr/>
            </p:nvSpPr>
            <p:spPr>
              <a:xfrm>
                <a:off x="1871" y="2458"/>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8132" name=""/>
              <p:cNvSpPr/>
              <p:nvPr/>
            </p:nvSpPr>
            <p:spPr>
              <a:xfrm>
                <a:off x="1871" y="245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8133" name=""/>
              <p:cNvSpPr/>
              <p:nvPr/>
            </p:nvSpPr>
            <p:spPr>
              <a:xfrm>
                <a:off x="1872" y="245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8134" name=""/>
              <p:cNvSpPr/>
              <p:nvPr/>
            </p:nvSpPr>
            <p:spPr>
              <a:xfrm>
                <a:off x="1876" y="2461"/>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8135" name=""/>
              <p:cNvSpPr/>
              <p:nvPr/>
            </p:nvSpPr>
            <p:spPr>
              <a:xfrm>
                <a:off x="1877" y="2464"/>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8136" name=""/>
              <p:cNvCxnSpPr/>
              <p:nvPr/>
            </p:nvCxnSpPr>
            <p:spPr>
              <a:xfrm flipH="1">
                <a:off x="1884" y="2464"/>
                <a:ext cx="0" cy="4"/>
              </a:xfrm>
              <a:prstGeom prst="line">
                <a:avLst/>
              </a:prstGeom>
              <a:noFill/>
              <a:ln w="12700">
                <a:solidFill>
                  <a:prstClr val="black"/>
                </a:solidFill>
                <a:miter lim="800000"/>
              </a:ln>
              <a:effectLst/>
            </p:spPr>
          </p:cxnSp>
          <p:sp>
            <p:nvSpPr>
              <p:cNvPr id="48137" name=""/>
              <p:cNvSpPr/>
              <p:nvPr/>
            </p:nvSpPr>
            <p:spPr>
              <a:xfrm>
                <a:off x="1840" y="2454"/>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48138" name=""/>
              <p:cNvSpPr/>
              <p:nvPr/>
            </p:nvSpPr>
            <p:spPr>
              <a:xfrm>
                <a:off x="1840" y="2471"/>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8139" name=""/>
              <p:cNvSpPr/>
              <p:nvPr/>
            </p:nvSpPr>
            <p:spPr>
              <a:xfrm>
                <a:off x="1888" y="2458"/>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8140" name=""/>
              <p:cNvSpPr/>
              <p:nvPr/>
            </p:nvSpPr>
            <p:spPr>
              <a:xfrm>
                <a:off x="1849" y="2458"/>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8141" name=""/>
              <p:cNvSpPr/>
              <p:nvPr/>
            </p:nvSpPr>
            <p:spPr>
              <a:xfrm>
                <a:off x="1858" y="2454"/>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8142" name=""/>
              <p:cNvSpPr/>
              <p:nvPr/>
            </p:nvSpPr>
            <p:spPr>
              <a:xfrm>
                <a:off x="1863" y="245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8143" name=""/>
              <p:cNvSpPr/>
              <p:nvPr/>
            </p:nvSpPr>
            <p:spPr>
              <a:xfrm>
                <a:off x="1863" y="2463"/>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8144" name=""/>
              <p:cNvSpPr/>
              <p:nvPr/>
            </p:nvSpPr>
            <p:spPr>
              <a:xfrm>
                <a:off x="1863" y="2468"/>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8145" name=""/>
              <p:cNvSpPr/>
              <p:nvPr/>
            </p:nvSpPr>
            <p:spPr>
              <a:xfrm>
                <a:off x="1858" y="2471"/>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8146" name=""/>
              <p:cNvSpPr/>
              <p:nvPr/>
            </p:nvSpPr>
            <p:spPr>
              <a:xfrm>
                <a:off x="1849" y="2471"/>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8147" name=""/>
              <p:cNvSpPr/>
              <p:nvPr/>
            </p:nvSpPr>
            <p:spPr>
              <a:xfrm>
                <a:off x="1844" y="2458"/>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8148" name=""/>
              <p:cNvSpPr/>
              <p:nvPr/>
            </p:nvSpPr>
            <p:spPr>
              <a:xfrm>
                <a:off x="1849" y="2454"/>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8149" name=""/>
              <p:cNvSpPr/>
              <p:nvPr/>
            </p:nvSpPr>
            <p:spPr>
              <a:xfrm>
                <a:off x="1856" y="2461"/>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8150" name=""/>
              <p:cNvSpPr/>
              <p:nvPr/>
            </p:nvSpPr>
            <p:spPr>
              <a:xfrm>
                <a:off x="1860" y="2461"/>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8151" name=""/>
              <p:cNvSpPr/>
              <p:nvPr/>
            </p:nvSpPr>
            <p:spPr>
              <a:xfrm>
                <a:off x="1862" y="2468"/>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8152" name=""/>
              <p:cNvSpPr/>
              <p:nvPr/>
            </p:nvSpPr>
            <p:spPr>
              <a:xfrm>
                <a:off x="1851" y="2459"/>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8153" name=""/>
              <p:cNvSpPr/>
              <p:nvPr/>
            </p:nvSpPr>
            <p:spPr>
              <a:xfrm>
                <a:off x="1846" y="2461"/>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8154" name=""/>
              <p:cNvSpPr/>
              <p:nvPr/>
            </p:nvSpPr>
            <p:spPr>
              <a:xfrm>
                <a:off x="1850" y="2461"/>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48155" name=""/>
            <p:cNvPicPr/>
            <p:nvPr/>
          </p:nvPicPr>
          <p:blipFill>
            <a:blip r:embed="rId3"/>
            <a:stretch>
              <a:fillRect/>
            </a:stretch>
          </p:blipFill>
          <p:spPr>
            <a:xfrm>
              <a:off x="1789" y="2462"/>
              <a:ext cx="62" cy="16"/>
            </a:xfrm>
            <a:prstGeom prst="rect">
              <a:avLst/>
            </a:prstGeom>
            <a:noFill/>
            <a:ln>
              <a:noFill/>
              <a:miter lim="800000"/>
            </a:ln>
            <a:effectLst/>
          </p:spPr>
        </p:pic>
        <p:grpSp>
          <p:nvGrpSpPr>
            <p:cNvPr id="48156" name=""/>
            <p:cNvGrpSpPr/>
            <p:nvPr/>
          </p:nvGrpSpPr>
          <p:grpSpPr>
            <a:xfrm>
              <a:off x="1951" y="2364"/>
              <a:ext cx="183" cy="426"/>
              <a:chOff x="1951" y="2364"/>
              <a:chExt cx="183" cy="426"/>
            </a:xfrm>
          </p:grpSpPr>
          <p:sp>
            <p:nvSpPr>
              <p:cNvPr id="48157" name=""/>
              <p:cNvSpPr/>
              <p:nvPr/>
            </p:nvSpPr>
            <p:spPr>
              <a:xfrm>
                <a:off x="1980" y="2553"/>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8158" name=""/>
              <p:cNvSpPr/>
              <p:nvPr/>
            </p:nvSpPr>
            <p:spPr>
              <a:xfrm>
                <a:off x="1980" y="275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59" name=""/>
              <p:cNvSpPr/>
              <p:nvPr/>
            </p:nvSpPr>
            <p:spPr>
              <a:xfrm>
                <a:off x="1980" y="274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0" name=""/>
              <p:cNvSpPr/>
              <p:nvPr/>
            </p:nvSpPr>
            <p:spPr>
              <a:xfrm>
                <a:off x="1980" y="2736"/>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48161" name=""/>
              <p:cNvSpPr/>
              <p:nvPr/>
            </p:nvSpPr>
            <p:spPr>
              <a:xfrm>
                <a:off x="1980" y="273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2" name=""/>
              <p:cNvSpPr/>
              <p:nvPr/>
            </p:nvSpPr>
            <p:spPr>
              <a:xfrm>
                <a:off x="1980" y="272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3" name=""/>
              <p:cNvSpPr/>
              <p:nvPr/>
            </p:nvSpPr>
            <p:spPr>
              <a:xfrm>
                <a:off x="1980" y="272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4" name=""/>
              <p:cNvSpPr/>
              <p:nvPr/>
            </p:nvSpPr>
            <p:spPr>
              <a:xfrm>
                <a:off x="1980" y="271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5" name=""/>
              <p:cNvSpPr/>
              <p:nvPr/>
            </p:nvSpPr>
            <p:spPr>
              <a:xfrm>
                <a:off x="1980" y="270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6" name=""/>
              <p:cNvSpPr/>
              <p:nvPr/>
            </p:nvSpPr>
            <p:spPr>
              <a:xfrm>
                <a:off x="1980" y="269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7" name=""/>
              <p:cNvSpPr/>
              <p:nvPr/>
            </p:nvSpPr>
            <p:spPr>
              <a:xfrm>
                <a:off x="1980" y="269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8" name=""/>
              <p:cNvSpPr/>
              <p:nvPr/>
            </p:nvSpPr>
            <p:spPr>
              <a:xfrm>
                <a:off x="1980" y="268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69" name=""/>
              <p:cNvSpPr/>
              <p:nvPr/>
            </p:nvSpPr>
            <p:spPr>
              <a:xfrm>
                <a:off x="1980" y="267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70" name=""/>
              <p:cNvSpPr/>
              <p:nvPr/>
            </p:nvSpPr>
            <p:spPr>
              <a:xfrm>
                <a:off x="1980" y="267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71" name=""/>
              <p:cNvSpPr/>
              <p:nvPr/>
            </p:nvSpPr>
            <p:spPr>
              <a:xfrm>
                <a:off x="1980" y="266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72" name=""/>
              <p:cNvSpPr/>
              <p:nvPr/>
            </p:nvSpPr>
            <p:spPr>
              <a:xfrm>
                <a:off x="1980" y="265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73" name=""/>
              <p:cNvSpPr/>
              <p:nvPr/>
            </p:nvSpPr>
            <p:spPr>
              <a:xfrm>
                <a:off x="1980" y="264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74" name=""/>
              <p:cNvSpPr/>
              <p:nvPr/>
            </p:nvSpPr>
            <p:spPr>
              <a:xfrm>
                <a:off x="1980" y="264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175" name=""/>
              <p:cNvSpPr/>
              <p:nvPr/>
            </p:nvSpPr>
            <p:spPr>
              <a:xfrm>
                <a:off x="1951" y="2773"/>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8176" name=""/>
              <p:cNvSpPr/>
              <p:nvPr/>
            </p:nvSpPr>
            <p:spPr>
              <a:xfrm>
                <a:off x="2046" y="2773"/>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8177" name=""/>
              <p:cNvSpPr/>
              <p:nvPr/>
            </p:nvSpPr>
            <p:spPr>
              <a:xfrm>
                <a:off x="2003" y="2702"/>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48178" name=""/>
              <p:cNvSpPr/>
              <p:nvPr/>
            </p:nvSpPr>
            <p:spPr>
              <a:xfrm>
                <a:off x="1980" y="2364"/>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8179" name=""/>
              <p:cNvSpPr/>
              <p:nvPr/>
            </p:nvSpPr>
            <p:spPr>
              <a:xfrm>
                <a:off x="1992" y="2414"/>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8180" name=""/>
              <p:cNvSpPr/>
              <p:nvPr/>
            </p:nvSpPr>
            <p:spPr>
              <a:xfrm>
                <a:off x="1996" y="2444"/>
                <a:ext cx="98" cy="17"/>
              </a:xfrm>
              <a:custGeom>
                <a:pathLst>
                  <a:path w="98" h="17">
                    <a:moveTo>
                      <a:pt x="0" y="0"/>
                    </a:moveTo>
                    <a:lnTo>
                      <a:pt x="97" y="0"/>
                    </a:lnTo>
                    <a:lnTo>
                      <a:pt x="97" y="16"/>
                    </a:lnTo>
                    <a:lnTo>
                      <a:pt x="0" y="16"/>
                    </a:lnTo>
                    <a:lnTo>
                      <a:pt x="0" y="0"/>
                    </a:lnTo>
                  </a:path>
                </a:pathLst>
              </a:custGeom>
              <a:solidFill>
                <a:srgbClr val="505020"/>
              </a:solidFill>
              <a:ln w="12700" cap="rnd" cmpd="sng">
                <a:solidFill>
                  <a:srgbClr val="000000"/>
                </a:solidFill>
                <a:prstDash val="solid"/>
                <a:round/>
              </a:ln>
              <a:effectLst/>
            </p:spPr>
          </p:sp>
          <p:sp>
            <p:nvSpPr>
              <p:cNvPr id="48181" name=""/>
              <p:cNvSpPr/>
              <p:nvPr/>
            </p:nvSpPr>
            <p:spPr>
              <a:xfrm>
                <a:off x="1996" y="2475"/>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8182" name=""/>
              <p:cNvSpPr/>
              <p:nvPr/>
            </p:nvSpPr>
            <p:spPr>
              <a:xfrm>
                <a:off x="1994" y="2418"/>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8183" name=""/>
              <p:cNvSpPr/>
              <p:nvPr/>
            </p:nvSpPr>
            <p:spPr>
              <a:xfrm>
                <a:off x="2020" y="2419"/>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8184" name=""/>
              <p:cNvSpPr/>
              <p:nvPr/>
            </p:nvSpPr>
            <p:spPr>
              <a:xfrm>
                <a:off x="2072" y="241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8185" name=""/>
              <p:cNvSpPr/>
              <p:nvPr/>
            </p:nvSpPr>
            <p:spPr>
              <a:xfrm>
                <a:off x="2072" y="241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8186" name=""/>
              <p:cNvSpPr/>
              <p:nvPr/>
            </p:nvSpPr>
            <p:spPr>
              <a:xfrm>
                <a:off x="1999" y="2426"/>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8187" name=""/>
              <p:cNvSpPr/>
              <p:nvPr/>
            </p:nvSpPr>
            <p:spPr>
              <a:xfrm>
                <a:off x="1996" y="2446"/>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8188" name=""/>
              <p:cNvSpPr/>
              <p:nvPr/>
            </p:nvSpPr>
            <p:spPr>
              <a:xfrm>
                <a:off x="2020" y="2450"/>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8189" name=""/>
              <p:cNvSpPr/>
              <p:nvPr/>
            </p:nvSpPr>
            <p:spPr>
              <a:xfrm>
                <a:off x="2062" y="246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8190" name=""/>
              <p:cNvSpPr/>
              <p:nvPr/>
            </p:nvSpPr>
            <p:spPr>
              <a:xfrm>
                <a:off x="2062" y="246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8191" name=""/>
              <p:cNvSpPr/>
              <p:nvPr/>
            </p:nvSpPr>
            <p:spPr>
              <a:xfrm>
                <a:off x="2017" y="2453"/>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8192" name=""/>
              <p:cNvSpPr/>
              <p:nvPr/>
            </p:nvSpPr>
            <p:spPr>
              <a:xfrm>
                <a:off x="1996" y="2482"/>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48193" name=""/>
              <p:cNvSpPr/>
              <p:nvPr/>
            </p:nvSpPr>
            <p:spPr>
              <a:xfrm>
                <a:off x="1996" y="2479"/>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8194" name=""/>
              <p:cNvSpPr/>
              <p:nvPr/>
            </p:nvSpPr>
            <p:spPr>
              <a:xfrm>
                <a:off x="2090" y="2482"/>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8195" name=""/>
              <p:cNvSpPr/>
              <p:nvPr/>
            </p:nvSpPr>
            <p:spPr>
              <a:xfrm>
                <a:off x="1994" y="2482"/>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48196" name=""/>
              <p:cNvSpPr/>
              <p:nvPr/>
            </p:nvSpPr>
            <p:spPr>
              <a:xfrm>
                <a:off x="1989" y="2482"/>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8197" name=""/>
              <p:cNvSpPr/>
              <p:nvPr/>
            </p:nvSpPr>
            <p:spPr>
              <a:xfrm>
                <a:off x="1996" y="2486"/>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8198" name=""/>
              <p:cNvSpPr/>
              <p:nvPr/>
            </p:nvSpPr>
            <p:spPr>
              <a:xfrm>
                <a:off x="2019" y="2491"/>
                <a:ext cx="35" cy="25"/>
              </a:xfrm>
              <a:custGeom>
                <a:pathLst>
                  <a:path w="35" h="25">
                    <a:moveTo>
                      <a:pt x="1" y="0"/>
                    </a:moveTo>
                    <a:lnTo>
                      <a:pt x="32" y="0"/>
                    </a:lnTo>
                    <a:lnTo>
                      <a:pt x="32" y="0"/>
                    </a:lnTo>
                    <a:lnTo>
                      <a:pt x="33" y="1"/>
                    </a:lnTo>
                    <a:lnTo>
                      <a:pt x="33" y="1"/>
                    </a:lnTo>
                    <a:lnTo>
                      <a:pt x="34" y="2"/>
                    </a:lnTo>
                    <a:lnTo>
                      <a:pt x="34" y="3"/>
                    </a:lnTo>
                    <a:lnTo>
                      <a:pt x="34" y="22"/>
                    </a:lnTo>
                    <a:lnTo>
                      <a:pt x="33" y="23"/>
                    </a:lnTo>
                    <a:lnTo>
                      <a:pt x="33" y="23"/>
                    </a:lnTo>
                    <a:lnTo>
                      <a:pt x="33" y="24"/>
                    </a:lnTo>
                    <a:lnTo>
                      <a:pt x="32" y="24"/>
                    </a:lnTo>
                    <a:lnTo>
                      <a:pt x="32"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8199" name=""/>
              <p:cNvSpPr/>
              <p:nvPr/>
            </p:nvSpPr>
            <p:spPr>
              <a:xfrm>
                <a:off x="2024" y="2492"/>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8200" name=""/>
              <p:cNvSpPr/>
              <p:nvPr/>
            </p:nvSpPr>
            <p:spPr>
              <a:xfrm>
                <a:off x="1996" y="2478"/>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8201" name=""/>
              <p:cNvSpPr/>
              <p:nvPr/>
            </p:nvSpPr>
            <p:spPr>
              <a:xfrm>
                <a:off x="1992" y="2404"/>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48202" name=""/>
              <p:cNvSpPr/>
              <p:nvPr/>
            </p:nvSpPr>
            <p:spPr>
              <a:xfrm>
                <a:off x="1999" y="2427"/>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8203" name=""/>
              <p:cNvSpPr/>
              <p:nvPr/>
            </p:nvSpPr>
            <p:spPr>
              <a:xfrm>
                <a:off x="2019" y="2427"/>
                <a:ext cx="36" cy="17"/>
              </a:xfrm>
              <a:custGeom>
                <a:pathLst>
                  <a:path w="36" h="17">
                    <a:moveTo>
                      <a:pt x="0" y="16"/>
                    </a:moveTo>
                    <a:lnTo>
                      <a:pt x="35" y="16"/>
                    </a:lnTo>
                    <a:lnTo>
                      <a:pt x="0" y="0"/>
                    </a:lnTo>
                    <a:lnTo>
                      <a:pt x="0" y="16"/>
                    </a:lnTo>
                  </a:path>
                </a:pathLst>
              </a:custGeom>
              <a:solidFill>
                <a:srgbClr val="E0E0B0"/>
              </a:solidFill>
              <a:ln cap="rnd">
                <a:noFill/>
                <a:round/>
              </a:ln>
              <a:effectLst/>
            </p:spPr>
          </p:sp>
          <p:sp>
            <p:nvSpPr>
              <p:cNvPr id="48204" name=""/>
              <p:cNvSpPr/>
              <p:nvPr/>
            </p:nvSpPr>
            <p:spPr>
              <a:xfrm>
                <a:off x="2060" y="2427"/>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48205" name=""/>
              <p:cNvSpPr/>
              <p:nvPr/>
            </p:nvSpPr>
            <p:spPr>
              <a:xfrm>
                <a:off x="2020" y="2433"/>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8206" name=""/>
              <p:cNvSpPr/>
              <p:nvPr/>
            </p:nvSpPr>
            <p:spPr>
              <a:xfrm>
                <a:off x="2074" y="241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207" name=""/>
              <p:cNvSpPr/>
              <p:nvPr/>
            </p:nvSpPr>
            <p:spPr>
              <a:xfrm>
                <a:off x="2067" y="2419"/>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8208" name=""/>
              <p:cNvSpPr/>
              <p:nvPr/>
            </p:nvSpPr>
            <p:spPr>
              <a:xfrm>
                <a:off x="2020" y="2433"/>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8209" name=""/>
              <p:cNvSpPr/>
              <p:nvPr/>
            </p:nvSpPr>
            <p:spPr>
              <a:xfrm>
                <a:off x="2020" y="2432"/>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8210" name=""/>
              <p:cNvSpPr/>
              <p:nvPr/>
            </p:nvSpPr>
            <p:spPr>
              <a:xfrm>
                <a:off x="2019" y="2431"/>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211" name=""/>
              <p:cNvSpPr/>
              <p:nvPr/>
            </p:nvSpPr>
            <p:spPr>
              <a:xfrm>
                <a:off x="2006" y="2404"/>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8212" name=""/>
              <p:cNvSpPr/>
              <p:nvPr/>
            </p:nvSpPr>
            <p:spPr>
              <a:xfrm>
                <a:off x="2006" y="2404"/>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8213" name=""/>
              <p:cNvCxnSpPr/>
              <p:nvPr/>
            </p:nvCxnSpPr>
            <p:spPr>
              <a:xfrm>
                <a:off x="2007" y="2407"/>
                <a:ext cx="2" cy="0"/>
              </a:xfrm>
              <a:prstGeom prst="line">
                <a:avLst/>
              </a:prstGeom>
              <a:noFill/>
              <a:ln>
                <a:noFill/>
                <a:miter lim="800000"/>
              </a:ln>
              <a:effectLst/>
            </p:spPr>
          </p:cxnSp>
          <p:sp>
            <p:nvSpPr>
              <p:cNvPr id="48214" name=""/>
              <p:cNvSpPr/>
              <p:nvPr/>
            </p:nvSpPr>
            <p:spPr>
              <a:xfrm>
                <a:off x="2072" y="2404"/>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8215" name=""/>
              <p:cNvSpPr/>
              <p:nvPr/>
            </p:nvSpPr>
            <p:spPr>
              <a:xfrm>
                <a:off x="2071" y="2404"/>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8216" name=""/>
              <p:cNvSpPr/>
              <p:nvPr/>
            </p:nvSpPr>
            <p:spPr>
              <a:xfrm>
                <a:off x="2068" y="2402"/>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8217" name=""/>
              <p:cNvSpPr/>
              <p:nvPr/>
            </p:nvSpPr>
            <p:spPr>
              <a:xfrm>
                <a:off x="2020" y="2465"/>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8218" name=""/>
              <p:cNvSpPr/>
              <p:nvPr/>
            </p:nvSpPr>
            <p:spPr>
              <a:xfrm>
                <a:off x="2020" y="2464"/>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8219" name=""/>
              <p:cNvSpPr/>
              <p:nvPr/>
            </p:nvSpPr>
            <p:spPr>
              <a:xfrm>
                <a:off x="2019" y="2463"/>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220" name=""/>
              <p:cNvSpPr/>
              <p:nvPr/>
            </p:nvSpPr>
            <p:spPr>
              <a:xfrm>
                <a:off x="2000" y="2514"/>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8221" name=""/>
              <p:cNvCxnSpPr/>
              <p:nvPr/>
            </p:nvCxnSpPr>
            <p:spPr>
              <a:xfrm>
                <a:off x="2003" y="2518"/>
                <a:ext cx="2" cy="0"/>
              </a:xfrm>
              <a:prstGeom prst="line">
                <a:avLst/>
              </a:prstGeom>
              <a:noFill/>
              <a:ln>
                <a:noFill/>
                <a:miter lim="800000"/>
              </a:ln>
              <a:effectLst/>
            </p:spPr>
          </p:cxnSp>
          <p:cxnSp>
            <p:nvCxnSpPr>
              <p:cNvPr id="48222" name=""/>
              <p:cNvCxnSpPr/>
              <p:nvPr/>
            </p:nvCxnSpPr>
            <p:spPr>
              <a:xfrm>
                <a:off x="2003" y="2518"/>
                <a:ext cx="2" cy="0"/>
              </a:xfrm>
              <a:prstGeom prst="line">
                <a:avLst/>
              </a:prstGeom>
              <a:noFill/>
              <a:ln>
                <a:noFill/>
                <a:miter lim="800000"/>
              </a:ln>
              <a:effectLst/>
            </p:spPr>
          </p:cxnSp>
          <p:cxnSp>
            <p:nvCxnSpPr>
              <p:cNvPr id="48223" name=""/>
              <p:cNvCxnSpPr/>
              <p:nvPr/>
            </p:nvCxnSpPr>
            <p:spPr>
              <a:xfrm>
                <a:off x="2003" y="2518"/>
                <a:ext cx="2" cy="0"/>
              </a:xfrm>
              <a:prstGeom prst="line">
                <a:avLst/>
              </a:prstGeom>
              <a:noFill/>
              <a:ln>
                <a:noFill/>
                <a:miter lim="800000"/>
              </a:ln>
              <a:effectLst/>
            </p:spPr>
          </p:cxnSp>
          <p:cxnSp>
            <p:nvCxnSpPr>
              <p:cNvPr id="48224" name=""/>
              <p:cNvCxnSpPr/>
              <p:nvPr/>
            </p:nvCxnSpPr>
            <p:spPr>
              <a:xfrm>
                <a:off x="2003" y="2518"/>
                <a:ext cx="2" cy="0"/>
              </a:xfrm>
              <a:prstGeom prst="line">
                <a:avLst/>
              </a:prstGeom>
              <a:noFill/>
              <a:ln>
                <a:noFill/>
                <a:miter lim="800000"/>
              </a:ln>
              <a:effectLst/>
            </p:spPr>
          </p:cxnSp>
          <p:cxnSp>
            <p:nvCxnSpPr>
              <p:cNvPr id="48225" name=""/>
              <p:cNvCxnSpPr/>
              <p:nvPr/>
            </p:nvCxnSpPr>
            <p:spPr>
              <a:xfrm>
                <a:off x="2003" y="2518"/>
                <a:ext cx="2" cy="0"/>
              </a:xfrm>
              <a:prstGeom prst="line">
                <a:avLst/>
              </a:prstGeom>
              <a:noFill/>
              <a:ln>
                <a:noFill/>
                <a:miter lim="800000"/>
              </a:ln>
              <a:effectLst/>
            </p:spPr>
          </p:cxnSp>
          <p:cxnSp>
            <p:nvCxnSpPr>
              <p:cNvPr id="48226" name=""/>
              <p:cNvCxnSpPr/>
              <p:nvPr/>
            </p:nvCxnSpPr>
            <p:spPr>
              <a:xfrm>
                <a:off x="2003" y="2518"/>
                <a:ext cx="2" cy="0"/>
              </a:xfrm>
              <a:prstGeom prst="line">
                <a:avLst/>
              </a:prstGeom>
              <a:noFill/>
              <a:ln>
                <a:noFill/>
                <a:miter lim="800000"/>
              </a:ln>
              <a:effectLst/>
            </p:spPr>
          </p:cxnSp>
          <p:cxnSp>
            <p:nvCxnSpPr>
              <p:cNvPr id="48227" name=""/>
              <p:cNvCxnSpPr/>
              <p:nvPr/>
            </p:nvCxnSpPr>
            <p:spPr>
              <a:xfrm>
                <a:off x="2003" y="2518"/>
                <a:ext cx="2" cy="0"/>
              </a:xfrm>
              <a:prstGeom prst="line">
                <a:avLst/>
              </a:prstGeom>
              <a:noFill/>
              <a:ln>
                <a:noFill/>
                <a:miter lim="800000"/>
              </a:ln>
              <a:effectLst/>
            </p:spPr>
          </p:cxnSp>
          <p:sp>
            <p:nvSpPr>
              <p:cNvPr id="48228" name=""/>
              <p:cNvSpPr/>
              <p:nvPr/>
            </p:nvSpPr>
            <p:spPr>
              <a:xfrm>
                <a:off x="2000" y="251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229" name=""/>
              <p:cNvCxnSpPr/>
              <p:nvPr/>
            </p:nvCxnSpPr>
            <p:spPr>
              <a:xfrm>
                <a:off x="2003" y="2517"/>
                <a:ext cx="2" cy="0"/>
              </a:xfrm>
              <a:prstGeom prst="line">
                <a:avLst/>
              </a:prstGeom>
              <a:noFill/>
              <a:ln>
                <a:noFill/>
                <a:miter lim="800000"/>
              </a:ln>
              <a:effectLst/>
            </p:spPr>
          </p:cxnSp>
          <p:cxnSp>
            <p:nvCxnSpPr>
              <p:cNvPr id="48230" name=""/>
              <p:cNvCxnSpPr/>
              <p:nvPr/>
            </p:nvCxnSpPr>
            <p:spPr>
              <a:xfrm>
                <a:off x="2003" y="2517"/>
                <a:ext cx="2" cy="0"/>
              </a:xfrm>
              <a:prstGeom prst="line">
                <a:avLst/>
              </a:prstGeom>
              <a:noFill/>
              <a:ln>
                <a:noFill/>
                <a:miter lim="800000"/>
              </a:ln>
              <a:effectLst/>
            </p:spPr>
          </p:cxnSp>
          <p:cxnSp>
            <p:nvCxnSpPr>
              <p:cNvPr id="48231" name=""/>
              <p:cNvCxnSpPr/>
              <p:nvPr/>
            </p:nvCxnSpPr>
            <p:spPr>
              <a:xfrm>
                <a:off x="2003" y="2517"/>
                <a:ext cx="2" cy="0"/>
              </a:xfrm>
              <a:prstGeom prst="line">
                <a:avLst/>
              </a:prstGeom>
              <a:noFill/>
              <a:ln>
                <a:noFill/>
                <a:miter lim="800000"/>
              </a:ln>
              <a:effectLst/>
            </p:spPr>
          </p:cxnSp>
          <p:cxnSp>
            <p:nvCxnSpPr>
              <p:cNvPr id="48232" name=""/>
              <p:cNvCxnSpPr/>
              <p:nvPr/>
            </p:nvCxnSpPr>
            <p:spPr>
              <a:xfrm>
                <a:off x="2003" y="2517"/>
                <a:ext cx="2" cy="0"/>
              </a:xfrm>
              <a:prstGeom prst="line">
                <a:avLst/>
              </a:prstGeom>
              <a:noFill/>
              <a:ln>
                <a:noFill/>
                <a:miter lim="800000"/>
              </a:ln>
              <a:effectLst/>
            </p:spPr>
          </p:cxnSp>
          <p:cxnSp>
            <p:nvCxnSpPr>
              <p:cNvPr id="48233" name=""/>
              <p:cNvCxnSpPr/>
              <p:nvPr/>
            </p:nvCxnSpPr>
            <p:spPr>
              <a:xfrm>
                <a:off x="2003" y="2517"/>
                <a:ext cx="2" cy="0"/>
              </a:xfrm>
              <a:prstGeom prst="line">
                <a:avLst/>
              </a:prstGeom>
              <a:noFill/>
              <a:ln>
                <a:noFill/>
                <a:miter lim="800000"/>
              </a:ln>
              <a:effectLst/>
            </p:spPr>
          </p:cxnSp>
          <p:cxnSp>
            <p:nvCxnSpPr>
              <p:cNvPr id="48234" name=""/>
              <p:cNvCxnSpPr/>
              <p:nvPr/>
            </p:nvCxnSpPr>
            <p:spPr>
              <a:xfrm>
                <a:off x="2003" y="2517"/>
                <a:ext cx="2" cy="0"/>
              </a:xfrm>
              <a:prstGeom prst="line">
                <a:avLst/>
              </a:prstGeom>
              <a:noFill/>
              <a:ln>
                <a:noFill/>
                <a:miter lim="800000"/>
              </a:ln>
              <a:effectLst/>
            </p:spPr>
          </p:cxnSp>
          <p:cxnSp>
            <p:nvCxnSpPr>
              <p:cNvPr id="48235" name=""/>
              <p:cNvCxnSpPr/>
              <p:nvPr/>
            </p:nvCxnSpPr>
            <p:spPr>
              <a:xfrm>
                <a:off x="2003" y="2517"/>
                <a:ext cx="2" cy="0"/>
              </a:xfrm>
              <a:prstGeom prst="line">
                <a:avLst/>
              </a:prstGeom>
              <a:noFill/>
              <a:ln>
                <a:noFill/>
                <a:miter lim="800000"/>
              </a:ln>
              <a:effectLst/>
            </p:spPr>
          </p:cxnSp>
          <p:cxnSp>
            <p:nvCxnSpPr>
              <p:cNvPr id="48236" name=""/>
              <p:cNvCxnSpPr/>
              <p:nvPr/>
            </p:nvCxnSpPr>
            <p:spPr>
              <a:xfrm>
                <a:off x="2003" y="2517"/>
                <a:ext cx="2" cy="0"/>
              </a:xfrm>
              <a:prstGeom prst="line">
                <a:avLst/>
              </a:prstGeom>
              <a:noFill/>
              <a:ln>
                <a:noFill/>
                <a:miter lim="800000"/>
              </a:ln>
              <a:effectLst/>
            </p:spPr>
          </p:cxnSp>
          <p:cxnSp>
            <p:nvCxnSpPr>
              <p:cNvPr id="48237" name=""/>
              <p:cNvCxnSpPr/>
              <p:nvPr/>
            </p:nvCxnSpPr>
            <p:spPr>
              <a:xfrm>
                <a:off x="2003" y="2517"/>
                <a:ext cx="2" cy="0"/>
              </a:xfrm>
              <a:prstGeom prst="line">
                <a:avLst/>
              </a:prstGeom>
              <a:noFill/>
              <a:ln>
                <a:noFill/>
                <a:miter lim="800000"/>
              </a:ln>
              <a:effectLst/>
            </p:spPr>
          </p:cxnSp>
          <p:sp>
            <p:nvSpPr>
              <p:cNvPr id="48238" name=""/>
              <p:cNvSpPr/>
              <p:nvPr/>
            </p:nvSpPr>
            <p:spPr>
              <a:xfrm>
                <a:off x="2000" y="251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239" name=""/>
              <p:cNvCxnSpPr/>
              <p:nvPr/>
            </p:nvCxnSpPr>
            <p:spPr>
              <a:xfrm>
                <a:off x="2003" y="2517"/>
                <a:ext cx="2" cy="0"/>
              </a:xfrm>
              <a:prstGeom prst="line">
                <a:avLst/>
              </a:prstGeom>
              <a:noFill/>
              <a:ln>
                <a:noFill/>
                <a:miter lim="800000"/>
              </a:ln>
              <a:effectLst/>
            </p:spPr>
          </p:cxnSp>
          <p:cxnSp>
            <p:nvCxnSpPr>
              <p:cNvPr id="48240" name=""/>
              <p:cNvCxnSpPr/>
              <p:nvPr/>
            </p:nvCxnSpPr>
            <p:spPr>
              <a:xfrm>
                <a:off x="2003" y="2517"/>
                <a:ext cx="2" cy="0"/>
              </a:xfrm>
              <a:prstGeom prst="line">
                <a:avLst/>
              </a:prstGeom>
              <a:noFill/>
              <a:ln>
                <a:noFill/>
                <a:miter lim="800000"/>
              </a:ln>
              <a:effectLst/>
            </p:spPr>
          </p:cxnSp>
          <p:cxnSp>
            <p:nvCxnSpPr>
              <p:cNvPr id="48241" name=""/>
              <p:cNvCxnSpPr/>
              <p:nvPr/>
            </p:nvCxnSpPr>
            <p:spPr>
              <a:xfrm>
                <a:off x="2003" y="2517"/>
                <a:ext cx="2" cy="0"/>
              </a:xfrm>
              <a:prstGeom prst="line">
                <a:avLst/>
              </a:prstGeom>
              <a:noFill/>
              <a:ln>
                <a:noFill/>
                <a:miter lim="800000"/>
              </a:ln>
              <a:effectLst/>
            </p:spPr>
          </p:cxnSp>
          <p:cxnSp>
            <p:nvCxnSpPr>
              <p:cNvPr id="48242" name=""/>
              <p:cNvCxnSpPr/>
              <p:nvPr/>
            </p:nvCxnSpPr>
            <p:spPr>
              <a:xfrm>
                <a:off x="2003" y="2517"/>
                <a:ext cx="2" cy="0"/>
              </a:xfrm>
              <a:prstGeom prst="line">
                <a:avLst/>
              </a:prstGeom>
              <a:noFill/>
              <a:ln>
                <a:noFill/>
                <a:miter lim="800000"/>
              </a:ln>
              <a:effectLst/>
            </p:spPr>
          </p:cxnSp>
          <p:cxnSp>
            <p:nvCxnSpPr>
              <p:cNvPr id="48243" name=""/>
              <p:cNvCxnSpPr/>
              <p:nvPr/>
            </p:nvCxnSpPr>
            <p:spPr>
              <a:xfrm>
                <a:off x="2003" y="2517"/>
                <a:ext cx="2" cy="0"/>
              </a:xfrm>
              <a:prstGeom prst="line">
                <a:avLst/>
              </a:prstGeom>
              <a:noFill/>
              <a:ln>
                <a:noFill/>
                <a:miter lim="800000"/>
              </a:ln>
              <a:effectLst/>
            </p:spPr>
          </p:cxnSp>
          <p:sp>
            <p:nvSpPr>
              <p:cNvPr id="48244" name=""/>
              <p:cNvSpPr/>
              <p:nvPr/>
            </p:nvSpPr>
            <p:spPr>
              <a:xfrm>
                <a:off x="2000" y="251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245" name=""/>
              <p:cNvCxnSpPr/>
              <p:nvPr/>
            </p:nvCxnSpPr>
            <p:spPr>
              <a:xfrm>
                <a:off x="2003" y="2516"/>
                <a:ext cx="2" cy="0"/>
              </a:xfrm>
              <a:prstGeom prst="line">
                <a:avLst/>
              </a:prstGeom>
              <a:noFill/>
              <a:ln>
                <a:noFill/>
                <a:miter lim="800000"/>
              </a:ln>
              <a:effectLst/>
            </p:spPr>
          </p:cxnSp>
          <p:sp>
            <p:nvSpPr>
              <p:cNvPr id="48246" name=""/>
              <p:cNvSpPr/>
              <p:nvPr/>
            </p:nvSpPr>
            <p:spPr>
              <a:xfrm>
                <a:off x="1999" y="2513"/>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8247" name=""/>
              <p:cNvSpPr/>
              <p:nvPr/>
            </p:nvSpPr>
            <p:spPr>
              <a:xfrm>
                <a:off x="2000" y="2424"/>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48248" name=""/>
              <p:cNvSpPr/>
              <p:nvPr/>
            </p:nvSpPr>
            <p:spPr>
              <a:xfrm>
                <a:off x="2017" y="2421"/>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8249" name=""/>
              <p:cNvSpPr/>
              <p:nvPr/>
            </p:nvSpPr>
            <p:spPr>
              <a:xfrm>
                <a:off x="2017" y="2431"/>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8250" name=""/>
              <p:cNvSpPr/>
              <p:nvPr/>
            </p:nvSpPr>
            <p:spPr>
              <a:xfrm>
                <a:off x="2024" y="2494"/>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8251" name=""/>
              <p:cNvSpPr/>
              <p:nvPr/>
            </p:nvSpPr>
            <p:spPr>
              <a:xfrm>
                <a:off x="2019" y="2515"/>
                <a:ext cx="34" cy="17"/>
              </a:xfrm>
              <a:custGeom>
                <a:pathLst>
                  <a:path w="34" h="17">
                    <a:moveTo>
                      <a:pt x="0" y="16"/>
                    </a:moveTo>
                    <a:lnTo>
                      <a:pt x="32" y="16"/>
                    </a:lnTo>
                    <a:lnTo>
                      <a:pt x="33" y="5"/>
                    </a:lnTo>
                    <a:lnTo>
                      <a:pt x="0" y="0"/>
                    </a:lnTo>
                    <a:lnTo>
                      <a:pt x="0" y="5"/>
                    </a:lnTo>
                    <a:lnTo>
                      <a:pt x="0" y="16"/>
                    </a:lnTo>
                  </a:path>
                </a:pathLst>
              </a:custGeom>
              <a:solidFill>
                <a:srgbClr val="E0E0B0"/>
              </a:solidFill>
              <a:ln cap="rnd">
                <a:noFill/>
                <a:round/>
              </a:ln>
              <a:effectLst/>
            </p:spPr>
          </p:sp>
          <p:sp>
            <p:nvSpPr>
              <p:cNvPr id="48252" name=""/>
              <p:cNvSpPr/>
              <p:nvPr/>
            </p:nvSpPr>
            <p:spPr>
              <a:xfrm>
                <a:off x="2034" y="2503"/>
                <a:ext cx="20" cy="17"/>
              </a:xfrm>
              <a:custGeom>
                <a:pathLst>
                  <a:path w="20" h="17">
                    <a:moveTo>
                      <a:pt x="0" y="16"/>
                    </a:moveTo>
                    <a:lnTo>
                      <a:pt x="0" y="0"/>
                    </a:lnTo>
                    <a:lnTo>
                      <a:pt x="19" y="0"/>
                    </a:lnTo>
                    <a:lnTo>
                      <a:pt x="19" y="16"/>
                    </a:lnTo>
                    <a:lnTo>
                      <a:pt x="0" y="16"/>
                    </a:lnTo>
                  </a:path>
                </a:pathLst>
              </a:custGeom>
              <a:solidFill>
                <a:srgbClr val="E0E0B0"/>
              </a:solidFill>
              <a:ln cap="rnd">
                <a:noFill/>
                <a:round/>
              </a:ln>
              <a:effectLst/>
            </p:spPr>
          </p:sp>
          <p:sp>
            <p:nvSpPr>
              <p:cNvPr id="48253" name=""/>
              <p:cNvSpPr/>
              <p:nvPr/>
            </p:nvSpPr>
            <p:spPr>
              <a:xfrm>
                <a:off x="2057" y="2505"/>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8254" name=""/>
              <p:cNvCxnSpPr/>
              <p:nvPr/>
            </p:nvCxnSpPr>
            <p:spPr>
              <a:xfrm flipH="1">
                <a:off x="2020" y="2458"/>
                <a:ext cx="0" cy="13"/>
              </a:xfrm>
              <a:prstGeom prst="line">
                <a:avLst/>
              </a:prstGeom>
              <a:noFill/>
              <a:ln>
                <a:noFill/>
                <a:miter lim="800000"/>
              </a:ln>
              <a:effectLst/>
            </p:spPr>
          </p:cxnSp>
          <p:cxnSp>
            <p:nvCxnSpPr>
              <p:cNvPr id="48255" name=""/>
              <p:cNvCxnSpPr/>
              <p:nvPr/>
            </p:nvCxnSpPr>
            <p:spPr>
              <a:xfrm flipH="1">
                <a:off x="2020" y="2453"/>
                <a:ext cx="0" cy="1"/>
              </a:xfrm>
              <a:prstGeom prst="line">
                <a:avLst/>
              </a:prstGeom>
              <a:noFill/>
              <a:ln>
                <a:noFill/>
                <a:miter lim="800000"/>
              </a:ln>
              <a:effectLst/>
            </p:spPr>
          </p:cxnSp>
          <p:sp>
            <p:nvSpPr>
              <p:cNvPr id="48256" name=""/>
              <p:cNvSpPr/>
              <p:nvPr/>
            </p:nvSpPr>
            <p:spPr>
              <a:xfrm>
                <a:off x="2012" y="2453"/>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257" name=""/>
              <p:cNvSpPr/>
              <p:nvPr/>
            </p:nvSpPr>
            <p:spPr>
              <a:xfrm>
                <a:off x="2035" y="245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258" name=""/>
              <p:cNvSpPr/>
              <p:nvPr/>
            </p:nvSpPr>
            <p:spPr>
              <a:xfrm>
                <a:off x="2035" y="245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259" name=""/>
              <p:cNvSpPr/>
              <p:nvPr/>
            </p:nvSpPr>
            <p:spPr>
              <a:xfrm>
                <a:off x="2059" y="245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260" name=""/>
              <p:cNvSpPr/>
              <p:nvPr/>
            </p:nvSpPr>
            <p:spPr>
              <a:xfrm>
                <a:off x="2017" y="2459"/>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8261" name=""/>
              <p:cNvSpPr/>
              <p:nvPr/>
            </p:nvSpPr>
            <p:spPr>
              <a:xfrm>
                <a:off x="2020" y="2467"/>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8262" name=""/>
              <p:cNvSpPr/>
              <p:nvPr/>
            </p:nvSpPr>
            <p:spPr>
              <a:xfrm>
                <a:off x="2054" y="2459"/>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8263" name=""/>
              <p:cNvSpPr/>
              <p:nvPr/>
            </p:nvSpPr>
            <p:spPr>
              <a:xfrm>
                <a:off x="2059" y="2451"/>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264" name=""/>
              <p:cNvSpPr/>
              <p:nvPr/>
            </p:nvSpPr>
            <p:spPr>
              <a:xfrm>
                <a:off x="2072" y="245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265" name=""/>
              <p:cNvSpPr/>
              <p:nvPr/>
            </p:nvSpPr>
            <p:spPr>
              <a:xfrm>
                <a:off x="2020" y="2450"/>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8266" name=""/>
              <p:cNvSpPr/>
              <p:nvPr/>
            </p:nvSpPr>
            <p:spPr>
              <a:xfrm>
                <a:off x="2013" y="245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267" name=""/>
              <p:cNvSpPr/>
              <p:nvPr/>
            </p:nvSpPr>
            <p:spPr>
              <a:xfrm>
                <a:off x="2017" y="2450"/>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8268" name=""/>
              <p:cNvCxnSpPr/>
              <p:nvPr/>
            </p:nvCxnSpPr>
            <p:spPr>
              <a:xfrm>
                <a:off x="2019" y="2454"/>
                <a:ext cx="20" cy="0"/>
              </a:xfrm>
              <a:prstGeom prst="line">
                <a:avLst/>
              </a:prstGeom>
              <a:noFill/>
              <a:ln>
                <a:noFill/>
                <a:miter lim="800000"/>
              </a:ln>
              <a:effectLst/>
            </p:spPr>
          </p:cxnSp>
          <p:cxnSp>
            <p:nvCxnSpPr>
              <p:cNvPr id="48269" name=""/>
              <p:cNvCxnSpPr/>
              <p:nvPr/>
            </p:nvCxnSpPr>
            <p:spPr>
              <a:xfrm flipH="1">
                <a:off x="2039" y="2458"/>
                <a:ext cx="0" cy="2"/>
              </a:xfrm>
              <a:prstGeom prst="line">
                <a:avLst/>
              </a:prstGeom>
              <a:noFill/>
              <a:ln>
                <a:noFill/>
                <a:miter lim="800000"/>
              </a:ln>
              <a:effectLst/>
            </p:spPr>
          </p:cxnSp>
          <p:sp>
            <p:nvSpPr>
              <p:cNvPr id="48270" name=""/>
              <p:cNvSpPr/>
              <p:nvPr/>
            </p:nvSpPr>
            <p:spPr>
              <a:xfrm>
                <a:off x="2039" y="245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271" name=""/>
              <p:cNvSpPr/>
              <p:nvPr/>
            </p:nvSpPr>
            <p:spPr>
              <a:xfrm>
                <a:off x="2053" y="245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272" name=""/>
              <p:cNvSpPr/>
              <p:nvPr/>
            </p:nvSpPr>
            <p:spPr>
              <a:xfrm>
                <a:off x="2053" y="2451"/>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273" name=""/>
              <p:cNvSpPr/>
              <p:nvPr/>
            </p:nvSpPr>
            <p:spPr>
              <a:xfrm>
                <a:off x="2039" y="2449"/>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274" name=""/>
              <p:cNvSpPr/>
              <p:nvPr/>
            </p:nvSpPr>
            <p:spPr>
              <a:xfrm>
                <a:off x="2064" y="2461"/>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8275" name=""/>
              <p:cNvSpPr/>
              <p:nvPr/>
            </p:nvSpPr>
            <p:spPr>
              <a:xfrm>
                <a:off x="2020" y="2416"/>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8276" name=""/>
              <p:cNvSpPr/>
              <p:nvPr/>
            </p:nvSpPr>
            <p:spPr>
              <a:xfrm>
                <a:off x="2054" y="2419"/>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8277" name=""/>
              <p:cNvSpPr/>
              <p:nvPr/>
            </p:nvSpPr>
            <p:spPr>
              <a:xfrm>
                <a:off x="2054" y="2433"/>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8278" name=""/>
              <p:cNvSpPr/>
              <p:nvPr/>
            </p:nvSpPr>
            <p:spPr>
              <a:xfrm>
                <a:off x="2020" y="2434"/>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8279" name=""/>
              <p:cNvSpPr/>
              <p:nvPr/>
            </p:nvSpPr>
            <p:spPr>
              <a:xfrm>
                <a:off x="1996" y="2426"/>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8280" name=""/>
              <p:cNvSpPr/>
              <p:nvPr/>
            </p:nvSpPr>
            <p:spPr>
              <a:xfrm>
                <a:off x="2024" y="2510"/>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8281" name=""/>
              <p:cNvCxnSpPr/>
              <p:nvPr/>
            </p:nvCxnSpPr>
            <p:spPr>
              <a:xfrm flipH="1">
                <a:off x="2093" y="2494"/>
                <a:ext cx="0" cy="14"/>
              </a:xfrm>
              <a:prstGeom prst="line">
                <a:avLst/>
              </a:prstGeom>
              <a:noFill/>
              <a:ln>
                <a:noFill/>
                <a:miter lim="800000"/>
              </a:ln>
              <a:effectLst/>
            </p:spPr>
          </p:cxnSp>
          <p:sp>
            <p:nvSpPr>
              <p:cNvPr id="48282" name=""/>
              <p:cNvSpPr/>
              <p:nvPr/>
            </p:nvSpPr>
            <p:spPr>
              <a:xfrm>
                <a:off x="2024" y="2488"/>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8283" name=""/>
              <p:cNvSpPr/>
              <p:nvPr/>
            </p:nvSpPr>
            <p:spPr>
              <a:xfrm>
                <a:off x="2020" y="2494"/>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8284" name=""/>
              <p:cNvSpPr/>
              <p:nvPr/>
            </p:nvSpPr>
            <p:spPr>
              <a:xfrm>
                <a:off x="2024" y="2502"/>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8285" name=""/>
              <p:cNvSpPr/>
              <p:nvPr/>
            </p:nvSpPr>
            <p:spPr>
              <a:xfrm>
                <a:off x="1980" y="2534"/>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48286" name=""/>
              <p:cNvSpPr/>
              <p:nvPr/>
            </p:nvSpPr>
            <p:spPr>
              <a:xfrm>
                <a:off x="1999" y="2536"/>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8287" name=""/>
              <p:cNvSpPr/>
              <p:nvPr/>
            </p:nvSpPr>
            <p:spPr>
              <a:xfrm>
                <a:off x="2039" y="2378"/>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8288" name=""/>
              <p:cNvSpPr/>
              <p:nvPr/>
            </p:nvSpPr>
            <p:spPr>
              <a:xfrm>
                <a:off x="2041" y="2382"/>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8289" name=""/>
              <p:cNvSpPr/>
              <p:nvPr/>
            </p:nvSpPr>
            <p:spPr>
              <a:xfrm>
                <a:off x="1992" y="2374"/>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48290" name=""/>
              <p:cNvSpPr/>
              <p:nvPr/>
            </p:nvSpPr>
            <p:spPr>
              <a:xfrm>
                <a:off x="1992" y="2374"/>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48291" name=""/>
              <p:cNvSpPr/>
              <p:nvPr/>
            </p:nvSpPr>
            <p:spPr>
              <a:xfrm>
                <a:off x="1993" y="2375"/>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48292" name=""/>
              <p:cNvSpPr/>
              <p:nvPr/>
            </p:nvSpPr>
            <p:spPr>
              <a:xfrm>
                <a:off x="1993" y="2375"/>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8293" name=""/>
              <p:cNvSpPr/>
              <p:nvPr/>
            </p:nvSpPr>
            <p:spPr>
              <a:xfrm>
                <a:off x="2039" y="2378"/>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8294" name=""/>
              <p:cNvSpPr/>
              <p:nvPr/>
            </p:nvSpPr>
            <p:spPr>
              <a:xfrm>
                <a:off x="1997" y="2380"/>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48295" name=""/>
              <p:cNvSpPr/>
              <p:nvPr/>
            </p:nvSpPr>
            <p:spPr>
              <a:xfrm>
                <a:off x="2035" y="2378"/>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8296" name=""/>
              <p:cNvSpPr/>
              <p:nvPr/>
            </p:nvSpPr>
            <p:spPr>
              <a:xfrm>
                <a:off x="2033" y="2378"/>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8297" name=""/>
              <p:cNvSpPr/>
              <p:nvPr/>
            </p:nvSpPr>
            <p:spPr>
              <a:xfrm>
                <a:off x="2028" y="2378"/>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8298" name=""/>
              <p:cNvSpPr/>
              <p:nvPr/>
            </p:nvSpPr>
            <p:spPr>
              <a:xfrm>
                <a:off x="2024" y="2378"/>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8299" name=""/>
              <p:cNvSpPr/>
              <p:nvPr/>
            </p:nvSpPr>
            <p:spPr>
              <a:xfrm>
                <a:off x="2020" y="2378"/>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8300" name=""/>
              <p:cNvSpPr/>
              <p:nvPr/>
            </p:nvSpPr>
            <p:spPr>
              <a:xfrm>
                <a:off x="2071" y="2375"/>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8301" name=""/>
              <p:cNvSpPr/>
              <p:nvPr/>
            </p:nvSpPr>
            <p:spPr>
              <a:xfrm>
                <a:off x="2074" y="2374"/>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8302" name=""/>
              <p:cNvSpPr/>
              <p:nvPr/>
            </p:nvSpPr>
            <p:spPr>
              <a:xfrm>
                <a:off x="2074" y="237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8303" name=""/>
              <p:cNvSpPr/>
              <p:nvPr/>
            </p:nvSpPr>
            <p:spPr>
              <a:xfrm>
                <a:off x="2075" y="237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8304" name=""/>
              <p:cNvSpPr/>
              <p:nvPr/>
            </p:nvSpPr>
            <p:spPr>
              <a:xfrm>
                <a:off x="2078" y="2377"/>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8305" name=""/>
              <p:cNvSpPr/>
              <p:nvPr/>
            </p:nvSpPr>
            <p:spPr>
              <a:xfrm>
                <a:off x="2080" y="2380"/>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8306" name=""/>
              <p:cNvCxnSpPr/>
              <p:nvPr/>
            </p:nvCxnSpPr>
            <p:spPr>
              <a:xfrm flipH="1">
                <a:off x="2087" y="2380"/>
                <a:ext cx="0" cy="4"/>
              </a:xfrm>
              <a:prstGeom prst="line">
                <a:avLst/>
              </a:prstGeom>
              <a:noFill/>
              <a:ln w="12700">
                <a:solidFill>
                  <a:prstClr val="black"/>
                </a:solidFill>
                <a:miter lim="800000"/>
              </a:ln>
              <a:effectLst/>
            </p:spPr>
          </p:cxnSp>
          <p:sp>
            <p:nvSpPr>
              <p:cNvPr id="48307" name=""/>
              <p:cNvSpPr/>
              <p:nvPr/>
            </p:nvSpPr>
            <p:spPr>
              <a:xfrm>
                <a:off x="2043" y="2370"/>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48308" name=""/>
              <p:cNvSpPr/>
              <p:nvPr/>
            </p:nvSpPr>
            <p:spPr>
              <a:xfrm>
                <a:off x="2043" y="2387"/>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8309" name=""/>
              <p:cNvSpPr/>
              <p:nvPr/>
            </p:nvSpPr>
            <p:spPr>
              <a:xfrm>
                <a:off x="2091" y="2374"/>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8310" name=""/>
              <p:cNvSpPr/>
              <p:nvPr/>
            </p:nvSpPr>
            <p:spPr>
              <a:xfrm>
                <a:off x="2052" y="2374"/>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8311" name=""/>
              <p:cNvSpPr/>
              <p:nvPr/>
            </p:nvSpPr>
            <p:spPr>
              <a:xfrm>
                <a:off x="2060" y="2370"/>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8312" name=""/>
              <p:cNvSpPr/>
              <p:nvPr/>
            </p:nvSpPr>
            <p:spPr>
              <a:xfrm>
                <a:off x="2066" y="2374"/>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8313" name=""/>
              <p:cNvSpPr/>
              <p:nvPr/>
            </p:nvSpPr>
            <p:spPr>
              <a:xfrm>
                <a:off x="2066" y="2379"/>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8314" name=""/>
              <p:cNvSpPr/>
              <p:nvPr/>
            </p:nvSpPr>
            <p:spPr>
              <a:xfrm>
                <a:off x="2066" y="2384"/>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8315" name=""/>
              <p:cNvSpPr/>
              <p:nvPr/>
            </p:nvSpPr>
            <p:spPr>
              <a:xfrm>
                <a:off x="2060" y="2387"/>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8316" name=""/>
              <p:cNvSpPr/>
              <p:nvPr/>
            </p:nvSpPr>
            <p:spPr>
              <a:xfrm>
                <a:off x="2052" y="2387"/>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8317" name=""/>
              <p:cNvSpPr/>
              <p:nvPr/>
            </p:nvSpPr>
            <p:spPr>
              <a:xfrm>
                <a:off x="2047" y="2374"/>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8318" name=""/>
              <p:cNvSpPr/>
              <p:nvPr/>
            </p:nvSpPr>
            <p:spPr>
              <a:xfrm>
                <a:off x="2052" y="2370"/>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8319" name=""/>
              <p:cNvSpPr/>
              <p:nvPr/>
            </p:nvSpPr>
            <p:spPr>
              <a:xfrm>
                <a:off x="2059" y="2377"/>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8320" name=""/>
              <p:cNvSpPr/>
              <p:nvPr/>
            </p:nvSpPr>
            <p:spPr>
              <a:xfrm>
                <a:off x="2062" y="2377"/>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8321" name=""/>
              <p:cNvSpPr/>
              <p:nvPr/>
            </p:nvSpPr>
            <p:spPr>
              <a:xfrm>
                <a:off x="2065" y="2384"/>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8322" name=""/>
              <p:cNvSpPr/>
              <p:nvPr/>
            </p:nvSpPr>
            <p:spPr>
              <a:xfrm>
                <a:off x="2053" y="2375"/>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8323" name=""/>
              <p:cNvSpPr/>
              <p:nvPr/>
            </p:nvSpPr>
            <p:spPr>
              <a:xfrm>
                <a:off x="2049" y="2377"/>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8324" name=""/>
              <p:cNvSpPr/>
              <p:nvPr/>
            </p:nvSpPr>
            <p:spPr>
              <a:xfrm>
                <a:off x="2052" y="2377"/>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48325" name=""/>
            <p:cNvPicPr/>
            <p:nvPr/>
          </p:nvPicPr>
          <p:blipFill>
            <a:blip r:embed="rId3"/>
            <a:stretch>
              <a:fillRect/>
            </a:stretch>
          </p:blipFill>
          <p:spPr>
            <a:xfrm>
              <a:off x="1992" y="2378"/>
              <a:ext cx="61" cy="16"/>
            </a:xfrm>
            <a:prstGeom prst="rect">
              <a:avLst/>
            </a:prstGeom>
            <a:noFill/>
            <a:ln>
              <a:noFill/>
              <a:miter lim="800000"/>
            </a:ln>
            <a:effectLst/>
          </p:spPr>
        </p:pic>
        <p:grpSp>
          <p:nvGrpSpPr>
            <p:cNvPr id="48326" name=""/>
            <p:cNvGrpSpPr/>
            <p:nvPr/>
          </p:nvGrpSpPr>
          <p:grpSpPr>
            <a:xfrm>
              <a:off x="2132" y="2280"/>
              <a:ext cx="184" cy="426"/>
              <a:chOff x="2132" y="2280"/>
              <a:chExt cx="184" cy="426"/>
            </a:xfrm>
          </p:grpSpPr>
          <p:sp>
            <p:nvSpPr>
              <p:cNvPr id="48327" name=""/>
              <p:cNvSpPr/>
              <p:nvPr/>
            </p:nvSpPr>
            <p:spPr>
              <a:xfrm>
                <a:off x="2161" y="2469"/>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8328" name=""/>
              <p:cNvSpPr/>
              <p:nvPr/>
            </p:nvSpPr>
            <p:spPr>
              <a:xfrm>
                <a:off x="2161" y="266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29" name=""/>
              <p:cNvSpPr/>
              <p:nvPr/>
            </p:nvSpPr>
            <p:spPr>
              <a:xfrm>
                <a:off x="2161" y="265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0" name=""/>
              <p:cNvSpPr/>
              <p:nvPr/>
            </p:nvSpPr>
            <p:spPr>
              <a:xfrm>
                <a:off x="2161" y="2652"/>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48331" name=""/>
              <p:cNvSpPr/>
              <p:nvPr/>
            </p:nvSpPr>
            <p:spPr>
              <a:xfrm>
                <a:off x="2161" y="265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2" name=""/>
              <p:cNvSpPr/>
              <p:nvPr/>
            </p:nvSpPr>
            <p:spPr>
              <a:xfrm>
                <a:off x="2161" y="264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3" name=""/>
              <p:cNvSpPr/>
              <p:nvPr/>
            </p:nvSpPr>
            <p:spPr>
              <a:xfrm>
                <a:off x="2161" y="263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4" name=""/>
              <p:cNvSpPr/>
              <p:nvPr/>
            </p:nvSpPr>
            <p:spPr>
              <a:xfrm>
                <a:off x="2161" y="263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5" name=""/>
              <p:cNvSpPr/>
              <p:nvPr/>
            </p:nvSpPr>
            <p:spPr>
              <a:xfrm>
                <a:off x="2161" y="262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6" name=""/>
              <p:cNvSpPr/>
              <p:nvPr/>
            </p:nvSpPr>
            <p:spPr>
              <a:xfrm>
                <a:off x="2161" y="261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7" name=""/>
              <p:cNvSpPr/>
              <p:nvPr/>
            </p:nvSpPr>
            <p:spPr>
              <a:xfrm>
                <a:off x="2161" y="260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8" name=""/>
              <p:cNvSpPr/>
              <p:nvPr/>
            </p:nvSpPr>
            <p:spPr>
              <a:xfrm>
                <a:off x="2161" y="260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39" name=""/>
              <p:cNvSpPr/>
              <p:nvPr/>
            </p:nvSpPr>
            <p:spPr>
              <a:xfrm>
                <a:off x="2161" y="259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40" name=""/>
              <p:cNvSpPr/>
              <p:nvPr/>
            </p:nvSpPr>
            <p:spPr>
              <a:xfrm>
                <a:off x="2161" y="258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41" name=""/>
              <p:cNvSpPr/>
              <p:nvPr/>
            </p:nvSpPr>
            <p:spPr>
              <a:xfrm>
                <a:off x="2161" y="257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42" name=""/>
              <p:cNvSpPr/>
              <p:nvPr/>
            </p:nvSpPr>
            <p:spPr>
              <a:xfrm>
                <a:off x="2161" y="257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43" name=""/>
              <p:cNvSpPr/>
              <p:nvPr/>
            </p:nvSpPr>
            <p:spPr>
              <a:xfrm>
                <a:off x="2161" y="256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44" name=""/>
              <p:cNvSpPr/>
              <p:nvPr/>
            </p:nvSpPr>
            <p:spPr>
              <a:xfrm>
                <a:off x="2161" y="255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48345" name=""/>
              <p:cNvSpPr/>
              <p:nvPr/>
            </p:nvSpPr>
            <p:spPr>
              <a:xfrm>
                <a:off x="2132" y="2689"/>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8346" name=""/>
              <p:cNvSpPr/>
              <p:nvPr/>
            </p:nvSpPr>
            <p:spPr>
              <a:xfrm>
                <a:off x="2228" y="2689"/>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8347" name=""/>
              <p:cNvSpPr/>
              <p:nvPr/>
            </p:nvSpPr>
            <p:spPr>
              <a:xfrm>
                <a:off x="2184" y="2618"/>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48348" name=""/>
              <p:cNvSpPr/>
              <p:nvPr/>
            </p:nvSpPr>
            <p:spPr>
              <a:xfrm>
                <a:off x="2161" y="2280"/>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8349" name=""/>
              <p:cNvSpPr/>
              <p:nvPr/>
            </p:nvSpPr>
            <p:spPr>
              <a:xfrm>
                <a:off x="2173" y="2330"/>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8350" name=""/>
              <p:cNvSpPr/>
              <p:nvPr/>
            </p:nvSpPr>
            <p:spPr>
              <a:xfrm>
                <a:off x="2177" y="2360"/>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8351" name=""/>
              <p:cNvSpPr/>
              <p:nvPr/>
            </p:nvSpPr>
            <p:spPr>
              <a:xfrm>
                <a:off x="2177" y="2391"/>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48352" name=""/>
              <p:cNvSpPr/>
              <p:nvPr/>
            </p:nvSpPr>
            <p:spPr>
              <a:xfrm>
                <a:off x="2175" y="2334"/>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8353" name=""/>
              <p:cNvSpPr/>
              <p:nvPr/>
            </p:nvSpPr>
            <p:spPr>
              <a:xfrm>
                <a:off x="2202" y="2335"/>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8354" name=""/>
              <p:cNvSpPr/>
              <p:nvPr/>
            </p:nvSpPr>
            <p:spPr>
              <a:xfrm>
                <a:off x="2253" y="2335"/>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8355" name=""/>
              <p:cNvSpPr/>
              <p:nvPr/>
            </p:nvSpPr>
            <p:spPr>
              <a:xfrm>
                <a:off x="2253" y="2335"/>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8356" name=""/>
              <p:cNvSpPr/>
              <p:nvPr/>
            </p:nvSpPr>
            <p:spPr>
              <a:xfrm>
                <a:off x="2180" y="2342"/>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8357" name=""/>
              <p:cNvSpPr/>
              <p:nvPr/>
            </p:nvSpPr>
            <p:spPr>
              <a:xfrm>
                <a:off x="2177" y="2362"/>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8358" name=""/>
              <p:cNvSpPr/>
              <p:nvPr/>
            </p:nvSpPr>
            <p:spPr>
              <a:xfrm>
                <a:off x="2202" y="2366"/>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8359" name=""/>
              <p:cNvSpPr/>
              <p:nvPr/>
            </p:nvSpPr>
            <p:spPr>
              <a:xfrm>
                <a:off x="2244" y="2381"/>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8360" name=""/>
              <p:cNvSpPr/>
              <p:nvPr/>
            </p:nvSpPr>
            <p:spPr>
              <a:xfrm>
                <a:off x="2244" y="2381"/>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8361" name=""/>
              <p:cNvSpPr/>
              <p:nvPr/>
            </p:nvSpPr>
            <p:spPr>
              <a:xfrm>
                <a:off x="2198" y="2369"/>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8362" name=""/>
              <p:cNvSpPr/>
              <p:nvPr/>
            </p:nvSpPr>
            <p:spPr>
              <a:xfrm>
                <a:off x="2177" y="2398"/>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48363" name=""/>
              <p:cNvSpPr/>
              <p:nvPr/>
            </p:nvSpPr>
            <p:spPr>
              <a:xfrm>
                <a:off x="2177" y="2395"/>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8364" name=""/>
              <p:cNvSpPr/>
              <p:nvPr/>
            </p:nvSpPr>
            <p:spPr>
              <a:xfrm>
                <a:off x="2271" y="2398"/>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8365" name=""/>
              <p:cNvSpPr/>
              <p:nvPr/>
            </p:nvSpPr>
            <p:spPr>
              <a:xfrm>
                <a:off x="2175" y="2398"/>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48366" name=""/>
              <p:cNvSpPr/>
              <p:nvPr/>
            </p:nvSpPr>
            <p:spPr>
              <a:xfrm>
                <a:off x="2171" y="2398"/>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8367" name=""/>
              <p:cNvSpPr/>
              <p:nvPr/>
            </p:nvSpPr>
            <p:spPr>
              <a:xfrm>
                <a:off x="2177" y="2402"/>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8368" name=""/>
              <p:cNvSpPr/>
              <p:nvPr/>
            </p:nvSpPr>
            <p:spPr>
              <a:xfrm>
                <a:off x="2200" y="2407"/>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8369" name=""/>
              <p:cNvSpPr/>
              <p:nvPr/>
            </p:nvSpPr>
            <p:spPr>
              <a:xfrm>
                <a:off x="2205" y="2408"/>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8370" name=""/>
              <p:cNvSpPr/>
              <p:nvPr/>
            </p:nvSpPr>
            <p:spPr>
              <a:xfrm>
                <a:off x="2177" y="2394"/>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8371" name=""/>
              <p:cNvSpPr/>
              <p:nvPr/>
            </p:nvSpPr>
            <p:spPr>
              <a:xfrm>
                <a:off x="2173" y="2320"/>
                <a:ext cx="103" cy="1"/>
              </a:xfrm>
              <a:custGeom>
                <a:pathLst>
                  <a:path w="103" h="1">
                    <a:moveTo>
                      <a:pt x="1" y="0"/>
                    </a:moveTo>
                    <a:lnTo>
                      <a:pt x="100" y="0"/>
                    </a:lnTo>
                    <a:lnTo>
                      <a:pt x="101" y="0"/>
                    </a:lnTo>
                    <a:lnTo>
                      <a:pt x="102" y="0"/>
                    </a:lnTo>
                    <a:lnTo>
                      <a:pt x="102" y="0"/>
                    </a:lnTo>
                    <a:lnTo>
                      <a:pt x="100" y="0"/>
                    </a:lnTo>
                    <a:lnTo>
                      <a:pt x="1" y="0"/>
                    </a:lnTo>
                    <a:lnTo>
                      <a:pt x="0" y="0"/>
                    </a:lnTo>
                    <a:lnTo>
                      <a:pt x="0" y="0"/>
                    </a:lnTo>
                    <a:lnTo>
                      <a:pt x="0" y="0"/>
                    </a:lnTo>
                    <a:lnTo>
                      <a:pt x="1" y="0"/>
                    </a:lnTo>
                  </a:path>
                </a:pathLst>
              </a:custGeom>
              <a:solidFill>
                <a:srgbClr val="E0D0A0"/>
              </a:solidFill>
              <a:ln cap="rnd">
                <a:noFill/>
                <a:round/>
              </a:ln>
              <a:effectLst/>
            </p:spPr>
          </p:sp>
          <p:sp>
            <p:nvSpPr>
              <p:cNvPr id="48372" name=""/>
              <p:cNvSpPr/>
              <p:nvPr/>
            </p:nvSpPr>
            <p:spPr>
              <a:xfrm>
                <a:off x="2180" y="2343"/>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8373" name=""/>
              <p:cNvSpPr/>
              <p:nvPr/>
            </p:nvSpPr>
            <p:spPr>
              <a:xfrm>
                <a:off x="2200" y="2343"/>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48374" name=""/>
              <p:cNvSpPr/>
              <p:nvPr/>
            </p:nvSpPr>
            <p:spPr>
              <a:xfrm>
                <a:off x="2242" y="2343"/>
                <a:ext cx="27" cy="17"/>
              </a:xfrm>
              <a:custGeom>
                <a:pathLst>
                  <a:path w="27" h="17">
                    <a:moveTo>
                      <a:pt x="0" y="16"/>
                    </a:moveTo>
                    <a:lnTo>
                      <a:pt x="25" y="16"/>
                    </a:lnTo>
                    <a:lnTo>
                      <a:pt x="26" y="10"/>
                    </a:lnTo>
                    <a:lnTo>
                      <a:pt x="25" y="0"/>
                    </a:lnTo>
                    <a:lnTo>
                      <a:pt x="0" y="0"/>
                    </a:lnTo>
                    <a:lnTo>
                      <a:pt x="0" y="10"/>
                    </a:lnTo>
                    <a:lnTo>
                      <a:pt x="0" y="16"/>
                    </a:lnTo>
                  </a:path>
                </a:pathLst>
              </a:custGeom>
              <a:solidFill>
                <a:srgbClr val="E0E0B0"/>
              </a:solidFill>
              <a:ln cap="rnd">
                <a:noFill/>
                <a:round/>
              </a:ln>
              <a:effectLst/>
            </p:spPr>
          </p:sp>
          <p:sp>
            <p:nvSpPr>
              <p:cNvPr id="48375" name=""/>
              <p:cNvSpPr/>
              <p:nvPr/>
            </p:nvSpPr>
            <p:spPr>
              <a:xfrm>
                <a:off x="2202" y="2349"/>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8376" name=""/>
              <p:cNvSpPr/>
              <p:nvPr/>
            </p:nvSpPr>
            <p:spPr>
              <a:xfrm>
                <a:off x="2255" y="2330"/>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377" name=""/>
              <p:cNvSpPr/>
              <p:nvPr/>
            </p:nvSpPr>
            <p:spPr>
              <a:xfrm>
                <a:off x="2248" y="2335"/>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8378" name=""/>
              <p:cNvSpPr/>
              <p:nvPr/>
            </p:nvSpPr>
            <p:spPr>
              <a:xfrm>
                <a:off x="2202" y="2349"/>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8379" name=""/>
              <p:cNvSpPr/>
              <p:nvPr/>
            </p:nvSpPr>
            <p:spPr>
              <a:xfrm>
                <a:off x="2202" y="2348"/>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8380" name=""/>
              <p:cNvSpPr/>
              <p:nvPr/>
            </p:nvSpPr>
            <p:spPr>
              <a:xfrm>
                <a:off x="2200" y="234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381" name=""/>
              <p:cNvSpPr/>
              <p:nvPr/>
            </p:nvSpPr>
            <p:spPr>
              <a:xfrm>
                <a:off x="2188" y="2320"/>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8382" name=""/>
              <p:cNvSpPr/>
              <p:nvPr/>
            </p:nvSpPr>
            <p:spPr>
              <a:xfrm>
                <a:off x="2188" y="2320"/>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8383" name=""/>
              <p:cNvCxnSpPr/>
              <p:nvPr/>
            </p:nvCxnSpPr>
            <p:spPr>
              <a:xfrm>
                <a:off x="2188" y="2323"/>
                <a:ext cx="2" cy="0"/>
              </a:xfrm>
              <a:prstGeom prst="line">
                <a:avLst/>
              </a:prstGeom>
              <a:noFill/>
              <a:ln>
                <a:noFill/>
                <a:miter lim="800000"/>
              </a:ln>
              <a:effectLst/>
            </p:spPr>
          </p:cxnSp>
          <p:sp>
            <p:nvSpPr>
              <p:cNvPr id="48384" name=""/>
              <p:cNvSpPr/>
              <p:nvPr/>
            </p:nvSpPr>
            <p:spPr>
              <a:xfrm>
                <a:off x="2253" y="2320"/>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8385" name=""/>
              <p:cNvSpPr/>
              <p:nvPr/>
            </p:nvSpPr>
            <p:spPr>
              <a:xfrm>
                <a:off x="2252" y="2320"/>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8386" name=""/>
              <p:cNvSpPr/>
              <p:nvPr/>
            </p:nvSpPr>
            <p:spPr>
              <a:xfrm>
                <a:off x="2249" y="2318"/>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8387" name=""/>
              <p:cNvSpPr/>
              <p:nvPr/>
            </p:nvSpPr>
            <p:spPr>
              <a:xfrm>
                <a:off x="2202" y="2381"/>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8388" name=""/>
              <p:cNvSpPr/>
              <p:nvPr/>
            </p:nvSpPr>
            <p:spPr>
              <a:xfrm>
                <a:off x="2202" y="2380"/>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8389" name=""/>
              <p:cNvSpPr/>
              <p:nvPr/>
            </p:nvSpPr>
            <p:spPr>
              <a:xfrm>
                <a:off x="2200" y="2379"/>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390" name=""/>
              <p:cNvSpPr/>
              <p:nvPr/>
            </p:nvSpPr>
            <p:spPr>
              <a:xfrm>
                <a:off x="2181" y="2430"/>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8391" name=""/>
              <p:cNvCxnSpPr/>
              <p:nvPr/>
            </p:nvCxnSpPr>
            <p:spPr>
              <a:xfrm>
                <a:off x="2184" y="2434"/>
                <a:ext cx="3" cy="0"/>
              </a:xfrm>
              <a:prstGeom prst="line">
                <a:avLst/>
              </a:prstGeom>
              <a:noFill/>
              <a:ln>
                <a:noFill/>
                <a:miter lim="800000"/>
              </a:ln>
              <a:effectLst/>
            </p:spPr>
          </p:cxnSp>
          <p:cxnSp>
            <p:nvCxnSpPr>
              <p:cNvPr id="48392" name=""/>
              <p:cNvCxnSpPr/>
              <p:nvPr/>
            </p:nvCxnSpPr>
            <p:spPr>
              <a:xfrm>
                <a:off x="2184" y="2434"/>
                <a:ext cx="3" cy="0"/>
              </a:xfrm>
              <a:prstGeom prst="line">
                <a:avLst/>
              </a:prstGeom>
              <a:noFill/>
              <a:ln>
                <a:noFill/>
                <a:miter lim="800000"/>
              </a:ln>
              <a:effectLst/>
            </p:spPr>
          </p:cxnSp>
          <p:cxnSp>
            <p:nvCxnSpPr>
              <p:cNvPr id="48393" name=""/>
              <p:cNvCxnSpPr/>
              <p:nvPr/>
            </p:nvCxnSpPr>
            <p:spPr>
              <a:xfrm>
                <a:off x="2184" y="2434"/>
                <a:ext cx="3" cy="0"/>
              </a:xfrm>
              <a:prstGeom prst="line">
                <a:avLst/>
              </a:prstGeom>
              <a:noFill/>
              <a:ln>
                <a:noFill/>
                <a:miter lim="800000"/>
              </a:ln>
              <a:effectLst/>
            </p:spPr>
          </p:cxnSp>
          <p:cxnSp>
            <p:nvCxnSpPr>
              <p:cNvPr id="48394" name=""/>
              <p:cNvCxnSpPr/>
              <p:nvPr/>
            </p:nvCxnSpPr>
            <p:spPr>
              <a:xfrm>
                <a:off x="2184" y="2434"/>
                <a:ext cx="3" cy="0"/>
              </a:xfrm>
              <a:prstGeom prst="line">
                <a:avLst/>
              </a:prstGeom>
              <a:noFill/>
              <a:ln>
                <a:noFill/>
                <a:miter lim="800000"/>
              </a:ln>
              <a:effectLst/>
            </p:spPr>
          </p:cxnSp>
          <p:cxnSp>
            <p:nvCxnSpPr>
              <p:cNvPr id="48395" name=""/>
              <p:cNvCxnSpPr/>
              <p:nvPr/>
            </p:nvCxnSpPr>
            <p:spPr>
              <a:xfrm>
                <a:off x="2184" y="2434"/>
                <a:ext cx="3" cy="0"/>
              </a:xfrm>
              <a:prstGeom prst="line">
                <a:avLst/>
              </a:prstGeom>
              <a:noFill/>
              <a:ln>
                <a:noFill/>
                <a:miter lim="800000"/>
              </a:ln>
              <a:effectLst/>
            </p:spPr>
          </p:cxnSp>
          <p:cxnSp>
            <p:nvCxnSpPr>
              <p:cNvPr id="48396" name=""/>
              <p:cNvCxnSpPr/>
              <p:nvPr/>
            </p:nvCxnSpPr>
            <p:spPr>
              <a:xfrm>
                <a:off x="2184" y="2434"/>
                <a:ext cx="3" cy="0"/>
              </a:xfrm>
              <a:prstGeom prst="line">
                <a:avLst/>
              </a:prstGeom>
              <a:noFill/>
              <a:ln>
                <a:noFill/>
                <a:miter lim="800000"/>
              </a:ln>
              <a:effectLst/>
            </p:spPr>
          </p:cxnSp>
          <p:cxnSp>
            <p:nvCxnSpPr>
              <p:cNvPr id="48397" name=""/>
              <p:cNvCxnSpPr/>
              <p:nvPr/>
            </p:nvCxnSpPr>
            <p:spPr>
              <a:xfrm>
                <a:off x="2184" y="2434"/>
                <a:ext cx="3" cy="0"/>
              </a:xfrm>
              <a:prstGeom prst="line">
                <a:avLst/>
              </a:prstGeom>
              <a:noFill/>
              <a:ln>
                <a:noFill/>
                <a:miter lim="800000"/>
              </a:ln>
              <a:effectLst/>
            </p:spPr>
          </p:cxnSp>
          <p:sp>
            <p:nvSpPr>
              <p:cNvPr id="48398" name=""/>
              <p:cNvSpPr/>
              <p:nvPr/>
            </p:nvSpPr>
            <p:spPr>
              <a:xfrm>
                <a:off x="2181" y="242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399" name=""/>
              <p:cNvCxnSpPr/>
              <p:nvPr/>
            </p:nvCxnSpPr>
            <p:spPr>
              <a:xfrm>
                <a:off x="2184" y="2433"/>
                <a:ext cx="3" cy="0"/>
              </a:xfrm>
              <a:prstGeom prst="line">
                <a:avLst/>
              </a:prstGeom>
              <a:noFill/>
              <a:ln>
                <a:noFill/>
                <a:miter lim="800000"/>
              </a:ln>
              <a:effectLst/>
            </p:spPr>
          </p:cxnSp>
          <p:cxnSp>
            <p:nvCxnSpPr>
              <p:cNvPr id="48400" name=""/>
              <p:cNvCxnSpPr/>
              <p:nvPr/>
            </p:nvCxnSpPr>
            <p:spPr>
              <a:xfrm>
                <a:off x="2184" y="2433"/>
                <a:ext cx="3" cy="0"/>
              </a:xfrm>
              <a:prstGeom prst="line">
                <a:avLst/>
              </a:prstGeom>
              <a:noFill/>
              <a:ln>
                <a:noFill/>
                <a:miter lim="800000"/>
              </a:ln>
              <a:effectLst/>
            </p:spPr>
          </p:cxnSp>
          <p:cxnSp>
            <p:nvCxnSpPr>
              <p:cNvPr id="48401" name=""/>
              <p:cNvCxnSpPr/>
              <p:nvPr/>
            </p:nvCxnSpPr>
            <p:spPr>
              <a:xfrm>
                <a:off x="2184" y="2433"/>
                <a:ext cx="3" cy="0"/>
              </a:xfrm>
              <a:prstGeom prst="line">
                <a:avLst/>
              </a:prstGeom>
              <a:noFill/>
              <a:ln>
                <a:noFill/>
                <a:miter lim="800000"/>
              </a:ln>
              <a:effectLst/>
            </p:spPr>
          </p:cxnSp>
          <p:cxnSp>
            <p:nvCxnSpPr>
              <p:cNvPr id="48402" name=""/>
              <p:cNvCxnSpPr/>
              <p:nvPr/>
            </p:nvCxnSpPr>
            <p:spPr>
              <a:xfrm>
                <a:off x="2184" y="2433"/>
                <a:ext cx="3" cy="0"/>
              </a:xfrm>
              <a:prstGeom prst="line">
                <a:avLst/>
              </a:prstGeom>
              <a:noFill/>
              <a:ln>
                <a:noFill/>
                <a:miter lim="800000"/>
              </a:ln>
              <a:effectLst/>
            </p:spPr>
          </p:cxnSp>
          <p:cxnSp>
            <p:nvCxnSpPr>
              <p:cNvPr id="48403" name=""/>
              <p:cNvCxnSpPr/>
              <p:nvPr/>
            </p:nvCxnSpPr>
            <p:spPr>
              <a:xfrm>
                <a:off x="2184" y="2433"/>
                <a:ext cx="3" cy="0"/>
              </a:xfrm>
              <a:prstGeom prst="line">
                <a:avLst/>
              </a:prstGeom>
              <a:noFill/>
              <a:ln>
                <a:noFill/>
                <a:miter lim="800000"/>
              </a:ln>
              <a:effectLst/>
            </p:spPr>
          </p:cxnSp>
          <p:cxnSp>
            <p:nvCxnSpPr>
              <p:cNvPr id="48404" name=""/>
              <p:cNvCxnSpPr/>
              <p:nvPr/>
            </p:nvCxnSpPr>
            <p:spPr>
              <a:xfrm>
                <a:off x="2184" y="2433"/>
                <a:ext cx="3" cy="0"/>
              </a:xfrm>
              <a:prstGeom prst="line">
                <a:avLst/>
              </a:prstGeom>
              <a:noFill/>
              <a:ln>
                <a:noFill/>
                <a:miter lim="800000"/>
              </a:ln>
              <a:effectLst/>
            </p:spPr>
          </p:cxnSp>
          <p:cxnSp>
            <p:nvCxnSpPr>
              <p:cNvPr id="48405" name=""/>
              <p:cNvCxnSpPr/>
              <p:nvPr/>
            </p:nvCxnSpPr>
            <p:spPr>
              <a:xfrm>
                <a:off x="2184" y="2433"/>
                <a:ext cx="3" cy="0"/>
              </a:xfrm>
              <a:prstGeom prst="line">
                <a:avLst/>
              </a:prstGeom>
              <a:noFill/>
              <a:ln>
                <a:noFill/>
                <a:miter lim="800000"/>
              </a:ln>
              <a:effectLst/>
            </p:spPr>
          </p:cxnSp>
          <p:cxnSp>
            <p:nvCxnSpPr>
              <p:cNvPr id="48406" name=""/>
              <p:cNvCxnSpPr/>
              <p:nvPr/>
            </p:nvCxnSpPr>
            <p:spPr>
              <a:xfrm>
                <a:off x="2184" y="2433"/>
                <a:ext cx="3" cy="0"/>
              </a:xfrm>
              <a:prstGeom prst="line">
                <a:avLst/>
              </a:prstGeom>
              <a:noFill/>
              <a:ln>
                <a:noFill/>
                <a:miter lim="800000"/>
              </a:ln>
              <a:effectLst/>
            </p:spPr>
          </p:cxnSp>
          <p:cxnSp>
            <p:nvCxnSpPr>
              <p:cNvPr id="48407" name=""/>
              <p:cNvCxnSpPr/>
              <p:nvPr/>
            </p:nvCxnSpPr>
            <p:spPr>
              <a:xfrm>
                <a:off x="2184" y="2433"/>
                <a:ext cx="3" cy="0"/>
              </a:xfrm>
              <a:prstGeom prst="line">
                <a:avLst/>
              </a:prstGeom>
              <a:noFill/>
              <a:ln>
                <a:noFill/>
                <a:miter lim="800000"/>
              </a:ln>
              <a:effectLst/>
            </p:spPr>
          </p:cxnSp>
          <p:sp>
            <p:nvSpPr>
              <p:cNvPr id="48408" name=""/>
              <p:cNvSpPr/>
              <p:nvPr/>
            </p:nvSpPr>
            <p:spPr>
              <a:xfrm>
                <a:off x="2181" y="242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409" name=""/>
              <p:cNvCxnSpPr/>
              <p:nvPr/>
            </p:nvCxnSpPr>
            <p:spPr>
              <a:xfrm>
                <a:off x="2184" y="2433"/>
                <a:ext cx="3" cy="0"/>
              </a:xfrm>
              <a:prstGeom prst="line">
                <a:avLst/>
              </a:prstGeom>
              <a:noFill/>
              <a:ln>
                <a:noFill/>
                <a:miter lim="800000"/>
              </a:ln>
              <a:effectLst/>
            </p:spPr>
          </p:cxnSp>
          <p:cxnSp>
            <p:nvCxnSpPr>
              <p:cNvPr id="48410" name=""/>
              <p:cNvCxnSpPr/>
              <p:nvPr/>
            </p:nvCxnSpPr>
            <p:spPr>
              <a:xfrm>
                <a:off x="2184" y="2433"/>
                <a:ext cx="3" cy="0"/>
              </a:xfrm>
              <a:prstGeom prst="line">
                <a:avLst/>
              </a:prstGeom>
              <a:noFill/>
              <a:ln>
                <a:noFill/>
                <a:miter lim="800000"/>
              </a:ln>
              <a:effectLst/>
            </p:spPr>
          </p:cxnSp>
          <p:cxnSp>
            <p:nvCxnSpPr>
              <p:cNvPr id="48411" name=""/>
              <p:cNvCxnSpPr/>
              <p:nvPr/>
            </p:nvCxnSpPr>
            <p:spPr>
              <a:xfrm>
                <a:off x="2184" y="2433"/>
                <a:ext cx="3" cy="0"/>
              </a:xfrm>
              <a:prstGeom prst="line">
                <a:avLst/>
              </a:prstGeom>
              <a:noFill/>
              <a:ln>
                <a:noFill/>
                <a:miter lim="800000"/>
              </a:ln>
              <a:effectLst/>
            </p:spPr>
          </p:cxnSp>
          <p:cxnSp>
            <p:nvCxnSpPr>
              <p:cNvPr id="48412" name=""/>
              <p:cNvCxnSpPr/>
              <p:nvPr/>
            </p:nvCxnSpPr>
            <p:spPr>
              <a:xfrm>
                <a:off x="2184" y="2433"/>
                <a:ext cx="3" cy="0"/>
              </a:xfrm>
              <a:prstGeom prst="line">
                <a:avLst/>
              </a:prstGeom>
              <a:noFill/>
              <a:ln>
                <a:noFill/>
                <a:miter lim="800000"/>
              </a:ln>
              <a:effectLst/>
            </p:spPr>
          </p:cxnSp>
          <p:cxnSp>
            <p:nvCxnSpPr>
              <p:cNvPr id="48413" name=""/>
              <p:cNvCxnSpPr/>
              <p:nvPr/>
            </p:nvCxnSpPr>
            <p:spPr>
              <a:xfrm>
                <a:off x="2184" y="2433"/>
                <a:ext cx="3" cy="0"/>
              </a:xfrm>
              <a:prstGeom prst="line">
                <a:avLst/>
              </a:prstGeom>
              <a:noFill/>
              <a:ln>
                <a:noFill/>
                <a:miter lim="800000"/>
              </a:ln>
              <a:effectLst/>
            </p:spPr>
          </p:cxnSp>
          <p:sp>
            <p:nvSpPr>
              <p:cNvPr id="48414" name=""/>
              <p:cNvSpPr/>
              <p:nvPr/>
            </p:nvSpPr>
            <p:spPr>
              <a:xfrm>
                <a:off x="2181" y="242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415" name=""/>
              <p:cNvCxnSpPr/>
              <p:nvPr/>
            </p:nvCxnSpPr>
            <p:spPr>
              <a:xfrm>
                <a:off x="2184" y="2432"/>
                <a:ext cx="3" cy="0"/>
              </a:xfrm>
              <a:prstGeom prst="line">
                <a:avLst/>
              </a:prstGeom>
              <a:noFill/>
              <a:ln>
                <a:noFill/>
                <a:miter lim="800000"/>
              </a:ln>
              <a:effectLst/>
            </p:spPr>
          </p:cxnSp>
          <p:sp>
            <p:nvSpPr>
              <p:cNvPr id="48416" name=""/>
              <p:cNvSpPr/>
              <p:nvPr/>
            </p:nvSpPr>
            <p:spPr>
              <a:xfrm>
                <a:off x="2180" y="2429"/>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8417" name=""/>
              <p:cNvSpPr/>
              <p:nvPr/>
            </p:nvSpPr>
            <p:spPr>
              <a:xfrm>
                <a:off x="2181" y="2340"/>
                <a:ext cx="87" cy="17"/>
              </a:xfrm>
              <a:custGeom>
                <a:pathLst>
                  <a:path w="87" h="17">
                    <a:moveTo>
                      <a:pt x="0" y="16"/>
                    </a:moveTo>
                    <a:lnTo>
                      <a:pt x="0" y="0"/>
                    </a:lnTo>
                    <a:lnTo>
                      <a:pt x="86" y="0"/>
                    </a:lnTo>
                    <a:lnTo>
                      <a:pt x="86" y="16"/>
                    </a:lnTo>
                    <a:lnTo>
                      <a:pt x="0" y="16"/>
                    </a:lnTo>
                  </a:path>
                </a:pathLst>
              </a:custGeom>
              <a:solidFill>
                <a:srgbClr val="505020"/>
              </a:solidFill>
              <a:ln cap="rnd">
                <a:noFill/>
                <a:round/>
              </a:ln>
              <a:effectLst/>
            </p:spPr>
          </p:sp>
          <p:sp>
            <p:nvSpPr>
              <p:cNvPr id="48418" name=""/>
              <p:cNvSpPr/>
              <p:nvPr/>
            </p:nvSpPr>
            <p:spPr>
              <a:xfrm>
                <a:off x="2198" y="2337"/>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8419" name=""/>
              <p:cNvSpPr/>
              <p:nvPr/>
            </p:nvSpPr>
            <p:spPr>
              <a:xfrm>
                <a:off x="2198" y="2347"/>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8420" name=""/>
              <p:cNvSpPr/>
              <p:nvPr/>
            </p:nvSpPr>
            <p:spPr>
              <a:xfrm>
                <a:off x="2205" y="2410"/>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8421" name=""/>
              <p:cNvSpPr/>
              <p:nvPr/>
            </p:nvSpPr>
            <p:spPr>
              <a:xfrm>
                <a:off x="2200" y="2431"/>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48422" name=""/>
              <p:cNvSpPr/>
              <p:nvPr/>
            </p:nvSpPr>
            <p:spPr>
              <a:xfrm>
                <a:off x="2215" y="2419"/>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48423" name=""/>
              <p:cNvSpPr/>
              <p:nvPr/>
            </p:nvSpPr>
            <p:spPr>
              <a:xfrm>
                <a:off x="2238" y="2421"/>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8424" name=""/>
              <p:cNvCxnSpPr/>
              <p:nvPr/>
            </p:nvCxnSpPr>
            <p:spPr>
              <a:xfrm flipH="1">
                <a:off x="2202" y="2374"/>
                <a:ext cx="0" cy="13"/>
              </a:xfrm>
              <a:prstGeom prst="line">
                <a:avLst/>
              </a:prstGeom>
              <a:noFill/>
              <a:ln>
                <a:noFill/>
                <a:miter lim="800000"/>
              </a:ln>
              <a:effectLst/>
            </p:spPr>
          </p:cxnSp>
          <p:cxnSp>
            <p:nvCxnSpPr>
              <p:cNvPr id="48425" name=""/>
              <p:cNvCxnSpPr/>
              <p:nvPr/>
            </p:nvCxnSpPr>
            <p:spPr>
              <a:xfrm flipH="1">
                <a:off x="2202" y="2369"/>
                <a:ext cx="0" cy="1"/>
              </a:xfrm>
              <a:prstGeom prst="line">
                <a:avLst/>
              </a:prstGeom>
              <a:noFill/>
              <a:ln>
                <a:noFill/>
                <a:miter lim="800000"/>
              </a:ln>
              <a:effectLst/>
            </p:spPr>
          </p:cxnSp>
          <p:sp>
            <p:nvSpPr>
              <p:cNvPr id="48426" name=""/>
              <p:cNvSpPr/>
              <p:nvPr/>
            </p:nvSpPr>
            <p:spPr>
              <a:xfrm>
                <a:off x="2194" y="2369"/>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427" name=""/>
              <p:cNvSpPr/>
              <p:nvPr/>
            </p:nvSpPr>
            <p:spPr>
              <a:xfrm>
                <a:off x="2216" y="2366"/>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428" name=""/>
              <p:cNvSpPr/>
              <p:nvPr/>
            </p:nvSpPr>
            <p:spPr>
              <a:xfrm>
                <a:off x="2216" y="237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429" name=""/>
              <p:cNvSpPr/>
              <p:nvPr/>
            </p:nvSpPr>
            <p:spPr>
              <a:xfrm>
                <a:off x="2240" y="2370"/>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430" name=""/>
              <p:cNvSpPr/>
              <p:nvPr/>
            </p:nvSpPr>
            <p:spPr>
              <a:xfrm>
                <a:off x="2198" y="2375"/>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8431" name=""/>
              <p:cNvSpPr/>
              <p:nvPr/>
            </p:nvSpPr>
            <p:spPr>
              <a:xfrm>
                <a:off x="2202" y="2383"/>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8432" name=""/>
              <p:cNvSpPr/>
              <p:nvPr/>
            </p:nvSpPr>
            <p:spPr>
              <a:xfrm>
                <a:off x="2236" y="2375"/>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8433" name=""/>
              <p:cNvSpPr/>
              <p:nvPr/>
            </p:nvSpPr>
            <p:spPr>
              <a:xfrm>
                <a:off x="2240" y="2367"/>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434" name=""/>
              <p:cNvSpPr/>
              <p:nvPr/>
            </p:nvSpPr>
            <p:spPr>
              <a:xfrm>
                <a:off x="2253" y="2369"/>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435" name=""/>
              <p:cNvSpPr/>
              <p:nvPr/>
            </p:nvSpPr>
            <p:spPr>
              <a:xfrm>
                <a:off x="2202" y="2366"/>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8436" name=""/>
              <p:cNvSpPr/>
              <p:nvPr/>
            </p:nvSpPr>
            <p:spPr>
              <a:xfrm>
                <a:off x="2195" y="2369"/>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437" name=""/>
              <p:cNvSpPr/>
              <p:nvPr/>
            </p:nvSpPr>
            <p:spPr>
              <a:xfrm>
                <a:off x="2198" y="2366"/>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8438" name=""/>
              <p:cNvCxnSpPr/>
              <p:nvPr/>
            </p:nvCxnSpPr>
            <p:spPr>
              <a:xfrm>
                <a:off x="2200" y="2370"/>
                <a:ext cx="20" cy="0"/>
              </a:xfrm>
              <a:prstGeom prst="line">
                <a:avLst/>
              </a:prstGeom>
              <a:noFill/>
              <a:ln>
                <a:noFill/>
                <a:miter lim="800000"/>
              </a:ln>
              <a:effectLst/>
            </p:spPr>
          </p:cxnSp>
          <p:cxnSp>
            <p:nvCxnSpPr>
              <p:cNvPr id="48439" name=""/>
              <p:cNvCxnSpPr/>
              <p:nvPr/>
            </p:nvCxnSpPr>
            <p:spPr>
              <a:xfrm flipH="1">
                <a:off x="2220" y="2374"/>
                <a:ext cx="0" cy="2"/>
              </a:xfrm>
              <a:prstGeom prst="line">
                <a:avLst/>
              </a:prstGeom>
              <a:noFill/>
              <a:ln>
                <a:noFill/>
                <a:miter lim="800000"/>
              </a:ln>
              <a:effectLst/>
            </p:spPr>
          </p:cxnSp>
          <p:sp>
            <p:nvSpPr>
              <p:cNvPr id="48440" name=""/>
              <p:cNvSpPr/>
              <p:nvPr/>
            </p:nvSpPr>
            <p:spPr>
              <a:xfrm>
                <a:off x="2220" y="2370"/>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441" name=""/>
              <p:cNvSpPr/>
              <p:nvPr/>
            </p:nvSpPr>
            <p:spPr>
              <a:xfrm>
                <a:off x="2235" y="2370"/>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442" name=""/>
              <p:cNvSpPr/>
              <p:nvPr/>
            </p:nvSpPr>
            <p:spPr>
              <a:xfrm>
                <a:off x="2235" y="236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443" name=""/>
              <p:cNvSpPr/>
              <p:nvPr/>
            </p:nvSpPr>
            <p:spPr>
              <a:xfrm>
                <a:off x="2220" y="236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444" name=""/>
              <p:cNvSpPr/>
              <p:nvPr/>
            </p:nvSpPr>
            <p:spPr>
              <a:xfrm>
                <a:off x="2245" y="2377"/>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8445" name=""/>
              <p:cNvSpPr/>
              <p:nvPr/>
            </p:nvSpPr>
            <p:spPr>
              <a:xfrm>
                <a:off x="2202" y="2332"/>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8446" name=""/>
              <p:cNvSpPr/>
              <p:nvPr/>
            </p:nvSpPr>
            <p:spPr>
              <a:xfrm>
                <a:off x="2236" y="2335"/>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8447" name=""/>
              <p:cNvSpPr/>
              <p:nvPr/>
            </p:nvSpPr>
            <p:spPr>
              <a:xfrm>
                <a:off x="2236" y="2349"/>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8448" name=""/>
              <p:cNvSpPr/>
              <p:nvPr/>
            </p:nvSpPr>
            <p:spPr>
              <a:xfrm>
                <a:off x="2202" y="2350"/>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8449" name=""/>
              <p:cNvSpPr/>
              <p:nvPr/>
            </p:nvSpPr>
            <p:spPr>
              <a:xfrm>
                <a:off x="2177" y="2342"/>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8450" name=""/>
              <p:cNvSpPr/>
              <p:nvPr/>
            </p:nvSpPr>
            <p:spPr>
              <a:xfrm>
                <a:off x="2205" y="2426"/>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8451" name=""/>
              <p:cNvCxnSpPr/>
              <p:nvPr/>
            </p:nvCxnSpPr>
            <p:spPr>
              <a:xfrm flipH="1">
                <a:off x="2275" y="2410"/>
                <a:ext cx="0" cy="14"/>
              </a:xfrm>
              <a:prstGeom prst="line">
                <a:avLst/>
              </a:prstGeom>
              <a:noFill/>
              <a:ln>
                <a:noFill/>
                <a:miter lim="800000"/>
              </a:ln>
              <a:effectLst/>
            </p:spPr>
          </p:cxnSp>
          <p:sp>
            <p:nvSpPr>
              <p:cNvPr id="48452" name=""/>
              <p:cNvSpPr/>
              <p:nvPr/>
            </p:nvSpPr>
            <p:spPr>
              <a:xfrm>
                <a:off x="2205" y="2404"/>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8453" name=""/>
              <p:cNvSpPr/>
              <p:nvPr/>
            </p:nvSpPr>
            <p:spPr>
              <a:xfrm>
                <a:off x="2202" y="2410"/>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8454" name=""/>
              <p:cNvSpPr/>
              <p:nvPr/>
            </p:nvSpPr>
            <p:spPr>
              <a:xfrm>
                <a:off x="2205" y="2418"/>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8455" name=""/>
              <p:cNvSpPr/>
              <p:nvPr/>
            </p:nvSpPr>
            <p:spPr>
              <a:xfrm>
                <a:off x="2161" y="2450"/>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48456" name=""/>
              <p:cNvSpPr/>
              <p:nvPr/>
            </p:nvSpPr>
            <p:spPr>
              <a:xfrm>
                <a:off x="2180" y="2452"/>
                <a:ext cx="87" cy="17"/>
              </a:xfrm>
              <a:custGeom>
                <a:pathLst>
                  <a:path w="87" h="17">
                    <a:moveTo>
                      <a:pt x="1" y="16"/>
                    </a:moveTo>
                    <a:lnTo>
                      <a:pt x="84" y="16"/>
                    </a:lnTo>
                    <a:lnTo>
                      <a:pt x="85" y="16"/>
                    </a:lnTo>
                    <a:lnTo>
                      <a:pt x="85" y="14"/>
                    </a:lnTo>
                    <a:lnTo>
                      <a:pt x="86" y="3"/>
                    </a:lnTo>
                    <a:lnTo>
                      <a:pt x="85" y="1"/>
                    </a:lnTo>
                    <a:lnTo>
                      <a:pt x="84"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8457" name=""/>
              <p:cNvSpPr/>
              <p:nvPr/>
            </p:nvSpPr>
            <p:spPr>
              <a:xfrm>
                <a:off x="2220" y="2294"/>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8458" name=""/>
              <p:cNvSpPr/>
              <p:nvPr/>
            </p:nvSpPr>
            <p:spPr>
              <a:xfrm>
                <a:off x="2222" y="2298"/>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8459" name=""/>
              <p:cNvSpPr/>
              <p:nvPr/>
            </p:nvSpPr>
            <p:spPr>
              <a:xfrm>
                <a:off x="2173" y="2290"/>
                <a:ext cx="103" cy="17"/>
              </a:xfrm>
              <a:custGeom>
                <a:pathLst>
                  <a:path w="103" h="17">
                    <a:moveTo>
                      <a:pt x="8" y="0"/>
                    </a:moveTo>
                    <a:lnTo>
                      <a:pt x="95" y="0"/>
                    </a:lnTo>
                    <a:lnTo>
                      <a:pt x="97" y="1"/>
                    </a:lnTo>
                    <a:lnTo>
                      <a:pt x="98" y="1"/>
                    </a:lnTo>
                    <a:lnTo>
                      <a:pt x="99" y="2"/>
                    </a:lnTo>
                    <a:lnTo>
                      <a:pt x="100" y="2"/>
                    </a:lnTo>
                    <a:lnTo>
                      <a:pt x="101" y="4"/>
                    </a:lnTo>
                    <a:lnTo>
                      <a:pt x="102" y="4"/>
                    </a:lnTo>
                    <a:lnTo>
                      <a:pt x="102" y="6"/>
                    </a:lnTo>
                    <a:lnTo>
                      <a:pt x="102" y="9"/>
                    </a:lnTo>
                    <a:lnTo>
                      <a:pt x="102" y="11"/>
                    </a:lnTo>
                    <a:lnTo>
                      <a:pt x="101" y="11"/>
                    </a:lnTo>
                    <a:lnTo>
                      <a:pt x="100" y="13"/>
                    </a:lnTo>
                    <a:lnTo>
                      <a:pt x="99" y="14"/>
                    </a:lnTo>
                    <a:lnTo>
                      <a:pt x="98" y="14"/>
                    </a:lnTo>
                    <a:lnTo>
                      <a:pt x="97" y="16"/>
                    </a:lnTo>
                    <a:lnTo>
                      <a:pt x="95" y="16"/>
                    </a:lnTo>
                    <a:lnTo>
                      <a:pt x="93" y="16"/>
                    </a:lnTo>
                    <a:lnTo>
                      <a:pt x="8"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8" y="0"/>
                    </a:lnTo>
                  </a:path>
                </a:pathLst>
              </a:custGeom>
              <a:solidFill>
                <a:srgbClr val="F0E0C0"/>
              </a:solidFill>
              <a:ln cap="rnd">
                <a:noFill/>
                <a:round/>
              </a:ln>
              <a:effectLst/>
            </p:spPr>
          </p:sp>
          <p:sp>
            <p:nvSpPr>
              <p:cNvPr id="48460" name=""/>
              <p:cNvSpPr/>
              <p:nvPr/>
            </p:nvSpPr>
            <p:spPr>
              <a:xfrm>
                <a:off x="2173" y="2290"/>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48461" name=""/>
              <p:cNvSpPr/>
              <p:nvPr/>
            </p:nvSpPr>
            <p:spPr>
              <a:xfrm>
                <a:off x="2174" y="2291"/>
                <a:ext cx="55" cy="17"/>
              </a:xfrm>
              <a:custGeom>
                <a:pathLst>
                  <a:path w="55" h="17">
                    <a:moveTo>
                      <a:pt x="8" y="0"/>
                    </a:moveTo>
                    <a:lnTo>
                      <a:pt x="45" y="0"/>
                    </a:lnTo>
                    <a:lnTo>
                      <a:pt x="46" y="0"/>
                    </a:lnTo>
                    <a:lnTo>
                      <a:pt x="49" y="1"/>
                    </a:lnTo>
                    <a:lnTo>
                      <a:pt x="51" y="1"/>
                    </a:lnTo>
                    <a:lnTo>
                      <a:pt x="51" y="1"/>
                    </a:lnTo>
                    <a:lnTo>
                      <a:pt x="53" y="2"/>
                    </a:lnTo>
                    <a:lnTo>
                      <a:pt x="53" y="2"/>
                    </a:lnTo>
                    <a:lnTo>
                      <a:pt x="54" y="4"/>
                    </a:lnTo>
                    <a:lnTo>
                      <a:pt x="54" y="5"/>
                    </a:lnTo>
                    <a:lnTo>
                      <a:pt x="54" y="5"/>
                    </a:lnTo>
                    <a:lnTo>
                      <a:pt x="54" y="10"/>
                    </a:lnTo>
                    <a:lnTo>
                      <a:pt x="54" y="11"/>
                    </a:lnTo>
                    <a:lnTo>
                      <a:pt x="53" y="13"/>
                    </a:lnTo>
                    <a:lnTo>
                      <a:pt x="52" y="14"/>
                    </a:lnTo>
                    <a:lnTo>
                      <a:pt x="51" y="14"/>
                    </a:lnTo>
                    <a:lnTo>
                      <a:pt x="49" y="16"/>
                    </a:lnTo>
                    <a:lnTo>
                      <a:pt x="45" y="16"/>
                    </a:lnTo>
                    <a:lnTo>
                      <a:pt x="45" y="16"/>
                    </a:lnTo>
                    <a:lnTo>
                      <a:pt x="8"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8" y="0"/>
                    </a:lnTo>
                  </a:path>
                </a:pathLst>
              </a:custGeom>
              <a:solidFill>
                <a:srgbClr val="F0E0C0"/>
              </a:solidFill>
              <a:ln cap="rnd">
                <a:noFill/>
                <a:round/>
              </a:ln>
              <a:effectLst/>
            </p:spPr>
          </p:sp>
          <p:sp>
            <p:nvSpPr>
              <p:cNvPr id="48462" name=""/>
              <p:cNvSpPr/>
              <p:nvPr/>
            </p:nvSpPr>
            <p:spPr>
              <a:xfrm>
                <a:off x="2174" y="2291"/>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8463" name=""/>
              <p:cNvSpPr/>
              <p:nvPr/>
            </p:nvSpPr>
            <p:spPr>
              <a:xfrm>
                <a:off x="2220" y="2294"/>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8464" name=""/>
              <p:cNvSpPr/>
              <p:nvPr/>
            </p:nvSpPr>
            <p:spPr>
              <a:xfrm>
                <a:off x="2179" y="2296"/>
                <a:ext cx="42" cy="17"/>
              </a:xfrm>
              <a:custGeom>
                <a:pathLst>
                  <a:path w="42" h="17">
                    <a:moveTo>
                      <a:pt x="0" y="16"/>
                    </a:moveTo>
                    <a:lnTo>
                      <a:pt x="41" y="16"/>
                    </a:lnTo>
                    <a:lnTo>
                      <a:pt x="40" y="0"/>
                    </a:lnTo>
                    <a:lnTo>
                      <a:pt x="0" y="0"/>
                    </a:lnTo>
                    <a:lnTo>
                      <a:pt x="0" y="16"/>
                    </a:lnTo>
                  </a:path>
                </a:pathLst>
              </a:custGeom>
              <a:solidFill>
                <a:srgbClr val="FF6000"/>
              </a:solidFill>
              <a:ln cap="rnd">
                <a:noFill/>
                <a:round/>
              </a:ln>
              <a:effectLst/>
            </p:spPr>
          </p:sp>
          <p:sp>
            <p:nvSpPr>
              <p:cNvPr id="48465" name=""/>
              <p:cNvSpPr/>
              <p:nvPr/>
            </p:nvSpPr>
            <p:spPr>
              <a:xfrm>
                <a:off x="2216" y="2294"/>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8466" name=""/>
              <p:cNvSpPr/>
              <p:nvPr/>
            </p:nvSpPr>
            <p:spPr>
              <a:xfrm>
                <a:off x="2214" y="2294"/>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8467" name=""/>
              <p:cNvSpPr/>
              <p:nvPr/>
            </p:nvSpPr>
            <p:spPr>
              <a:xfrm>
                <a:off x="2210" y="2294"/>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8468" name=""/>
              <p:cNvSpPr/>
              <p:nvPr/>
            </p:nvSpPr>
            <p:spPr>
              <a:xfrm>
                <a:off x="2205" y="2294"/>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8469" name=""/>
              <p:cNvSpPr/>
              <p:nvPr/>
            </p:nvSpPr>
            <p:spPr>
              <a:xfrm>
                <a:off x="2202" y="2294"/>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8470" name=""/>
              <p:cNvSpPr/>
              <p:nvPr/>
            </p:nvSpPr>
            <p:spPr>
              <a:xfrm>
                <a:off x="2252" y="2291"/>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8471" name=""/>
              <p:cNvSpPr/>
              <p:nvPr/>
            </p:nvSpPr>
            <p:spPr>
              <a:xfrm>
                <a:off x="2255" y="2290"/>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8472" name=""/>
              <p:cNvSpPr/>
              <p:nvPr/>
            </p:nvSpPr>
            <p:spPr>
              <a:xfrm>
                <a:off x="2255" y="2291"/>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8473" name=""/>
              <p:cNvSpPr/>
              <p:nvPr/>
            </p:nvSpPr>
            <p:spPr>
              <a:xfrm>
                <a:off x="2256" y="2291"/>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8474" name=""/>
              <p:cNvSpPr/>
              <p:nvPr/>
            </p:nvSpPr>
            <p:spPr>
              <a:xfrm>
                <a:off x="2260" y="2293"/>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8475" name=""/>
              <p:cNvSpPr/>
              <p:nvPr/>
            </p:nvSpPr>
            <p:spPr>
              <a:xfrm>
                <a:off x="2261" y="2296"/>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8476" name=""/>
              <p:cNvCxnSpPr/>
              <p:nvPr/>
            </p:nvCxnSpPr>
            <p:spPr>
              <a:xfrm flipH="1">
                <a:off x="2268" y="2296"/>
                <a:ext cx="0" cy="4"/>
              </a:xfrm>
              <a:prstGeom prst="line">
                <a:avLst/>
              </a:prstGeom>
              <a:noFill/>
              <a:ln w="12700">
                <a:solidFill>
                  <a:prstClr val="black"/>
                </a:solidFill>
                <a:miter lim="800000"/>
              </a:ln>
              <a:effectLst/>
            </p:spPr>
          </p:cxnSp>
          <p:sp>
            <p:nvSpPr>
              <p:cNvPr id="48477" name=""/>
              <p:cNvSpPr/>
              <p:nvPr/>
            </p:nvSpPr>
            <p:spPr>
              <a:xfrm>
                <a:off x="2224" y="2286"/>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48478" name=""/>
              <p:cNvSpPr/>
              <p:nvPr/>
            </p:nvSpPr>
            <p:spPr>
              <a:xfrm>
                <a:off x="2224" y="2303"/>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8479" name=""/>
              <p:cNvSpPr/>
              <p:nvPr/>
            </p:nvSpPr>
            <p:spPr>
              <a:xfrm>
                <a:off x="2272" y="2290"/>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8480" name=""/>
              <p:cNvSpPr/>
              <p:nvPr/>
            </p:nvSpPr>
            <p:spPr>
              <a:xfrm>
                <a:off x="2233" y="2290"/>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8481" name=""/>
              <p:cNvSpPr/>
              <p:nvPr/>
            </p:nvSpPr>
            <p:spPr>
              <a:xfrm>
                <a:off x="2242" y="2286"/>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8482" name=""/>
              <p:cNvSpPr/>
              <p:nvPr/>
            </p:nvSpPr>
            <p:spPr>
              <a:xfrm>
                <a:off x="2247" y="2290"/>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8483" name=""/>
              <p:cNvSpPr/>
              <p:nvPr/>
            </p:nvSpPr>
            <p:spPr>
              <a:xfrm>
                <a:off x="2247" y="2295"/>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8484" name=""/>
              <p:cNvSpPr/>
              <p:nvPr/>
            </p:nvSpPr>
            <p:spPr>
              <a:xfrm>
                <a:off x="2247" y="2300"/>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8485" name=""/>
              <p:cNvSpPr/>
              <p:nvPr/>
            </p:nvSpPr>
            <p:spPr>
              <a:xfrm>
                <a:off x="2242" y="2303"/>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8486" name=""/>
              <p:cNvSpPr/>
              <p:nvPr/>
            </p:nvSpPr>
            <p:spPr>
              <a:xfrm>
                <a:off x="2233" y="2303"/>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8487" name=""/>
              <p:cNvSpPr/>
              <p:nvPr/>
            </p:nvSpPr>
            <p:spPr>
              <a:xfrm>
                <a:off x="2228" y="2290"/>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8488" name=""/>
              <p:cNvSpPr/>
              <p:nvPr/>
            </p:nvSpPr>
            <p:spPr>
              <a:xfrm>
                <a:off x="2233" y="2286"/>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8489" name=""/>
              <p:cNvSpPr/>
              <p:nvPr/>
            </p:nvSpPr>
            <p:spPr>
              <a:xfrm>
                <a:off x="2240" y="2293"/>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8490" name=""/>
              <p:cNvSpPr/>
              <p:nvPr/>
            </p:nvSpPr>
            <p:spPr>
              <a:xfrm>
                <a:off x="2244" y="2293"/>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8491" name=""/>
              <p:cNvSpPr/>
              <p:nvPr/>
            </p:nvSpPr>
            <p:spPr>
              <a:xfrm>
                <a:off x="2246" y="2300"/>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8492" name=""/>
              <p:cNvSpPr/>
              <p:nvPr/>
            </p:nvSpPr>
            <p:spPr>
              <a:xfrm>
                <a:off x="2235" y="2291"/>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8493" name=""/>
              <p:cNvSpPr/>
              <p:nvPr/>
            </p:nvSpPr>
            <p:spPr>
              <a:xfrm>
                <a:off x="2230" y="2293"/>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8494" name=""/>
              <p:cNvSpPr/>
              <p:nvPr/>
            </p:nvSpPr>
            <p:spPr>
              <a:xfrm>
                <a:off x="2234" y="2293"/>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48495" name=""/>
            <p:cNvPicPr/>
            <p:nvPr/>
          </p:nvPicPr>
          <p:blipFill>
            <a:blip r:embed="rId3"/>
            <a:stretch>
              <a:fillRect/>
            </a:stretch>
          </p:blipFill>
          <p:spPr>
            <a:xfrm>
              <a:off x="2173" y="2294"/>
              <a:ext cx="62" cy="16"/>
            </a:xfrm>
            <a:prstGeom prst="rect">
              <a:avLst/>
            </a:prstGeom>
            <a:noFill/>
            <a:ln>
              <a:noFill/>
              <a:miter lim="800000"/>
            </a:ln>
            <a:effectLst/>
          </p:spPr>
        </p:pic>
        <p:sp>
          <p:nvSpPr>
            <p:cNvPr id="48496" name=""/>
            <p:cNvSpPr/>
            <p:nvPr/>
          </p:nvSpPr>
          <p:spPr>
            <a:xfrm>
              <a:off x="1026" y="2135"/>
              <a:ext cx="1108" cy="234"/>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600" b="1">
                  <a:solidFill>
                    <a:srgbClr val="FAFD00"/>
                  </a:solidFill>
                  <a:effectLst>
                    <a:outerShdw blurRad="38100" dist="38100" dir="2700000" algn="tl">
                      <a:srgbClr val="000000"/>
                    </a:outerShdw>
                  </a:effectLst>
                  <a:latin typeface="Arial" pitchFamily="34" charset="0"/>
                </a:rPr>
                <a:t>FDDI Ring No. 1 </a:t>
              </a:r>
              <a:endParaRPr sz="1600" b="1">
                <a:solidFill>
                  <a:srgbClr val="FAFD00"/>
                </a:solidFill>
                <a:effectLst>
                  <a:outerShdw blurRad="38100" dist="38100" dir="2700000" algn="tl">
                    <a:srgbClr val="000000"/>
                  </a:outerShdw>
                </a:effectLst>
                <a:latin typeface="Arial" pitchFamily="34" charset="0"/>
              </a:endParaRPr>
            </a:p>
          </p:txBody>
        </p:sp>
        <p:sp>
          <p:nvSpPr>
            <p:cNvPr id="48497" name=""/>
            <p:cNvSpPr/>
            <p:nvPr/>
          </p:nvSpPr>
          <p:spPr>
            <a:xfrm>
              <a:off x="1413" y="2901"/>
              <a:ext cx="1143" cy="325"/>
            </a:xfrm>
            <a:custGeom>
              <a:pathLst>
                <a:path w="1143" h="325">
                  <a:moveTo>
                    <a:pt x="0" y="0"/>
                  </a:moveTo>
                  <a:lnTo>
                    <a:pt x="0" y="324"/>
                  </a:lnTo>
                  <a:lnTo>
                    <a:pt x="1142" y="324"/>
                  </a:lnTo>
                </a:path>
              </a:pathLst>
            </a:custGeom>
            <a:noFill/>
            <a:ln w="12700" cap="rnd" cmpd="sng">
              <a:solidFill>
                <a:srgbClr val="00DFCA"/>
              </a:solidFill>
              <a:prstDash val="sysDot"/>
              <a:round/>
              <a:headEnd type="none" w="sm" len="sm"/>
              <a:tailEnd type="none" w="sm" len="sm"/>
            </a:ln>
            <a:effectLst/>
          </p:spPr>
        </p:sp>
        <p:grpSp>
          <p:nvGrpSpPr>
            <p:cNvPr id="48498" name=""/>
            <p:cNvGrpSpPr/>
            <p:nvPr/>
          </p:nvGrpSpPr>
          <p:grpSpPr>
            <a:xfrm>
              <a:off x="2298" y="2118"/>
              <a:ext cx="183" cy="426"/>
              <a:chOff x="2298" y="2118"/>
              <a:chExt cx="183" cy="426"/>
            </a:xfrm>
          </p:grpSpPr>
          <p:sp>
            <p:nvSpPr>
              <p:cNvPr id="48499" name=""/>
              <p:cNvSpPr/>
              <p:nvPr/>
            </p:nvSpPr>
            <p:spPr>
              <a:xfrm>
                <a:off x="2326" y="2307"/>
                <a:ext cx="125" cy="230"/>
              </a:xfrm>
              <a:custGeom>
                <a:pathLst>
                  <a:path w="125" h="230">
                    <a:moveTo>
                      <a:pt x="2" y="0"/>
                    </a:moveTo>
                    <a:lnTo>
                      <a:pt x="121" y="0"/>
                    </a:lnTo>
                    <a:lnTo>
                      <a:pt x="122" y="0"/>
                    </a:lnTo>
                    <a:lnTo>
                      <a:pt x="124" y="2"/>
                    </a:lnTo>
                    <a:lnTo>
                      <a:pt x="124" y="3"/>
                    </a:lnTo>
                    <a:lnTo>
                      <a:pt x="124" y="226"/>
                    </a:lnTo>
                    <a:lnTo>
                      <a:pt x="124" y="227"/>
                    </a:lnTo>
                    <a:lnTo>
                      <a:pt x="122" y="228"/>
                    </a:lnTo>
                    <a:lnTo>
                      <a:pt x="121"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8500" name=""/>
              <p:cNvSpPr/>
              <p:nvPr/>
            </p:nvSpPr>
            <p:spPr>
              <a:xfrm>
                <a:off x="2326" y="250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01" name=""/>
              <p:cNvSpPr/>
              <p:nvPr/>
            </p:nvSpPr>
            <p:spPr>
              <a:xfrm>
                <a:off x="2326" y="249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02" name=""/>
              <p:cNvSpPr/>
              <p:nvPr/>
            </p:nvSpPr>
            <p:spPr>
              <a:xfrm>
                <a:off x="2326" y="2490"/>
                <a:ext cx="125" cy="17"/>
              </a:xfrm>
              <a:custGeom>
                <a:pathLst>
                  <a:path w="125" h="17">
                    <a:moveTo>
                      <a:pt x="0" y="0"/>
                    </a:moveTo>
                    <a:lnTo>
                      <a:pt x="124" y="0"/>
                    </a:lnTo>
                    <a:lnTo>
                      <a:pt x="124" y="16"/>
                    </a:lnTo>
                    <a:lnTo>
                      <a:pt x="0" y="16"/>
                    </a:lnTo>
                    <a:lnTo>
                      <a:pt x="0" y="0"/>
                    </a:lnTo>
                  </a:path>
                </a:pathLst>
              </a:custGeom>
              <a:solidFill>
                <a:srgbClr val="404040"/>
              </a:solidFill>
              <a:ln cap="rnd">
                <a:noFill/>
                <a:round/>
              </a:ln>
              <a:effectLst/>
            </p:spPr>
          </p:sp>
          <p:sp>
            <p:nvSpPr>
              <p:cNvPr id="48503" name=""/>
              <p:cNvSpPr/>
              <p:nvPr/>
            </p:nvSpPr>
            <p:spPr>
              <a:xfrm>
                <a:off x="2326" y="249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04" name=""/>
              <p:cNvSpPr/>
              <p:nvPr/>
            </p:nvSpPr>
            <p:spPr>
              <a:xfrm>
                <a:off x="2326" y="248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05" name=""/>
              <p:cNvSpPr/>
              <p:nvPr/>
            </p:nvSpPr>
            <p:spPr>
              <a:xfrm>
                <a:off x="2326" y="247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06" name=""/>
              <p:cNvSpPr/>
              <p:nvPr/>
            </p:nvSpPr>
            <p:spPr>
              <a:xfrm>
                <a:off x="2326" y="246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07" name=""/>
              <p:cNvSpPr/>
              <p:nvPr/>
            </p:nvSpPr>
            <p:spPr>
              <a:xfrm>
                <a:off x="2326" y="246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08" name=""/>
              <p:cNvSpPr/>
              <p:nvPr/>
            </p:nvSpPr>
            <p:spPr>
              <a:xfrm>
                <a:off x="2326" y="245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09" name=""/>
              <p:cNvSpPr/>
              <p:nvPr/>
            </p:nvSpPr>
            <p:spPr>
              <a:xfrm>
                <a:off x="2326" y="244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10" name=""/>
              <p:cNvSpPr/>
              <p:nvPr/>
            </p:nvSpPr>
            <p:spPr>
              <a:xfrm>
                <a:off x="2326" y="243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11" name=""/>
              <p:cNvSpPr/>
              <p:nvPr/>
            </p:nvSpPr>
            <p:spPr>
              <a:xfrm>
                <a:off x="2326" y="243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12" name=""/>
              <p:cNvSpPr/>
              <p:nvPr/>
            </p:nvSpPr>
            <p:spPr>
              <a:xfrm>
                <a:off x="2326" y="242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13" name=""/>
              <p:cNvSpPr/>
              <p:nvPr/>
            </p:nvSpPr>
            <p:spPr>
              <a:xfrm>
                <a:off x="2326" y="241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14" name=""/>
              <p:cNvSpPr/>
              <p:nvPr/>
            </p:nvSpPr>
            <p:spPr>
              <a:xfrm>
                <a:off x="2326" y="2409"/>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15" name=""/>
              <p:cNvSpPr/>
              <p:nvPr/>
            </p:nvSpPr>
            <p:spPr>
              <a:xfrm>
                <a:off x="2326" y="240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16" name=""/>
              <p:cNvSpPr/>
              <p:nvPr/>
            </p:nvSpPr>
            <p:spPr>
              <a:xfrm>
                <a:off x="2326" y="239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517" name=""/>
              <p:cNvSpPr/>
              <p:nvPr/>
            </p:nvSpPr>
            <p:spPr>
              <a:xfrm>
                <a:off x="2298" y="2527"/>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8518" name=""/>
              <p:cNvSpPr/>
              <p:nvPr/>
            </p:nvSpPr>
            <p:spPr>
              <a:xfrm>
                <a:off x="2393" y="2527"/>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8519" name=""/>
              <p:cNvSpPr/>
              <p:nvPr/>
            </p:nvSpPr>
            <p:spPr>
              <a:xfrm>
                <a:off x="2349" y="2456"/>
                <a:ext cx="86" cy="81"/>
              </a:xfrm>
              <a:custGeom>
                <a:pathLst>
                  <a:path w="86" h="81">
                    <a:moveTo>
                      <a:pt x="0" y="1"/>
                    </a:moveTo>
                    <a:lnTo>
                      <a:pt x="0" y="80"/>
                    </a:lnTo>
                    <a:lnTo>
                      <a:pt x="85" y="80"/>
                    </a:lnTo>
                    <a:lnTo>
                      <a:pt x="85" y="0"/>
                    </a:lnTo>
                  </a:path>
                </a:pathLst>
              </a:custGeom>
              <a:noFill/>
              <a:ln w="12700" cap="rnd" cmpd="sng">
                <a:solidFill>
                  <a:srgbClr val="808060"/>
                </a:solidFill>
                <a:prstDash val="solid"/>
                <a:round/>
                <a:headEnd type="none" w="sm" len="sm"/>
                <a:tailEnd type="none" w="sm" len="sm"/>
              </a:ln>
              <a:effectLst/>
            </p:spPr>
          </p:sp>
          <p:sp>
            <p:nvSpPr>
              <p:cNvPr id="48520" name=""/>
              <p:cNvSpPr/>
              <p:nvPr/>
            </p:nvSpPr>
            <p:spPr>
              <a:xfrm>
                <a:off x="2326" y="2118"/>
                <a:ext cx="125" cy="171"/>
              </a:xfrm>
              <a:custGeom>
                <a:pathLst>
                  <a:path w="125" h="171">
                    <a:moveTo>
                      <a:pt x="3" y="170"/>
                    </a:moveTo>
                    <a:lnTo>
                      <a:pt x="120" y="170"/>
                    </a:lnTo>
                    <a:lnTo>
                      <a:pt x="122" y="170"/>
                    </a:lnTo>
                    <a:lnTo>
                      <a:pt x="123" y="168"/>
                    </a:lnTo>
                    <a:lnTo>
                      <a:pt x="124" y="167"/>
                    </a:lnTo>
                    <a:lnTo>
                      <a:pt x="124" y="4"/>
                    </a:lnTo>
                    <a:lnTo>
                      <a:pt x="123" y="2"/>
                    </a:lnTo>
                    <a:lnTo>
                      <a:pt x="122" y="1"/>
                    </a:lnTo>
                    <a:lnTo>
                      <a:pt x="121"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8521" name=""/>
              <p:cNvSpPr/>
              <p:nvPr/>
            </p:nvSpPr>
            <p:spPr>
              <a:xfrm>
                <a:off x="2339" y="2168"/>
                <a:ext cx="100" cy="105"/>
              </a:xfrm>
              <a:custGeom>
                <a:pathLst>
                  <a:path w="100" h="105">
                    <a:moveTo>
                      <a:pt x="4" y="104"/>
                    </a:moveTo>
                    <a:lnTo>
                      <a:pt x="95" y="104"/>
                    </a:lnTo>
                    <a:lnTo>
                      <a:pt x="96" y="104"/>
                    </a:lnTo>
                    <a:lnTo>
                      <a:pt x="97" y="103"/>
                    </a:lnTo>
                    <a:lnTo>
                      <a:pt x="98" y="102"/>
                    </a:lnTo>
                    <a:lnTo>
                      <a:pt x="99" y="101"/>
                    </a:lnTo>
                    <a:lnTo>
                      <a:pt x="99" y="99"/>
                    </a:lnTo>
                    <a:lnTo>
                      <a:pt x="99" y="5"/>
                    </a:lnTo>
                    <a:lnTo>
                      <a:pt x="99" y="3"/>
                    </a:lnTo>
                    <a:lnTo>
                      <a:pt x="98" y="2"/>
                    </a:lnTo>
                    <a:lnTo>
                      <a:pt x="97" y="0"/>
                    </a:lnTo>
                    <a:lnTo>
                      <a:pt x="96" y="0"/>
                    </a:lnTo>
                    <a:lnTo>
                      <a:pt x="95"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8522" name=""/>
              <p:cNvSpPr/>
              <p:nvPr/>
            </p:nvSpPr>
            <p:spPr>
              <a:xfrm>
                <a:off x="2342" y="2198"/>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8523" name=""/>
              <p:cNvSpPr/>
              <p:nvPr/>
            </p:nvSpPr>
            <p:spPr>
              <a:xfrm>
                <a:off x="2342" y="2229"/>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48524" name=""/>
              <p:cNvSpPr/>
              <p:nvPr/>
            </p:nvSpPr>
            <p:spPr>
              <a:xfrm>
                <a:off x="2340" y="2172"/>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8525" name=""/>
              <p:cNvSpPr/>
              <p:nvPr/>
            </p:nvSpPr>
            <p:spPr>
              <a:xfrm>
                <a:off x="2367" y="2173"/>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8526" name=""/>
              <p:cNvSpPr/>
              <p:nvPr/>
            </p:nvSpPr>
            <p:spPr>
              <a:xfrm>
                <a:off x="2419" y="217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8527" name=""/>
              <p:cNvSpPr/>
              <p:nvPr/>
            </p:nvSpPr>
            <p:spPr>
              <a:xfrm>
                <a:off x="2419" y="217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8528" name=""/>
              <p:cNvSpPr/>
              <p:nvPr/>
            </p:nvSpPr>
            <p:spPr>
              <a:xfrm>
                <a:off x="2346" y="2180"/>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8529" name=""/>
              <p:cNvSpPr/>
              <p:nvPr/>
            </p:nvSpPr>
            <p:spPr>
              <a:xfrm>
                <a:off x="2342" y="2200"/>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8530" name=""/>
              <p:cNvSpPr/>
              <p:nvPr/>
            </p:nvSpPr>
            <p:spPr>
              <a:xfrm>
                <a:off x="2367" y="2204"/>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8531" name=""/>
              <p:cNvSpPr/>
              <p:nvPr/>
            </p:nvSpPr>
            <p:spPr>
              <a:xfrm>
                <a:off x="2409" y="221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8532" name=""/>
              <p:cNvSpPr/>
              <p:nvPr/>
            </p:nvSpPr>
            <p:spPr>
              <a:xfrm>
                <a:off x="2409" y="221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8533" name=""/>
              <p:cNvSpPr/>
              <p:nvPr/>
            </p:nvSpPr>
            <p:spPr>
              <a:xfrm>
                <a:off x="2364" y="2207"/>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8534" name=""/>
              <p:cNvSpPr/>
              <p:nvPr/>
            </p:nvSpPr>
            <p:spPr>
              <a:xfrm>
                <a:off x="2342" y="2236"/>
                <a:ext cx="95" cy="17"/>
              </a:xfrm>
              <a:custGeom>
                <a:pathLst>
                  <a:path w="95" h="17">
                    <a:moveTo>
                      <a:pt x="0" y="16"/>
                    </a:moveTo>
                    <a:lnTo>
                      <a:pt x="94" y="16"/>
                    </a:lnTo>
                    <a:lnTo>
                      <a:pt x="94" y="0"/>
                    </a:lnTo>
                    <a:lnTo>
                      <a:pt x="0" y="0"/>
                    </a:lnTo>
                    <a:lnTo>
                      <a:pt x="0" y="16"/>
                    </a:lnTo>
                  </a:path>
                </a:pathLst>
              </a:custGeom>
              <a:solidFill>
                <a:srgbClr val="505020"/>
              </a:solidFill>
              <a:ln cap="rnd">
                <a:noFill/>
                <a:round/>
              </a:ln>
              <a:effectLst/>
            </p:spPr>
          </p:sp>
          <p:sp>
            <p:nvSpPr>
              <p:cNvPr id="48535" name=""/>
              <p:cNvSpPr/>
              <p:nvPr/>
            </p:nvSpPr>
            <p:spPr>
              <a:xfrm>
                <a:off x="2342" y="2233"/>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8536" name=""/>
              <p:cNvSpPr/>
              <p:nvPr/>
            </p:nvSpPr>
            <p:spPr>
              <a:xfrm>
                <a:off x="2436" y="2236"/>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8537" name=""/>
              <p:cNvSpPr/>
              <p:nvPr/>
            </p:nvSpPr>
            <p:spPr>
              <a:xfrm>
                <a:off x="2340" y="2236"/>
                <a:ext cx="97" cy="17"/>
              </a:xfrm>
              <a:custGeom>
                <a:pathLst>
                  <a:path w="97" h="17">
                    <a:moveTo>
                      <a:pt x="0" y="16"/>
                    </a:moveTo>
                    <a:lnTo>
                      <a:pt x="0" y="0"/>
                    </a:lnTo>
                    <a:lnTo>
                      <a:pt x="96" y="0"/>
                    </a:lnTo>
                    <a:lnTo>
                      <a:pt x="96" y="16"/>
                    </a:lnTo>
                    <a:lnTo>
                      <a:pt x="0" y="16"/>
                    </a:lnTo>
                    <a:lnTo>
                      <a:pt x="0" y="16"/>
                    </a:lnTo>
                    <a:lnTo>
                      <a:pt x="0" y="0"/>
                    </a:lnTo>
                    <a:lnTo>
                      <a:pt x="0" y="0"/>
                    </a:lnTo>
                    <a:lnTo>
                      <a:pt x="0" y="16"/>
                    </a:lnTo>
                  </a:path>
                </a:pathLst>
              </a:custGeom>
              <a:solidFill>
                <a:srgbClr val="000000"/>
              </a:solidFill>
              <a:ln cap="rnd">
                <a:noFill/>
                <a:round/>
              </a:ln>
              <a:effectLst/>
            </p:spPr>
          </p:sp>
          <p:sp>
            <p:nvSpPr>
              <p:cNvPr id="48538" name=""/>
              <p:cNvSpPr/>
              <p:nvPr/>
            </p:nvSpPr>
            <p:spPr>
              <a:xfrm>
                <a:off x="2336" y="2236"/>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8539" name=""/>
              <p:cNvSpPr/>
              <p:nvPr/>
            </p:nvSpPr>
            <p:spPr>
              <a:xfrm>
                <a:off x="2342" y="2240"/>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8540" name=""/>
              <p:cNvSpPr/>
              <p:nvPr/>
            </p:nvSpPr>
            <p:spPr>
              <a:xfrm>
                <a:off x="2365" y="2245"/>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8541" name=""/>
              <p:cNvSpPr/>
              <p:nvPr/>
            </p:nvSpPr>
            <p:spPr>
              <a:xfrm>
                <a:off x="2371" y="2246"/>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8542" name=""/>
              <p:cNvSpPr/>
              <p:nvPr/>
            </p:nvSpPr>
            <p:spPr>
              <a:xfrm>
                <a:off x="2342" y="2232"/>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8543" name=""/>
              <p:cNvSpPr/>
              <p:nvPr/>
            </p:nvSpPr>
            <p:spPr>
              <a:xfrm>
                <a:off x="2339" y="2158"/>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48544" name=""/>
              <p:cNvSpPr/>
              <p:nvPr/>
            </p:nvSpPr>
            <p:spPr>
              <a:xfrm>
                <a:off x="2346" y="2181"/>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8545" name=""/>
              <p:cNvSpPr/>
              <p:nvPr/>
            </p:nvSpPr>
            <p:spPr>
              <a:xfrm>
                <a:off x="2365" y="2181"/>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48546" name=""/>
              <p:cNvSpPr/>
              <p:nvPr/>
            </p:nvSpPr>
            <p:spPr>
              <a:xfrm>
                <a:off x="2407" y="2181"/>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48547" name=""/>
              <p:cNvSpPr/>
              <p:nvPr/>
            </p:nvSpPr>
            <p:spPr>
              <a:xfrm>
                <a:off x="2367" y="2187"/>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8548" name=""/>
              <p:cNvSpPr/>
              <p:nvPr/>
            </p:nvSpPr>
            <p:spPr>
              <a:xfrm>
                <a:off x="2420" y="216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549" name=""/>
              <p:cNvSpPr/>
              <p:nvPr/>
            </p:nvSpPr>
            <p:spPr>
              <a:xfrm>
                <a:off x="2413" y="2173"/>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8550" name=""/>
              <p:cNvSpPr/>
              <p:nvPr/>
            </p:nvSpPr>
            <p:spPr>
              <a:xfrm>
                <a:off x="2367" y="2187"/>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8551" name=""/>
              <p:cNvSpPr/>
              <p:nvPr/>
            </p:nvSpPr>
            <p:spPr>
              <a:xfrm>
                <a:off x="2367" y="2186"/>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8552" name=""/>
              <p:cNvSpPr/>
              <p:nvPr/>
            </p:nvSpPr>
            <p:spPr>
              <a:xfrm>
                <a:off x="2365" y="2185"/>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553" name=""/>
              <p:cNvSpPr/>
              <p:nvPr/>
            </p:nvSpPr>
            <p:spPr>
              <a:xfrm>
                <a:off x="2353" y="2158"/>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8554" name=""/>
              <p:cNvSpPr/>
              <p:nvPr/>
            </p:nvSpPr>
            <p:spPr>
              <a:xfrm>
                <a:off x="2353" y="2158"/>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8555" name=""/>
              <p:cNvCxnSpPr/>
              <p:nvPr/>
            </p:nvCxnSpPr>
            <p:spPr>
              <a:xfrm>
                <a:off x="2354" y="2161"/>
                <a:ext cx="2" cy="0"/>
              </a:xfrm>
              <a:prstGeom prst="line">
                <a:avLst/>
              </a:prstGeom>
              <a:noFill/>
              <a:ln>
                <a:noFill/>
                <a:miter lim="800000"/>
              </a:ln>
              <a:effectLst/>
            </p:spPr>
          </p:cxnSp>
          <p:sp>
            <p:nvSpPr>
              <p:cNvPr id="48556" name=""/>
              <p:cNvSpPr/>
              <p:nvPr/>
            </p:nvSpPr>
            <p:spPr>
              <a:xfrm>
                <a:off x="2419" y="2158"/>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8557" name=""/>
              <p:cNvSpPr/>
              <p:nvPr/>
            </p:nvSpPr>
            <p:spPr>
              <a:xfrm>
                <a:off x="2418" y="2158"/>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8558" name=""/>
              <p:cNvSpPr/>
              <p:nvPr/>
            </p:nvSpPr>
            <p:spPr>
              <a:xfrm>
                <a:off x="2414" y="2156"/>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8559" name=""/>
              <p:cNvSpPr/>
              <p:nvPr/>
            </p:nvSpPr>
            <p:spPr>
              <a:xfrm>
                <a:off x="2367" y="2219"/>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8560" name=""/>
              <p:cNvSpPr/>
              <p:nvPr/>
            </p:nvSpPr>
            <p:spPr>
              <a:xfrm>
                <a:off x="2367" y="2218"/>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8561" name=""/>
              <p:cNvSpPr/>
              <p:nvPr/>
            </p:nvSpPr>
            <p:spPr>
              <a:xfrm>
                <a:off x="2365" y="221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562" name=""/>
              <p:cNvSpPr/>
              <p:nvPr/>
            </p:nvSpPr>
            <p:spPr>
              <a:xfrm>
                <a:off x="2347" y="2268"/>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8563" name=""/>
              <p:cNvCxnSpPr/>
              <p:nvPr/>
            </p:nvCxnSpPr>
            <p:spPr>
              <a:xfrm>
                <a:off x="2349" y="2272"/>
                <a:ext cx="3" cy="0"/>
              </a:xfrm>
              <a:prstGeom prst="line">
                <a:avLst/>
              </a:prstGeom>
              <a:noFill/>
              <a:ln>
                <a:noFill/>
                <a:miter lim="800000"/>
              </a:ln>
              <a:effectLst/>
            </p:spPr>
          </p:cxnSp>
          <p:cxnSp>
            <p:nvCxnSpPr>
              <p:cNvPr id="48564" name=""/>
              <p:cNvCxnSpPr/>
              <p:nvPr/>
            </p:nvCxnSpPr>
            <p:spPr>
              <a:xfrm>
                <a:off x="2349" y="2272"/>
                <a:ext cx="3" cy="0"/>
              </a:xfrm>
              <a:prstGeom prst="line">
                <a:avLst/>
              </a:prstGeom>
              <a:noFill/>
              <a:ln>
                <a:noFill/>
                <a:miter lim="800000"/>
              </a:ln>
              <a:effectLst/>
            </p:spPr>
          </p:cxnSp>
          <p:cxnSp>
            <p:nvCxnSpPr>
              <p:cNvPr id="48565" name=""/>
              <p:cNvCxnSpPr/>
              <p:nvPr/>
            </p:nvCxnSpPr>
            <p:spPr>
              <a:xfrm>
                <a:off x="2349" y="2272"/>
                <a:ext cx="3" cy="0"/>
              </a:xfrm>
              <a:prstGeom prst="line">
                <a:avLst/>
              </a:prstGeom>
              <a:noFill/>
              <a:ln>
                <a:noFill/>
                <a:miter lim="800000"/>
              </a:ln>
              <a:effectLst/>
            </p:spPr>
          </p:cxnSp>
          <p:cxnSp>
            <p:nvCxnSpPr>
              <p:cNvPr id="48566" name=""/>
              <p:cNvCxnSpPr/>
              <p:nvPr/>
            </p:nvCxnSpPr>
            <p:spPr>
              <a:xfrm>
                <a:off x="2349" y="2272"/>
                <a:ext cx="3" cy="0"/>
              </a:xfrm>
              <a:prstGeom prst="line">
                <a:avLst/>
              </a:prstGeom>
              <a:noFill/>
              <a:ln>
                <a:noFill/>
                <a:miter lim="800000"/>
              </a:ln>
              <a:effectLst/>
            </p:spPr>
          </p:cxnSp>
          <p:cxnSp>
            <p:nvCxnSpPr>
              <p:cNvPr id="48567" name=""/>
              <p:cNvCxnSpPr/>
              <p:nvPr/>
            </p:nvCxnSpPr>
            <p:spPr>
              <a:xfrm>
                <a:off x="2349" y="2272"/>
                <a:ext cx="3" cy="0"/>
              </a:xfrm>
              <a:prstGeom prst="line">
                <a:avLst/>
              </a:prstGeom>
              <a:noFill/>
              <a:ln>
                <a:noFill/>
                <a:miter lim="800000"/>
              </a:ln>
              <a:effectLst/>
            </p:spPr>
          </p:cxnSp>
          <p:cxnSp>
            <p:nvCxnSpPr>
              <p:cNvPr id="48568" name=""/>
              <p:cNvCxnSpPr/>
              <p:nvPr/>
            </p:nvCxnSpPr>
            <p:spPr>
              <a:xfrm>
                <a:off x="2349" y="2272"/>
                <a:ext cx="3" cy="0"/>
              </a:xfrm>
              <a:prstGeom prst="line">
                <a:avLst/>
              </a:prstGeom>
              <a:noFill/>
              <a:ln>
                <a:noFill/>
                <a:miter lim="800000"/>
              </a:ln>
              <a:effectLst/>
            </p:spPr>
          </p:cxnSp>
          <p:cxnSp>
            <p:nvCxnSpPr>
              <p:cNvPr id="48569" name=""/>
              <p:cNvCxnSpPr/>
              <p:nvPr/>
            </p:nvCxnSpPr>
            <p:spPr>
              <a:xfrm>
                <a:off x="2349" y="2272"/>
                <a:ext cx="3" cy="0"/>
              </a:xfrm>
              <a:prstGeom prst="line">
                <a:avLst/>
              </a:prstGeom>
              <a:noFill/>
              <a:ln>
                <a:noFill/>
                <a:miter lim="800000"/>
              </a:ln>
              <a:effectLst/>
            </p:spPr>
          </p:cxnSp>
          <p:sp>
            <p:nvSpPr>
              <p:cNvPr id="48570" name=""/>
              <p:cNvSpPr/>
              <p:nvPr/>
            </p:nvSpPr>
            <p:spPr>
              <a:xfrm>
                <a:off x="2347" y="226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571" name=""/>
              <p:cNvCxnSpPr/>
              <p:nvPr/>
            </p:nvCxnSpPr>
            <p:spPr>
              <a:xfrm>
                <a:off x="2349" y="2271"/>
                <a:ext cx="3" cy="0"/>
              </a:xfrm>
              <a:prstGeom prst="line">
                <a:avLst/>
              </a:prstGeom>
              <a:noFill/>
              <a:ln>
                <a:noFill/>
                <a:miter lim="800000"/>
              </a:ln>
              <a:effectLst/>
            </p:spPr>
          </p:cxnSp>
          <p:cxnSp>
            <p:nvCxnSpPr>
              <p:cNvPr id="48572" name=""/>
              <p:cNvCxnSpPr/>
              <p:nvPr/>
            </p:nvCxnSpPr>
            <p:spPr>
              <a:xfrm>
                <a:off x="2349" y="2271"/>
                <a:ext cx="3" cy="0"/>
              </a:xfrm>
              <a:prstGeom prst="line">
                <a:avLst/>
              </a:prstGeom>
              <a:noFill/>
              <a:ln>
                <a:noFill/>
                <a:miter lim="800000"/>
              </a:ln>
              <a:effectLst/>
            </p:spPr>
          </p:cxnSp>
          <p:cxnSp>
            <p:nvCxnSpPr>
              <p:cNvPr id="48573" name=""/>
              <p:cNvCxnSpPr/>
              <p:nvPr/>
            </p:nvCxnSpPr>
            <p:spPr>
              <a:xfrm>
                <a:off x="2349" y="2271"/>
                <a:ext cx="3" cy="0"/>
              </a:xfrm>
              <a:prstGeom prst="line">
                <a:avLst/>
              </a:prstGeom>
              <a:noFill/>
              <a:ln>
                <a:noFill/>
                <a:miter lim="800000"/>
              </a:ln>
              <a:effectLst/>
            </p:spPr>
          </p:cxnSp>
          <p:cxnSp>
            <p:nvCxnSpPr>
              <p:cNvPr id="48574" name=""/>
              <p:cNvCxnSpPr/>
              <p:nvPr/>
            </p:nvCxnSpPr>
            <p:spPr>
              <a:xfrm>
                <a:off x="2349" y="2271"/>
                <a:ext cx="3" cy="0"/>
              </a:xfrm>
              <a:prstGeom prst="line">
                <a:avLst/>
              </a:prstGeom>
              <a:noFill/>
              <a:ln>
                <a:noFill/>
                <a:miter lim="800000"/>
              </a:ln>
              <a:effectLst/>
            </p:spPr>
          </p:cxnSp>
          <p:cxnSp>
            <p:nvCxnSpPr>
              <p:cNvPr id="48575" name=""/>
              <p:cNvCxnSpPr/>
              <p:nvPr/>
            </p:nvCxnSpPr>
            <p:spPr>
              <a:xfrm>
                <a:off x="2349" y="2271"/>
                <a:ext cx="3" cy="0"/>
              </a:xfrm>
              <a:prstGeom prst="line">
                <a:avLst/>
              </a:prstGeom>
              <a:noFill/>
              <a:ln>
                <a:noFill/>
                <a:miter lim="800000"/>
              </a:ln>
              <a:effectLst/>
            </p:spPr>
          </p:cxnSp>
          <p:cxnSp>
            <p:nvCxnSpPr>
              <p:cNvPr id="48576" name=""/>
              <p:cNvCxnSpPr/>
              <p:nvPr/>
            </p:nvCxnSpPr>
            <p:spPr>
              <a:xfrm>
                <a:off x="2349" y="2271"/>
                <a:ext cx="3" cy="0"/>
              </a:xfrm>
              <a:prstGeom prst="line">
                <a:avLst/>
              </a:prstGeom>
              <a:noFill/>
              <a:ln>
                <a:noFill/>
                <a:miter lim="800000"/>
              </a:ln>
              <a:effectLst/>
            </p:spPr>
          </p:cxnSp>
          <p:cxnSp>
            <p:nvCxnSpPr>
              <p:cNvPr id="48577" name=""/>
              <p:cNvCxnSpPr/>
              <p:nvPr/>
            </p:nvCxnSpPr>
            <p:spPr>
              <a:xfrm>
                <a:off x="2349" y="2271"/>
                <a:ext cx="3" cy="0"/>
              </a:xfrm>
              <a:prstGeom prst="line">
                <a:avLst/>
              </a:prstGeom>
              <a:noFill/>
              <a:ln>
                <a:noFill/>
                <a:miter lim="800000"/>
              </a:ln>
              <a:effectLst/>
            </p:spPr>
          </p:cxnSp>
          <p:cxnSp>
            <p:nvCxnSpPr>
              <p:cNvPr id="48578" name=""/>
              <p:cNvCxnSpPr/>
              <p:nvPr/>
            </p:nvCxnSpPr>
            <p:spPr>
              <a:xfrm>
                <a:off x="2349" y="2271"/>
                <a:ext cx="3" cy="0"/>
              </a:xfrm>
              <a:prstGeom prst="line">
                <a:avLst/>
              </a:prstGeom>
              <a:noFill/>
              <a:ln>
                <a:noFill/>
                <a:miter lim="800000"/>
              </a:ln>
              <a:effectLst/>
            </p:spPr>
          </p:cxnSp>
          <p:cxnSp>
            <p:nvCxnSpPr>
              <p:cNvPr id="48579" name=""/>
              <p:cNvCxnSpPr/>
              <p:nvPr/>
            </p:nvCxnSpPr>
            <p:spPr>
              <a:xfrm>
                <a:off x="2349" y="2271"/>
                <a:ext cx="3" cy="0"/>
              </a:xfrm>
              <a:prstGeom prst="line">
                <a:avLst/>
              </a:prstGeom>
              <a:noFill/>
              <a:ln>
                <a:noFill/>
                <a:miter lim="800000"/>
              </a:ln>
              <a:effectLst/>
            </p:spPr>
          </p:cxnSp>
          <p:sp>
            <p:nvSpPr>
              <p:cNvPr id="48580" name=""/>
              <p:cNvSpPr/>
              <p:nvPr/>
            </p:nvSpPr>
            <p:spPr>
              <a:xfrm>
                <a:off x="2347" y="226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581" name=""/>
              <p:cNvCxnSpPr/>
              <p:nvPr/>
            </p:nvCxnSpPr>
            <p:spPr>
              <a:xfrm>
                <a:off x="2349" y="2271"/>
                <a:ext cx="3" cy="0"/>
              </a:xfrm>
              <a:prstGeom prst="line">
                <a:avLst/>
              </a:prstGeom>
              <a:noFill/>
              <a:ln>
                <a:noFill/>
                <a:miter lim="800000"/>
              </a:ln>
              <a:effectLst/>
            </p:spPr>
          </p:cxnSp>
          <p:cxnSp>
            <p:nvCxnSpPr>
              <p:cNvPr id="48582" name=""/>
              <p:cNvCxnSpPr/>
              <p:nvPr/>
            </p:nvCxnSpPr>
            <p:spPr>
              <a:xfrm>
                <a:off x="2349" y="2271"/>
                <a:ext cx="3" cy="0"/>
              </a:xfrm>
              <a:prstGeom prst="line">
                <a:avLst/>
              </a:prstGeom>
              <a:noFill/>
              <a:ln>
                <a:noFill/>
                <a:miter lim="800000"/>
              </a:ln>
              <a:effectLst/>
            </p:spPr>
          </p:cxnSp>
          <p:cxnSp>
            <p:nvCxnSpPr>
              <p:cNvPr id="48583" name=""/>
              <p:cNvCxnSpPr/>
              <p:nvPr/>
            </p:nvCxnSpPr>
            <p:spPr>
              <a:xfrm>
                <a:off x="2349" y="2271"/>
                <a:ext cx="3" cy="0"/>
              </a:xfrm>
              <a:prstGeom prst="line">
                <a:avLst/>
              </a:prstGeom>
              <a:noFill/>
              <a:ln>
                <a:noFill/>
                <a:miter lim="800000"/>
              </a:ln>
              <a:effectLst/>
            </p:spPr>
          </p:cxnSp>
          <p:cxnSp>
            <p:nvCxnSpPr>
              <p:cNvPr id="48584" name=""/>
              <p:cNvCxnSpPr/>
              <p:nvPr/>
            </p:nvCxnSpPr>
            <p:spPr>
              <a:xfrm>
                <a:off x="2349" y="2271"/>
                <a:ext cx="3" cy="0"/>
              </a:xfrm>
              <a:prstGeom prst="line">
                <a:avLst/>
              </a:prstGeom>
              <a:noFill/>
              <a:ln>
                <a:noFill/>
                <a:miter lim="800000"/>
              </a:ln>
              <a:effectLst/>
            </p:spPr>
          </p:cxnSp>
          <p:cxnSp>
            <p:nvCxnSpPr>
              <p:cNvPr id="48585" name=""/>
              <p:cNvCxnSpPr/>
              <p:nvPr/>
            </p:nvCxnSpPr>
            <p:spPr>
              <a:xfrm>
                <a:off x="2349" y="2271"/>
                <a:ext cx="3" cy="0"/>
              </a:xfrm>
              <a:prstGeom prst="line">
                <a:avLst/>
              </a:prstGeom>
              <a:noFill/>
              <a:ln>
                <a:noFill/>
                <a:miter lim="800000"/>
              </a:ln>
              <a:effectLst/>
            </p:spPr>
          </p:cxnSp>
          <p:sp>
            <p:nvSpPr>
              <p:cNvPr id="48586" name=""/>
              <p:cNvSpPr/>
              <p:nvPr/>
            </p:nvSpPr>
            <p:spPr>
              <a:xfrm>
                <a:off x="2347" y="2265"/>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587" name=""/>
              <p:cNvCxnSpPr/>
              <p:nvPr/>
            </p:nvCxnSpPr>
            <p:spPr>
              <a:xfrm>
                <a:off x="2349" y="2270"/>
                <a:ext cx="3" cy="0"/>
              </a:xfrm>
              <a:prstGeom prst="line">
                <a:avLst/>
              </a:prstGeom>
              <a:noFill/>
              <a:ln>
                <a:noFill/>
                <a:miter lim="800000"/>
              </a:ln>
              <a:effectLst/>
            </p:spPr>
          </p:cxnSp>
          <p:sp>
            <p:nvSpPr>
              <p:cNvPr id="48588" name=""/>
              <p:cNvSpPr/>
              <p:nvPr/>
            </p:nvSpPr>
            <p:spPr>
              <a:xfrm>
                <a:off x="2346" y="2267"/>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8589" name=""/>
              <p:cNvSpPr/>
              <p:nvPr/>
            </p:nvSpPr>
            <p:spPr>
              <a:xfrm>
                <a:off x="2347" y="2178"/>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48590" name=""/>
              <p:cNvSpPr/>
              <p:nvPr/>
            </p:nvSpPr>
            <p:spPr>
              <a:xfrm>
                <a:off x="2364" y="2175"/>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8591" name=""/>
              <p:cNvSpPr/>
              <p:nvPr/>
            </p:nvSpPr>
            <p:spPr>
              <a:xfrm>
                <a:off x="2364" y="2185"/>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8592" name=""/>
              <p:cNvSpPr/>
              <p:nvPr/>
            </p:nvSpPr>
            <p:spPr>
              <a:xfrm>
                <a:off x="2371" y="2248"/>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8593" name=""/>
              <p:cNvSpPr/>
              <p:nvPr/>
            </p:nvSpPr>
            <p:spPr>
              <a:xfrm>
                <a:off x="2365" y="2269"/>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48594" name=""/>
              <p:cNvSpPr/>
              <p:nvPr/>
            </p:nvSpPr>
            <p:spPr>
              <a:xfrm>
                <a:off x="2380" y="2257"/>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48595" name=""/>
              <p:cNvSpPr/>
              <p:nvPr/>
            </p:nvSpPr>
            <p:spPr>
              <a:xfrm>
                <a:off x="2404" y="2259"/>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8596" name=""/>
              <p:cNvCxnSpPr/>
              <p:nvPr/>
            </p:nvCxnSpPr>
            <p:spPr>
              <a:xfrm flipH="1">
                <a:off x="2367" y="2212"/>
                <a:ext cx="0" cy="13"/>
              </a:xfrm>
              <a:prstGeom prst="line">
                <a:avLst/>
              </a:prstGeom>
              <a:noFill/>
              <a:ln>
                <a:noFill/>
                <a:miter lim="800000"/>
              </a:ln>
              <a:effectLst/>
            </p:spPr>
          </p:cxnSp>
          <p:cxnSp>
            <p:nvCxnSpPr>
              <p:cNvPr id="48597" name=""/>
              <p:cNvCxnSpPr/>
              <p:nvPr/>
            </p:nvCxnSpPr>
            <p:spPr>
              <a:xfrm flipH="1">
                <a:off x="2367" y="2207"/>
                <a:ext cx="0" cy="1"/>
              </a:xfrm>
              <a:prstGeom prst="line">
                <a:avLst/>
              </a:prstGeom>
              <a:noFill/>
              <a:ln>
                <a:noFill/>
                <a:miter lim="800000"/>
              </a:ln>
              <a:effectLst/>
            </p:spPr>
          </p:cxnSp>
          <p:sp>
            <p:nvSpPr>
              <p:cNvPr id="48598" name=""/>
              <p:cNvSpPr/>
              <p:nvPr/>
            </p:nvSpPr>
            <p:spPr>
              <a:xfrm>
                <a:off x="2359" y="2207"/>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599" name=""/>
              <p:cNvSpPr/>
              <p:nvPr/>
            </p:nvSpPr>
            <p:spPr>
              <a:xfrm>
                <a:off x="2381" y="220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600" name=""/>
              <p:cNvSpPr/>
              <p:nvPr/>
            </p:nvSpPr>
            <p:spPr>
              <a:xfrm>
                <a:off x="2381" y="220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601" name=""/>
              <p:cNvSpPr/>
              <p:nvPr/>
            </p:nvSpPr>
            <p:spPr>
              <a:xfrm>
                <a:off x="2405" y="220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602" name=""/>
              <p:cNvSpPr/>
              <p:nvPr/>
            </p:nvSpPr>
            <p:spPr>
              <a:xfrm>
                <a:off x="2364" y="2213"/>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8603" name=""/>
              <p:cNvSpPr/>
              <p:nvPr/>
            </p:nvSpPr>
            <p:spPr>
              <a:xfrm>
                <a:off x="2367" y="2221"/>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8604" name=""/>
              <p:cNvSpPr/>
              <p:nvPr/>
            </p:nvSpPr>
            <p:spPr>
              <a:xfrm>
                <a:off x="2401" y="2213"/>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8605" name=""/>
              <p:cNvSpPr/>
              <p:nvPr/>
            </p:nvSpPr>
            <p:spPr>
              <a:xfrm>
                <a:off x="2405" y="220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606" name=""/>
              <p:cNvSpPr/>
              <p:nvPr/>
            </p:nvSpPr>
            <p:spPr>
              <a:xfrm>
                <a:off x="2419" y="220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607" name=""/>
              <p:cNvSpPr/>
              <p:nvPr/>
            </p:nvSpPr>
            <p:spPr>
              <a:xfrm>
                <a:off x="2367" y="2204"/>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8608" name=""/>
              <p:cNvSpPr/>
              <p:nvPr/>
            </p:nvSpPr>
            <p:spPr>
              <a:xfrm>
                <a:off x="2360" y="220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609" name=""/>
              <p:cNvSpPr/>
              <p:nvPr/>
            </p:nvSpPr>
            <p:spPr>
              <a:xfrm>
                <a:off x="2364" y="2204"/>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8610" name=""/>
              <p:cNvCxnSpPr/>
              <p:nvPr/>
            </p:nvCxnSpPr>
            <p:spPr>
              <a:xfrm>
                <a:off x="2365" y="2208"/>
                <a:ext cx="21" cy="0"/>
              </a:xfrm>
              <a:prstGeom prst="line">
                <a:avLst/>
              </a:prstGeom>
              <a:noFill/>
              <a:ln>
                <a:noFill/>
                <a:miter lim="800000"/>
              </a:ln>
              <a:effectLst/>
            </p:spPr>
          </p:cxnSp>
          <p:cxnSp>
            <p:nvCxnSpPr>
              <p:cNvPr id="48611" name=""/>
              <p:cNvCxnSpPr/>
              <p:nvPr/>
            </p:nvCxnSpPr>
            <p:spPr>
              <a:xfrm flipH="1">
                <a:off x="2386" y="2212"/>
                <a:ext cx="0" cy="2"/>
              </a:xfrm>
              <a:prstGeom prst="line">
                <a:avLst/>
              </a:prstGeom>
              <a:noFill/>
              <a:ln>
                <a:noFill/>
                <a:miter lim="800000"/>
              </a:ln>
              <a:effectLst/>
            </p:spPr>
          </p:cxnSp>
          <p:sp>
            <p:nvSpPr>
              <p:cNvPr id="48612" name=""/>
              <p:cNvSpPr/>
              <p:nvPr/>
            </p:nvSpPr>
            <p:spPr>
              <a:xfrm>
                <a:off x="2386" y="220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613" name=""/>
              <p:cNvSpPr/>
              <p:nvPr/>
            </p:nvSpPr>
            <p:spPr>
              <a:xfrm>
                <a:off x="2400" y="220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614" name=""/>
              <p:cNvSpPr/>
              <p:nvPr/>
            </p:nvSpPr>
            <p:spPr>
              <a:xfrm>
                <a:off x="2400" y="2205"/>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615" name=""/>
              <p:cNvSpPr/>
              <p:nvPr/>
            </p:nvSpPr>
            <p:spPr>
              <a:xfrm>
                <a:off x="2386" y="2203"/>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616" name=""/>
              <p:cNvSpPr/>
              <p:nvPr/>
            </p:nvSpPr>
            <p:spPr>
              <a:xfrm>
                <a:off x="2411" y="2215"/>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8617" name=""/>
              <p:cNvSpPr/>
              <p:nvPr/>
            </p:nvSpPr>
            <p:spPr>
              <a:xfrm>
                <a:off x="2367" y="2170"/>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8618" name=""/>
              <p:cNvSpPr/>
              <p:nvPr/>
            </p:nvSpPr>
            <p:spPr>
              <a:xfrm>
                <a:off x="2401" y="2173"/>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8619" name=""/>
              <p:cNvSpPr/>
              <p:nvPr/>
            </p:nvSpPr>
            <p:spPr>
              <a:xfrm>
                <a:off x="2401" y="2187"/>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8620" name=""/>
              <p:cNvSpPr/>
              <p:nvPr/>
            </p:nvSpPr>
            <p:spPr>
              <a:xfrm>
                <a:off x="2367" y="2188"/>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8621" name=""/>
              <p:cNvSpPr/>
              <p:nvPr/>
            </p:nvSpPr>
            <p:spPr>
              <a:xfrm>
                <a:off x="2342" y="2180"/>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8622" name=""/>
              <p:cNvSpPr/>
              <p:nvPr/>
            </p:nvSpPr>
            <p:spPr>
              <a:xfrm>
                <a:off x="2371" y="2264"/>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8623" name=""/>
              <p:cNvCxnSpPr/>
              <p:nvPr/>
            </p:nvCxnSpPr>
            <p:spPr>
              <a:xfrm flipH="1">
                <a:off x="2440" y="2248"/>
                <a:ext cx="0" cy="14"/>
              </a:xfrm>
              <a:prstGeom prst="line">
                <a:avLst/>
              </a:prstGeom>
              <a:noFill/>
              <a:ln>
                <a:noFill/>
                <a:miter lim="800000"/>
              </a:ln>
              <a:effectLst/>
            </p:spPr>
          </p:cxnSp>
          <p:sp>
            <p:nvSpPr>
              <p:cNvPr id="48624" name=""/>
              <p:cNvSpPr/>
              <p:nvPr/>
            </p:nvSpPr>
            <p:spPr>
              <a:xfrm>
                <a:off x="2371" y="2242"/>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8625" name=""/>
              <p:cNvSpPr/>
              <p:nvPr/>
            </p:nvSpPr>
            <p:spPr>
              <a:xfrm>
                <a:off x="2367" y="2248"/>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8626" name=""/>
              <p:cNvSpPr/>
              <p:nvPr/>
            </p:nvSpPr>
            <p:spPr>
              <a:xfrm>
                <a:off x="2371" y="2256"/>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8627" name=""/>
              <p:cNvSpPr/>
              <p:nvPr/>
            </p:nvSpPr>
            <p:spPr>
              <a:xfrm>
                <a:off x="2326" y="2288"/>
                <a:ext cx="125" cy="17"/>
              </a:xfrm>
              <a:custGeom>
                <a:pathLst>
                  <a:path w="125" h="17">
                    <a:moveTo>
                      <a:pt x="0" y="0"/>
                    </a:moveTo>
                    <a:lnTo>
                      <a:pt x="0" y="16"/>
                    </a:lnTo>
                    <a:lnTo>
                      <a:pt x="124" y="16"/>
                    </a:lnTo>
                    <a:lnTo>
                      <a:pt x="124" y="0"/>
                    </a:lnTo>
                    <a:lnTo>
                      <a:pt x="0" y="0"/>
                    </a:lnTo>
                  </a:path>
                </a:pathLst>
              </a:custGeom>
              <a:solidFill>
                <a:srgbClr val="D0C0A0"/>
              </a:solidFill>
              <a:ln cap="rnd">
                <a:noFill/>
                <a:round/>
              </a:ln>
              <a:effectLst/>
            </p:spPr>
          </p:sp>
          <p:sp>
            <p:nvSpPr>
              <p:cNvPr id="48628" name=""/>
              <p:cNvSpPr/>
              <p:nvPr/>
            </p:nvSpPr>
            <p:spPr>
              <a:xfrm>
                <a:off x="2346" y="2290"/>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8629" name=""/>
              <p:cNvSpPr/>
              <p:nvPr/>
            </p:nvSpPr>
            <p:spPr>
              <a:xfrm>
                <a:off x="2386" y="2132"/>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8630" name=""/>
              <p:cNvSpPr/>
              <p:nvPr/>
            </p:nvSpPr>
            <p:spPr>
              <a:xfrm>
                <a:off x="2388" y="2136"/>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8631" name=""/>
              <p:cNvSpPr/>
              <p:nvPr/>
            </p:nvSpPr>
            <p:spPr>
              <a:xfrm>
                <a:off x="2339" y="2128"/>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48632" name=""/>
              <p:cNvSpPr/>
              <p:nvPr/>
            </p:nvSpPr>
            <p:spPr>
              <a:xfrm>
                <a:off x="2339" y="2128"/>
                <a:ext cx="106" cy="19"/>
              </a:xfrm>
              <a:custGeom>
                <a:pathLst>
                  <a:path w="106" h="19">
                    <a:moveTo>
                      <a:pt x="7" y="0"/>
                    </a:moveTo>
                    <a:lnTo>
                      <a:pt x="98" y="0"/>
                    </a:lnTo>
                    <a:lnTo>
                      <a:pt x="100" y="1"/>
                    </a:lnTo>
                    <a:lnTo>
                      <a:pt x="100" y="1"/>
                    </a:lnTo>
                    <a:lnTo>
                      <a:pt x="102" y="2"/>
                    </a:lnTo>
                    <a:lnTo>
                      <a:pt x="103" y="3"/>
                    </a:lnTo>
                    <a:lnTo>
                      <a:pt x="104" y="5"/>
                    </a:lnTo>
                    <a:lnTo>
                      <a:pt x="105" y="6"/>
                    </a:lnTo>
                    <a:lnTo>
                      <a:pt x="105" y="7"/>
                    </a:lnTo>
                    <a:lnTo>
                      <a:pt x="105" y="11"/>
                    </a:lnTo>
                    <a:lnTo>
                      <a:pt x="105" y="12"/>
                    </a:lnTo>
                    <a:lnTo>
                      <a:pt x="104" y="13"/>
                    </a:lnTo>
                    <a:lnTo>
                      <a:pt x="103" y="15"/>
                    </a:lnTo>
                    <a:lnTo>
                      <a:pt x="102" y="16"/>
                    </a:lnTo>
                    <a:lnTo>
                      <a:pt x="100" y="17"/>
                    </a:lnTo>
                    <a:lnTo>
                      <a:pt x="100" y="18"/>
                    </a:lnTo>
                    <a:lnTo>
                      <a:pt x="98" y="18"/>
                    </a:lnTo>
                    <a:lnTo>
                      <a:pt x="7"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7" y="0"/>
                    </a:lnTo>
                  </a:path>
                </a:pathLst>
              </a:custGeom>
              <a:noFill/>
              <a:ln w="12700" cap="rnd" cmpd="sng">
                <a:solidFill>
                  <a:srgbClr val="808060"/>
                </a:solidFill>
                <a:prstDash val="solid"/>
                <a:round/>
              </a:ln>
              <a:effectLst/>
            </p:spPr>
          </p:sp>
          <p:sp>
            <p:nvSpPr>
              <p:cNvPr id="48633" name=""/>
              <p:cNvSpPr/>
              <p:nvPr/>
            </p:nvSpPr>
            <p:spPr>
              <a:xfrm>
                <a:off x="2340" y="2129"/>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48634" name=""/>
              <p:cNvSpPr/>
              <p:nvPr/>
            </p:nvSpPr>
            <p:spPr>
              <a:xfrm>
                <a:off x="2340" y="2129"/>
                <a:ext cx="57" cy="17"/>
              </a:xfrm>
              <a:custGeom>
                <a:pathLst>
                  <a:path w="57" h="17">
                    <a:moveTo>
                      <a:pt x="8" y="0"/>
                    </a:moveTo>
                    <a:lnTo>
                      <a:pt x="47" y="0"/>
                    </a:lnTo>
                    <a:lnTo>
                      <a:pt x="49" y="0"/>
                    </a:lnTo>
                    <a:lnTo>
                      <a:pt x="51" y="1"/>
                    </a:lnTo>
                    <a:lnTo>
                      <a:pt x="52" y="1"/>
                    </a:lnTo>
                    <a:lnTo>
                      <a:pt x="53" y="2"/>
                    </a:lnTo>
                    <a:lnTo>
                      <a:pt x="55" y="3"/>
                    </a:lnTo>
                    <a:lnTo>
                      <a:pt x="55" y="3"/>
                    </a:lnTo>
                    <a:lnTo>
                      <a:pt x="56" y="4"/>
                    </a:lnTo>
                    <a:lnTo>
                      <a:pt x="56" y="5"/>
                    </a:lnTo>
                    <a:lnTo>
                      <a:pt x="56" y="6"/>
                    </a:lnTo>
                    <a:lnTo>
                      <a:pt x="56" y="9"/>
                    </a:lnTo>
                    <a:lnTo>
                      <a:pt x="56" y="11"/>
                    </a:lnTo>
                    <a:lnTo>
                      <a:pt x="55" y="13"/>
                    </a:lnTo>
                    <a:lnTo>
                      <a:pt x="54" y="13"/>
                    </a:lnTo>
                    <a:lnTo>
                      <a:pt x="52" y="14"/>
                    </a:lnTo>
                    <a:lnTo>
                      <a:pt x="51"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8635" name=""/>
              <p:cNvSpPr/>
              <p:nvPr/>
            </p:nvSpPr>
            <p:spPr>
              <a:xfrm>
                <a:off x="2386" y="2132"/>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8636" name=""/>
              <p:cNvSpPr/>
              <p:nvPr/>
            </p:nvSpPr>
            <p:spPr>
              <a:xfrm>
                <a:off x="2344" y="2134"/>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48637" name=""/>
              <p:cNvSpPr/>
              <p:nvPr/>
            </p:nvSpPr>
            <p:spPr>
              <a:xfrm>
                <a:off x="2381" y="2132"/>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8638" name=""/>
              <p:cNvSpPr/>
              <p:nvPr/>
            </p:nvSpPr>
            <p:spPr>
              <a:xfrm>
                <a:off x="2380" y="2132"/>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8639" name=""/>
              <p:cNvSpPr/>
              <p:nvPr/>
            </p:nvSpPr>
            <p:spPr>
              <a:xfrm>
                <a:off x="2375" y="2132"/>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8640" name=""/>
              <p:cNvSpPr/>
              <p:nvPr/>
            </p:nvSpPr>
            <p:spPr>
              <a:xfrm>
                <a:off x="2371" y="2132"/>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8641" name=""/>
              <p:cNvSpPr/>
              <p:nvPr/>
            </p:nvSpPr>
            <p:spPr>
              <a:xfrm>
                <a:off x="2367" y="2132"/>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8642" name=""/>
              <p:cNvSpPr/>
              <p:nvPr/>
            </p:nvSpPr>
            <p:spPr>
              <a:xfrm>
                <a:off x="2418" y="2129"/>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8643" name=""/>
              <p:cNvSpPr/>
              <p:nvPr/>
            </p:nvSpPr>
            <p:spPr>
              <a:xfrm>
                <a:off x="2420" y="2128"/>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8644" name=""/>
              <p:cNvSpPr/>
              <p:nvPr/>
            </p:nvSpPr>
            <p:spPr>
              <a:xfrm>
                <a:off x="2420" y="212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8645" name=""/>
              <p:cNvSpPr/>
              <p:nvPr/>
            </p:nvSpPr>
            <p:spPr>
              <a:xfrm>
                <a:off x="2421" y="212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8646" name=""/>
              <p:cNvSpPr/>
              <p:nvPr/>
            </p:nvSpPr>
            <p:spPr>
              <a:xfrm>
                <a:off x="2425" y="2131"/>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8647" name=""/>
              <p:cNvSpPr/>
              <p:nvPr/>
            </p:nvSpPr>
            <p:spPr>
              <a:xfrm>
                <a:off x="2427" y="2134"/>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8648" name=""/>
              <p:cNvCxnSpPr/>
              <p:nvPr/>
            </p:nvCxnSpPr>
            <p:spPr>
              <a:xfrm flipH="1">
                <a:off x="2434" y="2134"/>
                <a:ext cx="0" cy="4"/>
              </a:xfrm>
              <a:prstGeom prst="line">
                <a:avLst/>
              </a:prstGeom>
              <a:noFill/>
              <a:ln w="12700">
                <a:solidFill>
                  <a:prstClr val="black"/>
                </a:solidFill>
                <a:miter lim="800000"/>
              </a:ln>
              <a:effectLst/>
            </p:spPr>
          </p:cxnSp>
          <p:sp>
            <p:nvSpPr>
              <p:cNvPr id="48649" name=""/>
              <p:cNvSpPr/>
              <p:nvPr/>
            </p:nvSpPr>
            <p:spPr>
              <a:xfrm>
                <a:off x="2389" y="2124"/>
                <a:ext cx="46" cy="17"/>
              </a:xfrm>
              <a:custGeom>
                <a:pathLst>
                  <a:path w="46" h="17">
                    <a:moveTo>
                      <a:pt x="0" y="16"/>
                    </a:moveTo>
                    <a:lnTo>
                      <a:pt x="45" y="16"/>
                    </a:lnTo>
                    <a:lnTo>
                      <a:pt x="45" y="0"/>
                    </a:lnTo>
                    <a:lnTo>
                      <a:pt x="0" y="0"/>
                    </a:lnTo>
                    <a:lnTo>
                      <a:pt x="0" y="16"/>
                    </a:lnTo>
                  </a:path>
                </a:pathLst>
              </a:custGeom>
              <a:solidFill>
                <a:srgbClr val="808060"/>
              </a:solidFill>
              <a:ln cap="rnd">
                <a:noFill/>
                <a:round/>
              </a:ln>
              <a:effectLst/>
            </p:spPr>
          </p:sp>
          <p:sp>
            <p:nvSpPr>
              <p:cNvPr id="48650" name=""/>
              <p:cNvSpPr/>
              <p:nvPr/>
            </p:nvSpPr>
            <p:spPr>
              <a:xfrm>
                <a:off x="2389" y="2141"/>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8651" name=""/>
              <p:cNvSpPr/>
              <p:nvPr/>
            </p:nvSpPr>
            <p:spPr>
              <a:xfrm>
                <a:off x="2437" y="2128"/>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8652" name=""/>
              <p:cNvSpPr/>
              <p:nvPr/>
            </p:nvSpPr>
            <p:spPr>
              <a:xfrm>
                <a:off x="2398" y="2128"/>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8653" name=""/>
              <p:cNvSpPr/>
              <p:nvPr/>
            </p:nvSpPr>
            <p:spPr>
              <a:xfrm>
                <a:off x="2407" y="2124"/>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8654" name=""/>
              <p:cNvSpPr/>
              <p:nvPr/>
            </p:nvSpPr>
            <p:spPr>
              <a:xfrm>
                <a:off x="2412" y="212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8655" name=""/>
              <p:cNvSpPr/>
              <p:nvPr/>
            </p:nvSpPr>
            <p:spPr>
              <a:xfrm>
                <a:off x="2412" y="2133"/>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8656" name=""/>
              <p:cNvSpPr/>
              <p:nvPr/>
            </p:nvSpPr>
            <p:spPr>
              <a:xfrm>
                <a:off x="2412" y="2138"/>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8657" name=""/>
              <p:cNvSpPr/>
              <p:nvPr/>
            </p:nvSpPr>
            <p:spPr>
              <a:xfrm>
                <a:off x="2407" y="2141"/>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8658" name=""/>
              <p:cNvSpPr/>
              <p:nvPr/>
            </p:nvSpPr>
            <p:spPr>
              <a:xfrm>
                <a:off x="2398" y="2141"/>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8659" name=""/>
              <p:cNvSpPr/>
              <p:nvPr/>
            </p:nvSpPr>
            <p:spPr>
              <a:xfrm>
                <a:off x="2394" y="2128"/>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8660" name=""/>
              <p:cNvSpPr/>
              <p:nvPr/>
            </p:nvSpPr>
            <p:spPr>
              <a:xfrm>
                <a:off x="2398" y="2124"/>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8661" name=""/>
              <p:cNvSpPr/>
              <p:nvPr/>
            </p:nvSpPr>
            <p:spPr>
              <a:xfrm>
                <a:off x="2405" y="2131"/>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8662" name=""/>
              <p:cNvSpPr/>
              <p:nvPr/>
            </p:nvSpPr>
            <p:spPr>
              <a:xfrm>
                <a:off x="2409" y="2131"/>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8663" name=""/>
              <p:cNvSpPr/>
              <p:nvPr/>
            </p:nvSpPr>
            <p:spPr>
              <a:xfrm>
                <a:off x="2412" y="2138"/>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8664" name=""/>
              <p:cNvSpPr/>
              <p:nvPr/>
            </p:nvSpPr>
            <p:spPr>
              <a:xfrm>
                <a:off x="2400" y="2129"/>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8665" name=""/>
              <p:cNvSpPr/>
              <p:nvPr/>
            </p:nvSpPr>
            <p:spPr>
              <a:xfrm>
                <a:off x="2396" y="2131"/>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8666" name=""/>
              <p:cNvSpPr/>
              <p:nvPr/>
            </p:nvSpPr>
            <p:spPr>
              <a:xfrm>
                <a:off x="2399" y="2131"/>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grpSp>
          <p:nvGrpSpPr>
            <p:cNvPr id="48667" name=""/>
            <p:cNvGrpSpPr/>
            <p:nvPr/>
          </p:nvGrpSpPr>
          <p:grpSpPr>
            <a:xfrm>
              <a:off x="1322" y="2544"/>
              <a:ext cx="183" cy="426"/>
              <a:chOff x="1322" y="2544"/>
              <a:chExt cx="183" cy="426"/>
            </a:xfrm>
          </p:grpSpPr>
          <p:sp>
            <p:nvSpPr>
              <p:cNvPr id="48668" name=""/>
              <p:cNvSpPr/>
              <p:nvPr/>
            </p:nvSpPr>
            <p:spPr>
              <a:xfrm>
                <a:off x="1350" y="2733"/>
                <a:ext cx="125" cy="230"/>
              </a:xfrm>
              <a:custGeom>
                <a:pathLst>
                  <a:path w="125" h="230">
                    <a:moveTo>
                      <a:pt x="2" y="0"/>
                    </a:moveTo>
                    <a:lnTo>
                      <a:pt x="121" y="0"/>
                    </a:lnTo>
                    <a:lnTo>
                      <a:pt x="122" y="0"/>
                    </a:lnTo>
                    <a:lnTo>
                      <a:pt x="124" y="2"/>
                    </a:lnTo>
                    <a:lnTo>
                      <a:pt x="124" y="3"/>
                    </a:lnTo>
                    <a:lnTo>
                      <a:pt x="124" y="226"/>
                    </a:lnTo>
                    <a:lnTo>
                      <a:pt x="124" y="227"/>
                    </a:lnTo>
                    <a:lnTo>
                      <a:pt x="122" y="228"/>
                    </a:lnTo>
                    <a:lnTo>
                      <a:pt x="121"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48669" name=""/>
              <p:cNvSpPr/>
              <p:nvPr/>
            </p:nvSpPr>
            <p:spPr>
              <a:xfrm>
                <a:off x="1350" y="293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0" name=""/>
              <p:cNvSpPr/>
              <p:nvPr/>
            </p:nvSpPr>
            <p:spPr>
              <a:xfrm>
                <a:off x="1350" y="292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1" name=""/>
              <p:cNvSpPr/>
              <p:nvPr/>
            </p:nvSpPr>
            <p:spPr>
              <a:xfrm>
                <a:off x="1350" y="2916"/>
                <a:ext cx="125" cy="17"/>
              </a:xfrm>
              <a:custGeom>
                <a:pathLst>
                  <a:path w="125" h="17">
                    <a:moveTo>
                      <a:pt x="0" y="0"/>
                    </a:moveTo>
                    <a:lnTo>
                      <a:pt x="124" y="0"/>
                    </a:lnTo>
                    <a:lnTo>
                      <a:pt x="124" y="16"/>
                    </a:lnTo>
                    <a:lnTo>
                      <a:pt x="0" y="16"/>
                    </a:lnTo>
                    <a:lnTo>
                      <a:pt x="0" y="0"/>
                    </a:lnTo>
                  </a:path>
                </a:pathLst>
              </a:custGeom>
              <a:solidFill>
                <a:srgbClr val="404040"/>
              </a:solidFill>
              <a:ln cap="rnd">
                <a:noFill/>
                <a:round/>
              </a:ln>
              <a:effectLst/>
            </p:spPr>
          </p:sp>
          <p:sp>
            <p:nvSpPr>
              <p:cNvPr id="48672" name=""/>
              <p:cNvSpPr/>
              <p:nvPr/>
            </p:nvSpPr>
            <p:spPr>
              <a:xfrm>
                <a:off x="1350" y="2916"/>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3" name=""/>
              <p:cNvSpPr/>
              <p:nvPr/>
            </p:nvSpPr>
            <p:spPr>
              <a:xfrm>
                <a:off x="1350" y="290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4" name=""/>
              <p:cNvSpPr/>
              <p:nvPr/>
            </p:nvSpPr>
            <p:spPr>
              <a:xfrm>
                <a:off x="1350" y="2901"/>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5" name=""/>
              <p:cNvSpPr/>
              <p:nvPr/>
            </p:nvSpPr>
            <p:spPr>
              <a:xfrm>
                <a:off x="1350" y="289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6" name=""/>
              <p:cNvSpPr/>
              <p:nvPr/>
            </p:nvSpPr>
            <p:spPr>
              <a:xfrm>
                <a:off x="1350" y="2886"/>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7" name=""/>
              <p:cNvSpPr/>
              <p:nvPr/>
            </p:nvSpPr>
            <p:spPr>
              <a:xfrm>
                <a:off x="1350" y="2879"/>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8" name=""/>
              <p:cNvSpPr/>
              <p:nvPr/>
            </p:nvSpPr>
            <p:spPr>
              <a:xfrm>
                <a:off x="1350" y="287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79" name=""/>
              <p:cNvSpPr/>
              <p:nvPr/>
            </p:nvSpPr>
            <p:spPr>
              <a:xfrm>
                <a:off x="1350" y="286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80" name=""/>
              <p:cNvSpPr/>
              <p:nvPr/>
            </p:nvSpPr>
            <p:spPr>
              <a:xfrm>
                <a:off x="1350" y="285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81" name=""/>
              <p:cNvSpPr/>
              <p:nvPr/>
            </p:nvSpPr>
            <p:spPr>
              <a:xfrm>
                <a:off x="1350" y="285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82" name=""/>
              <p:cNvSpPr/>
              <p:nvPr/>
            </p:nvSpPr>
            <p:spPr>
              <a:xfrm>
                <a:off x="1350" y="284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83" name=""/>
              <p:cNvSpPr/>
              <p:nvPr/>
            </p:nvSpPr>
            <p:spPr>
              <a:xfrm>
                <a:off x="1350" y="283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84" name=""/>
              <p:cNvSpPr/>
              <p:nvPr/>
            </p:nvSpPr>
            <p:spPr>
              <a:xfrm>
                <a:off x="1350" y="282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85" name=""/>
              <p:cNvSpPr/>
              <p:nvPr/>
            </p:nvSpPr>
            <p:spPr>
              <a:xfrm>
                <a:off x="1350" y="2821"/>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48686" name=""/>
              <p:cNvSpPr/>
              <p:nvPr/>
            </p:nvSpPr>
            <p:spPr>
              <a:xfrm>
                <a:off x="1322" y="2953"/>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48687" name=""/>
              <p:cNvSpPr/>
              <p:nvPr/>
            </p:nvSpPr>
            <p:spPr>
              <a:xfrm>
                <a:off x="1417" y="2953"/>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48688" name=""/>
              <p:cNvSpPr/>
              <p:nvPr/>
            </p:nvSpPr>
            <p:spPr>
              <a:xfrm>
                <a:off x="1373" y="2882"/>
                <a:ext cx="86" cy="81"/>
              </a:xfrm>
              <a:custGeom>
                <a:pathLst>
                  <a:path w="86" h="81">
                    <a:moveTo>
                      <a:pt x="0" y="1"/>
                    </a:moveTo>
                    <a:lnTo>
                      <a:pt x="0" y="80"/>
                    </a:lnTo>
                    <a:lnTo>
                      <a:pt x="85" y="80"/>
                    </a:lnTo>
                    <a:lnTo>
                      <a:pt x="85" y="0"/>
                    </a:lnTo>
                  </a:path>
                </a:pathLst>
              </a:custGeom>
              <a:noFill/>
              <a:ln w="12700" cap="rnd" cmpd="sng">
                <a:solidFill>
                  <a:srgbClr val="808060"/>
                </a:solidFill>
                <a:prstDash val="solid"/>
                <a:round/>
                <a:headEnd type="none" w="sm" len="sm"/>
                <a:tailEnd type="none" w="sm" len="sm"/>
              </a:ln>
              <a:effectLst/>
            </p:spPr>
          </p:sp>
          <p:sp>
            <p:nvSpPr>
              <p:cNvPr id="48689" name=""/>
              <p:cNvSpPr/>
              <p:nvPr/>
            </p:nvSpPr>
            <p:spPr>
              <a:xfrm>
                <a:off x="1350" y="2544"/>
                <a:ext cx="125" cy="171"/>
              </a:xfrm>
              <a:custGeom>
                <a:pathLst>
                  <a:path w="125" h="171">
                    <a:moveTo>
                      <a:pt x="3" y="170"/>
                    </a:moveTo>
                    <a:lnTo>
                      <a:pt x="120" y="170"/>
                    </a:lnTo>
                    <a:lnTo>
                      <a:pt x="122" y="170"/>
                    </a:lnTo>
                    <a:lnTo>
                      <a:pt x="123" y="168"/>
                    </a:lnTo>
                    <a:lnTo>
                      <a:pt x="124" y="167"/>
                    </a:lnTo>
                    <a:lnTo>
                      <a:pt x="124" y="4"/>
                    </a:lnTo>
                    <a:lnTo>
                      <a:pt x="123" y="2"/>
                    </a:lnTo>
                    <a:lnTo>
                      <a:pt x="122" y="1"/>
                    </a:lnTo>
                    <a:lnTo>
                      <a:pt x="121"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48690" name=""/>
              <p:cNvSpPr/>
              <p:nvPr/>
            </p:nvSpPr>
            <p:spPr>
              <a:xfrm>
                <a:off x="1363" y="2594"/>
                <a:ext cx="100" cy="105"/>
              </a:xfrm>
              <a:custGeom>
                <a:pathLst>
                  <a:path w="100" h="105">
                    <a:moveTo>
                      <a:pt x="4" y="104"/>
                    </a:moveTo>
                    <a:lnTo>
                      <a:pt x="95" y="104"/>
                    </a:lnTo>
                    <a:lnTo>
                      <a:pt x="96" y="104"/>
                    </a:lnTo>
                    <a:lnTo>
                      <a:pt x="97" y="103"/>
                    </a:lnTo>
                    <a:lnTo>
                      <a:pt x="98" y="102"/>
                    </a:lnTo>
                    <a:lnTo>
                      <a:pt x="99" y="101"/>
                    </a:lnTo>
                    <a:lnTo>
                      <a:pt x="99" y="99"/>
                    </a:lnTo>
                    <a:lnTo>
                      <a:pt x="99" y="5"/>
                    </a:lnTo>
                    <a:lnTo>
                      <a:pt x="99" y="3"/>
                    </a:lnTo>
                    <a:lnTo>
                      <a:pt x="98" y="2"/>
                    </a:lnTo>
                    <a:lnTo>
                      <a:pt x="97" y="0"/>
                    </a:lnTo>
                    <a:lnTo>
                      <a:pt x="96" y="0"/>
                    </a:lnTo>
                    <a:lnTo>
                      <a:pt x="95"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48691" name=""/>
              <p:cNvSpPr/>
              <p:nvPr/>
            </p:nvSpPr>
            <p:spPr>
              <a:xfrm>
                <a:off x="1366" y="2624"/>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48692" name=""/>
              <p:cNvSpPr/>
              <p:nvPr/>
            </p:nvSpPr>
            <p:spPr>
              <a:xfrm>
                <a:off x="1366" y="2655"/>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48693" name=""/>
              <p:cNvSpPr/>
              <p:nvPr/>
            </p:nvSpPr>
            <p:spPr>
              <a:xfrm>
                <a:off x="1364" y="2598"/>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48694" name=""/>
              <p:cNvSpPr/>
              <p:nvPr/>
            </p:nvSpPr>
            <p:spPr>
              <a:xfrm>
                <a:off x="1391" y="2599"/>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48695" name=""/>
              <p:cNvSpPr/>
              <p:nvPr/>
            </p:nvSpPr>
            <p:spPr>
              <a:xfrm>
                <a:off x="1443" y="259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48696" name=""/>
              <p:cNvSpPr/>
              <p:nvPr/>
            </p:nvSpPr>
            <p:spPr>
              <a:xfrm>
                <a:off x="1443" y="259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48697" name=""/>
              <p:cNvSpPr/>
              <p:nvPr/>
            </p:nvSpPr>
            <p:spPr>
              <a:xfrm>
                <a:off x="1370" y="2606"/>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8698" name=""/>
              <p:cNvSpPr/>
              <p:nvPr/>
            </p:nvSpPr>
            <p:spPr>
              <a:xfrm>
                <a:off x="1366" y="2626"/>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48699" name=""/>
              <p:cNvSpPr/>
              <p:nvPr/>
            </p:nvSpPr>
            <p:spPr>
              <a:xfrm>
                <a:off x="1391" y="2630"/>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48700" name=""/>
              <p:cNvSpPr/>
              <p:nvPr/>
            </p:nvSpPr>
            <p:spPr>
              <a:xfrm>
                <a:off x="1433" y="264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48701" name=""/>
              <p:cNvSpPr/>
              <p:nvPr/>
            </p:nvSpPr>
            <p:spPr>
              <a:xfrm>
                <a:off x="1433" y="264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48702" name=""/>
              <p:cNvSpPr/>
              <p:nvPr/>
            </p:nvSpPr>
            <p:spPr>
              <a:xfrm>
                <a:off x="1388" y="2633"/>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48703" name=""/>
              <p:cNvSpPr/>
              <p:nvPr/>
            </p:nvSpPr>
            <p:spPr>
              <a:xfrm>
                <a:off x="1366" y="2662"/>
                <a:ext cx="95" cy="17"/>
              </a:xfrm>
              <a:custGeom>
                <a:pathLst>
                  <a:path w="95" h="17">
                    <a:moveTo>
                      <a:pt x="0" y="16"/>
                    </a:moveTo>
                    <a:lnTo>
                      <a:pt x="94" y="16"/>
                    </a:lnTo>
                    <a:lnTo>
                      <a:pt x="94" y="0"/>
                    </a:lnTo>
                    <a:lnTo>
                      <a:pt x="0" y="0"/>
                    </a:lnTo>
                    <a:lnTo>
                      <a:pt x="0" y="16"/>
                    </a:lnTo>
                  </a:path>
                </a:pathLst>
              </a:custGeom>
              <a:solidFill>
                <a:srgbClr val="505020"/>
              </a:solidFill>
              <a:ln cap="rnd">
                <a:noFill/>
                <a:round/>
              </a:ln>
              <a:effectLst/>
            </p:spPr>
          </p:sp>
          <p:sp>
            <p:nvSpPr>
              <p:cNvPr id="48704" name=""/>
              <p:cNvSpPr/>
              <p:nvPr/>
            </p:nvSpPr>
            <p:spPr>
              <a:xfrm>
                <a:off x="1366" y="2659"/>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48705" name=""/>
              <p:cNvSpPr/>
              <p:nvPr/>
            </p:nvSpPr>
            <p:spPr>
              <a:xfrm>
                <a:off x="1460" y="2662"/>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48706" name=""/>
              <p:cNvSpPr/>
              <p:nvPr/>
            </p:nvSpPr>
            <p:spPr>
              <a:xfrm>
                <a:off x="1364" y="2662"/>
                <a:ext cx="97" cy="17"/>
              </a:xfrm>
              <a:custGeom>
                <a:pathLst>
                  <a:path w="97" h="17">
                    <a:moveTo>
                      <a:pt x="0" y="16"/>
                    </a:moveTo>
                    <a:lnTo>
                      <a:pt x="0" y="0"/>
                    </a:lnTo>
                    <a:lnTo>
                      <a:pt x="96" y="0"/>
                    </a:lnTo>
                    <a:lnTo>
                      <a:pt x="96" y="16"/>
                    </a:lnTo>
                    <a:lnTo>
                      <a:pt x="0" y="16"/>
                    </a:lnTo>
                    <a:lnTo>
                      <a:pt x="0" y="16"/>
                    </a:lnTo>
                    <a:lnTo>
                      <a:pt x="0" y="0"/>
                    </a:lnTo>
                    <a:lnTo>
                      <a:pt x="0" y="0"/>
                    </a:lnTo>
                    <a:lnTo>
                      <a:pt x="0" y="16"/>
                    </a:lnTo>
                  </a:path>
                </a:pathLst>
              </a:custGeom>
              <a:solidFill>
                <a:srgbClr val="000000"/>
              </a:solidFill>
              <a:ln cap="rnd">
                <a:noFill/>
                <a:round/>
              </a:ln>
              <a:effectLst/>
            </p:spPr>
          </p:sp>
          <p:sp>
            <p:nvSpPr>
              <p:cNvPr id="48707" name=""/>
              <p:cNvSpPr/>
              <p:nvPr/>
            </p:nvSpPr>
            <p:spPr>
              <a:xfrm>
                <a:off x="1360" y="2662"/>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8708" name=""/>
              <p:cNvSpPr/>
              <p:nvPr/>
            </p:nvSpPr>
            <p:spPr>
              <a:xfrm>
                <a:off x="1366" y="2666"/>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48709" name=""/>
              <p:cNvSpPr/>
              <p:nvPr/>
            </p:nvSpPr>
            <p:spPr>
              <a:xfrm>
                <a:off x="1389" y="2671"/>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48710" name=""/>
              <p:cNvSpPr/>
              <p:nvPr/>
            </p:nvSpPr>
            <p:spPr>
              <a:xfrm>
                <a:off x="1395" y="2672"/>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48711" name=""/>
              <p:cNvSpPr/>
              <p:nvPr/>
            </p:nvSpPr>
            <p:spPr>
              <a:xfrm>
                <a:off x="1366" y="2658"/>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48712" name=""/>
              <p:cNvSpPr/>
              <p:nvPr/>
            </p:nvSpPr>
            <p:spPr>
              <a:xfrm>
                <a:off x="1363" y="2584"/>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48713" name=""/>
              <p:cNvSpPr/>
              <p:nvPr/>
            </p:nvSpPr>
            <p:spPr>
              <a:xfrm>
                <a:off x="1370" y="2607"/>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48714" name=""/>
              <p:cNvSpPr/>
              <p:nvPr/>
            </p:nvSpPr>
            <p:spPr>
              <a:xfrm>
                <a:off x="1389" y="2607"/>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48715" name=""/>
              <p:cNvSpPr/>
              <p:nvPr/>
            </p:nvSpPr>
            <p:spPr>
              <a:xfrm>
                <a:off x="1431" y="2607"/>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48716" name=""/>
              <p:cNvSpPr/>
              <p:nvPr/>
            </p:nvSpPr>
            <p:spPr>
              <a:xfrm>
                <a:off x="1391" y="2613"/>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48717" name=""/>
              <p:cNvSpPr/>
              <p:nvPr/>
            </p:nvSpPr>
            <p:spPr>
              <a:xfrm>
                <a:off x="1444" y="259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718" name=""/>
              <p:cNvSpPr/>
              <p:nvPr/>
            </p:nvSpPr>
            <p:spPr>
              <a:xfrm>
                <a:off x="1437" y="2599"/>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48719" name=""/>
              <p:cNvSpPr/>
              <p:nvPr/>
            </p:nvSpPr>
            <p:spPr>
              <a:xfrm>
                <a:off x="1391" y="2613"/>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48720" name=""/>
              <p:cNvSpPr/>
              <p:nvPr/>
            </p:nvSpPr>
            <p:spPr>
              <a:xfrm>
                <a:off x="1391" y="2612"/>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48721" name=""/>
              <p:cNvSpPr/>
              <p:nvPr/>
            </p:nvSpPr>
            <p:spPr>
              <a:xfrm>
                <a:off x="1389" y="2611"/>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722" name=""/>
              <p:cNvSpPr/>
              <p:nvPr/>
            </p:nvSpPr>
            <p:spPr>
              <a:xfrm>
                <a:off x="1377" y="2584"/>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48723" name=""/>
              <p:cNvSpPr/>
              <p:nvPr/>
            </p:nvSpPr>
            <p:spPr>
              <a:xfrm>
                <a:off x="1377" y="2584"/>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48724" name=""/>
              <p:cNvCxnSpPr/>
              <p:nvPr/>
            </p:nvCxnSpPr>
            <p:spPr>
              <a:xfrm>
                <a:off x="1378" y="2587"/>
                <a:ext cx="2" cy="0"/>
              </a:xfrm>
              <a:prstGeom prst="line">
                <a:avLst/>
              </a:prstGeom>
              <a:noFill/>
              <a:ln>
                <a:noFill/>
                <a:miter lim="800000"/>
              </a:ln>
              <a:effectLst/>
            </p:spPr>
          </p:cxnSp>
          <p:sp>
            <p:nvSpPr>
              <p:cNvPr id="48725" name=""/>
              <p:cNvSpPr/>
              <p:nvPr/>
            </p:nvSpPr>
            <p:spPr>
              <a:xfrm>
                <a:off x="1443" y="2584"/>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48726" name=""/>
              <p:cNvSpPr/>
              <p:nvPr/>
            </p:nvSpPr>
            <p:spPr>
              <a:xfrm>
                <a:off x="1442" y="2584"/>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48727" name=""/>
              <p:cNvSpPr/>
              <p:nvPr/>
            </p:nvSpPr>
            <p:spPr>
              <a:xfrm>
                <a:off x="1438" y="2582"/>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8728" name=""/>
              <p:cNvSpPr/>
              <p:nvPr/>
            </p:nvSpPr>
            <p:spPr>
              <a:xfrm>
                <a:off x="1391" y="2645"/>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8729" name=""/>
              <p:cNvSpPr/>
              <p:nvPr/>
            </p:nvSpPr>
            <p:spPr>
              <a:xfrm>
                <a:off x="1391" y="2644"/>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48730" name=""/>
              <p:cNvSpPr/>
              <p:nvPr/>
            </p:nvSpPr>
            <p:spPr>
              <a:xfrm>
                <a:off x="1389" y="2643"/>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731" name=""/>
              <p:cNvSpPr/>
              <p:nvPr/>
            </p:nvSpPr>
            <p:spPr>
              <a:xfrm>
                <a:off x="1371" y="2694"/>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48732" name=""/>
              <p:cNvCxnSpPr/>
              <p:nvPr/>
            </p:nvCxnSpPr>
            <p:spPr>
              <a:xfrm>
                <a:off x="1373" y="2698"/>
                <a:ext cx="3" cy="0"/>
              </a:xfrm>
              <a:prstGeom prst="line">
                <a:avLst/>
              </a:prstGeom>
              <a:noFill/>
              <a:ln>
                <a:noFill/>
                <a:miter lim="800000"/>
              </a:ln>
              <a:effectLst/>
            </p:spPr>
          </p:cxnSp>
          <p:cxnSp>
            <p:nvCxnSpPr>
              <p:cNvPr id="48733" name=""/>
              <p:cNvCxnSpPr/>
              <p:nvPr/>
            </p:nvCxnSpPr>
            <p:spPr>
              <a:xfrm>
                <a:off x="1373" y="2698"/>
                <a:ext cx="3" cy="0"/>
              </a:xfrm>
              <a:prstGeom prst="line">
                <a:avLst/>
              </a:prstGeom>
              <a:noFill/>
              <a:ln>
                <a:noFill/>
                <a:miter lim="800000"/>
              </a:ln>
              <a:effectLst/>
            </p:spPr>
          </p:cxnSp>
          <p:cxnSp>
            <p:nvCxnSpPr>
              <p:cNvPr id="48734" name=""/>
              <p:cNvCxnSpPr/>
              <p:nvPr/>
            </p:nvCxnSpPr>
            <p:spPr>
              <a:xfrm>
                <a:off x="1373" y="2698"/>
                <a:ext cx="3" cy="0"/>
              </a:xfrm>
              <a:prstGeom prst="line">
                <a:avLst/>
              </a:prstGeom>
              <a:noFill/>
              <a:ln>
                <a:noFill/>
                <a:miter lim="800000"/>
              </a:ln>
              <a:effectLst/>
            </p:spPr>
          </p:cxnSp>
          <p:cxnSp>
            <p:nvCxnSpPr>
              <p:cNvPr id="48735" name=""/>
              <p:cNvCxnSpPr/>
              <p:nvPr/>
            </p:nvCxnSpPr>
            <p:spPr>
              <a:xfrm>
                <a:off x="1373" y="2698"/>
                <a:ext cx="3" cy="0"/>
              </a:xfrm>
              <a:prstGeom prst="line">
                <a:avLst/>
              </a:prstGeom>
              <a:noFill/>
              <a:ln>
                <a:noFill/>
                <a:miter lim="800000"/>
              </a:ln>
              <a:effectLst/>
            </p:spPr>
          </p:cxnSp>
          <p:cxnSp>
            <p:nvCxnSpPr>
              <p:cNvPr id="48736" name=""/>
              <p:cNvCxnSpPr/>
              <p:nvPr/>
            </p:nvCxnSpPr>
            <p:spPr>
              <a:xfrm>
                <a:off x="1373" y="2698"/>
                <a:ext cx="3" cy="0"/>
              </a:xfrm>
              <a:prstGeom prst="line">
                <a:avLst/>
              </a:prstGeom>
              <a:noFill/>
              <a:ln>
                <a:noFill/>
                <a:miter lim="800000"/>
              </a:ln>
              <a:effectLst/>
            </p:spPr>
          </p:cxnSp>
          <p:cxnSp>
            <p:nvCxnSpPr>
              <p:cNvPr id="48737" name=""/>
              <p:cNvCxnSpPr/>
              <p:nvPr/>
            </p:nvCxnSpPr>
            <p:spPr>
              <a:xfrm>
                <a:off x="1373" y="2698"/>
                <a:ext cx="3" cy="0"/>
              </a:xfrm>
              <a:prstGeom prst="line">
                <a:avLst/>
              </a:prstGeom>
              <a:noFill/>
              <a:ln>
                <a:noFill/>
                <a:miter lim="800000"/>
              </a:ln>
              <a:effectLst/>
            </p:spPr>
          </p:cxnSp>
          <p:cxnSp>
            <p:nvCxnSpPr>
              <p:cNvPr id="48738" name=""/>
              <p:cNvCxnSpPr/>
              <p:nvPr/>
            </p:nvCxnSpPr>
            <p:spPr>
              <a:xfrm>
                <a:off x="1373" y="2698"/>
                <a:ext cx="3" cy="0"/>
              </a:xfrm>
              <a:prstGeom prst="line">
                <a:avLst/>
              </a:prstGeom>
              <a:noFill/>
              <a:ln>
                <a:noFill/>
                <a:miter lim="800000"/>
              </a:ln>
              <a:effectLst/>
            </p:spPr>
          </p:cxnSp>
          <p:sp>
            <p:nvSpPr>
              <p:cNvPr id="48739" name=""/>
              <p:cNvSpPr/>
              <p:nvPr/>
            </p:nvSpPr>
            <p:spPr>
              <a:xfrm>
                <a:off x="1371" y="269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740" name=""/>
              <p:cNvCxnSpPr/>
              <p:nvPr/>
            </p:nvCxnSpPr>
            <p:spPr>
              <a:xfrm>
                <a:off x="1373" y="2697"/>
                <a:ext cx="3" cy="0"/>
              </a:xfrm>
              <a:prstGeom prst="line">
                <a:avLst/>
              </a:prstGeom>
              <a:noFill/>
              <a:ln>
                <a:noFill/>
                <a:miter lim="800000"/>
              </a:ln>
              <a:effectLst/>
            </p:spPr>
          </p:cxnSp>
          <p:cxnSp>
            <p:nvCxnSpPr>
              <p:cNvPr id="48741" name=""/>
              <p:cNvCxnSpPr/>
              <p:nvPr/>
            </p:nvCxnSpPr>
            <p:spPr>
              <a:xfrm>
                <a:off x="1373" y="2697"/>
                <a:ext cx="3" cy="0"/>
              </a:xfrm>
              <a:prstGeom prst="line">
                <a:avLst/>
              </a:prstGeom>
              <a:noFill/>
              <a:ln>
                <a:noFill/>
                <a:miter lim="800000"/>
              </a:ln>
              <a:effectLst/>
            </p:spPr>
          </p:cxnSp>
          <p:cxnSp>
            <p:nvCxnSpPr>
              <p:cNvPr id="48742" name=""/>
              <p:cNvCxnSpPr/>
              <p:nvPr/>
            </p:nvCxnSpPr>
            <p:spPr>
              <a:xfrm>
                <a:off x="1373" y="2697"/>
                <a:ext cx="3" cy="0"/>
              </a:xfrm>
              <a:prstGeom prst="line">
                <a:avLst/>
              </a:prstGeom>
              <a:noFill/>
              <a:ln>
                <a:noFill/>
                <a:miter lim="800000"/>
              </a:ln>
              <a:effectLst/>
            </p:spPr>
          </p:cxnSp>
          <p:cxnSp>
            <p:nvCxnSpPr>
              <p:cNvPr id="48743" name=""/>
              <p:cNvCxnSpPr/>
              <p:nvPr/>
            </p:nvCxnSpPr>
            <p:spPr>
              <a:xfrm>
                <a:off x="1373" y="2697"/>
                <a:ext cx="3" cy="0"/>
              </a:xfrm>
              <a:prstGeom prst="line">
                <a:avLst/>
              </a:prstGeom>
              <a:noFill/>
              <a:ln>
                <a:noFill/>
                <a:miter lim="800000"/>
              </a:ln>
              <a:effectLst/>
            </p:spPr>
          </p:cxnSp>
          <p:cxnSp>
            <p:nvCxnSpPr>
              <p:cNvPr id="48744" name=""/>
              <p:cNvCxnSpPr/>
              <p:nvPr/>
            </p:nvCxnSpPr>
            <p:spPr>
              <a:xfrm>
                <a:off x="1373" y="2697"/>
                <a:ext cx="3" cy="0"/>
              </a:xfrm>
              <a:prstGeom prst="line">
                <a:avLst/>
              </a:prstGeom>
              <a:noFill/>
              <a:ln>
                <a:noFill/>
                <a:miter lim="800000"/>
              </a:ln>
              <a:effectLst/>
            </p:spPr>
          </p:cxnSp>
          <p:cxnSp>
            <p:nvCxnSpPr>
              <p:cNvPr id="48745" name=""/>
              <p:cNvCxnSpPr/>
              <p:nvPr/>
            </p:nvCxnSpPr>
            <p:spPr>
              <a:xfrm>
                <a:off x="1373" y="2697"/>
                <a:ext cx="3" cy="0"/>
              </a:xfrm>
              <a:prstGeom prst="line">
                <a:avLst/>
              </a:prstGeom>
              <a:noFill/>
              <a:ln>
                <a:noFill/>
                <a:miter lim="800000"/>
              </a:ln>
              <a:effectLst/>
            </p:spPr>
          </p:cxnSp>
          <p:cxnSp>
            <p:nvCxnSpPr>
              <p:cNvPr id="48746" name=""/>
              <p:cNvCxnSpPr/>
              <p:nvPr/>
            </p:nvCxnSpPr>
            <p:spPr>
              <a:xfrm>
                <a:off x="1373" y="2697"/>
                <a:ext cx="3" cy="0"/>
              </a:xfrm>
              <a:prstGeom prst="line">
                <a:avLst/>
              </a:prstGeom>
              <a:noFill/>
              <a:ln>
                <a:noFill/>
                <a:miter lim="800000"/>
              </a:ln>
              <a:effectLst/>
            </p:spPr>
          </p:cxnSp>
          <p:cxnSp>
            <p:nvCxnSpPr>
              <p:cNvPr id="48747" name=""/>
              <p:cNvCxnSpPr/>
              <p:nvPr/>
            </p:nvCxnSpPr>
            <p:spPr>
              <a:xfrm>
                <a:off x="1373" y="2697"/>
                <a:ext cx="3" cy="0"/>
              </a:xfrm>
              <a:prstGeom prst="line">
                <a:avLst/>
              </a:prstGeom>
              <a:noFill/>
              <a:ln>
                <a:noFill/>
                <a:miter lim="800000"/>
              </a:ln>
              <a:effectLst/>
            </p:spPr>
          </p:cxnSp>
          <p:cxnSp>
            <p:nvCxnSpPr>
              <p:cNvPr id="48748" name=""/>
              <p:cNvCxnSpPr/>
              <p:nvPr/>
            </p:nvCxnSpPr>
            <p:spPr>
              <a:xfrm>
                <a:off x="1373" y="2697"/>
                <a:ext cx="3" cy="0"/>
              </a:xfrm>
              <a:prstGeom prst="line">
                <a:avLst/>
              </a:prstGeom>
              <a:noFill/>
              <a:ln>
                <a:noFill/>
                <a:miter lim="800000"/>
              </a:ln>
              <a:effectLst/>
            </p:spPr>
          </p:cxnSp>
          <p:sp>
            <p:nvSpPr>
              <p:cNvPr id="48749" name=""/>
              <p:cNvSpPr/>
              <p:nvPr/>
            </p:nvSpPr>
            <p:spPr>
              <a:xfrm>
                <a:off x="1371" y="269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750" name=""/>
              <p:cNvCxnSpPr/>
              <p:nvPr/>
            </p:nvCxnSpPr>
            <p:spPr>
              <a:xfrm>
                <a:off x="1373" y="2697"/>
                <a:ext cx="3" cy="0"/>
              </a:xfrm>
              <a:prstGeom prst="line">
                <a:avLst/>
              </a:prstGeom>
              <a:noFill/>
              <a:ln>
                <a:noFill/>
                <a:miter lim="800000"/>
              </a:ln>
              <a:effectLst/>
            </p:spPr>
          </p:cxnSp>
          <p:cxnSp>
            <p:nvCxnSpPr>
              <p:cNvPr id="48751" name=""/>
              <p:cNvCxnSpPr/>
              <p:nvPr/>
            </p:nvCxnSpPr>
            <p:spPr>
              <a:xfrm>
                <a:off x="1373" y="2697"/>
                <a:ext cx="3" cy="0"/>
              </a:xfrm>
              <a:prstGeom prst="line">
                <a:avLst/>
              </a:prstGeom>
              <a:noFill/>
              <a:ln>
                <a:noFill/>
                <a:miter lim="800000"/>
              </a:ln>
              <a:effectLst/>
            </p:spPr>
          </p:cxnSp>
          <p:cxnSp>
            <p:nvCxnSpPr>
              <p:cNvPr id="48752" name=""/>
              <p:cNvCxnSpPr/>
              <p:nvPr/>
            </p:nvCxnSpPr>
            <p:spPr>
              <a:xfrm>
                <a:off x="1373" y="2697"/>
                <a:ext cx="3" cy="0"/>
              </a:xfrm>
              <a:prstGeom prst="line">
                <a:avLst/>
              </a:prstGeom>
              <a:noFill/>
              <a:ln>
                <a:noFill/>
                <a:miter lim="800000"/>
              </a:ln>
              <a:effectLst/>
            </p:spPr>
          </p:cxnSp>
          <p:cxnSp>
            <p:nvCxnSpPr>
              <p:cNvPr id="48753" name=""/>
              <p:cNvCxnSpPr/>
              <p:nvPr/>
            </p:nvCxnSpPr>
            <p:spPr>
              <a:xfrm>
                <a:off x="1373" y="2697"/>
                <a:ext cx="3" cy="0"/>
              </a:xfrm>
              <a:prstGeom prst="line">
                <a:avLst/>
              </a:prstGeom>
              <a:noFill/>
              <a:ln>
                <a:noFill/>
                <a:miter lim="800000"/>
              </a:ln>
              <a:effectLst/>
            </p:spPr>
          </p:cxnSp>
          <p:cxnSp>
            <p:nvCxnSpPr>
              <p:cNvPr id="48754" name=""/>
              <p:cNvCxnSpPr/>
              <p:nvPr/>
            </p:nvCxnSpPr>
            <p:spPr>
              <a:xfrm>
                <a:off x="1373" y="2697"/>
                <a:ext cx="3" cy="0"/>
              </a:xfrm>
              <a:prstGeom prst="line">
                <a:avLst/>
              </a:prstGeom>
              <a:noFill/>
              <a:ln>
                <a:noFill/>
                <a:miter lim="800000"/>
              </a:ln>
              <a:effectLst/>
            </p:spPr>
          </p:cxnSp>
          <p:sp>
            <p:nvSpPr>
              <p:cNvPr id="48755" name=""/>
              <p:cNvSpPr/>
              <p:nvPr/>
            </p:nvSpPr>
            <p:spPr>
              <a:xfrm>
                <a:off x="1371" y="269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756" name=""/>
              <p:cNvCxnSpPr/>
              <p:nvPr/>
            </p:nvCxnSpPr>
            <p:spPr>
              <a:xfrm>
                <a:off x="1373" y="2696"/>
                <a:ext cx="3" cy="0"/>
              </a:xfrm>
              <a:prstGeom prst="line">
                <a:avLst/>
              </a:prstGeom>
              <a:noFill/>
              <a:ln>
                <a:noFill/>
                <a:miter lim="800000"/>
              </a:ln>
              <a:effectLst/>
            </p:spPr>
          </p:cxnSp>
          <p:sp>
            <p:nvSpPr>
              <p:cNvPr id="48757" name=""/>
              <p:cNvSpPr/>
              <p:nvPr/>
            </p:nvSpPr>
            <p:spPr>
              <a:xfrm>
                <a:off x="1370" y="2693"/>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8758" name=""/>
              <p:cNvSpPr/>
              <p:nvPr/>
            </p:nvSpPr>
            <p:spPr>
              <a:xfrm>
                <a:off x="1371" y="2604"/>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48759" name=""/>
              <p:cNvSpPr/>
              <p:nvPr/>
            </p:nvSpPr>
            <p:spPr>
              <a:xfrm>
                <a:off x="1388" y="2601"/>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48760" name=""/>
              <p:cNvSpPr/>
              <p:nvPr/>
            </p:nvSpPr>
            <p:spPr>
              <a:xfrm>
                <a:off x="1388" y="2611"/>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48761" name=""/>
              <p:cNvSpPr/>
              <p:nvPr/>
            </p:nvSpPr>
            <p:spPr>
              <a:xfrm>
                <a:off x="1395" y="2674"/>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48762" name=""/>
              <p:cNvSpPr/>
              <p:nvPr/>
            </p:nvSpPr>
            <p:spPr>
              <a:xfrm>
                <a:off x="1389" y="2695"/>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48763" name=""/>
              <p:cNvSpPr/>
              <p:nvPr/>
            </p:nvSpPr>
            <p:spPr>
              <a:xfrm>
                <a:off x="1404" y="2683"/>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48764" name=""/>
              <p:cNvSpPr/>
              <p:nvPr/>
            </p:nvSpPr>
            <p:spPr>
              <a:xfrm>
                <a:off x="1428" y="2685"/>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48765" name=""/>
              <p:cNvCxnSpPr/>
              <p:nvPr/>
            </p:nvCxnSpPr>
            <p:spPr>
              <a:xfrm flipH="1">
                <a:off x="1391" y="2638"/>
                <a:ext cx="0" cy="13"/>
              </a:xfrm>
              <a:prstGeom prst="line">
                <a:avLst/>
              </a:prstGeom>
              <a:noFill/>
              <a:ln>
                <a:noFill/>
                <a:miter lim="800000"/>
              </a:ln>
              <a:effectLst/>
            </p:spPr>
          </p:cxnSp>
          <p:cxnSp>
            <p:nvCxnSpPr>
              <p:cNvPr id="48766" name=""/>
              <p:cNvCxnSpPr/>
              <p:nvPr/>
            </p:nvCxnSpPr>
            <p:spPr>
              <a:xfrm flipH="1">
                <a:off x="1391" y="2633"/>
                <a:ext cx="0" cy="1"/>
              </a:xfrm>
              <a:prstGeom prst="line">
                <a:avLst/>
              </a:prstGeom>
              <a:noFill/>
              <a:ln>
                <a:noFill/>
                <a:miter lim="800000"/>
              </a:ln>
              <a:effectLst/>
            </p:spPr>
          </p:cxnSp>
          <p:sp>
            <p:nvSpPr>
              <p:cNvPr id="48767" name=""/>
              <p:cNvSpPr/>
              <p:nvPr/>
            </p:nvSpPr>
            <p:spPr>
              <a:xfrm>
                <a:off x="1383" y="2633"/>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768" name=""/>
              <p:cNvSpPr/>
              <p:nvPr/>
            </p:nvSpPr>
            <p:spPr>
              <a:xfrm>
                <a:off x="1405" y="263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769" name=""/>
              <p:cNvSpPr/>
              <p:nvPr/>
            </p:nvSpPr>
            <p:spPr>
              <a:xfrm>
                <a:off x="1405" y="263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770" name=""/>
              <p:cNvSpPr/>
              <p:nvPr/>
            </p:nvSpPr>
            <p:spPr>
              <a:xfrm>
                <a:off x="1429" y="263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771" name=""/>
              <p:cNvSpPr/>
              <p:nvPr/>
            </p:nvSpPr>
            <p:spPr>
              <a:xfrm>
                <a:off x="1388" y="2639"/>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8772" name=""/>
              <p:cNvSpPr/>
              <p:nvPr/>
            </p:nvSpPr>
            <p:spPr>
              <a:xfrm>
                <a:off x="1391" y="2647"/>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48773" name=""/>
              <p:cNvSpPr/>
              <p:nvPr/>
            </p:nvSpPr>
            <p:spPr>
              <a:xfrm>
                <a:off x="1425" y="2639"/>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48774" name=""/>
              <p:cNvSpPr/>
              <p:nvPr/>
            </p:nvSpPr>
            <p:spPr>
              <a:xfrm>
                <a:off x="1429" y="2631"/>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775" name=""/>
              <p:cNvSpPr/>
              <p:nvPr/>
            </p:nvSpPr>
            <p:spPr>
              <a:xfrm>
                <a:off x="1443" y="263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776" name=""/>
              <p:cNvSpPr/>
              <p:nvPr/>
            </p:nvSpPr>
            <p:spPr>
              <a:xfrm>
                <a:off x="1391" y="2630"/>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48777" name=""/>
              <p:cNvSpPr/>
              <p:nvPr/>
            </p:nvSpPr>
            <p:spPr>
              <a:xfrm>
                <a:off x="1384" y="263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778" name=""/>
              <p:cNvSpPr/>
              <p:nvPr/>
            </p:nvSpPr>
            <p:spPr>
              <a:xfrm>
                <a:off x="1388" y="2630"/>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8779" name=""/>
              <p:cNvCxnSpPr/>
              <p:nvPr/>
            </p:nvCxnSpPr>
            <p:spPr>
              <a:xfrm>
                <a:off x="1389" y="2634"/>
                <a:ext cx="21" cy="0"/>
              </a:xfrm>
              <a:prstGeom prst="line">
                <a:avLst/>
              </a:prstGeom>
              <a:noFill/>
              <a:ln>
                <a:noFill/>
                <a:miter lim="800000"/>
              </a:ln>
              <a:effectLst/>
            </p:spPr>
          </p:cxnSp>
          <p:cxnSp>
            <p:nvCxnSpPr>
              <p:cNvPr id="48780" name=""/>
              <p:cNvCxnSpPr/>
              <p:nvPr/>
            </p:nvCxnSpPr>
            <p:spPr>
              <a:xfrm flipH="1">
                <a:off x="1410" y="2638"/>
                <a:ext cx="0" cy="2"/>
              </a:xfrm>
              <a:prstGeom prst="line">
                <a:avLst/>
              </a:prstGeom>
              <a:noFill/>
              <a:ln>
                <a:noFill/>
                <a:miter lim="800000"/>
              </a:ln>
              <a:effectLst/>
            </p:spPr>
          </p:cxnSp>
          <p:sp>
            <p:nvSpPr>
              <p:cNvPr id="48781" name=""/>
              <p:cNvSpPr/>
              <p:nvPr/>
            </p:nvSpPr>
            <p:spPr>
              <a:xfrm>
                <a:off x="1410" y="263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782" name=""/>
              <p:cNvSpPr/>
              <p:nvPr/>
            </p:nvSpPr>
            <p:spPr>
              <a:xfrm>
                <a:off x="1424" y="263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783" name=""/>
              <p:cNvSpPr/>
              <p:nvPr/>
            </p:nvSpPr>
            <p:spPr>
              <a:xfrm>
                <a:off x="1424" y="2631"/>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784" name=""/>
              <p:cNvSpPr/>
              <p:nvPr/>
            </p:nvSpPr>
            <p:spPr>
              <a:xfrm>
                <a:off x="1410" y="2629"/>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785" name=""/>
              <p:cNvSpPr/>
              <p:nvPr/>
            </p:nvSpPr>
            <p:spPr>
              <a:xfrm>
                <a:off x="1435" y="2641"/>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8786" name=""/>
              <p:cNvSpPr/>
              <p:nvPr/>
            </p:nvSpPr>
            <p:spPr>
              <a:xfrm>
                <a:off x="1391" y="2596"/>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48787" name=""/>
              <p:cNvSpPr/>
              <p:nvPr/>
            </p:nvSpPr>
            <p:spPr>
              <a:xfrm>
                <a:off x="1425" y="2599"/>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8788" name=""/>
              <p:cNvSpPr/>
              <p:nvPr/>
            </p:nvSpPr>
            <p:spPr>
              <a:xfrm>
                <a:off x="1425" y="2613"/>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8789" name=""/>
              <p:cNvSpPr/>
              <p:nvPr/>
            </p:nvSpPr>
            <p:spPr>
              <a:xfrm>
                <a:off x="1391" y="2614"/>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48790" name=""/>
              <p:cNvSpPr/>
              <p:nvPr/>
            </p:nvSpPr>
            <p:spPr>
              <a:xfrm>
                <a:off x="1366" y="2606"/>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8791" name=""/>
              <p:cNvSpPr/>
              <p:nvPr/>
            </p:nvSpPr>
            <p:spPr>
              <a:xfrm>
                <a:off x="1395" y="2690"/>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8792" name=""/>
              <p:cNvCxnSpPr/>
              <p:nvPr/>
            </p:nvCxnSpPr>
            <p:spPr>
              <a:xfrm flipH="1">
                <a:off x="1464" y="2674"/>
                <a:ext cx="0" cy="14"/>
              </a:xfrm>
              <a:prstGeom prst="line">
                <a:avLst/>
              </a:prstGeom>
              <a:noFill/>
              <a:ln>
                <a:noFill/>
                <a:miter lim="800000"/>
              </a:ln>
              <a:effectLst/>
            </p:spPr>
          </p:cxnSp>
          <p:sp>
            <p:nvSpPr>
              <p:cNvPr id="48793" name=""/>
              <p:cNvSpPr/>
              <p:nvPr/>
            </p:nvSpPr>
            <p:spPr>
              <a:xfrm>
                <a:off x="1395" y="2668"/>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48794" name=""/>
              <p:cNvSpPr/>
              <p:nvPr/>
            </p:nvSpPr>
            <p:spPr>
              <a:xfrm>
                <a:off x="1391" y="2674"/>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48795" name=""/>
              <p:cNvSpPr/>
              <p:nvPr/>
            </p:nvSpPr>
            <p:spPr>
              <a:xfrm>
                <a:off x="1395" y="2682"/>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48796" name=""/>
              <p:cNvSpPr/>
              <p:nvPr/>
            </p:nvSpPr>
            <p:spPr>
              <a:xfrm>
                <a:off x="1350" y="2714"/>
                <a:ext cx="125" cy="17"/>
              </a:xfrm>
              <a:custGeom>
                <a:pathLst>
                  <a:path w="125" h="17">
                    <a:moveTo>
                      <a:pt x="0" y="0"/>
                    </a:moveTo>
                    <a:lnTo>
                      <a:pt x="0" y="16"/>
                    </a:lnTo>
                    <a:lnTo>
                      <a:pt x="124" y="16"/>
                    </a:lnTo>
                    <a:lnTo>
                      <a:pt x="124" y="0"/>
                    </a:lnTo>
                    <a:lnTo>
                      <a:pt x="0" y="0"/>
                    </a:lnTo>
                  </a:path>
                </a:pathLst>
              </a:custGeom>
              <a:solidFill>
                <a:srgbClr val="D0C0A0"/>
              </a:solidFill>
              <a:ln cap="rnd">
                <a:noFill/>
                <a:round/>
              </a:ln>
              <a:effectLst/>
            </p:spPr>
          </p:sp>
          <p:sp>
            <p:nvSpPr>
              <p:cNvPr id="48797" name=""/>
              <p:cNvSpPr/>
              <p:nvPr/>
            </p:nvSpPr>
            <p:spPr>
              <a:xfrm>
                <a:off x="1370" y="2716"/>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48798" name=""/>
              <p:cNvSpPr/>
              <p:nvPr/>
            </p:nvSpPr>
            <p:spPr>
              <a:xfrm>
                <a:off x="1410" y="2558"/>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8799" name=""/>
              <p:cNvSpPr/>
              <p:nvPr/>
            </p:nvSpPr>
            <p:spPr>
              <a:xfrm>
                <a:off x="1412" y="2562"/>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48800" name=""/>
              <p:cNvSpPr/>
              <p:nvPr/>
            </p:nvSpPr>
            <p:spPr>
              <a:xfrm>
                <a:off x="1363" y="2554"/>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48801" name=""/>
              <p:cNvSpPr/>
              <p:nvPr/>
            </p:nvSpPr>
            <p:spPr>
              <a:xfrm>
                <a:off x="1363" y="2554"/>
                <a:ext cx="106" cy="19"/>
              </a:xfrm>
              <a:custGeom>
                <a:pathLst>
                  <a:path w="106" h="19">
                    <a:moveTo>
                      <a:pt x="7" y="0"/>
                    </a:moveTo>
                    <a:lnTo>
                      <a:pt x="98" y="0"/>
                    </a:lnTo>
                    <a:lnTo>
                      <a:pt x="100" y="1"/>
                    </a:lnTo>
                    <a:lnTo>
                      <a:pt x="100" y="1"/>
                    </a:lnTo>
                    <a:lnTo>
                      <a:pt x="102" y="2"/>
                    </a:lnTo>
                    <a:lnTo>
                      <a:pt x="103" y="3"/>
                    </a:lnTo>
                    <a:lnTo>
                      <a:pt x="104" y="5"/>
                    </a:lnTo>
                    <a:lnTo>
                      <a:pt x="105" y="6"/>
                    </a:lnTo>
                    <a:lnTo>
                      <a:pt x="105" y="7"/>
                    </a:lnTo>
                    <a:lnTo>
                      <a:pt x="105" y="11"/>
                    </a:lnTo>
                    <a:lnTo>
                      <a:pt x="105" y="12"/>
                    </a:lnTo>
                    <a:lnTo>
                      <a:pt x="104" y="13"/>
                    </a:lnTo>
                    <a:lnTo>
                      <a:pt x="103" y="15"/>
                    </a:lnTo>
                    <a:lnTo>
                      <a:pt x="102" y="16"/>
                    </a:lnTo>
                    <a:lnTo>
                      <a:pt x="100" y="17"/>
                    </a:lnTo>
                    <a:lnTo>
                      <a:pt x="100" y="18"/>
                    </a:lnTo>
                    <a:lnTo>
                      <a:pt x="98" y="18"/>
                    </a:lnTo>
                    <a:lnTo>
                      <a:pt x="7"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7" y="0"/>
                    </a:lnTo>
                  </a:path>
                </a:pathLst>
              </a:custGeom>
              <a:noFill/>
              <a:ln w="12700" cap="rnd" cmpd="sng">
                <a:solidFill>
                  <a:srgbClr val="808060"/>
                </a:solidFill>
                <a:prstDash val="solid"/>
                <a:round/>
              </a:ln>
              <a:effectLst/>
            </p:spPr>
          </p:sp>
          <p:sp>
            <p:nvSpPr>
              <p:cNvPr id="48802" name=""/>
              <p:cNvSpPr/>
              <p:nvPr/>
            </p:nvSpPr>
            <p:spPr>
              <a:xfrm>
                <a:off x="1364" y="2555"/>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48803" name=""/>
              <p:cNvSpPr/>
              <p:nvPr/>
            </p:nvSpPr>
            <p:spPr>
              <a:xfrm>
                <a:off x="1364" y="2555"/>
                <a:ext cx="57" cy="17"/>
              </a:xfrm>
              <a:custGeom>
                <a:pathLst>
                  <a:path w="57" h="17">
                    <a:moveTo>
                      <a:pt x="8" y="0"/>
                    </a:moveTo>
                    <a:lnTo>
                      <a:pt x="47" y="0"/>
                    </a:lnTo>
                    <a:lnTo>
                      <a:pt x="49" y="0"/>
                    </a:lnTo>
                    <a:lnTo>
                      <a:pt x="51" y="1"/>
                    </a:lnTo>
                    <a:lnTo>
                      <a:pt x="52" y="1"/>
                    </a:lnTo>
                    <a:lnTo>
                      <a:pt x="53" y="2"/>
                    </a:lnTo>
                    <a:lnTo>
                      <a:pt x="55" y="3"/>
                    </a:lnTo>
                    <a:lnTo>
                      <a:pt x="55" y="3"/>
                    </a:lnTo>
                    <a:lnTo>
                      <a:pt x="56" y="4"/>
                    </a:lnTo>
                    <a:lnTo>
                      <a:pt x="56" y="5"/>
                    </a:lnTo>
                    <a:lnTo>
                      <a:pt x="56" y="6"/>
                    </a:lnTo>
                    <a:lnTo>
                      <a:pt x="56" y="9"/>
                    </a:lnTo>
                    <a:lnTo>
                      <a:pt x="56" y="11"/>
                    </a:lnTo>
                    <a:lnTo>
                      <a:pt x="55" y="13"/>
                    </a:lnTo>
                    <a:lnTo>
                      <a:pt x="54" y="13"/>
                    </a:lnTo>
                    <a:lnTo>
                      <a:pt x="52" y="14"/>
                    </a:lnTo>
                    <a:lnTo>
                      <a:pt x="51"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48804" name=""/>
              <p:cNvSpPr/>
              <p:nvPr/>
            </p:nvSpPr>
            <p:spPr>
              <a:xfrm>
                <a:off x="1410" y="2558"/>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8805" name=""/>
              <p:cNvSpPr/>
              <p:nvPr/>
            </p:nvSpPr>
            <p:spPr>
              <a:xfrm>
                <a:off x="1368" y="2560"/>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48806" name=""/>
              <p:cNvSpPr/>
              <p:nvPr/>
            </p:nvSpPr>
            <p:spPr>
              <a:xfrm>
                <a:off x="1405" y="2558"/>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8807" name=""/>
              <p:cNvSpPr/>
              <p:nvPr/>
            </p:nvSpPr>
            <p:spPr>
              <a:xfrm>
                <a:off x="1404" y="2558"/>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8808" name=""/>
              <p:cNvSpPr/>
              <p:nvPr/>
            </p:nvSpPr>
            <p:spPr>
              <a:xfrm>
                <a:off x="1399" y="2558"/>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8809" name=""/>
              <p:cNvSpPr/>
              <p:nvPr/>
            </p:nvSpPr>
            <p:spPr>
              <a:xfrm>
                <a:off x="1395" y="2558"/>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8810" name=""/>
              <p:cNvSpPr/>
              <p:nvPr/>
            </p:nvSpPr>
            <p:spPr>
              <a:xfrm>
                <a:off x="1391" y="2558"/>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8811" name=""/>
              <p:cNvSpPr/>
              <p:nvPr/>
            </p:nvSpPr>
            <p:spPr>
              <a:xfrm>
                <a:off x="1442" y="2555"/>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48812" name=""/>
              <p:cNvSpPr/>
              <p:nvPr/>
            </p:nvSpPr>
            <p:spPr>
              <a:xfrm>
                <a:off x="1444" y="2554"/>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48813" name=""/>
              <p:cNvSpPr/>
              <p:nvPr/>
            </p:nvSpPr>
            <p:spPr>
              <a:xfrm>
                <a:off x="1444" y="255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48814" name=""/>
              <p:cNvSpPr/>
              <p:nvPr/>
            </p:nvSpPr>
            <p:spPr>
              <a:xfrm>
                <a:off x="1445" y="255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48815" name=""/>
              <p:cNvSpPr/>
              <p:nvPr/>
            </p:nvSpPr>
            <p:spPr>
              <a:xfrm>
                <a:off x="1449" y="2557"/>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48816" name=""/>
              <p:cNvSpPr/>
              <p:nvPr/>
            </p:nvSpPr>
            <p:spPr>
              <a:xfrm>
                <a:off x="1451" y="2560"/>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48817" name=""/>
              <p:cNvCxnSpPr/>
              <p:nvPr/>
            </p:nvCxnSpPr>
            <p:spPr>
              <a:xfrm flipH="1">
                <a:off x="1458" y="2560"/>
                <a:ext cx="0" cy="4"/>
              </a:xfrm>
              <a:prstGeom prst="line">
                <a:avLst/>
              </a:prstGeom>
              <a:noFill/>
              <a:ln w="12700">
                <a:solidFill>
                  <a:prstClr val="black"/>
                </a:solidFill>
                <a:miter lim="800000"/>
              </a:ln>
              <a:effectLst/>
            </p:spPr>
          </p:cxnSp>
          <p:sp>
            <p:nvSpPr>
              <p:cNvPr id="48818" name=""/>
              <p:cNvSpPr/>
              <p:nvPr/>
            </p:nvSpPr>
            <p:spPr>
              <a:xfrm>
                <a:off x="1413" y="2550"/>
                <a:ext cx="46" cy="17"/>
              </a:xfrm>
              <a:custGeom>
                <a:pathLst>
                  <a:path w="46" h="17">
                    <a:moveTo>
                      <a:pt x="0" y="16"/>
                    </a:moveTo>
                    <a:lnTo>
                      <a:pt x="45" y="16"/>
                    </a:lnTo>
                    <a:lnTo>
                      <a:pt x="45" y="0"/>
                    </a:lnTo>
                    <a:lnTo>
                      <a:pt x="0" y="0"/>
                    </a:lnTo>
                    <a:lnTo>
                      <a:pt x="0" y="16"/>
                    </a:lnTo>
                  </a:path>
                </a:pathLst>
              </a:custGeom>
              <a:solidFill>
                <a:srgbClr val="808060"/>
              </a:solidFill>
              <a:ln cap="rnd">
                <a:noFill/>
                <a:round/>
              </a:ln>
              <a:effectLst/>
            </p:spPr>
          </p:sp>
          <p:sp>
            <p:nvSpPr>
              <p:cNvPr id="48819" name=""/>
              <p:cNvSpPr/>
              <p:nvPr/>
            </p:nvSpPr>
            <p:spPr>
              <a:xfrm>
                <a:off x="1413" y="2567"/>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48820" name=""/>
              <p:cNvSpPr/>
              <p:nvPr/>
            </p:nvSpPr>
            <p:spPr>
              <a:xfrm>
                <a:off x="1461" y="2554"/>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48821" name=""/>
              <p:cNvSpPr/>
              <p:nvPr/>
            </p:nvSpPr>
            <p:spPr>
              <a:xfrm>
                <a:off x="1422" y="2554"/>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48822" name=""/>
              <p:cNvSpPr/>
              <p:nvPr/>
            </p:nvSpPr>
            <p:spPr>
              <a:xfrm>
                <a:off x="1431" y="2550"/>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8823" name=""/>
              <p:cNvSpPr/>
              <p:nvPr/>
            </p:nvSpPr>
            <p:spPr>
              <a:xfrm>
                <a:off x="1436" y="2554"/>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8824" name=""/>
              <p:cNvSpPr/>
              <p:nvPr/>
            </p:nvSpPr>
            <p:spPr>
              <a:xfrm>
                <a:off x="1436" y="2559"/>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8825" name=""/>
              <p:cNvSpPr/>
              <p:nvPr/>
            </p:nvSpPr>
            <p:spPr>
              <a:xfrm>
                <a:off x="1436" y="2564"/>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48826" name=""/>
              <p:cNvSpPr/>
              <p:nvPr/>
            </p:nvSpPr>
            <p:spPr>
              <a:xfrm>
                <a:off x="1431" y="2567"/>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8827" name=""/>
              <p:cNvSpPr/>
              <p:nvPr/>
            </p:nvSpPr>
            <p:spPr>
              <a:xfrm>
                <a:off x="1422" y="2567"/>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48828" name=""/>
              <p:cNvSpPr/>
              <p:nvPr/>
            </p:nvSpPr>
            <p:spPr>
              <a:xfrm>
                <a:off x="1418" y="2554"/>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48829" name=""/>
              <p:cNvSpPr/>
              <p:nvPr/>
            </p:nvSpPr>
            <p:spPr>
              <a:xfrm>
                <a:off x="1422" y="2550"/>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8830" name=""/>
              <p:cNvSpPr/>
              <p:nvPr/>
            </p:nvSpPr>
            <p:spPr>
              <a:xfrm>
                <a:off x="1429" y="2557"/>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48831" name=""/>
              <p:cNvSpPr/>
              <p:nvPr/>
            </p:nvSpPr>
            <p:spPr>
              <a:xfrm>
                <a:off x="1433" y="2557"/>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48832" name=""/>
              <p:cNvSpPr/>
              <p:nvPr/>
            </p:nvSpPr>
            <p:spPr>
              <a:xfrm>
                <a:off x="1436" y="2564"/>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48833" name=""/>
              <p:cNvSpPr/>
              <p:nvPr/>
            </p:nvSpPr>
            <p:spPr>
              <a:xfrm>
                <a:off x="1424" y="2555"/>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48834" name=""/>
              <p:cNvSpPr/>
              <p:nvPr/>
            </p:nvSpPr>
            <p:spPr>
              <a:xfrm>
                <a:off x="1420" y="2557"/>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48835" name=""/>
              <p:cNvSpPr/>
              <p:nvPr/>
            </p:nvSpPr>
            <p:spPr>
              <a:xfrm>
                <a:off x="1423" y="2557"/>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grpSp>
      <p:sp>
        <p:nvSpPr>
          <p:cNvPr id="48837" name=""/>
          <p:cNvSpPr/>
          <p:nvPr/>
        </p:nvSpPr>
        <p:spPr>
          <a:xfrm>
            <a:off x="5429250" y="4124325"/>
            <a:ext cx="787400" cy="639763"/>
          </a:xfrm>
          <a:custGeom>
            <a:pathLst>
              <a:path w="491" h="445">
                <a:moveTo>
                  <a:pt x="490" y="0"/>
                </a:moveTo>
                <a:lnTo>
                  <a:pt x="490" y="444"/>
                </a:lnTo>
                <a:lnTo>
                  <a:pt x="0" y="444"/>
                </a:lnTo>
              </a:path>
            </a:pathLst>
          </a:custGeom>
          <a:noFill/>
          <a:ln w="12700" cap="rnd" cmpd="sng">
            <a:solidFill>
              <a:srgbClr val="00DFCA"/>
            </a:solidFill>
            <a:prstDash val="sysDot"/>
            <a:round/>
            <a:headEnd type="none" w="sm" len="sm"/>
            <a:tailEnd type="none" w="sm" len="sm"/>
          </a:ln>
          <a:effectLst/>
        </p:spPr>
      </p:sp>
      <p:sp>
        <p:nvSpPr>
          <p:cNvPr id="48838" name=""/>
          <p:cNvSpPr/>
          <p:nvPr/>
        </p:nvSpPr>
        <p:spPr>
          <a:xfrm>
            <a:off x="5399088" y="3808413"/>
            <a:ext cx="149225" cy="877887"/>
          </a:xfrm>
          <a:custGeom>
            <a:pathLst>
              <a:path w="93" h="610">
                <a:moveTo>
                  <a:pt x="92" y="0"/>
                </a:moveTo>
                <a:lnTo>
                  <a:pt x="92" y="609"/>
                </a:lnTo>
                <a:lnTo>
                  <a:pt x="0" y="609"/>
                </a:lnTo>
              </a:path>
            </a:pathLst>
          </a:custGeom>
          <a:noFill/>
          <a:ln w="12700" cap="rnd" cmpd="sng">
            <a:solidFill>
              <a:srgbClr val="00DFCA"/>
            </a:solidFill>
            <a:prstDash val="sysDot"/>
            <a:round/>
            <a:headEnd type="none" w="sm" len="sm"/>
            <a:tailEnd type="none" w="sm" len="sm"/>
          </a:ln>
          <a:effectLst/>
        </p:spPr>
      </p:sp>
      <p:sp>
        <p:nvSpPr>
          <p:cNvPr id="48839" name=""/>
          <p:cNvSpPr/>
          <p:nvPr/>
        </p:nvSpPr>
        <p:spPr>
          <a:xfrm>
            <a:off x="5334000" y="4029075"/>
            <a:ext cx="533400" cy="696913"/>
          </a:xfrm>
          <a:custGeom>
            <a:pathLst>
              <a:path w="332" h="484">
                <a:moveTo>
                  <a:pt x="331" y="0"/>
                </a:moveTo>
                <a:lnTo>
                  <a:pt x="331" y="483"/>
                </a:lnTo>
                <a:lnTo>
                  <a:pt x="0" y="483"/>
                </a:lnTo>
              </a:path>
            </a:pathLst>
          </a:custGeom>
          <a:noFill/>
          <a:ln w="12700" cap="rnd" cmpd="sng">
            <a:solidFill>
              <a:srgbClr val="00DFCA"/>
            </a:solidFill>
            <a:prstDash val="sysDot"/>
            <a:round/>
            <a:headEnd type="none" w="sm" len="sm"/>
            <a:tailEnd type="none" w="sm" len="sm"/>
          </a:ln>
          <a:effectLst/>
        </p:spPr>
      </p:sp>
      <p:sp>
        <p:nvSpPr>
          <p:cNvPr id="48841" name=""/>
          <p:cNvSpPr/>
          <p:nvPr/>
        </p:nvSpPr>
        <p:spPr>
          <a:xfrm>
            <a:off x="5257800" y="4162425"/>
            <a:ext cx="2687638" cy="796925"/>
          </a:xfrm>
          <a:custGeom>
            <a:pathLst>
              <a:path w="1676" h="553">
                <a:moveTo>
                  <a:pt x="1675" y="0"/>
                </a:moveTo>
                <a:lnTo>
                  <a:pt x="1675" y="552"/>
                </a:lnTo>
                <a:lnTo>
                  <a:pt x="0" y="552"/>
                </a:lnTo>
              </a:path>
            </a:pathLst>
          </a:custGeom>
          <a:noFill/>
          <a:ln w="12700" cap="rnd" cmpd="sng">
            <a:solidFill>
              <a:srgbClr val="00DFCA"/>
            </a:solidFill>
            <a:prstDash val="sysDot"/>
            <a:round/>
            <a:headEnd type="none" w="sm" len="sm"/>
            <a:tailEnd type="none" w="sm" len="sm"/>
          </a:ln>
          <a:effectLst/>
        </p:spPr>
      </p:sp>
      <p:sp>
        <p:nvSpPr>
          <p:cNvPr id="48842" name=""/>
          <p:cNvSpPr/>
          <p:nvPr/>
        </p:nvSpPr>
        <p:spPr>
          <a:xfrm>
            <a:off x="5378450" y="4408488"/>
            <a:ext cx="1539875" cy="433387"/>
          </a:xfrm>
          <a:custGeom>
            <a:pathLst>
              <a:path w="961" h="301">
                <a:moveTo>
                  <a:pt x="960" y="0"/>
                </a:moveTo>
                <a:lnTo>
                  <a:pt x="960" y="300"/>
                </a:lnTo>
                <a:lnTo>
                  <a:pt x="0" y="300"/>
                </a:lnTo>
              </a:path>
            </a:pathLst>
          </a:custGeom>
          <a:noFill/>
          <a:ln w="12700" cap="rnd" cmpd="sng">
            <a:solidFill>
              <a:srgbClr val="00DFCA"/>
            </a:solidFill>
            <a:prstDash val="sysDot"/>
            <a:round/>
            <a:headEnd type="none" w="sm" len="sm"/>
            <a:tailEnd type="none" w="sm" len="sm"/>
          </a:ln>
          <a:effectLst/>
        </p:spPr>
      </p:sp>
      <p:sp>
        <p:nvSpPr>
          <p:cNvPr id="48843" name=""/>
          <p:cNvSpPr/>
          <p:nvPr/>
        </p:nvSpPr>
        <p:spPr>
          <a:xfrm>
            <a:off x="5399088" y="4287838"/>
            <a:ext cx="1147762" cy="515937"/>
          </a:xfrm>
          <a:custGeom>
            <a:pathLst>
              <a:path w="716" h="358">
                <a:moveTo>
                  <a:pt x="715" y="0"/>
                </a:moveTo>
                <a:lnTo>
                  <a:pt x="715" y="357"/>
                </a:lnTo>
                <a:lnTo>
                  <a:pt x="0" y="357"/>
                </a:lnTo>
              </a:path>
            </a:pathLst>
          </a:custGeom>
          <a:noFill/>
          <a:ln w="12700" cap="rnd" cmpd="sng">
            <a:solidFill>
              <a:srgbClr val="00DFCA"/>
            </a:solidFill>
            <a:prstDash val="sysDot"/>
            <a:round/>
            <a:headEnd type="none" w="sm" len="sm"/>
            <a:tailEnd type="none" w="sm" len="sm"/>
          </a:ln>
          <a:effectLst/>
        </p:spPr>
      </p:sp>
      <p:sp>
        <p:nvSpPr>
          <p:cNvPr id="48844" name=""/>
          <p:cNvSpPr/>
          <p:nvPr/>
        </p:nvSpPr>
        <p:spPr>
          <a:xfrm>
            <a:off x="5270500" y="4413250"/>
            <a:ext cx="1984375" cy="468313"/>
          </a:xfrm>
          <a:custGeom>
            <a:pathLst>
              <a:path w="1238" h="325">
                <a:moveTo>
                  <a:pt x="1237" y="0"/>
                </a:moveTo>
                <a:lnTo>
                  <a:pt x="1237" y="324"/>
                </a:lnTo>
                <a:lnTo>
                  <a:pt x="0" y="324"/>
                </a:lnTo>
              </a:path>
            </a:pathLst>
          </a:custGeom>
          <a:noFill/>
          <a:ln w="12700" cap="rnd" cmpd="sng">
            <a:solidFill>
              <a:srgbClr val="00DFCA"/>
            </a:solidFill>
            <a:prstDash val="sysDot"/>
            <a:round/>
            <a:headEnd type="none" w="sm" len="sm"/>
            <a:tailEnd type="none" w="sm" len="sm"/>
          </a:ln>
          <a:effectLst/>
        </p:spPr>
      </p:sp>
      <p:sp>
        <p:nvSpPr>
          <p:cNvPr id="48845" name=""/>
          <p:cNvSpPr/>
          <p:nvPr/>
        </p:nvSpPr>
        <p:spPr>
          <a:xfrm>
            <a:off x="5295900" y="4210050"/>
            <a:ext cx="2311400" cy="709613"/>
          </a:xfrm>
          <a:custGeom>
            <a:pathLst>
              <a:path w="1441" h="493">
                <a:moveTo>
                  <a:pt x="1440" y="0"/>
                </a:moveTo>
                <a:lnTo>
                  <a:pt x="1440" y="492"/>
                </a:lnTo>
                <a:lnTo>
                  <a:pt x="0" y="492"/>
                </a:lnTo>
              </a:path>
            </a:pathLst>
          </a:custGeom>
          <a:noFill/>
          <a:ln w="12700" cap="rnd" cmpd="sng">
            <a:solidFill>
              <a:srgbClr val="00DFCA"/>
            </a:solidFill>
            <a:prstDash val="sysDot"/>
            <a:round/>
            <a:headEnd type="none" w="sm" len="sm"/>
            <a:tailEnd type="none" w="sm" len="sm"/>
          </a:ln>
          <a:effectLst/>
        </p:spPr>
      </p:sp>
      <p:sp>
        <p:nvSpPr>
          <p:cNvPr id="48846" name=""/>
          <p:cNvSpPr/>
          <p:nvPr/>
        </p:nvSpPr>
        <p:spPr>
          <a:xfrm>
            <a:off x="5291138" y="3960813"/>
            <a:ext cx="2944812" cy="1036637"/>
          </a:xfrm>
          <a:custGeom>
            <a:pathLst>
              <a:path w="1836" h="721">
                <a:moveTo>
                  <a:pt x="1835" y="0"/>
                </a:moveTo>
                <a:lnTo>
                  <a:pt x="1835" y="720"/>
                </a:lnTo>
                <a:lnTo>
                  <a:pt x="0" y="720"/>
                </a:lnTo>
              </a:path>
            </a:pathLst>
          </a:custGeom>
          <a:noFill/>
          <a:ln w="12700" cap="rnd" cmpd="sng">
            <a:solidFill>
              <a:srgbClr val="00DFCA"/>
            </a:solidFill>
            <a:prstDash val="sysDot"/>
            <a:round/>
            <a:headEnd type="none" w="sm" len="sm"/>
            <a:tailEnd type="none" w="sm" len="sm"/>
          </a:ln>
          <a:effectLst/>
        </p:spPr>
      </p:sp>
      <p:sp>
        <p:nvSpPr>
          <p:cNvPr id="48847" name=""/>
          <p:cNvSpPr/>
          <p:nvPr/>
        </p:nvSpPr>
        <p:spPr>
          <a:xfrm>
            <a:off x="5857875" y="5065713"/>
            <a:ext cx="2768600" cy="3365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600">
                <a:solidFill>
                  <a:schemeClr val="tx2"/>
                </a:solidFill>
                <a:effectLst>
                  <a:outerShdw blurRad="38100" dist="38100" dir="2700000" algn="tl">
                    <a:srgbClr val="000000">
                      <a:alpha val="43137"/>
                    </a:srgbClr>
                  </a:outerShdw>
                </a:effectLst>
                <a:latin typeface="Arial" pitchFamily="34" charset="0"/>
              </a:rPr>
              <a:t>125 Compaq </a:t>
            </a:r>
            <a:r>
              <a:rPr sz="1600">
                <a:solidFill>
                  <a:schemeClr val="tx2"/>
                </a:solidFill>
                <a:effectLst>
                  <a:outerShdw blurRad="38100" dist="38100" dir="2700000" algn="tl">
                    <a:srgbClr val="000000">
                      <a:alpha val="43137"/>
                    </a:srgbClr>
                  </a:outerShdw>
                </a:effectLst>
                <a:latin typeface="Arial" pitchFamily="34" charset="0"/>
              </a:rPr>
              <a:t>ProLiant</a:t>
            </a:r>
            <a:r>
              <a:rPr sz="1600">
                <a:solidFill>
                  <a:schemeClr val="tx2"/>
                </a:solidFill>
                <a:effectLst>
                  <a:outerShdw blurRad="38100" dist="38100" dir="2700000" algn="tl">
                    <a:srgbClr val="000000">
                      <a:alpha val="43137"/>
                    </a:srgbClr>
                  </a:outerShdw>
                </a:effectLst>
                <a:latin typeface="Arial" pitchFamily="34" charset="0"/>
              </a:rPr>
              <a:t> 4000s</a:t>
            </a:r>
            <a:endParaRPr sz="1600">
              <a:solidFill>
                <a:schemeClr val="tx2"/>
              </a:solidFill>
              <a:effectLst>
                <a:outerShdw blurRad="38100" dist="38100" dir="2700000" algn="tl">
                  <a:srgbClr val="000000">
                    <a:alpha val="43137"/>
                  </a:srgbClr>
                </a:outerShdw>
              </a:effectLst>
              <a:latin typeface="Arial" pitchFamily="34" charset="0"/>
            </a:endParaRPr>
          </a:p>
        </p:txBody>
      </p:sp>
      <p:sp>
        <p:nvSpPr>
          <p:cNvPr id="49028" name=""/>
          <p:cNvSpPr/>
          <p:nvPr/>
        </p:nvSpPr>
        <p:spPr>
          <a:xfrm>
            <a:off x="5608638" y="3214688"/>
            <a:ext cx="2790825" cy="927100"/>
          </a:xfrm>
          <a:prstGeom prst="ellipse">
            <a:avLst/>
          </a:prstGeom>
          <a:noFill/>
          <a:ln w="22225">
            <a:solidFill>
              <a:srgbClr val="FAFD00"/>
            </a:solidFill>
            <a:miter lim="800000"/>
          </a:ln>
        </p:spPr>
      </p:sp>
      <p:grpSp>
        <p:nvGrpSpPr>
          <p:cNvPr id="95251" name=""/>
          <p:cNvGrpSpPr/>
          <p:nvPr/>
        </p:nvGrpSpPr>
        <p:grpSpPr>
          <a:xfrm>
            <a:off x="5384800" y="3292475"/>
            <a:ext cx="303213" cy="617538"/>
            <a:chOff x="3392" y="2074"/>
            <a:chExt cx="191" cy="389"/>
          </a:xfrm>
        </p:grpSpPr>
        <p:grpSp>
          <p:nvGrpSpPr>
            <p:cNvPr id="95249" name=""/>
            <p:cNvGrpSpPr/>
            <p:nvPr/>
          </p:nvGrpSpPr>
          <p:grpSpPr>
            <a:xfrm>
              <a:off x="3392" y="2074"/>
              <a:ext cx="191" cy="389"/>
              <a:chOff x="3392" y="2074"/>
              <a:chExt cx="191" cy="389"/>
            </a:xfrm>
          </p:grpSpPr>
          <p:sp>
            <p:nvSpPr>
              <p:cNvPr id="49029" name=""/>
              <p:cNvSpPr/>
              <p:nvPr/>
            </p:nvSpPr>
            <p:spPr>
              <a:xfrm>
                <a:off x="3421" y="2244"/>
                <a:ext cx="131" cy="213"/>
              </a:xfrm>
              <a:custGeom>
                <a:pathLst>
                  <a:path w="263" h="426">
                    <a:moveTo>
                      <a:pt x="5" y="0"/>
                    </a:moveTo>
                    <a:lnTo>
                      <a:pt x="257" y="0"/>
                    </a:lnTo>
                    <a:lnTo>
                      <a:pt x="259" y="0"/>
                    </a:lnTo>
                    <a:lnTo>
                      <a:pt x="263" y="3"/>
                    </a:lnTo>
                    <a:lnTo>
                      <a:pt x="263" y="5"/>
                    </a:lnTo>
                    <a:lnTo>
                      <a:pt x="263" y="421"/>
                    </a:lnTo>
                    <a:lnTo>
                      <a:pt x="263" y="423"/>
                    </a:lnTo>
                    <a:lnTo>
                      <a:pt x="259" y="424"/>
                    </a:lnTo>
                    <a:lnTo>
                      <a:pt x="257" y="426"/>
                    </a:lnTo>
                    <a:lnTo>
                      <a:pt x="5" y="426"/>
                    </a:lnTo>
                    <a:lnTo>
                      <a:pt x="1" y="424"/>
                    </a:lnTo>
                    <a:lnTo>
                      <a:pt x="0" y="423"/>
                    </a:lnTo>
                    <a:lnTo>
                      <a:pt x="0" y="421"/>
                    </a:lnTo>
                    <a:lnTo>
                      <a:pt x="0" y="5"/>
                    </a:lnTo>
                    <a:lnTo>
                      <a:pt x="0" y="3"/>
                    </a:lnTo>
                    <a:lnTo>
                      <a:pt x="1" y="0"/>
                    </a:lnTo>
                    <a:lnTo>
                      <a:pt x="5" y="0"/>
                    </a:lnTo>
                    <a:close/>
                  </a:path>
                </a:pathLst>
              </a:custGeom>
              <a:solidFill>
                <a:srgbClr val="F0E0C0"/>
              </a:solidFill>
              <a:ln>
                <a:noFill/>
                <a:round/>
              </a:ln>
            </p:spPr>
          </p:sp>
          <p:sp>
            <p:nvSpPr>
              <p:cNvPr id="49030" name=""/>
              <p:cNvSpPr/>
              <p:nvPr/>
            </p:nvSpPr>
            <p:spPr>
              <a:xfrm>
                <a:off x="3421" y="2422"/>
                <a:ext cx="131" cy="6"/>
              </a:xfrm>
              <a:prstGeom prst="rect">
                <a:avLst/>
              </a:prstGeom>
              <a:solidFill>
                <a:srgbClr val="A0A080"/>
              </a:solidFill>
              <a:ln>
                <a:noFill/>
                <a:miter lim="800000"/>
              </a:ln>
            </p:spPr>
          </p:sp>
          <p:sp>
            <p:nvSpPr>
              <p:cNvPr id="49031" name=""/>
              <p:cNvSpPr/>
              <p:nvPr/>
            </p:nvSpPr>
            <p:spPr>
              <a:xfrm>
                <a:off x="3421" y="2417"/>
                <a:ext cx="131" cy="5"/>
              </a:xfrm>
              <a:prstGeom prst="rect">
                <a:avLst/>
              </a:prstGeom>
              <a:solidFill>
                <a:srgbClr val="A0A080"/>
              </a:solidFill>
              <a:ln>
                <a:noFill/>
                <a:miter lim="800000"/>
              </a:ln>
            </p:spPr>
          </p:sp>
          <p:sp>
            <p:nvSpPr>
              <p:cNvPr id="49032" name=""/>
              <p:cNvSpPr/>
              <p:nvPr/>
            </p:nvSpPr>
            <p:spPr>
              <a:xfrm>
                <a:off x="3421" y="2411"/>
                <a:ext cx="131" cy="5"/>
              </a:xfrm>
              <a:prstGeom prst="rect">
                <a:avLst/>
              </a:prstGeom>
              <a:solidFill>
                <a:srgbClr val="404040"/>
              </a:solidFill>
              <a:ln>
                <a:noFill/>
                <a:miter lim="800000"/>
              </a:ln>
            </p:spPr>
          </p:sp>
          <p:sp>
            <p:nvSpPr>
              <p:cNvPr id="49033" name=""/>
              <p:cNvSpPr/>
              <p:nvPr/>
            </p:nvSpPr>
            <p:spPr>
              <a:xfrm>
                <a:off x="3421" y="2411"/>
                <a:ext cx="131" cy="5"/>
              </a:xfrm>
              <a:prstGeom prst="rect">
                <a:avLst/>
              </a:prstGeom>
              <a:solidFill>
                <a:srgbClr val="A0A080"/>
              </a:solidFill>
              <a:ln>
                <a:noFill/>
                <a:miter lim="800000"/>
              </a:ln>
            </p:spPr>
          </p:sp>
          <p:sp>
            <p:nvSpPr>
              <p:cNvPr id="49034" name=""/>
              <p:cNvSpPr/>
              <p:nvPr/>
            </p:nvSpPr>
            <p:spPr>
              <a:xfrm>
                <a:off x="3421" y="2404"/>
                <a:ext cx="131" cy="4"/>
              </a:xfrm>
              <a:prstGeom prst="rect">
                <a:avLst/>
              </a:prstGeom>
              <a:solidFill>
                <a:srgbClr val="A0A080"/>
              </a:solidFill>
              <a:ln>
                <a:noFill/>
                <a:miter lim="800000"/>
              </a:ln>
            </p:spPr>
          </p:sp>
          <p:sp>
            <p:nvSpPr>
              <p:cNvPr id="49035" name=""/>
              <p:cNvSpPr/>
              <p:nvPr/>
            </p:nvSpPr>
            <p:spPr>
              <a:xfrm>
                <a:off x="3421" y="2399"/>
                <a:ext cx="131" cy="3"/>
              </a:xfrm>
              <a:prstGeom prst="rect">
                <a:avLst/>
              </a:prstGeom>
              <a:solidFill>
                <a:srgbClr val="A0A080"/>
              </a:solidFill>
              <a:ln>
                <a:noFill/>
                <a:miter lim="800000"/>
              </a:ln>
            </p:spPr>
          </p:sp>
          <p:sp>
            <p:nvSpPr>
              <p:cNvPr id="49036" name=""/>
              <p:cNvSpPr/>
              <p:nvPr/>
            </p:nvSpPr>
            <p:spPr>
              <a:xfrm>
                <a:off x="3421" y="2391"/>
                <a:ext cx="131" cy="5"/>
              </a:xfrm>
              <a:prstGeom prst="rect">
                <a:avLst/>
              </a:prstGeom>
              <a:solidFill>
                <a:srgbClr val="A0A080"/>
              </a:solidFill>
              <a:ln>
                <a:noFill/>
                <a:miter lim="800000"/>
              </a:ln>
            </p:spPr>
          </p:sp>
          <p:sp>
            <p:nvSpPr>
              <p:cNvPr id="49037" name=""/>
              <p:cNvSpPr/>
              <p:nvPr/>
            </p:nvSpPr>
            <p:spPr>
              <a:xfrm>
                <a:off x="3421" y="2385"/>
                <a:ext cx="131" cy="4"/>
              </a:xfrm>
              <a:prstGeom prst="rect">
                <a:avLst/>
              </a:prstGeom>
              <a:solidFill>
                <a:srgbClr val="A0A080"/>
              </a:solidFill>
              <a:ln>
                <a:noFill/>
                <a:miter lim="800000"/>
              </a:ln>
            </p:spPr>
          </p:sp>
          <p:sp>
            <p:nvSpPr>
              <p:cNvPr id="49038" name=""/>
              <p:cNvSpPr/>
              <p:nvPr/>
            </p:nvSpPr>
            <p:spPr>
              <a:xfrm>
                <a:off x="3421" y="2378"/>
                <a:ext cx="131" cy="4"/>
              </a:xfrm>
              <a:prstGeom prst="rect">
                <a:avLst/>
              </a:prstGeom>
              <a:solidFill>
                <a:srgbClr val="A0A080"/>
              </a:solidFill>
              <a:ln>
                <a:noFill/>
                <a:miter lim="800000"/>
              </a:ln>
            </p:spPr>
          </p:sp>
          <p:sp>
            <p:nvSpPr>
              <p:cNvPr id="49039" name=""/>
              <p:cNvSpPr/>
              <p:nvPr/>
            </p:nvSpPr>
            <p:spPr>
              <a:xfrm>
                <a:off x="3421" y="2372"/>
                <a:ext cx="131" cy="5"/>
              </a:xfrm>
              <a:prstGeom prst="rect">
                <a:avLst/>
              </a:prstGeom>
              <a:solidFill>
                <a:srgbClr val="A0A080"/>
              </a:solidFill>
              <a:ln>
                <a:noFill/>
                <a:miter lim="800000"/>
              </a:ln>
            </p:spPr>
          </p:sp>
          <p:sp>
            <p:nvSpPr>
              <p:cNvPr id="49040" name=""/>
              <p:cNvSpPr/>
              <p:nvPr/>
            </p:nvSpPr>
            <p:spPr>
              <a:xfrm>
                <a:off x="3421" y="2364"/>
                <a:ext cx="131" cy="5"/>
              </a:xfrm>
              <a:prstGeom prst="rect">
                <a:avLst/>
              </a:prstGeom>
              <a:solidFill>
                <a:srgbClr val="A0A080"/>
              </a:solidFill>
              <a:ln>
                <a:noFill/>
                <a:miter lim="800000"/>
              </a:ln>
            </p:spPr>
          </p:sp>
          <p:sp>
            <p:nvSpPr>
              <p:cNvPr id="49041" name=""/>
              <p:cNvSpPr/>
              <p:nvPr/>
            </p:nvSpPr>
            <p:spPr>
              <a:xfrm>
                <a:off x="3421" y="2359"/>
                <a:ext cx="131" cy="4"/>
              </a:xfrm>
              <a:prstGeom prst="rect">
                <a:avLst/>
              </a:prstGeom>
              <a:solidFill>
                <a:srgbClr val="A0A080"/>
              </a:solidFill>
              <a:ln>
                <a:noFill/>
                <a:miter lim="800000"/>
              </a:ln>
            </p:spPr>
          </p:sp>
          <p:sp>
            <p:nvSpPr>
              <p:cNvPr id="49042" name=""/>
              <p:cNvSpPr/>
              <p:nvPr/>
            </p:nvSpPr>
            <p:spPr>
              <a:xfrm>
                <a:off x="3421" y="2354"/>
                <a:ext cx="131" cy="2"/>
              </a:xfrm>
              <a:prstGeom prst="rect">
                <a:avLst/>
              </a:prstGeom>
              <a:solidFill>
                <a:srgbClr val="A0A080"/>
              </a:solidFill>
              <a:ln>
                <a:noFill/>
                <a:miter lim="800000"/>
              </a:ln>
            </p:spPr>
          </p:sp>
          <p:sp>
            <p:nvSpPr>
              <p:cNvPr id="49043" name=""/>
              <p:cNvSpPr/>
              <p:nvPr/>
            </p:nvSpPr>
            <p:spPr>
              <a:xfrm>
                <a:off x="3421" y="2346"/>
                <a:ext cx="131" cy="4"/>
              </a:xfrm>
              <a:prstGeom prst="rect">
                <a:avLst/>
              </a:prstGeom>
              <a:solidFill>
                <a:srgbClr val="A0A080"/>
              </a:solidFill>
              <a:ln>
                <a:noFill/>
                <a:miter lim="800000"/>
              </a:ln>
            </p:spPr>
          </p:sp>
          <p:sp>
            <p:nvSpPr>
              <p:cNvPr id="49044" name=""/>
              <p:cNvSpPr/>
              <p:nvPr/>
            </p:nvSpPr>
            <p:spPr>
              <a:xfrm>
                <a:off x="3421" y="2339"/>
                <a:ext cx="131" cy="4"/>
              </a:xfrm>
              <a:prstGeom prst="rect">
                <a:avLst/>
              </a:prstGeom>
              <a:solidFill>
                <a:srgbClr val="A0A080"/>
              </a:solidFill>
              <a:ln>
                <a:noFill/>
                <a:miter lim="800000"/>
              </a:ln>
            </p:spPr>
          </p:sp>
          <p:sp>
            <p:nvSpPr>
              <p:cNvPr id="49045" name=""/>
              <p:cNvSpPr/>
              <p:nvPr/>
            </p:nvSpPr>
            <p:spPr>
              <a:xfrm>
                <a:off x="3421" y="2333"/>
                <a:ext cx="131" cy="3"/>
              </a:xfrm>
              <a:prstGeom prst="rect">
                <a:avLst/>
              </a:prstGeom>
              <a:solidFill>
                <a:srgbClr val="A0A080"/>
              </a:solidFill>
              <a:ln>
                <a:noFill/>
                <a:miter lim="800000"/>
              </a:ln>
            </p:spPr>
          </p:sp>
          <p:sp>
            <p:nvSpPr>
              <p:cNvPr id="49046" name=""/>
              <p:cNvSpPr/>
              <p:nvPr/>
            </p:nvSpPr>
            <p:spPr>
              <a:xfrm>
                <a:off x="3421" y="2326"/>
                <a:ext cx="131" cy="4"/>
              </a:xfrm>
              <a:prstGeom prst="rect">
                <a:avLst/>
              </a:prstGeom>
              <a:solidFill>
                <a:srgbClr val="A0A080"/>
              </a:solidFill>
              <a:ln>
                <a:noFill/>
                <a:miter lim="800000"/>
              </a:ln>
            </p:spPr>
          </p:sp>
          <p:sp>
            <p:nvSpPr>
              <p:cNvPr id="49047" name=""/>
              <p:cNvSpPr/>
              <p:nvPr/>
            </p:nvSpPr>
            <p:spPr>
              <a:xfrm>
                <a:off x="3392" y="2442"/>
                <a:ext cx="96" cy="21"/>
              </a:xfrm>
              <a:custGeom>
                <a:pathLst>
                  <a:path w="192" h="43">
                    <a:moveTo>
                      <a:pt x="61" y="0"/>
                    </a:moveTo>
                    <a:lnTo>
                      <a:pt x="54" y="0"/>
                    </a:lnTo>
                    <a:lnTo>
                      <a:pt x="54" y="19"/>
                    </a:lnTo>
                    <a:lnTo>
                      <a:pt x="0" y="36"/>
                    </a:lnTo>
                    <a:lnTo>
                      <a:pt x="0" y="43"/>
                    </a:lnTo>
                    <a:lnTo>
                      <a:pt x="192" y="43"/>
                    </a:lnTo>
                    <a:lnTo>
                      <a:pt x="192" y="30"/>
                    </a:lnTo>
                    <a:lnTo>
                      <a:pt x="61" y="30"/>
                    </a:lnTo>
                    <a:lnTo>
                      <a:pt x="61" y="0"/>
                    </a:lnTo>
                    <a:close/>
                  </a:path>
                </a:pathLst>
              </a:custGeom>
              <a:solidFill>
                <a:srgbClr val="808060"/>
              </a:solidFill>
              <a:ln>
                <a:noFill/>
                <a:round/>
              </a:ln>
            </p:spPr>
          </p:sp>
          <p:sp>
            <p:nvSpPr>
              <p:cNvPr id="49048" name=""/>
              <p:cNvSpPr/>
              <p:nvPr/>
            </p:nvSpPr>
            <p:spPr>
              <a:xfrm>
                <a:off x="3488" y="2442"/>
                <a:ext cx="95" cy="21"/>
              </a:xfrm>
              <a:custGeom>
                <a:pathLst>
                  <a:path w="190" h="43">
                    <a:moveTo>
                      <a:pt x="129" y="0"/>
                    </a:moveTo>
                    <a:lnTo>
                      <a:pt x="138" y="0"/>
                    </a:lnTo>
                    <a:lnTo>
                      <a:pt x="138" y="19"/>
                    </a:lnTo>
                    <a:lnTo>
                      <a:pt x="190" y="36"/>
                    </a:lnTo>
                    <a:lnTo>
                      <a:pt x="190" y="43"/>
                    </a:lnTo>
                    <a:lnTo>
                      <a:pt x="0" y="43"/>
                    </a:lnTo>
                    <a:lnTo>
                      <a:pt x="0" y="30"/>
                    </a:lnTo>
                    <a:lnTo>
                      <a:pt x="129" y="30"/>
                    </a:lnTo>
                    <a:lnTo>
                      <a:pt x="129" y="0"/>
                    </a:lnTo>
                    <a:close/>
                  </a:path>
                </a:pathLst>
              </a:custGeom>
              <a:solidFill>
                <a:srgbClr val="808060"/>
              </a:solidFill>
              <a:ln>
                <a:noFill/>
                <a:round/>
              </a:ln>
            </p:spPr>
          </p:sp>
          <p:sp>
            <p:nvSpPr>
              <p:cNvPr id="49049" name=""/>
              <p:cNvSpPr/>
              <p:nvPr/>
            </p:nvSpPr>
            <p:spPr>
              <a:xfrm>
                <a:off x="3444" y="2378"/>
                <a:ext cx="85" cy="72"/>
              </a:xfrm>
              <a:custGeom>
                <a:pathLst>
                  <a:path w="170" h="144">
                    <a:moveTo>
                      <a:pt x="0" y="2"/>
                    </a:moveTo>
                    <a:lnTo>
                      <a:pt x="0" y="144"/>
                    </a:lnTo>
                    <a:lnTo>
                      <a:pt x="170" y="144"/>
                    </a:lnTo>
                    <a:lnTo>
                      <a:pt x="170" y="0"/>
                    </a:lnTo>
                  </a:path>
                </a:pathLst>
              </a:custGeom>
              <a:noFill/>
              <a:ln w="11113">
                <a:solidFill>
                  <a:srgbClr val="808060"/>
                </a:solidFill>
                <a:prstDash val="solid"/>
                <a:round/>
              </a:ln>
            </p:spPr>
          </p:sp>
          <p:sp>
            <p:nvSpPr>
              <p:cNvPr id="49050" name=""/>
              <p:cNvSpPr/>
              <p:nvPr/>
            </p:nvSpPr>
            <p:spPr>
              <a:xfrm>
                <a:off x="3421" y="2074"/>
                <a:ext cx="131" cy="160"/>
              </a:xfrm>
              <a:custGeom>
                <a:pathLst>
                  <a:path w="263" h="321">
                    <a:moveTo>
                      <a:pt x="7" y="321"/>
                    </a:moveTo>
                    <a:lnTo>
                      <a:pt x="256" y="321"/>
                    </a:lnTo>
                    <a:lnTo>
                      <a:pt x="259" y="321"/>
                    </a:lnTo>
                    <a:lnTo>
                      <a:pt x="261" y="317"/>
                    </a:lnTo>
                    <a:lnTo>
                      <a:pt x="263" y="315"/>
                    </a:lnTo>
                    <a:lnTo>
                      <a:pt x="263" y="7"/>
                    </a:lnTo>
                    <a:lnTo>
                      <a:pt x="261" y="4"/>
                    </a:lnTo>
                    <a:lnTo>
                      <a:pt x="259" y="2"/>
                    </a:lnTo>
                    <a:lnTo>
                      <a:pt x="257" y="2"/>
                    </a:lnTo>
                    <a:lnTo>
                      <a:pt x="7" y="0"/>
                    </a:lnTo>
                    <a:lnTo>
                      <a:pt x="3" y="2"/>
                    </a:lnTo>
                    <a:lnTo>
                      <a:pt x="1" y="4"/>
                    </a:lnTo>
                    <a:lnTo>
                      <a:pt x="0" y="7"/>
                    </a:lnTo>
                    <a:lnTo>
                      <a:pt x="0" y="315"/>
                    </a:lnTo>
                    <a:lnTo>
                      <a:pt x="0" y="317"/>
                    </a:lnTo>
                    <a:lnTo>
                      <a:pt x="3" y="321"/>
                    </a:lnTo>
                    <a:lnTo>
                      <a:pt x="7" y="321"/>
                    </a:lnTo>
                    <a:close/>
                  </a:path>
                </a:pathLst>
              </a:custGeom>
              <a:solidFill>
                <a:srgbClr val="F0E0C0"/>
              </a:solidFill>
              <a:ln>
                <a:noFill/>
                <a:round/>
              </a:ln>
            </p:spPr>
          </p:sp>
          <p:sp>
            <p:nvSpPr>
              <p:cNvPr id="49051" name=""/>
              <p:cNvSpPr/>
              <p:nvPr/>
            </p:nvSpPr>
            <p:spPr>
              <a:xfrm>
                <a:off x="3433" y="2119"/>
                <a:ext cx="108" cy="100"/>
              </a:xfrm>
              <a:custGeom>
                <a:pathLst>
                  <a:path w="215" h="202">
                    <a:moveTo>
                      <a:pt x="10" y="202"/>
                    </a:moveTo>
                    <a:lnTo>
                      <a:pt x="206" y="202"/>
                    </a:lnTo>
                    <a:lnTo>
                      <a:pt x="207" y="202"/>
                    </a:lnTo>
                    <a:lnTo>
                      <a:pt x="211" y="200"/>
                    </a:lnTo>
                    <a:lnTo>
                      <a:pt x="213" y="198"/>
                    </a:lnTo>
                    <a:lnTo>
                      <a:pt x="215" y="196"/>
                    </a:lnTo>
                    <a:lnTo>
                      <a:pt x="215" y="193"/>
                    </a:lnTo>
                    <a:lnTo>
                      <a:pt x="215" y="9"/>
                    </a:lnTo>
                    <a:lnTo>
                      <a:pt x="215" y="6"/>
                    </a:lnTo>
                    <a:lnTo>
                      <a:pt x="213" y="4"/>
                    </a:lnTo>
                    <a:lnTo>
                      <a:pt x="211" y="0"/>
                    </a:lnTo>
                    <a:lnTo>
                      <a:pt x="207" y="0"/>
                    </a:lnTo>
                    <a:lnTo>
                      <a:pt x="206" y="0"/>
                    </a:lnTo>
                    <a:lnTo>
                      <a:pt x="10" y="0"/>
                    </a:lnTo>
                    <a:lnTo>
                      <a:pt x="7" y="0"/>
                    </a:lnTo>
                    <a:lnTo>
                      <a:pt x="5" y="0"/>
                    </a:lnTo>
                    <a:lnTo>
                      <a:pt x="3" y="4"/>
                    </a:lnTo>
                    <a:lnTo>
                      <a:pt x="1" y="6"/>
                    </a:lnTo>
                    <a:lnTo>
                      <a:pt x="0" y="9"/>
                    </a:lnTo>
                    <a:lnTo>
                      <a:pt x="0" y="193"/>
                    </a:lnTo>
                    <a:lnTo>
                      <a:pt x="1" y="196"/>
                    </a:lnTo>
                    <a:lnTo>
                      <a:pt x="1" y="196"/>
                    </a:lnTo>
                    <a:lnTo>
                      <a:pt x="5" y="200"/>
                    </a:lnTo>
                    <a:lnTo>
                      <a:pt x="7" y="202"/>
                    </a:lnTo>
                    <a:lnTo>
                      <a:pt x="10" y="202"/>
                    </a:lnTo>
                    <a:close/>
                  </a:path>
                </a:pathLst>
              </a:custGeom>
              <a:solidFill>
                <a:srgbClr val="F0E0C0"/>
              </a:solidFill>
              <a:ln>
                <a:noFill/>
                <a:round/>
              </a:ln>
            </p:spPr>
          </p:sp>
          <p:sp>
            <p:nvSpPr>
              <p:cNvPr id="49052" name=""/>
              <p:cNvSpPr/>
              <p:nvPr/>
            </p:nvSpPr>
            <p:spPr>
              <a:xfrm>
                <a:off x="3437" y="2146"/>
                <a:ext cx="98" cy="3"/>
              </a:xfrm>
              <a:prstGeom prst="rect">
                <a:avLst/>
              </a:prstGeom>
              <a:solidFill>
                <a:srgbClr val="505020"/>
              </a:solidFill>
              <a:ln w="11113">
                <a:solidFill>
                  <a:prstClr val="black"/>
                </a:solidFill>
                <a:miter lim="800000"/>
              </a:ln>
            </p:spPr>
          </p:sp>
          <p:sp>
            <p:nvSpPr>
              <p:cNvPr id="49053" name=""/>
              <p:cNvSpPr/>
              <p:nvPr/>
            </p:nvSpPr>
            <p:spPr>
              <a:xfrm>
                <a:off x="3437" y="2174"/>
                <a:ext cx="99" cy="2"/>
              </a:xfrm>
              <a:prstGeom prst="rect">
                <a:avLst/>
              </a:prstGeom>
              <a:solidFill>
                <a:srgbClr val="505020"/>
              </a:solidFill>
              <a:ln w="11113">
                <a:solidFill>
                  <a:prstClr val="black"/>
                </a:solidFill>
                <a:miter lim="800000"/>
              </a:ln>
            </p:spPr>
          </p:sp>
          <p:sp>
            <p:nvSpPr>
              <p:cNvPr id="49054" name=""/>
              <p:cNvSpPr/>
              <p:nvPr/>
            </p:nvSpPr>
            <p:spPr>
              <a:xfrm>
                <a:off x="3435" y="2122"/>
                <a:ext cx="104" cy="28"/>
              </a:xfrm>
              <a:custGeom>
                <a:pathLst>
                  <a:path w="208" h="56">
                    <a:moveTo>
                      <a:pt x="6" y="56"/>
                    </a:moveTo>
                    <a:lnTo>
                      <a:pt x="204" y="56"/>
                    </a:lnTo>
                    <a:lnTo>
                      <a:pt x="206" y="56"/>
                    </a:lnTo>
                    <a:lnTo>
                      <a:pt x="208" y="53"/>
                    </a:lnTo>
                    <a:lnTo>
                      <a:pt x="208" y="6"/>
                    </a:lnTo>
                    <a:lnTo>
                      <a:pt x="208" y="2"/>
                    </a:lnTo>
                    <a:lnTo>
                      <a:pt x="204" y="0"/>
                    </a:lnTo>
                    <a:lnTo>
                      <a:pt x="6" y="0"/>
                    </a:lnTo>
                    <a:lnTo>
                      <a:pt x="2" y="2"/>
                    </a:lnTo>
                    <a:lnTo>
                      <a:pt x="0" y="4"/>
                    </a:lnTo>
                    <a:lnTo>
                      <a:pt x="0" y="53"/>
                    </a:lnTo>
                    <a:lnTo>
                      <a:pt x="2" y="54"/>
                    </a:lnTo>
                    <a:lnTo>
                      <a:pt x="4" y="56"/>
                    </a:lnTo>
                    <a:lnTo>
                      <a:pt x="6" y="56"/>
                    </a:lnTo>
                    <a:close/>
                  </a:path>
                </a:pathLst>
              </a:custGeom>
              <a:solidFill>
                <a:srgbClr val="C0C080"/>
              </a:solidFill>
              <a:ln>
                <a:noFill/>
                <a:round/>
              </a:ln>
            </p:spPr>
          </p:sp>
          <p:sp>
            <p:nvSpPr>
              <p:cNvPr id="49055" name=""/>
              <p:cNvSpPr/>
              <p:nvPr/>
            </p:nvSpPr>
            <p:spPr>
              <a:xfrm>
                <a:off x="3462" y="2123"/>
                <a:ext cx="41" cy="21"/>
              </a:xfrm>
              <a:custGeom>
                <a:pathLst>
                  <a:path w="82" h="42">
                    <a:moveTo>
                      <a:pt x="3" y="0"/>
                    </a:moveTo>
                    <a:lnTo>
                      <a:pt x="79" y="0"/>
                    </a:lnTo>
                    <a:lnTo>
                      <a:pt x="80" y="0"/>
                    </a:lnTo>
                    <a:lnTo>
                      <a:pt x="82" y="4"/>
                    </a:lnTo>
                    <a:lnTo>
                      <a:pt x="82" y="38"/>
                    </a:lnTo>
                    <a:lnTo>
                      <a:pt x="80" y="42"/>
                    </a:lnTo>
                    <a:lnTo>
                      <a:pt x="79" y="42"/>
                    </a:lnTo>
                    <a:lnTo>
                      <a:pt x="3" y="42"/>
                    </a:lnTo>
                    <a:lnTo>
                      <a:pt x="0" y="42"/>
                    </a:lnTo>
                    <a:lnTo>
                      <a:pt x="0" y="38"/>
                    </a:lnTo>
                    <a:lnTo>
                      <a:pt x="0" y="4"/>
                    </a:lnTo>
                    <a:lnTo>
                      <a:pt x="0" y="0"/>
                    </a:lnTo>
                    <a:lnTo>
                      <a:pt x="3" y="0"/>
                    </a:lnTo>
                    <a:close/>
                  </a:path>
                </a:pathLst>
              </a:custGeom>
              <a:solidFill>
                <a:srgbClr val="00DFCA"/>
              </a:solidFill>
              <a:ln>
                <a:noFill/>
                <a:round/>
              </a:ln>
            </p:spPr>
          </p:sp>
          <p:sp>
            <p:nvSpPr>
              <p:cNvPr id="49056" name=""/>
              <p:cNvSpPr/>
              <p:nvPr/>
            </p:nvSpPr>
            <p:spPr>
              <a:xfrm>
                <a:off x="3514" y="2123"/>
                <a:ext cx="13" cy="7"/>
              </a:xfrm>
              <a:custGeom>
                <a:pathLst>
                  <a:path w="27" h="15">
                    <a:moveTo>
                      <a:pt x="3" y="15"/>
                    </a:moveTo>
                    <a:lnTo>
                      <a:pt x="23" y="15"/>
                    </a:lnTo>
                    <a:lnTo>
                      <a:pt x="25" y="11"/>
                    </a:lnTo>
                    <a:lnTo>
                      <a:pt x="27" y="4"/>
                    </a:lnTo>
                    <a:lnTo>
                      <a:pt x="23" y="0"/>
                    </a:lnTo>
                    <a:lnTo>
                      <a:pt x="3" y="0"/>
                    </a:lnTo>
                    <a:lnTo>
                      <a:pt x="2" y="0"/>
                    </a:lnTo>
                    <a:lnTo>
                      <a:pt x="0" y="11"/>
                    </a:lnTo>
                    <a:lnTo>
                      <a:pt x="3" y="15"/>
                    </a:lnTo>
                    <a:close/>
                  </a:path>
                </a:pathLst>
              </a:custGeom>
              <a:solidFill>
                <a:srgbClr val="808050"/>
              </a:solidFill>
              <a:ln>
                <a:noFill/>
                <a:round/>
              </a:ln>
            </p:spPr>
          </p:sp>
          <p:sp>
            <p:nvSpPr>
              <p:cNvPr id="49057" name=""/>
              <p:cNvSpPr/>
              <p:nvPr/>
            </p:nvSpPr>
            <p:spPr>
              <a:xfrm>
                <a:off x="3514" y="2123"/>
                <a:ext cx="13" cy="7"/>
              </a:xfrm>
              <a:custGeom>
                <a:pathLst>
                  <a:path w="27" h="15">
                    <a:moveTo>
                      <a:pt x="2" y="15"/>
                    </a:moveTo>
                    <a:lnTo>
                      <a:pt x="23" y="15"/>
                    </a:lnTo>
                    <a:lnTo>
                      <a:pt x="27" y="11"/>
                    </a:lnTo>
                    <a:lnTo>
                      <a:pt x="27" y="4"/>
                    </a:lnTo>
                    <a:lnTo>
                      <a:pt x="23" y="0"/>
                    </a:lnTo>
                    <a:lnTo>
                      <a:pt x="2" y="0"/>
                    </a:lnTo>
                    <a:lnTo>
                      <a:pt x="0" y="0"/>
                    </a:lnTo>
                    <a:lnTo>
                      <a:pt x="0" y="11"/>
                    </a:lnTo>
                    <a:lnTo>
                      <a:pt x="2" y="15"/>
                    </a:lnTo>
                    <a:close/>
                  </a:path>
                </a:pathLst>
              </a:custGeom>
              <a:solidFill>
                <a:srgbClr val="C0C080"/>
              </a:solidFill>
              <a:ln>
                <a:noFill/>
                <a:round/>
              </a:ln>
            </p:spPr>
          </p:sp>
          <p:sp>
            <p:nvSpPr>
              <p:cNvPr id="49058" name=""/>
              <p:cNvSpPr/>
              <p:nvPr/>
            </p:nvSpPr>
            <p:spPr>
              <a:xfrm>
                <a:off x="3440" y="2129"/>
                <a:ext cx="96" cy="8"/>
              </a:xfrm>
              <a:custGeom>
                <a:pathLst>
                  <a:path w="192" h="14">
                    <a:moveTo>
                      <a:pt x="4" y="14"/>
                    </a:moveTo>
                    <a:lnTo>
                      <a:pt x="188" y="14"/>
                    </a:lnTo>
                    <a:lnTo>
                      <a:pt x="192" y="12"/>
                    </a:lnTo>
                    <a:lnTo>
                      <a:pt x="192" y="9"/>
                    </a:lnTo>
                    <a:lnTo>
                      <a:pt x="192" y="5"/>
                    </a:lnTo>
                    <a:lnTo>
                      <a:pt x="192" y="0"/>
                    </a:lnTo>
                    <a:lnTo>
                      <a:pt x="188" y="0"/>
                    </a:lnTo>
                    <a:lnTo>
                      <a:pt x="4" y="0"/>
                    </a:lnTo>
                    <a:lnTo>
                      <a:pt x="2" y="0"/>
                    </a:lnTo>
                    <a:lnTo>
                      <a:pt x="0" y="5"/>
                    </a:lnTo>
                    <a:lnTo>
                      <a:pt x="0" y="9"/>
                    </a:lnTo>
                    <a:lnTo>
                      <a:pt x="2" y="12"/>
                    </a:lnTo>
                    <a:lnTo>
                      <a:pt x="4" y="14"/>
                    </a:lnTo>
                    <a:close/>
                  </a:path>
                </a:pathLst>
              </a:custGeom>
              <a:solidFill>
                <a:srgbClr val="A0A080"/>
              </a:solidFill>
              <a:ln>
                <a:noFill/>
                <a:round/>
              </a:ln>
            </p:spPr>
          </p:sp>
          <p:sp>
            <p:nvSpPr>
              <p:cNvPr id="49059" name=""/>
              <p:cNvSpPr/>
              <p:nvPr/>
            </p:nvSpPr>
            <p:spPr>
              <a:xfrm>
                <a:off x="3437" y="2147"/>
                <a:ext cx="102" cy="30"/>
              </a:xfrm>
              <a:custGeom>
                <a:pathLst>
                  <a:path w="204" h="59">
                    <a:moveTo>
                      <a:pt x="2" y="59"/>
                    </a:moveTo>
                    <a:lnTo>
                      <a:pt x="200" y="59"/>
                    </a:lnTo>
                    <a:lnTo>
                      <a:pt x="204" y="59"/>
                    </a:lnTo>
                    <a:lnTo>
                      <a:pt x="204" y="56"/>
                    </a:lnTo>
                    <a:lnTo>
                      <a:pt x="204" y="5"/>
                    </a:lnTo>
                    <a:lnTo>
                      <a:pt x="202" y="2"/>
                    </a:lnTo>
                    <a:lnTo>
                      <a:pt x="200" y="0"/>
                    </a:lnTo>
                    <a:lnTo>
                      <a:pt x="2" y="0"/>
                    </a:lnTo>
                    <a:lnTo>
                      <a:pt x="0" y="2"/>
                    </a:lnTo>
                    <a:lnTo>
                      <a:pt x="0" y="5"/>
                    </a:lnTo>
                    <a:lnTo>
                      <a:pt x="0" y="56"/>
                    </a:lnTo>
                    <a:lnTo>
                      <a:pt x="0" y="59"/>
                    </a:lnTo>
                    <a:lnTo>
                      <a:pt x="2" y="59"/>
                    </a:lnTo>
                    <a:close/>
                  </a:path>
                </a:pathLst>
              </a:custGeom>
              <a:solidFill>
                <a:srgbClr val="C0C080"/>
              </a:solidFill>
              <a:ln>
                <a:noFill/>
                <a:round/>
              </a:ln>
            </p:spPr>
          </p:sp>
          <p:sp>
            <p:nvSpPr>
              <p:cNvPr id="49060" name=""/>
              <p:cNvSpPr/>
              <p:nvPr/>
            </p:nvSpPr>
            <p:spPr>
              <a:xfrm>
                <a:off x="3462" y="2151"/>
                <a:ext cx="41" cy="23"/>
              </a:xfrm>
              <a:custGeom>
                <a:pathLst>
                  <a:path w="82" h="45">
                    <a:moveTo>
                      <a:pt x="5" y="0"/>
                    </a:moveTo>
                    <a:lnTo>
                      <a:pt x="77" y="0"/>
                    </a:lnTo>
                    <a:lnTo>
                      <a:pt x="80" y="0"/>
                    </a:lnTo>
                    <a:lnTo>
                      <a:pt x="82" y="4"/>
                    </a:lnTo>
                    <a:lnTo>
                      <a:pt x="82" y="5"/>
                    </a:lnTo>
                    <a:lnTo>
                      <a:pt x="82" y="40"/>
                    </a:lnTo>
                    <a:lnTo>
                      <a:pt x="82" y="43"/>
                    </a:lnTo>
                    <a:lnTo>
                      <a:pt x="79" y="45"/>
                    </a:lnTo>
                    <a:lnTo>
                      <a:pt x="77" y="45"/>
                    </a:lnTo>
                    <a:lnTo>
                      <a:pt x="5" y="45"/>
                    </a:lnTo>
                    <a:lnTo>
                      <a:pt x="2" y="45"/>
                    </a:lnTo>
                    <a:lnTo>
                      <a:pt x="0" y="43"/>
                    </a:lnTo>
                    <a:lnTo>
                      <a:pt x="0" y="40"/>
                    </a:lnTo>
                    <a:lnTo>
                      <a:pt x="0" y="5"/>
                    </a:lnTo>
                    <a:lnTo>
                      <a:pt x="0" y="2"/>
                    </a:lnTo>
                    <a:lnTo>
                      <a:pt x="3" y="0"/>
                    </a:lnTo>
                    <a:lnTo>
                      <a:pt x="5" y="0"/>
                    </a:lnTo>
                    <a:close/>
                  </a:path>
                </a:pathLst>
              </a:custGeom>
              <a:solidFill>
                <a:srgbClr val="00DFCA"/>
              </a:solidFill>
              <a:ln>
                <a:noFill/>
                <a:round/>
              </a:ln>
            </p:spPr>
          </p:sp>
          <p:sp>
            <p:nvSpPr>
              <p:cNvPr id="49061" name=""/>
              <p:cNvSpPr/>
              <p:nvPr/>
            </p:nvSpPr>
            <p:spPr>
              <a:xfrm>
                <a:off x="3504" y="2165"/>
                <a:ext cx="16" cy="7"/>
              </a:xfrm>
              <a:custGeom>
                <a:pathLst>
                  <a:path w="32" h="14">
                    <a:moveTo>
                      <a:pt x="4" y="14"/>
                    </a:moveTo>
                    <a:lnTo>
                      <a:pt x="25" y="14"/>
                    </a:lnTo>
                    <a:lnTo>
                      <a:pt x="29" y="14"/>
                    </a:lnTo>
                    <a:lnTo>
                      <a:pt x="32" y="9"/>
                    </a:lnTo>
                    <a:lnTo>
                      <a:pt x="32" y="7"/>
                    </a:lnTo>
                    <a:lnTo>
                      <a:pt x="31" y="2"/>
                    </a:lnTo>
                    <a:lnTo>
                      <a:pt x="29" y="0"/>
                    </a:lnTo>
                    <a:lnTo>
                      <a:pt x="4" y="0"/>
                    </a:lnTo>
                    <a:lnTo>
                      <a:pt x="2" y="0"/>
                    </a:lnTo>
                    <a:lnTo>
                      <a:pt x="0" y="5"/>
                    </a:lnTo>
                    <a:lnTo>
                      <a:pt x="0" y="9"/>
                    </a:lnTo>
                    <a:lnTo>
                      <a:pt x="2" y="13"/>
                    </a:lnTo>
                    <a:lnTo>
                      <a:pt x="4" y="14"/>
                    </a:lnTo>
                    <a:close/>
                  </a:path>
                </a:pathLst>
              </a:custGeom>
              <a:solidFill>
                <a:srgbClr val="808050"/>
              </a:solidFill>
              <a:ln>
                <a:noFill/>
                <a:round/>
              </a:ln>
            </p:spPr>
          </p:sp>
          <p:sp>
            <p:nvSpPr>
              <p:cNvPr id="49062" name=""/>
              <p:cNvSpPr/>
              <p:nvPr/>
            </p:nvSpPr>
            <p:spPr>
              <a:xfrm>
                <a:off x="3504" y="2165"/>
                <a:ext cx="16" cy="7"/>
              </a:xfrm>
              <a:custGeom>
                <a:pathLst>
                  <a:path w="32" h="14">
                    <a:moveTo>
                      <a:pt x="4" y="14"/>
                    </a:moveTo>
                    <a:lnTo>
                      <a:pt x="25" y="14"/>
                    </a:lnTo>
                    <a:lnTo>
                      <a:pt x="29" y="14"/>
                    </a:lnTo>
                    <a:lnTo>
                      <a:pt x="32" y="9"/>
                    </a:lnTo>
                    <a:lnTo>
                      <a:pt x="32" y="7"/>
                    </a:lnTo>
                    <a:lnTo>
                      <a:pt x="31" y="2"/>
                    </a:lnTo>
                    <a:lnTo>
                      <a:pt x="29" y="0"/>
                    </a:lnTo>
                    <a:lnTo>
                      <a:pt x="4" y="0"/>
                    </a:lnTo>
                    <a:lnTo>
                      <a:pt x="2" y="0"/>
                    </a:lnTo>
                    <a:lnTo>
                      <a:pt x="0" y="5"/>
                    </a:lnTo>
                    <a:lnTo>
                      <a:pt x="0" y="9"/>
                    </a:lnTo>
                    <a:lnTo>
                      <a:pt x="2" y="13"/>
                    </a:lnTo>
                    <a:lnTo>
                      <a:pt x="4" y="14"/>
                    </a:lnTo>
                    <a:close/>
                  </a:path>
                </a:pathLst>
              </a:custGeom>
              <a:solidFill>
                <a:srgbClr val="C0C080"/>
              </a:solidFill>
              <a:ln>
                <a:noFill/>
                <a:round/>
              </a:ln>
            </p:spPr>
          </p:sp>
          <p:sp>
            <p:nvSpPr>
              <p:cNvPr id="49063" name=""/>
              <p:cNvSpPr/>
              <p:nvPr/>
            </p:nvSpPr>
            <p:spPr>
              <a:xfrm>
                <a:off x="3458" y="2154"/>
                <a:ext cx="63" cy="8"/>
              </a:xfrm>
              <a:custGeom>
                <a:pathLst>
                  <a:path w="125" h="17">
                    <a:moveTo>
                      <a:pt x="0" y="13"/>
                    </a:moveTo>
                    <a:lnTo>
                      <a:pt x="45" y="13"/>
                    </a:lnTo>
                    <a:lnTo>
                      <a:pt x="45" y="17"/>
                    </a:lnTo>
                    <a:lnTo>
                      <a:pt x="86" y="17"/>
                    </a:lnTo>
                    <a:lnTo>
                      <a:pt x="86" y="13"/>
                    </a:lnTo>
                    <a:lnTo>
                      <a:pt x="125" y="13"/>
                    </a:lnTo>
                    <a:lnTo>
                      <a:pt x="125" y="4"/>
                    </a:lnTo>
                    <a:lnTo>
                      <a:pt x="86" y="4"/>
                    </a:lnTo>
                    <a:lnTo>
                      <a:pt x="86" y="0"/>
                    </a:lnTo>
                    <a:lnTo>
                      <a:pt x="46" y="0"/>
                    </a:lnTo>
                    <a:lnTo>
                      <a:pt x="46" y="2"/>
                    </a:lnTo>
                    <a:lnTo>
                      <a:pt x="0" y="2"/>
                    </a:lnTo>
                    <a:lnTo>
                      <a:pt x="0" y="13"/>
                    </a:lnTo>
                    <a:close/>
                  </a:path>
                </a:pathLst>
              </a:custGeom>
              <a:solidFill>
                <a:srgbClr val="A08060"/>
              </a:solidFill>
              <a:ln>
                <a:noFill/>
                <a:round/>
              </a:ln>
            </p:spPr>
          </p:sp>
          <p:sp>
            <p:nvSpPr>
              <p:cNvPr id="49064" name=""/>
              <p:cNvSpPr/>
              <p:nvPr/>
            </p:nvSpPr>
            <p:spPr>
              <a:xfrm>
                <a:off x="3437" y="2181"/>
                <a:ext cx="101" cy="6"/>
              </a:xfrm>
              <a:prstGeom prst="rect">
                <a:avLst/>
              </a:prstGeom>
              <a:solidFill>
                <a:srgbClr val="505020"/>
              </a:solidFill>
              <a:ln>
                <a:noFill/>
                <a:miter lim="800000"/>
              </a:ln>
            </p:spPr>
          </p:sp>
          <p:sp>
            <p:nvSpPr>
              <p:cNvPr id="49065" name=""/>
              <p:cNvSpPr/>
              <p:nvPr/>
            </p:nvSpPr>
            <p:spPr>
              <a:xfrm>
                <a:off x="3437" y="2181"/>
                <a:ext cx="102" cy="3"/>
              </a:xfrm>
              <a:custGeom>
                <a:pathLst>
                  <a:path w="204" h="8">
                    <a:moveTo>
                      <a:pt x="204" y="0"/>
                    </a:moveTo>
                    <a:lnTo>
                      <a:pt x="202" y="0"/>
                    </a:lnTo>
                    <a:lnTo>
                      <a:pt x="0" y="0"/>
                    </a:lnTo>
                    <a:lnTo>
                      <a:pt x="0" y="8"/>
                    </a:lnTo>
                    <a:lnTo>
                      <a:pt x="202" y="8"/>
                    </a:lnTo>
                    <a:lnTo>
                      <a:pt x="200" y="0"/>
                    </a:lnTo>
                    <a:lnTo>
                      <a:pt x="204" y="0"/>
                    </a:lnTo>
                    <a:lnTo>
                      <a:pt x="202" y="0"/>
                    </a:lnTo>
                    <a:lnTo>
                      <a:pt x="204" y="0"/>
                    </a:lnTo>
                    <a:close/>
                  </a:path>
                </a:pathLst>
              </a:custGeom>
              <a:solidFill>
                <a:srgbClr val="000000"/>
              </a:solidFill>
              <a:ln>
                <a:noFill/>
                <a:round/>
              </a:ln>
            </p:spPr>
          </p:sp>
          <p:sp>
            <p:nvSpPr>
              <p:cNvPr id="49066" name=""/>
              <p:cNvSpPr/>
              <p:nvPr/>
            </p:nvSpPr>
            <p:spPr>
              <a:xfrm>
                <a:off x="3535" y="2181"/>
                <a:ext cx="4" cy="6"/>
              </a:xfrm>
              <a:custGeom>
                <a:pathLst>
                  <a:path w="7" h="13">
                    <a:moveTo>
                      <a:pt x="3" y="13"/>
                    </a:moveTo>
                    <a:lnTo>
                      <a:pt x="7" y="11"/>
                    </a:lnTo>
                    <a:lnTo>
                      <a:pt x="7" y="0"/>
                    </a:lnTo>
                    <a:lnTo>
                      <a:pt x="0" y="0"/>
                    </a:lnTo>
                    <a:lnTo>
                      <a:pt x="0" y="11"/>
                    </a:lnTo>
                    <a:lnTo>
                      <a:pt x="3" y="11"/>
                    </a:lnTo>
                    <a:lnTo>
                      <a:pt x="3" y="13"/>
                    </a:lnTo>
                    <a:lnTo>
                      <a:pt x="7" y="13"/>
                    </a:lnTo>
                    <a:lnTo>
                      <a:pt x="7" y="11"/>
                    </a:lnTo>
                    <a:lnTo>
                      <a:pt x="3" y="13"/>
                    </a:lnTo>
                    <a:close/>
                  </a:path>
                </a:pathLst>
              </a:custGeom>
              <a:solidFill>
                <a:srgbClr val="000000"/>
              </a:solidFill>
              <a:ln>
                <a:noFill/>
                <a:round/>
              </a:ln>
            </p:spPr>
          </p:sp>
          <p:sp>
            <p:nvSpPr>
              <p:cNvPr id="49067" name=""/>
              <p:cNvSpPr/>
              <p:nvPr/>
            </p:nvSpPr>
            <p:spPr>
              <a:xfrm>
                <a:off x="3435" y="2183"/>
                <a:ext cx="103" cy="4"/>
              </a:xfrm>
              <a:custGeom>
                <a:pathLst>
                  <a:path w="206" h="7">
                    <a:moveTo>
                      <a:pt x="0" y="0"/>
                    </a:moveTo>
                    <a:lnTo>
                      <a:pt x="2" y="7"/>
                    </a:lnTo>
                    <a:lnTo>
                      <a:pt x="206" y="7"/>
                    </a:lnTo>
                    <a:lnTo>
                      <a:pt x="206" y="0"/>
                    </a:lnTo>
                    <a:lnTo>
                      <a:pt x="2" y="0"/>
                    </a:lnTo>
                    <a:lnTo>
                      <a:pt x="0" y="0"/>
                    </a:lnTo>
                    <a:lnTo>
                      <a:pt x="0" y="7"/>
                    </a:lnTo>
                    <a:lnTo>
                      <a:pt x="2" y="7"/>
                    </a:lnTo>
                    <a:lnTo>
                      <a:pt x="0" y="0"/>
                    </a:lnTo>
                    <a:close/>
                  </a:path>
                </a:pathLst>
              </a:custGeom>
              <a:solidFill>
                <a:srgbClr val="000000"/>
              </a:solidFill>
              <a:ln>
                <a:noFill/>
                <a:round/>
              </a:ln>
            </p:spPr>
          </p:sp>
          <p:sp>
            <p:nvSpPr>
              <p:cNvPr id="49068" name=""/>
              <p:cNvSpPr/>
              <p:nvPr/>
            </p:nvSpPr>
            <p:spPr>
              <a:xfrm>
                <a:off x="3435" y="2181"/>
                <a:ext cx="3" cy="6"/>
              </a:xfrm>
              <a:custGeom>
                <a:pathLst>
                  <a:path w="6" h="13">
                    <a:moveTo>
                      <a:pt x="6" y="0"/>
                    </a:moveTo>
                    <a:lnTo>
                      <a:pt x="0" y="0"/>
                    </a:lnTo>
                    <a:lnTo>
                      <a:pt x="0" y="13"/>
                    </a:lnTo>
                    <a:lnTo>
                      <a:pt x="6" y="13"/>
                    </a:lnTo>
                    <a:lnTo>
                      <a:pt x="6" y="0"/>
                    </a:lnTo>
                    <a:lnTo>
                      <a:pt x="6" y="4"/>
                    </a:lnTo>
                    <a:lnTo>
                      <a:pt x="6" y="0"/>
                    </a:lnTo>
                    <a:lnTo>
                      <a:pt x="0" y="0"/>
                    </a:lnTo>
                    <a:lnTo>
                      <a:pt x="6" y="0"/>
                    </a:lnTo>
                    <a:close/>
                  </a:path>
                </a:pathLst>
              </a:custGeom>
              <a:solidFill>
                <a:srgbClr val="000000"/>
              </a:solidFill>
              <a:ln>
                <a:noFill/>
                <a:round/>
              </a:ln>
            </p:spPr>
          </p:sp>
          <p:sp>
            <p:nvSpPr>
              <p:cNvPr id="49069" name=""/>
              <p:cNvSpPr/>
              <p:nvPr/>
            </p:nvSpPr>
            <p:spPr>
              <a:xfrm>
                <a:off x="3437" y="2183"/>
                <a:ext cx="102" cy="36"/>
              </a:xfrm>
              <a:custGeom>
                <a:pathLst>
                  <a:path w="204" h="70">
                    <a:moveTo>
                      <a:pt x="3" y="0"/>
                    </a:moveTo>
                    <a:lnTo>
                      <a:pt x="200" y="0"/>
                    </a:lnTo>
                    <a:lnTo>
                      <a:pt x="202" y="0"/>
                    </a:lnTo>
                    <a:lnTo>
                      <a:pt x="204" y="2"/>
                    </a:lnTo>
                    <a:lnTo>
                      <a:pt x="204" y="3"/>
                    </a:lnTo>
                    <a:lnTo>
                      <a:pt x="204" y="65"/>
                    </a:lnTo>
                    <a:lnTo>
                      <a:pt x="204" y="66"/>
                    </a:lnTo>
                    <a:lnTo>
                      <a:pt x="204" y="68"/>
                    </a:lnTo>
                    <a:lnTo>
                      <a:pt x="202" y="68"/>
                    </a:lnTo>
                    <a:lnTo>
                      <a:pt x="202" y="70"/>
                    </a:lnTo>
                    <a:lnTo>
                      <a:pt x="200" y="70"/>
                    </a:lnTo>
                    <a:lnTo>
                      <a:pt x="3" y="70"/>
                    </a:lnTo>
                    <a:lnTo>
                      <a:pt x="2" y="70"/>
                    </a:lnTo>
                    <a:lnTo>
                      <a:pt x="0" y="70"/>
                    </a:lnTo>
                    <a:lnTo>
                      <a:pt x="0" y="68"/>
                    </a:lnTo>
                    <a:lnTo>
                      <a:pt x="0" y="66"/>
                    </a:lnTo>
                    <a:lnTo>
                      <a:pt x="0" y="65"/>
                    </a:lnTo>
                    <a:lnTo>
                      <a:pt x="0" y="3"/>
                    </a:lnTo>
                    <a:lnTo>
                      <a:pt x="0" y="2"/>
                    </a:lnTo>
                    <a:lnTo>
                      <a:pt x="0" y="0"/>
                    </a:lnTo>
                    <a:lnTo>
                      <a:pt x="3" y="0"/>
                    </a:lnTo>
                    <a:close/>
                  </a:path>
                </a:pathLst>
              </a:custGeom>
              <a:solidFill>
                <a:srgbClr val="C0C080"/>
              </a:solidFill>
              <a:ln>
                <a:noFill/>
                <a:round/>
              </a:ln>
            </p:spPr>
          </p:sp>
          <p:sp>
            <p:nvSpPr>
              <p:cNvPr id="49070" name=""/>
              <p:cNvSpPr/>
              <p:nvPr/>
            </p:nvSpPr>
            <p:spPr>
              <a:xfrm>
                <a:off x="3460" y="2188"/>
                <a:ext cx="42" cy="29"/>
              </a:xfrm>
              <a:custGeom>
                <a:pathLst>
                  <a:path w="84" h="57">
                    <a:moveTo>
                      <a:pt x="6" y="0"/>
                    </a:moveTo>
                    <a:lnTo>
                      <a:pt x="79" y="0"/>
                    </a:lnTo>
                    <a:lnTo>
                      <a:pt x="81" y="0"/>
                    </a:lnTo>
                    <a:lnTo>
                      <a:pt x="83" y="2"/>
                    </a:lnTo>
                    <a:lnTo>
                      <a:pt x="83" y="3"/>
                    </a:lnTo>
                    <a:lnTo>
                      <a:pt x="84" y="5"/>
                    </a:lnTo>
                    <a:lnTo>
                      <a:pt x="84" y="7"/>
                    </a:lnTo>
                    <a:lnTo>
                      <a:pt x="84" y="52"/>
                    </a:lnTo>
                    <a:lnTo>
                      <a:pt x="83" y="54"/>
                    </a:lnTo>
                    <a:lnTo>
                      <a:pt x="83" y="56"/>
                    </a:lnTo>
                    <a:lnTo>
                      <a:pt x="83" y="57"/>
                    </a:lnTo>
                    <a:lnTo>
                      <a:pt x="81" y="57"/>
                    </a:lnTo>
                    <a:lnTo>
                      <a:pt x="79" y="57"/>
                    </a:lnTo>
                    <a:lnTo>
                      <a:pt x="6" y="57"/>
                    </a:lnTo>
                    <a:lnTo>
                      <a:pt x="4" y="57"/>
                    </a:lnTo>
                    <a:lnTo>
                      <a:pt x="2" y="56"/>
                    </a:lnTo>
                    <a:lnTo>
                      <a:pt x="0" y="54"/>
                    </a:lnTo>
                    <a:lnTo>
                      <a:pt x="0" y="52"/>
                    </a:lnTo>
                    <a:lnTo>
                      <a:pt x="0" y="7"/>
                    </a:lnTo>
                    <a:lnTo>
                      <a:pt x="0" y="5"/>
                    </a:lnTo>
                    <a:lnTo>
                      <a:pt x="2" y="3"/>
                    </a:lnTo>
                    <a:lnTo>
                      <a:pt x="2" y="2"/>
                    </a:lnTo>
                    <a:lnTo>
                      <a:pt x="4" y="0"/>
                    </a:lnTo>
                    <a:lnTo>
                      <a:pt x="6" y="0"/>
                    </a:lnTo>
                    <a:close/>
                  </a:path>
                </a:pathLst>
              </a:custGeom>
              <a:solidFill>
                <a:srgbClr val="00DFCA"/>
              </a:solidFill>
              <a:ln>
                <a:noFill/>
                <a:round/>
              </a:ln>
            </p:spPr>
          </p:sp>
          <p:sp>
            <p:nvSpPr>
              <p:cNvPr id="49071" name=""/>
              <p:cNvSpPr/>
              <p:nvPr/>
            </p:nvSpPr>
            <p:spPr>
              <a:xfrm>
                <a:off x="3466" y="2189"/>
                <a:ext cx="70" cy="23"/>
              </a:xfrm>
              <a:custGeom>
                <a:pathLst>
                  <a:path w="142" h="46">
                    <a:moveTo>
                      <a:pt x="0" y="0"/>
                    </a:moveTo>
                    <a:lnTo>
                      <a:pt x="142" y="0"/>
                    </a:lnTo>
                    <a:lnTo>
                      <a:pt x="142" y="32"/>
                    </a:lnTo>
                    <a:lnTo>
                      <a:pt x="20" y="32"/>
                    </a:lnTo>
                    <a:lnTo>
                      <a:pt x="20" y="46"/>
                    </a:lnTo>
                    <a:lnTo>
                      <a:pt x="0" y="46"/>
                    </a:lnTo>
                    <a:lnTo>
                      <a:pt x="0" y="0"/>
                    </a:lnTo>
                    <a:close/>
                  </a:path>
                </a:pathLst>
              </a:custGeom>
              <a:solidFill>
                <a:srgbClr val="404010"/>
              </a:solidFill>
              <a:ln>
                <a:noFill/>
                <a:round/>
              </a:ln>
            </p:spPr>
          </p:sp>
          <p:sp>
            <p:nvSpPr>
              <p:cNvPr id="49072" name=""/>
              <p:cNvSpPr/>
              <p:nvPr/>
            </p:nvSpPr>
            <p:spPr>
              <a:xfrm>
                <a:off x="3437" y="2176"/>
                <a:ext cx="102" cy="8"/>
              </a:xfrm>
              <a:prstGeom prst="rect">
                <a:avLst/>
              </a:prstGeom>
              <a:solidFill>
                <a:srgbClr val="C0C080"/>
              </a:solidFill>
              <a:ln>
                <a:noFill/>
                <a:miter lim="800000"/>
              </a:ln>
            </p:spPr>
          </p:sp>
          <p:sp>
            <p:nvSpPr>
              <p:cNvPr id="49073" name=""/>
              <p:cNvSpPr/>
              <p:nvPr/>
            </p:nvSpPr>
            <p:spPr>
              <a:xfrm>
                <a:off x="3433" y="2110"/>
                <a:ext cx="110" cy="7"/>
              </a:xfrm>
              <a:custGeom>
                <a:pathLst>
                  <a:path w="218" h="15">
                    <a:moveTo>
                      <a:pt x="3" y="0"/>
                    </a:moveTo>
                    <a:lnTo>
                      <a:pt x="215" y="0"/>
                    </a:lnTo>
                    <a:lnTo>
                      <a:pt x="216" y="0"/>
                    </a:lnTo>
                    <a:lnTo>
                      <a:pt x="218" y="6"/>
                    </a:lnTo>
                    <a:lnTo>
                      <a:pt x="218" y="11"/>
                    </a:lnTo>
                    <a:lnTo>
                      <a:pt x="215" y="15"/>
                    </a:lnTo>
                    <a:lnTo>
                      <a:pt x="3" y="15"/>
                    </a:lnTo>
                    <a:lnTo>
                      <a:pt x="1" y="11"/>
                    </a:lnTo>
                    <a:lnTo>
                      <a:pt x="0" y="9"/>
                    </a:lnTo>
                    <a:lnTo>
                      <a:pt x="0" y="4"/>
                    </a:lnTo>
                    <a:lnTo>
                      <a:pt x="3" y="0"/>
                    </a:lnTo>
                    <a:close/>
                  </a:path>
                </a:pathLst>
              </a:custGeom>
              <a:solidFill>
                <a:srgbClr val="E0D0A0"/>
              </a:solidFill>
              <a:ln>
                <a:noFill/>
                <a:round/>
              </a:ln>
            </p:spPr>
          </p:sp>
          <p:sp>
            <p:nvSpPr>
              <p:cNvPr id="49074" name=""/>
              <p:cNvSpPr/>
              <p:nvPr/>
            </p:nvSpPr>
            <p:spPr>
              <a:xfrm>
                <a:off x="3440" y="2133"/>
                <a:ext cx="22" cy="5"/>
              </a:xfrm>
              <a:custGeom>
                <a:pathLst>
                  <a:path w="43" h="9">
                    <a:moveTo>
                      <a:pt x="2" y="0"/>
                    </a:moveTo>
                    <a:lnTo>
                      <a:pt x="43" y="0"/>
                    </a:lnTo>
                    <a:lnTo>
                      <a:pt x="43" y="4"/>
                    </a:lnTo>
                    <a:lnTo>
                      <a:pt x="43" y="9"/>
                    </a:lnTo>
                    <a:lnTo>
                      <a:pt x="2" y="9"/>
                    </a:lnTo>
                    <a:lnTo>
                      <a:pt x="0" y="5"/>
                    </a:lnTo>
                    <a:lnTo>
                      <a:pt x="0" y="0"/>
                    </a:lnTo>
                    <a:lnTo>
                      <a:pt x="2" y="0"/>
                    </a:lnTo>
                    <a:close/>
                  </a:path>
                </a:pathLst>
              </a:custGeom>
              <a:solidFill>
                <a:srgbClr val="E0E0B0"/>
              </a:solidFill>
              <a:ln>
                <a:noFill/>
                <a:round/>
              </a:ln>
            </p:spPr>
          </p:sp>
          <p:sp>
            <p:nvSpPr>
              <p:cNvPr id="49075" name=""/>
              <p:cNvSpPr/>
              <p:nvPr/>
            </p:nvSpPr>
            <p:spPr>
              <a:xfrm>
                <a:off x="3460" y="2134"/>
                <a:ext cx="43" cy="4"/>
              </a:xfrm>
              <a:custGeom>
                <a:pathLst>
                  <a:path w="86" h="7">
                    <a:moveTo>
                      <a:pt x="0" y="0"/>
                    </a:moveTo>
                    <a:lnTo>
                      <a:pt x="86" y="0"/>
                    </a:lnTo>
                    <a:lnTo>
                      <a:pt x="0" y="7"/>
                    </a:lnTo>
                    <a:lnTo>
                      <a:pt x="0" y="0"/>
                    </a:lnTo>
                    <a:close/>
                  </a:path>
                </a:pathLst>
              </a:custGeom>
              <a:solidFill>
                <a:srgbClr val="E0E0B0"/>
              </a:solidFill>
              <a:ln>
                <a:noFill/>
                <a:round/>
              </a:ln>
            </p:spPr>
          </p:sp>
          <p:sp>
            <p:nvSpPr>
              <p:cNvPr id="49076" name=""/>
              <p:cNvSpPr/>
              <p:nvPr/>
            </p:nvSpPr>
            <p:spPr>
              <a:xfrm>
                <a:off x="3502" y="2133"/>
                <a:ext cx="34" cy="5"/>
              </a:xfrm>
              <a:custGeom>
                <a:pathLst>
                  <a:path w="69" h="9">
                    <a:moveTo>
                      <a:pt x="2" y="0"/>
                    </a:moveTo>
                    <a:lnTo>
                      <a:pt x="67" y="0"/>
                    </a:lnTo>
                    <a:lnTo>
                      <a:pt x="69" y="4"/>
                    </a:lnTo>
                    <a:lnTo>
                      <a:pt x="67" y="9"/>
                    </a:lnTo>
                    <a:lnTo>
                      <a:pt x="2" y="9"/>
                    </a:lnTo>
                    <a:lnTo>
                      <a:pt x="0" y="4"/>
                    </a:lnTo>
                    <a:lnTo>
                      <a:pt x="2" y="0"/>
                    </a:lnTo>
                    <a:close/>
                  </a:path>
                </a:pathLst>
              </a:custGeom>
              <a:solidFill>
                <a:srgbClr val="E0E0B0"/>
              </a:solidFill>
              <a:ln>
                <a:noFill/>
                <a:round/>
              </a:ln>
            </p:spPr>
          </p:sp>
          <p:sp>
            <p:nvSpPr>
              <p:cNvPr id="49077" name=""/>
              <p:cNvSpPr/>
              <p:nvPr/>
            </p:nvSpPr>
            <p:spPr>
              <a:xfrm>
                <a:off x="3462" y="2136"/>
                <a:ext cx="41" cy="8"/>
              </a:xfrm>
              <a:custGeom>
                <a:pathLst>
                  <a:path w="82" h="17">
                    <a:moveTo>
                      <a:pt x="0" y="0"/>
                    </a:moveTo>
                    <a:lnTo>
                      <a:pt x="80" y="0"/>
                    </a:lnTo>
                    <a:lnTo>
                      <a:pt x="82" y="2"/>
                    </a:lnTo>
                    <a:lnTo>
                      <a:pt x="82" y="15"/>
                    </a:lnTo>
                    <a:lnTo>
                      <a:pt x="80" y="17"/>
                    </a:lnTo>
                    <a:lnTo>
                      <a:pt x="0" y="17"/>
                    </a:lnTo>
                    <a:lnTo>
                      <a:pt x="0" y="15"/>
                    </a:lnTo>
                    <a:lnTo>
                      <a:pt x="0" y="2"/>
                    </a:lnTo>
                    <a:lnTo>
                      <a:pt x="0" y="0"/>
                    </a:lnTo>
                    <a:close/>
                  </a:path>
                </a:pathLst>
              </a:custGeom>
              <a:solidFill>
                <a:srgbClr val="00DFCA"/>
              </a:solidFill>
              <a:ln>
                <a:noFill/>
                <a:round/>
              </a:ln>
            </p:spPr>
          </p:sp>
          <p:sp>
            <p:nvSpPr>
              <p:cNvPr id="49078" name=""/>
              <p:cNvSpPr/>
              <p:nvPr/>
            </p:nvSpPr>
            <p:spPr>
              <a:xfrm>
                <a:off x="3516" y="2123"/>
                <a:ext cx="11" cy="3"/>
              </a:xfrm>
              <a:prstGeom prst="rect">
                <a:avLst/>
              </a:prstGeom>
              <a:solidFill>
                <a:srgbClr val="F0E0C0"/>
              </a:solidFill>
              <a:ln>
                <a:noFill/>
                <a:miter lim="800000"/>
              </a:ln>
            </p:spPr>
          </p:sp>
          <p:sp>
            <p:nvSpPr>
              <p:cNvPr id="49079" name=""/>
              <p:cNvSpPr/>
              <p:nvPr/>
            </p:nvSpPr>
            <p:spPr>
              <a:xfrm>
                <a:off x="3509" y="2123"/>
                <a:ext cx="18" cy="12"/>
              </a:xfrm>
              <a:custGeom>
                <a:pathLst>
                  <a:path w="38" h="24">
                    <a:moveTo>
                      <a:pt x="11" y="0"/>
                    </a:moveTo>
                    <a:lnTo>
                      <a:pt x="0" y="20"/>
                    </a:lnTo>
                    <a:lnTo>
                      <a:pt x="0" y="24"/>
                    </a:lnTo>
                    <a:lnTo>
                      <a:pt x="30" y="24"/>
                    </a:lnTo>
                    <a:lnTo>
                      <a:pt x="38" y="11"/>
                    </a:lnTo>
                    <a:lnTo>
                      <a:pt x="13" y="11"/>
                    </a:lnTo>
                    <a:lnTo>
                      <a:pt x="11" y="0"/>
                    </a:lnTo>
                    <a:close/>
                  </a:path>
                </a:pathLst>
              </a:custGeom>
              <a:solidFill>
                <a:srgbClr val="808060"/>
              </a:solidFill>
              <a:ln>
                <a:noFill/>
                <a:round/>
              </a:ln>
            </p:spPr>
          </p:sp>
          <p:sp>
            <p:nvSpPr>
              <p:cNvPr id="49080" name=""/>
              <p:cNvSpPr/>
              <p:nvPr/>
            </p:nvSpPr>
            <p:spPr>
              <a:xfrm>
                <a:off x="3463" y="2137"/>
                <a:ext cx="6" cy="6"/>
              </a:xfrm>
              <a:custGeom>
                <a:pathLst>
                  <a:path w="12" h="13">
                    <a:moveTo>
                      <a:pt x="1" y="0"/>
                    </a:moveTo>
                    <a:lnTo>
                      <a:pt x="10" y="0"/>
                    </a:lnTo>
                    <a:lnTo>
                      <a:pt x="12" y="0"/>
                    </a:lnTo>
                    <a:lnTo>
                      <a:pt x="12" y="4"/>
                    </a:lnTo>
                    <a:lnTo>
                      <a:pt x="12" y="9"/>
                    </a:lnTo>
                    <a:lnTo>
                      <a:pt x="12" y="13"/>
                    </a:lnTo>
                    <a:lnTo>
                      <a:pt x="1" y="13"/>
                    </a:lnTo>
                    <a:lnTo>
                      <a:pt x="0" y="9"/>
                    </a:lnTo>
                    <a:lnTo>
                      <a:pt x="0" y="4"/>
                    </a:lnTo>
                    <a:lnTo>
                      <a:pt x="0" y="0"/>
                    </a:lnTo>
                    <a:lnTo>
                      <a:pt x="1" y="0"/>
                    </a:lnTo>
                    <a:close/>
                  </a:path>
                </a:pathLst>
              </a:custGeom>
              <a:solidFill>
                <a:srgbClr val="A0A070"/>
              </a:solidFill>
              <a:ln>
                <a:noFill/>
                <a:round/>
              </a:ln>
            </p:spPr>
          </p:sp>
          <p:sp>
            <p:nvSpPr>
              <p:cNvPr id="49081" name=""/>
              <p:cNvSpPr/>
              <p:nvPr/>
            </p:nvSpPr>
            <p:spPr>
              <a:xfrm>
                <a:off x="3463" y="2137"/>
                <a:ext cx="6" cy="5"/>
              </a:xfrm>
              <a:custGeom>
                <a:pathLst>
                  <a:path w="12" h="11">
                    <a:moveTo>
                      <a:pt x="5" y="0"/>
                    </a:moveTo>
                    <a:lnTo>
                      <a:pt x="10" y="0"/>
                    </a:lnTo>
                    <a:lnTo>
                      <a:pt x="12" y="0"/>
                    </a:lnTo>
                    <a:lnTo>
                      <a:pt x="12" y="6"/>
                    </a:lnTo>
                    <a:lnTo>
                      <a:pt x="12" y="11"/>
                    </a:lnTo>
                    <a:lnTo>
                      <a:pt x="5" y="11"/>
                    </a:lnTo>
                    <a:lnTo>
                      <a:pt x="1" y="11"/>
                    </a:lnTo>
                    <a:lnTo>
                      <a:pt x="0" y="11"/>
                    </a:lnTo>
                    <a:lnTo>
                      <a:pt x="0" y="6"/>
                    </a:lnTo>
                    <a:lnTo>
                      <a:pt x="1" y="6"/>
                    </a:lnTo>
                    <a:lnTo>
                      <a:pt x="1" y="0"/>
                    </a:lnTo>
                    <a:lnTo>
                      <a:pt x="5" y="0"/>
                    </a:lnTo>
                    <a:close/>
                  </a:path>
                </a:pathLst>
              </a:custGeom>
              <a:solidFill>
                <a:srgbClr val="A0FF00"/>
              </a:solidFill>
              <a:ln>
                <a:noFill/>
                <a:round/>
              </a:ln>
            </p:spPr>
          </p:sp>
          <p:sp>
            <p:nvSpPr>
              <p:cNvPr id="49082" name=""/>
              <p:cNvSpPr/>
              <p:nvPr/>
            </p:nvSpPr>
            <p:spPr>
              <a:xfrm>
                <a:off x="3466" y="2137"/>
                <a:ext cx="1" cy="4"/>
              </a:xfrm>
              <a:custGeom>
                <a:pathLst>
                  <a:path w="4" h="9">
                    <a:moveTo>
                      <a:pt x="4" y="0"/>
                    </a:moveTo>
                    <a:lnTo>
                      <a:pt x="4" y="9"/>
                    </a:lnTo>
                    <a:lnTo>
                      <a:pt x="0" y="9"/>
                    </a:lnTo>
                    <a:lnTo>
                      <a:pt x="4" y="0"/>
                    </a:lnTo>
                    <a:close/>
                  </a:path>
                </a:pathLst>
              </a:custGeom>
              <a:solidFill>
                <a:srgbClr val="FFFFFF"/>
              </a:solidFill>
              <a:ln>
                <a:noFill/>
                <a:round/>
              </a:ln>
            </p:spPr>
          </p:sp>
          <p:sp>
            <p:nvSpPr>
              <p:cNvPr id="49083" name=""/>
              <p:cNvSpPr/>
              <p:nvPr/>
            </p:nvSpPr>
            <p:spPr>
              <a:xfrm>
                <a:off x="3448" y="2112"/>
                <a:ext cx="7" cy="5"/>
              </a:xfrm>
              <a:custGeom>
                <a:pathLst>
                  <a:path w="15" h="9">
                    <a:moveTo>
                      <a:pt x="4" y="0"/>
                    </a:moveTo>
                    <a:lnTo>
                      <a:pt x="11" y="0"/>
                    </a:lnTo>
                    <a:lnTo>
                      <a:pt x="15" y="0"/>
                    </a:lnTo>
                    <a:lnTo>
                      <a:pt x="15" y="3"/>
                    </a:lnTo>
                    <a:lnTo>
                      <a:pt x="15" y="5"/>
                    </a:lnTo>
                    <a:lnTo>
                      <a:pt x="11" y="9"/>
                    </a:lnTo>
                    <a:lnTo>
                      <a:pt x="4" y="9"/>
                    </a:lnTo>
                    <a:lnTo>
                      <a:pt x="0" y="5"/>
                    </a:lnTo>
                    <a:lnTo>
                      <a:pt x="0" y="3"/>
                    </a:lnTo>
                    <a:lnTo>
                      <a:pt x="0" y="0"/>
                    </a:lnTo>
                    <a:lnTo>
                      <a:pt x="4" y="0"/>
                    </a:lnTo>
                    <a:close/>
                  </a:path>
                </a:pathLst>
              </a:custGeom>
              <a:solidFill>
                <a:srgbClr val="A0A070"/>
              </a:solidFill>
              <a:ln>
                <a:noFill/>
                <a:round/>
              </a:ln>
            </p:spPr>
          </p:sp>
          <p:sp>
            <p:nvSpPr>
              <p:cNvPr id="49084" name=""/>
              <p:cNvSpPr/>
              <p:nvPr/>
            </p:nvSpPr>
            <p:spPr>
              <a:xfrm>
                <a:off x="3448" y="2112"/>
                <a:ext cx="7" cy="5"/>
              </a:xfrm>
              <a:custGeom>
                <a:pathLst>
                  <a:path w="15" h="9">
                    <a:moveTo>
                      <a:pt x="4" y="0"/>
                    </a:moveTo>
                    <a:lnTo>
                      <a:pt x="11" y="0"/>
                    </a:lnTo>
                    <a:lnTo>
                      <a:pt x="15" y="3"/>
                    </a:lnTo>
                    <a:lnTo>
                      <a:pt x="15" y="5"/>
                    </a:lnTo>
                    <a:lnTo>
                      <a:pt x="11" y="5"/>
                    </a:lnTo>
                    <a:lnTo>
                      <a:pt x="11" y="9"/>
                    </a:lnTo>
                    <a:lnTo>
                      <a:pt x="4" y="9"/>
                    </a:lnTo>
                    <a:lnTo>
                      <a:pt x="4" y="5"/>
                    </a:lnTo>
                    <a:lnTo>
                      <a:pt x="0" y="5"/>
                    </a:lnTo>
                    <a:lnTo>
                      <a:pt x="0" y="3"/>
                    </a:lnTo>
                    <a:lnTo>
                      <a:pt x="4" y="3"/>
                    </a:lnTo>
                    <a:lnTo>
                      <a:pt x="4" y="0"/>
                    </a:lnTo>
                    <a:close/>
                  </a:path>
                </a:pathLst>
              </a:custGeom>
              <a:solidFill>
                <a:srgbClr val="A0FF00"/>
              </a:solidFill>
              <a:ln>
                <a:noFill/>
                <a:round/>
              </a:ln>
            </p:spPr>
          </p:sp>
          <p:sp>
            <p:nvSpPr>
              <p:cNvPr id="49085" name=""/>
              <p:cNvSpPr/>
              <p:nvPr/>
            </p:nvSpPr>
            <p:spPr>
              <a:xfrm>
                <a:off x="3514" y="2112"/>
                <a:ext cx="7" cy="5"/>
              </a:xfrm>
              <a:custGeom>
                <a:pathLst>
                  <a:path w="14" h="9">
                    <a:moveTo>
                      <a:pt x="2" y="0"/>
                    </a:moveTo>
                    <a:lnTo>
                      <a:pt x="9" y="0"/>
                    </a:lnTo>
                    <a:lnTo>
                      <a:pt x="12" y="0"/>
                    </a:lnTo>
                    <a:lnTo>
                      <a:pt x="14" y="3"/>
                    </a:lnTo>
                    <a:lnTo>
                      <a:pt x="12" y="5"/>
                    </a:lnTo>
                    <a:lnTo>
                      <a:pt x="12" y="9"/>
                    </a:lnTo>
                    <a:lnTo>
                      <a:pt x="2" y="9"/>
                    </a:lnTo>
                    <a:lnTo>
                      <a:pt x="2" y="5"/>
                    </a:lnTo>
                    <a:lnTo>
                      <a:pt x="0" y="5"/>
                    </a:lnTo>
                    <a:lnTo>
                      <a:pt x="0" y="3"/>
                    </a:lnTo>
                    <a:lnTo>
                      <a:pt x="2" y="0"/>
                    </a:lnTo>
                    <a:close/>
                  </a:path>
                </a:pathLst>
              </a:custGeom>
              <a:solidFill>
                <a:srgbClr val="A0A070"/>
              </a:solidFill>
              <a:ln>
                <a:noFill/>
                <a:round/>
              </a:ln>
            </p:spPr>
          </p:sp>
          <p:sp>
            <p:nvSpPr>
              <p:cNvPr id="49086" name=""/>
              <p:cNvSpPr/>
              <p:nvPr/>
            </p:nvSpPr>
            <p:spPr>
              <a:xfrm>
                <a:off x="3514" y="2112"/>
                <a:ext cx="6" cy="5"/>
              </a:xfrm>
              <a:custGeom>
                <a:pathLst>
                  <a:path w="12" h="9">
                    <a:moveTo>
                      <a:pt x="0" y="0"/>
                    </a:moveTo>
                    <a:lnTo>
                      <a:pt x="9" y="0"/>
                    </a:lnTo>
                    <a:lnTo>
                      <a:pt x="12" y="0"/>
                    </a:lnTo>
                    <a:lnTo>
                      <a:pt x="12" y="5"/>
                    </a:lnTo>
                    <a:lnTo>
                      <a:pt x="12" y="9"/>
                    </a:lnTo>
                    <a:lnTo>
                      <a:pt x="9" y="9"/>
                    </a:lnTo>
                    <a:lnTo>
                      <a:pt x="0" y="9"/>
                    </a:lnTo>
                    <a:lnTo>
                      <a:pt x="0" y="5"/>
                    </a:lnTo>
                    <a:lnTo>
                      <a:pt x="0" y="0"/>
                    </a:lnTo>
                    <a:close/>
                  </a:path>
                </a:pathLst>
              </a:custGeom>
              <a:solidFill>
                <a:srgbClr val="A0FF00"/>
              </a:solidFill>
              <a:ln>
                <a:noFill/>
                <a:round/>
              </a:ln>
            </p:spPr>
          </p:sp>
          <p:sp>
            <p:nvSpPr>
              <p:cNvPr id="49087" name=""/>
              <p:cNvSpPr/>
              <p:nvPr/>
            </p:nvSpPr>
            <p:spPr>
              <a:xfrm>
                <a:off x="3514" y="2112"/>
                <a:ext cx="3" cy="3"/>
              </a:xfrm>
              <a:prstGeom prst="rect">
                <a:avLst/>
              </a:prstGeom>
              <a:solidFill>
                <a:srgbClr val="FFFFFF"/>
              </a:solidFill>
              <a:ln>
                <a:noFill/>
                <a:miter lim="800000"/>
              </a:ln>
            </p:spPr>
          </p:sp>
          <p:sp>
            <p:nvSpPr>
              <p:cNvPr id="49088" name=""/>
              <p:cNvSpPr/>
              <p:nvPr/>
            </p:nvSpPr>
            <p:spPr>
              <a:xfrm>
                <a:off x="3463" y="2165"/>
                <a:ext cx="6" cy="7"/>
              </a:xfrm>
              <a:custGeom>
                <a:pathLst>
                  <a:path w="12" h="12">
                    <a:moveTo>
                      <a:pt x="1" y="0"/>
                    </a:moveTo>
                    <a:lnTo>
                      <a:pt x="10" y="0"/>
                    </a:lnTo>
                    <a:lnTo>
                      <a:pt x="12" y="3"/>
                    </a:lnTo>
                    <a:lnTo>
                      <a:pt x="12" y="7"/>
                    </a:lnTo>
                    <a:lnTo>
                      <a:pt x="12" y="9"/>
                    </a:lnTo>
                    <a:lnTo>
                      <a:pt x="12" y="12"/>
                    </a:lnTo>
                    <a:lnTo>
                      <a:pt x="1" y="12"/>
                    </a:lnTo>
                    <a:lnTo>
                      <a:pt x="1" y="9"/>
                    </a:lnTo>
                    <a:lnTo>
                      <a:pt x="0" y="9"/>
                    </a:lnTo>
                    <a:lnTo>
                      <a:pt x="0" y="7"/>
                    </a:lnTo>
                    <a:lnTo>
                      <a:pt x="0" y="3"/>
                    </a:lnTo>
                    <a:lnTo>
                      <a:pt x="1" y="3"/>
                    </a:lnTo>
                    <a:lnTo>
                      <a:pt x="1" y="0"/>
                    </a:lnTo>
                    <a:close/>
                  </a:path>
                </a:pathLst>
              </a:custGeom>
              <a:solidFill>
                <a:srgbClr val="A0A070"/>
              </a:solidFill>
              <a:ln>
                <a:noFill/>
                <a:round/>
              </a:ln>
            </p:spPr>
          </p:sp>
          <p:sp>
            <p:nvSpPr>
              <p:cNvPr id="49089" name=""/>
              <p:cNvSpPr/>
              <p:nvPr/>
            </p:nvSpPr>
            <p:spPr>
              <a:xfrm>
                <a:off x="3463" y="2166"/>
                <a:ext cx="6" cy="5"/>
              </a:xfrm>
              <a:custGeom>
                <a:pathLst>
                  <a:path w="12" h="9">
                    <a:moveTo>
                      <a:pt x="5" y="0"/>
                    </a:moveTo>
                    <a:lnTo>
                      <a:pt x="10" y="0"/>
                    </a:lnTo>
                    <a:lnTo>
                      <a:pt x="12" y="0"/>
                    </a:lnTo>
                    <a:lnTo>
                      <a:pt x="12" y="5"/>
                    </a:lnTo>
                    <a:lnTo>
                      <a:pt x="12" y="9"/>
                    </a:lnTo>
                    <a:lnTo>
                      <a:pt x="5" y="9"/>
                    </a:lnTo>
                    <a:lnTo>
                      <a:pt x="1" y="9"/>
                    </a:lnTo>
                    <a:lnTo>
                      <a:pt x="0" y="9"/>
                    </a:lnTo>
                    <a:lnTo>
                      <a:pt x="0" y="5"/>
                    </a:lnTo>
                    <a:lnTo>
                      <a:pt x="1" y="0"/>
                    </a:lnTo>
                    <a:lnTo>
                      <a:pt x="5" y="0"/>
                    </a:lnTo>
                    <a:close/>
                  </a:path>
                </a:pathLst>
              </a:custGeom>
              <a:solidFill>
                <a:srgbClr val="A0FF00"/>
              </a:solidFill>
              <a:ln>
                <a:noFill/>
                <a:round/>
              </a:ln>
            </p:spPr>
          </p:sp>
          <p:sp>
            <p:nvSpPr>
              <p:cNvPr id="49090" name=""/>
              <p:cNvSpPr/>
              <p:nvPr/>
            </p:nvSpPr>
            <p:spPr>
              <a:xfrm>
                <a:off x="3466" y="2166"/>
                <a:ext cx="1" cy="4"/>
              </a:xfrm>
              <a:custGeom>
                <a:pathLst>
                  <a:path w="4" h="7">
                    <a:moveTo>
                      <a:pt x="4" y="0"/>
                    </a:moveTo>
                    <a:lnTo>
                      <a:pt x="4" y="7"/>
                    </a:lnTo>
                    <a:lnTo>
                      <a:pt x="0" y="7"/>
                    </a:lnTo>
                    <a:lnTo>
                      <a:pt x="4" y="0"/>
                    </a:lnTo>
                    <a:close/>
                  </a:path>
                </a:pathLst>
              </a:custGeom>
              <a:solidFill>
                <a:srgbClr val="FFFFFF"/>
              </a:solidFill>
              <a:ln>
                <a:noFill/>
                <a:round/>
              </a:ln>
            </p:spPr>
          </p:sp>
          <p:sp>
            <p:nvSpPr>
              <p:cNvPr id="49091" name=""/>
              <p:cNvSpPr/>
              <p:nvPr/>
            </p:nvSpPr>
            <p:spPr>
              <a:xfrm>
                <a:off x="3441" y="2210"/>
                <a:ext cx="8" cy="6"/>
              </a:xfrm>
              <a:custGeom>
                <a:pathLst>
                  <a:path w="14" h="11">
                    <a:moveTo>
                      <a:pt x="5" y="0"/>
                    </a:moveTo>
                    <a:lnTo>
                      <a:pt x="12" y="0"/>
                    </a:lnTo>
                    <a:lnTo>
                      <a:pt x="12" y="3"/>
                    </a:lnTo>
                    <a:lnTo>
                      <a:pt x="14" y="3"/>
                    </a:lnTo>
                    <a:lnTo>
                      <a:pt x="14" y="5"/>
                    </a:lnTo>
                    <a:lnTo>
                      <a:pt x="12" y="9"/>
                    </a:lnTo>
                    <a:lnTo>
                      <a:pt x="12" y="11"/>
                    </a:lnTo>
                    <a:lnTo>
                      <a:pt x="5" y="11"/>
                    </a:lnTo>
                    <a:lnTo>
                      <a:pt x="2" y="11"/>
                    </a:lnTo>
                    <a:lnTo>
                      <a:pt x="2" y="9"/>
                    </a:lnTo>
                    <a:lnTo>
                      <a:pt x="0" y="9"/>
                    </a:lnTo>
                    <a:lnTo>
                      <a:pt x="0" y="5"/>
                    </a:lnTo>
                    <a:lnTo>
                      <a:pt x="2" y="3"/>
                    </a:lnTo>
                    <a:lnTo>
                      <a:pt x="2" y="0"/>
                    </a:lnTo>
                    <a:lnTo>
                      <a:pt x="5" y="0"/>
                    </a:lnTo>
                    <a:close/>
                  </a:path>
                </a:pathLst>
              </a:custGeom>
              <a:solidFill>
                <a:srgbClr val="A0A070"/>
              </a:solidFill>
              <a:ln>
                <a:noFill/>
                <a:round/>
              </a:ln>
            </p:spPr>
          </p:sp>
          <p:sp>
            <p:nvSpPr>
              <p:cNvPr id="49092" name=""/>
              <p:cNvSpPr/>
              <p:nvPr/>
            </p:nvSpPr>
            <p:spPr>
              <a:xfrm>
                <a:off x="3444" y="2211"/>
                <a:ext cx="5" cy="4"/>
              </a:xfrm>
              <a:custGeom>
                <a:pathLst>
                  <a:path w="9" h="7">
                    <a:moveTo>
                      <a:pt x="0" y="0"/>
                    </a:moveTo>
                    <a:lnTo>
                      <a:pt x="0" y="7"/>
                    </a:lnTo>
                    <a:lnTo>
                      <a:pt x="9" y="7"/>
                    </a:lnTo>
                    <a:lnTo>
                      <a:pt x="0" y="0"/>
                    </a:lnTo>
                    <a:close/>
                  </a:path>
                </a:pathLst>
              </a:custGeom>
              <a:solidFill>
                <a:srgbClr val="A0FF00"/>
              </a:solidFill>
              <a:ln>
                <a:noFill/>
                <a:round/>
              </a:ln>
            </p:spPr>
          </p:sp>
          <p:sp>
            <p:nvSpPr>
              <p:cNvPr id="49093" name=""/>
              <p:cNvSpPr/>
              <p:nvPr/>
            </p:nvSpPr>
            <p:spPr>
              <a:xfrm>
                <a:off x="3444" y="2211"/>
                <a:ext cx="5" cy="4"/>
              </a:xfrm>
              <a:custGeom>
                <a:pathLst>
                  <a:path w="9" h="7">
                    <a:moveTo>
                      <a:pt x="0" y="0"/>
                    </a:moveTo>
                    <a:lnTo>
                      <a:pt x="0" y="7"/>
                    </a:lnTo>
                    <a:lnTo>
                      <a:pt x="9" y="7"/>
                    </a:lnTo>
                    <a:lnTo>
                      <a:pt x="0" y="0"/>
                    </a:lnTo>
                    <a:close/>
                  </a:path>
                </a:pathLst>
              </a:custGeom>
              <a:solidFill>
                <a:srgbClr val="A0FF00"/>
              </a:solidFill>
              <a:ln>
                <a:noFill/>
                <a:round/>
              </a:ln>
            </p:spPr>
          </p:sp>
          <p:sp>
            <p:nvSpPr>
              <p:cNvPr id="49094" name=""/>
              <p:cNvSpPr/>
              <p:nvPr/>
            </p:nvSpPr>
            <p:spPr>
              <a:xfrm>
                <a:off x="3444" y="2210"/>
                <a:ext cx="5" cy="3"/>
              </a:xfrm>
              <a:custGeom>
                <a:pathLst>
                  <a:path w="9" h="5">
                    <a:moveTo>
                      <a:pt x="0" y="0"/>
                    </a:moveTo>
                    <a:lnTo>
                      <a:pt x="0" y="5"/>
                    </a:lnTo>
                    <a:lnTo>
                      <a:pt x="9" y="5"/>
                    </a:lnTo>
                    <a:lnTo>
                      <a:pt x="0" y="0"/>
                    </a:lnTo>
                    <a:close/>
                  </a:path>
                </a:pathLst>
              </a:custGeom>
              <a:solidFill>
                <a:srgbClr val="A0FF00"/>
              </a:solidFill>
              <a:ln>
                <a:noFill/>
                <a:round/>
              </a:ln>
            </p:spPr>
          </p:sp>
          <p:sp>
            <p:nvSpPr>
              <p:cNvPr id="49095" name=""/>
              <p:cNvSpPr/>
              <p:nvPr/>
            </p:nvSpPr>
            <p:spPr>
              <a:xfrm>
                <a:off x="3444" y="2211"/>
                <a:ext cx="4" cy="4"/>
              </a:xfrm>
              <a:custGeom>
                <a:pathLst>
                  <a:path w="7" h="7">
                    <a:moveTo>
                      <a:pt x="0" y="0"/>
                    </a:moveTo>
                    <a:lnTo>
                      <a:pt x="7" y="0"/>
                    </a:lnTo>
                    <a:lnTo>
                      <a:pt x="0" y="7"/>
                    </a:lnTo>
                    <a:lnTo>
                      <a:pt x="0" y="0"/>
                    </a:lnTo>
                    <a:close/>
                  </a:path>
                </a:pathLst>
              </a:custGeom>
              <a:solidFill>
                <a:srgbClr val="FFFFFF"/>
              </a:solidFill>
              <a:ln>
                <a:noFill/>
                <a:round/>
              </a:ln>
            </p:spPr>
          </p:sp>
          <p:sp>
            <p:nvSpPr>
              <p:cNvPr id="49096" name=""/>
              <p:cNvSpPr/>
              <p:nvPr/>
            </p:nvSpPr>
            <p:spPr>
              <a:xfrm>
                <a:off x="3441" y="2129"/>
                <a:ext cx="93" cy="6"/>
              </a:xfrm>
              <a:prstGeom prst="rect">
                <a:avLst/>
              </a:prstGeom>
              <a:solidFill>
                <a:srgbClr val="505020"/>
              </a:solidFill>
              <a:ln>
                <a:noFill/>
                <a:miter lim="800000"/>
              </a:ln>
            </p:spPr>
          </p:sp>
          <p:sp>
            <p:nvSpPr>
              <p:cNvPr id="49097" name=""/>
              <p:cNvSpPr/>
              <p:nvPr/>
            </p:nvSpPr>
            <p:spPr>
              <a:xfrm>
                <a:off x="3462" y="2125"/>
                <a:ext cx="4" cy="8"/>
              </a:xfrm>
              <a:custGeom>
                <a:pathLst>
                  <a:path w="7" h="16">
                    <a:moveTo>
                      <a:pt x="3" y="0"/>
                    </a:moveTo>
                    <a:lnTo>
                      <a:pt x="7" y="2"/>
                    </a:lnTo>
                    <a:lnTo>
                      <a:pt x="7" y="14"/>
                    </a:lnTo>
                    <a:lnTo>
                      <a:pt x="3" y="16"/>
                    </a:lnTo>
                    <a:lnTo>
                      <a:pt x="0" y="2"/>
                    </a:lnTo>
                    <a:lnTo>
                      <a:pt x="3" y="0"/>
                    </a:lnTo>
                    <a:close/>
                  </a:path>
                </a:pathLst>
              </a:custGeom>
              <a:solidFill>
                <a:srgbClr val="E0E0B0"/>
              </a:solidFill>
              <a:ln>
                <a:noFill/>
                <a:round/>
              </a:ln>
            </p:spPr>
          </p:sp>
          <p:sp>
            <p:nvSpPr>
              <p:cNvPr id="49098" name=""/>
              <p:cNvSpPr/>
              <p:nvPr/>
            </p:nvSpPr>
            <p:spPr>
              <a:xfrm>
                <a:off x="3462" y="2134"/>
                <a:ext cx="4" cy="10"/>
              </a:xfrm>
              <a:custGeom>
                <a:pathLst>
                  <a:path w="7" h="20">
                    <a:moveTo>
                      <a:pt x="3" y="0"/>
                    </a:moveTo>
                    <a:lnTo>
                      <a:pt x="7" y="2"/>
                    </a:lnTo>
                    <a:lnTo>
                      <a:pt x="7" y="18"/>
                    </a:lnTo>
                    <a:lnTo>
                      <a:pt x="3" y="20"/>
                    </a:lnTo>
                    <a:lnTo>
                      <a:pt x="0" y="18"/>
                    </a:lnTo>
                    <a:lnTo>
                      <a:pt x="0" y="2"/>
                    </a:lnTo>
                    <a:lnTo>
                      <a:pt x="3" y="0"/>
                    </a:lnTo>
                    <a:close/>
                  </a:path>
                </a:pathLst>
              </a:custGeom>
              <a:solidFill>
                <a:srgbClr val="E0E0B0"/>
              </a:solidFill>
              <a:ln>
                <a:noFill/>
                <a:round/>
              </a:ln>
            </p:spPr>
          </p:sp>
          <p:sp>
            <p:nvSpPr>
              <p:cNvPr id="49099" name=""/>
              <p:cNvSpPr/>
              <p:nvPr/>
            </p:nvSpPr>
            <p:spPr>
              <a:xfrm>
                <a:off x="3466" y="2191"/>
                <a:ext cx="70" cy="14"/>
              </a:xfrm>
              <a:prstGeom prst="rect">
                <a:avLst/>
              </a:prstGeom>
              <a:solidFill>
                <a:srgbClr val="A0A080"/>
              </a:solidFill>
              <a:ln>
                <a:noFill/>
                <a:miter lim="800000"/>
              </a:ln>
            </p:spPr>
          </p:sp>
          <p:sp>
            <p:nvSpPr>
              <p:cNvPr id="49100" name=""/>
              <p:cNvSpPr/>
              <p:nvPr/>
            </p:nvSpPr>
            <p:spPr>
              <a:xfrm>
                <a:off x="3460" y="2212"/>
                <a:ext cx="41" cy="5"/>
              </a:xfrm>
              <a:custGeom>
                <a:pathLst>
                  <a:path w="83" h="9">
                    <a:moveTo>
                      <a:pt x="0" y="0"/>
                    </a:moveTo>
                    <a:lnTo>
                      <a:pt x="81" y="0"/>
                    </a:lnTo>
                    <a:lnTo>
                      <a:pt x="83" y="6"/>
                    </a:lnTo>
                    <a:lnTo>
                      <a:pt x="0" y="9"/>
                    </a:lnTo>
                    <a:lnTo>
                      <a:pt x="0" y="6"/>
                    </a:lnTo>
                    <a:lnTo>
                      <a:pt x="0" y="0"/>
                    </a:lnTo>
                    <a:close/>
                  </a:path>
                </a:pathLst>
              </a:custGeom>
              <a:solidFill>
                <a:srgbClr val="E0E0B0"/>
              </a:solidFill>
              <a:ln>
                <a:noFill/>
                <a:round/>
              </a:ln>
            </p:spPr>
          </p:sp>
          <p:sp>
            <p:nvSpPr>
              <p:cNvPr id="49101" name=""/>
              <p:cNvSpPr/>
              <p:nvPr/>
            </p:nvSpPr>
            <p:spPr>
              <a:xfrm>
                <a:off x="3475" y="2203"/>
                <a:ext cx="27" cy="3"/>
              </a:xfrm>
              <a:prstGeom prst="rect">
                <a:avLst/>
              </a:prstGeom>
              <a:solidFill>
                <a:srgbClr val="E0E0B0"/>
              </a:solidFill>
              <a:ln>
                <a:noFill/>
                <a:miter lim="800000"/>
              </a:ln>
            </p:spPr>
          </p:sp>
          <p:sp>
            <p:nvSpPr>
              <p:cNvPr id="49102" name=""/>
              <p:cNvSpPr/>
              <p:nvPr/>
            </p:nvSpPr>
            <p:spPr>
              <a:xfrm>
                <a:off x="3499" y="2203"/>
                <a:ext cx="39" cy="5"/>
              </a:xfrm>
              <a:custGeom>
                <a:pathLst>
                  <a:path w="79" h="9">
                    <a:moveTo>
                      <a:pt x="4" y="0"/>
                    </a:moveTo>
                    <a:lnTo>
                      <a:pt x="77" y="0"/>
                    </a:lnTo>
                    <a:lnTo>
                      <a:pt x="79" y="4"/>
                    </a:lnTo>
                    <a:lnTo>
                      <a:pt x="77" y="9"/>
                    </a:lnTo>
                    <a:lnTo>
                      <a:pt x="4" y="9"/>
                    </a:lnTo>
                    <a:lnTo>
                      <a:pt x="0" y="4"/>
                    </a:lnTo>
                    <a:lnTo>
                      <a:pt x="4" y="0"/>
                    </a:lnTo>
                    <a:close/>
                  </a:path>
                </a:pathLst>
              </a:custGeom>
              <a:solidFill>
                <a:srgbClr val="E0E0B0"/>
              </a:solidFill>
              <a:ln>
                <a:noFill/>
                <a:round/>
              </a:ln>
            </p:spPr>
          </p:sp>
          <p:sp>
            <p:nvSpPr>
              <p:cNvPr id="49103" name=""/>
              <p:cNvSpPr/>
              <p:nvPr/>
            </p:nvSpPr>
            <p:spPr>
              <a:xfrm>
                <a:off x="3458" y="2155"/>
                <a:ext cx="3" cy="6"/>
              </a:xfrm>
              <a:prstGeom prst="rect">
                <a:avLst/>
              </a:prstGeom>
              <a:solidFill>
                <a:srgbClr val="F0E0C0"/>
              </a:solidFill>
              <a:ln>
                <a:noFill/>
                <a:miter lim="800000"/>
              </a:ln>
            </p:spPr>
          </p:sp>
          <p:sp>
            <p:nvSpPr>
              <p:cNvPr id="49104" name=""/>
              <p:cNvSpPr/>
              <p:nvPr/>
            </p:nvSpPr>
            <p:spPr>
              <a:xfrm>
                <a:off x="3481" y="2154"/>
                <a:ext cx="2" cy="4"/>
              </a:xfrm>
              <a:prstGeom prst="rect">
                <a:avLst/>
              </a:prstGeom>
              <a:solidFill>
                <a:srgbClr val="F0E0C0"/>
              </a:solidFill>
              <a:ln>
                <a:noFill/>
                <a:miter lim="800000"/>
              </a:ln>
            </p:spPr>
          </p:sp>
          <p:sp>
            <p:nvSpPr>
              <p:cNvPr id="49105" name=""/>
              <p:cNvSpPr/>
              <p:nvPr/>
            </p:nvSpPr>
            <p:spPr>
              <a:xfrm>
                <a:off x="3480" y="2158"/>
                <a:ext cx="3" cy="4"/>
              </a:xfrm>
              <a:prstGeom prst="rect">
                <a:avLst/>
              </a:prstGeom>
              <a:solidFill>
                <a:srgbClr val="F0E0C0"/>
              </a:solidFill>
              <a:ln>
                <a:noFill/>
                <a:miter lim="800000"/>
              </a:ln>
            </p:spPr>
          </p:sp>
          <p:sp>
            <p:nvSpPr>
              <p:cNvPr id="49106" name=""/>
              <p:cNvSpPr/>
              <p:nvPr/>
            </p:nvSpPr>
            <p:spPr>
              <a:xfrm>
                <a:off x="3500" y="2158"/>
                <a:ext cx="21" cy="4"/>
              </a:xfrm>
              <a:prstGeom prst="rect">
                <a:avLst/>
              </a:prstGeom>
              <a:solidFill>
                <a:srgbClr val="F0E0C0"/>
              </a:solidFill>
              <a:ln>
                <a:noFill/>
                <a:miter lim="800000"/>
              </a:ln>
            </p:spPr>
          </p:sp>
          <p:sp>
            <p:nvSpPr>
              <p:cNvPr id="49107" name=""/>
              <p:cNvSpPr/>
              <p:nvPr/>
            </p:nvSpPr>
            <p:spPr>
              <a:xfrm>
                <a:off x="3462" y="2159"/>
                <a:ext cx="4" cy="15"/>
              </a:xfrm>
              <a:prstGeom prst="rect">
                <a:avLst/>
              </a:prstGeom>
              <a:solidFill>
                <a:srgbClr val="F0E0C0"/>
              </a:solidFill>
              <a:ln>
                <a:noFill/>
                <a:miter lim="800000"/>
              </a:ln>
            </p:spPr>
          </p:sp>
          <p:sp>
            <p:nvSpPr>
              <p:cNvPr id="49108" name=""/>
              <p:cNvSpPr/>
              <p:nvPr/>
            </p:nvSpPr>
            <p:spPr>
              <a:xfrm>
                <a:off x="3462" y="2170"/>
                <a:ext cx="40" cy="4"/>
              </a:xfrm>
              <a:custGeom>
                <a:pathLst>
                  <a:path w="80" h="7">
                    <a:moveTo>
                      <a:pt x="0" y="0"/>
                    </a:moveTo>
                    <a:lnTo>
                      <a:pt x="79" y="0"/>
                    </a:lnTo>
                    <a:lnTo>
                      <a:pt x="80" y="7"/>
                    </a:lnTo>
                    <a:lnTo>
                      <a:pt x="0" y="7"/>
                    </a:lnTo>
                    <a:lnTo>
                      <a:pt x="0" y="0"/>
                    </a:lnTo>
                    <a:close/>
                  </a:path>
                </a:pathLst>
              </a:custGeom>
              <a:solidFill>
                <a:srgbClr val="F0E0C0"/>
              </a:solidFill>
              <a:ln>
                <a:noFill/>
                <a:round/>
              </a:ln>
            </p:spPr>
          </p:sp>
          <p:sp>
            <p:nvSpPr>
              <p:cNvPr id="49109" name=""/>
              <p:cNvSpPr/>
              <p:nvPr/>
            </p:nvSpPr>
            <p:spPr>
              <a:xfrm>
                <a:off x="3500" y="2159"/>
                <a:ext cx="3" cy="15"/>
              </a:xfrm>
              <a:custGeom>
                <a:pathLst>
                  <a:path w="5" h="29">
                    <a:moveTo>
                      <a:pt x="5" y="0"/>
                    </a:moveTo>
                    <a:lnTo>
                      <a:pt x="5" y="24"/>
                    </a:lnTo>
                    <a:lnTo>
                      <a:pt x="3" y="27"/>
                    </a:lnTo>
                    <a:lnTo>
                      <a:pt x="3" y="29"/>
                    </a:lnTo>
                    <a:lnTo>
                      <a:pt x="0" y="27"/>
                    </a:lnTo>
                    <a:lnTo>
                      <a:pt x="3" y="24"/>
                    </a:lnTo>
                    <a:lnTo>
                      <a:pt x="3" y="0"/>
                    </a:lnTo>
                    <a:lnTo>
                      <a:pt x="5" y="0"/>
                    </a:lnTo>
                    <a:close/>
                  </a:path>
                </a:pathLst>
              </a:custGeom>
              <a:solidFill>
                <a:srgbClr val="808050"/>
              </a:solidFill>
              <a:ln>
                <a:noFill/>
                <a:round/>
              </a:ln>
            </p:spPr>
          </p:sp>
          <p:sp>
            <p:nvSpPr>
              <p:cNvPr id="49110" name=""/>
              <p:cNvSpPr/>
              <p:nvPr/>
            </p:nvSpPr>
            <p:spPr>
              <a:xfrm>
                <a:off x="3500" y="2155"/>
                <a:ext cx="21" cy="4"/>
              </a:xfrm>
              <a:prstGeom prst="rect">
                <a:avLst/>
              </a:prstGeom>
              <a:solidFill>
                <a:srgbClr val="706040"/>
              </a:solidFill>
              <a:ln>
                <a:noFill/>
                <a:miter lim="800000"/>
              </a:ln>
            </p:spPr>
          </p:sp>
          <p:sp>
            <p:nvSpPr>
              <p:cNvPr id="49111" name=""/>
              <p:cNvSpPr/>
              <p:nvPr/>
            </p:nvSpPr>
            <p:spPr>
              <a:xfrm>
                <a:off x="3516" y="2155"/>
                <a:ext cx="5" cy="6"/>
              </a:xfrm>
              <a:prstGeom prst="rect">
                <a:avLst/>
              </a:prstGeom>
              <a:solidFill>
                <a:srgbClr val="706040"/>
              </a:solidFill>
              <a:ln>
                <a:noFill/>
                <a:miter lim="800000"/>
              </a:ln>
            </p:spPr>
          </p:sp>
          <p:sp>
            <p:nvSpPr>
              <p:cNvPr id="49112" name=""/>
              <p:cNvSpPr/>
              <p:nvPr/>
            </p:nvSpPr>
            <p:spPr>
              <a:xfrm>
                <a:off x="3462" y="2151"/>
                <a:ext cx="41" cy="7"/>
              </a:xfrm>
              <a:custGeom>
                <a:pathLst>
                  <a:path w="82" h="14">
                    <a:moveTo>
                      <a:pt x="0" y="5"/>
                    </a:moveTo>
                    <a:lnTo>
                      <a:pt x="3" y="0"/>
                    </a:lnTo>
                    <a:lnTo>
                      <a:pt x="77" y="0"/>
                    </a:lnTo>
                    <a:lnTo>
                      <a:pt x="80" y="0"/>
                    </a:lnTo>
                    <a:lnTo>
                      <a:pt x="82" y="5"/>
                    </a:lnTo>
                    <a:lnTo>
                      <a:pt x="82" y="14"/>
                    </a:lnTo>
                    <a:lnTo>
                      <a:pt x="80" y="5"/>
                    </a:lnTo>
                    <a:lnTo>
                      <a:pt x="79" y="4"/>
                    </a:lnTo>
                    <a:lnTo>
                      <a:pt x="3" y="4"/>
                    </a:lnTo>
                    <a:lnTo>
                      <a:pt x="2" y="5"/>
                    </a:lnTo>
                    <a:lnTo>
                      <a:pt x="0" y="5"/>
                    </a:lnTo>
                    <a:close/>
                  </a:path>
                </a:pathLst>
              </a:custGeom>
              <a:solidFill>
                <a:srgbClr val="808050"/>
              </a:solidFill>
              <a:ln>
                <a:noFill/>
                <a:round/>
              </a:ln>
            </p:spPr>
          </p:sp>
          <p:sp>
            <p:nvSpPr>
              <p:cNvPr id="49113" name=""/>
              <p:cNvSpPr/>
              <p:nvPr/>
            </p:nvSpPr>
            <p:spPr>
              <a:xfrm>
                <a:off x="3460" y="2155"/>
                <a:ext cx="2" cy="6"/>
              </a:xfrm>
              <a:prstGeom prst="rect">
                <a:avLst/>
              </a:prstGeom>
              <a:solidFill>
                <a:srgbClr val="706040"/>
              </a:solidFill>
              <a:ln>
                <a:noFill/>
                <a:miter lim="800000"/>
              </a:ln>
            </p:spPr>
          </p:sp>
          <p:sp>
            <p:nvSpPr>
              <p:cNvPr id="49114" name=""/>
              <p:cNvSpPr/>
              <p:nvPr/>
            </p:nvSpPr>
            <p:spPr>
              <a:xfrm>
                <a:off x="3462" y="2152"/>
                <a:ext cx="4" cy="6"/>
              </a:xfrm>
              <a:custGeom>
                <a:pathLst>
                  <a:path w="7" h="12">
                    <a:moveTo>
                      <a:pt x="0" y="0"/>
                    </a:moveTo>
                    <a:lnTo>
                      <a:pt x="0" y="12"/>
                    </a:lnTo>
                    <a:lnTo>
                      <a:pt x="7" y="0"/>
                    </a:lnTo>
                    <a:lnTo>
                      <a:pt x="0" y="0"/>
                    </a:lnTo>
                    <a:close/>
                  </a:path>
                </a:pathLst>
              </a:custGeom>
              <a:solidFill>
                <a:srgbClr val="F0E0C0"/>
              </a:solidFill>
              <a:ln>
                <a:noFill/>
                <a:round/>
              </a:ln>
            </p:spPr>
          </p:sp>
          <p:sp>
            <p:nvSpPr>
              <p:cNvPr id="49115" name=""/>
              <p:cNvSpPr/>
              <p:nvPr/>
            </p:nvSpPr>
            <p:spPr>
              <a:xfrm>
                <a:off x="3481" y="2159"/>
                <a:ext cx="21" cy="3"/>
              </a:xfrm>
              <a:prstGeom prst="rect">
                <a:avLst/>
              </a:prstGeom>
              <a:solidFill>
                <a:srgbClr val="706040"/>
              </a:solidFill>
              <a:ln>
                <a:noFill/>
                <a:miter lim="800000"/>
              </a:ln>
            </p:spPr>
          </p:sp>
          <p:sp>
            <p:nvSpPr>
              <p:cNvPr id="49116" name=""/>
              <p:cNvSpPr/>
              <p:nvPr/>
            </p:nvSpPr>
            <p:spPr>
              <a:xfrm>
                <a:off x="3499" y="2158"/>
                <a:ext cx="3" cy="4"/>
              </a:xfrm>
              <a:prstGeom prst="rect">
                <a:avLst/>
              </a:prstGeom>
              <a:solidFill>
                <a:srgbClr val="706040"/>
              </a:solidFill>
              <a:ln>
                <a:noFill/>
                <a:miter lim="800000"/>
              </a:ln>
            </p:spPr>
          </p:sp>
          <p:sp>
            <p:nvSpPr>
              <p:cNvPr id="49117" name=""/>
              <p:cNvSpPr/>
              <p:nvPr/>
            </p:nvSpPr>
            <p:spPr>
              <a:xfrm>
                <a:off x="3499" y="2154"/>
                <a:ext cx="3" cy="5"/>
              </a:xfrm>
              <a:prstGeom prst="rect">
                <a:avLst/>
              </a:prstGeom>
              <a:solidFill>
                <a:srgbClr val="706040"/>
              </a:solidFill>
              <a:ln>
                <a:noFill/>
                <a:miter lim="800000"/>
              </a:ln>
            </p:spPr>
          </p:sp>
          <p:sp>
            <p:nvSpPr>
              <p:cNvPr id="49118" name=""/>
              <p:cNvSpPr/>
              <p:nvPr/>
            </p:nvSpPr>
            <p:spPr>
              <a:xfrm>
                <a:off x="3481" y="2154"/>
                <a:ext cx="21" cy="3"/>
              </a:xfrm>
              <a:prstGeom prst="rect">
                <a:avLst/>
              </a:prstGeom>
              <a:solidFill>
                <a:srgbClr val="706040"/>
              </a:solidFill>
              <a:ln>
                <a:noFill/>
                <a:miter lim="800000"/>
              </a:ln>
            </p:spPr>
          </p:sp>
          <p:sp>
            <p:nvSpPr>
              <p:cNvPr id="49119" name=""/>
              <p:cNvSpPr/>
              <p:nvPr/>
            </p:nvSpPr>
            <p:spPr>
              <a:xfrm>
                <a:off x="3506" y="2165"/>
                <a:ext cx="10" cy="3"/>
              </a:xfrm>
              <a:custGeom>
                <a:pathLst>
                  <a:path w="19" h="7">
                    <a:moveTo>
                      <a:pt x="0" y="0"/>
                    </a:moveTo>
                    <a:lnTo>
                      <a:pt x="19" y="0"/>
                    </a:lnTo>
                    <a:lnTo>
                      <a:pt x="0" y="7"/>
                    </a:lnTo>
                    <a:lnTo>
                      <a:pt x="0" y="0"/>
                    </a:lnTo>
                    <a:close/>
                  </a:path>
                </a:pathLst>
              </a:custGeom>
              <a:solidFill>
                <a:srgbClr val="F0E0C0"/>
              </a:solidFill>
              <a:ln>
                <a:noFill/>
                <a:round/>
              </a:ln>
            </p:spPr>
          </p:sp>
          <p:sp>
            <p:nvSpPr>
              <p:cNvPr id="49120" name=""/>
              <p:cNvSpPr/>
              <p:nvPr/>
            </p:nvSpPr>
            <p:spPr>
              <a:xfrm>
                <a:off x="3462" y="2123"/>
                <a:ext cx="40" cy="5"/>
              </a:xfrm>
              <a:prstGeom prst="rect">
                <a:avLst/>
              </a:prstGeom>
              <a:solidFill>
                <a:srgbClr val="706040"/>
              </a:solidFill>
              <a:ln>
                <a:noFill/>
                <a:miter lim="800000"/>
              </a:ln>
            </p:spPr>
          </p:sp>
          <p:sp>
            <p:nvSpPr>
              <p:cNvPr id="49121" name=""/>
              <p:cNvSpPr/>
              <p:nvPr/>
            </p:nvSpPr>
            <p:spPr>
              <a:xfrm>
                <a:off x="3500" y="2123"/>
                <a:ext cx="3" cy="9"/>
              </a:xfrm>
              <a:custGeom>
                <a:pathLst>
                  <a:path w="5" h="18">
                    <a:moveTo>
                      <a:pt x="0" y="0"/>
                    </a:moveTo>
                    <a:lnTo>
                      <a:pt x="5" y="16"/>
                    </a:lnTo>
                    <a:lnTo>
                      <a:pt x="0" y="18"/>
                    </a:lnTo>
                    <a:lnTo>
                      <a:pt x="0" y="2"/>
                    </a:lnTo>
                    <a:lnTo>
                      <a:pt x="0" y="0"/>
                    </a:lnTo>
                    <a:close/>
                  </a:path>
                </a:pathLst>
              </a:custGeom>
              <a:solidFill>
                <a:srgbClr val="706040"/>
              </a:solidFill>
              <a:ln>
                <a:noFill/>
                <a:round/>
              </a:ln>
            </p:spPr>
          </p:sp>
          <p:sp>
            <p:nvSpPr>
              <p:cNvPr id="49122" name=""/>
              <p:cNvSpPr/>
              <p:nvPr/>
            </p:nvSpPr>
            <p:spPr>
              <a:xfrm>
                <a:off x="3500" y="2136"/>
                <a:ext cx="3" cy="8"/>
              </a:xfrm>
              <a:prstGeom prst="rect">
                <a:avLst/>
              </a:prstGeom>
              <a:solidFill>
                <a:srgbClr val="706040"/>
              </a:solidFill>
              <a:ln>
                <a:noFill/>
                <a:miter lim="800000"/>
              </a:ln>
            </p:spPr>
          </p:sp>
          <p:sp>
            <p:nvSpPr>
              <p:cNvPr id="49123" name=""/>
              <p:cNvSpPr/>
              <p:nvPr/>
            </p:nvSpPr>
            <p:spPr>
              <a:xfrm>
                <a:off x="3462" y="2140"/>
                <a:ext cx="40" cy="4"/>
              </a:xfrm>
              <a:prstGeom prst="rect">
                <a:avLst/>
              </a:prstGeom>
              <a:solidFill>
                <a:srgbClr val="E0E0B0"/>
              </a:solidFill>
              <a:ln>
                <a:noFill/>
                <a:miter lim="800000"/>
              </a:ln>
            </p:spPr>
          </p:sp>
          <p:sp>
            <p:nvSpPr>
              <p:cNvPr id="49124" name=""/>
              <p:cNvSpPr/>
              <p:nvPr/>
            </p:nvSpPr>
            <p:spPr>
              <a:xfrm>
                <a:off x="3440" y="2129"/>
                <a:ext cx="4" cy="9"/>
              </a:xfrm>
              <a:custGeom>
                <a:pathLst>
                  <a:path w="7" h="16">
                    <a:moveTo>
                      <a:pt x="5" y="0"/>
                    </a:moveTo>
                    <a:lnTo>
                      <a:pt x="0" y="14"/>
                    </a:lnTo>
                    <a:lnTo>
                      <a:pt x="5" y="16"/>
                    </a:lnTo>
                    <a:lnTo>
                      <a:pt x="7" y="16"/>
                    </a:lnTo>
                    <a:lnTo>
                      <a:pt x="5" y="11"/>
                    </a:lnTo>
                    <a:lnTo>
                      <a:pt x="2" y="9"/>
                    </a:lnTo>
                    <a:lnTo>
                      <a:pt x="2" y="3"/>
                    </a:lnTo>
                    <a:lnTo>
                      <a:pt x="5" y="0"/>
                    </a:lnTo>
                    <a:close/>
                  </a:path>
                </a:pathLst>
              </a:custGeom>
              <a:solidFill>
                <a:srgbClr val="F0E0C0"/>
              </a:solidFill>
              <a:ln>
                <a:noFill/>
                <a:round/>
              </a:ln>
            </p:spPr>
          </p:sp>
          <p:sp>
            <p:nvSpPr>
              <p:cNvPr id="49125" name=""/>
              <p:cNvSpPr/>
              <p:nvPr/>
            </p:nvSpPr>
            <p:spPr>
              <a:xfrm>
                <a:off x="3466" y="2209"/>
                <a:ext cx="11" cy="3"/>
              </a:xfrm>
              <a:prstGeom prst="rect">
                <a:avLst/>
              </a:prstGeom>
              <a:solidFill>
                <a:srgbClr val="F0E0C0"/>
              </a:solidFill>
              <a:ln>
                <a:noFill/>
                <a:miter lim="800000"/>
              </a:ln>
            </p:spPr>
          </p:sp>
          <p:sp>
            <p:nvSpPr>
              <p:cNvPr id="49126" name=""/>
              <p:cNvSpPr/>
              <p:nvPr/>
            </p:nvSpPr>
            <p:spPr>
              <a:xfrm>
                <a:off x="3466" y="2189"/>
                <a:ext cx="70" cy="3"/>
              </a:xfrm>
              <a:prstGeom prst="rect">
                <a:avLst/>
              </a:prstGeom>
              <a:solidFill>
                <a:srgbClr val="706040"/>
              </a:solidFill>
              <a:ln>
                <a:noFill/>
                <a:miter lim="800000"/>
              </a:ln>
            </p:spPr>
          </p:sp>
          <p:sp>
            <p:nvSpPr>
              <p:cNvPr id="49127" name=""/>
              <p:cNvSpPr/>
              <p:nvPr/>
            </p:nvSpPr>
            <p:spPr>
              <a:xfrm>
                <a:off x="3466" y="2191"/>
                <a:ext cx="3" cy="21"/>
              </a:xfrm>
              <a:prstGeom prst="rect">
                <a:avLst/>
              </a:prstGeom>
              <a:solidFill>
                <a:srgbClr val="706040"/>
              </a:solidFill>
              <a:ln>
                <a:noFill/>
                <a:miter lim="800000"/>
              </a:ln>
            </p:spPr>
          </p:sp>
          <p:sp>
            <p:nvSpPr>
              <p:cNvPr id="49128" name=""/>
              <p:cNvSpPr/>
              <p:nvPr/>
            </p:nvSpPr>
            <p:spPr>
              <a:xfrm>
                <a:off x="3466" y="2201"/>
                <a:ext cx="70" cy="4"/>
              </a:xfrm>
              <a:prstGeom prst="rect">
                <a:avLst/>
              </a:prstGeom>
              <a:solidFill>
                <a:srgbClr val="706040"/>
              </a:solidFill>
              <a:ln>
                <a:noFill/>
                <a:miter lim="800000"/>
              </a:ln>
            </p:spPr>
          </p:sp>
          <p:sp>
            <p:nvSpPr>
              <p:cNvPr id="49129" name=""/>
              <p:cNvSpPr/>
              <p:nvPr/>
            </p:nvSpPr>
            <p:spPr>
              <a:xfrm>
                <a:off x="3421" y="2227"/>
                <a:ext cx="131" cy="20"/>
              </a:xfrm>
              <a:prstGeom prst="rect">
                <a:avLst/>
              </a:prstGeom>
              <a:solidFill>
                <a:srgbClr val="D0C0A0"/>
              </a:solidFill>
              <a:ln>
                <a:noFill/>
                <a:miter lim="800000"/>
              </a:ln>
            </p:spPr>
          </p:sp>
          <p:sp>
            <p:nvSpPr>
              <p:cNvPr id="49130" name=""/>
              <p:cNvSpPr/>
              <p:nvPr/>
            </p:nvSpPr>
            <p:spPr>
              <a:xfrm>
                <a:off x="3440" y="2228"/>
                <a:ext cx="94" cy="16"/>
              </a:xfrm>
              <a:custGeom>
                <a:pathLst>
                  <a:path w="186" h="31">
                    <a:moveTo>
                      <a:pt x="4" y="31"/>
                    </a:moveTo>
                    <a:lnTo>
                      <a:pt x="183" y="31"/>
                    </a:lnTo>
                    <a:lnTo>
                      <a:pt x="184" y="31"/>
                    </a:lnTo>
                    <a:lnTo>
                      <a:pt x="184" y="27"/>
                    </a:lnTo>
                    <a:lnTo>
                      <a:pt x="186" y="9"/>
                    </a:lnTo>
                    <a:lnTo>
                      <a:pt x="184" y="4"/>
                    </a:lnTo>
                    <a:lnTo>
                      <a:pt x="183" y="2"/>
                    </a:lnTo>
                    <a:lnTo>
                      <a:pt x="4" y="0"/>
                    </a:lnTo>
                    <a:lnTo>
                      <a:pt x="2" y="2"/>
                    </a:lnTo>
                    <a:lnTo>
                      <a:pt x="0" y="5"/>
                    </a:lnTo>
                    <a:lnTo>
                      <a:pt x="0" y="25"/>
                    </a:lnTo>
                    <a:lnTo>
                      <a:pt x="2" y="29"/>
                    </a:lnTo>
                    <a:lnTo>
                      <a:pt x="4" y="31"/>
                    </a:lnTo>
                    <a:close/>
                  </a:path>
                </a:pathLst>
              </a:custGeom>
              <a:solidFill>
                <a:srgbClr val="404040"/>
              </a:solidFill>
              <a:ln>
                <a:noFill/>
                <a:round/>
              </a:ln>
            </p:spPr>
          </p:sp>
          <p:sp>
            <p:nvSpPr>
              <p:cNvPr id="49131" name=""/>
              <p:cNvSpPr/>
              <p:nvPr/>
            </p:nvSpPr>
            <p:spPr>
              <a:xfrm>
                <a:off x="3483" y="2090"/>
                <a:ext cx="5" cy="3"/>
              </a:xfrm>
              <a:custGeom>
                <a:pathLst>
                  <a:path w="11" h="7">
                    <a:moveTo>
                      <a:pt x="7" y="0"/>
                    </a:moveTo>
                    <a:lnTo>
                      <a:pt x="11" y="0"/>
                    </a:lnTo>
                    <a:lnTo>
                      <a:pt x="11" y="7"/>
                    </a:lnTo>
                    <a:lnTo>
                      <a:pt x="0" y="7"/>
                    </a:lnTo>
                    <a:lnTo>
                      <a:pt x="7" y="0"/>
                    </a:lnTo>
                    <a:close/>
                  </a:path>
                </a:pathLst>
              </a:custGeom>
              <a:solidFill>
                <a:srgbClr val="C0C080"/>
              </a:solidFill>
              <a:ln>
                <a:noFill/>
                <a:round/>
              </a:ln>
            </p:spPr>
          </p:sp>
          <p:sp>
            <p:nvSpPr>
              <p:cNvPr id="49132" name=""/>
              <p:cNvSpPr/>
              <p:nvPr/>
            </p:nvSpPr>
            <p:spPr>
              <a:xfrm>
                <a:off x="3483" y="2090"/>
                <a:ext cx="2" cy="1"/>
              </a:xfrm>
              <a:custGeom>
                <a:pathLst>
                  <a:path w="5" h="1">
                    <a:moveTo>
                      <a:pt x="4" y="0"/>
                    </a:moveTo>
                    <a:lnTo>
                      <a:pt x="5" y="0"/>
                    </a:lnTo>
                    <a:lnTo>
                      <a:pt x="5" y="1"/>
                    </a:lnTo>
                    <a:lnTo>
                      <a:pt x="0" y="1"/>
                    </a:lnTo>
                    <a:lnTo>
                      <a:pt x="4" y="0"/>
                    </a:lnTo>
                  </a:path>
                </a:pathLst>
              </a:custGeom>
              <a:noFill/>
              <a:ln w="11113">
                <a:solidFill>
                  <a:srgbClr val="000000"/>
                </a:solidFill>
                <a:prstDash val="solid"/>
                <a:round/>
              </a:ln>
            </p:spPr>
          </p:sp>
          <p:sp>
            <p:nvSpPr>
              <p:cNvPr id="49133" name=""/>
              <p:cNvSpPr/>
              <p:nvPr/>
            </p:nvSpPr>
            <p:spPr>
              <a:xfrm>
                <a:off x="3433" y="2083"/>
                <a:ext cx="110" cy="19"/>
              </a:xfrm>
              <a:custGeom>
                <a:pathLst>
                  <a:path w="218" h="38">
                    <a:moveTo>
                      <a:pt x="16" y="0"/>
                    </a:moveTo>
                    <a:lnTo>
                      <a:pt x="204" y="0"/>
                    </a:lnTo>
                    <a:lnTo>
                      <a:pt x="207" y="2"/>
                    </a:lnTo>
                    <a:lnTo>
                      <a:pt x="209" y="2"/>
                    </a:lnTo>
                    <a:lnTo>
                      <a:pt x="213" y="6"/>
                    </a:lnTo>
                    <a:lnTo>
                      <a:pt x="215" y="7"/>
                    </a:lnTo>
                    <a:lnTo>
                      <a:pt x="216" y="11"/>
                    </a:lnTo>
                    <a:lnTo>
                      <a:pt x="218" y="13"/>
                    </a:lnTo>
                    <a:lnTo>
                      <a:pt x="218" y="16"/>
                    </a:lnTo>
                    <a:lnTo>
                      <a:pt x="218" y="22"/>
                    </a:lnTo>
                    <a:lnTo>
                      <a:pt x="218" y="25"/>
                    </a:lnTo>
                    <a:lnTo>
                      <a:pt x="216" y="27"/>
                    </a:lnTo>
                    <a:lnTo>
                      <a:pt x="215" y="31"/>
                    </a:lnTo>
                    <a:lnTo>
                      <a:pt x="213" y="34"/>
                    </a:lnTo>
                    <a:lnTo>
                      <a:pt x="209" y="36"/>
                    </a:lnTo>
                    <a:lnTo>
                      <a:pt x="207" y="38"/>
                    </a:lnTo>
                    <a:lnTo>
                      <a:pt x="204" y="38"/>
                    </a:lnTo>
                    <a:lnTo>
                      <a:pt x="202" y="38"/>
                    </a:lnTo>
                    <a:lnTo>
                      <a:pt x="16" y="38"/>
                    </a:lnTo>
                    <a:lnTo>
                      <a:pt x="14" y="38"/>
                    </a:lnTo>
                    <a:lnTo>
                      <a:pt x="10" y="38"/>
                    </a:lnTo>
                    <a:lnTo>
                      <a:pt x="7" y="36"/>
                    </a:lnTo>
                    <a:lnTo>
                      <a:pt x="5" y="34"/>
                    </a:lnTo>
                    <a:lnTo>
                      <a:pt x="1" y="29"/>
                    </a:lnTo>
                    <a:lnTo>
                      <a:pt x="0" y="25"/>
                    </a:lnTo>
                    <a:lnTo>
                      <a:pt x="0" y="24"/>
                    </a:lnTo>
                    <a:lnTo>
                      <a:pt x="0" y="22"/>
                    </a:lnTo>
                    <a:lnTo>
                      <a:pt x="0" y="16"/>
                    </a:lnTo>
                    <a:lnTo>
                      <a:pt x="0" y="15"/>
                    </a:lnTo>
                    <a:lnTo>
                      <a:pt x="0" y="13"/>
                    </a:lnTo>
                    <a:lnTo>
                      <a:pt x="1" y="9"/>
                    </a:lnTo>
                    <a:lnTo>
                      <a:pt x="3" y="6"/>
                    </a:lnTo>
                    <a:lnTo>
                      <a:pt x="7" y="2"/>
                    </a:lnTo>
                    <a:lnTo>
                      <a:pt x="10" y="2"/>
                    </a:lnTo>
                    <a:lnTo>
                      <a:pt x="16" y="0"/>
                    </a:lnTo>
                    <a:close/>
                  </a:path>
                </a:pathLst>
              </a:custGeom>
              <a:solidFill>
                <a:srgbClr val="F0E0C0"/>
              </a:solidFill>
              <a:ln>
                <a:noFill/>
                <a:round/>
              </a:ln>
            </p:spPr>
          </p:sp>
          <p:sp>
            <p:nvSpPr>
              <p:cNvPr id="49134" name=""/>
              <p:cNvSpPr/>
              <p:nvPr/>
            </p:nvSpPr>
            <p:spPr>
              <a:xfrm>
                <a:off x="3433" y="2083"/>
                <a:ext cx="107" cy="16"/>
              </a:xfrm>
              <a:custGeom>
                <a:pathLst>
                  <a:path w="213" h="33">
                    <a:moveTo>
                      <a:pt x="16" y="0"/>
                    </a:moveTo>
                    <a:lnTo>
                      <a:pt x="200" y="0"/>
                    </a:lnTo>
                    <a:lnTo>
                      <a:pt x="204" y="2"/>
                    </a:lnTo>
                    <a:lnTo>
                      <a:pt x="204" y="2"/>
                    </a:lnTo>
                    <a:lnTo>
                      <a:pt x="207" y="4"/>
                    </a:lnTo>
                    <a:lnTo>
                      <a:pt x="209" y="6"/>
                    </a:lnTo>
                    <a:lnTo>
                      <a:pt x="211" y="9"/>
                    </a:lnTo>
                    <a:lnTo>
                      <a:pt x="213" y="11"/>
                    </a:lnTo>
                    <a:lnTo>
                      <a:pt x="213" y="13"/>
                    </a:lnTo>
                    <a:lnTo>
                      <a:pt x="213" y="20"/>
                    </a:lnTo>
                    <a:lnTo>
                      <a:pt x="213" y="22"/>
                    </a:lnTo>
                    <a:lnTo>
                      <a:pt x="211" y="24"/>
                    </a:lnTo>
                    <a:lnTo>
                      <a:pt x="209" y="27"/>
                    </a:lnTo>
                    <a:lnTo>
                      <a:pt x="207" y="29"/>
                    </a:lnTo>
                    <a:lnTo>
                      <a:pt x="204" y="31"/>
                    </a:lnTo>
                    <a:lnTo>
                      <a:pt x="204" y="33"/>
                    </a:lnTo>
                    <a:lnTo>
                      <a:pt x="200" y="33"/>
                    </a:lnTo>
                    <a:lnTo>
                      <a:pt x="16" y="33"/>
                    </a:lnTo>
                    <a:lnTo>
                      <a:pt x="12" y="33"/>
                    </a:lnTo>
                    <a:lnTo>
                      <a:pt x="9" y="33"/>
                    </a:lnTo>
                    <a:lnTo>
                      <a:pt x="7" y="31"/>
                    </a:lnTo>
                    <a:lnTo>
                      <a:pt x="5" y="29"/>
                    </a:lnTo>
                    <a:lnTo>
                      <a:pt x="1" y="25"/>
                    </a:lnTo>
                    <a:lnTo>
                      <a:pt x="0" y="22"/>
                    </a:lnTo>
                    <a:lnTo>
                      <a:pt x="0" y="20"/>
                    </a:lnTo>
                    <a:lnTo>
                      <a:pt x="0" y="13"/>
                    </a:lnTo>
                    <a:lnTo>
                      <a:pt x="0" y="13"/>
                    </a:lnTo>
                    <a:lnTo>
                      <a:pt x="0" y="11"/>
                    </a:lnTo>
                    <a:lnTo>
                      <a:pt x="1" y="7"/>
                    </a:lnTo>
                    <a:lnTo>
                      <a:pt x="3" y="4"/>
                    </a:lnTo>
                    <a:lnTo>
                      <a:pt x="7" y="2"/>
                    </a:lnTo>
                    <a:lnTo>
                      <a:pt x="9" y="2"/>
                    </a:lnTo>
                    <a:lnTo>
                      <a:pt x="16" y="0"/>
                    </a:lnTo>
                  </a:path>
                </a:pathLst>
              </a:custGeom>
              <a:noFill/>
              <a:ln w="11113">
                <a:solidFill>
                  <a:srgbClr val="808060"/>
                </a:solidFill>
                <a:prstDash val="solid"/>
                <a:round/>
              </a:ln>
            </p:spPr>
          </p:sp>
          <p:sp>
            <p:nvSpPr>
              <p:cNvPr id="49135" name=""/>
              <p:cNvSpPr/>
              <p:nvPr/>
            </p:nvSpPr>
            <p:spPr>
              <a:xfrm>
                <a:off x="3434" y="2084"/>
                <a:ext cx="61" cy="17"/>
              </a:xfrm>
              <a:custGeom>
                <a:pathLst>
                  <a:path w="122" h="34">
                    <a:moveTo>
                      <a:pt x="20" y="0"/>
                    </a:moveTo>
                    <a:lnTo>
                      <a:pt x="102" y="0"/>
                    </a:lnTo>
                    <a:lnTo>
                      <a:pt x="106" y="0"/>
                    </a:lnTo>
                    <a:lnTo>
                      <a:pt x="111" y="2"/>
                    </a:lnTo>
                    <a:lnTo>
                      <a:pt x="115" y="2"/>
                    </a:lnTo>
                    <a:lnTo>
                      <a:pt x="117" y="4"/>
                    </a:lnTo>
                    <a:lnTo>
                      <a:pt x="120" y="5"/>
                    </a:lnTo>
                    <a:lnTo>
                      <a:pt x="120" y="7"/>
                    </a:lnTo>
                    <a:lnTo>
                      <a:pt x="122" y="9"/>
                    </a:lnTo>
                    <a:lnTo>
                      <a:pt x="122" y="11"/>
                    </a:lnTo>
                    <a:lnTo>
                      <a:pt x="122" y="13"/>
                    </a:lnTo>
                    <a:lnTo>
                      <a:pt x="122" y="22"/>
                    </a:lnTo>
                    <a:lnTo>
                      <a:pt x="122" y="25"/>
                    </a:lnTo>
                    <a:lnTo>
                      <a:pt x="120" y="29"/>
                    </a:lnTo>
                    <a:lnTo>
                      <a:pt x="119" y="31"/>
                    </a:lnTo>
                    <a:lnTo>
                      <a:pt x="115" y="32"/>
                    </a:lnTo>
                    <a:lnTo>
                      <a:pt x="111" y="34"/>
                    </a:lnTo>
                    <a:lnTo>
                      <a:pt x="104" y="34"/>
                    </a:lnTo>
                    <a:lnTo>
                      <a:pt x="102" y="34"/>
                    </a:lnTo>
                    <a:lnTo>
                      <a:pt x="20" y="34"/>
                    </a:lnTo>
                    <a:lnTo>
                      <a:pt x="17" y="34"/>
                    </a:lnTo>
                    <a:lnTo>
                      <a:pt x="13" y="34"/>
                    </a:lnTo>
                    <a:lnTo>
                      <a:pt x="9" y="32"/>
                    </a:lnTo>
                    <a:lnTo>
                      <a:pt x="6" y="31"/>
                    </a:lnTo>
                    <a:lnTo>
                      <a:pt x="4" y="29"/>
                    </a:lnTo>
                    <a:lnTo>
                      <a:pt x="2" y="25"/>
                    </a:lnTo>
                    <a:lnTo>
                      <a:pt x="0" y="23"/>
                    </a:lnTo>
                    <a:lnTo>
                      <a:pt x="0" y="22"/>
                    </a:lnTo>
                    <a:lnTo>
                      <a:pt x="0" y="13"/>
                    </a:lnTo>
                    <a:lnTo>
                      <a:pt x="0" y="11"/>
                    </a:lnTo>
                    <a:lnTo>
                      <a:pt x="2" y="9"/>
                    </a:lnTo>
                    <a:lnTo>
                      <a:pt x="2" y="7"/>
                    </a:lnTo>
                    <a:lnTo>
                      <a:pt x="2" y="5"/>
                    </a:lnTo>
                    <a:lnTo>
                      <a:pt x="4" y="5"/>
                    </a:lnTo>
                    <a:lnTo>
                      <a:pt x="6" y="4"/>
                    </a:lnTo>
                    <a:lnTo>
                      <a:pt x="8" y="2"/>
                    </a:lnTo>
                    <a:lnTo>
                      <a:pt x="13" y="0"/>
                    </a:lnTo>
                    <a:lnTo>
                      <a:pt x="20" y="0"/>
                    </a:lnTo>
                    <a:close/>
                  </a:path>
                </a:pathLst>
              </a:custGeom>
              <a:solidFill>
                <a:srgbClr val="F0E0C0"/>
              </a:solidFill>
              <a:ln>
                <a:noFill/>
                <a:round/>
              </a:ln>
            </p:spPr>
          </p:sp>
          <p:sp>
            <p:nvSpPr>
              <p:cNvPr id="49136" name=""/>
              <p:cNvSpPr/>
              <p:nvPr/>
            </p:nvSpPr>
            <p:spPr>
              <a:xfrm>
                <a:off x="3434" y="2084"/>
                <a:ext cx="58" cy="13"/>
              </a:xfrm>
              <a:custGeom>
                <a:pathLst>
                  <a:path w="115" h="27">
                    <a:moveTo>
                      <a:pt x="18" y="0"/>
                    </a:moveTo>
                    <a:lnTo>
                      <a:pt x="97" y="0"/>
                    </a:lnTo>
                    <a:lnTo>
                      <a:pt x="101" y="0"/>
                    </a:lnTo>
                    <a:lnTo>
                      <a:pt x="106" y="2"/>
                    </a:lnTo>
                    <a:lnTo>
                      <a:pt x="108" y="2"/>
                    </a:lnTo>
                    <a:lnTo>
                      <a:pt x="110" y="4"/>
                    </a:lnTo>
                    <a:lnTo>
                      <a:pt x="113" y="5"/>
                    </a:lnTo>
                    <a:lnTo>
                      <a:pt x="113" y="5"/>
                    </a:lnTo>
                    <a:lnTo>
                      <a:pt x="115" y="7"/>
                    </a:lnTo>
                    <a:lnTo>
                      <a:pt x="115" y="9"/>
                    </a:lnTo>
                    <a:lnTo>
                      <a:pt x="115" y="11"/>
                    </a:lnTo>
                    <a:lnTo>
                      <a:pt x="115" y="16"/>
                    </a:lnTo>
                    <a:lnTo>
                      <a:pt x="115" y="20"/>
                    </a:lnTo>
                    <a:lnTo>
                      <a:pt x="113" y="23"/>
                    </a:lnTo>
                    <a:lnTo>
                      <a:pt x="111" y="23"/>
                    </a:lnTo>
                    <a:lnTo>
                      <a:pt x="108" y="25"/>
                    </a:lnTo>
                    <a:lnTo>
                      <a:pt x="106" y="27"/>
                    </a:lnTo>
                    <a:lnTo>
                      <a:pt x="99" y="27"/>
                    </a:lnTo>
                    <a:lnTo>
                      <a:pt x="18" y="27"/>
                    </a:lnTo>
                    <a:lnTo>
                      <a:pt x="15" y="27"/>
                    </a:lnTo>
                    <a:lnTo>
                      <a:pt x="11" y="27"/>
                    </a:lnTo>
                    <a:lnTo>
                      <a:pt x="9" y="25"/>
                    </a:lnTo>
                    <a:lnTo>
                      <a:pt x="6" y="23"/>
                    </a:lnTo>
                    <a:lnTo>
                      <a:pt x="4" y="23"/>
                    </a:lnTo>
                    <a:lnTo>
                      <a:pt x="2" y="20"/>
                    </a:lnTo>
                    <a:lnTo>
                      <a:pt x="0" y="18"/>
                    </a:lnTo>
                    <a:lnTo>
                      <a:pt x="0" y="11"/>
                    </a:lnTo>
                    <a:lnTo>
                      <a:pt x="0" y="9"/>
                    </a:lnTo>
                    <a:lnTo>
                      <a:pt x="2" y="7"/>
                    </a:lnTo>
                    <a:lnTo>
                      <a:pt x="2" y="5"/>
                    </a:lnTo>
                    <a:lnTo>
                      <a:pt x="2" y="5"/>
                    </a:lnTo>
                    <a:lnTo>
                      <a:pt x="4" y="5"/>
                    </a:lnTo>
                    <a:lnTo>
                      <a:pt x="6" y="4"/>
                    </a:lnTo>
                    <a:lnTo>
                      <a:pt x="8" y="2"/>
                    </a:lnTo>
                    <a:lnTo>
                      <a:pt x="18" y="0"/>
                    </a:lnTo>
                  </a:path>
                </a:pathLst>
              </a:custGeom>
              <a:noFill/>
              <a:ln w="11113">
                <a:solidFill>
                  <a:srgbClr val="C0C0C0"/>
                </a:solidFill>
                <a:prstDash val="solid"/>
                <a:round/>
              </a:ln>
            </p:spPr>
          </p:sp>
          <p:sp>
            <p:nvSpPr>
              <p:cNvPr id="49137" name=""/>
              <p:cNvSpPr/>
              <p:nvPr/>
            </p:nvSpPr>
            <p:spPr>
              <a:xfrm>
                <a:off x="3483" y="2088"/>
                <a:ext cx="5" cy="5"/>
              </a:xfrm>
              <a:custGeom>
                <a:pathLst>
                  <a:path w="11" h="11">
                    <a:moveTo>
                      <a:pt x="4" y="0"/>
                    </a:moveTo>
                    <a:lnTo>
                      <a:pt x="9" y="0"/>
                    </a:lnTo>
                    <a:lnTo>
                      <a:pt x="11" y="0"/>
                    </a:lnTo>
                    <a:lnTo>
                      <a:pt x="11" y="4"/>
                    </a:lnTo>
                    <a:lnTo>
                      <a:pt x="7" y="9"/>
                    </a:lnTo>
                    <a:lnTo>
                      <a:pt x="7" y="11"/>
                    </a:lnTo>
                    <a:lnTo>
                      <a:pt x="4" y="11"/>
                    </a:lnTo>
                    <a:lnTo>
                      <a:pt x="0" y="11"/>
                    </a:lnTo>
                    <a:lnTo>
                      <a:pt x="0" y="9"/>
                    </a:lnTo>
                    <a:lnTo>
                      <a:pt x="2" y="4"/>
                    </a:lnTo>
                    <a:lnTo>
                      <a:pt x="2" y="0"/>
                    </a:lnTo>
                    <a:lnTo>
                      <a:pt x="4" y="0"/>
                    </a:lnTo>
                    <a:lnTo>
                      <a:pt x="4" y="9"/>
                    </a:lnTo>
                    <a:lnTo>
                      <a:pt x="2" y="9"/>
                    </a:lnTo>
                    <a:lnTo>
                      <a:pt x="4" y="4"/>
                    </a:lnTo>
                    <a:lnTo>
                      <a:pt x="7" y="4"/>
                    </a:lnTo>
                    <a:lnTo>
                      <a:pt x="4" y="9"/>
                    </a:lnTo>
                    <a:lnTo>
                      <a:pt x="4" y="0"/>
                    </a:lnTo>
                    <a:close/>
                  </a:path>
                </a:pathLst>
              </a:custGeom>
              <a:solidFill>
                <a:srgbClr val="C0C080"/>
              </a:solidFill>
              <a:ln>
                <a:noFill/>
                <a:round/>
              </a:ln>
            </p:spPr>
          </p:sp>
          <p:sp>
            <p:nvSpPr>
              <p:cNvPr id="49138" name=""/>
              <p:cNvSpPr/>
              <p:nvPr/>
            </p:nvSpPr>
            <p:spPr>
              <a:xfrm>
                <a:off x="3439" y="2092"/>
                <a:ext cx="49" cy="3"/>
              </a:xfrm>
              <a:custGeom>
                <a:pathLst>
                  <a:path w="99" h="7">
                    <a:moveTo>
                      <a:pt x="0" y="0"/>
                    </a:moveTo>
                    <a:lnTo>
                      <a:pt x="99" y="0"/>
                    </a:lnTo>
                    <a:lnTo>
                      <a:pt x="97" y="7"/>
                    </a:lnTo>
                    <a:lnTo>
                      <a:pt x="0" y="7"/>
                    </a:lnTo>
                    <a:lnTo>
                      <a:pt x="0" y="0"/>
                    </a:lnTo>
                    <a:close/>
                  </a:path>
                </a:pathLst>
              </a:custGeom>
              <a:solidFill>
                <a:srgbClr val="FF6000"/>
              </a:solidFill>
              <a:ln>
                <a:noFill/>
                <a:round/>
              </a:ln>
            </p:spPr>
          </p:sp>
          <p:sp>
            <p:nvSpPr>
              <p:cNvPr id="49139" name=""/>
              <p:cNvSpPr/>
              <p:nvPr/>
            </p:nvSpPr>
            <p:spPr>
              <a:xfrm>
                <a:off x="3476" y="2088"/>
                <a:ext cx="7" cy="5"/>
              </a:xfrm>
              <a:custGeom>
                <a:pathLst>
                  <a:path w="14" h="11">
                    <a:moveTo>
                      <a:pt x="0" y="11"/>
                    </a:moveTo>
                    <a:lnTo>
                      <a:pt x="9" y="0"/>
                    </a:lnTo>
                    <a:lnTo>
                      <a:pt x="14" y="0"/>
                    </a:lnTo>
                    <a:lnTo>
                      <a:pt x="12" y="11"/>
                    </a:lnTo>
                    <a:lnTo>
                      <a:pt x="9" y="11"/>
                    </a:lnTo>
                    <a:lnTo>
                      <a:pt x="9" y="9"/>
                    </a:lnTo>
                    <a:lnTo>
                      <a:pt x="7" y="9"/>
                    </a:lnTo>
                    <a:lnTo>
                      <a:pt x="9" y="5"/>
                    </a:lnTo>
                    <a:lnTo>
                      <a:pt x="9" y="4"/>
                    </a:lnTo>
                    <a:lnTo>
                      <a:pt x="5" y="11"/>
                    </a:lnTo>
                    <a:lnTo>
                      <a:pt x="0" y="11"/>
                    </a:lnTo>
                    <a:close/>
                  </a:path>
                </a:pathLst>
              </a:custGeom>
              <a:solidFill>
                <a:srgbClr val="C0C080"/>
              </a:solidFill>
              <a:ln>
                <a:noFill/>
                <a:round/>
              </a:ln>
            </p:spPr>
          </p:sp>
          <p:sp>
            <p:nvSpPr>
              <p:cNvPr id="49140" name=""/>
              <p:cNvSpPr/>
              <p:nvPr/>
            </p:nvSpPr>
            <p:spPr>
              <a:xfrm>
                <a:off x="3475" y="2088"/>
                <a:ext cx="7" cy="5"/>
              </a:xfrm>
              <a:custGeom>
                <a:pathLst>
                  <a:path w="12" h="11">
                    <a:moveTo>
                      <a:pt x="0" y="11"/>
                    </a:moveTo>
                    <a:lnTo>
                      <a:pt x="5" y="4"/>
                    </a:lnTo>
                    <a:lnTo>
                      <a:pt x="7" y="0"/>
                    </a:lnTo>
                    <a:lnTo>
                      <a:pt x="12" y="0"/>
                    </a:lnTo>
                    <a:lnTo>
                      <a:pt x="12" y="4"/>
                    </a:lnTo>
                    <a:lnTo>
                      <a:pt x="12" y="5"/>
                    </a:lnTo>
                    <a:lnTo>
                      <a:pt x="11" y="5"/>
                    </a:lnTo>
                    <a:lnTo>
                      <a:pt x="11" y="9"/>
                    </a:lnTo>
                    <a:lnTo>
                      <a:pt x="7" y="9"/>
                    </a:lnTo>
                    <a:lnTo>
                      <a:pt x="5" y="9"/>
                    </a:lnTo>
                    <a:lnTo>
                      <a:pt x="7" y="5"/>
                    </a:lnTo>
                    <a:lnTo>
                      <a:pt x="11" y="4"/>
                    </a:lnTo>
                    <a:lnTo>
                      <a:pt x="7" y="4"/>
                    </a:lnTo>
                    <a:lnTo>
                      <a:pt x="2" y="11"/>
                    </a:lnTo>
                    <a:lnTo>
                      <a:pt x="0" y="11"/>
                    </a:lnTo>
                    <a:close/>
                  </a:path>
                </a:pathLst>
              </a:custGeom>
              <a:solidFill>
                <a:srgbClr val="C0C080"/>
              </a:solidFill>
              <a:ln>
                <a:noFill/>
                <a:round/>
              </a:ln>
            </p:spPr>
          </p:sp>
          <p:sp>
            <p:nvSpPr>
              <p:cNvPr id="49141" name=""/>
              <p:cNvSpPr/>
              <p:nvPr/>
            </p:nvSpPr>
            <p:spPr>
              <a:xfrm>
                <a:off x="3470" y="2088"/>
                <a:ext cx="7" cy="5"/>
              </a:xfrm>
              <a:custGeom>
                <a:pathLst>
                  <a:path w="14" h="11">
                    <a:moveTo>
                      <a:pt x="0" y="11"/>
                    </a:moveTo>
                    <a:lnTo>
                      <a:pt x="4" y="4"/>
                    </a:lnTo>
                    <a:lnTo>
                      <a:pt x="5" y="0"/>
                    </a:lnTo>
                    <a:lnTo>
                      <a:pt x="13" y="0"/>
                    </a:lnTo>
                    <a:lnTo>
                      <a:pt x="14" y="0"/>
                    </a:lnTo>
                    <a:lnTo>
                      <a:pt x="14" y="4"/>
                    </a:lnTo>
                    <a:lnTo>
                      <a:pt x="11" y="11"/>
                    </a:lnTo>
                    <a:lnTo>
                      <a:pt x="9" y="11"/>
                    </a:lnTo>
                    <a:lnTo>
                      <a:pt x="13" y="4"/>
                    </a:lnTo>
                    <a:lnTo>
                      <a:pt x="11" y="4"/>
                    </a:lnTo>
                    <a:lnTo>
                      <a:pt x="5" y="11"/>
                    </a:lnTo>
                    <a:lnTo>
                      <a:pt x="4" y="11"/>
                    </a:lnTo>
                    <a:lnTo>
                      <a:pt x="9" y="4"/>
                    </a:lnTo>
                    <a:lnTo>
                      <a:pt x="5" y="4"/>
                    </a:lnTo>
                    <a:lnTo>
                      <a:pt x="2" y="11"/>
                    </a:lnTo>
                    <a:lnTo>
                      <a:pt x="0" y="11"/>
                    </a:lnTo>
                    <a:close/>
                  </a:path>
                </a:pathLst>
              </a:custGeom>
              <a:solidFill>
                <a:srgbClr val="C0C080"/>
              </a:solidFill>
              <a:ln>
                <a:noFill/>
                <a:round/>
              </a:ln>
            </p:spPr>
          </p:sp>
          <p:sp>
            <p:nvSpPr>
              <p:cNvPr id="49142" name=""/>
              <p:cNvSpPr/>
              <p:nvPr/>
            </p:nvSpPr>
            <p:spPr>
              <a:xfrm>
                <a:off x="3467" y="2088"/>
                <a:ext cx="6" cy="5"/>
              </a:xfrm>
              <a:custGeom>
                <a:pathLst>
                  <a:path w="10" h="11">
                    <a:moveTo>
                      <a:pt x="3" y="0"/>
                    </a:moveTo>
                    <a:lnTo>
                      <a:pt x="9" y="0"/>
                    </a:lnTo>
                    <a:lnTo>
                      <a:pt x="10" y="0"/>
                    </a:lnTo>
                    <a:lnTo>
                      <a:pt x="10" y="4"/>
                    </a:lnTo>
                    <a:lnTo>
                      <a:pt x="9" y="9"/>
                    </a:lnTo>
                    <a:lnTo>
                      <a:pt x="7" y="11"/>
                    </a:lnTo>
                    <a:lnTo>
                      <a:pt x="3" y="11"/>
                    </a:lnTo>
                    <a:lnTo>
                      <a:pt x="1" y="11"/>
                    </a:lnTo>
                    <a:lnTo>
                      <a:pt x="0" y="11"/>
                    </a:lnTo>
                    <a:lnTo>
                      <a:pt x="0" y="9"/>
                    </a:lnTo>
                    <a:lnTo>
                      <a:pt x="1" y="4"/>
                    </a:lnTo>
                    <a:lnTo>
                      <a:pt x="3" y="0"/>
                    </a:lnTo>
                    <a:lnTo>
                      <a:pt x="3" y="9"/>
                    </a:lnTo>
                    <a:lnTo>
                      <a:pt x="1" y="9"/>
                    </a:lnTo>
                    <a:lnTo>
                      <a:pt x="3" y="4"/>
                    </a:lnTo>
                    <a:lnTo>
                      <a:pt x="9" y="4"/>
                    </a:lnTo>
                    <a:lnTo>
                      <a:pt x="3" y="9"/>
                    </a:lnTo>
                    <a:lnTo>
                      <a:pt x="3" y="0"/>
                    </a:lnTo>
                    <a:close/>
                  </a:path>
                </a:pathLst>
              </a:custGeom>
              <a:solidFill>
                <a:srgbClr val="C0C080"/>
              </a:solidFill>
              <a:ln>
                <a:noFill/>
                <a:round/>
              </a:ln>
            </p:spPr>
          </p:sp>
          <p:sp>
            <p:nvSpPr>
              <p:cNvPr id="49143" name=""/>
              <p:cNvSpPr/>
              <p:nvPr/>
            </p:nvSpPr>
            <p:spPr>
              <a:xfrm>
                <a:off x="3463" y="2088"/>
                <a:ext cx="6" cy="5"/>
              </a:xfrm>
              <a:custGeom>
                <a:pathLst>
                  <a:path w="12" h="11">
                    <a:moveTo>
                      <a:pt x="12" y="0"/>
                    </a:moveTo>
                    <a:lnTo>
                      <a:pt x="7" y="0"/>
                    </a:lnTo>
                    <a:lnTo>
                      <a:pt x="5" y="0"/>
                    </a:lnTo>
                    <a:lnTo>
                      <a:pt x="5" y="4"/>
                    </a:lnTo>
                    <a:lnTo>
                      <a:pt x="0" y="9"/>
                    </a:lnTo>
                    <a:lnTo>
                      <a:pt x="0" y="11"/>
                    </a:lnTo>
                    <a:lnTo>
                      <a:pt x="1" y="11"/>
                    </a:lnTo>
                    <a:lnTo>
                      <a:pt x="7" y="11"/>
                    </a:lnTo>
                    <a:lnTo>
                      <a:pt x="7" y="9"/>
                    </a:lnTo>
                    <a:lnTo>
                      <a:pt x="5" y="9"/>
                    </a:lnTo>
                    <a:lnTo>
                      <a:pt x="7" y="4"/>
                    </a:lnTo>
                    <a:lnTo>
                      <a:pt x="12" y="4"/>
                    </a:lnTo>
                    <a:lnTo>
                      <a:pt x="12" y="0"/>
                    </a:lnTo>
                    <a:close/>
                  </a:path>
                </a:pathLst>
              </a:custGeom>
              <a:solidFill>
                <a:srgbClr val="C0C080"/>
              </a:solidFill>
              <a:ln>
                <a:noFill/>
                <a:round/>
              </a:ln>
            </p:spPr>
          </p:sp>
          <p:sp>
            <p:nvSpPr>
              <p:cNvPr id="49144" name=""/>
              <p:cNvSpPr/>
              <p:nvPr/>
            </p:nvSpPr>
            <p:spPr>
              <a:xfrm>
                <a:off x="3513" y="2084"/>
                <a:ext cx="7" cy="17"/>
              </a:xfrm>
              <a:custGeom>
                <a:pathLst>
                  <a:path w="14" h="34">
                    <a:moveTo>
                      <a:pt x="14" y="0"/>
                    </a:moveTo>
                    <a:lnTo>
                      <a:pt x="2" y="0"/>
                    </a:lnTo>
                    <a:lnTo>
                      <a:pt x="0" y="5"/>
                    </a:lnTo>
                    <a:lnTo>
                      <a:pt x="0" y="29"/>
                    </a:lnTo>
                    <a:lnTo>
                      <a:pt x="5" y="32"/>
                    </a:lnTo>
                    <a:lnTo>
                      <a:pt x="14" y="34"/>
                    </a:lnTo>
                    <a:lnTo>
                      <a:pt x="13" y="31"/>
                    </a:lnTo>
                    <a:lnTo>
                      <a:pt x="9" y="27"/>
                    </a:lnTo>
                    <a:lnTo>
                      <a:pt x="9" y="7"/>
                    </a:lnTo>
                    <a:lnTo>
                      <a:pt x="9" y="4"/>
                    </a:lnTo>
                    <a:lnTo>
                      <a:pt x="13" y="2"/>
                    </a:lnTo>
                    <a:lnTo>
                      <a:pt x="14" y="0"/>
                    </a:lnTo>
                    <a:close/>
                  </a:path>
                </a:pathLst>
              </a:custGeom>
              <a:solidFill>
                <a:srgbClr val="A0A070"/>
              </a:solidFill>
              <a:ln>
                <a:noFill/>
                <a:round/>
              </a:ln>
            </p:spPr>
          </p:sp>
          <p:sp>
            <p:nvSpPr>
              <p:cNvPr id="49145" name=""/>
              <p:cNvSpPr/>
              <p:nvPr/>
            </p:nvSpPr>
            <p:spPr>
              <a:xfrm>
                <a:off x="3516" y="2083"/>
                <a:ext cx="20" cy="18"/>
              </a:xfrm>
              <a:custGeom>
                <a:pathLst>
                  <a:path w="42" h="36">
                    <a:moveTo>
                      <a:pt x="8" y="36"/>
                    </a:moveTo>
                    <a:lnTo>
                      <a:pt x="34" y="36"/>
                    </a:lnTo>
                    <a:lnTo>
                      <a:pt x="36" y="36"/>
                    </a:lnTo>
                    <a:lnTo>
                      <a:pt x="38" y="34"/>
                    </a:lnTo>
                    <a:lnTo>
                      <a:pt x="40" y="33"/>
                    </a:lnTo>
                    <a:lnTo>
                      <a:pt x="40" y="31"/>
                    </a:lnTo>
                    <a:lnTo>
                      <a:pt x="42" y="31"/>
                    </a:lnTo>
                    <a:lnTo>
                      <a:pt x="42" y="27"/>
                    </a:lnTo>
                    <a:lnTo>
                      <a:pt x="42" y="25"/>
                    </a:lnTo>
                    <a:lnTo>
                      <a:pt x="42" y="11"/>
                    </a:lnTo>
                    <a:lnTo>
                      <a:pt x="42" y="9"/>
                    </a:lnTo>
                    <a:lnTo>
                      <a:pt x="40" y="6"/>
                    </a:lnTo>
                    <a:lnTo>
                      <a:pt x="40" y="4"/>
                    </a:lnTo>
                    <a:lnTo>
                      <a:pt x="38" y="2"/>
                    </a:lnTo>
                    <a:lnTo>
                      <a:pt x="34" y="0"/>
                    </a:lnTo>
                    <a:lnTo>
                      <a:pt x="8" y="0"/>
                    </a:lnTo>
                    <a:lnTo>
                      <a:pt x="4" y="2"/>
                    </a:lnTo>
                    <a:lnTo>
                      <a:pt x="2" y="4"/>
                    </a:lnTo>
                    <a:lnTo>
                      <a:pt x="2" y="6"/>
                    </a:lnTo>
                    <a:lnTo>
                      <a:pt x="0" y="9"/>
                    </a:lnTo>
                    <a:lnTo>
                      <a:pt x="0" y="11"/>
                    </a:lnTo>
                    <a:lnTo>
                      <a:pt x="0" y="25"/>
                    </a:lnTo>
                    <a:lnTo>
                      <a:pt x="0" y="27"/>
                    </a:lnTo>
                    <a:lnTo>
                      <a:pt x="0" y="31"/>
                    </a:lnTo>
                    <a:lnTo>
                      <a:pt x="2" y="31"/>
                    </a:lnTo>
                    <a:lnTo>
                      <a:pt x="2" y="33"/>
                    </a:lnTo>
                    <a:lnTo>
                      <a:pt x="4" y="34"/>
                    </a:lnTo>
                    <a:lnTo>
                      <a:pt x="8" y="36"/>
                    </a:lnTo>
                    <a:close/>
                  </a:path>
                </a:pathLst>
              </a:custGeom>
              <a:solidFill>
                <a:srgbClr val="505020"/>
              </a:solidFill>
              <a:ln>
                <a:noFill/>
                <a:round/>
              </a:ln>
            </p:spPr>
          </p:sp>
          <p:sp>
            <p:nvSpPr>
              <p:cNvPr id="49146" name=""/>
              <p:cNvSpPr/>
              <p:nvPr/>
            </p:nvSpPr>
            <p:spPr>
              <a:xfrm>
                <a:off x="3516" y="2084"/>
                <a:ext cx="20" cy="17"/>
              </a:xfrm>
              <a:custGeom>
                <a:pathLst>
                  <a:path w="42" h="34">
                    <a:moveTo>
                      <a:pt x="4" y="0"/>
                    </a:moveTo>
                    <a:lnTo>
                      <a:pt x="0" y="4"/>
                    </a:lnTo>
                    <a:lnTo>
                      <a:pt x="0" y="31"/>
                    </a:lnTo>
                    <a:lnTo>
                      <a:pt x="2" y="34"/>
                    </a:lnTo>
                    <a:lnTo>
                      <a:pt x="40" y="34"/>
                    </a:lnTo>
                    <a:lnTo>
                      <a:pt x="42" y="31"/>
                    </a:lnTo>
                    <a:lnTo>
                      <a:pt x="42" y="4"/>
                    </a:lnTo>
                    <a:lnTo>
                      <a:pt x="40" y="0"/>
                    </a:lnTo>
                    <a:lnTo>
                      <a:pt x="4" y="0"/>
                    </a:lnTo>
                    <a:close/>
                  </a:path>
                </a:pathLst>
              </a:custGeom>
              <a:solidFill>
                <a:srgbClr val="706040"/>
              </a:solidFill>
              <a:ln>
                <a:noFill/>
                <a:round/>
              </a:ln>
            </p:spPr>
          </p:sp>
          <p:sp>
            <p:nvSpPr>
              <p:cNvPr id="49147" name=""/>
              <p:cNvSpPr/>
              <p:nvPr/>
            </p:nvSpPr>
            <p:spPr>
              <a:xfrm>
                <a:off x="3517" y="2084"/>
                <a:ext cx="19" cy="17"/>
              </a:xfrm>
              <a:custGeom>
                <a:pathLst>
                  <a:path w="40" h="34">
                    <a:moveTo>
                      <a:pt x="4" y="0"/>
                    </a:moveTo>
                    <a:lnTo>
                      <a:pt x="0" y="2"/>
                    </a:lnTo>
                    <a:lnTo>
                      <a:pt x="0" y="31"/>
                    </a:lnTo>
                    <a:lnTo>
                      <a:pt x="2" y="34"/>
                    </a:lnTo>
                    <a:lnTo>
                      <a:pt x="38" y="34"/>
                    </a:lnTo>
                    <a:lnTo>
                      <a:pt x="40" y="31"/>
                    </a:lnTo>
                    <a:lnTo>
                      <a:pt x="40" y="4"/>
                    </a:lnTo>
                    <a:lnTo>
                      <a:pt x="38" y="0"/>
                    </a:lnTo>
                    <a:lnTo>
                      <a:pt x="4" y="0"/>
                    </a:lnTo>
                    <a:close/>
                  </a:path>
                </a:pathLst>
              </a:custGeom>
              <a:solidFill>
                <a:srgbClr val="808060"/>
              </a:solidFill>
              <a:ln>
                <a:noFill/>
                <a:round/>
              </a:ln>
            </p:spPr>
          </p:sp>
          <p:sp>
            <p:nvSpPr>
              <p:cNvPr id="49148" name=""/>
              <p:cNvSpPr/>
              <p:nvPr/>
            </p:nvSpPr>
            <p:spPr>
              <a:xfrm>
                <a:off x="3520" y="2085"/>
                <a:ext cx="14" cy="12"/>
              </a:xfrm>
              <a:custGeom>
                <a:pathLst>
                  <a:path w="29" h="23">
                    <a:moveTo>
                      <a:pt x="2" y="0"/>
                    </a:moveTo>
                    <a:lnTo>
                      <a:pt x="0" y="1"/>
                    </a:lnTo>
                    <a:lnTo>
                      <a:pt x="0" y="21"/>
                    </a:lnTo>
                    <a:lnTo>
                      <a:pt x="2" y="23"/>
                    </a:lnTo>
                    <a:lnTo>
                      <a:pt x="27" y="23"/>
                    </a:lnTo>
                    <a:lnTo>
                      <a:pt x="29" y="21"/>
                    </a:lnTo>
                    <a:lnTo>
                      <a:pt x="29" y="3"/>
                    </a:lnTo>
                    <a:lnTo>
                      <a:pt x="27" y="0"/>
                    </a:lnTo>
                    <a:lnTo>
                      <a:pt x="2" y="0"/>
                    </a:lnTo>
                    <a:close/>
                  </a:path>
                </a:pathLst>
              </a:custGeom>
              <a:solidFill>
                <a:srgbClr val="C0C080"/>
              </a:solidFill>
              <a:ln>
                <a:noFill/>
                <a:round/>
              </a:ln>
            </p:spPr>
          </p:sp>
          <p:sp>
            <p:nvSpPr>
              <p:cNvPr id="49149" name=""/>
              <p:cNvSpPr/>
              <p:nvPr/>
            </p:nvSpPr>
            <p:spPr>
              <a:xfrm>
                <a:off x="3522" y="2088"/>
                <a:ext cx="3" cy="4"/>
              </a:xfrm>
              <a:custGeom>
                <a:pathLst>
                  <a:path w="5" h="7">
                    <a:moveTo>
                      <a:pt x="3" y="0"/>
                    </a:moveTo>
                    <a:lnTo>
                      <a:pt x="3" y="2"/>
                    </a:lnTo>
                    <a:lnTo>
                      <a:pt x="3" y="2"/>
                    </a:lnTo>
                    <a:lnTo>
                      <a:pt x="5" y="4"/>
                    </a:lnTo>
                    <a:lnTo>
                      <a:pt x="5" y="4"/>
                    </a:lnTo>
                    <a:lnTo>
                      <a:pt x="3" y="5"/>
                    </a:lnTo>
                    <a:lnTo>
                      <a:pt x="3" y="7"/>
                    </a:lnTo>
                    <a:lnTo>
                      <a:pt x="2" y="7"/>
                    </a:lnTo>
                    <a:lnTo>
                      <a:pt x="0" y="5"/>
                    </a:lnTo>
                    <a:lnTo>
                      <a:pt x="0" y="4"/>
                    </a:lnTo>
                    <a:lnTo>
                      <a:pt x="0" y="4"/>
                    </a:lnTo>
                    <a:lnTo>
                      <a:pt x="0" y="2"/>
                    </a:lnTo>
                    <a:lnTo>
                      <a:pt x="2" y="2"/>
                    </a:lnTo>
                    <a:lnTo>
                      <a:pt x="3" y="0"/>
                    </a:lnTo>
                  </a:path>
                </a:pathLst>
              </a:custGeom>
              <a:noFill/>
              <a:ln w="11113">
                <a:solidFill>
                  <a:srgbClr val="000000"/>
                </a:solidFill>
                <a:prstDash val="solid"/>
                <a:round/>
              </a:ln>
            </p:spPr>
          </p:sp>
          <p:cxnSp>
            <p:nvCxnSpPr>
              <p:cNvPr id="49150" name=""/>
              <p:cNvCxnSpPr/>
              <p:nvPr/>
            </p:nvCxnSpPr>
            <p:spPr>
              <a:xfrm>
                <a:off x="3529" y="2088"/>
                <a:ext cx="1" cy="7"/>
              </a:xfrm>
              <a:prstGeom prst="line">
                <a:avLst/>
              </a:prstGeom>
              <a:noFill/>
              <a:ln w="11113">
                <a:solidFill>
                  <a:prstClr val="black"/>
                </a:solidFill>
                <a:miter lim="800000"/>
              </a:ln>
            </p:spPr>
          </p:cxnSp>
          <p:sp>
            <p:nvSpPr>
              <p:cNvPr id="49151" name=""/>
              <p:cNvSpPr/>
              <p:nvPr/>
            </p:nvSpPr>
            <p:spPr>
              <a:xfrm>
                <a:off x="3484" y="2083"/>
                <a:ext cx="52" cy="3"/>
              </a:xfrm>
              <a:prstGeom prst="rect">
                <a:avLst/>
              </a:prstGeom>
              <a:solidFill>
                <a:srgbClr val="808060"/>
              </a:solidFill>
              <a:ln>
                <a:noFill/>
                <a:miter lim="800000"/>
              </a:ln>
            </p:spPr>
          </p:sp>
          <p:sp>
            <p:nvSpPr>
              <p:cNvPr id="95232" name=""/>
              <p:cNvSpPr/>
              <p:nvPr/>
            </p:nvSpPr>
            <p:spPr>
              <a:xfrm>
                <a:off x="3484" y="2094"/>
                <a:ext cx="8" cy="8"/>
              </a:xfrm>
              <a:custGeom>
                <a:pathLst>
                  <a:path w="16" h="14">
                    <a:moveTo>
                      <a:pt x="0" y="9"/>
                    </a:moveTo>
                    <a:lnTo>
                      <a:pt x="0" y="14"/>
                    </a:lnTo>
                    <a:lnTo>
                      <a:pt x="5" y="14"/>
                    </a:lnTo>
                    <a:lnTo>
                      <a:pt x="9" y="10"/>
                    </a:lnTo>
                    <a:lnTo>
                      <a:pt x="10" y="5"/>
                    </a:lnTo>
                    <a:lnTo>
                      <a:pt x="14" y="3"/>
                    </a:lnTo>
                    <a:lnTo>
                      <a:pt x="16" y="0"/>
                    </a:lnTo>
                    <a:lnTo>
                      <a:pt x="14" y="0"/>
                    </a:lnTo>
                    <a:lnTo>
                      <a:pt x="7" y="5"/>
                    </a:lnTo>
                    <a:lnTo>
                      <a:pt x="5" y="9"/>
                    </a:lnTo>
                    <a:lnTo>
                      <a:pt x="0" y="9"/>
                    </a:lnTo>
                    <a:close/>
                  </a:path>
                </a:pathLst>
              </a:custGeom>
              <a:solidFill>
                <a:srgbClr val="808060"/>
              </a:solidFill>
              <a:ln>
                <a:noFill/>
                <a:round/>
              </a:ln>
            </p:spPr>
          </p:sp>
          <p:sp>
            <p:nvSpPr>
              <p:cNvPr id="95233" name=""/>
              <p:cNvSpPr/>
              <p:nvPr/>
            </p:nvSpPr>
            <p:spPr>
              <a:xfrm>
                <a:off x="3533" y="2083"/>
                <a:ext cx="10" cy="18"/>
              </a:xfrm>
              <a:custGeom>
                <a:pathLst>
                  <a:path w="20" h="36">
                    <a:moveTo>
                      <a:pt x="11" y="36"/>
                    </a:moveTo>
                    <a:lnTo>
                      <a:pt x="13" y="34"/>
                    </a:lnTo>
                    <a:lnTo>
                      <a:pt x="15" y="33"/>
                    </a:lnTo>
                    <a:lnTo>
                      <a:pt x="18" y="29"/>
                    </a:lnTo>
                    <a:lnTo>
                      <a:pt x="20" y="25"/>
                    </a:lnTo>
                    <a:lnTo>
                      <a:pt x="20" y="20"/>
                    </a:lnTo>
                    <a:lnTo>
                      <a:pt x="20" y="13"/>
                    </a:lnTo>
                    <a:lnTo>
                      <a:pt x="18" y="11"/>
                    </a:lnTo>
                    <a:lnTo>
                      <a:pt x="15" y="7"/>
                    </a:lnTo>
                    <a:lnTo>
                      <a:pt x="13" y="6"/>
                    </a:lnTo>
                    <a:lnTo>
                      <a:pt x="8" y="2"/>
                    </a:lnTo>
                    <a:lnTo>
                      <a:pt x="6" y="2"/>
                    </a:lnTo>
                    <a:lnTo>
                      <a:pt x="0" y="0"/>
                    </a:lnTo>
                    <a:lnTo>
                      <a:pt x="0" y="4"/>
                    </a:lnTo>
                    <a:lnTo>
                      <a:pt x="6" y="6"/>
                    </a:lnTo>
                    <a:lnTo>
                      <a:pt x="8" y="7"/>
                    </a:lnTo>
                    <a:lnTo>
                      <a:pt x="13" y="11"/>
                    </a:lnTo>
                    <a:lnTo>
                      <a:pt x="15" y="13"/>
                    </a:lnTo>
                    <a:lnTo>
                      <a:pt x="15" y="16"/>
                    </a:lnTo>
                    <a:lnTo>
                      <a:pt x="15" y="20"/>
                    </a:lnTo>
                    <a:lnTo>
                      <a:pt x="15" y="24"/>
                    </a:lnTo>
                    <a:lnTo>
                      <a:pt x="15" y="27"/>
                    </a:lnTo>
                    <a:lnTo>
                      <a:pt x="15" y="29"/>
                    </a:lnTo>
                    <a:lnTo>
                      <a:pt x="13" y="33"/>
                    </a:lnTo>
                    <a:lnTo>
                      <a:pt x="11" y="36"/>
                    </a:lnTo>
                    <a:close/>
                  </a:path>
                </a:pathLst>
              </a:custGeom>
              <a:solidFill>
                <a:srgbClr val="808060"/>
              </a:solidFill>
              <a:ln>
                <a:noFill/>
                <a:round/>
              </a:ln>
            </p:spPr>
          </p:sp>
          <p:sp>
            <p:nvSpPr>
              <p:cNvPr id="95234" name=""/>
              <p:cNvSpPr/>
              <p:nvPr/>
            </p:nvSpPr>
            <p:spPr>
              <a:xfrm>
                <a:off x="3493" y="2083"/>
                <a:ext cx="22" cy="18"/>
              </a:xfrm>
              <a:custGeom>
                <a:pathLst>
                  <a:path w="43" h="36">
                    <a:moveTo>
                      <a:pt x="21" y="0"/>
                    </a:moveTo>
                    <a:lnTo>
                      <a:pt x="32" y="0"/>
                    </a:lnTo>
                    <a:lnTo>
                      <a:pt x="35" y="2"/>
                    </a:lnTo>
                    <a:lnTo>
                      <a:pt x="39" y="4"/>
                    </a:lnTo>
                    <a:lnTo>
                      <a:pt x="41" y="7"/>
                    </a:lnTo>
                    <a:lnTo>
                      <a:pt x="41" y="11"/>
                    </a:lnTo>
                    <a:lnTo>
                      <a:pt x="43" y="15"/>
                    </a:lnTo>
                    <a:lnTo>
                      <a:pt x="43" y="16"/>
                    </a:lnTo>
                    <a:lnTo>
                      <a:pt x="43" y="22"/>
                    </a:lnTo>
                    <a:lnTo>
                      <a:pt x="43" y="25"/>
                    </a:lnTo>
                    <a:lnTo>
                      <a:pt x="41" y="27"/>
                    </a:lnTo>
                    <a:lnTo>
                      <a:pt x="41" y="31"/>
                    </a:lnTo>
                    <a:lnTo>
                      <a:pt x="37" y="34"/>
                    </a:lnTo>
                    <a:lnTo>
                      <a:pt x="35" y="36"/>
                    </a:lnTo>
                    <a:lnTo>
                      <a:pt x="34" y="36"/>
                    </a:lnTo>
                    <a:lnTo>
                      <a:pt x="32" y="36"/>
                    </a:lnTo>
                    <a:lnTo>
                      <a:pt x="0" y="36"/>
                    </a:lnTo>
                    <a:lnTo>
                      <a:pt x="21" y="0"/>
                    </a:lnTo>
                    <a:close/>
                  </a:path>
                </a:pathLst>
              </a:custGeom>
              <a:solidFill>
                <a:srgbClr val="C0C080"/>
              </a:solidFill>
              <a:ln>
                <a:noFill/>
                <a:round/>
              </a:ln>
            </p:spPr>
          </p:sp>
          <p:sp>
            <p:nvSpPr>
              <p:cNvPr id="95235" name=""/>
              <p:cNvSpPr/>
              <p:nvPr/>
            </p:nvSpPr>
            <p:spPr>
              <a:xfrm>
                <a:off x="3502" y="2083"/>
                <a:ext cx="7" cy="3"/>
              </a:xfrm>
              <a:custGeom>
                <a:pathLst>
                  <a:path w="15" h="7">
                    <a:moveTo>
                      <a:pt x="15" y="0"/>
                    </a:moveTo>
                    <a:lnTo>
                      <a:pt x="0" y="0"/>
                    </a:lnTo>
                    <a:lnTo>
                      <a:pt x="15" y="7"/>
                    </a:lnTo>
                    <a:lnTo>
                      <a:pt x="15" y="0"/>
                    </a:lnTo>
                    <a:close/>
                  </a:path>
                </a:pathLst>
              </a:custGeom>
              <a:solidFill>
                <a:srgbClr val="808050"/>
              </a:solidFill>
              <a:ln>
                <a:noFill/>
                <a:round/>
              </a:ln>
            </p:spPr>
          </p:sp>
          <p:sp>
            <p:nvSpPr>
              <p:cNvPr id="95236" name=""/>
              <p:cNvSpPr/>
              <p:nvPr/>
            </p:nvSpPr>
            <p:spPr>
              <a:xfrm>
                <a:off x="3508" y="2083"/>
                <a:ext cx="7" cy="10"/>
              </a:xfrm>
              <a:custGeom>
                <a:pathLst>
                  <a:path w="15" h="20">
                    <a:moveTo>
                      <a:pt x="15" y="20"/>
                    </a:moveTo>
                    <a:lnTo>
                      <a:pt x="15" y="18"/>
                    </a:lnTo>
                    <a:lnTo>
                      <a:pt x="15" y="11"/>
                    </a:lnTo>
                    <a:lnTo>
                      <a:pt x="13" y="9"/>
                    </a:lnTo>
                    <a:lnTo>
                      <a:pt x="13" y="7"/>
                    </a:lnTo>
                    <a:lnTo>
                      <a:pt x="9" y="4"/>
                    </a:lnTo>
                    <a:lnTo>
                      <a:pt x="6" y="2"/>
                    </a:lnTo>
                    <a:lnTo>
                      <a:pt x="6" y="0"/>
                    </a:lnTo>
                    <a:lnTo>
                      <a:pt x="2" y="0"/>
                    </a:lnTo>
                    <a:lnTo>
                      <a:pt x="0" y="0"/>
                    </a:lnTo>
                    <a:lnTo>
                      <a:pt x="0" y="2"/>
                    </a:lnTo>
                    <a:lnTo>
                      <a:pt x="2" y="2"/>
                    </a:lnTo>
                    <a:lnTo>
                      <a:pt x="6" y="2"/>
                    </a:lnTo>
                    <a:lnTo>
                      <a:pt x="6" y="4"/>
                    </a:lnTo>
                    <a:lnTo>
                      <a:pt x="7" y="7"/>
                    </a:lnTo>
                    <a:lnTo>
                      <a:pt x="9" y="7"/>
                    </a:lnTo>
                    <a:lnTo>
                      <a:pt x="9" y="9"/>
                    </a:lnTo>
                    <a:lnTo>
                      <a:pt x="13" y="11"/>
                    </a:lnTo>
                    <a:lnTo>
                      <a:pt x="13" y="13"/>
                    </a:lnTo>
                    <a:lnTo>
                      <a:pt x="13" y="18"/>
                    </a:lnTo>
                    <a:lnTo>
                      <a:pt x="13" y="20"/>
                    </a:lnTo>
                    <a:lnTo>
                      <a:pt x="15" y="20"/>
                    </a:lnTo>
                    <a:close/>
                  </a:path>
                </a:pathLst>
              </a:custGeom>
              <a:solidFill>
                <a:srgbClr val="808050"/>
              </a:solidFill>
              <a:ln>
                <a:noFill/>
                <a:round/>
              </a:ln>
            </p:spPr>
          </p:sp>
          <p:sp>
            <p:nvSpPr>
              <p:cNvPr id="95237" name=""/>
              <p:cNvSpPr/>
              <p:nvPr/>
            </p:nvSpPr>
            <p:spPr>
              <a:xfrm>
                <a:off x="3513" y="2089"/>
                <a:ext cx="2" cy="5"/>
              </a:xfrm>
              <a:prstGeom prst="rect">
                <a:avLst/>
              </a:prstGeom>
              <a:solidFill>
                <a:srgbClr val="808050"/>
              </a:solidFill>
              <a:ln>
                <a:noFill/>
                <a:miter lim="800000"/>
              </a:ln>
            </p:spPr>
          </p:sp>
          <p:sp>
            <p:nvSpPr>
              <p:cNvPr id="95238" name=""/>
              <p:cNvSpPr/>
              <p:nvPr/>
            </p:nvSpPr>
            <p:spPr>
              <a:xfrm>
                <a:off x="3508" y="2092"/>
                <a:ext cx="7" cy="10"/>
              </a:xfrm>
              <a:custGeom>
                <a:pathLst>
                  <a:path w="15" h="20">
                    <a:moveTo>
                      <a:pt x="0" y="20"/>
                    </a:moveTo>
                    <a:lnTo>
                      <a:pt x="2" y="20"/>
                    </a:lnTo>
                    <a:lnTo>
                      <a:pt x="6" y="20"/>
                    </a:lnTo>
                    <a:lnTo>
                      <a:pt x="6" y="18"/>
                    </a:lnTo>
                    <a:lnTo>
                      <a:pt x="7" y="18"/>
                    </a:lnTo>
                    <a:lnTo>
                      <a:pt x="9" y="16"/>
                    </a:lnTo>
                    <a:lnTo>
                      <a:pt x="13" y="13"/>
                    </a:lnTo>
                    <a:lnTo>
                      <a:pt x="13" y="11"/>
                    </a:lnTo>
                    <a:lnTo>
                      <a:pt x="15" y="9"/>
                    </a:lnTo>
                    <a:lnTo>
                      <a:pt x="15" y="2"/>
                    </a:lnTo>
                    <a:lnTo>
                      <a:pt x="15" y="0"/>
                    </a:lnTo>
                    <a:lnTo>
                      <a:pt x="13" y="0"/>
                    </a:lnTo>
                    <a:lnTo>
                      <a:pt x="13" y="2"/>
                    </a:lnTo>
                    <a:lnTo>
                      <a:pt x="13" y="7"/>
                    </a:lnTo>
                    <a:lnTo>
                      <a:pt x="13" y="9"/>
                    </a:lnTo>
                    <a:lnTo>
                      <a:pt x="9" y="11"/>
                    </a:lnTo>
                    <a:lnTo>
                      <a:pt x="9" y="13"/>
                    </a:lnTo>
                    <a:lnTo>
                      <a:pt x="7" y="13"/>
                    </a:lnTo>
                    <a:lnTo>
                      <a:pt x="7" y="16"/>
                    </a:lnTo>
                    <a:lnTo>
                      <a:pt x="6" y="16"/>
                    </a:lnTo>
                    <a:lnTo>
                      <a:pt x="6" y="18"/>
                    </a:lnTo>
                    <a:lnTo>
                      <a:pt x="2" y="18"/>
                    </a:lnTo>
                    <a:lnTo>
                      <a:pt x="0" y="18"/>
                    </a:lnTo>
                    <a:lnTo>
                      <a:pt x="0" y="20"/>
                    </a:lnTo>
                    <a:close/>
                  </a:path>
                </a:pathLst>
              </a:custGeom>
              <a:solidFill>
                <a:srgbClr val="808050"/>
              </a:solidFill>
              <a:ln>
                <a:noFill/>
                <a:round/>
              </a:ln>
            </p:spPr>
          </p:sp>
          <p:sp>
            <p:nvSpPr>
              <p:cNvPr id="95239" name=""/>
              <p:cNvSpPr/>
              <p:nvPr/>
            </p:nvSpPr>
            <p:spPr>
              <a:xfrm>
                <a:off x="3502" y="2097"/>
                <a:ext cx="7" cy="5"/>
              </a:xfrm>
              <a:prstGeom prst="rect">
                <a:avLst/>
              </a:prstGeom>
              <a:solidFill>
                <a:srgbClr val="808050"/>
              </a:solidFill>
              <a:ln>
                <a:noFill/>
                <a:miter lim="800000"/>
              </a:ln>
            </p:spPr>
          </p:sp>
          <p:sp>
            <p:nvSpPr>
              <p:cNvPr id="95240" name=""/>
              <p:cNvSpPr/>
              <p:nvPr/>
            </p:nvSpPr>
            <p:spPr>
              <a:xfrm>
                <a:off x="3493" y="2097"/>
                <a:ext cx="12" cy="5"/>
              </a:xfrm>
              <a:custGeom>
                <a:pathLst>
                  <a:path w="23" h="9">
                    <a:moveTo>
                      <a:pt x="0" y="0"/>
                    </a:moveTo>
                    <a:lnTo>
                      <a:pt x="0" y="9"/>
                    </a:lnTo>
                    <a:lnTo>
                      <a:pt x="23" y="9"/>
                    </a:lnTo>
                    <a:lnTo>
                      <a:pt x="23" y="0"/>
                    </a:lnTo>
                    <a:lnTo>
                      <a:pt x="0" y="0"/>
                    </a:lnTo>
                    <a:lnTo>
                      <a:pt x="1" y="0"/>
                    </a:lnTo>
                    <a:lnTo>
                      <a:pt x="0" y="0"/>
                    </a:lnTo>
                    <a:lnTo>
                      <a:pt x="0" y="9"/>
                    </a:lnTo>
                    <a:lnTo>
                      <a:pt x="0" y="0"/>
                    </a:lnTo>
                    <a:close/>
                  </a:path>
                </a:pathLst>
              </a:custGeom>
              <a:solidFill>
                <a:srgbClr val="808050"/>
              </a:solidFill>
              <a:ln>
                <a:noFill/>
                <a:round/>
              </a:ln>
            </p:spPr>
          </p:sp>
          <p:sp>
            <p:nvSpPr>
              <p:cNvPr id="95241" name=""/>
              <p:cNvSpPr/>
              <p:nvPr/>
            </p:nvSpPr>
            <p:spPr>
              <a:xfrm>
                <a:off x="3492" y="2083"/>
                <a:ext cx="4" cy="18"/>
              </a:xfrm>
              <a:custGeom>
                <a:pathLst>
                  <a:path w="9" h="36">
                    <a:moveTo>
                      <a:pt x="5" y="0"/>
                    </a:moveTo>
                    <a:lnTo>
                      <a:pt x="0" y="0"/>
                    </a:lnTo>
                    <a:lnTo>
                      <a:pt x="5" y="36"/>
                    </a:lnTo>
                    <a:lnTo>
                      <a:pt x="9" y="36"/>
                    </a:lnTo>
                    <a:lnTo>
                      <a:pt x="5" y="0"/>
                    </a:lnTo>
                    <a:lnTo>
                      <a:pt x="5" y="2"/>
                    </a:lnTo>
                    <a:lnTo>
                      <a:pt x="5" y="0"/>
                    </a:lnTo>
                    <a:lnTo>
                      <a:pt x="0" y="0"/>
                    </a:lnTo>
                    <a:lnTo>
                      <a:pt x="5" y="0"/>
                    </a:lnTo>
                    <a:close/>
                  </a:path>
                </a:pathLst>
              </a:custGeom>
              <a:solidFill>
                <a:srgbClr val="808050"/>
              </a:solidFill>
              <a:ln>
                <a:noFill/>
                <a:round/>
              </a:ln>
            </p:spPr>
          </p:sp>
          <p:sp>
            <p:nvSpPr>
              <p:cNvPr id="95242" name=""/>
              <p:cNvSpPr/>
              <p:nvPr/>
            </p:nvSpPr>
            <p:spPr>
              <a:xfrm>
                <a:off x="3493" y="2083"/>
                <a:ext cx="12" cy="3"/>
              </a:xfrm>
              <a:custGeom>
                <a:pathLst>
                  <a:path w="23" h="7">
                    <a:moveTo>
                      <a:pt x="23" y="0"/>
                    </a:moveTo>
                    <a:lnTo>
                      <a:pt x="0" y="0"/>
                    </a:lnTo>
                    <a:lnTo>
                      <a:pt x="23" y="7"/>
                    </a:lnTo>
                    <a:lnTo>
                      <a:pt x="23" y="0"/>
                    </a:lnTo>
                    <a:close/>
                  </a:path>
                </a:pathLst>
              </a:custGeom>
              <a:solidFill>
                <a:srgbClr val="808050"/>
              </a:solidFill>
              <a:ln>
                <a:noFill/>
                <a:round/>
              </a:ln>
            </p:spPr>
          </p:sp>
          <p:sp>
            <p:nvSpPr>
              <p:cNvPr id="95243" name=""/>
              <p:cNvSpPr/>
              <p:nvPr/>
            </p:nvSpPr>
            <p:spPr>
              <a:xfrm>
                <a:off x="3500" y="2085"/>
                <a:ext cx="11" cy="16"/>
              </a:xfrm>
              <a:custGeom>
                <a:pathLst>
                  <a:path w="21" h="30">
                    <a:moveTo>
                      <a:pt x="12" y="0"/>
                    </a:moveTo>
                    <a:lnTo>
                      <a:pt x="0" y="27"/>
                    </a:lnTo>
                    <a:lnTo>
                      <a:pt x="0" y="30"/>
                    </a:lnTo>
                    <a:lnTo>
                      <a:pt x="7" y="30"/>
                    </a:lnTo>
                    <a:lnTo>
                      <a:pt x="7" y="27"/>
                    </a:lnTo>
                    <a:lnTo>
                      <a:pt x="21" y="0"/>
                    </a:lnTo>
                    <a:lnTo>
                      <a:pt x="12" y="0"/>
                    </a:lnTo>
                    <a:close/>
                  </a:path>
                </a:pathLst>
              </a:custGeom>
              <a:solidFill>
                <a:srgbClr val="E0E0B0"/>
              </a:solidFill>
              <a:ln>
                <a:noFill/>
                <a:round/>
              </a:ln>
            </p:spPr>
          </p:sp>
          <p:sp>
            <p:nvSpPr>
              <p:cNvPr id="95244" name=""/>
              <p:cNvSpPr/>
              <p:nvPr/>
            </p:nvSpPr>
            <p:spPr>
              <a:xfrm>
                <a:off x="3504" y="2085"/>
                <a:ext cx="10" cy="16"/>
              </a:xfrm>
              <a:custGeom>
                <a:pathLst>
                  <a:path w="20" h="30">
                    <a:moveTo>
                      <a:pt x="13" y="0"/>
                    </a:moveTo>
                    <a:lnTo>
                      <a:pt x="0" y="28"/>
                    </a:lnTo>
                    <a:lnTo>
                      <a:pt x="2" y="30"/>
                    </a:lnTo>
                    <a:lnTo>
                      <a:pt x="11" y="30"/>
                    </a:lnTo>
                    <a:lnTo>
                      <a:pt x="11" y="28"/>
                    </a:lnTo>
                    <a:lnTo>
                      <a:pt x="20" y="10"/>
                    </a:lnTo>
                    <a:lnTo>
                      <a:pt x="20" y="9"/>
                    </a:lnTo>
                    <a:lnTo>
                      <a:pt x="18" y="5"/>
                    </a:lnTo>
                    <a:lnTo>
                      <a:pt x="18" y="3"/>
                    </a:lnTo>
                    <a:lnTo>
                      <a:pt x="13" y="0"/>
                    </a:lnTo>
                    <a:close/>
                  </a:path>
                </a:pathLst>
              </a:custGeom>
              <a:solidFill>
                <a:srgbClr val="E0E0B0"/>
              </a:solidFill>
              <a:ln>
                <a:noFill/>
                <a:round/>
              </a:ln>
            </p:spPr>
          </p:sp>
          <p:sp>
            <p:nvSpPr>
              <p:cNvPr id="95245" name=""/>
              <p:cNvSpPr/>
              <p:nvPr/>
            </p:nvSpPr>
            <p:spPr>
              <a:xfrm>
                <a:off x="3507" y="2092"/>
                <a:ext cx="6" cy="5"/>
              </a:xfrm>
              <a:custGeom>
                <a:pathLst>
                  <a:path w="13" h="11">
                    <a:moveTo>
                      <a:pt x="13" y="0"/>
                    </a:moveTo>
                    <a:lnTo>
                      <a:pt x="13" y="4"/>
                    </a:lnTo>
                    <a:lnTo>
                      <a:pt x="13" y="4"/>
                    </a:lnTo>
                    <a:lnTo>
                      <a:pt x="11" y="7"/>
                    </a:lnTo>
                    <a:lnTo>
                      <a:pt x="9" y="9"/>
                    </a:lnTo>
                    <a:lnTo>
                      <a:pt x="4" y="11"/>
                    </a:lnTo>
                    <a:lnTo>
                      <a:pt x="0" y="11"/>
                    </a:lnTo>
                  </a:path>
                </a:pathLst>
              </a:custGeom>
              <a:noFill/>
              <a:ln w="11113">
                <a:solidFill>
                  <a:srgbClr val="F0E0C0"/>
                </a:solidFill>
                <a:prstDash val="solid"/>
                <a:round/>
              </a:ln>
            </p:spPr>
          </p:sp>
          <p:sp>
            <p:nvSpPr>
              <p:cNvPr id="95246" name=""/>
              <p:cNvSpPr/>
              <p:nvPr/>
            </p:nvSpPr>
            <p:spPr>
              <a:xfrm>
                <a:off x="3495" y="2084"/>
                <a:ext cx="14" cy="2"/>
              </a:xfrm>
              <a:custGeom>
                <a:pathLst>
                  <a:path w="29" h="5">
                    <a:moveTo>
                      <a:pt x="0" y="0"/>
                    </a:moveTo>
                    <a:lnTo>
                      <a:pt x="22" y="0"/>
                    </a:lnTo>
                    <a:lnTo>
                      <a:pt x="25" y="0"/>
                    </a:lnTo>
                    <a:lnTo>
                      <a:pt x="29" y="5"/>
                    </a:lnTo>
                  </a:path>
                </a:pathLst>
              </a:custGeom>
              <a:noFill/>
              <a:ln w="11113">
                <a:solidFill>
                  <a:srgbClr val="F0E0C0"/>
                </a:solidFill>
                <a:prstDash val="solid"/>
                <a:round/>
              </a:ln>
            </p:spPr>
          </p:sp>
          <p:sp>
            <p:nvSpPr>
              <p:cNvPr id="95247" name=""/>
              <p:cNvSpPr/>
              <p:nvPr/>
            </p:nvSpPr>
            <p:spPr>
              <a:xfrm>
                <a:off x="3494" y="2085"/>
                <a:ext cx="4" cy="16"/>
              </a:xfrm>
              <a:custGeom>
                <a:pathLst>
                  <a:path w="8" h="30">
                    <a:moveTo>
                      <a:pt x="4" y="0"/>
                    </a:moveTo>
                    <a:lnTo>
                      <a:pt x="8" y="3"/>
                    </a:lnTo>
                    <a:lnTo>
                      <a:pt x="8" y="16"/>
                    </a:lnTo>
                    <a:lnTo>
                      <a:pt x="8" y="27"/>
                    </a:lnTo>
                    <a:lnTo>
                      <a:pt x="4" y="30"/>
                    </a:lnTo>
                    <a:lnTo>
                      <a:pt x="0" y="21"/>
                    </a:lnTo>
                    <a:lnTo>
                      <a:pt x="0" y="16"/>
                    </a:lnTo>
                    <a:lnTo>
                      <a:pt x="0" y="3"/>
                    </a:lnTo>
                    <a:lnTo>
                      <a:pt x="4" y="1"/>
                    </a:lnTo>
                    <a:lnTo>
                      <a:pt x="4" y="0"/>
                    </a:lnTo>
                    <a:close/>
                  </a:path>
                </a:pathLst>
              </a:custGeom>
              <a:solidFill>
                <a:srgbClr val="706040"/>
              </a:solidFill>
              <a:ln>
                <a:noFill/>
                <a:round/>
              </a:ln>
            </p:spPr>
          </p:sp>
          <p:sp>
            <p:nvSpPr>
              <p:cNvPr id="95248" name=""/>
              <p:cNvSpPr/>
              <p:nvPr/>
            </p:nvSpPr>
            <p:spPr>
              <a:xfrm>
                <a:off x="3494" y="2085"/>
                <a:ext cx="12" cy="16"/>
              </a:xfrm>
              <a:custGeom>
                <a:pathLst>
                  <a:path w="24" h="30">
                    <a:moveTo>
                      <a:pt x="15" y="0"/>
                    </a:moveTo>
                    <a:lnTo>
                      <a:pt x="0" y="25"/>
                    </a:lnTo>
                    <a:lnTo>
                      <a:pt x="2" y="30"/>
                    </a:lnTo>
                    <a:lnTo>
                      <a:pt x="13" y="30"/>
                    </a:lnTo>
                    <a:lnTo>
                      <a:pt x="13" y="27"/>
                    </a:lnTo>
                    <a:lnTo>
                      <a:pt x="24" y="0"/>
                    </a:lnTo>
                    <a:lnTo>
                      <a:pt x="15" y="0"/>
                    </a:lnTo>
                    <a:close/>
                  </a:path>
                </a:pathLst>
              </a:custGeom>
              <a:solidFill>
                <a:srgbClr val="E0E0B0"/>
              </a:solidFill>
              <a:ln>
                <a:noFill/>
                <a:round/>
              </a:ln>
            </p:spPr>
          </p:sp>
        </p:grpSp>
        <p:pic>
          <p:nvPicPr>
            <p:cNvPr id="95250" name=""/>
            <p:cNvPicPr/>
            <p:nvPr/>
          </p:nvPicPr>
          <p:blipFill>
            <a:blip r:embed="rId5"/>
            <a:stretch>
              <a:fillRect/>
            </a:stretch>
          </p:blipFill>
          <p:spPr>
            <a:xfrm>
              <a:off x="3433" y="2086"/>
              <a:ext cx="69" cy="15"/>
            </a:xfrm>
            <a:prstGeom prst="rect">
              <a:avLst/>
            </a:prstGeom>
            <a:noFill/>
            <a:ln>
              <a:noFill/>
              <a:miter lim="800000"/>
            </a:ln>
          </p:spPr>
        </p:pic>
      </p:grpSp>
      <p:grpSp>
        <p:nvGrpSpPr>
          <p:cNvPr id="95394" name=""/>
          <p:cNvGrpSpPr/>
          <p:nvPr/>
        </p:nvGrpSpPr>
        <p:grpSpPr>
          <a:xfrm>
            <a:off x="5708650" y="3508375"/>
            <a:ext cx="303213" cy="619125"/>
            <a:chOff x="3596" y="2210"/>
            <a:chExt cx="191" cy="390"/>
          </a:xfrm>
        </p:grpSpPr>
        <p:grpSp>
          <p:nvGrpSpPr>
            <p:cNvPr id="95392" name=""/>
            <p:cNvGrpSpPr/>
            <p:nvPr/>
          </p:nvGrpSpPr>
          <p:grpSpPr>
            <a:xfrm>
              <a:off x="3596" y="2210"/>
              <a:ext cx="191" cy="390"/>
              <a:chOff x="3596" y="2210"/>
              <a:chExt cx="191" cy="390"/>
            </a:xfrm>
          </p:grpSpPr>
          <p:sp>
            <p:nvSpPr>
              <p:cNvPr id="95252" name=""/>
              <p:cNvSpPr/>
              <p:nvPr/>
            </p:nvSpPr>
            <p:spPr>
              <a:xfrm>
                <a:off x="3625" y="2381"/>
                <a:ext cx="132" cy="213"/>
              </a:xfrm>
              <a:custGeom>
                <a:pathLst>
                  <a:path w="263" h="427">
                    <a:moveTo>
                      <a:pt x="5" y="0"/>
                    </a:moveTo>
                    <a:lnTo>
                      <a:pt x="258" y="0"/>
                    </a:lnTo>
                    <a:lnTo>
                      <a:pt x="260" y="0"/>
                    </a:lnTo>
                    <a:lnTo>
                      <a:pt x="263" y="4"/>
                    </a:lnTo>
                    <a:lnTo>
                      <a:pt x="263" y="6"/>
                    </a:lnTo>
                    <a:lnTo>
                      <a:pt x="263" y="421"/>
                    </a:lnTo>
                    <a:lnTo>
                      <a:pt x="263" y="423"/>
                    </a:lnTo>
                    <a:lnTo>
                      <a:pt x="260" y="425"/>
                    </a:lnTo>
                    <a:lnTo>
                      <a:pt x="258" y="427"/>
                    </a:lnTo>
                    <a:lnTo>
                      <a:pt x="5" y="427"/>
                    </a:lnTo>
                    <a:lnTo>
                      <a:pt x="2" y="425"/>
                    </a:lnTo>
                    <a:lnTo>
                      <a:pt x="0" y="423"/>
                    </a:lnTo>
                    <a:lnTo>
                      <a:pt x="0" y="421"/>
                    </a:lnTo>
                    <a:lnTo>
                      <a:pt x="0" y="6"/>
                    </a:lnTo>
                    <a:lnTo>
                      <a:pt x="0" y="4"/>
                    </a:lnTo>
                    <a:lnTo>
                      <a:pt x="2" y="0"/>
                    </a:lnTo>
                    <a:lnTo>
                      <a:pt x="5" y="0"/>
                    </a:lnTo>
                    <a:close/>
                  </a:path>
                </a:pathLst>
              </a:custGeom>
              <a:solidFill>
                <a:srgbClr val="F0E0C0"/>
              </a:solidFill>
              <a:ln>
                <a:noFill/>
                <a:round/>
              </a:ln>
            </p:spPr>
          </p:sp>
          <p:sp>
            <p:nvSpPr>
              <p:cNvPr id="95253" name=""/>
              <p:cNvSpPr/>
              <p:nvPr/>
            </p:nvSpPr>
            <p:spPr>
              <a:xfrm>
                <a:off x="3625" y="2559"/>
                <a:ext cx="132" cy="6"/>
              </a:xfrm>
              <a:prstGeom prst="rect">
                <a:avLst/>
              </a:prstGeom>
              <a:solidFill>
                <a:srgbClr val="A0A080"/>
              </a:solidFill>
              <a:ln>
                <a:noFill/>
                <a:miter lim="800000"/>
              </a:ln>
            </p:spPr>
          </p:sp>
          <p:sp>
            <p:nvSpPr>
              <p:cNvPr id="95254" name=""/>
              <p:cNvSpPr/>
              <p:nvPr/>
            </p:nvSpPr>
            <p:spPr>
              <a:xfrm>
                <a:off x="3625" y="2553"/>
                <a:ext cx="132" cy="6"/>
              </a:xfrm>
              <a:prstGeom prst="rect">
                <a:avLst/>
              </a:prstGeom>
              <a:solidFill>
                <a:srgbClr val="A0A080"/>
              </a:solidFill>
              <a:ln>
                <a:noFill/>
                <a:miter lim="800000"/>
              </a:ln>
            </p:spPr>
          </p:sp>
          <p:sp>
            <p:nvSpPr>
              <p:cNvPr id="95255" name=""/>
              <p:cNvSpPr/>
              <p:nvPr/>
            </p:nvSpPr>
            <p:spPr>
              <a:xfrm>
                <a:off x="3625" y="2548"/>
                <a:ext cx="132" cy="5"/>
              </a:xfrm>
              <a:prstGeom prst="rect">
                <a:avLst/>
              </a:prstGeom>
              <a:solidFill>
                <a:srgbClr val="404040"/>
              </a:solidFill>
              <a:ln>
                <a:noFill/>
                <a:miter lim="800000"/>
              </a:ln>
            </p:spPr>
          </p:sp>
          <p:sp>
            <p:nvSpPr>
              <p:cNvPr id="95256" name=""/>
              <p:cNvSpPr/>
              <p:nvPr/>
            </p:nvSpPr>
            <p:spPr>
              <a:xfrm>
                <a:off x="3625" y="2548"/>
                <a:ext cx="132" cy="5"/>
              </a:xfrm>
              <a:prstGeom prst="rect">
                <a:avLst/>
              </a:prstGeom>
              <a:solidFill>
                <a:srgbClr val="A0A080"/>
              </a:solidFill>
              <a:ln>
                <a:noFill/>
                <a:miter lim="800000"/>
              </a:ln>
            </p:spPr>
          </p:sp>
          <p:sp>
            <p:nvSpPr>
              <p:cNvPr id="95257" name=""/>
              <p:cNvSpPr/>
              <p:nvPr/>
            </p:nvSpPr>
            <p:spPr>
              <a:xfrm>
                <a:off x="3625" y="2541"/>
                <a:ext cx="132" cy="4"/>
              </a:xfrm>
              <a:prstGeom prst="rect">
                <a:avLst/>
              </a:prstGeom>
              <a:solidFill>
                <a:srgbClr val="A0A080"/>
              </a:solidFill>
              <a:ln>
                <a:noFill/>
                <a:miter lim="800000"/>
              </a:ln>
            </p:spPr>
          </p:sp>
          <p:sp>
            <p:nvSpPr>
              <p:cNvPr id="95258" name=""/>
              <p:cNvSpPr/>
              <p:nvPr/>
            </p:nvSpPr>
            <p:spPr>
              <a:xfrm>
                <a:off x="3625" y="2535"/>
                <a:ext cx="132" cy="4"/>
              </a:xfrm>
              <a:prstGeom prst="rect">
                <a:avLst/>
              </a:prstGeom>
              <a:solidFill>
                <a:srgbClr val="A0A080"/>
              </a:solidFill>
              <a:ln>
                <a:noFill/>
                <a:miter lim="800000"/>
              </a:ln>
            </p:spPr>
          </p:sp>
          <p:sp>
            <p:nvSpPr>
              <p:cNvPr id="95259" name=""/>
              <p:cNvSpPr/>
              <p:nvPr/>
            </p:nvSpPr>
            <p:spPr>
              <a:xfrm>
                <a:off x="3625" y="2528"/>
                <a:ext cx="132" cy="5"/>
              </a:xfrm>
              <a:prstGeom prst="rect">
                <a:avLst/>
              </a:prstGeom>
              <a:solidFill>
                <a:srgbClr val="A0A080"/>
              </a:solidFill>
              <a:ln>
                <a:noFill/>
                <a:miter lim="800000"/>
              </a:ln>
            </p:spPr>
          </p:sp>
          <p:sp>
            <p:nvSpPr>
              <p:cNvPr id="95260" name=""/>
              <p:cNvSpPr/>
              <p:nvPr/>
            </p:nvSpPr>
            <p:spPr>
              <a:xfrm>
                <a:off x="3625" y="2522"/>
                <a:ext cx="132" cy="4"/>
              </a:xfrm>
              <a:prstGeom prst="rect">
                <a:avLst/>
              </a:prstGeom>
              <a:solidFill>
                <a:srgbClr val="A0A080"/>
              </a:solidFill>
              <a:ln>
                <a:noFill/>
                <a:miter lim="800000"/>
              </a:ln>
            </p:spPr>
          </p:sp>
          <p:sp>
            <p:nvSpPr>
              <p:cNvPr id="95261" name=""/>
              <p:cNvSpPr/>
              <p:nvPr/>
            </p:nvSpPr>
            <p:spPr>
              <a:xfrm>
                <a:off x="3625" y="2515"/>
                <a:ext cx="132" cy="4"/>
              </a:xfrm>
              <a:prstGeom prst="rect">
                <a:avLst/>
              </a:prstGeom>
              <a:solidFill>
                <a:srgbClr val="A0A080"/>
              </a:solidFill>
              <a:ln>
                <a:noFill/>
                <a:miter lim="800000"/>
              </a:ln>
            </p:spPr>
          </p:sp>
          <p:sp>
            <p:nvSpPr>
              <p:cNvPr id="95262" name=""/>
              <p:cNvSpPr/>
              <p:nvPr/>
            </p:nvSpPr>
            <p:spPr>
              <a:xfrm>
                <a:off x="3625" y="2508"/>
                <a:ext cx="132" cy="6"/>
              </a:xfrm>
              <a:prstGeom prst="rect">
                <a:avLst/>
              </a:prstGeom>
              <a:solidFill>
                <a:srgbClr val="A0A080"/>
              </a:solidFill>
              <a:ln>
                <a:noFill/>
                <a:miter lim="800000"/>
              </a:ln>
            </p:spPr>
          </p:sp>
          <p:sp>
            <p:nvSpPr>
              <p:cNvPr id="95263" name=""/>
              <p:cNvSpPr/>
              <p:nvPr/>
            </p:nvSpPr>
            <p:spPr>
              <a:xfrm>
                <a:off x="3625" y="2501"/>
                <a:ext cx="132" cy="5"/>
              </a:xfrm>
              <a:prstGeom prst="rect">
                <a:avLst/>
              </a:prstGeom>
              <a:solidFill>
                <a:srgbClr val="A0A080"/>
              </a:solidFill>
              <a:ln>
                <a:noFill/>
                <a:miter lim="800000"/>
              </a:ln>
            </p:spPr>
          </p:sp>
          <p:sp>
            <p:nvSpPr>
              <p:cNvPr id="95264" name=""/>
              <p:cNvSpPr/>
              <p:nvPr/>
            </p:nvSpPr>
            <p:spPr>
              <a:xfrm>
                <a:off x="3625" y="2496"/>
                <a:ext cx="132" cy="4"/>
              </a:xfrm>
              <a:prstGeom prst="rect">
                <a:avLst/>
              </a:prstGeom>
              <a:solidFill>
                <a:srgbClr val="A0A080"/>
              </a:solidFill>
              <a:ln>
                <a:noFill/>
                <a:miter lim="800000"/>
              </a:ln>
            </p:spPr>
          </p:sp>
          <p:sp>
            <p:nvSpPr>
              <p:cNvPr id="95265" name=""/>
              <p:cNvSpPr/>
              <p:nvPr/>
            </p:nvSpPr>
            <p:spPr>
              <a:xfrm>
                <a:off x="3625" y="2490"/>
                <a:ext cx="132" cy="3"/>
              </a:xfrm>
              <a:prstGeom prst="rect">
                <a:avLst/>
              </a:prstGeom>
              <a:solidFill>
                <a:srgbClr val="A0A080"/>
              </a:solidFill>
              <a:ln>
                <a:noFill/>
                <a:miter lim="800000"/>
              </a:ln>
            </p:spPr>
          </p:sp>
          <p:sp>
            <p:nvSpPr>
              <p:cNvPr id="95266" name=""/>
              <p:cNvSpPr/>
              <p:nvPr/>
            </p:nvSpPr>
            <p:spPr>
              <a:xfrm>
                <a:off x="3625" y="2483"/>
                <a:ext cx="132" cy="4"/>
              </a:xfrm>
              <a:prstGeom prst="rect">
                <a:avLst/>
              </a:prstGeom>
              <a:solidFill>
                <a:srgbClr val="A0A080"/>
              </a:solidFill>
              <a:ln>
                <a:noFill/>
                <a:miter lim="800000"/>
              </a:ln>
            </p:spPr>
          </p:sp>
          <p:sp>
            <p:nvSpPr>
              <p:cNvPr id="95267" name=""/>
              <p:cNvSpPr/>
              <p:nvPr/>
            </p:nvSpPr>
            <p:spPr>
              <a:xfrm>
                <a:off x="3625" y="2476"/>
                <a:ext cx="132" cy="4"/>
              </a:xfrm>
              <a:prstGeom prst="rect">
                <a:avLst/>
              </a:prstGeom>
              <a:solidFill>
                <a:srgbClr val="A0A080"/>
              </a:solidFill>
              <a:ln>
                <a:noFill/>
                <a:miter lim="800000"/>
              </a:ln>
            </p:spPr>
          </p:sp>
          <p:sp>
            <p:nvSpPr>
              <p:cNvPr id="95268" name=""/>
              <p:cNvSpPr/>
              <p:nvPr/>
            </p:nvSpPr>
            <p:spPr>
              <a:xfrm>
                <a:off x="3625" y="2470"/>
                <a:ext cx="132" cy="3"/>
              </a:xfrm>
              <a:prstGeom prst="rect">
                <a:avLst/>
              </a:prstGeom>
              <a:solidFill>
                <a:srgbClr val="A0A080"/>
              </a:solidFill>
              <a:ln>
                <a:noFill/>
                <a:miter lim="800000"/>
              </a:ln>
            </p:spPr>
          </p:sp>
          <p:sp>
            <p:nvSpPr>
              <p:cNvPr id="95269" name=""/>
              <p:cNvSpPr/>
              <p:nvPr/>
            </p:nvSpPr>
            <p:spPr>
              <a:xfrm>
                <a:off x="3625" y="2463"/>
                <a:ext cx="132" cy="4"/>
              </a:xfrm>
              <a:prstGeom prst="rect">
                <a:avLst/>
              </a:prstGeom>
              <a:solidFill>
                <a:srgbClr val="A0A080"/>
              </a:solidFill>
              <a:ln>
                <a:noFill/>
                <a:miter lim="800000"/>
              </a:ln>
            </p:spPr>
          </p:sp>
          <p:sp>
            <p:nvSpPr>
              <p:cNvPr id="95270" name=""/>
              <p:cNvSpPr/>
              <p:nvPr/>
            </p:nvSpPr>
            <p:spPr>
              <a:xfrm>
                <a:off x="3596" y="2579"/>
                <a:ext cx="96" cy="21"/>
              </a:xfrm>
              <a:custGeom>
                <a:pathLst>
                  <a:path w="191" h="43">
                    <a:moveTo>
                      <a:pt x="60" y="0"/>
                    </a:moveTo>
                    <a:lnTo>
                      <a:pt x="53" y="0"/>
                    </a:lnTo>
                    <a:lnTo>
                      <a:pt x="53" y="20"/>
                    </a:lnTo>
                    <a:lnTo>
                      <a:pt x="0" y="36"/>
                    </a:lnTo>
                    <a:lnTo>
                      <a:pt x="0" y="43"/>
                    </a:lnTo>
                    <a:lnTo>
                      <a:pt x="191" y="43"/>
                    </a:lnTo>
                    <a:lnTo>
                      <a:pt x="191" y="31"/>
                    </a:lnTo>
                    <a:lnTo>
                      <a:pt x="60" y="31"/>
                    </a:lnTo>
                    <a:lnTo>
                      <a:pt x="60" y="0"/>
                    </a:lnTo>
                    <a:close/>
                  </a:path>
                </a:pathLst>
              </a:custGeom>
              <a:solidFill>
                <a:srgbClr val="808060"/>
              </a:solidFill>
              <a:ln>
                <a:noFill/>
                <a:round/>
              </a:ln>
            </p:spPr>
          </p:sp>
          <p:sp>
            <p:nvSpPr>
              <p:cNvPr id="95271" name=""/>
              <p:cNvSpPr/>
              <p:nvPr/>
            </p:nvSpPr>
            <p:spPr>
              <a:xfrm>
                <a:off x="3692" y="2579"/>
                <a:ext cx="95" cy="21"/>
              </a:xfrm>
              <a:custGeom>
                <a:pathLst>
                  <a:path w="190" h="43">
                    <a:moveTo>
                      <a:pt x="129" y="0"/>
                    </a:moveTo>
                    <a:lnTo>
                      <a:pt x="138" y="0"/>
                    </a:lnTo>
                    <a:lnTo>
                      <a:pt x="138" y="20"/>
                    </a:lnTo>
                    <a:lnTo>
                      <a:pt x="190" y="36"/>
                    </a:lnTo>
                    <a:lnTo>
                      <a:pt x="190" y="43"/>
                    </a:lnTo>
                    <a:lnTo>
                      <a:pt x="0" y="43"/>
                    </a:lnTo>
                    <a:lnTo>
                      <a:pt x="0" y="31"/>
                    </a:lnTo>
                    <a:lnTo>
                      <a:pt x="129" y="31"/>
                    </a:lnTo>
                    <a:lnTo>
                      <a:pt x="129" y="0"/>
                    </a:lnTo>
                    <a:close/>
                  </a:path>
                </a:pathLst>
              </a:custGeom>
              <a:solidFill>
                <a:srgbClr val="808060"/>
              </a:solidFill>
              <a:ln>
                <a:noFill/>
                <a:round/>
              </a:ln>
            </p:spPr>
          </p:sp>
          <p:sp>
            <p:nvSpPr>
              <p:cNvPr id="95272" name=""/>
              <p:cNvSpPr/>
              <p:nvPr/>
            </p:nvSpPr>
            <p:spPr>
              <a:xfrm>
                <a:off x="3648" y="2515"/>
                <a:ext cx="85" cy="72"/>
              </a:xfrm>
              <a:custGeom>
                <a:pathLst>
                  <a:path w="171" h="144">
                    <a:moveTo>
                      <a:pt x="0" y="2"/>
                    </a:moveTo>
                    <a:lnTo>
                      <a:pt x="0" y="144"/>
                    </a:lnTo>
                    <a:lnTo>
                      <a:pt x="171" y="144"/>
                    </a:lnTo>
                    <a:lnTo>
                      <a:pt x="171" y="0"/>
                    </a:lnTo>
                  </a:path>
                </a:pathLst>
              </a:custGeom>
              <a:noFill/>
              <a:ln w="11113">
                <a:solidFill>
                  <a:srgbClr val="808060"/>
                </a:solidFill>
                <a:prstDash val="solid"/>
                <a:round/>
              </a:ln>
            </p:spPr>
          </p:sp>
          <p:sp>
            <p:nvSpPr>
              <p:cNvPr id="95273" name=""/>
              <p:cNvSpPr/>
              <p:nvPr/>
            </p:nvSpPr>
            <p:spPr>
              <a:xfrm>
                <a:off x="3625" y="2210"/>
                <a:ext cx="132" cy="161"/>
              </a:xfrm>
              <a:custGeom>
                <a:pathLst>
                  <a:path w="263" h="320">
                    <a:moveTo>
                      <a:pt x="7" y="320"/>
                    </a:moveTo>
                    <a:lnTo>
                      <a:pt x="256" y="320"/>
                    </a:lnTo>
                    <a:lnTo>
                      <a:pt x="260" y="320"/>
                    </a:lnTo>
                    <a:lnTo>
                      <a:pt x="261" y="317"/>
                    </a:lnTo>
                    <a:lnTo>
                      <a:pt x="263" y="315"/>
                    </a:lnTo>
                    <a:lnTo>
                      <a:pt x="263" y="7"/>
                    </a:lnTo>
                    <a:lnTo>
                      <a:pt x="261" y="3"/>
                    </a:lnTo>
                    <a:lnTo>
                      <a:pt x="260" y="2"/>
                    </a:lnTo>
                    <a:lnTo>
                      <a:pt x="258" y="2"/>
                    </a:lnTo>
                    <a:lnTo>
                      <a:pt x="7" y="0"/>
                    </a:lnTo>
                    <a:lnTo>
                      <a:pt x="3" y="2"/>
                    </a:lnTo>
                    <a:lnTo>
                      <a:pt x="2" y="3"/>
                    </a:lnTo>
                    <a:lnTo>
                      <a:pt x="0" y="7"/>
                    </a:lnTo>
                    <a:lnTo>
                      <a:pt x="0" y="315"/>
                    </a:lnTo>
                    <a:lnTo>
                      <a:pt x="0" y="317"/>
                    </a:lnTo>
                    <a:lnTo>
                      <a:pt x="3" y="320"/>
                    </a:lnTo>
                    <a:lnTo>
                      <a:pt x="7" y="320"/>
                    </a:lnTo>
                    <a:close/>
                  </a:path>
                </a:pathLst>
              </a:custGeom>
              <a:solidFill>
                <a:srgbClr val="F0E0C0"/>
              </a:solidFill>
              <a:ln>
                <a:noFill/>
                <a:round/>
              </a:ln>
            </p:spPr>
          </p:sp>
          <p:sp>
            <p:nvSpPr>
              <p:cNvPr id="95274" name=""/>
              <p:cNvSpPr/>
              <p:nvPr/>
            </p:nvSpPr>
            <p:spPr>
              <a:xfrm>
                <a:off x="3637" y="2255"/>
                <a:ext cx="108" cy="101"/>
              </a:xfrm>
              <a:custGeom>
                <a:pathLst>
                  <a:path w="215" h="202">
                    <a:moveTo>
                      <a:pt x="11" y="202"/>
                    </a:moveTo>
                    <a:lnTo>
                      <a:pt x="206" y="202"/>
                    </a:lnTo>
                    <a:lnTo>
                      <a:pt x="208" y="202"/>
                    </a:lnTo>
                    <a:lnTo>
                      <a:pt x="211" y="200"/>
                    </a:lnTo>
                    <a:lnTo>
                      <a:pt x="213" y="198"/>
                    </a:lnTo>
                    <a:lnTo>
                      <a:pt x="215" y="196"/>
                    </a:lnTo>
                    <a:lnTo>
                      <a:pt x="215" y="193"/>
                    </a:lnTo>
                    <a:lnTo>
                      <a:pt x="215" y="9"/>
                    </a:lnTo>
                    <a:lnTo>
                      <a:pt x="215" y="5"/>
                    </a:lnTo>
                    <a:lnTo>
                      <a:pt x="213" y="4"/>
                    </a:lnTo>
                    <a:lnTo>
                      <a:pt x="211" y="0"/>
                    </a:lnTo>
                    <a:lnTo>
                      <a:pt x="208" y="0"/>
                    </a:lnTo>
                    <a:lnTo>
                      <a:pt x="206" y="0"/>
                    </a:lnTo>
                    <a:lnTo>
                      <a:pt x="11" y="0"/>
                    </a:lnTo>
                    <a:lnTo>
                      <a:pt x="7" y="0"/>
                    </a:lnTo>
                    <a:lnTo>
                      <a:pt x="5" y="0"/>
                    </a:lnTo>
                    <a:lnTo>
                      <a:pt x="4" y="4"/>
                    </a:lnTo>
                    <a:lnTo>
                      <a:pt x="2" y="5"/>
                    </a:lnTo>
                    <a:lnTo>
                      <a:pt x="0" y="9"/>
                    </a:lnTo>
                    <a:lnTo>
                      <a:pt x="0" y="193"/>
                    </a:lnTo>
                    <a:lnTo>
                      <a:pt x="2" y="196"/>
                    </a:lnTo>
                    <a:lnTo>
                      <a:pt x="2" y="196"/>
                    </a:lnTo>
                    <a:lnTo>
                      <a:pt x="5" y="200"/>
                    </a:lnTo>
                    <a:lnTo>
                      <a:pt x="7" y="202"/>
                    </a:lnTo>
                    <a:lnTo>
                      <a:pt x="11" y="202"/>
                    </a:lnTo>
                    <a:close/>
                  </a:path>
                </a:pathLst>
              </a:custGeom>
              <a:solidFill>
                <a:srgbClr val="F0E0C0"/>
              </a:solidFill>
              <a:ln>
                <a:noFill/>
                <a:round/>
              </a:ln>
            </p:spPr>
          </p:sp>
          <p:sp>
            <p:nvSpPr>
              <p:cNvPr id="95275" name=""/>
              <p:cNvSpPr/>
              <p:nvPr/>
            </p:nvSpPr>
            <p:spPr>
              <a:xfrm>
                <a:off x="3641" y="2282"/>
                <a:ext cx="99" cy="4"/>
              </a:xfrm>
              <a:prstGeom prst="rect">
                <a:avLst/>
              </a:prstGeom>
              <a:solidFill>
                <a:srgbClr val="505020"/>
              </a:solidFill>
              <a:ln w="11113">
                <a:solidFill>
                  <a:prstClr val="black"/>
                </a:solidFill>
                <a:miter lim="800000"/>
              </a:ln>
            </p:spPr>
          </p:sp>
          <p:sp>
            <p:nvSpPr>
              <p:cNvPr id="95276" name=""/>
              <p:cNvSpPr/>
              <p:nvPr/>
            </p:nvSpPr>
            <p:spPr>
              <a:xfrm>
                <a:off x="3641" y="2310"/>
                <a:ext cx="99" cy="3"/>
              </a:xfrm>
              <a:prstGeom prst="rect">
                <a:avLst/>
              </a:prstGeom>
              <a:solidFill>
                <a:srgbClr val="505020"/>
              </a:solidFill>
              <a:ln w="11113">
                <a:solidFill>
                  <a:prstClr val="black"/>
                </a:solidFill>
                <a:miter lim="800000"/>
              </a:ln>
            </p:spPr>
          </p:sp>
          <p:sp>
            <p:nvSpPr>
              <p:cNvPr id="95277" name=""/>
              <p:cNvSpPr/>
              <p:nvPr/>
            </p:nvSpPr>
            <p:spPr>
              <a:xfrm>
                <a:off x="3639" y="2259"/>
                <a:ext cx="104" cy="28"/>
              </a:xfrm>
              <a:custGeom>
                <a:pathLst>
                  <a:path w="207" h="56">
                    <a:moveTo>
                      <a:pt x="5" y="56"/>
                    </a:moveTo>
                    <a:lnTo>
                      <a:pt x="204" y="56"/>
                    </a:lnTo>
                    <a:lnTo>
                      <a:pt x="205" y="56"/>
                    </a:lnTo>
                    <a:lnTo>
                      <a:pt x="207" y="52"/>
                    </a:lnTo>
                    <a:lnTo>
                      <a:pt x="207" y="6"/>
                    </a:lnTo>
                    <a:lnTo>
                      <a:pt x="207" y="2"/>
                    </a:lnTo>
                    <a:lnTo>
                      <a:pt x="204" y="0"/>
                    </a:lnTo>
                    <a:lnTo>
                      <a:pt x="5" y="0"/>
                    </a:lnTo>
                    <a:lnTo>
                      <a:pt x="1" y="2"/>
                    </a:lnTo>
                    <a:lnTo>
                      <a:pt x="0" y="4"/>
                    </a:lnTo>
                    <a:lnTo>
                      <a:pt x="0" y="52"/>
                    </a:lnTo>
                    <a:lnTo>
                      <a:pt x="1" y="54"/>
                    </a:lnTo>
                    <a:lnTo>
                      <a:pt x="3" y="56"/>
                    </a:lnTo>
                    <a:lnTo>
                      <a:pt x="5" y="56"/>
                    </a:lnTo>
                    <a:close/>
                  </a:path>
                </a:pathLst>
              </a:custGeom>
              <a:solidFill>
                <a:srgbClr val="C0C080"/>
              </a:solidFill>
              <a:ln>
                <a:noFill/>
                <a:round/>
              </a:ln>
            </p:spPr>
          </p:sp>
          <p:sp>
            <p:nvSpPr>
              <p:cNvPr id="95278" name=""/>
              <p:cNvSpPr/>
              <p:nvPr/>
            </p:nvSpPr>
            <p:spPr>
              <a:xfrm>
                <a:off x="3666" y="2260"/>
                <a:ext cx="41" cy="21"/>
              </a:xfrm>
              <a:custGeom>
                <a:pathLst>
                  <a:path w="83" h="41">
                    <a:moveTo>
                      <a:pt x="4" y="0"/>
                    </a:moveTo>
                    <a:lnTo>
                      <a:pt x="79" y="0"/>
                    </a:lnTo>
                    <a:lnTo>
                      <a:pt x="81" y="0"/>
                    </a:lnTo>
                    <a:lnTo>
                      <a:pt x="83" y="4"/>
                    </a:lnTo>
                    <a:lnTo>
                      <a:pt x="83" y="38"/>
                    </a:lnTo>
                    <a:lnTo>
                      <a:pt x="81" y="41"/>
                    </a:lnTo>
                    <a:lnTo>
                      <a:pt x="79" y="41"/>
                    </a:lnTo>
                    <a:lnTo>
                      <a:pt x="4" y="41"/>
                    </a:lnTo>
                    <a:lnTo>
                      <a:pt x="0" y="41"/>
                    </a:lnTo>
                    <a:lnTo>
                      <a:pt x="0" y="38"/>
                    </a:lnTo>
                    <a:lnTo>
                      <a:pt x="0" y="4"/>
                    </a:lnTo>
                    <a:lnTo>
                      <a:pt x="0" y="0"/>
                    </a:lnTo>
                    <a:lnTo>
                      <a:pt x="4" y="0"/>
                    </a:lnTo>
                    <a:close/>
                  </a:path>
                </a:pathLst>
              </a:custGeom>
              <a:solidFill>
                <a:srgbClr val="00DFCA"/>
              </a:solidFill>
              <a:ln>
                <a:noFill/>
                <a:round/>
              </a:ln>
            </p:spPr>
          </p:sp>
          <p:sp>
            <p:nvSpPr>
              <p:cNvPr id="95279" name=""/>
              <p:cNvSpPr/>
              <p:nvPr/>
            </p:nvSpPr>
            <p:spPr>
              <a:xfrm>
                <a:off x="3718" y="2260"/>
                <a:ext cx="13" cy="7"/>
              </a:xfrm>
              <a:custGeom>
                <a:pathLst>
                  <a:path w="27" h="14">
                    <a:moveTo>
                      <a:pt x="4" y="14"/>
                    </a:moveTo>
                    <a:lnTo>
                      <a:pt x="23" y="14"/>
                    </a:lnTo>
                    <a:lnTo>
                      <a:pt x="25" y="11"/>
                    </a:lnTo>
                    <a:lnTo>
                      <a:pt x="27" y="4"/>
                    </a:lnTo>
                    <a:lnTo>
                      <a:pt x="23" y="0"/>
                    </a:lnTo>
                    <a:lnTo>
                      <a:pt x="4" y="0"/>
                    </a:lnTo>
                    <a:lnTo>
                      <a:pt x="2" y="0"/>
                    </a:lnTo>
                    <a:lnTo>
                      <a:pt x="0" y="11"/>
                    </a:lnTo>
                    <a:lnTo>
                      <a:pt x="4" y="14"/>
                    </a:lnTo>
                    <a:close/>
                  </a:path>
                </a:pathLst>
              </a:custGeom>
              <a:solidFill>
                <a:srgbClr val="808050"/>
              </a:solidFill>
              <a:ln>
                <a:noFill/>
                <a:round/>
              </a:ln>
            </p:spPr>
          </p:sp>
          <p:sp>
            <p:nvSpPr>
              <p:cNvPr id="95280" name=""/>
              <p:cNvSpPr/>
              <p:nvPr/>
            </p:nvSpPr>
            <p:spPr>
              <a:xfrm>
                <a:off x="3718" y="2260"/>
                <a:ext cx="13" cy="7"/>
              </a:xfrm>
              <a:custGeom>
                <a:pathLst>
                  <a:path w="27" h="14">
                    <a:moveTo>
                      <a:pt x="2" y="14"/>
                    </a:moveTo>
                    <a:lnTo>
                      <a:pt x="23" y="14"/>
                    </a:lnTo>
                    <a:lnTo>
                      <a:pt x="27" y="11"/>
                    </a:lnTo>
                    <a:lnTo>
                      <a:pt x="27" y="4"/>
                    </a:lnTo>
                    <a:lnTo>
                      <a:pt x="23" y="0"/>
                    </a:lnTo>
                    <a:lnTo>
                      <a:pt x="2" y="0"/>
                    </a:lnTo>
                    <a:lnTo>
                      <a:pt x="0" y="0"/>
                    </a:lnTo>
                    <a:lnTo>
                      <a:pt x="0" y="11"/>
                    </a:lnTo>
                    <a:lnTo>
                      <a:pt x="2" y="14"/>
                    </a:lnTo>
                    <a:close/>
                  </a:path>
                </a:pathLst>
              </a:custGeom>
              <a:solidFill>
                <a:srgbClr val="C0C080"/>
              </a:solidFill>
              <a:ln>
                <a:noFill/>
                <a:round/>
              </a:ln>
            </p:spPr>
          </p:sp>
          <p:sp>
            <p:nvSpPr>
              <p:cNvPr id="95281" name=""/>
              <p:cNvSpPr/>
              <p:nvPr/>
            </p:nvSpPr>
            <p:spPr>
              <a:xfrm>
                <a:off x="3645" y="2266"/>
                <a:ext cx="95" cy="7"/>
              </a:xfrm>
              <a:custGeom>
                <a:pathLst>
                  <a:path w="192" h="14">
                    <a:moveTo>
                      <a:pt x="4" y="14"/>
                    </a:moveTo>
                    <a:lnTo>
                      <a:pt x="188" y="14"/>
                    </a:lnTo>
                    <a:lnTo>
                      <a:pt x="192" y="12"/>
                    </a:lnTo>
                    <a:lnTo>
                      <a:pt x="192" y="9"/>
                    </a:lnTo>
                    <a:lnTo>
                      <a:pt x="192" y="5"/>
                    </a:lnTo>
                    <a:lnTo>
                      <a:pt x="192" y="0"/>
                    </a:lnTo>
                    <a:lnTo>
                      <a:pt x="188" y="0"/>
                    </a:lnTo>
                    <a:lnTo>
                      <a:pt x="4" y="0"/>
                    </a:lnTo>
                    <a:lnTo>
                      <a:pt x="2" y="0"/>
                    </a:lnTo>
                    <a:lnTo>
                      <a:pt x="0" y="5"/>
                    </a:lnTo>
                    <a:lnTo>
                      <a:pt x="0" y="9"/>
                    </a:lnTo>
                    <a:lnTo>
                      <a:pt x="2" y="12"/>
                    </a:lnTo>
                    <a:lnTo>
                      <a:pt x="4" y="14"/>
                    </a:lnTo>
                    <a:close/>
                  </a:path>
                </a:pathLst>
              </a:custGeom>
              <a:solidFill>
                <a:srgbClr val="A0A080"/>
              </a:solidFill>
              <a:ln>
                <a:noFill/>
                <a:round/>
              </a:ln>
            </p:spPr>
          </p:sp>
          <p:sp>
            <p:nvSpPr>
              <p:cNvPr id="95282" name=""/>
              <p:cNvSpPr/>
              <p:nvPr/>
            </p:nvSpPr>
            <p:spPr>
              <a:xfrm>
                <a:off x="3641" y="2284"/>
                <a:ext cx="102" cy="30"/>
              </a:xfrm>
              <a:custGeom>
                <a:pathLst>
                  <a:path w="204" h="59">
                    <a:moveTo>
                      <a:pt x="2" y="59"/>
                    </a:moveTo>
                    <a:lnTo>
                      <a:pt x="201" y="59"/>
                    </a:lnTo>
                    <a:lnTo>
                      <a:pt x="204" y="59"/>
                    </a:lnTo>
                    <a:lnTo>
                      <a:pt x="204" y="55"/>
                    </a:lnTo>
                    <a:lnTo>
                      <a:pt x="204" y="5"/>
                    </a:lnTo>
                    <a:lnTo>
                      <a:pt x="202" y="1"/>
                    </a:lnTo>
                    <a:lnTo>
                      <a:pt x="201" y="0"/>
                    </a:lnTo>
                    <a:lnTo>
                      <a:pt x="2" y="0"/>
                    </a:lnTo>
                    <a:lnTo>
                      <a:pt x="0" y="1"/>
                    </a:lnTo>
                    <a:lnTo>
                      <a:pt x="0" y="5"/>
                    </a:lnTo>
                    <a:lnTo>
                      <a:pt x="0" y="55"/>
                    </a:lnTo>
                    <a:lnTo>
                      <a:pt x="0" y="59"/>
                    </a:lnTo>
                    <a:lnTo>
                      <a:pt x="2" y="59"/>
                    </a:lnTo>
                    <a:close/>
                  </a:path>
                </a:pathLst>
              </a:custGeom>
              <a:solidFill>
                <a:srgbClr val="C0C080"/>
              </a:solidFill>
              <a:ln>
                <a:noFill/>
                <a:round/>
              </a:ln>
            </p:spPr>
          </p:sp>
          <p:sp>
            <p:nvSpPr>
              <p:cNvPr id="95283" name=""/>
              <p:cNvSpPr/>
              <p:nvPr/>
            </p:nvSpPr>
            <p:spPr>
              <a:xfrm>
                <a:off x="3666" y="2288"/>
                <a:ext cx="41" cy="22"/>
              </a:xfrm>
              <a:custGeom>
                <a:pathLst>
                  <a:path w="83" h="45">
                    <a:moveTo>
                      <a:pt x="6" y="0"/>
                    </a:moveTo>
                    <a:lnTo>
                      <a:pt x="77" y="0"/>
                    </a:lnTo>
                    <a:lnTo>
                      <a:pt x="81" y="0"/>
                    </a:lnTo>
                    <a:lnTo>
                      <a:pt x="83" y="3"/>
                    </a:lnTo>
                    <a:lnTo>
                      <a:pt x="83" y="5"/>
                    </a:lnTo>
                    <a:lnTo>
                      <a:pt x="83" y="39"/>
                    </a:lnTo>
                    <a:lnTo>
                      <a:pt x="83" y="43"/>
                    </a:lnTo>
                    <a:lnTo>
                      <a:pt x="79" y="45"/>
                    </a:lnTo>
                    <a:lnTo>
                      <a:pt x="77" y="45"/>
                    </a:lnTo>
                    <a:lnTo>
                      <a:pt x="6" y="45"/>
                    </a:lnTo>
                    <a:lnTo>
                      <a:pt x="2" y="45"/>
                    </a:lnTo>
                    <a:lnTo>
                      <a:pt x="0" y="43"/>
                    </a:lnTo>
                    <a:lnTo>
                      <a:pt x="0" y="39"/>
                    </a:lnTo>
                    <a:lnTo>
                      <a:pt x="0" y="5"/>
                    </a:lnTo>
                    <a:lnTo>
                      <a:pt x="0" y="2"/>
                    </a:lnTo>
                    <a:lnTo>
                      <a:pt x="4" y="0"/>
                    </a:lnTo>
                    <a:lnTo>
                      <a:pt x="6" y="0"/>
                    </a:lnTo>
                    <a:close/>
                  </a:path>
                </a:pathLst>
              </a:custGeom>
              <a:solidFill>
                <a:srgbClr val="00DFCA"/>
              </a:solidFill>
              <a:ln>
                <a:noFill/>
                <a:round/>
              </a:ln>
            </p:spPr>
          </p:sp>
          <p:sp>
            <p:nvSpPr>
              <p:cNvPr id="95284" name=""/>
              <p:cNvSpPr/>
              <p:nvPr/>
            </p:nvSpPr>
            <p:spPr>
              <a:xfrm>
                <a:off x="3708" y="2301"/>
                <a:ext cx="16" cy="8"/>
              </a:xfrm>
              <a:custGeom>
                <a:pathLst>
                  <a:path w="33" h="14">
                    <a:moveTo>
                      <a:pt x="4" y="14"/>
                    </a:moveTo>
                    <a:lnTo>
                      <a:pt x="25" y="14"/>
                    </a:lnTo>
                    <a:lnTo>
                      <a:pt x="29" y="14"/>
                    </a:lnTo>
                    <a:lnTo>
                      <a:pt x="33" y="9"/>
                    </a:lnTo>
                    <a:lnTo>
                      <a:pt x="33" y="7"/>
                    </a:lnTo>
                    <a:lnTo>
                      <a:pt x="31" y="2"/>
                    </a:lnTo>
                    <a:lnTo>
                      <a:pt x="29" y="0"/>
                    </a:lnTo>
                    <a:lnTo>
                      <a:pt x="4" y="0"/>
                    </a:lnTo>
                    <a:lnTo>
                      <a:pt x="2" y="0"/>
                    </a:lnTo>
                    <a:lnTo>
                      <a:pt x="0" y="5"/>
                    </a:lnTo>
                    <a:lnTo>
                      <a:pt x="0" y="9"/>
                    </a:lnTo>
                    <a:lnTo>
                      <a:pt x="2" y="12"/>
                    </a:lnTo>
                    <a:lnTo>
                      <a:pt x="4" y="14"/>
                    </a:lnTo>
                    <a:close/>
                  </a:path>
                </a:pathLst>
              </a:custGeom>
              <a:solidFill>
                <a:srgbClr val="808050"/>
              </a:solidFill>
              <a:ln>
                <a:noFill/>
                <a:round/>
              </a:ln>
            </p:spPr>
          </p:sp>
          <p:sp>
            <p:nvSpPr>
              <p:cNvPr id="95285" name=""/>
              <p:cNvSpPr/>
              <p:nvPr/>
            </p:nvSpPr>
            <p:spPr>
              <a:xfrm>
                <a:off x="3708" y="2301"/>
                <a:ext cx="16" cy="8"/>
              </a:xfrm>
              <a:custGeom>
                <a:pathLst>
                  <a:path w="33" h="14">
                    <a:moveTo>
                      <a:pt x="4" y="14"/>
                    </a:moveTo>
                    <a:lnTo>
                      <a:pt x="25" y="14"/>
                    </a:lnTo>
                    <a:lnTo>
                      <a:pt x="29" y="14"/>
                    </a:lnTo>
                    <a:lnTo>
                      <a:pt x="33" y="9"/>
                    </a:lnTo>
                    <a:lnTo>
                      <a:pt x="33" y="7"/>
                    </a:lnTo>
                    <a:lnTo>
                      <a:pt x="31" y="2"/>
                    </a:lnTo>
                    <a:lnTo>
                      <a:pt x="29" y="0"/>
                    </a:lnTo>
                    <a:lnTo>
                      <a:pt x="4" y="0"/>
                    </a:lnTo>
                    <a:lnTo>
                      <a:pt x="2" y="0"/>
                    </a:lnTo>
                    <a:lnTo>
                      <a:pt x="0" y="5"/>
                    </a:lnTo>
                    <a:lnTo>
                      <a:pt x="0" y="9"/>
                    </a:lnTo>
                    <a:lnTo>
                      <a:pt x="2" y="12"/>
                    </a:lnTo>
                    <a:lnTo>
                      <a:pt x="4" y="14"/>
                    </a:lnTo>
                    <a:close/>
                  </a:path>
                </a:pathLst>
              </a:custGeom>
              <a:solidFill>
                <a:srgbClr val="C0C080"/>
              </a:solidFill>
              <a:ln>
                <a:noFill/>
                <a:round/>
              </a:ln>
            </p:spPr>
          </p:sp>
          <p:sp>
            <p:nvSpPr>
              <p:cNvPr id="95286" name=""/>
              <p:cNvSpPr/>
              <p:nvPr/>
            </p:nvSpPr>
            <p:spPr>
              <a:xfrm>
                <a:off x="3663" y="2291"/>
                <a:ext cx="62" cy="8"/>
              </a:xfrm>
              <a:custGeom>
                <a:pathLst>
                  <a:path w="125" h="16">
                    <a:moveTo>
                      <a:pt x="0" y="13"/>
                    </a:moveTo>
                    <a:lnTo>
                      <a:pt x="45" y="13"/>
                    </a:lnTo>
                    <a:lnTo>
                      <a:pt x="45" y="16"/>
                    </a:lnTo>
                    <a:lnTo>
                      <a:pt x="86" y="16"/>
                    </a:lnTo>
                    <a:lnTo>
                      <a:pt x="86" y="13"/>
                    </a:lnTo>
                    <a:lnTo>
                      <a:pt x="125" y="13"/>
                    </a:lnTo>
                    <a:lnTo>
                      <a:pt x="125" y="4"/>
                    </a:lnTo>
                    <a:lnTo>
                      <a:pt x="86" y="4"/>
                    </a:lnTo>
                    <a:lnTo>
                      <a:pt x="86" y="0"/>
                    </a:lnTo>
                    <a:lnTo>
                      <a:pt x="47" y="0"/>
                    </a:lnTo>
                    <a:lnTo>
                      <a:pt x="47" y="2"/>
                    </a:lnTo>
                    <a:lnTo>
                      <a:pt x="0" y="2"/>
                    </a:lnTo>
                    <a:lnTo>
                      <a:pt x="0" y="13"/>
                    </a:lnTo>
                    <a:close/>
                  </a:path>
                </a:pathLst>
              </a:custGeom>
              <a:solidFill>
                <a:srgbClr val="A08060"/>
              </a:solidFill>
              <a:ln>
                <a:noFill/>
                <a:round/>
              </a:ln>
            </p:spPr>
          </p:sp>
          <p:sp>
            <p:nvSpPr>
              <p:cNvPr id="95287" name=""/>
              <p:cNvSpPr/>
              <p:nvPr/>
            </p:nvSpPr>
            <p:spPr>
              <a:xfrm>
                <a:off x="3641" y="2318"/>
                <a:ext cx="101" cy="6"/>
              </a:xfrm>
              <a:prstGeom prst="rect">
                <a:avLst/>
              </a:prstGeom>
              <a:solidFill>
                <a:srgbClr val="505020"/>
              </a:solidFill>
              <a:ln>
                <a:noFill/>
                <a:miter lim="800000"/>
              </a:ln>
            </p:spPr>
          </p:sp>
          <p:sp>
            <p:nvSpPr>
              <p:cNvPr id="95288" name=""/>
              <p:cNvSpPr/>
              <p:nvPr/>
            </p:nvSpPr>
            <p:spPr>
              <a:xfrm>
                <a:off x="3641" y="2318"/>
                <a:ext cx="102" cy="3"/>
              </a:xfrm>
              <a:custGeom>
                <a:pathLst>
                  <a:path w="204" h="7">
                    <a:moveTo>
                      <a:pt x="204" y="0"/>
                    </a:moveTo>
                    <a:lnTo>
                      <a:pt x="202" y="0"/>
                    </a:lnTo>
                    <a:lnTo>
                      <a:pt x="0" y="0"/>
                    </a:lnTo>
                    <a:lnTo>
                      <a:pt x="0" y="7"/>
                    </a:lnTo>
                    <a:lnTo>
                      <a:pt x="202" y="7"/>
                    </a:lnTo>
                    <a:lnTo>
                      <a:pt x="201" y="0"/>
                    </a:lnTo>
                    <a:lnTo>
                      <a:pt x="204" y="0"/>
                    </a:lnTo>
                    <a:lnTo>
                      <a:pt x="202" y="0"/>
                    </a:lnTo>
                    <a:lnTo>
                      <a:pt x="204" y="0"/>
                    </a:lnTo>
                    <a:close/>
                  </a:path>
                </a:pathLst>
              </a:custGeom>
              <a:solidFill>
                <a:srgbClr val="000000"/>
              </a:solidFill>
              <a:ln>
                <a:noFill/>
                <a:round/>
              </a:ln>
            </p:spPr>
          </p:sp>
          <p:sp>
            <p:nvSpPr>
              <p:cNvPr id="95289" name=""/>
              <p:cNvSpPr/>
              <p:nvPr/>
            </p:nvSpPr>
            <p:spPr>
              <a:xfrm>
                <a:off x="3740" y="2318"/>
                <a:ext cx="3" cy="6"/>
              </a:xfrm>
              <a:custGeom>
                <a:pathLst>
                  <a:path w="7" h="13">
                    <a:moveTo>
                      <a:pt x="4" y="13"/>
                    </a:moveTo>
                    <a:lnTo>
                      <a:pt x="7" y="11"/>
                    </a:lnTo>
                    <a:lnTo>
                      <a:pt x="7" y="0"/>
                    </a:lnTo>
                    <a:lnTo>
                      <a:pt x="0" y="0"/>
                    </a:lnTo>
                    <a:lnTo>
                      <a:pt x="0" y="11"/>
                    </a:lnTo>
                    <a:lnTo>
                      <a:pt x="4" y="11"/>
                    </a:lnTo>
                    <a:lnTo>
                      <a:pt x="4" y="13"/>
                    </a:lnTo>
                    <a:lnTo>
                      <a:pt x="7" y="13"/>
                    </a:lnTo>
                    <a:lnTo>
                      <a:pt x="7" y="11"/>
                    </a:lnTo>
                    <a:lnTo>
                      <a:pt x="4" y="13"/>
                    </a:lnTo>
                    <a:close/>
                  </a:path>
                </a:pathLst>
              </a:custGeom>
              <a:solidFill>
                <a:srgbClr val="000000"/>
              </a:solidFill>
              <a:ln>
                <a:noFill/>
                <a:round/>
              </a:ln>
            </p:spPr>
          </p:sp>
          <p:sp>
            <p:nvSpPr>
              <p:cNvPr id="95290" name=""/>
              <p:cNvSpPr/>
              <p:nvPr/>
            </p:nvSpPr>
            <p:spPr>
              <a:xfrm>
                <a:off x="3639" y="2320"/>
                <a:ext cx="103" cy="4"/>
              </a:xfrm>
              <a:custGeom>
                <a:pathLst>
                  <a:path w="205" h="7">
                    <a:moveTo>
                      <a:pt x="0" y="0"/>
                    </a:moveTo>
                    <a:lnTo>
                      <a:pt x="1" y="7"/>
                    </a:lnTo>
                    <a:lnTo>
                      <a:pt x="205" y="7"/>
                    </a:lnTo>
                    <a:lnTo>
                      <a:pt x="205" y="0"/>
                    </a:lnTo>
                    <a:lnTo>
                      <a:pt x="1" y="0"/>
                    </a:lnTo>
                    <a:lnTo>
                      <a:pt x="0" y="0"/>
                    </a:lnTo>
                    <a:lnTo>
                      <a:pt x="0" y="7"/>
                    </a:lnTo>
                    <a:lnTo>
                      <a:pt x="1" y="7"/>
                    </a:lnTo>
                    <a:lnTo>
                      <a:pt x="0" y="0"/>
                    </a:lnTo>
                    <a:close/>
                  </a:path>
                </a:pathLst>
              </a:custGeom>
              <a:solidFill>
                <a:srgbClr val="000000"/>
              </a:solidFill>
              <a:ln>
                <a:noFill/>
                <a:round/>
              </a:ln>
            </p:spPr>
          </p:sp>
          <p:sp>
            <p:nvSpPr>
              <p:cNvPr id="95291" name=""/>
              <p:cNvSpPr/>
              <p:nvPr/>
            </p:nvSpPr>
            <p:spPr>
              <a:xfrm>
                <a:off x="3639" y="2318"/>
                <a:ext cx="3" cy="6"/>
              </a:xfrm>
              <a:custGeom>
                <a:pathLst>
                  <a:path w="5" h="13">
                    <a:moveTo>
                      <a:pt x="5" y="0"/>
                    </a:moveTo>
                    <a:lnTo>
                      <a:pt x="0" y="0"/>
                    </a:lnTo>
                    <a:lnTo>
                      <a:pt x="0" y="13"/>
                    </a:lnTo>
                    <a:lnTo>
                      <a:pt x="5" y="13"/>
                    </a:lnTo>
                    <a:lnTo>
                      <a:pt x="5" y="0"/>
                    </a:lnTo>
                    <a:lnTo>
                      <a:pt x="5" y="4"/>
                    </a:lnTo>
                    <a:lnTo>
                      <a:pt x="5" y="0"/>
                    </a:lnTo>
                    <a:lnTo>
                      <a:pt x="0" y="0"/>
                    </a:lnTo>
                    <a:lnTo>
                      <a:pt x="5" y="0"/>
                    </a:lnTo>
                    <a:close/>
                  </a:path>
                </a:pathLst>
              </a:custGeom>
              <a:solidFill>
                <a:srgbClr val="000000"/>
              </a:solidFill>
              <a:ln>
                <a:noFill/>
                <a:round/>
              </a:ln>
            </p:spPr>
          </p:sp>
          <p:sp>
            <p:nvSpPr>
              <p:cNvPr id="95292" name=""/>
              <p:cNvSpPr/>
              <p:nvPr/>
            </p:nvSpPr>
            <p:spPr>
              <a:xfrm>
                <a:off x="3641" y="2320"/>
                <a:ext cx="102" cy="35"/>
              </a:xfrm>
              <a:custGeom>
                <a:pathLst>
                  <a:path w="204" h="70">
                    <a:moveTo>
                      <a:pt x="4" y="0"/>
                    </a:moveTo>
                    <a:lnTo>
                      <a:pt x="201" y="0"/>
                    </a:lnTo>
                    <a:lnTo>
                      <a:pt x="202" y="0"/>
                    </a:lnTo>
                    <a:lnTo>
                      <a:pt x="204" y="1"/>
                    </a:lnTo>
                    <a:lnTo>
                      <a:pt x="204" y="3"/>
                    </a:lnTo>
                    <a:lnTo>
                      <a:pt x="204" y="64"/>
                    </a:lnTo>
                    <a:lnTo>
                      <a:pt x="204" y="66"/>
                    </a:lnTo>
                    <a:lnTo>
                      <a:pt x="204" y="68"/>
                    </a:lnTo>
                    <a:lnTo>
                      <a:pt x="202" y="68"/>
                    </a:lnTo>
                    <a:lnTo>
                      <a:pt x="202" y="70"/>
                    </a:lnTo>
                    <a:lnTo>
                      <a:pt x="201" y="70"/>
                    </a:lnTo>
                    <a:lnTo>
                      <a:pt x="4" y="70"/>
                    </a:lnTo>
                    <a:lnTo>
                      <a:pt x="2" y="70"/>
                    </a:lnTo>
                    <a:lnTo>
                      <a:pt x="0" y="70"/>
                    </a:lnTo>
                    <a:lnTo>
                      <a:pt x="0" y="68"/>
                    </a:lnTo>
                    <a:lnTo>
                      <a:pt x="0" y="66"/>
                    </a:lnTo>
                    <a:lnTo>
                      <a:pt x="0" y="64"/>
                    </a:lnTo>
                    <a:lnTo>
                      <a:pt x="0" y="3"/>
                    </a:lnTo>
                    <a:lnTo>
                      <a:pt x="0" y="1"/>
                    </a:lnTo>
                    <a:lnTo>
                      <a:pt x="0" y="0"/>
                    </a:lnTo>
                    <a:lnTo>
                      <a:pt x="4" y="0"/>
                    </a:lnTo>
                    <a:close/>
                  </a:path>
                </a:pathLst>
              </a:custGeom>
              <a:solidFill>
                <a:srgbClr val="C0C080"/>
              </a:solidFill>
              <a:ln>
                <a:noFill/>
                <a:round/>
              </a:ln>
            </p:spPr>
          </p:sp>
          <p:sp>
            <p:nvSpPr>
              <p:cNvPr id="95293" name=""/>
              <p:cNvSpPr/>
              <p:nvPr/>
            </p:nvSpPr>
            <p:spPr>
              <a:xfrm>
                <a:off x="3664" y="2325"/>
                <a:ext cx="42" cy="29"/>
              </a:xfrm>
              <a:custGeom>
                <a:pathLst>
                  <a:path w="84" h="57">
                    <a:moveTo>
                      <a:pt x="5" y="0"/>
                    </a:moveTo>
                    <a:lnTo>
                      <a:pt x="78" y="0"/>
                    </a:lnTo>
                    <a:lnTo>
                      <a:pt x="80" y="0"/>
                    </a:lnTo>
                    <a:lnTo>
                      <a:pt x="82" y="1"/>
                    </a:lnTo>
                    <a:lnTo>
                      <a:pt x="82" y="3"/>
                    </a:lnTo>
                    <a:lnTo>
                      <a:pt x="84" y="5"/>
                    </a:lnTo>
                    <a:lnTo>
                      <a:pt x="84" y="7"/>
                    </a:lnTo>
                    <a:lnTo>
                      <a:pt x="84" y="52"/>
                    </a:lnTo>
                    <a:lnTo>
                      <a:pt x="82" y="54"/>
                    </a:lnTo>
                    <a:lnTo>
                      <a:pt x="82" y="55"/>
                    </a:lnTo>
                    <a:lnTo>
                      <a:pt x="82" y="57"/>
                    </a:lnTo>
                    <a:lnTo>
                      <a:pt x="80" y="57"/>
                    </a:lnTo>
                    <a:lnTo>
                      <a:pt x="78" y="57"/>
                    </a:lnTo>
                    <a:lnTo>
                      <a:pt x="5" y="57"/>
                    </a:lnTo>
                    <a:lnTo>
                      <a:pt x="3" y="57"/>
                    </a:lnTo>
                    <a:lnTo>
                      <a:pt x="1" y="55"/>
                    </a:lnTo>
                    <a:lnTo>
                      <a:pt x="0" y="54"/>
                    </a:lnTo>
                    <a:lnTo>
                      <a:pt x="0" y="52"/>
                    </a:lnTo>
                    <a:lnTo>
                      <a:pt x="0" y="7"/>
                    </a:lnTo>
                    <a:lnTo>
                      <a:pt x="0" y="5"/>
                    </a:lnTo>
                    <a:lnTo>
                      <a:pt x="1" y="3"/>
                    </a:lnTo>
                    <a:lnTo>
                      <a:pt x="1" y="1"/>
                    </a:lnTo>
                    <a:lnTo>
                      <a:pt x="3" y="0"/>
                    </a:lnTo>
                    <a:lnTo>
                      <a:pt x="5" y="0"/>
                    </a:lnTo>
                    <a:close/>
                  </a:path>
                </a:pathLst>
              </a:custGeom>
              <a:solidFill>
                <a:srgbClr val="00DFCA"/>
              </a:solidFill>
              <a:ln>
                <a:noFill/>
                <a:round/>
              </a:ln>
            </p:spPr>
          </p:sp>
          <p:sp>
            <p:nvSpPr>
              <p:cNvPr id="95294" name=""/>
              <p:cNvSpPr/>
              <p:nvPr/>
            </p:nvSpPr>
            <p:spPr>
              <a:xfrm>
                <a:off x="3670" y="2326"/>
                <a:ext cx="70" cy="23"/>
              </a:xfrm>
              <a:custGeom>
                <a:pathLst>
                  <a:path w="142" h="47">
                    <a:moveTo>
                      <a:pt x="0" y="0"/>
                    </a:moveTo>
                    <a:lnTo>
                      <a:pt x="142" y="0"/>
                    </a:lnTo>
                    <a:lnTo>
                      <a:pt x="142" y="33"/>
                    </a:lnTo>
                    <a:lnTo>
                      <a:pt x="20" y="33"/>
                    </a:lnTo>
                    <a:lnTo>
                      <a:pt x="20" y="47"/>
                    </a:lnTo>
                    <a:lnTo>
                      <a:pt x="0" y="47"/>
                    </a:lnTo>
                    <a:lnTo>
                      <a:pt x="0" y="0"/>
                    </a:lnTo>
                    <a:close/>
                  </a:path>
                </a:pathLst>
              </a:custGeom>
              <a:solidFill>
                <a:srgbClr val="404010"/>
              </a:solidFill>
              <a:ln>
                <a:noFill/>
                <a:round/>
              </a:ln>
            </p:spPr>
          </p:sp>
          <p:sp>
            <p:nvSpPr>
              <p:cNvPr id="95295" name=""/>
              <p:cNvSpPr/>
              <p:nvPr/>
            </p:nvSpPr>
            <p:spPr>
              <a:xfrm>
                <a:off x="3641" y="2313"/>
                <a:ext cx="102" cy="8"/>
              </a:xfrm>
              <a:prstGeom prst="rect">
                <a:avLst/>
              </a:prstGeom>
              <a:solidFill>
                <a:srgbClr val="C0C080"/>
              </a:solidFill>
              <a:ln>
                <a:noFill/>
                <a:miter lim="800000"/>
              </a:ln>
            </p:spPr>
          </p:sp>
          <p:sp>
            <p:nvSpPr>
              <p:cNvPr id="95296" name=""/>
              <p:cNvSpPr/>
              <p:nvPr/>
            </p:nvSpPr>
            <p:spPr>
              <a:xfrm>
                <a:off x="3637" y="2246"/>
                <a:ext cx="110" cy="8"/>
              </a:xfrm>
              <a:custGeom>
                <a:pathLst>
                  <a:path w="218" h="14">
                    <a:moveTo>
                      <a:pt x="4" y="0"/>
                    </a:moveTo>
                    <a:lnTo>
                      <a:pt x="215" y="0"/>
                    </a:lnTo>
                    <a:lnTo>
                      <a:pt x="217" y="0"/>
                    </a:lnTo>
                    <a:lnTo>
                      <a:pt x="218" y="5"/>
                    </a:lnTo>
                    <a:lnTo>
                      <a:pt x="218" y="11"/>
                    </a:lnTo>
                    <a:lnTo>
                      <a:pt x="215" y="14"/>
                    </a:lnTo>
                    <a:lnTo>
                      <a:pt x="4" y="14"/>
                    </a:lnTo>
                    <a:lnTo>
                      <a:pt x="2" y="11"/>
                    </a:lnTo>
                    <a:lnTo>
                      <a:pt x="0" y="9"/>
                    </a:lnTo>
                    <a:lnTo>
                      <a:pt x="0" y="4"/>
                    </a:lnTo>
                    <a:lnTo>
                      <a:pt x="4" y="0"/>
                    </a:lnTo>
                    <a:close/>
                  </a:path>
                </a:pathLst>
              </a:custGeom>
              <a:solidFill>
                <a:srgbClr val="E0D0A0"/>
              </a:solidFill>
              <a:ln>
                <a:noFill/>
                <a:round/>
              </a:ln>
            </p:spPr>
          </p:sp>
          <p:sp>
            <p:nvSpPr>
              <p:cNvPr id="95297" name=""/>
              <p:cNvSpPr/>
              <p:nvPr/>
            </p:nvSpPr>
            <p:spPr>
              <a:xfrm>
                <a:off x="3645" y="2270"/>
                <a:ext cx="21" cy="4"/>
              </a:xfrm>
              <a:custGeom>
                <a:pathLst>
                  <a:path w="43" h="9">
                    <a:moveTo>
                      <a:pt x="2" y="0"/>
                    </a:moveTo>
                    <a:lnTo>
                      <a:pt x="43" y="0"/>
                    </a:lnTo>
                    <a:lnTo>
                      <a:pt x="43" y="3"/>
                    </a:lnTo>
                    <a:lnTo>
                      <a:pt x="43" y="9"/>
                    </a:lnTo>
                    <a:lnTo>
                      <a:pt x="2" y="9"/>
                    </a:lnTo>
                    <a:lnTo>
                      <a:pt x="0" y="5"/>
                    </a:lnTo>
                    <a:lnTo>
                      <a:pt x="0" y="0"/>
                    </a:lnTo>
                    <a:lnTo>
                      <a:pt x="2" y="0"/>
                    </a:lnTo>
                    <a:close/>
                  </a:path>
                </a:pathLst>
              </a:custGeom>
              <a:solidFill>
                <a:srgbClr val="E0E0B0"/>
              </a:solidFill>
              <a:ln>
                <a:noFill/>
                <a:round/>
              </a:ln>
            </p:spPr>
          </p:sp>
          <p:sp>
            <p:nvSpPr>
              <p:cNvPr id="95298" name=""/>
              <p:cNvSpPr/>
              <p:nvPr/>
            </p:nvSpPr>
            <p:spPr>
              <a:xfrm>
                <a:off x="3664" y="2271"/>
                <a:ext cx="43" cy="3"/>
              </a:xfrm>
              <a:custGeom>
                <a:pathLst>
                  <a:path w="86" h="7">
                    <a:moveTo>
                      <a:pt x="0" y="0"/>
                    </a:moveTo>
                    <a:lnTo>
                      <a:pt x="86" y="0"/>
                    </a:lnTo>
                    <a:lnTo>
                      <a:pt x="0" y="7"/>
                    </a:lnTo>
                    <a:lnTo>
                      <a:pt x="0" y="0"/>
                    </a:lnTo>
                    <a:close/>
                  </a:path>
                </a:pathLst>
              </a:custGeom>
              <a:solidFill>
                <a:srgbClr val="E0E0B0"/>
              </a:solidFill>
              <a:ln>
                <a:noFill/>
                <a:round/>
              </a:ln>
            </p:spPr>
          </p:sp>
          <p:sp>
            <p:nvSpPr>
              <p:cNvPr id="95299" name=""/>
              <p:cNvSpPr/>
              <p:nvPr/>
            </p:nvSpPr>
            <p:spPr>
              <a:xfrm>
                <a:off x="3706" y="2270"/>
                <a:ext cx="34" cy="4"/>
              </a:xfrm>
              <a:custGeom>
                <a:pathLst>
                  <a:path w="68" h="9">
                    <a:moveTo>
                      <a:pt x="2" y="0"/>
                    </a:moveTo>
                    <a:lnTo>
                      <a:pt x="66" y="0"/>
                    </a:lnTo>
                    <a:lnTo>
                      <a:pt x="68" y="3"/>
                    </a:lnTo>
                    <a:lnTo>
                      <a:pt x="66" y="9"/>
                    </a:lnTo>
                    <a:lnTo>
                      <a:pt x="2" y="9"/>
                    </a:lnTo>
                    <a:lnTo>
                      <a:pt x="0" y="3"/>
                    </a:lnTo>
                    <a:lnTo>
                      <a:pt x="2" y="0"/>
                    </a:lnTo>
                    <a:close/>
                  </a:path>
                </a:pathLst>
              </a:custGeom>
              <a:solidFill>
                <a:srgbClr val="E0E0B0"/>
              </a:solidFill>
              <a:ln>
                <a:noFill/>
                <a:round/>
              </a:ln>
            </p:spPr>
          </p:sp>
          <p:sp>
            <p:nvSpPr>
              <p:cNvPr id="95300" name=""/>
              <p:cNvSpPr/>
              <p:nvPr/>
            </p:nvSpPr>
            <p:spPr>
              <a:xfrm>
                <a:off x="3666" y="2273"/>
                <a:ext cx="41" cy="8"/>
              </a:xfrm>
              <a:custGeom>
                <a:pathLst>
                  <a:path w="83" h="16">
                    <a:moveTo>
                      <a:pt x="0" y="0"/>
                    </a:moveTo>
                    <a:lnTo>
                      <a:pt x="81" y="0"/>
                    </a:lnTo>
                    <a:lnTo>
                      <a:pt x="83" y="2"/>
                    </a:lnTo>
                    <a:lnTo>
                      <a:pt x="83" y="15"/>
                    </a:lnTo>
                    <a:lnTo>
                      <a:pt x="81" y="16"/>
                    </a:lnTo>
                    <a:lnTo>
                      <a:pt x="0" y="16"/>
                    </a:lnTo>
                    <a:lnTo>
                      <a:pt x="0" y="15"/>
                    </a:lnTo>
                    <a:lnTo>
                      <a:pt x="0" y="2"/>
                    </a:lnTo>
                    <a:lnTo>
                      <a:pt x="0" y="0"/>
                    </a:lnTo>
                    <a:close/>
                  </a:path>
                </a:pathLst>
              </a:custGeom>
              <a:solidFill>
                <a:srgbClr val="00DFCA"/>
              </a:solidFill>
              <a:ln>
                <a:noFill/>
                <a:round/>
              </a:ln>
            </p:spPr>
          </p:sp>
          <p:sp>
            <p:nvSpPr>
              <p:cNvPr id="95301" name=""/>
              <p:cNvSpPr/>
              <p:nvPr/>
            </p:nvSpPr>
            <p:spPr>
              <a:xfrm>
                <a:off x="3720" y="2260"/>
                <a:ext cx="11" cy="3"/>
              </a:xfrm>
              <a:prstGeom prst="rect">
                <a:avLst/>
              </a:prstGeom>
              <a:solidFill>
                <a:srgbClr val="F0E0C0"/>
              </a:solidFill>
              <a:ln>
                <a:noFill/>
                <a:miter lim="800000"/>
              </a:ln>
            </p:spPr>
          </p:sp>
          <p:sp>
            <p:nvSpPr>
              <p:cNvPr id="95302" name=""/>
              <p:cNvSpPr/>
              <p:nvPr/>
            </p:nvSpPr>
            <p:spPr>
              <a:xfrm>
                <a:off x="3713" y="2260"/>
                <a:ext cx="18" cy="12"/>
              </a:xfrm>
              <a:custGeom>
                <a:pathLst>
                  <a:path w="38" h="23">
                    <a:moveTo>
                      <a:pt x="11" y="0"/>
                    </a:moveTo>
                    <a:lnTo>
                      <a:pt x="0" y="20"/>
                    </a:lnTo>
                    <a:lnTo>
                      <a:pt x="0" y="23"/>
                    </a:lnTo>
                    <a:lnTo>
                      <a:pt x="31" y="23"/>
                    </a:lnTo>
                    <a:lnTo>
                      <a:pt x="38" y="11"/>
                    </a:lnTo>
                    <a:lnTo>
                      <a:pt x="13" y="11"/>
                    </a:lnTo>
                    <a:lnTo>
                      <a:pt x="11" y="0"/>
                    </a:lnTo>
                    <a:close/>
                  </a:path>
                </a:pathLst>
              </a:custGeom>
              <a:solidFill>
                <a:srgbClr val="808060"/>
              </a:solidFill>
              <a:ln>
                <a:noFill/>
                <a:round/>
              </a:ln>
            </p:spPr>
          </p:sp>
          <p:sp>
            <p:nvSpPr>
              <p:cNvPr id="95303" name=""/>
              <p:cNvSpPr/>
              <p:nvPr/>
            </p:nvSpPr>
            <p:spPr>
              <a:xfrm>
                <a:off x="3667" y="2273"/>
                <a:ext cx="6" cy="7"/>
              </a:xfrm>
              <a:custGeom>
                <a:pathLst>
                  <a:path w="13" h="13">
                    <a:moveTo>
                      <a:pt x="2" y="0"/>
                    </a:moveTo>
                    <a:lnTo>
                      <a:pt x="11" y="0"/>
                    </a:lnTo>
                    <a:lnTo>
                      <a:pt x="13" y="0"/>
                    </a:lnTo>
                    <a:lnTo>
                      <a:pt x="13" y="4"/>
                    </a:lnTo>
                    <a:lnTo>
                      <a:pt x="13" y="9"/>
                    </a:lnTo>
                    <a:lnTo>
                      <a:pt x="13" y="13"/>
                    </a:lnTo>
                    <a:lnTo>
                      <a:pt x="2" y="13"/>
                    </a:lnTo>
                    <a:lnTo>
                      <a:pt x="0" y="9"/>
                    </a:lnTo>
                    <a:lnTo>
                      <a:pt x="0" y="4"/>
                    </a:lnTo>
                    <a:lnTo>
                      <a:pt x="0" y="0"/>
                    </a:lnTo>
                    <a:lnTo>
                      <a:pt x="2" y="0"/>
                    </a:lnTo>
                    <a:close/>
                  </a:path>
                </a:pathLst>
              </a:custGeom>
              <a:solidFill>
                <a:srgbClr val="A0A070"/>
              </a:solidFill>
              <a:ln>
                <a:noFill/>
                <a:round/>
              </a:ln>
            </p:spPr>
          </p:sp>
          <p:sp>
            <p:nvSpPr>
              <p:cNvPr id="95304" name=""/>
              <p:cNvSpPr/>
              <p:nvPr/>
            </p:nvSpPr>
            <p:spPr>
              <a:xfrm>
                <a:off x="3667" y="2273"/>
                <a:ext cx="6" cy="6"/>
              </a:xfrm>
              <a:custGeom>
                <a:pathLst>
                  <a:path w="13" h="11">
                    <a:moveTo>
                      <a:pt x="5" y="0"/>
                    </a:moveTo>
                    <a:lnTo>
                      <a:pt x="11" y="0"/>
                    </a:lnTo>
                    <a:lnTo>
                      <a:pt x="13" y="0"/>
                    </a:lnTo>
                    <a:lnTo>
                      <a:pt x="13" y="5"/>
                    </a:lnTo>
                    <a:lnTo>
                      <a:pt x="13" y="11"/>
                    </a:lnTo>
                    <a:lnTo>
                      <a:pt x="5" y="11"/>
                    </a:lnTo>
                    <a:lnTo>
                      <a:pt x="2" y="11"/>
                    </a:lnTo>
                    <a:lnTo>
                      <a:pt x="0" y="11"/>
                    </a:lnTo>
                    <a:lnTo>
                      <a:pt x="0" y="5"/>
                    </a:lnTo>
                    <a:lnTo>
                      <a:pt x="2" y="5"/>
                    </a:lnTo>
                    <a:lnTo>
                      <a:pt x="2" y="0"/>
                    </a:lnTo>
                    <a:lnTo>
                      <a:pt x="5" y="0"/>
                    </a:lnTo>
                    <a:close/>
                  </a:path>
                </a:pathLst>
              </a:custGeom>
              <a:solidFill>
                <a:srgbClr val="A0FF00"/>
              </a:solidFill>
              <a:ln>
                <a:noFill/>
                <a:round/>
              </a:ln>
            </p:spPr>
          </p:sp>
          <p:sp>
            <p:nvSpPr>
              <p:cNvPr id="95305" name=""/>
              <p:cNvSpPr/>
              <p:nvPr/>
            </p:nvSpPr>
            <p:spPr>
              <a:xfrm>
                <a:off x="3670" y="2273"/>
                <a:ext cx="1" cy="5"/>
              </a:xfrm>
              <a:custGeom>
                <a:pathLst>
                  <a:path w="4" h="9">
                    <a:moveTo>
                      <a:pt x="4" y="0"/>
                    </a:moveTo>
                    <a:lnTo>
                      <a:pt x="4" y="9"/>
                    </a:lnTo>
                    <a:lnTo>
                      <a:pt x="0" y="9"/>
                    </a:lnTo>
                    <a:lnTo>
                      <a:pt x="4" y="0"/>
                    </a:lnTo>
                    <a:close/>
                  </a:path>
                </a:pathLst>
              </a:custGeom>
              <a:solidFill>
                <a:srgbClr val="FFFFFF"/>
              </a:solidFill>
              <a:ln>
                <a:noFill/>
                <a:round/>
              </a:ln>
            </p:spPr>
          </p:sp>
          <p:sp>
            <p:nvSpPr>
              <p:cNvPr id="95306" name=""/>
              <p:cNvSpPr/>
              <p:nvPr/>
            </p:nvSpPr>
            <p:spPr>
              <a:xfrm>
                <a:off x="3652" y="2249"/>
                <a:ext cx="7" cy="5"/>
              </a:xfrm>
              <a:custGeom>
                <a:pathLst>
                  <a:path w="14" h="9">
                    <a:moveTo>
                      <a:pt x="3" y="0"/>
                    </a:moveTo>
                    <a:lnTo>
                      <a:pt x="10" y="0"/>
                    </a:lnTo>
                    <a:lnTo>
                      <a:pt x="14" y="0"/>
                    </a:lnTo>
                    <a:lnTo>
                      <a:pt x="14" y="4"/>
                    </a:lnTo>
                    <a:lnTo>
                      <a:pt x="14" y="6"/>
                    </a:lnTo>
                    <a:lnTo>
                      <a:pt x="10" y="9"/>
                    </a:lnTo>
                    <a:lnTo>
                      <a:pt x="3" y="9"/>
                    </a:lnTo>
                    <a:lnTo>
                      <a:pt x="0" y="6"/>
                    </a:lnTo>
                    <a:lnTo>
                      <a:pt x="0" y="4"/>
                    </a:lnTo>
                    <a:lnTo>
                      <a:pt x="0" y="0"/>
                    </a:lnTo>
                    <a:lnTo>
                      <a:pt x="3" y="0"/>
                    </a:lnTo>
                    <a:close/>
                  </a:path>
                </a:pathLst>
              </a:custGeom>
              <a:solidFill>
                <a:srgbClr val="A0A070"/>
              </a:solidFill>
              <a:ln>
                <a:noFill/>
                <a:round/>
              </a:ln>
            </p:spPr>
          </p:sp>
          <p:sp>
            <p:nvSpPr>
              <p:cNvPr id="95307" name=""/>
              <p:cNvSpPr/>
              <p:nvPr/>
            </p:nvSpPr>
            <p:spPr>
              <a:xfrm>
                <a:off x="3652" y="2249"/>
                <a:ext cx="7" cy="5"/>
              </a:xfrm>
              <a:custGeom>
                <a:pathLst>
                  <a:path w="14" h="9">
                    <a:moveTo>
                      <a:pt x="3" y="0"/>
                    </a:moveTo>
                    <a:lnTo>
                      <a:pt x="10" y="0"/>
                    </a:lnTo>
                    <a:lnTo>
                      <a:pt x="14" y="4"/>
                    </a:lnTo>
                    <a:lnTo>
                      <a:pt x="14" y="6"/>
                    </a:lnTo>
                    <a:lnTo>
                      <a:pt x="10" y="6"/>
                    </a:lnTo>
                    <a:lnTo>
                      <a:pt x="10" y="9"/>
                    </a:lnTo>
                    <a:lnTo>
                      <a:pt x="3" y="9"/>
                    </a:lnTo>
                    <a:lnTo>
                      <a:pt x="3" y="6"/>
                    </a:lnTo>
                    <a:lnTo>
                      <a:pt x="0" y="6"/>
                    </a:lnTo>
                    <a:lnTo>
                      <a:pt x="0" y="4"/>
                    </a:lnTo>
                    <a:lnTo>
                      <a:pt x="3" y="4"/>
                    </a:lnTo>
                    <a:lnTo>
                      <a:pt x="3" y="0"/>
                    </a:lnTo>
                    <a:close/>
                  </a:path>
                </a:pathLst>
              </a:custGeom>
              <a:solidFill>
                <a:srgbClr val="A0FF00"/>
              </a:solidFill>
              <a:ln>
                <a:noFill/>
                <a:round/>
              </a:ln>
            </p:spPr>
          </p:sp>
          <p:sp>
            <p:nvSpPr>
              <p:cNvPr id="95308" name=""/>
              <p:cNvSpPr/>
              <p:nvPr/>
            </p:nvSpPr>
            <p:spPr>
              <a:xfrm>
                <a:off x="3718" y="2249"/>
                <a:ext cx="7" cy="5"/>
              </a:xfrm>
              <a:custGeom>
                <a:pathLst>
                  <a:path w="14" h="9">
                    <a:moveTo>
                      <a:pt x="2" y="0"/>
                    </a:moveTo>
                    <a:lnTo>
                      <a:pt x="9" y="0"/>
                    </a:lnTo>
                    <a:lnTo>
                      <a:pt x="13" y="0"/>
                    </a:lnTo>
                    <a:lnTo>
                      <a:pt x="14" y="4"/>
                    </a:lnTo>
                    <a:lnTo>
                      <a:pt x="13" y="6"/>
                    </a:lnTo>
                    <a:lnTo>
                      <a:pt x="13" y="9"/>
                    </a:lnTo>
                    <a:lnTo>
                      <a:pt x="2" y="9"/>
                    </a:lnTo>
                    <a:lnTo>
                      <a:pt x="2" y="6"/>
                    </a:lnTo>
                    <a:lnTo>
                      <a:pt x="0" y="6"/>
                    </a:lnTo>
                    <a:lnTo>
                      <a:pt x="0" y="4"/>
                    </a:lnTo>
                    <a:lnTo>
                      <a:pt x="2" y="0"/>
                    </a:lnTo>
                    <a:close/>
                  </a:path>
                </a:pathLst>
              </a:custGeom>
              <a:solidFill>
                <a:srgbClr val="A0A070"/>
              </a:solidFill>
              <a:ln>
                <a:noFill/>
                <a:round/>
              </a:ln>
            </p:spPr>
          </p:sp>
          <p:sp>
            <p:nvSpPr>
              <p:cNvPr id="95309" name=""/>
              <p:cNvSpPr/>
              <p:nvPr/>
            </p:nvSpPr>
            <p:spPr>
              <a:xfrm>
                <a:off x="3718" y="2249"/>
                <a:ext cx="6" cy="5"/>
              </a:xfrm>
              <a:custGeom>
                <a:pathLst>
                  <a:path w="13" h="9">
                    <a:moveTo>
                      <a:pt x="0" y="0"/>
                    </a:moveTo>
                    <a:lnTo>
                      <a:pt x="9" y="0"/>
                    </a:lnTo>
                    <a:lnTo>
                      <a:pt x="13" y="0"/>
                    </a:lnTo>
                    <a:lnTo>
                      <a:pt x="13" y="6"/>
                    </a:lnTo>
                    <a:lnTo>
                      <a:pt x="13" y="9"/>
                    </a:lnTo>
                    <a:lnTo>
                      <a:pt x="9" y="9"/>
                    </a:lnTo>
                    <a:lnTo>
                      <a:pt x="0" y="9"/>
                    </a:lnTo>
                    <a:lnTo>
                      <a:pt x="0" y="6"/>
                    </a:lnTo>
                    <a:lnTo>
                      <a:pt x="0" y="0"/>
                    </a:lnTo>
                    <a:close/>
                  </a:path>
                </a:pathLst>
              </a:custGeom>
              <a:solidFill>
                <a:srgbClr val="A0FF00"/>
              </a:solidFill>
              <a:ln>
                <a:noFill/>
                <a:round/>
              </a:ln>
            </p:spPr>
          </p:sp>
          <p:sp>
            <p:nvSpPr>
              <p:cNvPr id="95310" name=""/>
              <p:cNvSpPr/>
              <p:nvPr/>
            </p:nvSpPr>
            <p:spPr>
              <a:xfrm>
                <a:off x="3718" y="2249"/>
                <a:ext cx="3" cy="3"/>
              </a:xfrm>
              <a:prstGeom prst="rect">
                <a:avLst/>
              </a:prstGeom>
              <a:solidFill>
                <a:srgbClr val="FFFFFF"/>
              </a:solidFill>
              <a:ln>
                <a:noFill/>
                <a:miter lim="800000"/>
              </a:ln>
            </p:spPr>
          </p:sp>
          <p:sp>
            <p:nvSpPr>
              <p:cNvPr id="95311" name=""/>
              <p:cNvSpPr/>
              <p:nvPr/>
            </p:nvSpPr>
            <p:spPr>
              <a:xfrm>
                <a:off x="3667" y="2302"/>
                <a:ext cx="6" cy="7"/>
              </a:xfrm>
              <a:custGeom>
                <a:pathLst>
                  <a:path w="13" h="12">
                    <a:moveTo>
                      <a:pt x="2" y="0"/>
                    </a:moveTo>
                    <a:lnTo>
                      <a:pt x="11" y="0"/>
                    </a:lnTo>
                    <a:lnTo>
                      <a:pt x="13" y="3"/>
                    </a:lnTo>
                    <a:lnTo>
                      <a:pt x="13" y="7"/>
                    </a:lnTo>
                    <a:lnTo>
                      <a:pt x="13" y="9"/>
                    </a:lnTo>
                    <a:lnTo>
                      <a:pt x="13" y="12"/>
                    </a:lnTo>
                    <a:lnTo>
                      <a:pt x="2" y="12"/>
                    </a:lnTo>
                    <a:lnTo>
                      <a:pt x="2" y="9"/>
                    </a:lnTo>
                    <a:lnTo>
                      <a:pt x="0" y="9"/>
                    </a:lnTo>
                    <a:lnTo>
                      <a:pt x="0" y="7"/>
                    </a:lnTo>
                    <a:lnTo>
                      <a:pt x="0" y="3"/>
                    </a:lnTo>
                    <a:lnTo>
                      <a:pt x="2" y="3"/>
                    </a:lnTo>
                    <a:lnTo>
                      <a:pt x="2" y="0"/>
                    </a:lnTo>
                    <a:close/>
                  </a:path>
                </a:pathLst>
              </a:custGeom>
              <a:solidFill>
                <a:srgbClr val="A0A070"/>
              </a:solidFill>
              <a:ln>
                <a:noFill/>
                <a:round/>
              </a:ln>
            </p:spPr>
          </p:sp>
          <p:sp>
            <p:nvSpPr>
              <p:cNvPr id="95312" name=""/>
              <p:cNvSpPr/>
              <p:nvPr/>
            </p:nvSpPr>
            <p:spPr>
              <a:xfrm>
                <a:off x="3667" y="2303"/>
                <a:ext cx="6" cy="5"/>
              </a:xfrm>
              <a:custGeom>
                <a:pathLst>
                  <a:path w="13" h="9">
                    <a:moveTo>
                      <a:pt x="5" y="0"/>
                    </a:moveTo>
                    <a:lnTo>
                      <a:pt x="11" y="0"/>
                    </a:lnTo>
                    <a:lnTo>
                      <a:pt x="13" y="0"/>
                    </a:lnTo>
                    <a:lnTo>
                      <a:pt x="13" y="6"/>
                    </a:lnTo>
                    <a:lnTo>
                      <a:pt x="13" y="9"/>
                    </a:lnTo>
                    <a:lnTo>
                      <a:pt x="5" y="9"/>
                    </a:lnTo>
                    <a:lnTo>
                      <a:pt x="2" y="9"/>
                    </a:lnTo>
                    <a:lnTo>
                      <a:pt x="0" y="9"/>
                    </a:lnTo>
                    <a:lnTo>
                      <a:pt x="0" y="6"/>
                    </a:lnTo>
                    <a:lnTo>
                      <a:pt x="2" y="0"/>
                    </a:lnTo>
                    <a:lnTo>
                      <a:pt x="5" y="0"/>
                    </a:lnTo>
                    <a:close/>
                  </a:path>
                </a:pathLst>
              </a:custGeom>
              <a:solidFill>
                <a:srgbClr val="A0FF00"/>
              </a:solidFill>
              <a:ln>
                <a:noFill/>
                <a:round/>
              </a:ln>
            </p:spPr>
          </p:sp>
          <p:sp>
            <p:nvSpPr>
              <p:cNvPr id="95313" name=""/>
              <p:cNvSpPr/>
              <p:nvPr/>
            </p:nvSpPr>
            <p:spPr>
              <a:xfrm>
                <a:off x="3670" y="2303"/>
                <a:ext cx="1" cy="4"/>
              </a:xfrm>
              <a:custGeom>
                <a:pathLst>
                  <a:path w="4" h="8">
                    <a:moveTo>
                      <a:pt x="4" y="0"/>
                    </a:moveTo>
                    <a:lnTo>
                      <a:pt x="4" y="8"/>
                    </a:lnTo>
                    <a:lnTo>
                      <a:pt x="0" y="8"/>
                    </a:lnTo>
                    <a:lnTo>
                      <a:pt x="4" y="0"/>
                    </a:lnTo>
                    <a:close/>
                  </a:path>
                </a:pathLst>
              </a:custGeom>
              <a:solidFill>
                <a:srgbClr val="FFFFFF"/>
              </a:solidFill>
              <a:ln>
                <a:noFill/>
                <a:round/>
              </a:ln>
            </p:spPr>
          </p:sp>
          <p:sp>
            <p:nvSpPr>
              <p:cNvPr id="95314" name=""/>
              <p:cNvSpPr/>
              <p:nvPr/>
            </p:nvSpPr>
            <p:spPr>
              <a:xfrm>
                <a:off x="3646" y="2347"/>
                <a:ext cx="7" cy="6"/>
              </a:xfrm>
              <a:custGeom>
                <a:pathLst>
                  <a:path w="14" h="10">
                    <a:moveTo>
                      <a:pt x="5" y="0"/>
                    </a:moveTo>
                    <a:lnTo>
                      <a:pt x="13" y="0"/>
                    </a:lnTo>
                    <a:lnTo>
                      <a:pt x="13" y="3"/>
                    </a:lnTo>
                    <a:lnTo>
                      <a:pt x="14" y="3"/>
                    </a:lnTo>
                    <a:lnTo>
                      <a:pt x="14" y="5"/>
                    </a:lnTo>
                    <a:lnTo>
                      <a:pt x="13" y="9"/>
                    </a:lnTo>
                    <a:lnTo>
                      <a:pt x="13" y="10"/>
                    </a:lnTo>
                    <a:lnTo>
                      <a:pt x="5" y="10"/>
                    </a:lnTo>
                    <a:lnTo>
                      <a:pt x="2" y="10"/>
                    </a:lnTo>
                    <a:lnTo>
                      <a:pt x="2" y="9"/>
                    </a:lnTo>
                    <a:lnTo>
                      <a:pt x="0" y="9"/>
                    </a:lnTo>
                    <a:lnTo>
                      <a:pt x="0" y="5"/>
                    </a:lnTo>
                    <a:lnTo>
                      <a:pt x="2" y="3"/>
                    </a:lnTo>
                    <a:lnTo>
                      <a:pt x="2" y="0"/>
                    </a:lnTo>
                    <a:lnTo>
                      <a:pt x="5" y="0"/>
                    </a:lnTo>
                    <a:close/>
                  </a:path>
                </a:pathLst>
              </a:custGeom>
              <a:solidFill>
                <a:srgbClr val="A0A070"/>
              </a:solidFill>
              <a:ln>
                <a:noFill/>
                <a:round/>
              </a:ln>
            </p:spPr>
          </p:sp>
          <p:sp>
            <p:nvSpPr>
              <p:cNvPr id="95315" name=""/>
              <p:cNvSpPr/>
              <p:nvPr/>
            </p:nvSpPr>
            <p:spPr>
              <a:xfrm>
                <a:off x="3648" y="2348"/>
                <a:ext cx="5" cy="4"/>
              </a:xfrm>
              <a:custGeom>
                <a:pathLst>
                  <a:path w="9" h="8">
                    <a:moveTo>
                      <a:pt x="0" y="0"/>
                    </a:moveTo>
                    <a:lnTo>
                      <a:pt x="0" y="8"/>
                    </a:lnTo>
                    <a:lnTo>
                      <a:pt x="9" y="8"/>
                    </a:lnTo>
                    <a:lnTo>
                      <a:pt x="0" y="0"/>
                    </a:lnTo>
                    <a:close/>
                  </a:path>
                </a:pathLst>
              </a:custGeom>
              <a:solidFill>
                <a:srgbClr val="A0FF00"/>
              </a:solidFill>
              <a:ln>
                <a:noFill/>
                <a:round/>
              </a:ln>
            </p:spPr>
          </p:sp>
          <p:sp>
            <p:nvSpPr>
              <p:cNvPr id="95316" name=""/>
              <p:cNvSpPr/>
              <p:nvPr/>
            </p:nvSpPr>
            <p:spPr>
              <a:xfrm>
                <a:off x="3648" y="2348"/>
                <a:ext cx="5" cy="4"/>
              </a:xfrm>
              <a:custGeom>
                <a:pathLst>
                  <a:path w="9" h="8">
                    <a:moveTo>
                      <a:pt x="0" y="0"/>
                    </a:moveTo>
                    <a:lnTo>
                      <a:pt x="0" y="8"/>
                    </a:lnTo>
                    <a:lnTo>
                      <a:pt x="9" y="8"/>
                    </a:lnTo>
                    <a:lnTo>
                      <a:pt x="0" y="0"/>
                    </a:lnTo>
                    <a:close/>
                  </a:path>
                </a:pathLst>
              </a:custGeom>
              <a:solidFill>
                <a:srgbClr val="A0FF00"/>
              </a:solidFill>
              <a:ln>
                <a:noFill/>
                <a:round/>
              </a:ln>
            </p:spPr>
          </p:sp>
          <p:sp>
            <p:nvSpPr>
              <p:cNvPr id="95317" name=""/>
              <p:cNvSpPr/>
              <p:nvPr/>
            </p:nvSpPr>
            <p:spPr>
              <a:xfrm>
                <a:off x="3648" y="2347"/>
                <a:ext cx="5" cy="3"/>
              </a:xfrm>
              <a:custGeom>
                <a:pathLst>
                  <a:path w="9" h="5">
                    <a:moveTo>
                      <a:pt x="0" y="0"/>
                    </a:moveTo>
                    <a:lnTo>
                      <a:pt x="0" y="5"/>
                    </a:lnTo>
                    <a:lnTo>
                      <a:pt x="9" y="5"/>
                    </a:lnTo>
                    <a:lnTo>
                      <a:pt x="0" y="0"/>
                    </a:lnTo>
                    <a:close/>
                  </a:path>
                </a:pathLst>
              </a:custGeom>
              <a:solidFill>
                <a:srgbClr val="A0FF00"/>
              </a:solidFill>
              <a:ln>
                <a:noFill/>
                <a:round/>
              </a:ln>
            </p:spPr>
          </p:sp>
          <p:sp>
            <p:nvSpPr>
              <p:cNvPr id="95318" name=""/>
              <p:cNvSpPr/>
              <p:nvPr/>
            </p:nvSpPr>
            <p:spPr>
              <a:xfrm>
                <a:off x="3648" y="2348"/>
                <a:ext cx="4" cy="4"/>
              </a:xfrm>
              <a:custGeom>
                <a:pathLst>
                  <a:path w="8" h="8">
                    <a:moveTo>
                      <a:pt x="0" y="0"/>
                    </a:moveTo>
                    <a:lnTo>
                      <a:pt x="8" y="0"/>
                    </a:lnTo>
                    <a:lnTo>
                      <a:pt x="0" y="8"/>
                    </a:lnTo>
                    <a:lnTo>
                      <a:pt x="0" y="0"/>
                    </a:lnTo>
                    <a:close/>
                  </a:path>
                </a:pathLst>
              </a:custGeom>
              <a:solidFill>
                <a:srgbClr val="FFFFFF"/>
              </a:solidFill>
              <a:ln>
                <a:noFill/>
                <a:round/>
              </a:ln>
            </p:spPr>
          </p:sp>
          <p:sp>
            <p:nvSpPr>
              <p:cNvPr id="95319" name=""/>
              <p:cNvSpPr/>
              <p:nvPr/>
            </p:nvSpPr>
            <p:spPr>
              <a:xfrm>
                <a:off x="3646" y="2266"/>
                <a:ext cx="93" cy="6"/>
              </a:xfrm>
              <a:prstGeom prst="rect">
                <a:avLst/>
              </a:prstGeom>
              <a:solidFill>
                <a:srgbClr val="505020"/>
              </a:solidFill>
              <a:ln>
                <a:noFill/>
                <a:miter lim="800000"/>
              </a:ln>
            </p:spPr>
          </p:sp>
          <p:sp>
            <p:nvSpPr>
              <p:cNvPr id="95320" name=""/>
              <p:cNvSpPr/>
              <p:nvPr/>
            </p:nvSpPr>
            <p:spPr>
              <a:xfrm>
                <a:off x="3666" y="2262"/>
                <a:ext cx="4" cy="8"/>
              </a:xfrm>
              <a:custGeom>
                <a:pathLst>
                  <a:path w="7" h="16">
                    <a:moveTo>
                      <a:pt x="4" y="0"/>
                    </a:moveTo>
                    <a:lnTo>
                      <a:pt x="7" y="1"/>
                    </a:lnTo>
                    <a:lnTo>
                      <a:pt x="7" y="14"/>
                    </a:lnTo>
                    <a:lnTo>
                      <a:pt x="4" y="16"/>
                    </a:lnTo>
                    <a:lnTo>
                      <a:pt x="0" y="1"/>
                    </a:lnTo>
                    <a:lnTo>
                      <a:pt x="4" y="0"/>
                    </a:lnTo>
                    <a:close/>
                  </a:path>
                </a:pathLst>
              </a:custGeom>
              <a:solidFill>
                <a:srgbClr val="E0E0B0"/>
              </a:solidFill>
              <a:ln>
                <a:noFill/>
                <a:round/>
              </a:ln>
            </p:spPr>
          </p:sp>
          <p:sp>
            <p:nvSpPr>
              <p:cNvPr id="95321" name=""/>
              <p:cNvSpPr/>
              <p:nvPr/>
            </p:nvSpPr>
            <p:spPr>
              <a:xfrm>
                <a:off x="3666" y="2271"/>
                <a:ext cx="4" cy="10"/>
              </a:xfrm>
              <a:custGeom>
                <a:pathLst>
                  <a:path w="7" h="19">
                    <a:moveTo>
                      <a:pt x="4" y="0"/>
                    </a:moveTo>
                    <a:lnTo>
                      <a:pt x="7" y="1"/>
                    </a:lnTo>
                    <a:lnTo>
                      <a:pt x="7" y="18"/>
                    </a:lnTo>
                    <a:lnTo>
                      <a:pt x="4" y="19"/>
                    </a:lnTo>
                    <a:lnTo>
                      <a:pt x="0" y="18"/>
                    </a:lnTo>
                    <a:lnTo>
                      <a:pt x="0" y="1"/>
                    </a:lnTo>
                    <a:lnTo>
                      <a:pt x="4" y="0"/>
                    </a:lnTo>
                    <a:close/>
                  </a:path>
                </a:pathLst>
              </a:custGeom>
              <a:solidFill>
                <a:srgbClr val="E0E0B0"/>
              </a:solidFill>
              <a:ln>
                <a:noFill/>
                <a:round/>
              </a:ln>
            </p:spPr>
          </p:sp>
          <p:sp>
            <p:nvSpPr>
              <p:cNvPr id="95322" name=""/>
              <p:cNvSpPr/>
              <p:nvPr/>
            </p:nvSpPr>
            <p:spPr>
              <a:xfrm>
                <a:off x="3670" y="2327"/>
                <a:ext cx="70" cy="15"/>
              </a:xfrm>
              <a:prstGeom prst="rect">
                <a:avLst/>
              </a:prstGeom>
              <a:solidFill>
                <a:srgbClr val="A0A080"/>
              </a:solidFill>
              <a:ln>
                <a:noFill/>
                <a:miter lim="800000"/>
              </a:ln>
            </p:spPr>
          </p:sp>
          <p:sp>
            <p:nvSpPr>
              <p:cNvPr id="95323" name=""/>
              <p:cNvSpPr/>
              <p:nvPr/>
            </p:nvSpPr>
            <p:spPr>
              <a:xfrm>
                <a:off x="3664" y="2349"/>
                <a:ext cx="42" cy="5"/>
              </a:xfrm>
              <a:custGeom>
                <a:pathLst>
                  <a:path w="82" h="9">
                    <a:moveTo>
                      <a:pt x="0" y="0"/>
                    </a:moveTo>
                    <a:lnTo>
                      <a:pt x="80" y="0"/>
                    </a:lnTo>
                    <a:lnTo>
                      <a:pt x="82" y="6"/>
                    </a:lnTo>
                    <a:lnTo>
                      <a:pt x="0" y="9"/>
                    </a:lnTo>
                    <a:lnTo>
                      <a:pt x="0" y="6"/>
                    </a:lnTo>
                    <a:lnTo>
                      <a:pt x="0" y="0"/>
                    </a:lnTo>
                    <a:close/>
                  </a:path>
                </a:pathLst>
              </a:custGeom>
              <a:solidFill>
                <a:srgbClr val="E0E0B0"/>
              </a:solidFill>
              <a:ln>
                <a:noFill/>
                <a:round/>
              </a:ln>
            </p:spPr>
          </p:sp>
          <p:sp>
            <p:nvSpPr>
              <p:cNvPr id="95324" name=""/>
              <p:cNvSpPr/>
              <p:nvPr/>
            </p:nvSpPr>
            <p:spPr>
              <a:xfrm>
                <a:off x="3680" y="2340"/>
                <a:ext cx="26" cy="3"/>
              </a:xfrm>
              <a:prstGeom prst="rect">
                <a:avLst/>
              </a:prstGeom>
              <a:solidFill>
                <a:srgbClr val="E0E0B0"/>
              </a:solidFill>
              <a:ln>
                <a:noFill/>
                <a:miter lim="800000"/>
              </a:ln>
            </p:spPr>
          </p:sp>
          <p:sp>
            <p:nvSpPr>
              <p:cNvPr id="95325" name=""/>
              <p:cNvSpPr/>
              <p:nvPr/>
            </p:nvSpPr>
            <p:spPr>
              <a:xfrm>
                <a:off x="3703" y="2340"/>
                <a:ext cx="39" cy="5"/>
              </a:xfrm>
              <a:custGeom>
                <a:pathLst>
                  <a:path w="78" h="9">
                    <a:moveTo>
                      <a:pt x="3" y="0"/>
                    </a:moveTo>
                    <a:lnTo>
                      <a:pt x="77" y="0"/>
                    </a:lnTo>
                    <a:lnTo>
                      <a:pt x="78" y="4"/>
                    </a:lnTo>
                    <a:lnTo>
                      <a:pt x="77" y="9"/>
                    </a:lnTo>
                    <a:lnTo>
                      <a:pt x="3" y="9"/>
                    </a:lnTo>
                    <a:lnTo>
                      <a:pt x="0" y="4"/>
                    </a:lnTo>
                    <a:lnTo>
                      <a:pt x="3" y="0"/>
                    </a:lnTo>
                    <a:close/>
                  </a:path>
                </a:pathLst>
              </a:custGeom>
              <a:solidFill>
                <a:srgbClr val="E0E0B0"/>
              </a:solidFill>
              <a:ln>
                <a:noFill/>
                <a:round/>
              </a:ln>
            </p:spPr>
          </p:sp>
          <p:sp>
            <p:nvSpPr>
              <p:cNvPr id="95326" name=""/>
              <p:cNvSpPr/>
              <p:nvPr/>
            </p:nvSpPr>
            <p:spPr>
              <a:xfrm>
                <a:off x="3663" y="2291"/>
                <a:ext cx="2" cy="7"/>
              </a:xfrm>
              <a:prstGeom prst="rect">
                <a:avLst/>
              </a:prstGeom>
              <a:solidFill>
                <a:srgbClr val="F0E0C0"/>
              </a:solidFill>
              <a:ln>
                <a:noFill/>
                <a:miter lim="800000"/>
              </a:ln>
            </p:spPr>
          </p:sp>
          <p:sp>
            <p:nvSpPr>
              <p:cNvPr id="95327" name=""/>
              <p:cNvSpPr/>
              <p:nvPr/>
            </p:nvSpPr>
            <p:spPr>
              <a:xfrm>
                <a:off x="3685" y="2291"/>
                <a:ext cx="3" cy="4"/>
              </a:xfrm>
              <a:prstGeom prst="rect">
                <a:avLst/>
              </a:prstGeom>
              <a:solidFill>
                <a:srgbClr val="F0E0C0"/>
              </a:solidFill>
              <a:ln>
                <a:noFill/>
                <a:miter lim="800000"/>
              </a:ln>
            </p:spPr>
          </p:sp>
          <p:sp>
            <p:nvSpPr>
              <p:cNvPr id="95328" name=""/>
              <p:cNvSpPr/>
              <p:nvPr/>
            </p:nvSpPr>
            <p:spPr>
              <a:xfrm>
                <a:off x="3684" y="2295"/>
                <a:ext cx="4" cy="4"/>
              </a:xfrm>
              <a:prstGeom prst="rect">
                <a:avLst/>
              </a:prstGeom>
              <a:solidFill>
                <a:srgbClr val="F0E0C0"/>
              </a:solidFill>
              <a:ln>
                <a:noFill/>
                <a:miter lim="800000"/>
              </a:ln>
            </p:spPr>
          </p:sp>
          <p:sp>
            <p:nvSpPr>
              <p:cNvPr id="95329" name=""/>
              <p:cNvSpPr/>
              <p:nvPr/>
            </p:nvSpPr>
            <p:spPr>
              <a:xfrm>
                <a:off x="3705" y="2295"/>
                <a:ext cx="20" cy="4"/>
              </a:xfrm>
              <a:prstGeom prst="rect">
                <a:avLst/>
              </a:prstGeom>
              <a:solidFill>
                <a:srgbClr val="F0E0C0"/>
              </a:solidFill>
              <a:ln>
                <a:noFill/>
                <a:miter lim="800000"/>
              </a:ln>
            </p:spPr>
          </p:sp>
          <p:sp>
            <p:nvSpPr>
              <p:cNvPr id="95330" name=""/>
              <p:cNvSpPr/>
              <p:nvPr/>
            </p:nvSpPr>
            <p:spPr>
              <a:xfrm>
                <a:off x="3666" y="2296"/>
                <a:ext cx="4" cy="14"/>
              </a:xfrm>
              <a:prstGeom prst="rect">
                <a:avLst/>
              </a:prstGeom>
              <a:solidFill>
                <a:srgbClr val="F0E0C0"/>
              </a:solidFill>
              <a:ln>
                <a:noFill/>
                <a:miter lim="800000"/>
              </a:ln>
            </p:spPr>
          </p:sp>
          <p:sp>
            <p:nvSpPr>
              <p:cNvPr id="95331" name=""/>
              <p:cNvSpPr/>
              <p:nvPr/>
            </p:nvSpPr>
            <p:spPr>
              <a:xfrm>
                <a:off x="3666" y="2307"/>
                <a:ext cx="40" cy="3"/>
              </a:xfrm>
              <a:custGeom>
                <a:pathLst>
                  <a:path w="81" h="7">
                    <a:moveTo>
                      <a:pt x="0" y="0"/>
                    </a:moveTo>
                    <a:lnTo>
                      <a:pt x="79" y="0"/>
                    </a:lnTo>
                    <a:lnTo>
                      <a:pt x="81" y="7"/>
                    </a:lnTo>
                    <a:lnTo>
                      <a:pt x="0" y="7"/>
                    </a:lnTo>
                    <a:lnTo>
                      <a:pt x="0" y="0"/>
                    </a:lnTo>
                    <a:close/>
                  </a:path>
                </a:pathLst>
              </a:custGeom>
              <a:solidFill>
                <a:srgbClr val="F0E0C0"/>
              </a:solidFill>
              <a:ln>
                <a:noFill/>
                <a:round/>
              </a:ln>
            </p:spPr>
          </p:sp>
          <p:sp>
            <p:nvSpPr>
              <p:cNvPr id="95332" name=""/>
              <p:cNvSpPr/>
              <p:nvPr/>
            </p:nvSpPr>
            <p:spPr>
              <a:xfrm>
                <a:off x="3705" y="2296"/>
                <a:ext cx="2" cy="14"/>
              </a:xfrm>
              <a:custGeom>
                <a:pathLst>
                  <a:path w="6" h="29">
                    <a:moveTo>
                      <a:pt x="6" y="0"/>
                    </a:moveTo>
                    <a:lnTo>
                      <a:pt x="6" y="23"/>
                    </a:lnTo>
                    <a:lnTo>
                      <a:pt x="4" y="27"/>
                    </a:lnTo>
                    <a:lnTo>
                      <a:pt x="4" y="29"/>
                    </a:lnTo>
                    <a:lnTo>
                      <a:pt x="0" y="27"/>
                    </a:lnTo>
                    <a:lnTo>
                      <a:pt x="4" y="23"/>
                    </a:lnTo>
                    <a:lnTo>
                      <a:pt x="4" y="0"/>
                    </a:lnTo>
                    <a:lnTo>
                      <a:pt x="6" y="0"/>
                    </a:lnTo>
                    <a:close/>
                  </a:path>
                </a:pathLst>
              </a:custGeom>
              <a:solidFill>
                <a:srgbClr val="808050"/>
              </a:solidFill>
              <a:ln>
                <a:noFill/>
                <a:round/>
              </a:ln>
            </p:spPr>
          </p:sp>
          <p:sp>
            <p:nvSpPr>
              <p:cNvPr id="95333" name=""/>
              <p:cNvSpPr/>
              <p:nvPr/>
            </p:nvSpPr>
            <p:spPr>
              <a:xfrm>
                <a:off x="3705" y="2291"/>
                <a:ext cx="20" cy="5"/>
              </a:xfrm>
              <a:prstGeom prst="rect">
                <a:avLst/>
              </a:prstGeom>
              <a:solidFill>
                <a:srgbClr val="706040"/>
              </a:solidFill>
              <a:ln>
                <a:noFill/>
                <a:miter lim="800000"/>
              </a:ln>
            </p:spPr>
          </p:sp>
          <p:sp>
            <p:nvSpPr>
              <p:cNvPr id="95334" name=""/>
              <p:cNvSpPr/>
              <p:nvPr/>
            </p:nvSpPr>
            <p:spPr>
              <a:xfrm>
                <a:off x="3720" y="2291"/>
                <a:ext cx="5" cy="7"/>
              </a:xfrm>
              <a:prstGeom prst="rect">
                <a:avLst/>
              </a:prstGeom>
              <a:solidFill>
                <a:srgbClr val="706040"/>
              </a:solidFill>
              <a:ln>
                <a:noFill/>
                <a:miter lim="800000"/>
              </a:ln>
            </p:spPr>
          </p:sp>
          <p:sp>
            <p:nvSpPr>
              <p:cNvPr id="95335" name=""/>
              <p:cNvSpPr/>
              <p:nvPr/>
            </p:nvSpPr>
            <p:spPr>
              <a:xfrm>
                <a:off x="3666" y="2288"/>
                <a:ext cx="41" cy="7"/>
              </a:xfrm>
              <a:custGeom>
                <a:pathLst>
                  <a:path w="83" h="14">
                    <a:moveTo>
                      <a:pt x="0" y="5"/>
                    </a:moveTo>
                    <a:lnTo>
                      <a:pt x="4" y="0"/>
                    </a:lnTo>
                    <a:lnTo>
                      <a:pt x="77" y="0"/>
                    </a:lnTo>
                    <a:lnTo>
                      <a:pt x="81" y="0"/>
                    </a:lnTo>
                    <a:lnTo>
                      <a:pt x="83" y="5"/>
                    </a:lnTo>
                    <a:lnTo>
                      <a:pt x="83" y="14"/>
                    </a:lnTo>
                    <a:lnTo>
                      <a:pt x="81" y="5"/>
                    </a:lnTo>
                    <a:lnTo>
                      <a:pt x="79" y="3"/>
                    </a:lnTo>
                    <a:lnTo>
                      <a:pt x="4" y="3"/>
                    </a:lnTo>
                    <a:lnTo>
                      <a:pt x="2" y="5"/>
                    </a:lnTo>
                    <a:lnTo>
                      <a:pt x="0" y="5"/>
                    </a:lnTo>
                    <a:close/>
                  </a:path>
                </a:pathLst>
              </a:custGeom>
              <a:solidFill>
                <a:srgbClr val="808050"/>
              </a:solidFill>
              <a:ln>
                <a:noFill/>
                <a:round/>
              </a:ln>
            </p:spPr>
          </p:sp>
          <p:sp>
            <p:nvSpPr>
              <p:cNvPr id="95336" name=""/>
              <p:cNvSpPr/>
              <p:nvPr/>
            </p:nvSpPr>
            <p:spPr>
              <a:xfrm>
                <a:off x="3664" y="2291"/>
                <a:ext cx="2" cy="7"/>
              </a:xfrm>
              <a:prstGeom prst="rect">
                <a:avLst/>
              </a:prstGeom>
              <a:solidFill>
                <a:srgbClr val="706040"/>
              </a:solidFill>
              <a:ln>
                <a:noFill/>
                <a:miter lim="800000"/>
              </a:ln>
            </p:spPr>
          </p:sp>
          <p:sp>
            <p:nvSpPr>
              <p:cNvPr id="95337" name=""/>
              <p:cNvSpPr/>
              <p:nvPr/>
            </p:nvSpPr>
            <p:spPr>
              <a:xfrm>
                <a:off x="3666" y="2289"/>
                <a:ext cx="4" cy="6"/>
              </a:xfrm>
              <a:custGeom>
                <a:pathLst>
                  <a:path w="7" h="12">
                    <a:moveTo>
                      <a:pt x="0" y="0"/>
                    </a:moveTo>
                    <a:lnTo>
                      <a:pt x="0" y="12"/>
                    </a:lnTo>
                    <a:lnTo>
                      <a:pt x="7" y="0"/>
                    </a:lnTo>
                    <a:lnTo>
                      <a:pt x="0" y="0"/>
                    </a:lnTo>
                    <a:close/>
                  </a:path>
                </a:pathLst>
              </a:custGeom>
              <a:solidFill>
                <a:srgbClr val="F0E0C0"/>
              </a:solidFill>
              <a:ln>
                <a:noFill/>
                <a:round/>
              </a:ln>
            </p:spPr>
          </p:sp>
          <p:sp>
            <p:nvSpPr>
              <p:cNvPr id="95338" name=""/>
              <p:cNvSpPr/>
              <p:nvPr/>
            </p:nvSpPr>
            <p:spPr>
              <a:xfrm>
                <a:off x="3685" y="2296"/>
                <a:ext cx="21" cy="3"/>
              </a:xfrm>
              <a:prstGeom prst="rect">
                <a:avLst/>
              </a:prstGeom>
              <a:solidFill>
                <a:srgbClr val="706040"/>
              </a:solidFill>
              <a:ln>
                <a:noFill/>
                <a:miter lim="800000"/>
              </a:ln>
            </p:spPr>
          </p:sp>
          <p:sp>
            <p:nvSpPr>
              <p:cNvPr id="95339" name=""/>
              <p:cNvSpPr/>
              <p:nvPr/>
            </p:nvSpPr>
            <p:spPr>
              <a:xfrm>
                <a:off x="3703" y="2295"/>
                <a:ext cx="3" cy="4"/>
              </a:xfrm>
              <a:prstGeom prst="rect">
                <a:avLst/>
              </a:prstGeom>
              <a:solidFill>
                <a:srgbClr val="706040"/>
              </a:solidFill>
              <a:ln>
                <a:noFill/>
                <a:miter lim="800000"/>
              </a:ln>
            </p:spPr>
          </p:sp>
          <p:sp>
            <p:nvSpPr>
              <p:cNvPr id="95340" name=""/>
              <p:cNvSpPr/>
              <p:nvPr/>
            </p:nvSpPr>
            <p:spPr>
              <a:xfrm>
                <a:off x="3703" y="2291"/>
                <a:ext cx="3" cy="5"/>
              </a:xfrm>
              <a:prstGeom prst="rect">
                <a:avLst/>
              </a:prstGeom>
              <a:solidFill>
                <a:srgbClr val="706040"/>
              </a:solidFill>
              <a:ln>
                <a:noFill/>
                <a:miter lim="800000"/>
              </a:ln>
            </p:spPr>
          </p:sp>
          <p:sp>
            <p:nvSpPr>
              <p:cNvPr id="95341" name=""/>
              <p:cNvSpPr/>
              <p:nvPr/>
            </p:nvSpPr>
            <p:spPr>
              <a:xfrm>
                <a:off x="3685" y="2291"/>
                <a:ext cx="21" cy="3"/>
              </a:xfrm>
              <a:prstGeom prst="rect">
                <a:avLst/>
              </a:prstGeom>
              <a:solidFill>
                <a:srgbClr val="706040"/>
              </a:solidFill>
              <a:ln>
                <a:noFill/>
                <a:miter lim="800000"/>
              </a:ln>
            </p:spPr>
          </p:sp>
          <p:sp>
            <p:nvSpPr>
              <p:cNvPr id="95342" name=""/>
              <p:cNvSpPr/>
              <p:nvPr/>
            </p:nvSpPr>
            <p:spPr>
              <a:xfrm>
                <a:off x="3710" y="2301"/>
                <a:ext cx="10" cy="4"/>
              </a:xfrm>
              <a:custGeom>
                <a:pathLst>
                  <a:path w="20" h="7">
                    <a:moveTo>
                      <a:pt x="0" y="0"/>
                    </a:moveTo>
                    <a:lnTo>
                      <a:pt x="20" y="0"/>
                    </a:lnTo>
                    <a:lnTo>
                      <a:pt x="0" y="7"/>
                    </a:lnTo>
                    <a:lnTo>
                      <a:pt x="0" y="0"/>
                    </a:lnTo>
                    <a:close/>
                  </a:path>
                </a:pathLst>
              </a:custGeom>
              <a:solidFill>
                <a:srgbClr val="F0E0C0"/>
              </a:solidFill>
              <a:ln>
                <a:noFill/>
                <a:round/>
              </a:ln>
            </p:spPr>
          </p:sp>
          <p:sp>
            <p:nvSpPr>
              <p:cNvPr id="95343" name=""/>
              <p:cNvSpPr/>
              <p:nvPr/>
            </p:nvSpPr>
            <p:spPr>
              <a:xfrm>
                <a:off x="3666" y="2260"/>
                <a:ext cx="40" cy="4"/>
              </a:xfrm>
              <a:prstGeom prst="rect">
                <a:avLst/>
              </a:prstGeom>
              <a:solidFill>
                <a:srgbClr val="706040"/>
              </a:solidFill>
              <a:ln>
                <a:noFill/>
                <a:miter lim="800000"/>
              </a:ln>
            </p:spPr>
          </p:sp>
          <p:sp>
            <p:nvSpPr>
              <p:cNvPr id="95344" name=""/>
              <p:cNvSpPr/>
              <p:nvPr/>
            </p:nvSpPr>
            <p:spPr>
              <a:xfrm>
                <a:off x="3705" y="2260"/>
                <a:ext cx="2" cy="9"/>
              </a:xfrm>
              <a:custGeom>
                <a:pathLst>
                  <a:path w="6" h="18">
                    <a:moveTo>
                      <a:pt x="0" y="0"/>
                    </a:moveTo>
                    <a:lnTo>
                      <a:pt x="6" y="16"/>
                    </a:lnTo>
                    <a:lnTo>
                      <a:pt x="0" y="18"/>
                    </a:lnTo>
                    <a:lnTo>
                      <a:pt x="0" y="2"/>
                    </a:lnTo>
                    <a:lnTo>
                      <a:pt x="0" y="0"/>
                    </a:lnTo>
                    <a:close/>
                  </a:path>
                </a:pathLst>
              </a:custGeom>
              <a:solidFill>
                <a:srgbClr val="706040"/>
              </a:solidFill>
              <a:ln>
                <a:noFill/>
                <a:round/>
              </a:ln>
            </p:spPr>
          </p:sp>
          <p:sp>
            <p:nvSpPr>
              <p:cNvPr id="95345" name=""/>
              <p:cNvSpPr/>
              <p:nvPr/>
            </p:nvSpPr>
            <p:spPr>
              <a:xfrm>
                <a:off x="3705" y="2273"/>
                <a:ext cx="2" cy="8"/>
              </a:xfrm>
              <a:prstGeom prst="rect">
                <a:avLst/>
              </a:prstGeom>
              <a:solidFill>
                <a:srgbClr val="706040"/>
              </a:solidFill>
              <a:ln>
                <a:noFill/>
                <a:miter lim="800000"/>
              </a:ln>
            </p:spPr>
          </p:sp>
          <p:sp>
            <p:nvSpPr>
              <p:cNvPr id="95346" name=""/>
              <p:cNvSpPr/>
              <p:nvPr/>
            </p:nvSpPr>
            <p:spPr>
              <a:xfrm>
                <a:off x="3666" y="2277"/>
                <a:ext cx="40" cy="4"/>
              </a:xfrm>
              <a:prstGeom prst="rect">
                <a:avLst/>
              </a:prstGeom>
              <a:solidFill>
                <a:srgbClr val="E0E0B0"/>
              </a:solidFill>
              <a:ln>
                <a:noFill/>
                <a:miter lim="800000"/>
              </a:ln>
            </p:spPr>
          </p:sp>
          <p:sp>
            <p:nvSpPr>
              <p:cNvPr id="95347" name=""/>
              <p:cNvSpPr/>
              <p:nvPr/>
            </p:nvSpPr>
            <p:spPr>
              <a:xfrm>
                <a:off x="3645" y="2266"/>
                <a:ext cx="3" cy="8"/>
              </a:xfrm>
              <a:custGeom>
                <a:pathLst>
                  <a:path w="7" h="16">
                    <a:moveTo>
                      <a:pt x="6" y="0"/>
                    </a:moveTo>
                    <a:lnTo>
                      <a:pt x="0" y="14"/>
                    </a:lnTo>
                    <a:lnTo>
                      <a:pt x="6" y="16"/>
                    </a:lnTo>
                    <a:lnTo>
                      <a:pt x="7" y="16"/>
                    </a:lnTo>
                    <a:lnTo>
                      <a:pt x="6" y="10"/>
                    </a:lnTo>
                    <a:lnTo>
                      <a:pt x="2" y="9"/>
                    </a:lnTo>
                    <a:lnTo>
                      <a:pt x="2" y="3"/>
                    </a:lnTo>
                    <a:lnTo>
                      <a:pt x="6" y="0"/>
                    </a:lnTo>
                    <a:close/>
                  </a:path>
                </a:pathLst>
              </a:custGeom>
              <a:solidFill>
                <a:srgbClr val="F0E0C0"/>
              </a:solidFill>
              <a:ln>
                <a:noFill/>
                <a:round/>
              </a:ln>
            </p:spPr>
          </p:sp>
          <p:sp>
            <p:nvSpPr>
              <p:cNvPr id="95348" name=""/>
              <p:cNvSpPr/>
              <p:nvPr/>
            </p:nvSpPr>
            <p:spPr>
              <a:xfrm>
                <a:off x="3670" y="2345"/>
                <a:ext cx="11" cy="4"/>
              </a:xfrm>
              <a:prstGeom prst="rect">
                <a:avLst/>
              </a:prstGeom>
              <a:solidFill>
                <a:srgbClr val="F0E0C0"/>
              </a:solidFill>
              <a:ln>
                <a:noFill/>
                <a:miter lim="800000"/>
              </a:ln>
            </p:spPr>
          </p:sp>
          <p:sp>
            <p:nvSpPr>
              <p:cNvPr id="95349" name=""/>
              <p:cNvSpPr/>
              <p:nvPr/>
            </p:nvSpPr>
            <p:spPr>
              <a:xfrm>
                <a:off x="3670" y="2326"/>
                <a:ext cx="70" cy="3"/>
              </a:xfrm>
              <a:prstGeom prst="rect">
                <a:avLst/>
              </a:prstGeom>
              <a:solidFill>
                <a:srgbClr val="706040"/>
              </a:solidFill>
              <a:ln>
                <a:noFill/>
                <a:miter lim="800000"/>
              </a:ln>
            </p:spPr>
          </p:sp>
          <p:sp>
            <p:nvSpPr>
              <p:cNvPr id="95350" name=""/>
              <p:cNvSpPr/>
              <p:nvPr/>
            </p:nvSpPr>
            <p:spPr>
              <a:xfrm>
                <a:off x="3670" y="2327"/>
                <a:ext cx="3" cy="22"/>
              </a:xfrm>
              <a:prstGeom prst="rect">
                <a:avLst/>
              </a:prstGeom>
              <a:solidFill>
                <a:srgbClr val="706040"/>
              </a:solidFill>
              <a:ln>
                <a:noFill/>
                <a:miter lim="800000"/>
              </a:ln>
            </p:spPr>
          </p:sp>
          <p:sp>
            <p:nvSpPr>
              <p:cNvPr id="95351" name=""/>
              <p:cNvSpPr/>
              <p:nvPr/>
            </p:nvSpPr>
            <p:spPr>
              <a:xfrm>
                <a:off x="3670" y="2338"/>
                <a:ext cx="70" cy="4"/>
              </a:xfrm>
              <a:prstGeom prst="rect">
                <a:avLst/>
              </a:prstGeom>
              <a:solidFill>
                <a:srgbClr val="706040"/>
              </a:solidFill>
              <a:ln>
                <a:noFill/>
                <a:miter lim="800000"/>
              </a:ln>
            </p:spPr>
          </p:sp>
          <p:sp>
            <p:nvSpPr>
              <p:cNvPr id="95352" name=""/>
              <p:cNvSpPr/>
              <p:nvPr/>
            </p:nvSpPr>
            <p:spPr>
              <a:xfrm>
                <a:off x="3625" y="2363"/>
                <a:ext cx="132" cy="21"/>
              </a:xfrm>
              <a:prstGeom prst="rect">
                <a:avLst/>
              </a:prstGeom>
              <a:solidFill>
                <a:srgbClr val="D0C0A0"/>
              </a:solidFill>
              <a:ln>
                <a:noFill/>
                <a:miter lim="800000"/>
              </a:ln>
            </p:spPr>
          </p:sp>
          <p:sp>
            <p:nvSpPr>
              <p:cNvPr id="95353" name=""/>
              <p:cNvSpPr/>
              <p:nvPr/>
            </p:nvSpPr>
            <p:spPr>
              <a:xfrm>
                <a:off x="3645" y="2365"/>
                <a:ext cx="93" cy="16"/>
              </a:xfrm>
              <a:custGeom>
                <a:pathLst>
                  <a:path w="187" h="30">
                    <a:moveTo>
                      <a:pt x="4" y="30"/>
                    </a:moveTo>
                    <a:lnTo>
                      <a:pt x="183" y="30"/>
                    </a:lnTo>
                    <a:lnTo>
                      <a:pt x="185" y="30"/>
                    </a:lnTo>
                    <a:lnTo>
                      <a:pt x="185" y="27"/>
                    </a:lnTo>
                    <a:lnTo>
                      <a:pt x="187" y="9"/>
                    </a:lnTo>
                    <a:lnTo>
                      <a:pt x="185" y="3"/>
                    </a:lnTo>
                    <a:lnTo>
                      <a:pt x="183" y="1"/>
                    </a:lnTo>
                    <a:lnTo>
                      <a:pt x="4" y="0"/>
                    </a:lnTo>
                    <a:lnTo>
                      <a:pt x="2" y="1"/>
                    </a:lnTo>
                    <a:lnTo>
                      <a:pt x="0" y="5"/>
                    </a:lnTo>
                    <a:lnTo>
                      <a:pt x="0" y="25"/>
                    </a:lnTo>
                    <a:lnTo>
                      <a:pt x="2" y="28"/>
                    </a:lnTo>
                    <a:lnTo>
                      <a:pt x="4" y="30"/>
                    </a:lnTo>
                    <a:close/>
                  </a:path>
                </a:pathLst>
              </a:custGeom>
              <a:solidFill>
                <a:srgbClr val="404040"/>
              </a:solidFill>
              <a:ln>
                <a:noFill/>
                <a:round/>
              </a:ln>
            </p:spPr>
          </p:sp>
          <p:sp>
            <p:nvSpPr>
              <p:cNvPr id="95354" name=""/>
              <p:cNvSpPr/>
              <p:nvPr/>
            </p:nvSpPr>
            <p:spPr>
              <a:xfrm>
                <a:off x="3687" y="2227"/>
                <a:ext cx="5" cy="3"/>
              </a:xfrm>
              <a:custGeom>
                <a:pathLst>
                  <a:path w="11" h="8">
                    <a:moveTo>
                      <a:pt x="8" y="0"/>
                    </a:moveTo>
                    <a:lnTo>
                      <a:pt x="11" y="0"/>
                    </a:lnTo>
                    <a:lnTo>
                      <a:pt x="11" y="8"/>
                    </a:lnTo>
                    <a:lnTo>
                      <a:pt x="0" y="8"/>
                    </a:lnTo>
                    <a:lnTo>
                      <a:pt x="8" y="0"/>
                    </a:lnTo>
                    <a:close/>
                  </a:path>
                </a:pathLst>
              </a:custGeom>
              <a:solidFill>
                <a:srgbClr val="C0C080"/>
              </a:solidFill>
              <a:ln>
                <a:noFill/>
                <a:round/>
              </a:ln>
            </p:spPr>
          </p:sp>
          <p:sp>
            <p:nvSpPr>
              <p:cNvPr id="95355" name=""/>
              <p:cNvSpPr/>
              <p:nvPr/>
            </p:nvSpPr>
            <p:spPr>
              <a:xfrm>
                <a:off x="3687" y="2227"/>
                <a:ext cx="2" cy="1"/>
              </a:xfrm>
              <a:custGeom>
                <a:pathLst>
                  <a:path w="6" h="2">
                    <a:moveTo>
                      <a:pt x="4" y="0"/>
                    </a:moveTo>
                    <a:lnTo>
                      <a:pt x="6" y="0"/>
                    </a:lnTo>
                    <a:lnTo>
                      <a:pt x="6" y="2"/>
                    </a:lnTo>
                    <a:lnTo>
                      <a:pt x="0" y="2"/>
                    </a:lnTo>
                    <a:lnTo>
                      <a:pt x="4" y="0"/>
                    </a:lnTo>
                  </a:path>
                </a:pathLst>
              </a:custGeom>
              <a:noFill/>
              <a:ln w="11113">
                <a:solidFill>
                  <a:srgbClr val="000000"/>
                </a:solidFill>
                <a:prstDash val="solid"/>
                <a:round/>
              </a:ln>
            </p:spPr>
          </p:sp>
          <p:sp>
            <p:nvSpPr>
              <p:cNvPr id="95356" name=""/>
              <p:cNvSpPr/>
              <p:nvPr/>
            </p:nvSpPr>
            <p:spPr>
              <a:xfrm>
                <a:off x="3637" y="2219"/>
                <a:ext cx="110" cy="19"/>
              </a:xfrm>
              <a:custGeom>
                <a:pathLst>
                  <a:path w="218" h="38">
                    <a:moveTo>
                      <a:pt x="16" y="0"/>
                    </a:moveTo>
                    <a:lnTo>
                      <a:pt x="204" y="0"/>
                    </a:lnTo>
                    <a:lnTo>
                      <a:pt x="208" y="2"/>
                    </a:lnTo>
                    <a:lnTo>
                      <a:pt x="209" y="2"/>
                    </a:lnTo>
                    <a:lnTo>
                      <a:pt x="213" y="5"/>
                    </a:lnTo>
                    <a:lnTo>
                      <a:pt x="215" y="7"/>
                    </a:lnTo>
                    <a:lnTo>
                      <a:pt x="217" y="11"/>
                    </a:lnTo>
                    <a:lnTo>
                      <a:pt x="218" y="13"/>
                    </a:lnTo>
                    <a:lnTo>
                      <a:pt x="218" y="16"/>
                    </a:lnTo>
                    <a:lnTo>
                      <a:pt x="218" y="22"/>
                    </a:lnTo>
                    <a:lnTo>
                      <a:pt x="218" y="25"/>
                    </a:lnTo>
                    <a:lnTo>
                      <a:pt x="217" y="27"/>
                    </a:lnTo>
                    <a:lnTo>
                      <a:pt x="215" y="31"/>
                    </a:lnTo>
                    <a:lnTo>
                      <a:pt x="213" y="34"/>
                    </a:lnTo>
                    <a:lnTo>
                      <a:pt x="209" y="36"/>
                    </a:lnTo>
                    <a:lnTo>
                      <a:pt x="208" y="38"/>
                    </a:lnTo>
                    <a:lnTo>
                      <a:pt x="204" y="38"/>
                    </a:lnTo>
                    <a:lnTo>
                      <a:pt x="202" y="38"/>
                    </a:lnTo>
                    <a:lnTo>
                      <a:pt x="16" y="38"/>
                    </a:lnTo>
                    <a:lnTo>
                      <a:pt x="14" y="38"/>
                    </a:lnTo>
                    <a:lnTo>
                      <a:pt x="11" y="38"/>
                    </a:lnTo>
                    <a:lnTo>
                      <a:pt x="7" y="36"/>
                    </a:lnTo>
                    <a:lnTo>
                      <a:pt x="5" y="34"/>
                    </a:lnTo>
                    <a:lnTo>
                      <a:pt x="2" y="29"/>
                    </a:lnTo>
                    <a:lnTo>
                      <a:pt x="0" y="25"/>
                    </a:lnTo>
                    <a:lnTo>
                      <a:pt x="0" y="23"/>
                    </a:lnTo>
                    <a:lnTo>
                      <a:pt x="0" y="22"/>
                    </a:lnTo>
                    <a:lnTo>
                      <a:pt x="0" y="16"/>
                    </a:lnTo>
                    <a:lnTo>
                      <a:pt x="0" y="14"/>
                    </a:lnTo>
                    <a:lnTo>
                      <a:pt x="0" y="13"/>
                    </a:lnTo>
                    <a:lnTo>
                      <a:pt x="2" y="9"/>
                    </a:lnTo>
                    <a:lnTo>
                      <a:pt x="4" y="5"/>
                    </a:lnTo>
                    <a:lnTo>
                      <a:pt x="7" y="2"/>
                    </a:lnTo>
                    <a:lnTo>
                      <a:pt x="11" y="2"/>
                    </a:lnTo>
                    <a:lnTo>
                      <a:pt x="16" y="0"/>
                    </a:lnTo>
                    <a:close/>
                  </a:path>
                </a:pathLst>
              </a:custGeom>
              <a:solidFill>
                <a:srgbClr val="F0E0C0"/>
              </a:solidFill>
              <a:ln>
                <a:noFill/>
                <a:round/>
              </a:ln>
            </p:spPr>
          </p:sp>
          <p:sp>
            <p:nvSpPr>
              <p:cNvPr id="95357" name=""/>
              <p:cNvSpPr/>
              <p:nvPr/>
            </p:nvSpPr>
            <p:spPr>
              <a:xfrm>
                <a:off x="3637" y="2219"/>
                <a:ext cx="107" cy="17"/>
              </a:xfrm>
              <a:custGeom>
                <a:pathLst>
                  <a:path w="213" h="32">
                    <a:moveTo>
                      <a:pt x="16" y="0"/>
                    </a:moveTo>
                    <a:lnTo>
                      <a:pt x="201" y="0"/>
                    </a:lnTo>
                    <a:lnTo>
                      <a:pt x="204" y="2"/>
                    </a:lnTo>
                    <a:lnTo>
                      <a:pt x="204" y="2"/>
                    </a:lnTo>
                    <a:lnTo>
                      <a:pt x="208" y="4"/>
                    </a:lnTo>
                    <a:lnTo>
                      <a:pt x="209" y="5"/>
                    </a:lnTo>
                    <a:lnTo>
                      <a:pt x="211" y="9"/>
                    </a:lnTo>
                    <a:lnTo>
                      <a:pt x="213" y="11"/>
                    </a:lnTo>
                    <a:lnTo>
                      <a:pt x="213" y="13"/>
                    </a:lnTo>
                    <a:lnTo>
                      <a:pt x="213" y="20"/>
                    </a:lnTo>
                    <a:lnTo>
                      <a:pt x="213" y="22"/>
                    </a:lnTo>
                    <a:lnTo>
                      <a:pt x="211" y="23"/>
                    </a:lnTo>
                    <a:lnTo>
                      <a:pt x="209" y="27"/>
                    </a:lnTo>
                    <a:lnTo>
                      <a:pt x="208" y="29"/>
                    </a:lnTo>
                    <a:lnTo>
                      <a:pt x="204" y="31"/>
                    </a:lnTo>
                    <a:lnTo>
                      <a:pt x="204" y="32"/>
                    </a:lnTo>
                    <a:lnTo>
                      <a:pt x="201" y="32"/>
                    </a:lnTo>
                    <a:lnTo>
                      <a:pt x="16" y="32"/>
                    </a:lnTo>
                    <a:lnTo>
                      <a:pt x="12" y="32"/>
                    </a:lnTo>
                    <a:lnTo>
                      <a:pt x="9" y="32"/>
                    </a:lnTo>
                    <a:lnTo>
                      <a:pt x="7" y="31"/>
                    </a:lnTo>
                    <a:lnTo>
                      <a:pt x="5" y="29"/>
                    </a:lnTo>
                    <a:lnTo>
                      <a:pt x="2" y="25"/>
                    </a:lnTo>
                    <a:lnTo>
                      <a:pt x="0" y="22"/>
                    </a:lnTo>
                    <a:lnTo>
                      <a:pt x="0" y="20"/>
                    </a:lnTo>
                    <a:lnTo>
                      <a:pt x="0" y="13"/>
                    </a:lnTo>
                    <a:lnTo>
                      <a:pt x="0" y="13"/>
                    </a:lnTo>
                    <a:lnTo>
                      <a:pt x="0" y="11"/>
                    </a:lnTo>
                    <a:lnTo>
                      <a:pt x="2" y="7"/>
                    </a:lnTo>
                    <a:lnTo>
                      <a:pt x="4" y="4"/>
                    </a:lnTo>
                    <a:lnTo>
                      <a:pt x="7" y="2"/>
                    </a:lnTo>
                    <a:lnTo>
                      <a:pt x="9" y="2"/>
                    </a:lnTo>
                    <a:lnTo>
                      <a:pt x="16" y="0"/>
                    </a:lnTo>
                  </a:path>
                </a:pathLst>
              </a:custGeom>
              <a:noFill/>
              <a:ln w="11113">
                <a:solidFill>
                  <a:srgbClr val="808060"/>
                </a:solidFill>
                <a:prstDash val="solid"/>
                <a:round/>
              </a:ln>
            </p:spPr>
          </p:sp>
          <p:sp>
            <p:nvSpPr>
              <p:cNvPr id="95358" name=""/>
              <p:cNvSpPr/>
              <p:nvPr/>
            </p:nvSpPr>
            <p:spPr>
              <a:xfrm>
                <a:off x="3638" y="2220"/>
                <a:ext cx="61" cy="17"/>
              </a:xfrm>
              <a:custGeom>
                <a:pathLst>
                  <a:path w="122" h="34">
                    <a:moveTo>
                      <a:pt x="19" y="0"/>
                    </a:moveTo>
                    <a:lnTo>
                      <a:pt x="102" y="0"/>
                    </a:lnTo>
                    <a:lnTo>
                      <a:pt x="105" y="0"/>
                    </a:lnTo>
                    <a:lnTo>
                      <a:pt x="111" y="2"/>
                    </a:lnTo>
                    <a:lnTo>
                      <a:pt x="114" y="2"/>
                    </a:lnTo>
                    <a:lnTo>
                      <a:pt x="116" y="3"/>
                    </a:lnTo>
                    <a:lnTo>
                      <a:pt x="120" y="5"/>
                    </a:lnTo>
                    <a:lnTo>
                      <a:pt x="120" y="7"/>
                    </a:lnTo>
                    <a:lnTo>
                      <a:pt x="122" y="9"/>
                    </a:lnTo>
                    <a:lnTo>
                      <a:pt x="122" y="11"/>
                    </a:lnTo>
                    <a:lnTo>
                      <a:pt x="122" y="12"/>
                    </a:lnTo>
                    <a:lnTo>
                      <a:pt x="122" y="21"/>
                    </a:lnTo>
                    <a:lnTo>
                      <a:pt x="122" y="25"/>
                    </a:lnTo>
                    <a:lnTo>
                      <a:pt x="120" y="29"/>
                    </a:lnTo>
                    <a:lnTo>
                      <a:pt x="118" y="30"/>
                    </a:lnTo>
                    <a:lnTo>
                      <a:pt x="114" y="32"/>
                    </a:lnTo>
                    <a:lnTo>
                      <a:pt x="111" y="34"/>
                    </a:lnTo>
                    <a:lnTo>
                      <a:pt x="104" y="34"/>
                    </a:lnTo>
                    <a:lnTo>
                      <a:pt x="102" y="34"/>
                    </a:lnTo>
                    <a:lnTo>
                      <a:pt x="19" y="34"/>
                    </a:lnTo>
                    <a:lnTo>
                      <a:pt x="16" y="34"/>
                    </a:lnTo>
                    <a:lnTo>
                      <a:pt x="12" y="34"/>
                    </a:lnTo>
                    <a:lnTo>
                      <a:pt x="9" y="32"/>
                    </a:lnTo>
                    <a:lnTo>
                      <a:pt x="5" y="30"/>
                    </a:lnTo>
                    <a:lnTo>
                      <a:pt x="3" y="29"/>
                    </a:lnTo>
                    <a:lnTo>
                      <a:pt x="2" y="25"/>
                    </a:lnTo>
                    <a:lnTo>
                      <a:pt x="0" y="23"/>
                    </a:lnTo>
                    <a:lnTo>
                      <a:pt x="0" y="21"/>
                    </a:lnTo>
                    <a:lnTo>
                      <a:pt x="0" y="12"/>
                    </a:lnTo>
                    <a:lnTo>
                      <a:pt x="0" y="11"/>
                    </a:lnTo>
                    <a:lnTo>
                      <a:pt x="2" y="9"/>
                    </a:lnTo>
                    <a:lnTo>
                      <a:pt x="2" y="7"/>
                    </a:lnTo>
                    <a:lnTo>
                      <a:pt x="2" y="5"/>
                    </a:lnTo>
                    <a:lnTo>
                      <a:pt x="3" y="5"/>
                    </a:lnTo>
                    <a:lnTo>
                      <a:pt x="5" y="3"/>
                    </a:lnTo>
                    <a:lnTo>
                      <a:pt x="7" y="2"/>
                    </a:lnTo>
                    <a:lnTo>
                      <a:pt x="12" y="0"/>
                    </a:lnTo>
                    <a:lnTo>
                      <a:pt x="19" y="0"/>
                    </a:lnTo>
                    <a:close/>
                  </a:path>
                </a:pathLst>
              </a:custGeom>
              <a:solidFill>
                <a:srgbClr val="F0E0C0"/>
              </a:solidFill>
              <a:ln>
                <a:noFill/>
                <a:round/>
              </a:ln>
            </p:spPr>
          </p:sp>
          <p:sp>
            <p:nvSpPr>
              <p:cNvPr id="95359" name=""/>
              <p:cNvSpPr/>
              <p:nvPr/>
            </p:nvSpPr>
            <p:spPr>
              <a:xfrm>
                <a:off x="3638" y="2220"/>
                <a:ext cx="58" cy="14"/>
              </a:xfrm>
              <a:custGeom>
                <a:pathLst>
                  <a:path w="114" h="27">
                    <a:moveTo>
                      <a:pt x="18" y="0"/>
                    </a:moveTo>
                    <a:lnTo>
                      <a:pt x="96" y="0"/>
                    </a:lnTo>
                    <a:lnTo>
                      <a:pt x="100" y="0"/>
                    </a:lnTo>
                    <a:lnTo>
                      <a:pt x="105" y="2"/>
                    </a:lnTo>
                    <a:lnTo>
                      <a:pt x="107" y="2"/>
                    </a:lnTo>
                    <a:lnTo>
                      <a:pt x="109" y="3"/>
                    </a:lnTo>
                    <a:lnTo>
                      <a:pt x="113" y="5"/>
                    </a:lnTo>
                    <a:lnTo>
                      <a:pt x="113" y="5"/>
                    </a:lnTo>
                    <a:lnTo>
                      <a:pt x="114" y="7"/>
                    </a:lnTo>
                    <a:lnTo>
                      <a:pt x="114" y="9"/>
                    </a:lnTo>
                    <a:lnTo>
                      <a:pt x="114" y="11"/>
                    </a:lnTo>
                    <a:lnTo>
                      <a:pt x="114" y="16"/>
                    </a:lnTo>
                    <a:lnTo>
                      <a:pt x="114" y="20"/>
                    </a:lnTo>
                    <a:lnTo>
                      <a:pt x="113" y="23"/>
                    </a:lnTo>
                    <a:lnTo>
                      <a:pt x="111" y="23"/>
                    </a:lnTo>
                    <a:lnTo>
                      <a:pt x="107" y="25"/>
                    </a:lnTo>
                    <a:lnTo>
                      <a:pt x="105" y="27"/>
                    </a:lnTo>
                    <a:lnTo>
                      <a:pt x="98" y="27"/>
                    </a:lnTo>
                    <a:lnTo>
                      <a:pt x="18" y="27"/>
                    </a:lnTo>
                    <a:lnTo>
                      <a:pt x="14" y="27"/>
                    </a:lnTo>
                    <a:lnTo>
                      <a:pt x="10" y="27"/>
                    </a:lnTo>
                    <a:lnTo>
                      <a:pt x="9" y="25"/>
                    </a:lnTo>
                    <a:lnTo>
                      <a:pt x="5" y="23"/>
                    </a:lnTo>
                    <a:lnTo>
                      <a:pt x="3" y="23"/>
                    </a:lnTo>
                    <a:lnTo>
                      <a:pt x="2" y="20"/>
                    </a:lnTo>
                    <a:lnTo>
                      <a:pt x="0" y="18"/>
                    </a:lnTo>
                    <a:lnTo>
                      <a:pt x="0" y="11"/>
                    </a:lnTo>
                    <a:lnTo>
                      <a:pt x="0" y="9"/>
                    </a:lnTo>
                    <a:lnTo>
                      <a:pt x="2" y="7"/>
                    </a:lnTo>
                    <a:lnTo>
                      <a:pt x="2" y="5"/>
                    </a:lnTo>
                    <a:lnTo>
                      <a:pt x="2" y="5"/>
                    </a:lnTo>
                    <a:lnTo>
                      <a:pt x="3" y="5"/>
                    </a:lnTo>
                    <a:lnTo>
                      <a:pt x="5" y="3"/>
                    </a:lnTo>
                    <a:lnTo>
                      <a:pt x="7" y="2"/>
                    </a:lnTo>
                    <a:lnTo>
                      <a:pt x="18" y="0"/>
                    </a:lnTo>
                  </a:path>
                </a:pathLst>
              </a:custGeom>
              <a:noFill/>
              <a:ln w="11113">
                <a:solidFill>
                  <a:srgbClr val="C0C0C0"/>
                </a:solidFill>
                <a:prstDash val="solid"/>
                <a:round/>
              </a:ln>
            </p:spPr>
          </p:sp>
          <p:sp>
            <p:nvSpPr>
              <p:cNvPr id="95360" name=""/>
              <p:cNvSpPr/>
              <p:nvPr/>
            </p:nvSpPr>
            <p:spPr>
              <a:xfrm>
                <a:off x="3687" y="2225"/>
                <a:ext cx="5" cy="5"/>
              </a:xfrm>
              <a:custGeom>
                <a:pathLst>
                  <a:path w="11" h="11">
                    <a:moveTo>
                      <a:pt x="4" y="0"/>
                    </a:moveTo>
                    <a:lnTo>
                      <a:pt x="9" y="0"/>
                    </a:lnTo>
                    <a:lnTo>
                      <a:pt x="11" y="0"/>
                    </a:lnTo>
                    <a:lnTo>
                      <a:pt x="11" y="3"/>
                    </a:lnTo>
                    <a:lnTo>
                      <a:pt x="8" y="9"/>
                    </a:lnTo>
                    <a:lnTo>
                      <a:pt x="8" y="11"/>
                    </a:lnTo>
                    <a:lnTo>
                      <a:pt x="4" y="11"/>
                    </a:lnTo>
                    <a:lnTo>
                      <a:pt x="0" y="11"/>
                    </a:lnTo>
                    <a:lnTo>
                      <a:pt x="0" y="9"/>
                    </a:lnTo>
                    <a:lnTo>
                      <a:pt x="2" y="3"/>
                    </a:lnTo>
                    <a:lnTo>
                      <a:pt x="2" y="0"/>
                    </a:lnTo>
                    <a:lnTo>
                      <a:pt x="4" y="0"/>
                    </a:lnTo>
                    <a:lnTo>
                      <a:pt x="4" y="9"/>
                    </a:lnTo>
                    <a:lnTo>
                      <a:pt x="2" y="9"/>
                    </a:lnTo>
                    <a:lnTo>
                      <a:pt x="4" y="3"/>
                    </a:lnTo>
                    <a:lnTo>
                      <a:pt x="8" y="3"/>
                    </a:lnTo>
                    <a:lnTo>
                      <a:pt x="4" y="9"/>
                    </a:lnTo>
                    <a:lnTo>
                      <a:pt x="4" y="0"/>
                    </a:lnTo>
                    <a:close/>
                  </a:path>
                </a:pathLst>
              </a:custGeom>
              <a:solidFill>
                <a:srgbClr val="C0C080"/>
              </a:solidFill>
              <a:ln>
                <a:noFill/>
                <a:round/>
              </a:ln>
            </p:spPr>
          </p:sp>
          <p:sp>
            <p:nvSpPr>
              <p:cNvPr id="95361" name=""/>
              <p:cNvSpPr/>
              <p:nvPr/>
            </p:nvSpPr>
            <p:spPr>
              <a:xfrm>
                <a:off x="3643" y="2228"/>
                <a:ext cx="49" cy="4"/>
              </a:xfrm>
              <a:custGeom>
                <a:pathLst>
                  <a:path w="98" h="7">
                    <a:moveTo>
                      <a:pt x="0" y="0"/>
                    </a:moveTo>
                    <a:lnTo>
                      <a:pt x="98" y="0"/>
                    </a:lnTo>
                    <a:lnTo>
                      <a:pt x="96" y="7"/>
                    </a:lnTo>
                    <a:lnTo>
                      <a:pt x="0" y="7"/>
                    </a:lnTo>
                    <a:lnTo>
                      <a:pt x="0" y="0"/>
                    </a:lnTo>
                    <a:close/>
                  </a:path>
                </a:pathLst>
              </a:custGeom>
              <a:solidFill>
                <a:srgbClr val="FF6000"/>
              </a:solidFill>
              <a:ln>
                <a:noFill/>
                <a:round/>
              </a:ln>
            </p:spPr>
          </p:sp>
          <p:sp>
            <p:nvSpPr>
              <p:cNvPr id="95362" name=""/>
              <p:cNvSpPr/>
              <p:nvPr/>
            </p:nvSpPr>
            <p:spPr>
              <a:xfrm>
                <a:off x="3680" y="2225"/>
                <a:ext cx="8" cy="5"/>
              </a:xfrm>
              <a:custGeom>
                <a:pathLst>
                  <a:path w="14" h="11">
                    <a:moveTo>
                      <a:pt x="0" y="11"/>
                    </a:moveTo>
                    <a:lnTo>
                      <a:pt x="9" y="0"/>
                    </a:lnTo>
                    <a:lnTo>
                      <a:pt x="14" y="0"/>
                    </a:lnTo>
                    <a:lnTo>
                      <a:pt x="12" y="11"/>
                    </a:lnTo>
                    <a:lnTo>
                      <a:pt x="9" y="11"/>
                    </a:lnTo>
                    <a:lnTo>
                      <a:pt x="9" y="9"/>
                    </a:lnTo>
                    <a:lnTo>
                      <a:pt x="7" y="9"/>
                    </a:lnTo>
                    <a:lnTo>
                      <a:pt x="9" y="5"/>
                    </a:lnTo>
                    <a:lnTo>
                      <a:pt x="9" y="3"/>
                    </a:lnTo>
                    <a:lnTo>
                      <a:pt x="5" y="11"/>
                    </a:lnTo>
                    <a:lnTo>
                      <a:pt x="0" y="11"/>
                    </a:lnTo>
                    <a:close/>
                  </a:path>
                </a:pathLst>
              </a:custGeom>
              <a:solidFill>
                <a:srgbClr val="C0C080"/>
              </a:solidFill>
              <a:ln>
                <a:noFill/>
                <a:round/>
              </a:ln>
            </p:spPr>
          </p:sp>
          <p:sp>
            <p:nvSpPr>
              <p:cNvPr id="95363" name=""/>
              <p:cNvSpPr/>
              <p:nvPr/>
            </p:nvSpPr>
            <p:spPr>
              <a:xfrm>
                <a:off x="3680" y="2225"/>
                <a:ext cx="6" cy="5"/>
              </a:xfrm>
              <a:custGeom>
                <a:pathLst>
                  <a:path w="13" h="11">
                    <a:moveTo>
                      <a:pt x="0" y="11"/>
                    </a:moveTo>
                    <a:lnTo>
                      <a:pt x="5" y="3"/>
                    </a:lnTo>
                    <a:lnTo>
                      <a:pt x="7" y="0"/>
                    </a:lnTo>
                    <a:lnTo>
                      <a:pt x="13" y="0"/>
                    </a:lnTo>
                    <a:lnTo>
                      <a:pt x="13" y="3"/>
                    </a:lnTo>
                    <a:lnTo>
                      <a:pt x="13" y="5"/>
                    </a:lnTo>
                    <a:lnTo>
                      <a:pt x="11" y="5"/>
                    </a:lnTo>
                    <a:lnTo>
                      <a:pt x="11" y="9"/>
                    </a:lnTo>
                    <a:lnTo>
                      <a:pt x="7" y="9"/>
                    </a:lnTo>
                    <a:lnTo>
                      <a:pt x="5" y="9"/>
                    </a:lnTo>
                    <a:lnTo>
                      <a:pt x="7" y="5"/>
                    </a:lnTo>
                    <a:lnTo>
                      <a:pt x="11" y="3"/>
                    </a:lnTo>
                    <a:lnTo>
                      <a:pt x="7" y="3"/>
                    </a:lnTo>
                    <a:lnTo>
                      <a:pt x="2" y="11"/>
                    </a:lnTo>
                    <a:lnTo>
                      <a:pt x="0" y="11"/>
                    </a:lnTo>
                    <a:close/>
                  </a:path>
                </a:pathLst>
              </a:custGeom>
              <a:solidFill>
                <a:srgbClr val="C0C080"/>
              </a:solidFill>
              <a:ln>
                <a:noFill/>
                <a:round/>
              </a:ln>
            </p:spPr>
          </p:sp>
          <p:sp>
            <p:nvSpPr>
              <p:cNvPr id="95364" name=""/>
              <p:cNvSpPr/>
              <p:nvPr/>
            </p:nvSpPr>
            <p:spPr>
              <a:xfrm>
                <a:off x="3674" y="2225"/>
                <a:ext cx="7" cy="5"/>
              </a:xfrm>
              <a:custGeom>
                <a:pathLst>
                  <a:path w="15" h="11">
                    <a:moveTo>
                      <a:pt x="0" y="11"/>
                    </a:moveTo>
                    <a:lnTo>
                      <a:pt x="4" y="3"/>
                    </a:lnTo>
                    <a:lnTo>
                      <a:pt x="6" y="0"/>
                    </a:lnTo>
                    <a:lnTo>
                      <a:pt x="13" y="0"/>
                    </a:lnTo>
                    <a:lnTo>
                      <a:pt x="15" y="0"/>
                    </a:lnTo>
                    <a:lnTo>
                      <a:pt x="15" y="3"/>
                    </a:lnTo>
                    <a:lnTo>
                      <a:pt x="11" y="11"/>
                    </a:lnTo>
                    <a:lnTo>
                      <a:pt x="9" y="11"/>
                    </a:lnTo>
                    <a:lnTo>
                      <a:pt x="13" y="3"/>
                    </a:lnTo>
                    <a:lnTo>
                      <a:pt x="11" y="3"/>
                    </a:lnTo>
                    <a:lnTo>
                      <a:pt x="6" y="11"/>
                    </a:lnTo>
                    <a:lnTo>
                      <a:pt x="4" y="11"/>
                    </a:lnTo>
                    <a:lnTo>
                      <a:pt x="9" y="3"/>
                    </a:lnTo>
                    <a:lnTo>
                      <a:pt x="6" y="3"/>
                    </a:lnTo>
                    <a:lnTo>
                      <a:pt x="2" y="11"/>
                    </a:lnTo>
                    <a:lnTo>
                      <a:pt x="0" y="11"/>
                    </a:lnTo>
                    <a:close/>
                  </a:path>
                </a:pathLst>
              </a:custGeom>
              <a:solidFill>
                <a:srgbClr val="C0C080"/>
              </a:solidFill>
              <a:ln>
                <a:noFill/>
                <a:round/>
              </a:ln>
            </p:spPr>
          </p:sp>
          <p:sp>
            <p:nvSpPr>
              <p:cNvPr id="95365" name=""/>
              <p:cNvSpPr/>
              <p:nvPr/>
            </p:nvSpPr>
            <p:spPr>
              <a:xfrm>
                <a:off x="3671" y="2225"/>
                <a:ext cx="6" cy="5"/>
              </a:xfrm>
              <a:custGeom>
                <a:pathLst>
                  <a:path w="11" h="11">
                    <a:moveTo>
                      <a:pt x="4" y="0"/>
                    </a:moveTo>
                    <a:lnTo>
                      <a:pt x="9" y="0"/>
                    </a:lnTo>
                    <a:lnTo>
                      <a:pt x="11" y="0"/>
                    </a:lnTo>
                    <a:lnTo>
                      <a:pt x="11" y="3"/>
                    </a:lnTo>
                    <a:lnTo>
                      <a:pt x="9" y="9"/>
                    </a:lnTo>
                    <a:lnTo>
                      <a:pt x="7" y="11"/>
                    </a:lnTo>
                    <a:lnTo>
                      <a:pt x="4" y="11"/>
                    </a:lnTo>
                    <a:lnTo>
                      <a:pt x="2" y="11"/>
                    </a:lnTo>
                    <a:lnTo>
                      <a:pt x="0" y="11"/>
                    </a:lnTo>
                    <a:lnTo>
                      <a:pt x="0" y="9"/>
                    </a:lnTo>
                    <a:lnTo>
                      <a:pt x="2" y="3"/>
                    </a:lnTo>
                    <a:lnTo>
                      <a:pt x="4" y="0"/>
                    </a:lnTo>
                    <a:lnTo>
                      <a:pt x="4" y="9"/>
                    </a:lnTo>
                    <a:lnTo>
                      <a:pt x="2" y="9"/>
                    </a:lnTo>
                    <a:lnTo>
                      <a:pt x="4" y="3"/>
                    </a:lnTo>
                    <a:lnTo>
                      <a:pt x="9" y="3"/>
                    </a:lnTo>
                    <a:lnTo>
                      <a:pt x="4" y="9"/>
                    </a:lnTo>
                    <a:lnTo>
                      <a:pt x="4" y="0"/>
                    </a:lnTo>
                    <a:close/>
                  </a:path>
                </a:pathLst>
              </a:custGeom>
              <a:solidFill>
                <a:srgbClr val="C0C080"/>
              </a:solidFill>
              <a:ln>
                <a:noFill/>
                <a:round/>
              </a:ln>
            </p:spPr>
          </p:sp>
          <p:sp>
            <p:nvSpPr>
              <p:cNvPr id="95366" name=""/>
              <p:cNvSpPr/>
              <p:nvPr/>
            </p:nvSpPr>
            <p:spPr>
              <a:xfrm>
                <a:off x="3667" y="2225"/>
                <a:ext cx="6" cy="5"/>
              </a:xfrm>
              <a:custGeom>
                <a:pathLst>
                  <a:path w="13" h="11">
                    <a:moveTo>
                      <a:pt x="13" y="0"/>
                    </a:moveTo>
                    <a:lnTo>
                      <a:pt x="7" y="0"/>
                    </a:lnTo>
                    <a:lnTo>
                      <a:pt x="5" y="0"/>
                    </a:lnTo>
                    <a:lnTo>
                      <a:pt x="5" y="3"/>
                    </a:lnTo>
                    <a:lnTo>
                      <a:pt x="0" y="9"/>
                    </a:lnTo>
                    <a:lnTo>
                      <a:pt x="0" y="11"/>
                    </a:lnTo>
                    <a:lnTo>
                      <a:pt x="2" y="11"/>
                    </a:lnTo>
                    <a:lnTo>
                      <a:pt x="7" y="11"/>
                    </a:lnTo>
                    <a:lnTo>
                      <a:pt x="7" y="9"/>
                    </a:lnTo>
                    <a:lnTo>
                      <a:pt x="5" y="9"/>
                    </a:lnTo>
                    <a:lnTo>
                      <a:pt x="7" y="3"/>
                    </a:lnTo>
                    <a:lnTo>
                      <a:pt x="13" y="3"/>
                    </a:lnTo>
                    <a:lnTo>
                      <a:pt x="13" y="0"/>
                    </a:lnTo>
                    <a:close/>
                  </a:path>
                </a:pathLst>
              </a:custGeom>
              <a:solidFill>
                <a:srgbClr val="C0C080"/>
              </a:solidFill>
              <a:ln>
                <a:noFill/>
                <a:round/>
              </a:ln>
            </p:spPr>
          </p:sp>
          <p:sp>
            <p:nvSpPr>
              <p:cNvPr id="95367" name=""/>
              <p:cNvSpPr/>
              <p:nvPr/>
            </p:nvSpPr>
            <p:spPr>
              <a:xfrm>
                <a:off x="3717" y="2220"/>
                <a:ext cx="7" cy="17"/>
              </a:xfrm>
              <a:custGeom>
                <a:pathLst>
                  <a:path w="15" h="34">
                    <a:moveTo>
                      <a:pt x="15" y="0"/>
                    </a:moveTo>
                    <a:lnTo>
                      <a:pt x="2" y="0"/>
                    </a:lnTo>
                    <a:lnTo>
                      <a:pt x="0" y="5"/>
                    </a:lnTo>
                    <a:lnTo>
                      <a:pt x="0" y="29"/>
                    </a:lnTo>
                    <a:lnTo>
                      <a:pt x="6" y="32"/>
                    </a:lnTo>
                    <a:lnTo>
                      <a:pt x="15" y="34"/>
                    </a:lnTo>
                    <a:lnTo>
                      <a:pt x="13" y="30"/>
                    </a:lnTo>
                    <a:lnTo>
                      <a:pt x="9" y="27"/>
                    </a:lnTo>
                    <a:lnTo>
                      <a:pt x="9" y="7"/>
                    </a:lnTo>
                    <a:lnTo>
                      <a:pt x="9" y="3"/>
                    </a:lnTo>
                    <a:lnTo>
                      <a:pt x="13" y="2"/>
                    </a:lnTo>
                    <a:lnTo>
                      <a:pt x="15" y="0"/>
                    </a:lnTo>
                    <a:close/>
                  </a:path>
                </a:pathLst>
              </a:custGeom>
              <a:solidFill>
                <a:srgbClr val="A0A070"/>
              </a:solidFill>
              <a:ln>
                <a:noFill/>
                <a:round/>
              </a:ln>
            </p:spPr>
          </p:sp>
          <p:sp>
            <p:nvSpPr>
              <p:cNvPr id="95368" name=""/>
              <p:cNvSpPr/>
              <p:nvPr/>
            </p:nvSpPr>
            <p:spPr>
              <a:xfrm>
                <a:off x="3720" y="2219"/>
                <a:ext cx="20" cy="18"/>
              </a:xfrm>
              <a:custGeom>
                <a:pathLst>
                  <a:path w="41" h="36">
                    <a:moveTo>
                      <a:pt x="7" y="36"/>
                    </a:moveTo>
                    <a:lnTo>
                      <a:pt x="34" y="36"/>
                    </a:lnTo>
                    <a:lnTo>
                      <a:pt x="36" y="36"/>
                    </a:lnTo>
                    <a:lnTo>
                      <a:pt x="37" y="34"/>
                    </a:lnTo>
                    <a:lnTo>
                      <a:pt x="39" y="32"/>
                    </a:lnTo>
                    <a:lnTo>
                      <a:pt x="39" y="31"/>
                    </a:lnTo>
                    <a:lnTo>
                      <a:pt x="41" y="31"/>
                    </a:lnTo>
                    <a:lnTo>
                      <a:pt x="41" y="27"/>
                    </a:lnTo>
                    <a:lnTo>
                      <a:pt x="41" y="25"/>
                    </a:lnTo>
                    <a:lnTo>
                      <a:pt x="41" y="11"/>
                    </a:lnTo>
                    <a:lnTo>
                      <a:pt x="41" y="9"/>
                    </a:lnTo>
                    <a:lnTo>
                      <a:pt x="39" y="5"/>
                    </a:lnTo>
                    <a:lnTo>
                      <a:pt x="39" y="4"/>
                    </a:lnTo>
                    <a:lnTo>
                      <a:pt x="37" y="2"/>
                    </a:lnTo>
                    <a:lnTo>
                      <a:pt x="34" y="0"/>
                    </a:lnTo>
                    <a:lnTo>
                      <a:pt x="7" y="0"/>
                    </a:lnTo>
                    <a:lnTo>
                      <a:pt x="3" y="2"/>
                    </a:lnTo>
                    <a:lnTo>
                      <a:pt x="1" y="4"/>
                    </a:lnTo>
                    <a:lnTo>
                      <a:pt x="1" y="5"/>
                    </a:lnTo>
                    <a:lnTo>
                      <a:pt x="0" y="9"/>
                    </a:lnTo>
                    <a:lnTo>
                      <a:pt x="0" y="11"/>
                    </a:lnTo>
                    <a:lnTo>
                      <a:pt x="0" y="25"/>
                    </a:lnTo>
                    <a:lnTo>
                      <a:pt x="0" y="27"/>
                    </a:lnTo>
                    <a:lnTo>
                      <a:pt x="0" y="31"/>
                    </a:lnTo>
                    <a:lnTo>
                      <a:pt x="1" y="31"/>
                    </a:lnTo>
                    <a:lnTo>
                      <a:pt x="1" y="32"/>
                    </a:lnTo>
                    <a:lnTo>
                      <a:pt x="3" y="34"/>
                    </a:lnTo>
                    <a:lnTo>
                      <a:pt x="7" y="36"/>
                    </a:lnTo>
                    <a:close/>
                  </a:path>
                </a:pathLst>
              </a:custGeom>
              <a:solidFill>
                <a:srgbClr val="505020"/>
              </a:solidFill>
              <a:ln>
                <a:noFill/>
                <a:round/>
              </a:ln>
            </p:spPr>
          </p:sp>
          <p:sp>
            <p:nvSpPr>
              <p:cNvPr id="95369" name=""/>
              <p:cNvSpPr/>
              <p:nvPr/>
            </p:nvSpPr>
            <p:spPr>
              <a:xfrm>
                <a:off x="3720" y="2220"/>
                <a:ext cx="20" cy="17"/>
              </a:xfrm>
              <a:custGeom>
                <a:pathLst>
                  <a:path w="41" h="34">
                    <a:moveTo>
                      <a:pt x="3" y="0"/>
                    </a:moveTo>
                    <a:lnTo>
                      <a:pt x="0" y="3"/>
                    </a:lnTo>
                    <a:lnTo>
                      <a:pt x="0" y="30"/>
                    </a:lnTo>
                    <a:lnTo>
                      <a:pt x="1" y="34"/>
                    </a:lnTo>
                    <a:lnTo>
                      <a:pt x="39" y="34"/>
                    </a:lnTo>
                    <a:lnTo>
                      <a:pt x="41" y="30"/>
                    </a:lnTo>
                    <a:lnTo>
                      <a:pt x="41" y="3"/>
                    </a:lnTo>
                    <a:lnTo>
                      <a:pt x="39" y="0"/>
                    </a:lnTo>
                    <a:lnTo>
                      <a:pt x="3" y="0"/>
                    </a:lnTo>
                    <a:close/>
                  </a:path>
                </a:pathLst>
              </a:custGeom>
              <a:solidFill>
                <a:srgbClr val="706040"/>
              </a:solidFill>
              <a:ln>
                <a:noFill/>
                <a:round/>
              </a:ln>
            </p:spPr>
          </p:sp>
          <p:sp>
            <p:nvSpPr>
              <p:cNvPr id="95370" name=""/>
              <p:cNvSpPr/>
              <p:nvPr/>
            </p:nvSpPr>
            <p:spPr>
              <a:xfrm>
                <a:off x="3721" y="2220"/>
                <a:ext cx="19" cy="17"/>
              </a:xfrm>
              <a:custGeom>
                <a:pathLst>
                  <a:path w="40" h="34">
                    <a:moveTo>
                      <a:pt x="4" y="0"/>
                    </a:moveTo>
                    <a:lnTo>
                      <a:pt x="0" y="2"/>
                    </a:lnTo>
                    <a:lnTo>
                      <a:pt x="0" y="30"/>
                    </a:lnTo>
                    <a:lnTo>
                      <a:pt x="2" y="34"/>
                    </a:lnTo>
                    <a:lnTo>
                      <a:pt x="38" y="34"/>
                    </a:lnTo>
                    <a:lnTo>
                      <a:pt x="40" y="30"/>
                    </a:lnTo>
                    <a:lnTo>
                      <a:pt x="40" y="3"/>
                    </a:lnTo>
                    <a:lnTo>
                      <a:pt x="38" y="0"/>
                    </a:lnTo>
                    <a:lnTo>
                      <a:pt x="4" y="0"/>
                    </a:lnTo>
                    <a:close/>
                  </a:path>
                </a:pathLst>
              </a:custGeom>
              <a:solidFill>
                <a:srgbClr val="808060"/>
              </a:solidFill>
              <a:ln>
                <a:noFill/>
                <a:round/>
              </a:ln>
            </p:spPr>
          </p:sp>
          <p:sp>
            <p:nvSpPr>
              <p:cNvPr id="95371" name=""/>
              <p:cNvSpPr/>
              <p:nvPr/>
            </p:nvSpPr>
            <p:spPr>
              <a:xfrm>
                <a:off x="3724" y="2222"/>
                <a:ext cx="15" cy="12"/>
              </a:xfrm>
              <a:custGeom>
                <a:pathLst>
                  <a:path w="28" h="24">
                    <a:moveTo>
                      <a:pt x="1" y="0"/>
                    </a:moveTo>
                    <a:lnTo>
                      <a:pt x="0" y="2"/>
                    </a:lnTo>
                    <a:lnTo>
                      <a:pt x="0" y="22"/>
                    </a:lnTo>
                    <a:lnTo>
                      <a:pt x="1" y="24"/>
                    </a:lnTo>
                    <a:lnTo>
                      <a:pt x="27" y="24"/>
                    </a:lnTo>
                    <a:lnTo>
                      <a:pt x="28" y="22"/>
                    </a:lnTo>
                    <a:lnTo>
                      <a:pt x="28" y="4"/>
                    </a:lnTo>
                    <a:lnTo>
                      <a:pt x="27" y="0"/>
                    </a:lnTo>
                    <a:lnTo>
                      <a:pt x="1" y="0"/>
                    </a:lnTo>
                    <a:close/>
                  </a:path>
                </a:pathLst>
              </a:custGeom>
              <a:solidFill>
                <a:srgbClr val="C0C080"/>
              </a:solidFill>
              <a:ln>
                <a:noFill/>
                <a:round/>
              </a:ln>
            </p:spPr>
          </p:sp>
          <p:sp>
            <p:nvSpPr>
              <p:cNvPr id="95372" name=""/>
              <p:cNvSpPr/>
              <p:nvPr/>
            </p:nvSpPr>
            <p:spPr>
              <a:xfrm>
                <a:off x="3726" y="2225"/>
                <a:ext cx="3" cy="3"/>
              </a:xfrm>
              <a:custGeom>
                <a:pathLst>
                  <a:path w="6" h="7">
                    <a:moveTo>
                      <a:pt x="4" y="0"/>
                    </a:moveTo>
                    <a:lnTo>
                      <a:pt x="4" y="2"/>
                    </a:lnTo>
                    <a:lnTo>
                      <a:pt x="4" y="2"/>
                    </a:lnTo>
                    <a:lnTo>
                      <a:pt x="6" y="3"/>
                    </a:lnTo>
                    <a:lnTo>
                      <a:pt x="6" y="3"/>
                    </a:lnTo>
                    <a:lnTo>
                      <a:pt x="4" y="5"/>
                    </a:lnTo>
                    <a:lnTo>
                      <a:pt x="4" y="7"/>
                    </a:lnTo>
                    <a:lnTo>
                      <a:pt x="2" y="7"/>
                    </a:lnTo>
                    <a:lnTo>
                      <a:pt x="0" y="5"/>
                    </a:lnTo>
                    <a:lnTo>
                      <a:pt x="0" y="3"/>
                    </a:lnTo>
                    <a:lnTo>
                      <a:pt x="0" y="3"/>
                    </a:lnTo>
                    <a:lnTo>
                      <a:pt x="0" y="2"/>
                    </a:lnTo>
                    <a:lnTo>
                      <a:pt x="2" y="2"/>
                    </a:lnTo>
                    <a:lnTo>
                      <a:pt x="4" y="0"/>
                    </a:lnTo>
                  </a:path>
                </a:pathLst>
              </a:custGeom>
              <a:noFill/>
              <a:ln w="11113">
                <a:solidFill>
                  <a:srgbClr val="000000"/>
                </a:solidFill>
                <a:prstDash val="solid"/>
                <a:round/>
              </a:ln>
            </p:spPr>
          </p:sp>
          <p:cxnSp>
            <p:nvCxnSpPr>
              <p:cNvPr id="95373" name=""/>
              <p:cNvCxnSpPr/>
              <p:nvPr/>
            </p:nvCxnSpPr>
            <p:spPr>
              <a:xfrm>
                <a:off x="3733" y="2225"/>
                <a:ext cx="1" cy="7"/>
              </a:xfrm>
              <a:prstGeom prst="line">
                <a:avLst/>
              </a:prstGeom>
              <a:noFill/>
              <a:ln w="11113">
                <a:solidFill>
                  <a:prstClr val="black"/>
                </a:solidFill>
                <a:miter lim="800000"/>
              </a:ln>
            </p:spPr>
          </p:cxnSp>
          <p:sp>
            <p:nvSpPr>
              <p:cNvPr id="95374" name=""/>
              <p:cNvSpPr/>
              <p:nvPr/>
            </p:nvSpPr>
            <p:spPr>
              <a:xfrm>
                <a:off x="3689" y="2219"/>
                <a:ext cx="51" cy="4"/>
              </a:xfrm>
              <a:prstGeom prst="rect">
                <a:avLst/>
              </a:prstGeom>
              <a:solidFill>
                <a:srgbClr val="808060"/>
              </a:solidFill>
              <a:ln>
                <a:noFill/>
                <a:miter lim="800000"/>
              </a:ln>
            </p:spPr>
          </p:sp>
          <p:sp>
            <p:nvSpPr>
              <p:cNvPr id="95375" name=""/>
              <p:cNvSpPr/>
              <p:nvPr/>
            </p:nvSpPr>
            <p:spPr>
              <a:xfrm>
                <a:off x="3689" y="2231"/>
                <a:ext cx="8" cy="7"/>
              </a:xfrm>
              <a:custGeom>
                <a:pathLst>
                  <a:path w="16" h="15">
                    <a:moveTo>
                      <a:pt x="0" y="9"/>
                    </a:moveTo>
                    <a:lnTo>
                      <a:pt x="0" y="15"/>
                    </a:lnTo>
                    <a:lnTo>
                      <a:pt x="5" y="15"/>
                    </a:lnTo>
                    <a:lnTo>
                      <a:pt x="9" y="11"/>
                    </a:lnTo>
                    <a:lnTo>
                      <a:pt x="11" y="6"/>
                    </a:lnTo>
                    <a:lnTo>
                      <a:pt x="14" y="4"/>
                    </a:lnTo>
                    <a:lnTo>
                      <a:pt x="16" y="0"/>
                    </a:lnTo>
                    <a:lnTo>
                      <a:pt x="14" y="0"/>
                    </a:lnTo>
                    <a:lnTo>
                      <a:pt x="7" y="6"/>
                    </a:lnTo>
                    <a:lnTo>
                      <a:pt x="5" y="9"/>
                    </a:lnTo>
                    <a:lnTo>
                      <a:pt x="0" y="9"/>
                    </a:lnTo>
                    <a:close/>
                  </a:path>
                </a:pathLst>
              </a:custGeom>
              <a:solidFill>
                <a:srgbClr val="808060"/>
              </a:solidFill>
              <a:ln>
                <a:noFill/>
                <a:round/>
              </a:ln>
            </p:spPr>
          </p:sp>
          <p:sp>
            <p:nvSpPr>
              <p:cNvPr id="95376" name=""/>
              <p:cNvSpPr/>
              <p:nvPr/>
            </p:nvSpPr>
            <p:spPr>
              <a:xfrm>
                <a:off x="3737" y="2219"/>
                <a:ext cx="10" cy="18"/>
              </a:xfrm>
              <a:custGeom>
                <a:pathLst>
                  <a:path w="19" h="36">
                    <a:moveTo>
                      <a:pt x="10" y="36"/>
                    </a:moveTo>
                    <a:lnTo>
                      <a:pt x="12" y="34"/>
                    </a:lnTo>
                    <a:lnTo>
                      <a:pt x="14" y="32"/>
                    </a:lnTo>
                    <a:lnTo>
                      <a:pt x="18" y="29"/>
                    </a:lnTo>
                    <a:lnTo>
                      <a:pt x="19" y="25"/>
                    </a:lnTo>
                    <a:lnTo>
                      <a:pt x="19" y="20"/>
                    </a:lnTo>
                    <a:lnTo>
                      <a:pt x="19" y="13"/>
                    </a:lnTo>
                    <a:lnTo>
                      <a:pt x="18" y="11"/>
                    </a:lnTo>
                    <a:lnTo>
                      <a:pt x="14" y="7"/>
                    </a:lnTo>
                    <a:lnTo>
                      <a:pt x="12" y="5"/>
                    </a:lnTo>
                    <a:lnTo>
                      <a:pt x="7" y="2"/>
                    </a:lnTo>
                    <a:lnTo>
                      <a:pt x="5" y="2"/>
                    </a:lnTo>
                    <a:lnTo>
                      <a:pt x="0" y="0"/>
                    </a:lnTo>
                    <a:lnTo>
                      <a:pt x="0" y="4"/>
                    </a:lnTo>
                    <a:lnTo>
                      <a:pt x="5" y="5"/>
                    </a:lnTo>
                    <a:lnTo>
                      <a:pt x="7" y="7"/>
                    </a:lnTo>
                    <a:lnTo>
                      <a:pt x="12" y="11"/>
                    </a:lnTo>
                    <a:lnTo>
                      <a:pt x="14" y="13"/>
                    </a:lnTo>
                    <a:lnTo>
                      <a:pt x="14" y="16"/>
                    </a:lnTo>
                    <a:lnTo>
                      <a:pt x="14" y="20"/>
                    </a:lnTo>
                    <a:lnTo>
                      <a:pt x="14" y="23"/>
                    </a:lnTo>
                    <a:lnTo>
                      <a:pt x="14" y="27"/>
                    </a:lnTo>
                    <a:lnTo>
                      <a:pt x="14" y="29"/>
                    </a:lnTo>
                    <a:lnTo>
                      <a:pt x="12" y="32"/>
                    </a:lnTo>
                    <a:lnTo>
                      <a:pt x="10" y="36"/>
                    </a:lnTo>
                    <a:close/>
                  </a:path>
                </a:pathLst>
              </a:custGeom>
              <a:solidFill>
                <a:srgbClr val="808060"/>
              </a:solidFill>
              <a:ln>
                <a:noFill/>
                <a:round/>
              </a:ln>
            </p:spPr>
          </p:sp>
          <p:sp>
            <p:nvSpPr>
              <p:cNvPr id="95377" name=""/>
              <p:cNvSpPr/>
              <p:nvPr/>
            </p:nvSpPr>
            <p:spPr>
              <a:xfrm>
                <a:off x="3697" y="2219"/>
                <a:ext cx="22" cy="18"/>
              </a:xfrm>
              <a:custGeom>
                <a:pathLst>
                  <a:path w="43" h="36">
                    <a:moveTo>
                      <a:pt x="21" y="0"/>
                    </a:moveTo>
                    <a:lnTo>
                      <a:pt x="32" y="0"/>
                    </a:lnTo>
                    <a:lnTo>
                      <a:pt x="36" y="2"/>
                    </a:lnTo>
                    <a:lnTo>
                      <a:pt x="39" y="4"/>
                    </a:lnTo>
                    <a:lnTo>
                      <a:pt x="41" y="7"/>
                    </a:lnTo>
                    <a:lnTo>
                      <a:pt x="41" y="11"/>
                    </a:lnTo>
                    <a:lnTo>
                      <a:pt x="43" y="14"/>
                    </a:lnTo>
                    <a:lnTo>
                      <a:pt x="43" y="16"/>
                    </a:lnTo>
                    <a:lnTo>
                      <a:pt x="43" y="22"/>
                    </a:lnTo>
                    <a:lnTo>
                      <a:pt x="43" y="25"/>
                    </a:lnTo>
                    <a:lnTo>
                      <a:pt x="41" y="27"/>
                    </a:lnTo>
                    <a:lnTo>
                      <a:pt x="41" y="31"/>
                    </a:lnTo>
                    <a:lnTo>
                      <a:pt x="38" y="34"/>
                    </a:lnTo>
                    <a:lnTo>
                      <a:pt x="36" y="36"/>
                    </a:lnTo>
                    <a:lnTo>
                      <a:pt x="34" y="36"/>
                    </a:lnTo>
                    <a:lnTo>
                      <a:pt x="32" y="36"/>
                    </a:lnTo>
                    <a:lnTo>
                      <a:pt x="0" y="36"/>
                    </a:lnTo>
                    <a:lnTo>
                      <a:pt x="21" y="0"/>
                    </a:lnTo>
                    <a:close/>
                  </a:path>
                </a:pathLst>
              </a:custGeom>
              <a:solidFill>
                <a:srgbClr val="C0C080"/>
              </a:solidFill>
              <a:ln>
                <a:noFill/>
                <a:round/>
              </a:ln>
            </p:spPr>
          </p:sp>
          <p:sp>
            <p:nvSpPr>
              <p:cNvPr id="95378" name=""/>
              <p:cNvSpPr/>
              <p:nvPr/>
            </p:nvSpPr>
            <p:spPr>
              <a:xfrm>
                <a:off x="3706" y="2219"/>
                <a:ext cx="8" cy="4"/>
              </a:xfrm>
              <a:custGeom>
                <a:pathLst>
                  <a:path w="14" h="7">
                    <a:moveTo>
                      <a:pt x="14" y="0"/>
                    </a:moveTo>
                    <a:lnTo>
                      <a:pt x="0" y="0"/>
                    </a:lnTo>
                    <a:lnTo>
                      <a:pt x="14" y="7"/>
                    </a:lnTo>
                    <a:lnTo>
                      <a:pt x="14" y="0"/>
                    </a:lnTo>
                    <a:close/>
                  </a:path>
                </a:pathLst>
              </a:custGeom>
              <a:solidFill>
                <a:srgbClr val="808050"/>
              </a:solidFill>
              <a:ln>
                <a:noFill/>
                <a:round/>
              </a:ln>
            </p:spPr>
          </p:sp>
          <p:sp>
            <p:nvSpPr>
              <p:cNvPr id="95379" name=""/>
              <p:cNvSpPr/>
              <p:nvPr/>
            </p:nvSpPr>
            <p:spPr>
              <a:xfrm>
                <a:off x="3712" y="2219"/>
                <a:ext cx="7" cy="10"/>
              </a:xfrm>
              <a:custGeom>
                <a:pathLst>
                  <a:path w="14" h="20">
                    <a:moveTo>
                      <a:pt x="14" y="20"/>
                    </a:moveTo>
                    <a:lnTo>
                      <a:pt x="14" y="18"/>
                    </a:lnTo>
                    <a:lnTo>
                      <a:pt x="14" y="11"/>
                    </a:lnTo>
                    <a:lnTo>
                      <a:pt x="12" y="9"/>
                    </a:lnTo>
                    <a:lnTo>
                      <a:pt x="12" y="7"/>
                    </a:lnTo>
                    <a:lnTo>
                      <a:pt x="9" y="4"/>
                    </a:lnTo>
                    <a:lnTo>
                      <a:pt x="5" y="2"/>
                    </a:lnTo>
                    <a:lnTo>
                      <a:pt x="5" y="0"/>
                    </a:lnTo>
                    <a:lnTo>
                      <a:pt x="1" y="0"/>
                    </a:lnTo>
                    <a:lnTo>
                      <a:pt x="0" y="0"/>
                    </a:lnTo>
                    <a:lnTo>
                      <a:pt x="0" y="2"/>
                    </a:lnTo>
                    <a:lnTo>
                      <a:pt x="1" y="2"/>
                    </a:lnTo>
                    <a:lnTo>
                      <a:pt x="5" y="2"/>
                    </a:lnTo>
                    <a:lnTo>
                      <a:pt x="5" y="4"/>
                    </a:lnTo>
                    <a:lnTo>
                      <a:pt x="7" y="7"/>
                    </a:lnTo>
                    <a:lnTo>
                      <a:pt x="9" y="7"/>
                    </a:lnTo>
                    <a:lnTo>
                      <a:pt x="9" y="9"/>
                    </a:lnTo>
                    <a:lnTo>
                      <a:pt x="12" y="11"/>
                    </a:lnTo>
                    <a:lnTo>
                      <a:pt x="12" y="13"/>
                    </a:lnTo>
                    <a:lnTo>
                      <a:pt x="12" y="18"/>
                    </a:lnTo>
                    <a:lnTo>
                      <a:pt x="12" y="20"/>
                    </a:lnTo>
                    <a:lnTo>
                      <a:pt x="14" y="20"/>
                    </a:lnTo>
                    <a:close/>
                  </a:path>
                </a:pathLst>
              </a:custGeom>
              <a:solidFill>
                <a:srgbClr val="808050"/>
              </a:solidFill>
              <a:ln>
                <a:noFill/>
                <a:round/>
              </a:ln>
            </p:spPr>
          </p:sp>
          <p:sp>
            <p:nvSpPr>
              <p:cNvPr id="95380" name=""/>
              <p:cNvSpPr/>
              <p:nvPr/>
            </p:nvSpPr>
            <p:spPr>
              <a:xfrm>
                <a:off x="3717" y="2226"/>
                <a:ext cx="2" cy="5"/>
              </a:xfrm>
              <a:prstGeom prst="rect">
                <a:avLst/>
              </a:prstGeom>
              <a:solidFill>
                <a:srgbClr val="808050"/>
              </a:solidFill>
              <a:ln>
                <a:noFill/>
                <a:miter lim="800000"/>
              </a:ln>
            </p:spPr>
          </p:sp>
          <p:sp>
            <p:nvSpPr>
              <p:cNvPr id="95381" name=""/>
              <p:cNvSpPr/>
              <p:nvPr/>
            </p:nvSpPr>
            <p:spPr>
              <a:xfrm>
                <a:off x="3712" y="2228"/>
                <a:ext cx="7" cy="10"/>
              </a:xfrm>
              <a:custGeom>
                <a:pathLst>
                  <a:path w="14" h="20">
                    <a:moveTo>
                      <a:pt x="0" y="20"/>
                    </a:moveTo>
                    <a:lnTo>
                      <a:pt x="1" y="20"/>
                    </a:lnTo>
                    <a:lnTo>
                      <a:pt x="5" y="20"/>
                    </a:lnTo>
                    <a:lnTo>
                      <a:pt x="5" y="18"/>
                    </a:lnTo>
                    <a:lnTo>
                      <a:pt x="7" y="18"/>
                    </a:lnTo>
                    <a:lnTo>
                      <a:pt x="9" y="16"/>
                    </a:lnTo>
                    <a:lnTo>
                      <a:pt x="12" y="13"/>
                    </a:lnTo>
                    <a:lnTo>
                      <a:pt x="12" y="11"/>
                    </a:lnTo>
                    <a:lnTo>
                      <a:pt x="14" y="9"/>
                    </a:lnTo>
                    <a:lnTo>
                      <a:pt x="14" y="2"/>
                    </a:lnTo>
                    <a:lnTo>
                      <a:pt x="14" y="0"/>
                    </a:lnTo>
                    <a:lnTo>
                      <a:pt x="12" y="0"/>
                    </a:lnTo>
                    <a:lnTo>
                      <a:pt x="12" y="2"/>
                    </a:lnTo>
                    <a:lnTo>
                      <a:pt x="12" y="7"/>
                    </a:lnTo>
                    <a:lnTo>
                      <a:pt x="12" y="9"/>
                    </a:lnTo>
                    <a:lnTo>
                      <a:pt x="9" y="11"/>
                    </a:lnTo>
                    <a:lnTo>
                      <a:pt x="9" y="13"/>
                    </a:lnTo>
                    <a:lnTo>
                      <a:pt x="7" y="13"/>
                    </a:lnTo>
                    <a:lnTo>
                      <a:pt x="7" y="16"/>
                    </a:lnTo>
                    <a:lnTo>
                      <a:pt x="5" y="16"/>
                    </a:lnTo>
                    <a:lnTo>
                      <a:pt x="5" y="18"/>
                    </a:lnTo>
                    <a:lnTo>
                      <a:pt x="1" y="18"/>
                    </a:lnTo>
                    <a:lnTo>
                      <a:pt x="0" y="18"/>
                    </a:lnTo>
                    <a:lnTo>
                      <a:pt x="0" y="20"/>
                    </a:lnTo>
                    <a:close/>
                  </a:path>
                </a:pathLst>
              </a:custGeom>
              <a:solidFill>
                <a:srgbClr val="808050"/>
              </a:solidFill>
              <a:ln>
                <a:noFill/>
                <a:round/>
              </a:ln>
            </p:spPr>
          </p:sp>
          <p:sp>
            <p:nvSpPr>
              <p:cNvPr id="95382" name=""/>
              <p:cNvSpPr/>
              <p:nvPr/>
            </p:nvSpPr>
            <p:spPr>
              <a:xfrm>
                <a:off x="3706" y="2234"/>
                <a:ext cx="8" cy="4"/>
              </a:xfrm>
              <a:prstGeom prst="rect">
                <a:avLst/>
              </a:prstGeom>
              <a:solidFill>
                <a:srgbClr val="808050"/>
              </a:solidFill>
              <a:ln>
                <a:noFill/>
                <a:miter lim="800000"/>
              </a:ln>
            </p:spPr>
          </p:sp>
          <p:sp>
            <p:nvSpPr>
              <p:cNvPr id="95383" name=""/>
              <p:cNvSpPr/>
              <p:nvPr/>
            </p:nvSpPr>
            <p:spPr>
              <a:xfrm>
                <a:off x="3697" y="2234"/>
                <a:ext cx="12" cy="4"/>
              </a:xfrm>
              <a:custGeom>
                <a:pathLst>
                  <a:path w="23" h="9">
                    <a:moveTo>
                      <a:pt x="0" y="0"/>
                    </a:moveTo>
                    <a:lnTo>
                      <a:pt x="0" y="9"/>
                    </a:lnTo>
                    <a:lnTo>
                      <a:pt x="23" y="9"/>
                    </a:lnTo>
                    <a:lnTo>
                      <a:pt x="23" y="0"/>
                    </a:lnTo>
                    <a:lnTo>
                      <a:pt x="0" y="0"/>
                    </a:lnTo>
                    <a:lnTo>
                      <a:pt x="2" y="0"/>
                    </a:lnTo>
                    <a:lnTo>
                      <a:pt x="0" y="0"/>
                    </a:lnTo>
                    <a:lnTo>
                      <a:pt x="0" y="9"/>
                    </a:lnTo>
                    <a:lnTo>
                      <a:pt x="0" y="0"/>
                    </a:lnTo>
                    <a:close/>
                  </a:path>
                </a:pathLst>
              </a:custGeom>
              <a:solidFill>
                <a:srgbClr val="808050"/>
              </a:solidFill>
              <a:ln>
                <a:noFill/>
                <a:round/>
              </a:ln>
            </p:spPr>
          </p:sp>
          <p:sp>
            <p:nvSpPr>
              <p:cNvPr id="95384" name=""/>
              <p:cNvSpPr/>
              <p:nvPr/>
            </p:nvSpPr>
            <p:spPr>
              <a:xfrm>
                <a:off x="3696" y="2219"/>
                <a:ext cx="4" cy="18"/>
              </a:xfrm>
              <a:custGeom>
                <a:pathLst>
                  <a:path w="9" h="36">
                    <a:moveTo>
                      <a:pt x="6" y="0"/>
                    </a:moveTo>
                    <a:lnTo>
                      <a:pt x="0" y="0"/>
                    </a:lnTo>
                    <a:lnTo>
                      <a:pt x="6" y="36"/>
                    </a:lnTo>
                    <a:lnTo>
                      <a:pt x="9" y="36"/>
                    </a:lnTo>
                    <a:lnTo>
                      <a:pt x="6" y="0"/>
                    </a:lnTo>
                    <a:lnTo>
                      <a:pt x="6" y="2"/>
                    </a:lnTo>
                    <a:lnTo>
                      <a:pt x="6" y="0"/>
                    </a:lnTo>
                    <a:lnTo>
                      <a:pt x="0" y="0"/>
                    </a:lnTo>
                    <a:lnTo>
                      <a:pt x="6" y="0"/>
                    </a:lnTo>
                    <a:close/>
                  </a:path>
                </a:pathLst>
              </a:custGeom>
              <a:solidFill>
                <a:srgbClr val="808050"/>
              </a:solidFill>
              <a:ln>
                <a:noFill/>
                <a:round/>
              </a:ln>
            </p:spPr>
          </p:sp>
          <p:sp>
            <p:nvSpPr>
              <p:cNvPr id="95385" name=""/>
              <p:cNvSpPr/>
              <p:nvPr/>
            </p:nvSpPr>
            <p:spPr>
              <a:xfrm>
                <a:off x="3697" y="2219"/>
                <a:ext cx="12" cy="4"/>
              </a:xfrm>
              <a:custGeom>
                <a:pathLst>
                  <a:path w="23" h="7">
                    <a:moveTo>
                      <a:pt x="23" y="0"/>
                    </a:moveTo>
                    <a:lnTo>
                      <a:pt x="0" y="0"/>
                    </a:lnTo>
                    <a:lnTo>
                      <a:pt x="23" y="7"/>
                    </a:lnTo>
                    <a:lnTo>
                      <a:pt x="23" y="0"/>
                    </a:lnTo>
                    <a:close/>
                  </a:path>
                </a:pathLst>
              </a:custGeom>
              <a:solidFill>
                <a:srgbClr val="808050"/>
              </a:solidFill>
              <a:ln>
                <a:noFill/>
                <a:round/>
              </a:ln>
            </p:spPr>
          </p:sp>
          <p:sp>
            <p:nvSpPr>
              <p:cNvPr id="95386" name=""/>
              <p:cNvSpPr/>
              <p:nvPr/>
            </p:nvSpPr>
            <p:spPr>
              <a:xfrm>
                <a:off x="3705" y="2222"/>
                <a:ext cx="10" cy="15"/>
              </a:xfrm>
              <a:custGeom>
                <a:pathLst>
                  <a:path w="22" h="31">
                    <a:moveTo>
                      <a:pt x="13" y="0"/>
                    </a:moveTo>
                    <a:lnTo>
                      <a:pt x="0" y="27"/>
                    </a:lnTo>
                    <a:lnTo>
                      <a:pt x="0" y="31"/>
                    </a:lnTo>
                    <a:lnTo>
                      <a:pt x="7" y="31"/>
                    </a:lnTo>
                    <a:lnTo>
                      <a:pt x="7" y="27"/>
                    </a:lnTo>
                    <a:lnTo>
                      <a:pt x="22" y="0"/>
                    </a:lnTo>
                    <a:lnTo>
                      <a:pt x="13" y="0"/>
                    </a:lnTo>
                    <a:close/>
                  </a:path>
                </a:pathLst>
              </a:custGeom>
              <a:solidFill>
                <a:srgbClr val="E0E0B0"/>
              </a:solidFill>
              <a:ln>
                <a:noFill/>
                <a:round/>
              </a:ln>
            </p:spPr>
          </p:sp>
          <p:sp>
            <p:nvSpPr>
              <p:cNvPr id="95387" name=""/>
              <p:cNvSpPr/>
              <p:nvPr/>
            </p:nvSpPr>
            <p:spPr>
              <a:xfrm>
                <a:off x="3708" y="2222"/>
                <a:ext cx="10" cy="15"/>
              </a:xfrm>
              <a:custGeom>
                <a:pathLst>
                  <a:path w="20" h="31">
                    <a:moveTo>
                      <a:pt x="13" y="0"/>
                    </a:moveTo>
                    <a:lnTo>
                      <a:pt x="0" y="29"/>
                    </a:lnTo>
                    <a:lnTo>
                      <a:pt x="2" y="31"/>
                    </a:lnTo>
                    <a:lnTo>
                      <a:pt x="11" y="31"/>
                    </a:lnTo>
                    <a:lnTo>
                      <a:pt x="11" y="29"/>
                    </a:lnTo>
                    <a:lnTo>
                      <a:pt x="20" y="11"/>
                    </a:lnTo>
                    <a:lnTo>
                      <a:pt x="20" y="9"/>
                    </a:lnTo>
                    <a:lnTo>
                      <a:pt x="18" y="6"/>
                    </a:lnTo>
                    <a:lnTo>
                      <a:pt x="18" y="4"/>
                    </a:lnTo>
                    <a:lnTo>
                      <a:pt x="13" y="0"/>
                    </a:lnTo>
                    <a:close/>
                  </a:path>
                </a:pathLst>
              </a:custGeom>
              <a:solidFill>
                <a:srgbClr val="E0E0B0"/>
              </a:solidFill>
              <a:ln>
                <a:noFill/>
                <a:round/>
              </a:ln>
            </p:spPr>
          </p:sp>
          <p:sp>
            <p:nvSpPr>
              <p:cNvPr id="95388" name=""/>
              <p:cNvSpPr/>
              <p:nvPr/>
            </p:nvSpPr>
            <p:spPr>
              <a:xfrm>
                <a:off x="3711" y="2228"/>
                <a:ext cx="6" cy="6"/>
              </a:xfrm>
              <a:custGeom>
                <a:pathLst>
                  <a:path w="12" h="11">
                    <a:moveTo>
                      <a:pt x="12" y="0"/>
                    </a:moveTo>
                    <a:lnTo>
                      <a:pt x="12" y="4"/>
                    </a:lnTo>
                    <a:lnTo>
                      <a:pt x="12" y="4"/>
                    </a:lnTo>
                    <a:lnTo>
                      <a:pt x="11" y="7"/>
                    </a:lnTo>
                    <a:lnTo>
                      <a:pt x="9" y="9"/>
                    </a:lnTo>
                    <a:lnTo>
                      <a:pt x="3" y="11"/>
                    </a:lnTo>
                    <a:lnTo>
                      <a:pt x="0" y="11"/>
                    </a:lnTo>
                  </a:path>
                </a:pathLst>
              </a:custGeom>
              <a:noFill/>
              <a:ln w="11113">
                <a:solidFill>
                  <a:srgbClr val="F0E0C0"/>
                </a:solidFill>
                <a:prstDash val="solid"/>
                <a:round/>
              </a:ln>
            </p:spPr>
          </p:sp>
          <p:sp>
            <p:nvSpPr>
              <p:cNvPr id="95389" name=""/>
              <p:cNvSpPr/>
              <p:nvPr/>
            </p:nvSpPr>
            <p:spPr>
              <a:xfrm>
                <a:off x="3699" y="2220"/>
                <a:ext cx="15" cy="3"/>
              </a:xfrm>
              <a:custGeom>
                <a:pathLst>
                  <a:path w="28" h="5">
                    <a:moveTo>
                      <a:pt x="0" y="0"/>
                    </a:moveTo>
                    <a:lnTo>
                      <a:pt x="21" y="0"/>
                    </a:lnTo>
                    <a:lnTo>
                      <a:pt x="25" y="0"/>
                    </a:lnTo>
                    <a:lnTo>
                      <a:pt x="28" y="5"/>
                    </a:lnTo>
                  </a:path>
                </a:pathLst>
              </a:custGeom>
              <a:noFill/>
              <a:ln w="11113">
                <a:solidFill>
                  <a:srgbClr val="F0E0C0"/>
                </a:solidFill>
                <a:prstDash val="solid"/>
                <a:round/>
              </a:ln>
            </p:spPr>
          </p:sp>
          <p:sp>
            <p:nvSpPr>
              <p:cNvPr id="95390" name=""/>
              <p:cNvSpPr/>
              <p:nvPr/>
            </p:nvSpPr>
            <p:spPr>
              <a:xfrm>
                <a:off x="3698" y="2222"/>
                <a:ext cx="4" cy="15"/>
              </a:xfrm>
              <a:custGeom>
                <a:pathLst>
                  <a:path w="7" h="31">
                    <a:moveTo>
                      <a:pt x="3" y="0"/>
                    </a:moveTo>
                    <a:lnTo>
                      <a:pt x="7" y="4"/>
                    </a:lnTo>
                    <a:lnTo>
                      <a:pt x="7" y="17"/>
                    </a:lnTo>
                    <a:lnTo>
                      <a:pt x="7" y="27"/>
                    </a:lnTo>
                    <a:lnTo>
                      <a:pt x="3" y="31"/>
                    </a:lnTo>
                    <a:lnTo>
                      <a:pt x="0" y="22"/>
                    </a:lnTo>
                    <a:lnTo>
                      <a:pt x="0" y="17"/>
                    </a:lnTo>
                    <a:lnTo>
                      <a:pt x="0" y="4"/>
                    </a:lnTo>
                    <a:lnTo>
                      <a:pt x="3" y="2"/>
                    </a:lnTo>
                    <a:lnTo>
                      <a:pt x="3" y="0"/>
                    </a:lnTo>
                    <a:close/>
                  </a:path>
                </a:pathLst>
              </a:custGeom>
              <a:solidFill>
                <a:srgbClr val="706040"/>
              </a:solidFill>
              <a:ln>
                <a:noFill/>
                <a:round/>
              </a:ln>
            </p:spPr>
          </p:sp>
          <p:sp>
            <p:nvSpPr>
              <p:cNvPr id="95391" name=""/>
              <p:cNvSpPr/>
              <p:nvPr/>
            </p:nvSpPr>
            <p:spPr>
              <a:xfrm>
                <a:off x="3698" y="2222"/>
                <a:ext cx="12" cy="15"/>
              </a:xfrm>
              <a:custGeom>
                <a:pathLst>
                  <a:path w="23" h="31">
                    <a:moveTo>
                      <a:pt x="14" y="0"/>
                    </a:moveTo>
                    <a:lnTo>
                      <a:pt x="0" y="26"/>
                    </a:lnTo>
                    <a:lnTo>
                      <a:pt x="2" y="31"/>
                    </a:lnTo>
                    <a:lnTo>
                      <a:pt x="12" y="31"/>
                    </a:lnTo>
                    <a:lnTo>
                      <a:pt x="12" y="27"/>
                    </a:lnTo>
                    <a:lnTo>
                      <a:pt x="23" y="0"/>
                    </a:lnTo>
                    <a:lnTo>
                      <a:pt x="14" y="0"/>
                    </a:lnTo>
                    <a:close/>
                  </a:path>
                </a:pathLst>
              </a:custGeom>
              <a:solidFill>
                <a:srgbClr val="E0E0B0"/>
              </a:solidFill>
              <a:ln>
                <a:noFill/>
                <a:round/>
              </a:ln>
            </p:spPr>
          </p:sp>
        </p:grpSp>
        <p:pic>
          <p:nvPicPr>
            <p:cNvPr id="95393" name=""/>
            <p:cNvPicPr/>
            <p:nvPr/>
          </p:nvPicPr>
          <p:blipFill>
            <a:blip r:embed="rId5"/>
            <a:stretch>
              <a:fillRect/>
            </a:stretch>
          </p:blipFill>
          <p:spPr>
            <a:xfrm>
              <a:off x="3637" y="2223"/>
              <a:ext cx="69" cy="14"/>
            </a:xfrm>
            <a:prstGeom prst="rect">
              <a:avLst/>
            </a:prstGeom>
            <a:noFill/>
            <a:ln>
              <a:noFill/>
              <a:miter lim="800000"/>
            </a:ln>
          </p:spPr>
        </p:pic>
      </p:grpSp>
      <p:grpSp>
        <p:nvGrpSpPr>
          <p:cNvPr id="95537" name=""/>
          <p:cNvGrpSpPr/>
          <p:nvPr/>
        </p:nvGrpSpPr>
        <p:grpSpPr>
          <a:xfrm>
            <a:off x="6067425" y="3629025"/>
            <a:ext cx="303213" cy="619125"/>
            <a:chOff x="3822" y="2286"/>
            <a:chExt cx="191" cy="390"/>
          </a:xfrm>
        </p:grpSpPr>
        <p:grpSp>
          <p:nvGrpSpPr>
            <p:cNvPr id="95535" name=""/>
            <p:cNvGrpSpPr/>
            <p:nvPr/>
          </p:nvGrpSpPr>
          <p:grpSpPr>
            <a:xfrm>
              <a:off x="3822" y="2286"/>
              <a:ext cx="191" cy="390"/>
              <a:chOff x="3822" y="2286"/>
              <a:chExt cx="191" cy="390"/>
            </a:xfrm>
          </p:grpSpPr>
          <p:sp>
            <p:nvSpPr>
              <p:cNvPr id="95395" name=""/>
              <p:cNvSpPr/>
              <p:nvPr/>
            </p:nvSpPr>
            <p:spPr>
              <a:xfrm>
                <a:off x="3851" y="2456"/>
                <a:ext cx="131" cy="214"/>
              </a:xfrm>
              <a:custGeom>
                <a:pathLst>
                  <a:path w="263" h="427">
                    <a:moveTo>
                      <a:pt x="6" y="0"/>
                    </a:moveTo>
                    <a:lnTo>
                      <a:pt x="258" y="0"/>
                    </a:lnTo>
                    <a:lnTo>
                      <a:pt x="260" y="0"/>
                    </a:lnTo>
                    <a:lnTo>
                      <a:pt x="263" y="4"/>
                    </a:lnTo>
                    <a:lnTo>
                      <a:pt x="263" y="6"/>
                    </a:lnTo>
                    <a:lnTo>
                      <a:pt x="263" y="422"/>
                    </a:lnTo>
                    <a:lnTo>
                      <a:pt x="263" y="424"/>
                    </a:lnTo>
                    <a:lnTo>
                      <a:pt x="260" y="425"/>
                    </a:lnTo>
                    <a:lnTo>
                      <a:pt x="258" y="427"/>
                    </a:lnTo>
                    <a:lnTo>
                      <a:pt x="6" y="427"/>
                    </a:lnTo>
                    <a:lnTo>
                      <a:pt x="2" y="425"/>
                    </a:lnTo>
                    <a:lnTo>
                      <a:pt x="0" y="424"/>
                    </a:lnTo>
                    <a:lnTo>
                      <a:pt x="0" y="422"/>
                    </a:lnTo>
                    <a:lnTo>
                      <a:pt x="0" y="6"/>
                    </a:lnTo>
                    <a:lnTo>
                      <a:pt x="0" y="4"/>
                    </a:lnTo>
                    <a:lnTo>
                      <a:pt x="2" y="0"/>
                    </a:lnTo>
                    <a:lnTo>
                      <a:pt x="6" y="0"/>
                    </a:lnTo>
                    <a:close/>
                  </a:path>
                </a:pathLst>
              </a:custGeom>
              <a:solidFill>
                <a:srgbClr val="F0E0C0"/>
              </a:solidFill>
              <a:ln>
                <a:noFill/>
                <a:round/>
              </a:ln>
            </p:spPr>
          </p:sp>
          <p:sp>
            <p:nvSpPr>
              <p:cNvPr id="95396" name=""/>
              <p:cNvSpPr/>
              <p:nvPr/>
            </p:nvSpPr>
            <p:spPr>
              <a:xfrm>
                <a:off x="3851" y="2634"/>
                <a:ext cx="131" cy="7"/>
              </a:xfrm>
              <a:prstGeom prst="rect">
                <a:avLst/>
              </a:prstGeom>
              <a:solidFill>
                <a:srgbClr val="A0A080"/>
              </a:solidFill>
              <a:ln>
                <a:noFill/>
                <a:miter lim="800000"/>
              </a:ln>
            </p:spPr>
          </p:sp>
          <p:sp>
            <p:nvSpPr>
              <p:cNvPr id="95397" name=""/>
              <p:cNvSpPr/>
              <p:nvPr/>
            </p:nvSpPr>
            <p:spPr>
              <a:xfrm>
                <a:off x="3851" y="2629"/>
                <a:ext cx="131" cy="5"/>
              </a:xfrm>
              <a:prstGeom prst="rect">
                <a:avLst/>
              </a:prstGeom>
              <a:solidFill>
                <a:srgbClr val="A0A080"/>
              </a:solidFill>
              <a:ln>
                <a:noFill/>
                <a:miter lim="800000"/>
              </a:ln>
            </p:spPr>
          </p:sp>
          <p:sp>
            <p:nvSpPr>
              <p:cNvPr id="95398" name=""/>
              <p:cNvSpPr/>
              <p:nvPr/>
            </p:nvSpPr>
            <p:spPr>
              <a:xfrm>
                <a:off x="3851" y="2624"/>
                <a:ext cx="131" cy="4"/>
              </a:xfrm>
              <a:prstGeom prst="rect">
                <a:avLst/>
              </a:prstGeom>
              <a:solidFill>
                <a:srgbClr val="404040"/>
              </a:solidFill>
              <a:ln>
                <a:noFill/>
                <a:miter lim="800000"/>
              </a:ln>
            </p:spPr>
          </p:sp>
          <p:sp>
            <p:nvSpPr>
              <p:cNvPr id="95399" name=""/>
              <p:cNvSpPr/>
              <p:nvPr/>
            </p:nvSpPr>
            <p:spPr>
              <a:xfrm>
                <a:off x="3851" y="2624"/>
                <a:ext cx="131" cy="4"/>
              </a:xfrm>
              <a:prstGeom prst="rect">
                <a:avLst/>
              </a:prstGeom>
              <a:solidFill>
                <a:srgbClr val="A0A080"/>
              </a:solidFill>
              <a:ln>
                <a:noFill/>
                <a:miter lim="800000"/>
              </a:ln>
            </p:spPr>
          </p:sp>
          <p:sp>
            <p:nvSpPr>
              <p:cNvPr id="95400" name=""/>
              <p:cNvSpPr/>
              <p:nvPr/>
            </p:nvSpPr>
            <p:spPr>
              <a:xfrm>
                <a:off x="3851" y="2616"/>
                <a:ext cx="131" cy="5"/>
              </a:xfrm>
              <a:prstGeom prst="rect">
                <a:avLst/>
              </a:prstGeom>
              <a:solidFill>
                <a:srgbClr val="A0A080"/>
              </a:solidFill>
              <a:ln>
                <a:noFill/>
                <a:miter lim="800000"/>
              </a:ln>
            </p:spPr>
          </p:sp>
          <p:sp>
            <p:nvSpPr>
              <p:cNvPr id="95401" name=""/>
              <p:cNvSpPr/>
              <p:nvPr/>
            </p:nvSpPr>
            <p:spPr>
              <a:xfrm>
                <a:off x="3851" y="2611"/>
                <a:ext cx="131" cy="4"/>
              </a:xfrm>
              <a:prstGeom prst="rect">
                <a:avLst/>
              </a:prstGeom>
              <a:solidFill>
                <a:srgbClr val="A0A080"/>
              </a:solidFill>
              <a:ln>
                <a:noFill/>
                <a:miter lim="800000"/>
              </a:ln>
            </p:spPr>
          </p:sp>
          <p:sp>
            <p:nvSpPr>
              <p:cNvPr id="95402" name=""/>
              <p:cNvSpPr/>
              <p:nvPr/>
            </p:nvSpPr>
            <p:spPr>
              <a:xfrm>
                <a:off x="3851" y="2604"/>
                <a:ext cx="131" cy="4"/>
              </a:xfrm>
              <a:prstGeom prst="rect">
                <a:avLst/>
              </a:prstGeom>
              <a:solidFill>
                <a:srgbClr val="A0A080"/>
              </a:solidFill>
              <a:ln>
                <a:noFill/>
                <a:miter lim="800000"/>
              </a:ln>
            </p:spPr>
          </p:sp>
          <p:sp>
            <p:nvSpPr>
              <p:cNvPr id="95403" name=""/>
              <p:cNvSpPr/>
              <p:nvPr/>
            </p:nvSpPr>
            <p:spPr>
              <a:xfrm>
                <a:off x="3851" y="2598"/>
                <a:ext cx="131" cy="3"/>
              </a:xfrm>
              <a:prstGeom prst="rect">
                <a:avLst/>
              </a:prstGeom>
              <a:solidFill>
                <a:srgbClr val="A0A080"/>
              </a:solidFill>
              <a:ln>
                <a:noFill/>
                <a:miter lim="800000"/>
              </a:ln>
            </p:spPr>
          </p:sp>
          <p:sp>
            <p:nvSpPr>
              <p:cNvPr id="95404" name=""/>
              <p:cNvSpPr/>
              <p:nvPr/>
            </p:nvSpPr>
            <p:spPr>
              <a:xfrm>
                <a:off x="3851" y="2590"/>
                <a:ext cx="131" cy="5"/>
              </a:xfrm>
              <a:prstGeom prst="rect">
                <a:avLst/>
              </a:prstGeom>
              <a:solidFill>
                <a:srgbClr val="A0A080"/>
              </a:solidFill>
              <a:ln>
                <a:noFill/>
                <a:miter lim="800000"/>
              </a:ln>
            </p:spPr>
          </p:sp>
          <p:sp>
            <p:nvSpPr>
              <p:cNvPr id="95405" name=""/>
              <p:cNvSpPr/>
              <p:nvPr/>
            </p:nvSpPr>
            <p:spPr>
              <a:xfrm>
                <a:off x="3851" y="2584"/>
                <a:ext cx="131" cy="5"/>
              </a:xfrm>
              <a:prstGeom prst="rect">
                <a:avLst/>
              </a:prstGeom>
              <a:solidFill>
                <a:srgbClr val="A0A080"/>
              </a:solidFill>
              <a:ln>
                <a:noFill/>
                <a:miter lim="800000"/>
              </a:ln>
            </p:spPr>
          </p:sp>
          <p:sp>
            <p:nvSpPr>
              <p:cNvPr id="95406" name=""/>
              <p:cNvSpPr/>
              <p:nvPr/>
            </p:nvSpPr>
            <p:spPr>
              <a:xfrm>
                <a:off x="3851" y="2577"/>
                <a:ext cx="131" cy="4"/>
              </a:xfrm>
              <a:prstGeom prst="rect">
                <a:avLst/>
              </a:prstGeom>
              <a:solidFill>
                <a:srgbClr val="A0A080"/>
              </a:solidFill>
              <a:ln>
                <a:noFill/>
                <a:miter lim="800000"/>
              </a:ln>
            </p:spPr>
          </p:sp>
          <p:sp>
            <p:nvSpPr>
              <p:cNvPr id="95407" name=""/>
              <p:cNvSpPr/>
              <p:nvPr/>
            </p:nvSpPr>
            <p:spPr>
              <a:xfrm>
                <a:off x="3851" y="2571"/>
                <a:ext cx="131" cy="5"/>
              </a:xfrm>
              <a:prstGeom prst="rect">
                <a:avLst/>
              </a:prstGeom>
              <a:solidFill>
                <a:srgbClr val="A0A080"/>
              </a:solidFill>
              <a:ln>
                <a:noFill/>
                <a:miter lim="800000"/>
              </a:ln>
            </p:spPr>
          </p:sp>
          <p:sp>
            <p:nvSpPr>
              <p:cNvPr id="95408" name=""/>
              <p:cNvSpPr/>
              <p:nvPr/>
            </p:nvSpPr>
            <p:spPr>
              <a:xfrm>
                <a:off x="3851" y="2566"/>
                <a:ext cx="131" cy="3"/>
              </a:xfrm>
              <a:prstGeom prst="rect">
                <a:avLst/>
              </a:prstGeom>
              <a:solidFill>
                <a:srgbClr val="A0A080"/>
              </a:solidFill>
              <a:ln>
                <a:noFill/>
                <a:miter lim="800000"/>
              </a:ln>
            </p:spPr>
          </p:sp>
          <p:sp>
            <p:nvSpPr>
              <p:cNvPr id="95409" name=""/>
              <p:cNvSpPr/>
              <p:nvPr/>
            </p:nvSpPr>
            <p:spPr>
              <a:xfrm>
                <a:off x="3851" y="2559"/>
                <a:ext cx="131" cy="3"/>
              </a:xfrm>
              <a:prstGeom prst="rect">
                <a:avLst/>
              </a:prstGeom>
              <a:solidFill>
                <a:srgbClr val="A0A080"/>
              </a:solidFill>
              <a:ln>
                <a:noFill/>
                <a:miter lim="800000"/>
              </a:ln>
            </p:spPr>
          </p:sp>
          <p:sp>
            <p:nvSpPr>
              <p:cNvPr id="95410" name=""/>
              <p:cNvSpPr/>
              <p:nvPr/>
            </p:nvSpPr>
            <p:spPr>
              <a:xfrm>
                <a:off x="3851" y="2552"/>
                <a:ext cx="131" cy="3"/>
              </a:xfrm>
              <a:prstGeom prst="rect">
                <a:avLst/>
              </a:prstGeom>
              <a:solidFill>
                <a:srgbClr val="A0A080"/>
              </a:solidFill>
              <a:ln>
                <a:noFill/>
                <a:miter lim="800000"/>
              </a:ln>
            </p:spPr>
          </p:sp>
          <p:sp>
            <p:nvSpPr>
              <p:cNvPr id="95411" name=""/>
              <p:cNvSpPr/>
              <p:nvPr/>
            </p:nvSpPr>
            <p:spPr>
              <a:xfrm>
                <a:off x="3851" y="2545"/>
                <a:ext cx="131" cy="4"/>
              </a:xfrm>
              <a:prstGeom prst="rect">
                <a:avLst/>
              </a:prstGeom>
              <a:solidFill>
                <a:srgbClr val="A0A080"/>
              </a:solidFill>
              <a:ln>
                <a:noFill/>
                <a:miter lim="800000"/>
              </a:ln>
            </p:spPr>
          </p:sp>
          <p:sp>
            <p:nvSpPr>
              <p:cNvPr id="95412" name=""/>
              <p:cNvSpPr/>
              <p:nvPr/>
            </p:nvSpPr>
            <p:spPr>
              <a:xfrm>
                <a:off x="3851" y="2538"/>
                <a:ext cx="131" cy="5"/>
              </a:xfrm>
              <a:prstGeom prst="rect">
                <a:avLst/>
              </a:prstGeom>
              <a:solidFill>
                <a:srgbClr val="A0A080"/>
              </a:solidFill>
              <a:ln>
                <a:noFill/>
                <a:miter lim="800000"/>
              </a:ln>
            </p:spPr>
          </p:sp>
          <p:sp>
            <p:nvSpPr>
              <p:cNvPr id="95413" name=""/>
              <p:cNvSpPr/>
              <p:nvPr/>
            </p:nvSpPr>
            <p:spPr>
              <a:xfrm>
                <a:off x="3822" y="2654"/>
                <a:ext cx="96" cy="22"/>
              </a:xfrm>
              <a:custGeom>
                <a:pathLst>
                  <a:path w="192" h="43">
                    <a:moveTo>
                      <a:pt x="61" y="0"/>
                    </a:moveTo>
                    <a:lnTo>
                      <a:pt x="54" y="0"/>
                    </a:lnTo>
                    <a:lnTo>
                      <a:pt x="54" y="19"/>
                    </a:lnTo>
                    <a:lnTo>
                      <a:pt x="0" y="36"/>
                    </a:lnTo>
                    <a:lnTo>
                      <a:pt x="0" y="43"/>
                    </a:lnTo>
                    <a:lnTo>
                      <a:pt x="192" y="43"/>
                    </a:lnTo>
                    <a:lnTo>
                      <a:pt x="192" y="30"/>
                    </a:lnTo>
                    <a:lnTo>
                      <a:pt x="61" y="30"/>
                    </a:lnTo>
                    <a:lnTo>
                      <a:pt x="61" y="0"/>
                    </a:lnTo>
                    <a:close/>
                  </a:path>
                </a:pathLst>
              </a:custGeom>
              <a:solidFill>
                <a:srgbClr val="808060"/>
              </a:solidFill>
              <a:ln>
                <a:noFill/>
                <a:round/>
              </a:ln>
            </p:spPr>
          </p:sp>
          <p:sp>
            <p:nvSpPr>
              <p:cNvPr id="95414" name=""/>
              <p:cNvSpPr/>
              <p:nvPr/>
            </p:nvSpPr>
            <p:spPr>
              <a:xfrm>
                <a:off x="3918" y="2654"/>
                <a:ext cx="95" cy="22"/>
              </a:xfrm>
              <a:custGeom>
                <a:pathLst>
                  <a:path w="189" h="43">
                    <a:moveTo>
                      <a:pt x="128" y="0"/>
                    </a:moveTo>
                    <a:lnTo>
                      <a:pt x="137" y="0"/>
                    </a:lnTo>
                    <a:lnTo>
                      <a:pt x="137" y="19"/>
                    </a:lnTo>
                    <a:lnTo>
                      <a:pt x="189" y="36"/>
                    </a:lnTo>
                    <a:lnTo>
                      <a:pt x="189" y="43"/>
                    </a:lnTo>
                    <a:lnTo>
                      <a:pt x="0" y="43"/>
                    </a:lnTo>
                    <a:lnTo>
                      <a:pt x="0" y="30"/>
                    </a:lnTo>
                    <a:lnTo>
                      <a:pt x="128" y="30"/>
                    </a:lnTo>
                    <a:lnTo>
                      <a:pt x="128" y="0"/>
                    </a:lnTo>
                    <a:close/>
                  </a:path>
                </a:pathLst>
              </a:custGeom>
              <a:solidFill>
                <a:srgbClr val="808060"/>
              </a:solidFill>
              <a:ln>
                <a:noFill/>
                <a:round/>
              </a:ln>
            </p:spPr>
          </p:sp>
          <p:sp>
            <p:nvSpPr>
              <p:cNvPr id="95415" name=""/>
              <p:cNvSpPr/>
              <p:nvPr/>
            </p:nvSpPr>
            <p:spPr>
              <a:xfrm>
                <a:off x="3874" y="2590"/>
                <a:ext cx="85" cy="72"/>
              </a:xfrm>
              <a:custGeom>
                <a:pathLst>
                  <a:path w="170" h="144">
                    <a:moveTo>
                      <a:pt x="0" y="1"/>
                    </a:moveTo>
                    <a:lnTo>
                      <a:pt x="0" y="144"/>
                    </a:lnTo>
                    <a:lnTo>
                      <a:pt x="170" y="144"/>
                    </a:lnTo>
                    <a:lnTo>
                      <a:pt x="170" y="0"/>
                    </a:lnTo>
                  </a:path>
                </a:pathLst>
              </a:custGeom>
              <a:noFill/>
              <a:ln w="11113">
                <a:solidFill>
                  <a:srgbClr val="808060"/>
                </a:solidFill>
                <a:prstDash val="solid"/>
                <a:round/>
              </a:ln>
            </p:spPr>
          </p:sp>
          <p:sp>
            <p:nvSpPr>
              <p:cNvPr id="95416" name=""/>
              <p:cNvSpPr/>
              <p:nvPr/>
            </p:nvSpPr>
            <p:spPr>
              <a:xfrm>
                <a:off x="3851" y="2286"/>
                <a:ext cx="131" cy="160"/>
              </a:xfrm>
              <a:custGeom>
                <a:pathLst>
                  <a:path w="263" h="321">
                    <a:moveTo>
                      <a:pt x="7" y="321"/>
                    </a:moveTo>
                    <a:lnTo>
                      <a:pt x="256" y="321"/>
                    </a:lnTo>
                    <a:lnTo>
                      <a:pt x="260" y="321"/>
                    </a:lnTo>
                    <a:lnTo>
                      <a:pt x="262" y="317"/>
                    </a:lnTo>
                    <a:lnTo>
                      <a:pt x="263" y="315"/>
                    </a:lnTo>
                    <a:lnTo>
                      <a:pt x="263" y="7"/>
                    </a:lnTo>
                    <a:lnTo>
                      <a:pt x="262" y="4"/>
                    </a:lnTo>
                    <a:lnTo>
                      <a:pt x="260" y="2"/>
                    </a:lnTo>
                    <a:lnTo>
                      <a:pt x="258" y="2"/>
                    </a:lnTo>
                    <a:lnTo>
                      <a:pt x="7" y="0"/>
                    </a:lnTo>
                    <a:lnTo>
                      <a:pt x="4" y="2"/>
                    </a:lnTo>
                    <a:lnTo>
                      <a:pt x="2" y="4"/>
                    </a:lnTo>
                    <a:lnTo>
                      <a:pt x="0" y="7"/>
                    </a:lnTo>
                    <a:lnTo>
                      <a:pt x="0" y="315"/>
                    </a:lnTo>
                    <a:lnTo>
                      <a:pt x="0" y="317"/>
                    </a:lnTo>
                    <a:lnTo>
                      <a:pt x="4" y="321"/>
                    </a:lnTo>
                    <a:lnTo>
                      <a:pt x="7" y="321"/>
                    </a:lnTo>
                    <a:close/>
                  </a:path>
                </a:pathLst>
              </a:custGeom>
              <a:solidFill>
                <a:srgbClr val="F0E0C0"/>
              </a:solidFill>
              <a:ln>
                <a:noFill/>
                <a:round/>
              </a:ln>
            </p:spPr>
          </p:sp>
          <p:sp>
            <p:nvSpPr>
              <p:cNvPr id="95417" name=""/>
              <p:cNvSpPr/>
              <p:nvPr/>
            </p:nvSpPr>
            <p:spPr>
              <a:xfrm>
                <a:off x="3863" y="2331"/>
                <a:ext cx="108" cy="101"/>
              </a:xfrm>
              <a:custGeom>
                <a:pathLst>
                  <a:path w="215" h="202">
                    <a:moveTo>
                      <a:pt x="11" y="202"/>
                    </a:moveTo>
                    <a:lnTo>
                      <a:pt x="206" y="202"/>
                    </a:lnTo>
                    <a:lnTo>
                      <a:pt x="208" y="202"/>
                    </a:lnTo>
                    <a:lnTo>
                      <a:pt x="212" y="200"/>
                    </a:lnTo>
                    <a:lnTo>
                      <a:pt x="213" y="198"/>
                    </a:lnTo>
                    <a:lnTo>
                      <a:pt x="215" y="196"/>
                    </a:lnTo>
                    <a:lnTo>
                      <a:pt x="215" y="193"/>
                    </a:lnTo>
                    <a:lnTo>
                      <a:pt x="215" y="9"/>
                    </a:lnTo>
                    <a:lnTo>
                      <a:pt x="215" y="6"/>
                    </a:lnTo>
                    <a:lnTo>
                      <a:pt x="213" y="4"/>
                    </a:lnTo>
                    <a:lnTo>
                      <a:pt x="212" y="0"/>
                    </a:lnTo>
                    <a:lnTo>
                      <a:pt x="208" y="0"/>
                    </a:lnTo>
                    <a:lnTo>
                      <a:pt x="206" y="0"/>
                    </a:lnTo>
                    <a:lnTo>
                      <a:pt x="11" y="0"/>
                    </a:lnTo>
                    <a:lnTo>
                      <a:pt x="7" y="0"/>
                    </a:lnTo>
                    <a:lnTo>
                      <a:pt x="6" y="0"/>
                    </a:lnTo>
                    <a:lnTo>
                      <a:pt x="4" y="4"/>
                    </a:lnTo>
                    <a:lnTo>
                      <a:pt x="2" y="6"/>
                    </a:lnTo>
                    <a:lnTo>
                      <a:pt x="0" y="9"/>
                    </a:lnTo>
                    <a:lnTo>
                      <a:pt x="0" y="193"/>
                    </a:lnTo>
                    <a:lnTo>
                      <a:pt x="2" y="196"/>
                    </a:lnTo>
                    <a:lnTo>
                      <a:pt x="2" y="196"/>
                    </a:lnTo>
                    <a:lnTo>
                      <a:pt x="6" y="200"/>
                    </a:lnTo>
                    <a:lnTo>
                      <a:pt x="7" y="202"/>
                    </a:lnTo>
                    <a:lnTo>
                      <a:pt x="11" y="202"/>
                    </a:lnTo>
                    <a:close/>
                  </a:path>
                </a:pathLst>
              </a:custGeom>
              <a:solidFill>
                <a:srgbClr val="F0E0C0"/>
              </a:solidFill>
              <a:ln>
                <a:noFill/>
                <a:round/>
              </a:ln>
            </p:spPr>
          </p:sp>
          <p:sp>
            <p:nvSpPr>
              <p:cNvPr id="95418" name=""/>
              <p:cNvSpPr/>
              <p:nvPr/>
            </p:nvSpPr>
            <p:spPr>
              <a:xfrm>
                <a:off x="3867" y="2358"/>
                <a:ext cx="98" cy="4"/>
              </a:xfrm>
              <a:prstGeom prst="rect">
                <a:avLst/>
              </a:prstGeom>
              <a:solidFill>
                <a:srgbClr val="505020"/>
              </a:solidFill>
              <a:ln w="11113">
                <a:solidFill>
                  <a:prstClr val="black"/>
                </a:solidFill>
                <a:miter lim="800000"/>
              </a:ln>
            </p:spPr>
          </p:sp>
          <p:sp>
            <p:nvSpPr>
              <p:cNvPr id="95419" name=""/>
              <p:cNvSpPr/>
              <p:nvPr/>
            </p:nvSpPr>
            <p:spPr>
              <a:xfrm>
                <a:off x="3867" y="2386"/>
                <a:ext cx="99" cy="3"/>
              </a:xfrm>
              <a:prstGeom prst="rect">
                <a:avLst/>
              </a:prstGeom>
              <a:solidFill>
                <a:srgbClr val="505020"/>
              </a:solidFill>
              <a:ln w="11113">
                <a:solidFill>
                  <a:prstClr val="black"/>
                </a:solidFill>
                <a:miter lim="800000"/>
              </a:ln>
            </p:spPr>
          </p:sp>
          <p:sp>
            <p:nvSpPr>
              <p:cNvPr id="95420" name=""/>
              <p:cNvSpPr/>
              <p:nvPr/>
            </p:nvSpPr>
            <p:spPr>
              <a:xfrm>
                <a:off x="3865" y="2335"/>
                <a:ext cx="104" cy="28"/>
              </a:xfrm>
              <a:custGeom>
                <a:pathLst>
                  <a:path w="208" h="56">
                    <a:moveTo>
                      <a:pt x="5" y="56"/>
                    </a:moveTo>
                    <a:lnTo>
                      <a:pt x="204" y="56"/>
                    </a:lnTo>
                    <a:lnTo>
                      <a:pt x="206" y="56"/>
                    </a:lnTo>
                    <a:lnTo>
                      <a:pt x="208" y="53"/>
                    </a:lnTo>
                    <a:lnTo>
                      <a:pt x="208" y="6"/>
                    </a:lnTo>
                    <a:lnTo>
                      <a:pt x="208" y="2"/>
                    </a:lnTo>
                    <a:lnTo>
                      <a:pt x="204" y="0"/>
                    </a:lnTo>
                    <a:lnTo>
                      <a:pt x="5" y="0"/>
                    </a:lnTo>
                    <a:lnTo>
                      <a:pt x="2" y="2"/>
                    </a:lnTo>
                    <a:lnTo>
                      <a:pt x="0" y="4"/>
                    </a:lnTo>
                    <a:lnTo>
                      <a:pt x="0" y="53"/>
                    </a:lnTo>
                    <a:lnTo>
                      <a:pt x="2" y="54"/>
                    </a:lnTo>
                    <a:lnTo>
                      <a:pt x="3" y="56"/>
                    </a:lnTo>
                    <a:lnTo>
                      <a:pt x="5" y="56"/>
                    </a:lnTo>
                    <a:close/>
                  </a:path>
                </a:pathLst>
              </a:custGeom>
              <a:solidFill>
                <a:srgbClr val="C0C080"/>
              </a:solidFill>
              <a:ln>
                <a:noFill/>
                <a:round/>
              </a:ln>
            </p:spPr>
          </p:sp>
          <p:sp>
            <p:nvSpPr>
              <p:cNvPr id="95421" name=""/>
              <p:cNvSpPr/>
              <p:nvPr/>
            </p:nvSpPr>
            <p:spPr>
              <a:xfrm>
                <a:off x="3892" y="2336"/>
                <a:ext cx="41" cy="20"/>
              </a:xfrm>
              <a:custGeom>
                <a:pathLst>
                  <a:path w="82" h="42">
                    <a:moveTo>
                      <a:pt x="3" y="0"/>
                    </a:moveTo>
                    <a:lnTo>
                      <a:pt x="78" y="0"/>
                    </a:lnTo>
                    <a:lnTo>
                      <a:pt x="80" y="0"/>
                    </a:lnTo>
                    <a:lnTo>
                      <a:pt x="82" y="4"/>
                    </a:lnTo>
                    <a:lnTo>
                      <a:pt x="82" y="38"/>
                    </a:lnTo>
                    <a:lnTo>
                      <a:pt x="80" y="42"/>
                    </a:lnTo>
                    <a:lnTo>
                      <a:pt x="78" y="42"/>
                    </a:lnTo>
                    <a:lnTo>
                      <a:pt x="3" y="42"/>
                    </a:lnTo>
                    <a:lnTo>
                      <a:pt x="0" y="42"/>
                    </a:lnTo>
                    <a:lnTo>
                      <a:pt x="0" y="38"/>
                    </a:lnTo>
                    <a:lnTo>
                      <a:pt x="0" y="4"/>
                    </a:lnTo>
                    <a:lnTo>
                      <a:pt x="0" y="0"/>
                    </a:lnTo>
                    <a:lnTo>
                      <a:pt x="3" y="0"/>
                    </a:lnTo>
                    <a:close/>
                  </a:path>
                </a:pathLst>
              </a:custGeom>
              <a:solidFill>
                <a:srgbClr val="00DFCA"/>
              </a:solidFill>
              <a:ln>
                <a:noFill/>
                <a:round/>
              </a:ln>
            </p:spPr>
          </p:sp>
          <p:sp>
            <p:nvSpPr>
              <p:cNvPr id="95422" name=""/>
              <p:cNvSpPr/>
              <p:nvPr/>
            </p:nvSpPr>
            <p:spPr>
              <a:xfrm>
                <a:off x="3944" y="2336"/>
                <a:ext cx="13" cy="7"/>
              </a:xfrm>
              <a:custGeom>
                <a:pathLst>
                  <a:path w="27" h="15">
                    <a:moveTo>
                      <a:pt x="4" y="15"/>
                    </a:moveTo>
                    <a:lnTo>
                      <a:pt x="24" y="15"/>
                    </a:lnTo>
                    <a:lnTo>
                      <a:pt x="26" y="11"/>
                    </a:lnTo>
                    <a:lnTo>
                      <a:pt x="27" y="4"/>
                    </a:lnTo>
                    <a:lnTo>
                      <a:pt x="24" y="0"/>
                    </a:lnTo>
                    <a:lnTo>
                      <a:pt x="4" y="0"/>
                    </a:lnTo>
                    <a:lnTo>
                      <a:pt x="2" y="0"/>
                    </a:lnTo>
                    <a:lnTo>
                      <a:pt x="0" y="11"/>
                    </a:lnTo>
                    <a:lnTo>
                      <a:pt x="4" y="15"/>
                    </a:lnTo>
                    <a:close/>
                  </a:path>
                </a:pathLst>
              </a:custGeom>
              <a:solidFill>
                <a:srgbClr val="808050"/>
              </a:solidFill>
              <a:ln>
                <a:noFill/>
                <a:round/>
              </a:ln>
            </p:spPr>
          </p:sp>
          <p:sp>
            <p:nvSpPr>
              <p:cNvPr id="95423" name=""/>
              <p:cNvSpPr/>
              <p:nvPr/>
            </p:nvSpPr>
            <p:spPr>
              <a:xfrm>
                <a:off x="3944" y="2336"/>
                <a:ext cx="13" cy="7"/>
              </a:xfrm>
              <a:custGeom>
                <a:pathLst>
                  <a:path w="27" h="15">
                    <a:moveTo>
                      <a:pt x="2" y="15"/>
                    </a:moveTo>
                    <a:lnTo>
                      <a:pt x="24" y="15"/>
                    </a:lnTo>
                    <a:lnTo>
                      <a:pt x="27" y="11"/>
                    </a:lnTo>
                    <a:lnTo>
                      <a:pt x="27" y="4"/>
                    </a:lnTo>
                    <a:lnTo>
                      <a:pt x="24" y="0"/>
                    </a:lnTo>
                    <a:lnTo>
                      <a:pt x="2" y="0"/>
                    </a:lnTo>
                    <a:lnTo>
                      <a:pt x="0" y="0"/>
                    </a:lnTo>
                    <a:lnTo>
                      <a:pt x="0" y="11"/>
                    </a:lnTo>
                    <a:lnTo>
                      <a:pt x="2" y="15"/>
                    </a:lnTo>
                    <a:close/>
                  </a:path>
                </a:pathLst>
              </a:custGeom>
              <a:solidFill>
                <a:srgbClr val="C0C080"/>
              </a:solidFill>
              <a:ln>
                <a:noFill/>
                <a:round/>
              </a:ln>
            </p:spPr>
          </p:sp>
          <p:sp>
            <p:nvSpPr>
              <p:cNvPr id="95424" name=""/>
              <p:cNvSpPr/>
              <p:nvPr/>
            </p:nvSpPr>
            <p:spPr>
              <a:xfrm>
                <a:off x="3870" y="2342"/>
                <a:ext cx="96" cy="7"/>
              </a:xfrm>
              <a:custGeom>
                <a:pathLst>
                  <a:path w="191" h="14">
                    <a:moveTo>
                      <a:pt x="3" y="14"/>
                    </a:moveTo>
                    <a:lnTo>
                      <a:pt x="188" y="14"/>
                    </a:lnTo>
                    <a:lnTo>
                      <a:pt x="191" y="12"/>
                    </a:lnTo>
                    <a:lnTo>
                      <a:pt x="191" y="9"/>
                    </a:lnTo>
                    <a:lnTo>
                      <a:pt x="191" y="5"/>
                    </a:lnTo>
                    <a:lnTo>
                      <a:pt x="191" y="0"/>
                    </a:lnTo>
                    <a:lnTo>
                      <a:pt x="188" y="0"/>
                    </a:lnTo>
                    <a:lnTo>
                      <a:pt x="3" y="0"/>
                    </a:lnTo>
                    <a:lnTo>
                      <a:pt x="1" y="0"/>
                    </a:lnTo>
                    <a:lnTo>
                      <a:pt x="0" y="5"/>
                    </a:lnTo>
                    <a:lnTo>
                      <a:pt x="0" y="9"/>
                    </a:lnTo>
                    <a:lnTo>
                      <a:pt x="1" y="12"/>
                    </a:lnTo>
                    <a:lnTo>
                      <a:pt x="3" y="14"/>
                    </a:lnTo>
                    <a:close/>
                  </a:path>
                </a:pathLst>
              </a:custGeom>
              <a:solidFill>
                <a:srgbClr val="A0A080"/>
              </a:solidFill>
              <a:ln>
                <a:noFill/>
                <a:round/>
              </a:ln>
            </p:spPr>
          </p:sp>
          <p:sp>
            <p:nvSpPr>
              <p:cNvPr id="95425" name=""/>
              <p:cNvSpPr/>
              <p:nvPr/>
            </p:nvSpPr>
            <p:spPr>
              <a:xfrm>
                <a:off x="3867" y="2360"/>
                <a:ext cx="102" cy="30"/>
              </a:xfrm>
              <a:custGeom>
                <a:pathLst>
                  <a:path w="205" h="59">
                    <a:moveTo>
                      <a:pt x="2" y="59"/>
                    </a:moveTo>
                    <a:lnTo>
                      <a:pt x="201" y="59"/>
                    </a:lnTo>
                    <a:lnTo>
                      <a:pt x="205" y="59"/>
                    </a:lnTo>
                    <a:lnTo>
                      <a:pt x="205" y="56"/>
                    </a:lnTo>
                    <a:lnTo>
                      <a:pt x="205" y="5"/>
                    </a:lnTo>
                    <a:lnTo>
                      <a:pt x="203" y="2"/>
                    </a:lnTo>
                    <a:lnTo>
                      <a:pt x="201" y="0"/>
                    </a:lnTo>
                    <a:lnTo>
                      <a:pt x="2" y="0"/>
                    </a:lnTo>
                    <a:lnTo>
                      <a:pt x="0" y="2"/>
                    </a:lnTo>
                    <a:lnTo>
                      <a:pt x="0" y="5"/>
                    </a:lnTo>
                    <a:lnTo>
                      <a:pt x="0" y="56"/>
                    </a:lnTo>
                    <a:lnTo>
                      <a:pt x="0" y="59"/>
                    </a:lnTo>
                    <a:lnTo>
                      <a:pt x="2" y="59"/>
                    </a:lnTo>
                    <a:close/>
                  </a:path>
                </a:pathLst>
              </a:custGeom>
              <a:solidFill>
                <a:srgbClr val="C0C080"/>
              </a:solidFill>
              <a:ln>
                <a:noFill/>
                <a:round/>
              </a:ln>
            </p:spPr>
          </p:sp>
          <p:sp>
            <p:nvSpPr>
              <p:cNvPr id="95426" name=""/>
              <p:cNvSpPr/>
              <p:nvPr/>
            </p:nvSpPr>
            <p:spPr>
              <a:xfrm>
                <a:off x="3892" y="2363"/>
                <a:ext cx="41" cy="23"/>
              </a:xfrm>
              <a:custGeom>
                <a:pathLst>
                  <a:path w="82" h="45">
                    <a:moveTo>
                      <a:pt x="5" y="0"/>
                    </a:moveTo>
                    <a:lnTo>
                      <a:pt x="77" y="0"/>
                    </a:lnTo>
                    <a:lnTo>
                      <a:pt x="80" y="0"/>
                    </a:lnTo>
                    <a:lnTo>
                      <a:pt x="82" y="4"/>
                    </a:lnTo>
                    <a:lnTo>
                      <a:pt x="82" y="5"/>
                    </a:lnTo>
                    <a:lnTo>
                      <a:pt x="82" y="40"/>
                    </a:lnTo>
                    <a:lnTo>
                      <a:pt x="82" y="43"/>
                    </a:lnTo>
                    <a:lnTo>
                      <a:pt x="78" y="45"/>
                    </a:lnTo>
                    <a:lnTo>
                      <a:pt x="77" y="45"/>
                    </a:lnTo>
                    <a:lnTo>
                      <a:pt x="5" y="45"/>
                    </a:lnTo>
                    <a:lnTo>
                      <a:pt x="1" y="45"/>
                    </a:lnTo>
                    <a:lnTo>
                      <a:pt x="0" y="43"/>
                    </a:lnTo>
                    <a:lnTo>
                      <a:pt x="0" y="40"/>
                    </a:lnTo>
                    <a:lnTo>
                      <a:pt x="0" y="5"/>
                    </a:lnTo>
                    <a:lnTo>
                      <a:pt x="0" y="2"/>
                    </a:lnTo>
                    <a:lnTo>
                      <a:pt x="3" y="0"/>
                    </a:lnTo>
                    <a:lnTo>
                      <a:pt x="5" y="0"/>
                    </a:lnTo>
                    <a:close/>
                  </a:path>
                </a:pathLst>
              </a:custGeom>
              <a:solidFill>
                <a:srgbClr val="00DFCA"/>
              </a:solidFill>
              <a:ln>
                <a:noFill/>
                <a:round/>
              </a:ln>
            </p:spPr>
          </p:sp>
          <p:sp>
            <p:nvSpPr>
              <p:cNvPr id="95427" name=""/>
              <p:cNvSpPr/>
              <p:nvPr/>
            </p:nvSpPr>
            <p:spPr>
              <a:xfrm>
                <a:off x="3934" y="2377"/>
                <a:ext cx="16" cy="7"/>
              </a:xfrm>
              <a:custGeom>
                <a:pathLst>
                  <a:path w="32" h="14">
                    <a:moveTo>
                      <a:pt x="3" y="14"/>
                    </a:moveTo>
                    <a:lnTo>
                      <a:pt x="25" y="14"/>
                    </a:lnTo>
                    <a:lnTo>
                      <a:pt x="28" y="14"/>
                    </a:lnTo>
                    <a:lnTo>
                      <a:pt x="32" y="9"/>
                    </a:lnTo>
                    <a:lnTo>
                      <a:pt x="32" y="7"/>
                    </a:lnTo>
                    <a:lnTo>
                      <a:pt x="30" y="2"/>
                    </a:lnTo>
                    <a:lnTo>
                      <a:pt x="28" y="0"/>
                    </a:lnTo>
                    <a:lnTo>
                      <a:pt x="3" y="0"/>
                    </a:lnTo>
                    <a:lnTo>
                      <a:pt x="2" y="0"/>
                    </a:lnTo>
                    <a:lnTo>
                      <a:pt x="0" y="5"/>
                    </a:lnTo>
                    <a:lnTo>
                      <a:pt x="0" y="9"/>
                    </a:lnTo>
                    <a:lnTo>
                      <a:pt x="2" y="13"/>
                    </a:lnTo>
                    <a:lnTo>
                      <a:pt x="3" y="14"/>
                    </a:lnTo>
                    <a:close/>
                  </a:path>
                </a:pathLst>
              </a:custGeom>
              <a:solidFill>
                <a:srgbClr val="808050"/>
              </a:solidFill>
              <a:ln>
                <a:noFill/>
                <a:round/>
              </a:ln>
            </p:spPr>
          </p:sp>
          <p:sp>
            <p:nvSpPr>
              <p:cNvPr id="95428" name=""/>
              <p:cNvSpPr/>
              <p:nvPr/>
            </p:nvSpPr>
            <p:spPr>
              <a:xfrm>
                <a:off x="3934" y="2377"/>
                <a:ext cx="16" cy="7"/>
              </a:xfrm>
              <a:custGeom>
                <a:pathLst>
                  <a:path w="32" h="14">
                    <a:moveTo>
                      <a:pt x="3" y="14"/>
                    </a:moveTo>
                    <a:lnTo>
                      <a:pt x="25" y="14"/>
                    </a:lnTo>
                    <a:lnTo>
                      <a:pt x="28" y="14"/>
                    </a:lnTo>
                    <a:lnTo>
                      <a:pt x="32" y="9"/>
                    </a:lnTo>
                    <a:lnTo>
                      <a:pt x="32" y="7"/>
                    </a:lnTo>
                    <a:lnTo>
                      <a:pt x="30" y="2"/>
                    </a:lnTo>
                    <a:lnTo>
                      <a:pt x="28" y="0"/>
                    </a:lnTo>
                    <a:lnTo>
                      <a:pt x="3" y="0"/>
                    </a:lnTo>
                    <a:lnTo>
                      <a:pt x="2" y="0"/>
                    </a:lnTo>
                    <a:lnTo>
                      <a:pt x="0" y="5"/>
                    </a:lnTo>
                    <a:lnTo>
                      <a:pt x="0" y="9"/>
                    </a:lnTo>
                    <a:lnTo>
                      <a:pt x="2" y="13"/>
                    </a:lnTo>
                    <a:lnTo>
                      <a:pt x="3" y="14"/>
                    </a:lnTo>
                    <a:close/>
                  </a:path>
                </a:pathLst>
              </a:custGeom>
              <a:solidFill>
                <a:srgbClr val="C0C080"/>
              </a:solidFill>
              <a:ln>
                <a:noFill/>
                <a:round/>
              </a:ln>
            </p:spPr>
          </p:sp>
          <p:sp>
            <p:nvSpPr>
              <p:cNvPr id="95429" name=""/>
              <p:cNvSpPr/>
              <p:nvPr/>
            </p:nvSpPr>
            <p:spPr>
              <a:xfrm>
                <a:off x="3888" y="2366"/>
                <a:ext cx="63" cy="8"/>
              </a:xfrm>
              <a:custGeom>
                <a:pathLst>
                  <a:path w="126" h="17">
                    <a:moveTo>
                      <a:pt x="0" y="13"/>
                    </a:moveTo>
                    <a:lnTo>
                      <a:pt x="45" y="13"/>
                    </a:lnTo>
                    <a:lnTo>
                      <a:pt x="45" y="17"/>
                    </a:lnTo>
                    <a:lnTo>
                      <a:pt x="86" y="17"/>
                    </a:lnTo>
                    <a:lnTo>
                      <a:pt x="86" y="13"/>
                    </a:lnTo>
                    <a:lnTo>
                      <a:pt x="126" y="13"/>
                    </a:lnTo>
                    <a:lnTo>
                      <a:pt x="126" y="4"/>
                    </a:lnTo>
                    <a:lnTo>
                      <a:pt x="86" y="4"/>
                    </a:lnTo>
                    <a:lnTo>
                      <a:pt x="86" y="0"/>
                    </a:lnTo>
                    <a:lnTo>
                      <a:pt x="47" y="0"/>
                    </a:lnTo>
                    <a:lnTo>
                      <a:pt x="47" y="2"/>
                    </a:lnTo>
                    <a:lnTo>
                      <a:pt x="0" y="2"/>
                    </a:lnTo>
                    <a:lnTo>
                      <a:pt x="0" y="13"/>
                    </a:lnTo>
                    <a:close/>
                  </a:path>
                </a:pathLst>
              </a:custGeom>
              <a:solidFill>
                <a:srgbClr val="A08060"/>
              </a:solidFill>
              <a:ln>
                <a:noFill/>
                <a:round/>
              </a:ln>
            </p:spPr>
          </p:sp>
          <p:sp>
            <p:nvSpPr>
              <p:cNvPr id="95430" name=""/>
              <p:cNvSpPr/>
              <p:nvPr/>
            </p:nvSpPr>
            <p:spPr>
              <a:xfrm>
                <a:off x="3867" y="2393"/>
                <a:ext cx="101" cy="6"/>
              </a:xfrm>
              <a:prstGeom prst="rect">
                <a:avLst/>
              </a:prstGeom>
              <a:solidFill>
                <a:srgbClr val="505020"/>
              </a:solidFill>
              <a:ln>
                <a:noFill/>
                <a:miter lim="800000"/>
              </a:ln>
            </p:spPr>
          </p:sp>
          <p:sp>
            <p:nvSpPr>
              <p:cNvPr id="95431" name=""/>
              <p:cNvSpPr/>
              <p:nvPr/>
            </p:nvSpPr>
            <p:spPr>
              <a:xfrm>
                <a:off x="3867" y="2393"/>
                <a:ext cx="102" cy="4"/>
              </a:xfrm>
              <a:custGeom>
                <a:pathLst>
                  <a:path w="205" h="8">
                    <a:moveTo>
                      <a:pt x="205" y="0"/>
                    </a:moveTo>
                    <a:lnTo>
                      <a:pt x="203" y="0"/>
                    </a:lnTo>
                    <a:lnTo>
                      <a:pt x="0" y="0"/>
                    </a:lnTo>
                    <a:lnTo>
                      <a:pt x="0" y="8"/>
                    </a:lnTo>
                    <a:lnTo>
                      <a:pt x="203" y="8"/>
                    </a:lnTo>
                    <a:lnTo>
                      <a:pt x="201" y="0"/>
                    </a:lnTo>
                    <a:lnTo>
                      <a:pt x="205" y="0"/>
                    </a:lnTo>
                    <a:lnTo>
                      <a:pt x="203" y="0"/>
                    </a:lnTo>
                    <a:lnTo>
                      <a:pt x="205" y="0"/>
                    </a:lnTo>
                    <a:close/>
                  </a:path>
                </a:pathLst>
              </a:custGeom>
              <a:solidFill>
                <a:srgbClr val="000000"/>
              </a:solidFill>
              <a:ln>
                <a:noFill/>
                <a:round/>
              </a:ln>
            </p:spPr>
          </p:sp>
          <p:sp>
            <p:nvSpPr>
              <p:cNvPr id="95432" name=""/>
              <p:cNvSpPr/>
              <p:nvPr/>
            </p:nvSpPr>
            <p:spPr>
              <a:xfrm>
                <a:off x="3965" y="2393"/>
                <a:ext cx="4" cy="6"/>
              </a:xfrm>
              <a:custGeom>
                <a:pathLst>
                  <a:path w="8" h="13">
                    <a:moveTo>
                      <a:pt x="4" y="13"/>
                    </a:moveTo>
                    <a:lnTo>
                      <a:pt x="8" y="11"/>
                    </a:lnTo>
                    <a:lnTo>
                      <a:pt x="8" y="0"/>
                    </a:lnTo>
                    <a:lnTo>
                      <a:pt x="0" y="0"/>
                    </a:lnTo>
                    <a:lnTo>
                      <a:pt x="0" y="11"/>
                    </a:lnTo>
                    <a:lnTo>
                      <a:pt x="4" y="11"/>
                    </a:lnTo>
                    <a:lnTo>
                      <a:pt x="4" y="13"/>
                    </a:lnTo>
                    <a:lnTo>
                      <a:pt x="8" y="13"/>
                    </a:lnTo>
                    <a:lnTo>
                      <a:pt x="8" y="11"/>
                    </a:lnTo>
                    <a:lnTo>
                      <a:pt x="4" y="13"/>
                    </a:lnTo>
                    <a:close/>
                  </a:path>
                </a:pathLst>
              </a:custGeom>
              <a:solidFill>
                <a:srgbClr val="000000"/>
              </a:solidFill>
              <a:ln>
                <a:noFill/>
                <a:round/>
              </a:ln>
            </p:spPr>
          </p:sp>
          <p:sp>
            <p:nvSpPr>
              <p:cNvPr id="95433" name=""/>
              <p:cNvSpPr/>
              <p:nvPr/>
            </p:nvSpPr>
            <p:spPr>
              <a:xfrm>
                <a:off x="3865" y="2396"/>
                <a:ext cx="103" cy="3"/>
              </a:xfrm>
              <a:custGeom>
                <a:pathLst>
                  <a:path w="206" h="7">
                    <a:moveTo>
                      <a:pt x="0" y="0"/>
                    </a:moveTo>
                    <a:lnTo>
                      <a:pt x="2" y="7"/>
                    </a:lnTo>
                    <a:lnTo>
                      <a:pt x="206" y="7"/>
                    </a:lnTo>
                    <a:lnTo>
                      <a:pt x="206" y="0"/>
                    </a:lnTo>
                    <a:lnTo>
                      <a:pt x="2" y="0"/>
                    </a:lnTo>
                    <a:lnTo>
                      <a:pt x="0" y="0"/>
                    </a:lnTo>
                    <a:lnTo>
                      <a:pt x="0" y="7"/>
                    </a:lnTo>
                    <a:lnTo>
                      <a:pt x="2" y="7"/>
                    </a:lnTo>
                    <a:lnTo>
                      <a:pt x="0" y="0"/>
                    </a:lnTo>
                    <a:close/>
                  </a:path>
                </a:pathLst>
              </a:custGeom>
              <a:solidFill>
                <a:srgbClr val="000000"/>
              </a:solidFill>
              <a:ln>
                <a:noFill/>
                <a:round/>
              </a:ln>
            </p:spPr>
          </p:sp>
          <p:sp>
            <p:nvSpPr>
              <p:cNvPr id="95434" name=""/>
              <p:cNvSpPr/>
              <p:nvPr/>
            </p:nvSpPr>
            <p:spPr>
              <a:xfrm>
                <a:off x="3865" y="2393"/>
                <a:ext cx="3" cy="6"/>
              </a:xfrm>
              <a:custGeom>
                <a:pathLst>
                  <a:path w="5" h="13">
                    <a:moveTo>
                      <a:pt x="5" y="0"/>
                    </a:moveTo>
                    <a:lnTo>
                      <a:pt x="0" y="0"/>
                    </a:lnTo>
                    <a:lnTo>
                      <a:pt x="0" y="13"/>
                    </a:lnTo>
                    <a:lnTo>
                      <a:pt x="5" y="13"/>
                    </a:lnTo>
                    <a:lnTo>
                      <a:pt x="5" y="0"/>
                    </a:lnTo>
                    <a:lnTo>
                      <a:pt x="5" y="4"/>
                    </a:lnTo>
                    <a:lnTo>
                      <a:pt x="5" y="0"/>
                    </a:lnTo>
                    <a:lnTo>
                      <a:pt x="0" y="0"/>
                    </a:lnTo>
                    <a:lnTo>
                      <a:pt x="5" y="0"/>
                    </a:lnTo>
                    <a:close/>
                  </a:path>
                </a:pathLst>
              </a:custGeom>
              <a:solidFill>
                <a:srgbClr val="000000"/>
              </a:solidFill>
              <a:ln>
                <a:noFill/>
                <a:round/>
              </a:ln>
            </p:spPr>
          </p:sp>
          <p:sp>
            <p:nvSpPr>
              <p:cNvPr id="95435" name=""/>
              <p:cNvSpPr/>
              <p:nvPr/>
            </p:nvSpPr>
            <p:spPr>
              <a:xfrm>
                <a:off x="3867" y="2396"/>
                <a:ext cx="102" cy="35"/>
              </a:xfrm>
              <a:custGeom>
                <a:pathLst>
                  <a:path w="205" h="70">
                    <a:moveTo>
                      <a:pt x="4" y="0"/>
                    </a:moveTo>
                    <a:lnTo>
                      <a:pt x="201" y="0"/>
                    </a:lnTo>
                    <a:lnTo>
                      <a:pt x="203" y="0"/>
                    </a:lnTo>
                    <a:lnTo>
                      <a:pt x="205" y="2"/>
                    </a:lnTo>
                    <a:lnTo>
                      <a:pt x="205" y="3"/>
                    </a:lnTo>
                    <a:lnTo>
                      <a:pt x="205" y="65"/>
                    </a:lnTo>
                    <a:lnTo>
                      <a:pt x="205" y="66"/>
                    </a:lnTo>
                    <a:lnTo>
                      <a:pt x="205" y="68"/>
                    </a:lnTo>
                    <a:lnTo>
                      <a:pt x="203" y="68"/>
                    </a:lnTo>
                    <a:lnTo>
                      <a:pt x="203" y="70"/>
                    </a:lnTo>
                    <a:lnTo>
                      <a:pt x="201" y="70"/>
                    </a:lnTo>
                    <a:lnTo>
                      <a:pt x="4" y="70"/>
                    </a:lnTo>
                    <a:lnTo>
                      <a:pt x="2" y="70"/>
                    </a:lnTo>
                    <a:lnTo>
                      <a:pt x="0" y="70"/>
                    </a:lnTo>
                    <a:lnTo>
                      <a:pt x="0" y="68"/>
                    </a:lnTo>
                    <a:lnTo>
                      <a:pt x="0" y="66"/>
                    </a:lnTo>
                    <a:lnTo>
                      <a:pt x="0" y="65"/>
                    </a:lnTo>
                    <a:lnTo>
                      <a:pt x="0" y="3"/>
                    </a:lnTo>
                    <a:lnTo>
                      <a:pt x="0" y="2"/>
                    </a:lnTo>
                    <a:lnTo>
                      <a:pt x="0" y="0"/>
                    </a:lnTo>
                    <a:lnTo>
                      <a:pt x="4" y="0"/>
                    </a:lnTo>
                    <a:close/>
                  </a:path>
                </a:pathLst>
              </a:custGeom>
              <a:solidFill>
                <a:srgbClr val="C0C080"/>
              </a:solidFill>
              <a:ln>
                <a:noFill/>
                <a:round/>
              </a:ln>
            </p:spPr>
          </p:sp>
          <p:sp>
            <p:nvSpPr>
              <p:cNvPr id="95436" name=""/>
              <p:cNvSpPr/>
              <p:nvPr/>
            </p:nvSpPr>
            <p:spPr>
              <a:xfrm>
                <a:off x="3890" y="2400"/>
                <a:ext cx="42" cy="29"/>
              </a:xfrm>
              <a:custGeom>
                <a:pathLst>
                  <a:path w="84" h="57">
                    <a:moveTo>
                      <a:pt x="5" y="0"/>
                    </a:moveTo>
                    <a:lnTo>
                      <a:pt x="79" y="0"/>
                    </a:lnTo>
                    <a:lnTo>
                      <a:pt x="81" y="0"/>
                    </a:lnTo>
                    <a:lnTo>
                      <a:pt x="82" y="2"/>
                    </a:lnTo>
                    <a:lnTo>
                      <a:pt x="82" y="3"/>
                    </a:lnTo>
                    <a:lnTo>
                      <a:pt x="84" y="5"/>
                    </a:lnTo>
                    <a:lnTo>
                      <a:pt x="84" y="7"/>
                    </a:lnTo>
                    <a:lnTo>
                      <a:pt x="84" y="52"/>
                    </a:lnTo>
                    <a:lnTo>
                      <a:pt x="82" y="54"/>
                    </a:lnTo>
                    <a:lnTo>
                      <a:pt x="82" y="56"/>
                    </a:lnTo>
                    <a:lnTo>
                      <a:pt x="82" y="57"/>
                    </a:lnTo>
                    <a:lnTo>
                      <a:pt x="81" y="57"/>
                    </a:lnTo>
                    <a:lnTo>
                      <a:pt x="79" y="57"/>
                    </a:lnTo>
                    <a:lnTo>
                      <a:pt x="5" y="57"/>
                    </a:lnTo>
                    <a:lnTo>
                      <a:pt x="4" y="57"/>
                    </a:lnTo>
                    <a:lnTo>
                      <a:pt x="2" y="56"/>
                    </a:lnTo>
                    <a:lnTo>
                      <a:pt x="0" y="54"/>
                    </a:lnTo>
                    <a:lnTo>
                      <a:pt x="0" y="52"/>
                    </a:lnTo>
                    <a:lnTo>
                      <a:pt x="0" y="7"/>
                    </a:lnTo>
                    <a:lnTo>
                      <a:pt x="0" y="5"/>
                    </a:lnTo>
                    <a:lnTo>
                      <a:pt x="2" y="3"/>
                    </a:lnTo>
                    <a:lnTo>
                      <a:pt x="2" y="2"/>
                    </a:lnTo>
                    <a:lnTo>
                      <a:pt x="4" y="0"/>
                    </a:lnTo>
                    <a:lnTo>
                      <a:pt x="5" y="0"/>
                    </a:lnTo>
                    <a:close/>
                  </a:path>
                </a:pathLst>
              </a:custGeom>
              <a:solidFill>
                <a:srgbClr val="00DFCA"/>
              </a:solidFill>
              <a:ln>
                <a:noFill/>
                <a:round/>
              </a:ln>
            </p:spPr>
          </p:sp>
          <p:sp>
            <p:nvSpPr>
              <p:cNvPr id="95437" name=""/>
              <p:cNvSpPr/>
              <p:nvPr/>
            </p:nvSpPr>
            <p:spPr>
              <a:xfrm>
                <a:off x="3895" y="2401"/>
                <a:ext cx="71" cy="24"/>
              </a:xfrm>
              <a:custGeom>
                <a:pathLst>
                  <a:path w="141" h="46">
                    <a:moveTo>
                      <a:pt x="0" y="0"/>
                    </a:moveTo>
                    <a:lnTo>
                      <a:pt x="141" y="0"/>
                    </a:lnTo>
                    <a:lnTo>
                      <a:pt x="141" y="32"/>
                    </a:lnTo>
                    <a:lnTo>
                      <a:pt x="19" y="32"/>
                    </a:lnTo>
                    <a:lnTo>
                      <a:pt x="19" y="46"/>
                    </a:lnTo>
                    <a:lnTo>
                      <a:pt x="0" y="46"/>
                    </a:lnTo>
                    <a:lnTo>
                      <a:pt x="0" y="0"/>
                    </a:lnTo>
                    <a:close/>
                  </a:path>
                </a:pathLst>
              </a:custGeom>
              <a:solidFill>
                <a:srgbClr val="404010"/>
              </a:solidFill>
              <a:ln>
                <a:noFill/>
                <a:round/>
              </a:ln>
            </p:spPr>
          </p:sp>
          <p:sp>
            <p:nvSpPr>
              <p:cNvPr id="95438" name=""/>
              <p:cNvSpPr/>
              <p:nvPr/>
            </p:nvSpPr>
            <p:spPr>
              <a:xfrm>
                <a:off x="3867" y="2389"/>
                <a:ext cx="102" cy="8"/>
              </a:xfrm>
              <a:prstGeom prst="rect">
                <a:avLst/>
              </a:prstGeom>
              <a:solidFill>
                <a:srgbClr val="C0C080"/>
              </a:solidFill>
              <a:ln>
                <a:noFill/>
                <a:miter lim="800000"/>
              </a:ln>
            </p:spPr>
          </p:sp>
          <p:sp>
            <p:nvSpPr>
              <p:cNvPr id="95439" name=""/>
              <p:cNvSpPr/>
              <p:nvPr/>
            </p:nvSpPr>
            <p:spPr>
              <a:xfrm>
                <a:off x="3863" y="2322"/>
                <a:ext cx="109" cy="7"/>
              </a:xfrm>
              <a:custGeom>
                <a:pathLst>
                  <a:path w="219" h="15">
                    <a:moveTo>
                      <a:pt x="4" y="0"/>
                    </a:moveTo>
                    <a:lnTo>
                      <a:pt x="215" y="0"/>
                    </a:lnTo>
                    <a:lnTo>
                      <a:pt x="217" y="0"/>
                    </a:lnTo>
                    <a:lnTo>
                      <a:pt x="219" y="6"/>
                    </a:lnTo>
                    <a:lnTo>
                      <a:pt x="219" y="11"/>
                    </a:lnTo>
                    <a:lnTo>
                      <a:pt x="215" y="15"/>
                    </a:lnTo>
                    <a:lnTo>
                      <a:pt x="4" y="15"/>
                    </a:lnTo>
                    <a:lnTo>
                      <a:pt x="2" y="11"/>
                    </a:lnTo>
                    <a:lnTo>
                      <a:pt x="0" y="9"/>
                    </a:lnTo>
                    <a:lnTo>
                      <a:pt x="0" y="4"/>
                    </a:lnTo>
                    <a:lnTo>
                      <a:pt x="4" y="0"/>
                    </a:lnTo>
                    <a:close/>
                  </a:path>
                </a:pathLst>
              </a:custGeom>
              <a:solidFill>
                <a:srgbClr val="E0D0A0"/>
              </a:solidFill>
              <a:ln>
                <a:noFill/>
                <a:round/>
              </a:ln>
            </p:spPr>
          </p:sp>
          <p:sp>
            <p:nvSpPr>
              <p:cNvPr id="95440" name=""/>
              <p:cNvSpPr/>
              <p:nvPr/>
            </p:nvSpPr>
            <p:spPr>
              <a:xfrm>
                <a:off x="3870" y="2345"/>
                <a:ext cx="22" cy="5"/>
              </a:xfrm>
              <a:custGeom>
                <a:pathLst>
                  <a:path w="43" h="9">
                    <a:moveTo>
                      <a:pt x="1" y="0"/>
                    </a:moveTo>
                    <a:lnTo>
                      <a:pt x="43" y="0"/>
                    </a:lnTo>
                    <a:lnTo>
                      <a:pt x="43" y="4"/>
                    </a:lnTo>
                    <a:lnTo>
                      <a:pt x="43" y="9"/>
                    </a:lnTo>
                    <a:lnTo>
                      <a:pt x="1" y="9"/>
                    </a:lnTo>
                    <a:lnTo>
                      <a:pt x="0" y="5"/>
                    </a:lnTo>
                    <a:lnTo>
                      <a:pt x="0" y="0"/>
                    </a:lnTo>
                    <a:lnTo>
                      <a:pt x="1" y="0"/>
                    </a:lnTo>
                    <a:close/>
                  </a:path>
                </a:pathLst>
              </a:custGeom>
              <a:solidFill>
                <a:srgbClr val="E0E0B0"/>
              </a:solidFill>
              <a:ln>
                <a:noFill/>
                <a:round/>
              </a:ln>
            </p:spPr>
          </p:sp>
          <p:sp>
            <p:nvSpPr>
              <p:cNvPr id="95441" name=""/>
              <p:cNvSpPr/>
              <p:nvPr/>
            </p:nvSpPr>
            <p:spPr>
              <a:xfrm>
                <a:off x="3890" y="2346"/>
                <a:ext cx="43" cy="4"/>
              </a:xfrm>
              <a:custGeom>
                <a:pathLst>
                  <a:path w="86" h="7">
                    <a:moveTo>
                      <a:pt x="0" y="0"/>
                    </a:moveTo>
                    <a:lnTo>
                      <a:pt x="86" y="0"/>
                    </a:lnTo>
                    <a:lnTo>
                      <a:pt x="0" y="7"/>
                    </a:lnTo>
                    <a:lnTo>
                      <a:pt x="0" y="0"/>
                    </a:lnTo>
                    <a:close/>
                  </a:path>
                </a:pathLst>
              </a:custGeom>
              <a:solidFill>
                <a:srgbClr val="E0E0B0"/>
              </a:solidFill>
              <a:ln>
                <a:noFill/>
                <a:round/>
              </a:ln>
            </p:spPr>
          </p:sp>
          <p:sp>
            <p:nvSpPr>
              <p:cNvPr id="95442" name=""/>
              <p:cNvSpPr/>
              <p:nvPr/>
            </p:nvSpPr>
            <p:spPr>
              <a:xfrm>
                <a:off x="3932" y="2345"/>
                <a:ext cx="34" cy="5"/>
              </a:xfrm>
              <a:custGeom>
                <a:pathLst>
                  <a:path w="68" h="9">
                    <a:moveTo>
                      <a:pt x="2" y="0"/>
                    </a:moveTo>
                    <a:lnTo>
                      <a:pt x="66" y="0"/>
                    </a:lnTo>
                    <a:lnTo>
                      <a:pt x="68" y="4"/>
                    </a:lnTo>
                    <a:lnTo>
                      <a:pt x="66" y="9"/>
                    </a:lnTo>
                    <a:lnTo>
                      <a:pt x="2" y="9"/>
                    </a:lnTo>
                    <a:lnTo>
                      <a:pt x="0" y="4"/>
                    </a:lnTo>
                    <a:lnTo>
                      <a:pt x="2" y="0"/>
                    </a:lnTo>
                    <a:close/>
                  </a:path>
                </a:pathLst>
              </a:custGeom>
              <a:solidFill>
                <a:srgbClr val="E0E0B0"/>
              </a:solidFill>
              <a:ln>
                <a:noFill/>
                <a:round/>
              </a:ln>
            </p:spPr>
          </p:sp>
          <p:sp>
            <p:nvSpPr>
              <p:cNvPr id="95443" name=""/>
              <p:cNvSpPr/>
              <p:nvPr/>
            </p:nvSpPr>
            <p:spPr>
              <a:xfrm>
                <a:off x="3892" y="2348"/>
                <a:ext cx="41" cy="8"/>
              </a:xfrm>
              <a:custGeom>
                <a:pathLst>
                  <a:path w="82" h="17">
                    <a:moveTo>
                      <a:pt x="0" y="0"/>
                    </a:moveTo>
                    <a:lnTo>
                      <a:pt x="80" y="0"/>
                    </a:lnTo>
                    <a:lnTo>
                      <a:pt x="82" y="2"/>
                    </a:lnTo>
                    <a:lnTo>
                      <a:pt x="82" y="15"/>
                    </a:lnTo>
                    <a:lnTo>
                      <a:pt x="80" y="17"/>
                    </a:lnTo>
                    <a:lnTo>
                      <a:pt x="0" y="17"/>
                    </a:lnTo>
                    <a:lnTo>
                      <a:pt x="0" y="15"/>
                    </a:lnTo>
                    <a:lnTo>
                      <a:pt x="0" y="2"/>
                    </a:lnTo>
                    <a:lnTo>
                      <a:pt x="0" y="0"/>
                    </a:lnTo>
                    <a:close/>
                  </a:path>
                </a:pathLst>
              </a:custGeom>
              <a:solidFill>
                <a:srgbClr val="00DFCA"/>
              </a:solidFill>
              <a:ln>
                <a:noFill/>
                <a:round/>
              </a:ln>
            </p:spPr>
          </p:sp>
          <p:sp>
            <p:nvSpPr>
              <p:cNvPr id="95444" name=""/>
              <p:cNvSpPr/>
              <p:nvPr/>
            </p:nvSpPr>
            <p:spPr>
              <a:xfrm>
                <a:off x="3946" y="2336"/>
                <a:ext cx="11" cy="2"/>
              </a:xfrm>
              <a:prstGeom prst="rect">
                <a:avLst/>
              </a:prstGeom>
              <a:solidFill>
                <a:srgbClr val="F0E0C0"/>
              </a:solidFill>
              <a:ln>
                <a:noFill/>
                <a:miter lim="800000"/>
              </a:ln>
            </p:spPr>
          </p:sp>
          <p:sp>
            <p:nvSpPr>
              <p:cNvPr id="95445" name=""/>
              <p:cNvSpPr/>
              <p:nvPr/>
            </p:nvSpPr>
            <p:spPr>
              <a:xfrm>
                <a:off x="3938" y="2336"/>
                <a:ext cx="19" cy="11"/>
              </a:xfrm>
              <a:custGeom>
                <a:pathLst>
                  <a:path w="37" h="24">
                    <a:moveTo>
                      <a:pt x="10" y="0"/>
                    </a:moveTo>
                    <a:lnTo>
                      <a:pt x="0" y="20"/>
                    </a:lnTo>
                    <a:lnTo>
                      <a:pt x="0" y="24"/>
                    </a:lnTo>
                    <a:lnTo>
                      <a:pt x="30" y="24"/>
                    </a:lnTo>
                    <a:lnTo>
                      <a:pt x="37" y="11"/>
                    </a:lnTo>
                    <a:lnTo>
                      <a:pt x="12" y="11"/>
                    </a:lnTo>
                    <a:lnTo>
                      <a:pt x="10" y="0"/>
                    </a:lnTo>
                    <a:close/>
                  </a:path>
                </a:pathLst>
              </a:custGeom>
              <a:solidFill>
                <a:srgbClr val="808060"/>
              </a:solidFill>
              <a:ln>
                <a:noFill/>
                <a:round/>
              </a:ln>
            </p:spPr>
          </p:sp>
          <p:sp>
            <p:nvSpPr>
              <p:cNvPr id="95446" name=""/>
              <p:cNvSpPr/>
              <p:nvPr/>
            </p:nvSpPr>
            <p:spPr>
              <a:xfrm>
                <a:off x="3893" y="2349"/>
                <a:ext cx="6" cy="6"/>
              </a:xfrm>
              <a:custGeom>
                <a:pathLst>
                  <a:path w="13" h="13">
                    <a:moveTo>
                      <a:pt x="2" y="0"/>
                    </a:moveTo>
                    <a:lnTo>
                      <a:pt x="11" y="0"/>
                    </a:lnTo>
                    <a:lnTo>
                      <a:pt x="13" y="0"/>
                    </a:lnTo>
                    <a:lnTo>
                      <a:pt x="13" y="4"/>
                    </a:lnTo>
                    <a:lnTo>
                      <a:pt x="13" y="9"/>
                    </a:lnTo>
                    <a:lnTo>
                      <a:pt x="13" y="13"/>
                    </a:lnTo>
                    <a:lnTo>
                      <a:pt x="2" y="13"/>
                    </a:lnTo>
                    <a:lnTo>
                      <a:pt x="0" y="9"/>
                    </a:lnTo>
                    <a:lnTo>
                      <a:pt x="0" y="4"/>
                    </a:lnTo>
                    <a:lnTo>
                      <a:pt x="0" y="0"/>
                    </a:lnTo>
                    <a:lnTo>
                      <a:pt x="2" y="0"/>
                    </a:lnTo>
                    <a:close/>
                  </a:path>
                </a:pathLst>
              </a:custGeom>
              <a:solidFill>
                <a:srgbClr val="A0A070"/>
              </a:solidFill>
              <a:ln>
                <a:noFill/>
                <a:round/>
              </a:ln>
            </p:spPr>
          </p:sp>
          <p:sp>
            <p:nvSpPr>
              <p:cNvPr id="95447" name=""/>
              <p:cNvSpPr/>
              <p:nvPr/>
            </p:nvSpPr>
            <p:spPr>
              <a:xfrm>
                <a:off x="3893" y="2349"/>
                <a:ext cx="6" cy="5"/>
              </a:xfrm>
              <a:custGeom>
                <a:pathLst>
                  <a:path w="13" h="11">
                    <a:moveTo>
                      <a:pt x="6" y="0"/>
                    </a:moveTo>
                    <a:lnTo>
                      <a:pt x="11" y="0"/>
                    </a:lnTo>
                    <a:lnTo>
                      <a:pt x="13" y="0"/>
                    </a:lnTo>
                    <a:lnTo>
                      <a:pt x="13" y="6"/>
                    </a:lnTo>
                    <a:lnTo>
                      <a:pt x="13" y="11"/>
                    </a:lnTo>
                    <a:lnTo>
                      <a:pt x="6" y="11"/>
                    </a:lnTo>
                    <a:lnTo>
                      <a:pt x="2" y="11"/>
                    </a:lnTo>
                    <a:lnTo>
                      <a:pt x="0" y="11"/>
                    </a:lnTo>
                    <a:lnTo>
                      <a:pt x="0" y="6"/>
                    </a:lnTo>
                    <a:lnTo>
                      <a:pt x="2" y="6"/>
                    </a:lnTo>
                    <a:lnTo>
                      <a:pt x="2" y="0"/>
                    </a:lnTo>
                    <a:lnTo>
                      <a:pt x="6" y="0"/>
                    </a:lnTo>
                    <a:close/>
                  </a:path>
                </a:pathLst>
              </a:custGeom>
              <a:solidFill>
                <a:srgbClr val="A0FF00"/>
              </a:solidFill>
              <a:ln>
                <a:noFill/>
                <a:round/>
              </a:ln>
            </p:spPr>
          </p:sp>
          <p:sp>
            <p:nvSpPr>
              <p:cNvPr id="95448" name=""/>
              <p:cNvSpPr/>
              <p:nvPr/>
            </p:nvSpPr>
            <p:spPr>
              <a:xfrm>
                <a:off x="3895" y="2349"/>
                <a:ext cx="2" cy="5"/>
              </a:xfrm>
              <a:custGeom>
                <a:pathLst>
                  <a:path w="3" h="9">
                    <a:moveTo>
                      <a:pt x="3" y="0"/>
                    </a:moveTo>
                    <a:lnTo>
                      <a:pt x="3" y="9"/>
                    </a:lnTo>
                    <a:lnTo>
                      <a:pt x="0" y="9"/>
                    </a:lnTo>
                    <a:lnTo>
                      <a:pt x="3" y="0"/>
                    </a:lnTo>
                    <a:close/>
                  </a:path>
                </a:pathLst>
              </a:custGeom>
              <a:solidFill>
                <a:srgbClr val="FFFFFF"/>
              </a:solidFill>
              <a:ln>
                <a:noFill/>
                <a:round/>
              </a:ln>
            </p:spPr>
          </p:sp>
          <p:sp>
            <p:nvSpPr>
              <p:cNvPr id="95449" name=""/>
              <p:cNvSpPr/>
              <p:nvPr/>
            </p:nvSpPr>
            <p:spPr>
              <a:xfrm>
                <a:off x="3877" y="2325"/>
                <a:ext cx="8" cy="4"/>
              </a:xfrm>
              <a:custGeom>
                <a:pathLst>
                  <a:path w="14" h="9">
                    <a:moveTo>
                      <a:pt x="3" y="0"/>
                    </a:moveTo>
                    <a:lnTo>
                      <a:pt x="11" y="0"/>
                    </a:lnTo>
                    <a:lnTo>
                      <a:pt x="14" y="0"/>
                    </a:lnTo>
                    <a:lnTo>
                      <a:pt x="14" y="3"/>
                    </a:lnTo>
                    <a:lnTo>
                      <a:pt x="14" y="5"/>
                    </a:lnTo>
                    <a:lnTo>
                      <a:pt x="11" y="9"/>
                    </a:lnTo>
                    <a:lnTo>
                      <a:pt x="3" y="9"/>
                    </a:lnTo>
                    <a:lnTo>
                      <a:pt x="0" y="5"/>
                    </a:lnTo>
                    <a:lnTo>
                      <a:pt x="0" y="3"/>
                    </a:lnTo>
                    <a:lnTo>
                      <a:pt x="0" y="0"/>
                    </a:lnTo>
                    <a:lnTo>
                      <a:pt x="3" y="0"/>
                    </a:lnTo>
                    <a:close/>
                  </a:path>
                </a:pathLst>
              </a:custGeom>
              <a:solidFill>
                <a:srgbClr val="A0A070"/>
              </a:solidFill>
              <a:ln>
                <a:noFill/>
                <a:round/>
              </a:ln>
            </p:spPr>
          </p:sp>
          <p:sp>
            <p:nvSpPr>
              <p:cNvPr id="95450" name=""/>
              <p:cNvSpPr/>
              <p:nvPr/>
            </p:nvSpPr>
            <p:spPr>
              <a:xfrm>
                <a:off x="3877" y="2325"/>
                <a:ext cx="8" cy="4"/>
              </a:xfrm>
              <a:custGeom>
                <a:pathLst>
                  <a:path w="14" h="9">
                    <a:moveTo>
                      <a:pt x="3" y="0"/>
                    </a:moveTo>
                    <a:lnTo>
                      <a:pt x="11" y="0"/>
                    </a:lnTo>
                    <a:lnTo>
                      <a:pt x="14" y="3"/>
                    </a:lnTo>
                    <a:lnTo>
                      <a:pt x="14" y="5"/>
                    </a:lnTo>
                    <a:lnTo>
                      <a:pt x="11" y="5"/>
                    </a:lnTo>
                    <a:lnTo>
                      <a:pt x="11" y="9"/>
                    </a:lnTo>
                    <a:lnTo>
                      <a:pt x="3" y="9"/>
                    </a:lnTo>
                    <a:lnTo>
                      <a:pt x="3" y="5"/>
                    </a:lnTo>
                    <a:lnTo>
                      <a:pt x="0" y="5"/>
                    </a:lnTo>
                    <a:lnTo>
                      <a:pt x="0" y="3"/>
                    </a:lnTo>
                    <a:lnTo>
                      <a:pt x="3" y="3"/>
                    </a:lnTo>
                    <a:lnTo>
                      <a:pt x="3" y="0"/>
                    </a:lnTo>
                    <a:close/>
                  </a:path>
                </a:pathLst>
              </a:custGeom>
              <a:solidFill>
                <a:srgbClr val="A0FF00"/>
              </a:solidFill>
              <a:ln>
                <a:noFill/>
                <a:round/>
              </a:ln>
            </p:spPr>
          </p:sp>
          <p:sp>
            <p:nvSpPr>
              <p:cNvPr id="95451" name=""/>
              <p:cNvSpPr/>
              <p:nvPr/>
            </p:nvSpPr>
            <p:spPr>
              <a:xfrm>
                <a:off x="3944" y="2325"/>
                <a:ext cx="7" cy="4"/>
              </a:xfrm>
              <a:custGeom>
                <a:pathLst>
                  <a:path w="15" h="9">
                    <a:moveTo>
                      <a:pt x="2" y="0"/>
                    </a:moveTo>
                    <a:lnTo>
                      <a:pt x="9" y="0"/>
                    </a:lnTo>
                    <a:lnTo>
                      <a:pt x="13" y="0"/>
                    </a:lnTo>
                    <a:lnTo>
                      <a:pt x="15" y="3"/>
                    </a:lnTo>
                    <a:lnTo>
                      <a:pt x="13" y="5"/>
                    </a:lnTo>
                    <a:lnTo>
                      <a:pt x="13" y="9"/>
                    </a:lnTo>
                    <a:lnTo>
                      <a:pt x="2" y="9"/>
                    </a:lnTo>
                    <a:lnTo>
                      <a:pt x="2" y="5"/>
                    </a:lnTo>
                    <a:lnTo>
                      <a:pt x="0" y="5"/>
                    </a:lnTo>
                    <a:lnTo>
                      <a:pt x="0" y="3"/>
                    </a:lnTo>
                    <a:lnTo>
                      <a:pt x="2" y="0"/>
                    </a:lnTo>
                    <a:close/>
                  </a:path>
                </a:pathLst>
              </a:custGeom>
              <a:solidFill>
                <a:srgbClr val="A0A070"/>
              </a:solidFill>
              <a:ln>
                <a:noFill/>
                <a:round/>
              </a:ln>
            </p:spPr>
          </p:sp>
          <p:sp>
            <p:nvSpPr>
              <p:cNvPr id="95452" name=""/>
              <p:cNvSpPr/>
              <p:nvPr/>
            </p:nvSpPr>
            <p:spPr>
              <a:xfrm>
                <a:off x="3944" y="2325"/>
                <a:ext cx="6" cy="4"/>
              </a:xfrm>
              <a:custGeom>
                <a:pathLst>
                  <a:path w="13" h="9">
                    <a:moveTo>
                      <a:pt x="0" y="0"/>
                    </a:moveTo>
                    <a:lnTo>
                      <a:pt x="9" y="0"/>
                    </a:lnTo>
                    <a:lnTo>
                      <a:pt x="13" y="0"/>
                    </a:lnTo>
                    <a:lnTo>
                      <a:pt x="13" y="5"/>
                    </a:lnTo>
                    <a:lnTo>
                      <a:pt x="13" y="9"/>
                    </a:lnTo>
                    <a:lnTo>
                      <a:pt x="9" y="9"/>
                    </a:lnTo>
                    <a:lnTo>
                      <a:pt x="0" y="9"/>
                    </a:lnTo>
                    <a:lnTo>
                      <a:pt x="0" y="5"/>
                    </a:lnTo>
                    <a:lnTo>
                      <a:pt x="0" y="0"/>
                    </a:lnTo>
                    <a:close/>
                  </a:path>
                </a:pathLst>
              </a:custGeom>
              <a:solidFill>
                <a:srgbClr val="A0FF00"/>
              </a:solidFill>
              <a:ln>
                <a:noFill/>
                <a:round/>
              </a:ln>
            </p:spPr>
          </p:sp>
          <p:sp>
            <p:nvSpPr>
              <p:cNvPr id="95453" name=""/>
              <p:cNvSpPr/>
              <p:nvPr/>
            </p:nvSpPr>
            <p:spPr>
              <a:xfrm>
                <a:off x="3944" y="2325"/>
                <a:ext cx="2" cy="2"/>
              </a:xfrm>
              <a:prstGeom prst="rect">
                <a:avLst/>
              </a:prstGeom>
              <a:solidFill>
                <a:srgbClr val="FFFFFF"/>
              </a:solidFill>
              <a:ln>
                <a:noFill/>
                <a:miter lim="800000"/>
              </a:ln>
            </p:spPr>
          </p:sp>
          <p:sp>
            <p:nvSpPr>
              <p:cNvPr id="95454" name=""/>
              <p:cNvSpPr/>
              <p:nvPr/>
            </p:nvSpPr>
            <p:spPr>
              <a:xfrm>
                <a:off x="3893" y="2378"/>
                <a:ext cx="6" cy="6"/>
              </a:xfrm>
              <a:custGeom>
                <a:pathLst>
                  <a:path w="13" h="12">
                    <a:moveTo>
                      <a:pt x="2" y="0"/>
                    </a:moveTo>
                    <a:lnTo>
                      <a:pt x="11" y="0"/>
                    </a:lnTo>
                    <a:lnTo>
                      <a:pt x="13" y="3"/>
                    </a:lnTo>
                    <a:lnTo>
                      <a:pt x="13" y="7"/>
                    </a:lnTo>
                    <a:lnTo>
                      <a:pt x="13" y="9"/>
                    </a:lnTo>
                    <a:lnTo>
                      <a:pt x="13" y="12"/>
                    </a:lnTo>
                    <a:lnTo>
                      <a:pt x="2" y="12"/>
                    </a:lnTo>
                    <a:lnTo>
                      <a:pt x="2" y="9"/>
                    </a:lnTo>
                    <a:lnTo>
                      <a:pt x="0" y="9"/>
                    </a:lnTo>
                    <a:lnTo>
                      <a:pt x="0" y="7"/>
                    </a:lnTo>
                    <a:lnTo>
                      <a:pt x="0" y="3"/>
                    </a:lnTo>
                    <a:lnTo>
                      <a:pt x="2" y="3"/>
                    </a:lnTo>
                    <a:lnTo>
                      <a:pt x="2" y="0"/>
                    </a:lnTo>
                    <a:close/>
                  </a:path>
                </a:pathLst>
              </a:custGeom>
              <a:solidFill>
                <a:srgbClr val="A0A070"/>
              </a:solidFill>
              <a:ln>
                <a:noFill/>
                <a:round/>
              </a:ln>
            </p:spPr>
          </p:sp>
          <p:sp>
            <p:nvSpPr>
              <p:cNvPr id="95455" name=""/>
              <p:cNvSpPr/>
              <p:nvPr/>
            </p:nvSpPr>
            <p:spPr>
              <a:xfrm>
                <a:off x="3893" y="2379"/>
                <a:ext cx="6" cy="4"/>
              </a:xfrm>
              <a:custGeom>
                <a:pathLst>
                  <a:path w="13" h="9">
                    <a:moveTo>
                      <a:pt x="6" y="0"/>
                    </a:moveTo>
                    <a:lnTo>
                      <a:pt x="11" y="0"/>
                    </a:lnTo>
                    <a:lnTo>
                      <a:pt x="13" y="0"/>
                    </a:lnTo>
                    <a:lnTo>
                      <a:pt x="13" y="5"/>
                    </a:lnTo>
                    <a:lnTo>
                      <a:pt x="13" y="9"/>
                    </a:lnTo>
                    <a:lnTo>
                      <a:pt x="6" y="9"/>
                    </a:lnTo>
                    <a:lnTo>
                      <a:pt x="2" y="9"/>
                    </a:lnTo>
                    <a:lnTo>
                      <a:pt x="0" y="9"/>
                    </a:lnTo>
                    <a:lnTo>
                      <a:pt x="0" y="5"/>
                    </a:lnTo>
                    <a:lnTo>
                      <a:pt x="2" y="0"/>
                    </a:lnTo>
                    <a:lnTo>
                      <a:pt x="6" y="0"/>
                    </a:lnTo>
                    <a:close/>
                  </a:path>
                </a:pathLst>
              </a:custGeom>
              <a:solidFill>
                <a:srgbClr val="A0FF00"/>
              </a:solidFill>
              <a:ln>
                <a:noFill/>
                <a:round/>
              </a:ln>
            </p:spPr>
          </p:sp>
          <p:sp>
            <p:nvSpPr>
              <p:cNvPr id="95456" name=""/>
              <p:cNvSpPr/>
              <p:nvPr/>
            </p:nvSpPr>
            <p:spPr>
              <a:xfrm>
                <a:off x="3895" y="2379"/>
                <a:ext cx="2" cy="3"/>
              </a:xfrm>
              <a:custGeom>
                <a:pathLst>
                  <a:path w="3" h="7">
                    <a:moveTo>
                      <a:pt x="3" y="0"/>
                    </a:moveTo>
                    <a:lnTo>
                      <a:pt x="3" y="7"/>
                    </a:lnTo>
                    <a:lnTo>
                      <a:pt x="0" y="7"/>
                    </a:lnTo>
                    <a:lnTo>
                      <a:pt x="3" y="0"/>
                    </a:lnTo>
                    <a:close/>
                  </a:path>
                </a:pathLst>
              </a:custGeom>
              <a:solidFill>
                <a:srgbClr val="FFFFFF"/>
              </a:solidFill>
              <a:ln>
                <a:noFill/>
                <a:round/>
              </a:ln>
            </p:spPr>
          </p:sp>
          <p:sp>
            <p:nvSpPr>
              <p:cNvPr id="95457" name=""/>
              <p:cNvSpPr/>
              <p:nvPr/>
            </p:nvSpPr>
            <p:spPr>
              <a:xfrm>
                <a:off x="3871" y="2423"/>
                <a:ext cx="7" cy="5"/>
              </a:xfrm>
              <a:custGeom>
                <a:pathLst>
                  <a:path w="15" h="11">
                    <a:moveTo>
                      <a:pt x="6" y="0"/>
                    </a:moveTo>
                    <a:lnTo>
                      <a:pt x="13" y="0"/>
                    </a:lnTo>
                    <a:lnTo>
                      <a:pt x="13" y="3"/>
                    </a:lnTo>
                    <a:lnTo>
                      <a:pt x="15" y="3"/>
                    </a:lnTo>
                    <a:lnTo>
                      <a:pt x="15" y="5"/>
                    </a:lnTo>
                    <a:lnTo>
                      <a:pt x="13" y="9"/>
                    </a:lnTo>
                    <a:lnTo>
                      <a:pt x="13" y="11"/>
                    </a:lnTo>
                    <a:lnTo>
                      <a:pt x="6" y="11"/>
                    </a:lnTo>
                    <a:lnTo>
                      <a:pt x="2" y="11"/>
                    </a:lnTo>
                    <a:lnTo>
                      <a:pt x="2" y="9"/>
                    </a:lnTo>
                    <a:lnTo>
                      <a:pt x="0" y="9"/>
                    </a:lnTo>
                    <a:lnTo>
                      <a:pt x="0" y="5"/>
                    </a:lnTo>
                    <a:lnTo>
                      <a:pt x="2" y="3"/>
                    </a:lnTo>
                    <a:lnTo>
                      <a:pt x="2" y="0"/>
                    </a:lnTo>
                    <a:lnTo>
                      <a:pt x="6" y="0"/>
                    </a:lnTo>
                    <a:close/>
                  </a:path>
                </a:pathLst>
              </a:custGeom>
              <a:solidFill>
                <a:srgbClr val="A0A070"/>
              </a:solidFill>
              <a:ln>
                <a:noFill/>
                <a:round/>
              </a:ln>
            </p:spPr>
          </p:sp>
          <p:sp>
            <p:nvSpPr>
              <p:cNvPr id="95458" name=""/>
              <p:cNvSpPr/>
              <p:nvPr/>
            </p:nvSpPr>
            <p:spPr>
              <a:xfrm>
                <a:off x="3874" y="2424"/>
                <a:ext cx="4" cy="3"/>
              </a:xfrm>
              <a:custGeom>
                <a:pathLst>
                  <a:path w="9" h="7">
                    <a:moveTo>
                      <a:pt x="0" y="0"/>
                    </a:moveTo>
                    <a:lnTo>
                      <a:pt x="0" y="7"/>
                    </a:lnTo>
                    <a:lnTo>
                      <a:pt x="9" y="7"/>
                    </a:lnTo>
                    <a:lnTo>
                      <a:pt x="0" y="0"/>
                    </a:lnTo>
                    <a:close/>
                  </a:path>
                </a:pathLst>
              </a:custGeom>
              <a:solidFill>
                <a:srgbClr val="A0FF00"/>
              </a:solidFill>
              <a:ln>
                <a:noFill/>
                <a:round/>
              </a:ln>
            </p:spPr>
          </p:sp>
          <p:sp>
            <p:nvSpPr>
              <p:cNvPr id="95459" name=""/>
              <p:cNvSpPr/>
              <p:nvPr/>
            </p:nvSpPr>
            <p:spPr>
              <a:xfrm>
                <a:off x="3874" y="2424"/>
                <a:ext cx="4" cy="3"/>
              </a:xfrm>
              <a:custGeom>
                <a:pathLst>
                  <a:path w="9" h="7">
                    <a:moveTo>
                      <a:pt x="0" y="0"/>
                    </a:moveTo>
                    <a:lnTo>
                      <a:pt x="0" y="7"/>
                    </a:lnTo>
                    <a:lnTo>
                      <a:pt x="9" y="7"/>
                    </a:lnTo>
                    <a:lnTo>
                      <a:pt x="0" y="0"/>
                    </a:lnTo>
                    <a:close/>
                  </a:path>
                </a:pathLst>
              </a:custGeom>
              <a:solidFill>
                <a:srgbClr val="A0FF00"/>
              </a:solidFill>
              <a:ln>
                <a:noFill/>
                <a:round/>
              </a:ln>
            </p:spPr>
          </p:sp>
          <p:sp>
            <p:nvSpPr>
              <p:cNvPr id="95460" name=""/>
              <p:cNvSpPr/>
              <p:nvPr/>
            </p:nvSpPr>
            <p:spPr>
              <a:xfrm>
                <a:off x="3874" y="2423"/>
                <a:ext cx="4" cy="3"/>
              </a:xfrm>
              <a:custGeom>
                <a:pathLst>
                  <a:path w="9" h="5">
                    <a:moveTo>
                      <a:pt x="0" y="0"/>
                    </a:moveTo>
                    <a:lnTo>
                      <a:pt x="0" y="5"/>
                    </a:lnTo>
                    <a:lnTo>
                      <a:pt x="9" y="5"/>
                    </a:lnTo>
                    <a:lnTo>
                      <a:pt x="0" y="0"/>
                    </a:lnTo>
                    <a:close/>
                  </a:path>
                </a:pathLst>
              </a:custGeom>
              <a:solidFill>
                <a:srgbClr val="A0FF00"/>
              </a:solidFill>
              <a:ln>
                <a:noFill/>
                <a:round/>
              </a:ln>
            </p:spPr>
          </p:sp>
          <p:sp>
            <p:nvSpPr>
              <p:cNvPr id="95461" name=""/>
              <p:cNvSpPr/>
              <p:nvPr/>
            </p:nvSpPr>
            <p:spPr>
              <a:xfrm>
                <a:off x="3874" y="2424"/>
                <a:ext cx="3" cy="3"/>
              </a:xfrm>
              <a:custGeom>
                <a:pathLst>
                  <a:path w="7" h="7">
                    <a:moveTo>
                      <a:pt x="0" y="0"/>
                    </a:moveTo>
                    <a:lnTo>
                      <a:pt x="7" y="0"/>
                    </a:lnTo>
                    <a:lnTo>
                      <a:pt x="0" y="7"/>
                    </a:lnTo>
                    <a:lnTo>
                      <a:pt x="0" y="0"/>
                    </a:lnTo>
                    <a:close/>
                  </a:path>
                </a:pathLst>
              </a:custGeom>
              <a:solidFill>
                <a:srgbClr val="FFFFFF"/>
              </a:solidFill>
              <a:ln>
                <a:noFill/>
                <a:round/>
              </a:ln>
            </p:spPr>
          </p:sp>
          <p:sp>
            <p:nvSpPr>
              <p:cNvPr id="95462" name=""/>
              <p:cNvSpPr/>
              <p:nvPr/>
            </p:nvSpPr>
            <p:spPr>
              <a:xfrm>
                <a:off x="3871" y="2342"/>
                <a:ext cx="93" cy="5"/>
              </a:xfrm>
              <a:prstGeom prst="rect">
                <a:avLst/>
              </a:prstGeom>
              <a:solidFill>
                <a:srgbClr val="505020"/>
              </a:solidFill>
              <a:ln>
                <a:noFill/>
                <a:miter lim="800000"/>
              </a:ln>
            </p:spPr>
          </p:sp>
          <p:sp>
            <p:nvSpPr>
              <p:cNvPr id="95463" name=""/>
              <p:cNvSpPr/>
              <p:nvPr/>
            </p:nvSpPr>
            <p:spPr>
              <a:xfrm>
                <a:off x="3892" y="2337"/>
                <a:ext cx="3" cy="8"/>
              </a:xfrm>
              <a:custGeom>
                <a:pathLst>
                  <a:path w="7" h="16">
                    <a:moveTo>
                      <a:pt x="3" y="0"/>
                    </a:moveTo>
                    <a:lnTo>
                      <a:pt x="7" y="2"/>
                    </a:lnTo>
                    <a:lnTo>
                      <a:pt x="7" y="14"/>
                    </a:lnTo>
                    <a:lnTo>
                      <a:pt x="3" y="16"/>
                    </a:lnTo>
                    <a:lnTo>
                      <a:pt x="0" y="2"/>
                    </a:lnTo>
                    <a:lnTo>
                      <a:pt x="3" y="0"/>
                    </a:lnTo>
                    <a:close/>
                  </a:path>
                </a:pathLst>
              </a:custGeom>
              <a:solidFill>
                <a:srgbClr val="E0E0B0"/>
              </a:solidFill>
              <a:ln>
                <a:noFill/>
                <a:round/>
              </a:ln>
            </p:spPr>
          </p:sp>
          <p:sp>
            <p:nvSpPr>
              <p:cNvPr id="95464" name=""/>
              <p:cNvSpPr/>
              <p:nvPr/>
            </p:nvSpPr>
            <p:spPr>
              <a:xfrm>
                <a:off x="3892" y="2346"/>
                <a:ext cx="3" cy="10"/>
              </a:xfrm>
              <a:custGeom>
                <a:pathLst>
                  <a:path w="7" h="20">
                    <a:moveTo>
                      <a:pt x="3" y="0"/>
                    </a:moveTo>
                    <a:lnTo>
                      <a:pt x="7" y="2"/>
                    </a:lnTo>
                    <a:lnTo>
                      <a:pt x="7" y="18"/>
                    </a:lnTo>
                    <a:lnTo>
                      <a:pt x="3" y="20"/>
                    </a:lnTo>
                    <a:lnTo>
                      <a:pt x="0" y="18"/>
                    </a:lnTo>
                    <a:lnTo>
                      <a:pt x="0" y="2"/>
                    </a:lnTo>
                    <a:lnTo>
                      <a:pt x="3" y="0"/>
                    </a:lnTo>
                    <a:close/>
                  </a:path>
                </a:pathLst>
              </a:custGeom>
              <a:solidFill>
                <a:srgbClr val="E0E0B0"/>
              </a:solidFill>
              <a:ln>
                <a:noFill/>
                <a:round/>
              </a:ln>
            </p:spPr>
          </p:sp>
          <p:sp>
            <p:nvSpPr>
              <p:cNvPr id="95465" name=""/>
              <p:cNvSpPr/>
              <p:nvPr/>
            </p:nvSpPr>
            <p:spPr>
              <a:xfrm>
                <a:off x="3895" y="2403"/>
                <a:ext cx="71" cy="14"/>
              </a:xfrm>
              <a:prstGeom prst="rect">
                <a:avLst/>
              </a:prstGeom>
              <a:solidFill>
                <a:srgbClr val="A0A080"/>
              </a:solidFill>
              <a:ln>
                <a:noFill/>
                <a:miter lim="800000"/>
              </a:ln>
            </p:spPr>
          </p:sp>
          <p:sp>
            <p:nvSpPr>
              <p:cNvPr id="95466" name=""/>
              <p:cNvSpPr/>
              <p:nvPr/>
            </p:nvSpPr>
            <p:spPr>
              <a:xfrm>
                <a:off x="3890" y="2425"/>
                <a:ext cx="41" cy="4"/>
              </a:xfrm>
              <a:custGeom>
                <a:pathLst>
                  <a:path w="82" h="9">
                    <a:moveTo>
                      <a:pt x="0" y="0"/>
                    </a:moveTo>
                    <a:lnTo>
                      <a:pt x="81" y="0"/>
                    </a:lnTo>
                    <a:lnTo>
                      <a:pt x="82" y="6"/>
                    </a:lnTo>
                    <a:lnTo>
                      <a:pt x="0" y="9"/>
                    </a:lnTo>
                    <a:lnTo>
                      <a:pt x="0" y="6"/>
                    </a:lnTo>
                    <a:lnTo>
                      <a:pt x="0" y="0"/>
                    </a:lnTo>
                    <a:close/>
                  </a:path>
                </a:pathLst>
              </a:custGeom>
              <a:solidFill>
                <a:srgbClr val="E0E0B0"/>
              </a:solidFill>
              <a:ln>
                <a:noFill/>
                <a:round/>
              </a:ln>
            </p:spPr>
          </p:sp>
          <p:sp>
            <p:nvSpPr>
              <p:cNvPr id="95467" name=""/>
              <p:cNvSpPr/>
              <p:nvPr/>
            </p:nvSpPr>
            <p:spPr>
              <a:xfrm>
                <a:off x="3905" y="2416"/>
                <a:ext cx="27" cy="2"/>
              </a:xfrm>
              <a:prstGeom prst="rect">
                <a:avLst/>
              </a:prstGeom>
              <a:solidFill>
                <a:srgbClr val="E0E0B0"/>
              </a:solidFill>
              <a:ln>
                <a:noFill/>
                <a:miter lim="800000"/>
              </a:ln>
            </p:spPr>
          </p:sp>
          <p:sp>
            <p:nvSpPr>
              <p:cNvPr id="95468" name=""/>
              <p:cNvSpPr/>
              <p:nvPr/>
            </p:nvSpPr>
            <p:spPr>
              <a:xfrm>
                <a:off x="3928" y="2416"/>
                <a:ext cx="40" cy="4"/>
              </a:xfrm>
              <a:custGeom>
                <a:pathLst>
                  <a:path w="79" h="9">
                    <a:moveTo>
                      <a:pt x="4" y="0"/>
                    </a:moveTo>
                    <a:lnTo>
                      <a:pt x="77" y="0"/>
                    </a:lnTo>
                    <a:lnTo>
                      <a:pt x="79" y="4"/>
                    </a:lnTo>
                    <a:lnTo>
                      <a:pt x="77" y="9"/>
                    </a:lnTo>
                    <a:lnTo>
                      <a:pt x="4" y="9"/>
                    </a:lnTo>
                    <a:lnTo>
                      <a:pt x="0" y="4"/>
                    </a:lnTo>
                    <a:lnTo>
                      <a:pt x="4" y="0"/>
                    </a:lnTo>
                    <a:close/>
                  </a:path>
                </a:pathLst>
              </a:custGeom>
              <a:solidFill>
                <a:srgbClr val="E0E0B0"/>
              </a:solidFill>
              <a:ln>
                <a:noFill/>
                <a:round/>
              </a:ln>
            </p:spPr>
          </p:sp>
          <p:sp>
            <p:nvSpPr>
              <p:cNvPr id="95469" name=""/>
              <p:cNvSpPr/>
              <p:nvPr/>
            </p:nvSpPr>
            <p:spPr>
              <a:xfrm>
                <a:off x="3888" y="2367"/>
                <a:ext cx="3" cy="6"/>
              </a:xfrm>
              <a:prstGeom prst="rect">
                <a:avLst/>
              </a:prstGeom>
              <a:solidFill>
                <a:srgbClr val="F0E0C0"/>
              </a:solidFill>
              <a:ln>
                <a:noFill/>
                <a:miter lim="800000"/>
              </a:ln>
            </p:spPr>
          </p:sp>
          <p:sp>
            <p:nvSpPr>
              <p:cNvPr id="95470" name=""/>
              <p:cNvSpPr/>
              <p:nvPr/>
            </p:nvSpPr>
            <p:spPr>
              <a:xfrm>
                <a:off x="3911" y="2366"/>
                <a:ext cx="2" cy="5"/>
              </a:xfrm>
              <a:prstGeom prst="rect">
                <a:avLst/>
              </a:prstGeom>
              <a:solidFill>
                <a:srgbClr val="F0E0C0"/>
              </a:solidFill>
              <a:ln>
                <a:noFill/>
                <a:miter lim="800000"/>
              </a:ln>
            </p:spPr>
          </p:sp>
          <p:sp>
            <p:nvSpPr>
              <p:cNvPr id="95471" name=""/>
              <p:cNvSpPr/>
              <p:nvPr/>
            </p:nvSpPr>
            <p:spPr>
              <a:xfrm>
                <a:off x="3910" y="2371"/>
                <a:ext cx="3" cy="3"/>
              </a:xfrm>
              <a:prstGeom prst="rect">
                <a:avLst/>
              </a:prstGeom>
              <a:solidFill>
                <a:srgbClr val="F0E0C0"/>
              </a:solidFill>
              <a:ln>
                <a:noFill/>
                <a:miter lim="800000"/>
              </a:ln>
            </p:spPr>
          </p:sp>
          <p:sp>
            <p:nvSpPr>
              <p:cNvPr id="95472" name=""/>
              <p:cNvSpPr/>
              <p:nvPr/>
            </p:nvSpPr>
            <p:spPr>
              <a:xfrm>
                <a:off x="3930" y="2371"/>
                <a:ext cx="21" cy="3"/>
              </a:xfrm>
              <a:prstGeom prst="rect">
                <a:avLst/>
              </a:prstGeom>
              <a:solidFill>
                <a:srgbClr val="F0E0C0"/>
              </a:solidFill>
              <a:ln>
                <a:noFill/>
                <a:miter lim="800000"/>
              </a:ln>
            </p:spPr>
          </p:sp>
          <p:sp>
            <p:nvSpPr>
              <p:cNvPr id="95473" name=""/>
              <p:cNvSpPr/>
              <p:nvPr/>
            </p:nvSpPr>
            <p:spPr>
              <a:xfrm>
                <a:off x="3892" y="2372"/>
                <a:ext cx="3" cy="14"/>
              </a:xfrm>
              <a:prstGeom prst="rect">
                <a:avLst/>
              </a:prstGeom>
              <a:solidFill>
                <a:srgbClr val="F0E0C0"/>
              </a:solidFill>
              <a:ln>
                <a:noFill/>
                <a:miter lim="800000"/>
              </a:ln>
            </p:spPr>
          </p:sp>
          <p:sp>
            <p:nvSpPr>
              <p:cNvPr id="95474" name=""/>
              <p:cNvSpPr/>
              <p:nvPr/>
            </p:nvSpPr>
            <p:spPr>
              <a:xfrm>
                <a:off x="3892" y="2382"/>
                <a:ext cx="40" cy="4"/>
              </a:xfrm>
              <a:custGeom>
                <a:pathLst>
                  <a:path w="80" h="7">
                    <a:moveTo>
                      <a:pt x="0" y="0"/>
                    </a:moveTo>
                    <a:lnTo>
                      <a:pt x="78" y="0"/>
                    </a:lnTo>
                    <a:lnTo>
                      <a:pt x="80" y="7"/>
                    </a:lnTo>
                    <a:lnTo>
                      <a:pt x="0" y="7"/>
                    </a:lnTo>
                    <a:lnTo>
                      <a:pt x="0" y="0"/>
                    </a:lnTo>
                    <a:close/>
                  </a:path>
                </a:pathLst>
              </a:custGeom>
              <a:solidFill>
                <a:srgbClr val="F0E0C0"/>
              </a:solidFill>
              <a:ln>
                <a:noFill/>
                <a:round/>
              </a:ln>
            </p:spPr>
          </p:sp>
          <p:sp>
            <p:nvSpPr>
              <p:cNvPr id="95475" name=""/>
              <p:cNvSpPr/>
              <p:nvPr/>
            </p:nvSpPr>
            <p:spPr>
              <a:xfrm>
                <a:off x="3930" y="2372"/>
                <a:ext cx="3" cy="14"/>
              </a:xfrm>
              <a:custGeom>
                <a:pathLst>
                  <a:path w="5" h="29">
                    <a:moveTo>
                      <a:pt x="5" y="0"/>
                    </a:moveTo>
                    <a:lnTo>
                      <a:pt x="5" y="24"/>
                    </a:lnTo>
                    <a:lnTo>
                      <a:pt x="3" y="27"/>
                    </a:lnTo>
                    <a:lnTo>
                      <a:pt x="3" y="29"/>
                    </a:lnTo>
                    <a:lnTo>
                      <a:pt x="0" y="27"/>
                    </a:lnTo>
                    <a:lnTo>
                      <a:pt x="3" y="24"/>
                    </a:lnTo>
                    <a:lnTo>
                      <a:pt x="3" y="0"/>
                    </a:lnTo>
                    <a:lnTo>
                      <a:pt x="5" y="0"/>
                    </a:lnTo>
                    <a:close/>
                  </a:path>
                </a:pathLst>
              </a:custGeom>
              <a:solidFill>
                <a:srgbClr val="808050"/>
              </a:solidFill>
              <a:ln>
                <a:noFill/>
                <a:round/>
              </a:ln>
            </p:spPr>
          </p:sp>
          <p:sp>
            <p:nvSpPr>
              <p:cNvPr id="95476" name=""/>
              <p:cNvSpPr/>
              <p:nvPr/>
            </p:nvSpPr>
            <p:spPr>
              <a:xfrm>
                <a:off x="3930" y="2367"/>
                <a:ext cx="21" cy="5"/>
              </a:xfrm>
              <a:prstGeom prst="rect">
                <a:avLst/>
              </a:prstGeom>
              <a:solidFill>
                <a:srgbClr val="706040"/>
              </a:solidFill>
              <a:ln>
                <a:noFill/>
                <a:miter lim="800000"/>
              </a:ln>
            </p:spPr>
          </p:sp>
          <p:sp>
            <p:nvSpPr>
              <p:cNvPr id="95477" name=""/>
              <p:cNvSpPr/>
              <p:nvPr/>
            </p:nvSpPr>
            <p:spPr>
              <a:xfrm>
                <a:off x="3946" y="2367"/>
                <a:ext cx="5" cy="6"/>
              </a:xfrm>
              <a:prstGeom prst="rect">
                <a:avLst/>
              </a:prstGeom>
              <a:solidFill>
                <a:srgbClr val="706040"/>
              </a:solidFill>
              <a:ln>
                <a:noFill/>
                <a:miter lim="800000"/>
              </a:ln>
            </p:spPr>
          </p:sp>
          <p:sp>
            <p:nvSpPr>
              <p:cNvPr id="95478" name=""/>
              <p:cNvSpPr/>
              <p:nvPr/>
            </p:nvSpPr>
            <p:spPr>
              <a:xfrm>
                <a:off x="3892" y="2363"/>
                <a:ext cx="41" cy="8"/>
              </a:xfrm>
              <a:custGeom>
                <a:pathLst>
                  <a:path w="82" h="14">
                    <a:moveTo>
                      <a:pt x="0" y="5"/>
                    </a:moveTo>
                    <a:lnTo>
                      <a:pt x="3" y="0"/>
                    </a:lnTo>
                    <a:lnTo>
                      <a:pt x="77" y="0"/>
                    </a:lnTo>
                    <a:lnTo>
                      <a:pt x="80" y="0"/>
                    </a:lnTo>
                    <a:lnTo>
                      <a:pt x="82" y="5"/>
                    </a:lnTo>
                    <a:lnTo>
                      <a:pt x="82" y="14"/>
                    </a:lnTo>
                    <a:lnTo>
                      <a:pt x="80" y="5"/>
                    </a:lnTo>
                    <a:lnTo>
                      <a:pt x="78" y="4"/>
                    </a:lnTo>
                    <a:lnTo>
                      <a:pt x="3" y="4"/>
                    </a:lnTo>
                    <a:lnTo>
                      <a:pt x="1" y="5"/>
                    </a:lnTo>
                    <a:lnTo>
                      <a:pt x="0" y="5"/>
                    </a:lnTo>
                    <a:close/>
                  </a:path>
                </a:pathLst>
              </a:custGeom>
              <a:solidFill>
                <a:srgbClr val="808050"/>
              </a:solidFill>
              <a:ln>
                <a:noFill/>
                <a:round/>
              </a:ln>
            </p:spPr>
          </p:sp>
          <p:sp>
            <p:nvSpPr>
              <p:cNvPr id="95479" name=""/>
              <p:cNvSpPr/>
              <p:nvPr/>
            </p:nvSpPr>
            <p:spPr>
              <a:xfrm>
                <a:off x="3890" y="2367"/>
                <a:ext cx="2" cy="6"/>
              </a:xfrm>
              <a:prstGeom prst="rect">
                <a:avLst/>
              </a:prstGeom>
              <a:solidFill>
                <a:srgbClr val="706040"/>
              </a:solidFill>
              <a:ln>
                <a:noFill/>
                <a:miter lim="800000"/>
              </a:ln>
            </p:spPr>
          </p:sp>
          <p:sp>
            <p:nvSpPr>
              <p:cNvPr id="95480" name=""/>
              <p:cNvSpPr/>
              <p:nvPr/>
            </p:nvSpPr>
            <p:spPr>
              <a:xfrm>
                <a:off x="3892" y="2364"/>
                <a:ext cx="3" cy="7"/>
              </a:xfrm>
              <a:custGeom>
                <a:pathLst>
                  <a:path w="7" h="12">
                    <a:moveTo>
                      <a:pt x="0" y="0"/>
                    </a:moveTo>
                    <a:lnTo>
                      <a:pt x="0" y="12"/>
                    </a:lnTo>
                    <a:lnTo>
                      <a:pt x="7" y="0"/>
                    </a:lnTo>
                    <a:lnTo>
                      <a:pt x="0" y="0"/>
                    </a:lnTo>
                    <a:close/>
                  </a:path>
                </a:pathLst>
              </a:custGeom>
              <a:solidFill>
                <a:srgbClr val="F0E0C0"/>
              </a:solidFill>
              <a:ln>
                <a:noFill/>
                <a:round/>
              </a:ln>
            </p:spPr>
          </p:sp>
          <p:sp>
            <p:nvSpPr>
              <p:cNvPr id="95481" name=""/>
              <p:cNvSpPr/>
              <p:nvPr/>
            </p:nvSpPr>
            <p:spPr>
              <a:xfrm>
                <a:off x="3911" y="2372"/>
                <a:ext cx="21" cy="2"/>
              </a:xfrm>
              <a:prstGeom prst="rect">
                <a:avLst/>
              </a:prstGeom>
              <a:solidFill>
                <a:srgbClr val="706040"/>
              </a:solidFill>
              <a:ln>
                <a:noFill/>
                <a:miter lim="800000"/>
              </a:ln>
            </p:spPr>
          </p:sp>
          <p:sp>
            <p:nvSpPr>
              <p:cNvPr id="95482" name=""/>
              <p:cNvSpPr/>
              <p:nvPr/>
            </p:nvSpPr>
            <p:spPr>
              <a:xfrm>
                <a:off x="3928" y="2371"/>
                <a:ext cx="4" cy="3"/>
              </a:xfrm>
              <a:prstGeom prst="rect">
                <a:avLst/>
              </a:prstGeom>
              <a:solidFill>
                <a:srgbClr val="706040"/>
              </a:solidFill>
              <a:ln>
                <a:noFill/>
                <a:miter lim="800000"/>
              </a:ln>
            </p:spPr>
          </p:sp>
          <p:sp>
            <p:nvSpPr>
              <p:cNvPr id="95483" name=""/>
              <p:cNvSpPr/>
              <p:nvPr/>
            </p:nvSpPr>
            <p:spPr>
              <a:xfrm>
                <a:off x="3928" y="2366"/>
                <a:ext cx="4" cy="6"/>
              </a:xfrm>
              <a:prstGeom prst="rect">
                <a:avLst/>
              </a:prstGeom>
              <a:solidFill>
                <a:srgbClr val="706040"/>
              </a:solidFill>
              <a:ln>
                <a:noFill/>
                <a:miter lim="800000"/>
              </a:ln>
            </p:spPr>
          </p:sp>
          <p:sp>
            <p:nvSpPr>
              <p:cNvPr id="95484" name=""/>
              <p:cNvSpPr/>
              <p:nvPr/>
            </p:nvSpPr>
            <p:spPr>
              <a:xfrm>
                <a:off x="3911" y="2366"/>
                <a:ext cx="21" cy="4"/>
              </a:xfrm>
              <a:prstGeom prst="rect">
                <a:avLst/>
              </a:prstGeom>
              <a:solidFill>
                <a:srgbClr val="706040"/>
              </a:solidFill>
              <a:ln>
                <a:noFill/>
                <a:miter lim="800000"/>
              </a:ln>
            </p:spPr>
          </p:sp>
          <p:sp>
            <p:nvSpPr>
              <p:cNvPr id="95485" name=""/>
              <p:cNvSpPr/>
              <p:nvPr/>
            </p:nvSpPr>
            <p:spPr>
              <a:xfrm>
                <a:off x="3936" y="2377"/>
                <a:ext cx="10" cy="4"/>
              </a:xfrm>
              <a:custGeom>
                <a:pathLst>
                  <a:path w="20" h="7">
                    <a:moveTo>
                      <a:pt x="0" y="0"/>
                    </a:moveTo>
                    <a:lnTo>
                      <a:pt x="20" y="0"/>
                    </a:lnTo>
                    <a:lnTo>
                      <a:pt x="0" y="7"/>
                    </a:lnTo>
                    <a:lnTo>
                      <a:pt x="0" y="0"/>
                    </a:lnTo>
                    <a:close/>
                  </a:path>
                </a:pathLst>
              </a:custGeom>
              <a:solidFill>
                <a:srgbClr val="F0E0C0"/>
              </a:solidFill>
              <a:ln>
                <a:noFill/>
                <a:round/>
              </a:ln>
            </p:spPr>
          </p:sp>
          <p:sp>
            <p:nvSpPr>
              <p:cNvPr id="95486" name=""/>
              <p:cNvSpPr/>
              <p:nvPr/>
            </p:nvSpPr>
            <p:spPr>
              <a:xfrm>
                <a:off x="3892" y="2336"/>
                <a:ext cx="40" cy="4"/>
              </a:xfrm>
              <a:prstGeom prst="rect">
                <a:avLst/>
              </a:prstGeom>
              <a:solidFill>
                <a:srgbClr val="706040"/>
              </a:solidFill>
              <a:ln>
                <a:noFill/>
                <a:miter lim="800000"/>
              </a:ln>
            </p:spPr>
          </p:sp>
          <p:sp>
            <p:nvSpPr>
              <p:cNvPr id="95487" name=""/>
              <p:cNvSpPr/>
              <p:nvPr/>
            </p:nvSpPr>
            <p:spPr>
              <a:xfrm>
                <a:off x="3930" y="2336"/>
                <a:ext cx="3" cy="9"/>
              </a:xfrm>
              <a:custGeom>
                <a:pathLst>
                  <a:path w="5" h="18">
                    <a:moveTo>
                      <a:pt x="0" y="0"/>
                    </a:moveTo>
                    <a:lnTo>
                      <a:pt x="5" y="16"/>
                    </a:lnTo>
                    <a:lnTo>
                      <a:pt x="0" y="18"/>
                    </a:lnTo>
                    <a:lnTo>
                      <a:pt x="0" y="2"/>
                    </a:lnTo>
                    <a:lnTo>
                      <a:pt x="0" y="0"/>
                    </a:lnTo>
                    <a:close/>
                  </a:path>
                </a:pathLst>
              </a:custGeom>
              <a:solidFill>
                <a:srgbClr val="706040"/>
              </a:solidFill>
              <a:ln>
                <a:noFill/>
                <a:round/>
              </a:ln>
            </p:spPr>
          </p:sp>
          <p:sp>
            <p:nvSpPr>
              <p:cNvPr id="95488" name=""/>
              <p:cNvSpPr/>
              <p:nvPr/>
            </p:nvSpPr>
            <p:spPr>
              <a:xfrm>
                <a:off x="3930" y="2348"/>
                <a:ext cx="3" cy="8"/>
              </a:xfrm>
              <a:prstGeom prst="rect">
                <a:avLst/>
              </a:prstGeom>
              <a:solidFill>
                <a:srgbClr val="706040"/>
              </a:solidFill>
              <a:ln>
                <a:noFill/>
                <a:miter lim="800000"/>
              </a:ln>
            </p:spPr>
          </p:sp>
          <p:sp>
            <p:nvSpPr>
              <p:cNvPr id="95489" name=""/>
              <p:cNvSpPr/>
              <p:nvPr/>
            </p:nvSpPr>
            <p:spPr>
              <a:xfrm>
                <a:off x="3892" y="2353"/>
                <a:ext cx="40" cy="3"/>
              </a:xfrm>
              <a:prstGeom prst="rect">
                <a:avLst/>
              </a:prstGeom>
              <a:solidFill>
                <a:srgbClr val="E0E0B0"/>
              </a:solidFill>
              <a:ln>
                <a:noFill/>
                <a:miter lim="800000"/>
              </a:ln>
            </p:spPr>
          </p:sp>
          <p:sp>
            <p:nvSpPr>
              <p:cNvPr id="95490" name=""/>
              <p:cNvSpPr/>
              <p:nvPr/>
            </p:nvSpPr>
            <p:spPr>
              <a:xfrm>
                <a:off x="3870" y="2342"/>
                <a:ext cx="4" cy="8"/>
              </a:xfrm>
              <a:custGeom>
                <a:pathLst>
                  <a:path w="7" h="16">
                    <a:moveTo>
                      <a:pt x="5" y="0"/>
                    </a:moveTo>
                    <a:lnTo>
                      <a:pt x="0" y="14"/>
                    </a:lnTo>
                    <a:lnTo>
                      <a:pt x="5" y="16"/>
                    </a:lnTo>
                    <a:lnTo>
                      <a:pt x="7" y="16"/>
                    </a:lnTo>
                    <a:lnTo>
                      <a:pt x="5" y="11"/>
                    </a:lnTo>
                    <a:lnTo>
                      <a:pt x="1" y="9"/>
                    </a:lnTo>
                    <a:lnTo>
                      <a:pt x="1" y="3"/>
                    </a:lnTo>
                    <a:lnTo>
                      <a:pt x="5" y="0"/>
                    </a:lnTo>
                    <a:close/>
                  </a:path>
                </a:pathLst>
              </a:custGeom>
              <a:solidFill>
                <a:srgbClr val="F0E0C0"/>
              </a:solidFill>
              <a:ln>
                <a:noFill/>
                <a:round/>
              </a:ln>
            </p:spPr>
          </p:sp>
          <p:sp>
            <p:nvSpPr>
              <p:cNvPr id="95491" name=""/>
              <p:cNvSpPr/>
              <p:nvPr/>
            </p:nvSpPr>
            <p:spPr>
              <a:xfrm>
                <a:off x="3895" y="2421"/>
                <a:ext cx="12" cy="4"/>
              </a:xfrm>
              <a:prstGeom prst="rect">
                <a:avLst/>
              </a:prstGeom>
              <a:solidFill>
                <a:srgbClr val="F0E0C0"/>
              </a:solidFill>
              <a:ln>
                <a:noFill/>
                <a:miter lim="800000"/>
              </a:ln>
            </p:spPr>
          </p:sp>
          <p:sp>
            <p:nvSpPr>
              <p:cNvPr id="95492" name=""/>
              <p:cNvSpPr/>
              <p:nvPr/>
            </p:nvSpPr>
            <p:spPr>
              <a:xfrm>
                <a:off x="3895" y="2401"/>
                <a:ext cx="71" cy="4"/>
              </a:xfrm>
              <a:prstGeom prst="rect">
                <a:avLst/>
              </a:prstGeom>
              <a:solidFill>
                <a:srgbClr val="706040"/>
              </a:solidFill>
              <a:ln>
                <a:noFill/>
                <a:miter lim="800000"/>
              </a:ln>
            </p:spPr>
          </p:sp>
          <p:sp>
            <p:nvSpPr>
              <p:cNvPr id="95493" name=""/>
              <p:cNvSpPr/>
              <p:nvPr/>
            </p:nvSpPr>
            <p:spPr>
              <a:xfrm>
                <a:off x="3895" y="2403"/>
                <a:ext cx="4" cy="22"/>
              </a:xfrm>
              <a:prstGeom prst="rect">
                <a:avLst/>
              </a:prstGeom>
              <a:solidFill>
                <a:srgbClr val="706040"/>
              </a:solidFill>
              <a:ln>
                <a:noFill/>
                <a:miter lim="800000"/>
              </a:ln>
            </p:spPr>
          </p:sp>
          <p:sp>
            <p:nvSpPr>
              <p:cNvPr id="95494" name=""/>
              <p:cNvSpPr/>
              <p:nvPr/>
            </p:nvSpPr>
            <p:spPr>
              <a:xfrm>
                <a:off x="3895" y="2414"/>
                <a:ext cx="71" cy="3"/>
              </a:xfrm>
              <a:prstGeom prst="rect">
                <a:avLst/>
              </a:prstGeom>
              <a:solidFill>
                <a:srgbClr val="706040"/>
              </a:solidFill>
              <a:ln>
                <a:noFill/>
                <a:miter lim="800000"/>
              </a:ln>
            </p:spPr>
          </p:sp>
          <p:sp>
            <p:nvSpPr>
              <p:cNvPr id="95495" name=""/>
              <p:cNvSpPr/>
              <p:nvPr/>
            </p:nvSpPr>
            <p:spPr>
              <a:xfrm>
                <a:off x="3851" y="2439"/>
                <a:ext cx="131" cy="21"/>
              </a:xfrm>
              <a:prstGeom prst="rect">
                <a:avLst/>
              </a:prstGeom>
              <a:solidFill>
                <a:srgbClr val="D0C0A0"/>
              </a:solidFill>
              <a:ln>
                <a:noFill/>
                <a:miter lim="800000"/>
              </a:ln>
            </p:spPr>
          </p:sp>
          <p:sp>
            <p:nvSpPr>
              <p:cNvPr id="95496" name=""/>
              <p:cNvSpPr/>
              <p:nvPr/>
            </p:nvSpPr>
            <p:spPr>
              <a:xfrm>
                <a:off x="3870" y="2441"/>
                <a:ext cx="93" cy="15"/>
              </a:xfrm>
              <a:custGeom>
                <a:pathLst>
                  <a:path w="186" h="30">
                    <a:moveTo>
                      <a:pt x="3" y="30"/>
                    </a:moveTo>
                    <a:lnTo>
                      <a:pt x="182" y="30"/>
                    </a:lnTo>
                    <a:lnTo>
                      <a:pt x="184" y="30"/>
                    </a:lnTo>
                    <a:lnTo>
                      <a:pt x="184" y="27"/>
                    </a:lnTo>
                    <a:lnTo>
                      <a:pt x="186" y="9"/>
                    </a:lnTo>
                    <a:lnTo>
                      <a:pt x="184" y="3"/>
                    </a:lnTo>
                    <a:lnTo>
                      <a:pt x="182" y="2"/>
                    </a:lnTo>
                    <a:lnTo>
                      <a:pt x="3" y="0"/>
                    </a:lnTo>
                    <a:lnTo>
                      <a:pt x="1" y="2"/>
                    </a:lnTo>
                    <a:lnTo>
                      <a:pt x="0" y="5"/>
                    </a:lnTo>
                    <a:lnTo>
                      <a:pt x="0" y="25"/>
                    </a:lnTo>
                    <a:lnTo>
                      <a:pt x="1" y="29"/>
                    </a:lnTo>
                    <a:lnTo>
                      <a:pt x="3" y="30"/>
                    </a:lnTo>
                    <a:close/>
                  </a:path>
                </a:pathLst>
              </a:custGeom>
              <a:solidFill>
                <a:srgbClr val="404040"/>
              </a:solidFill>
              <a:ln>
                <a:noFill/>
                <a:round/>
              </a:ln>
            </p:spPr>
          </p:sp>
          <p:sp>
            <p:nvSpPr>
              <p:cNvPr id="95497" name=""/>
              <p:cNvSpPr/>
              <p:nvPr/>
            </p:nvSpPr>
            <p:spPr>
              <a:xfrm>
                <a:off x="3912" y="2302"/>
                <a:ext cx="6" cy="4"/>
              </a:xfrm>
              <a:custGeom>
                <a:pathLst>
                  <a:path w="11" h="7">
                    <a:moveTo>
                      <a:pt x="7" y="0"/>
                    </a:moveTo>
                    <a:lnTo>
                      <a:pt x="11" y="0"/>
                    </a:lnTo>
                    <a:lnTo>
                      <a:pt x="11" y="7"/>
                    </a:lnTo>
                    <a:lnTo>
                      <a:pt x="0" y="7"/>
                    </a:lnTo>
                    <a:lnTo>
                      <a:pt x="7" y="0"/>
                    </a:lnTo>
                    <a:close/>
                  </a:path>
                </a:pathLst>
              </a:custGeom>
              <a:solidFill>
                <a:srgbClr val="C0C080"/>
              </a:solidFill>
              <a:ln>
                <a:noFill/>
                <a:round/>
              </a:ln>
            </p:spPr>
          </p:sp>
          <p:sp>
            <p:nvSpPr>
              <p:cNvPr id="95498" name=""/>
              <p:cNvSpPr/>
              <p:nvPr/>
            </p:nvSpPr>
            <p:spPr>
              <a:xfrm>
                <a:off x="3912" y="2302"/>
                <a:ext cx="3" cy="1"/>
              </a:xfrm>
              <a:custGeom>
                <a:pathLst>
                  <a:path w="5" h="1">
                    <a:moveTo>
                      <a:pt x="3" y="0"/>
                    </a:moveTo>
                    <a:lnTo>
                      <a:pt x="5" y="0"/>
                    </a:lnTo>
                    <a:lnTo>
                      <a:pt x="5" y="1"/>
                    </a:lnTo>
                    <a:lnTo>
                      <a:pt x="0" y="1"/>
                    </a:lnTo>
                    <a:lnTo>
                      <a:pt x="3" y="0"/>
                    </a:lnTo>
                  </a:path>
                </a:pathLst>
              </a:custGeom>
              <a:noFill/>
              <a:ln w="11113">
                <a:solidFill>
                  <a:srgbClr val="000000"/>
                </a:solidFill>
                <a:prstDash val="solid"/>
                <a:round/>
              </a:ln>
            </p:spPr>
          </p:sp>
          <p:sp>
            <p:nvSpPr>
              <p:cNvPr id="95499" name=""/>
              <p:cNvSpPr/>
              <p:nvPr/>
            </p:nvSpPr>
            <p:spPr>
              <a:xfrm>
                <a:off x="3863" y="2295"/>
                <a:ext cx="109" cy="19"/>
              </a:xfrm>
              <a:custGeom>
                <a:pathLst>
                  <a:path w="219" h="38">
                    <a:moveTo>
                      <a:pt x="16" y="0"/>
                    </a:moveTo>
                    <a:lnTo>
                      <a:pt x="204" y="0"/>
                    </a:lnTo>
                    <a:lnTo>
                      <a:pt x="208" y="2"/>
                    </a:lnTo>
                    <a:lnTo>
                      <a:pt x="210" y="2"/>
                    </a:lnTo>
                    <a:lnTo>
                      <a:pt x="213" y="6"/>
                    </a:lnTo>
                    <a:lnTo>
                      <a:pt x="215" y="7"/>
                    </a:lnTo>
                    <a:lnTo>
                      <a:pt x="217" y="11"/>
                    </a:lnTo>
                    <a:lnTo>
                      <a:pt x="219" y="13"/>
                    </a:lnTo>
                    <a:lnTo>
                      <a:pt x="219" y="16"/>
                    </a:lnTo>
                    <a:lnTo>
                      <a:pt x="219" y="22"/>
                    </a:lnTo>
                    <a:lnTo>
                      <a:pt x="219" y="25"/>
                    </a:lnTo>
                    <a:lnTo>
                      <a:pt x="217" y="27"/>
                    </a:lnTo>
                    <a:lnTo>
                      <a:pt x="215" y="31"/>
                    </a:lnTo>
                    <a:lnTo>
                      <a:pt x="213" y="34"/>
                    </a:lnTo>
                    <a:lnTo>
                      <a:pt x="210" y="36"/>
                    </a:lnTo>
                    <a:lnTo>
                      <a:pt x="208" y="38"/>
                    </a:lnTo>
                    <a:lnTo>
                      <a:pt x="204" y="38"/>
                    </a:lnTo>
                    <a:lnTo>
                      <a:pt x="203" y="38"/>
                    </a:lnTo>
                    <a:lnTo>
                      <a:pt x="16" y="38"/>
                    </a:lnTo>
                    <a:lnTo>
                      <a:pt x="15" y="38"/>
                    </a:lnTo>
                    <a:lnTo>
                      <a:pt x="11" y="38"/>
                    </a:lnTo>
                    <a:lnTo>
                      <a:pt x="7" y="36"/>
                    </a:lnTo>
                    <a:lnTo>
                      <a:pt x="6" y="34"/>
                    </a:lnTo>
                    <a:lnTo>
                      <a:pt x="2" y="29"/>
                    </a:lnTo>
                    <a:lnTo>
                      <a:pt x="0" y="25"/>
                    </a:lnTo>
                    <a:lnTo>
                      <a:pt x="0" y="24"/>
                    </a:lnTo>
                    <a:lnTo>
                      <a:pt x="0" y="22"/>
                    </a:lnTo>
                    <a:lnTo>
                      <a:pt x="0" y="16"/>
                    </a:lnTo>
                    <a:lnTo>
                      <a:pt x="0" y="15"/>
                    </a:lnTo>
                    <a:lnTo>
                      <a:pt x="0" y="13"/>
                    </a:lnTo>
                    <a:lnTo>
                      <a:pt x="2" y="9"/>
                    </a:lnTo>
                    <a:lnTo>
                      <a:pt x="4" y="6"/>
                    </a:lnTo>
                    <a:lnTo>
                      <a:pt x="7" y="2"/>
                    </a:lnTo>
                    <a:lnTo>
                      <a:pt x="11" y="2"/>
                    </a:lnTo>
                    <a:lnTo>
                      <a:pt x="16" y="0"/>
                    </a:lnTo>
                    <a:close/>
                  </a:path>
                </a:pathLst>
              </a:custGeom>
              <a:solidFill>
                <a:srgbClr val="F0E0C0"/>
              </a:solidFill>
              <a:ln>
                <a:noFill/>
                <a:round/>
              </a:ln>
            </p:spPr>
          </p:sp>
          <p:sp>
            <p:nvSpPr>
              <p:cNvPr id="95500" name=""/>
              <p:cNvSpPr/>
              <p:nvPr/>
            </p:nvSpPr>
            <p:spPr>
              <a:xfrm>
                <a:off x="3863" y="2295"/>
                <a:ext cx="107" cy="16"/>
              </a:xfrm>
              <a:custGeom>
                <a:pathLst>
                  <a:path w="213" h="33">
                    <a:moveTo>
                      <a:pt x="16" y="0"/>
                    </a:moveTo>
                    <a:lnTo>
                      <a:pt x="201" y="0"/>
                    </a:lnTo>
                    <a:lnTo>
                      <a:pt x="204" y="2"/>
                    </a:lnTo>
                    <a:lnTo>
                      <a:pt x="204" y="2"/>
                    </a:lnTo>
                    <a:lnTo>
                      <a:pt x="208" y="4"/>
                    </a:lnTo>
                    <a:lnTo>
                      <a:pt x="210" y="6"/>
                    </a:lnTo>
                    <a:lnTo>
                      <a:pt x="212" y="9"/>
                    </a:lnTo>
                    <a:lnTo>
                      <a:pt x="213" y="11"/>
                    </a:lnTo>
                    <a:lnTo>
                      <a:pt x="213" y="13"/>
                    </a:lnTo>
                    <a:lnTo>
                      <a:pt x="213" y="20"/>
                    </a:lnTo>
                    <a:lnTo>
                      <a:pt x="213" y="22"/>
                    </a:lnTo>
                    <a:lnTo>
                      <a:pt x="212" y="24"/>
                    </a:lnTo>
                    <a:lnTo>
                      <a:pt x="210" y="27"/>
                    </a:lnTo>
                    <a:lnTo>
                      <a:pt x="208" y="29"/>
                    </a:lnTo>
                    <a:lnTo>
                      <a:pt x="204" y="31"/>
                    </a:lnTo>
                    <a:lnTo>
                      <a:pt x="204" y="33"/>
                    </a:lnTo>
                    <a:lnTo>
                      <a:pt x="201" y="33"/>
                    </a:lnTo>
                    <a:lnTo>
                      <a:pt x="16" y="33"/>
                    </a:lnTo>
                    <a:lnTo>
                      <a:pt x="13" y="33"/>
                    </a:lnTo>
                    <a:lnTo>
                      <a:pt x="9" y="33"/>
                    </a:lnTo>
                    <a:lnTo>
                      <a:pt x="7" y="31"/>
                    </a:lnTo>
                    <a:lnTo>
                      <a:pt x="6" y="29"/>
                    </a:lnTo>
                    <a:lnTo>
                      <a:pt x="2" y="25"/>
                    </a:lnTo>
                    <a:lnTo>
                      <a:pt x="0" y="22"/>
                    </a:lnTo>
                    <a:lnTo>
                      <a:pt x="0" y="20"/>
                    </a:lnTo>
                    <a:lnTo>
                      <a:pt x="0" y="13"/>
                    </a:lnTo>
                    <a:lnTo>
                      <a:pt x="0" y="13"/>
                    </a:lnTo>
                    <a:lnTo>
                      <a:pt x="0" y="11"/>
                    </a:lnTo>
                    <a:lnTo>
                      <a:pt x="2" y="7"/>
                    </a:lnTo>
                    <a:lnTo>
                      <a:pt x="4" y="4"/>
                    </a:lnTo>
                    <a:lnTo>
                      <a:pt x="7" y="2"/>
                    </a:lnTo>
                    <a:lnTo>
                      <a:pt x="9" y="2"/>
                    </a:lnTo>
                    <a:lnTo>
                      <a:pt x="16" y="0"/>
                    </a:lnTo>
                  </a:path>
                </a:pathLst>
              </a:custGeom>
              <a:noFill/>
              <a:ln w="11113">
                <a:solidFill>
                  <a:srgbClr val="808060"/>
                </a:solidFill>
                <a:prstDash val="solid"/>
                <a:round/>
              </a:ln>
            </p:spPr>
          </p:sp>
          <p:sp>
            <p:nvSpPr>
              <p:cNvPr id="95501" name=""/>
              <p:cNvSpPr/>
              <p:nvPr/>
            </p:nvSpPr>
            <p:spPr>
              <a:xfrm>
                <a:off x="3864" y="2296"/>
                <a:ext cx="61" cy="17"/>
              </a:xfrm>
              <a:custGeom>
                <a:pathLst>
                  <a:path w="122" h="34">
                    <a:moveTo>
                      <a:pt x="20" y="0"/>
                    </a:moveTo>
                    <a:lnTo>
                      <a:pt x="102" y="0"/>
                    </a:lnTo>
                    <a:lnTo>
                      <a:pt x="106" y="0"/>
                    </a:lnTo>
                    <a:lnTo>
                      <a:pt x="111" y="2"/>
                    </a:lnTo>
                    <a:lnTo>
                      <a:pt x="115" y="2"/>
                    </a:lnTo>
                    <a:lnTo>
                      <a:pt x="116" y="4"/>
                    </a:lnTo>
                    <a:lnTo>
                      <a:pt x="120" y="5"/>
                    </a:lnTo>
                    <a:lnTo>
                      <a:pt x="120" y="7"/>
                    </a:lnTo>
                    <a:lnTo>
                      <a:pt x="122" y="9"/>
                    </a:lnTo>
                    <a:lnTo>
                      <a:pt x="122" y="11"/>
                    </a:lnTo>
                    <a:lnTo>
                      <a:pt x="122" y="13"/>
                    </a:lnTo>
                    <a:lnTo>
                      <a:pt x="122" y="22"/>
                    </a:lnTo>
                    <a:lnTo>
                      <a:pt x="122" y="25"/>
                    </a:lnTo>
                    <a:lnTo>
                      <a:pt x="120" y="29"/>
                    </a:lnTo>
                    <a:lnTo>
                      <a:pt x="118" y="31"/>
                    </a:lnTo>
                    <a:lnTo>
                      <a:pt x="115" y="32"/>
                    </a:lnTo>
                    <a:lnTo>
                      <a:pt x="111" y="34"/>
                    </a:lnTo>
                    <a:lnTo>
                      <a:pt x="104" y="34"/>
                    </a:lnTo>
                    <a:lnTo>
                      <a:pt x="102" y="34"/>
                    </a:lnTo>
                    <a:lnTo>
                      <a:pt x="20" y="34"/>
                    </a:lnTo>
                    <a:lnTo>
                      <a:pt x="16" y="34"/>
                    </a:lnTo>
                    <a:lnTo>
                      <a:pt x="13" y="34"/>
                    </a:lnTo>
                    <a:lnTo>
                      <a:pt x="9" y="32"/>
                    </a:lnTo>
                    <a:lnTo>
                      <a:pt x="5" y="31"/>
                    </a:lnTo>
                    <a:lnTo>
                      <a:pt x="4" y="29"/>
                    </a:lnTo>
                    <a:lnTo>
                      <a:pt x="2" y="25"/>
                    </a:lnTo>
                    <a:lnTo>
                      <a:pt x="0" y="23"/>
                    </a:lnTo>
                    <a:lnTo>
                      <a:pt x="0" y="22"/>
                    </a:lnTo>
                    <a:lnTo>
                      <a:pt x="0" y="13"/>
                    </a:lnTo>
                    <a:lnTo>
                      <a:pt x="0" y="11"/>
                    </a:lnTo>
                    <a:lnTo>
                      <a:pt x="2" y="9"/>
                    </a:lnTo>
                    <a:lnTo>
                      <a:pt x="2" y="7"/>
                    </a:lnTo>
                    <a:lnTo>
                      <a:pt x="2" y="5"/>
                    </a:lnTo>
                    <a:lnTo>
                      <a:pt x="4" y="5"/>
                    </a:lnTo>
                    <a:lnTo>
                      <a:pt x="5" y="4"/>
                    </a:lnTo>
                    <a:lnTo>
                      <a:pt x="7" y="2"/>
                    </a:lnTo>
                    <a:lnTo>
                      <a:pt x="13" y="0"/>
                    </a:lnTo>
                    <a:lnTo>
                      <a:pt x="20" y="0"/>
                    </a:lnTo>
                    <a:close/>
                  </a:path>
                </a:pathLst>
              </a:custGeom>
              <a:solidFill>
                <a:srgbClr val="F0E0C0"/>
              </a:solidFill>
              <a:ln>
                <a:noFill/>
                <a:round/>
              </a:ln>
            </p:spPr>
          </p:sp>
          <p:sp>
            <p:nvSpPr>
              <p:cNvPr id="95502" name=""/>
              <p:cNvSpPr/>
              <p:nvPr/>
            </p:nvSpPr>
            <p:spPr>
              <a:xfrm>
                <a:off x="3864" y="2296"/>
                <a:ext cx="57" cy="13"/>
              </a:xfrm>
              <a:custGeom>
                <a:pathLst>
                  <a:path w="115" h="27">
                    <a:moveTo>
                      <a:pt x="18" y="0"/>
                    </a:moveTo>
                    <a:lnTo>
                      <a:pt x="97" y="0"/>
                    </a:lnTo>
                    <a:lnTo>
                      <a:pt x="100" y="0"/>
                    </a:lnTo>
                    <a:lnTo>
                      <a:pt x="106" y="2"/>
                    </a:lnTo>
                    <a:lnTo>
                      <a:pt x="108" y="2"/>
                    </a:lnTo>
                    <a:lnTo>
                      <a:pt x="109" y="4"/>
                    </a:lnTo>
                    <a:lnTo>
                      <a:pt x="113" y="5"/>
                    </a:lnTo>
                    <a:lnTo>
                      <a:pt x="113" y="5"/>
                    </a:lnTo>
                    <a:lnTo>
                      <a:pt x="115" y="7"/>
                    </a:lnTo>
                    <a:lnTo>
                      <a:pt x="115" y="9"/>
                    </a:lnTo>
                    <a:lnTo>
                      <a:pt x="115" y="11"/>
                    </a:lnTo>
                    <a:lnTo>
                      <a:pt x="115" y="16"/>
                    </a:lnTo>
                    <a:lnTo>
                      <a:pt x="115" y="20"/>
                    </a:lnTo>
                    <a:lnTo>
                      <a:pt x="113" y="23"/>
                    </a:lnTo>
                    <a:lnTo>
                      <a:pt x="111" y="23"/>
                    </a:lnTo>
                    <a:lnTo>
                      <a:pt x="108" y="25"/>
                    </a:lnTo>
                    <a:lnTo>
                      <a:pt x="106" y="27"/>
                    </a:lnTo>
                    <a:lnTo>
                      <a:pt x="99" y="27"/>
                    </a:lnTo>
                    <a:lnTo>
                      <a:pt x="18" y="27"/>
                    </a:lnTo>
                    <a:lnTo>
                      <a:pt x="14" y="27"/>
                    </a:lnTo>
                    <a:lnTo>
                      <a:pt x="11" y="27"/>
                    </a:lnTo>
                    <a:lnTo>
                      <a:pt x="9" y="25"/>
                    </a:lnTo>
                    <a:lnTo>
                      <a:pt x="5" y="23"/>
                    </a:lnTo>
                    <a:lnTo>
                      <a:pt x="4" y="23"/>
                    </a:lnTo>
                    <a:lnTo>
                      <a:pt x="2" y="20"/>
                    </a:lnTo>
                    <a:lnTo>
                      <a:pt x="0" y="18"/>
                    </a:lnTo>
                    <a:lnTo>
                      <a:pt x="0" y="11"/>
                    </a:lnTo>
                    <a:lnTo>
                      <a:pt x="0" y="9"/>
                    </a:lnTo>
                    <a:lnTo>
                      <a:pt x="2" y="7"/>
                    </a:lnTo>
                    <a:lnTo>
                      <a:pt x="2" y="5"/>
                    </a:lnTo>
                    <a:lnTo>
                      <a:pt x="2" y="5"/>
                    </a:lnTo>
                    <a:lnTo>
                      <a:pt x="4" y="5"/>
                    </a:lnTo>
                    <a:lnTo>
                      <a:pt x="5" y="4"/>
                    </a:lnTo>
                    <a:lnTo>
                      <a:pt x="7" y="2"/>
                    </a:lnTo>
                    <a:lnTo>
                      <a:pt x="18" y="0"/>
                    </a:lnTo>
                  </a:path>
                </a:pathLst>
              </a:custGeom>
              <a:noFill/>
              <a:ln w="11113">
                <a:solidFill>
                  <a:srgbClr val="C0C0C0"/>
                </a:solidFill>
                <a:prstDash val="solid"/>
                <a:round/>
              </a:ln>
            </p:spPr>
          </p:sp>
          <p:sp>
            <p:nvSpPr>
              <p:cNvPr id="95503" name=""/>
              <p:cNvSpPr/>
              <p:nvPr/>
            </p:nvSpPr>
            <p:spPr>
              <a:xfrm>
                <a:off x="3912" y="2300"/>
                <a:ext cx="6" cy="6"/>
              </a:xfrm>
              <a:custGeom>
                <a:pathLst>
                  <a:path w="11" h="11">
                    <a:moveTo>
                      <a:pt x="3" y="0"/>
                    </a:moveTo>
                    <a:lnTo>
                      <a:pt x="9" y="0"/>
                    </a:lnTo>
                    <a:lnTo>
                      <a:pt x="11" y="0"/>
                    </a:lnTo>
                    <a:lnTo>
                      <a:pt x="11" y="4"/>
                    </a:lnTo>
                    <a:lnTo>
                      <a:pt x="7" y="9"/>
                    </a:lnTo>
                    <a:lnTo>
                      <a:pt x="7" y="11"/>
                    </a:lnTo>
                    <a:lnTo>
                      <a:pt x="3" y="11"/>
                    </a:lnTo>
                    <a:lnTo>
                      <a:pt x="0" y="11"/>
                    </a:lnTo>
                    <a:lnTo>
                      <a:pt x="0" y="9"/>
                    </a:lnTo>
                    <a:lnTo>
                      <a:pt x="2" y="4"/>
                    </a:lnTo>
                    <a:lnTo>
                      <a:pt x="2" y="0"/>
                    </a:lnTo>
                    <a:lnTo>
                      <a:pt x="3" y="0"/>
                    </a:lnTo>
                    <a:lnTo>
                      <a:pt x="3" y="9"/>
                    </a:lnTo>
                    <a:lnTo>
                      <a:pt x="2" y="9"/>
                    </a:lnTo>
                    <a:lnTo>
                      <a:pt x="3" y="4"/>
                    </a:lnTo>
                    <a:lnTo>
                      <a:pt x="7" y="4"/>
                    </a:lnTo>
                    <a:lnTo>
                      <a:pt x="3" y="9"/>
                    </a:lnTo>
                    <a:lnTo>
                      <a:pt x="3" y="0"/>
                    </a:lnTo>
                    <a:close/>
                  </a:path>
                </a:pathLst>
              </a:custGeom>
              <a:solidFill>
                <a:srgbClr val="C0C080"/>
              </a:solidFill>
              <a:ln>
                <a:noFill/>
                <a:round/>
              </a:ln>
            </p:spPr>
          </p:sp>
          <p:sp>
            <p:nvSpPr>
              <p:cNvPr id="95504" name=""/>
              <p:cNvSpPr/>
              <p:nvPr/>
            </p:nvSpPr>
            <p:spPr>
              <a:xfrm>
                <a:off x="3869" y="2304"/>
                <a:ext cx="49" cy="4"/>
              </a:xfrm>
              <a:custGeom>
                <a:pathLst>
                  <a:path w="99" h="7">
                    <a:moveTo>
                      <a:pt x="0" y="0"/>
                    </a:moveTo>
                    <a:lnTo>
                      <a:pt x="99" y="0"/>
                    </a:lnTo>
                    <a:lnTo>
                      <a:pt x="97" y="7"/>
                    </a:lnTo>
                    <a:lnTo>
                      <a:pt x="0" y="7"/>
                    </a:lnTo>
                    <a:lnTo>
                      <a:pt x="0" y="0"/>
                    </a:lnTo>
                    <a:close/>
                  </a:path>
                </a:pathLst>
              </a:custGeom>
              <a:solidFill>
                <a:srgbClr val="FF6000"/>
              </a:solidFill>
              <a:ln>
                <a:noFill/>
                <a:round/>
              </a:ln>
            </p:spPr>
          </p:sp>
          <p:sp>
            <p:nvSpPr>
              <p:cNvPr id="95505" name=""/>
              <p:cNvSpPr/>
              <p:nvPr/>
            </p:nvSpPr>
            <p:spPr>
              <a:xfrm>
                <a:off x="3906" y="2300"/>
                <a:ext cx="7" cy="6"/>
              </a:xfrm>
              <a:custGeom>
                <a:pathLst>
                  <a:path w="15" h="11">
                    <a:moveTo>
                      <a:pt x="0" y="11"/>
                    </a:moveTo>
                    <a:lnTo>
                      <a:pt x="9" y="0"/>
                    </a:lnTo>
                    <a:lnTo>
                      <a:pt x="15" y="0"/>
                    </a:lnTo>
                    <a:lnTo>
                      <a:pt x="13" y="11"/>
                    </a:lnTo>
                    <a:lnTo>
                      <a:pt x="9" y="11"/>
                    </a:lnTo>
                    <a:lnTo>
                      <a:pt x="9" y="9"/>
                    </a:lnTo>
                    <a:lnTo>
                      <a:pt x="7" y="9"/>
                    </a:lnTo>
                    <a:lnTo>
                      <a:pt x="9" y="5"/>
                    </a:lnTo>
                    <a:lnTo>
                      <a:pt x="9" y="4"/>
                    </a:lnTo>
                    <a:lnTo>
                      <a:pt x="6" y="11"/>
                    </a:lnTo>
                    <a:lnTo>
                      <a:pt x="0" y="11"/>
                    </a:lnTo>
                    <a:close/>
                  </a:path>
                </a:pathLst>
              </a:custGeom>
              <a:solidFill>
                <a:srgbClr val="C0C080"/>
              </a:solidFill>
              <a:ln>
                <a:noFill/>
                <a:round/>
              </a:ln>
            </p:spPr>
          </p:sp>
          <p:sp>
            <p:nvSpPr>
              <p:cNvPr id="95506" name=""/>
              <p:cNvSpPr/>
              <p:nvPr/>
            </p:nvSpPr>
            <p:spPr>
              <a:xfrm>
                <a:off x="3905" y="2300"/>
                <a:ext cx="6" cy="6"/>
              </a:xfrm>
              <a:custGeom>
                <a:pathLst>
                  <a:path w="13" h="11">
                    <a:moveTo>
                      <a:pt x="0" y="11"/>
                    </a:moveTo>
                    <a:lnTo>
                      <a:pt x="6" y="4"/>
                    </a:lnTo>
                    <a:lnTo>
                      <a:pt x="8" y="0"/>
                    </a:lnTo>
                    <a:lnTo>
                      <a:pt x="13" y="0"/>
                    </a:lnTo>
                    <a:lnTo>
                      <a:pt x="13" y="4"/>
                    </a:lnTo>
                    <a:lnTo>
                      <a:pt x="13" y="5"/>
                    </a:lnTo>
                    <a:lnTo>
                      <a:pt x="11" y="5"/>
                    </a:lnTo>
                    <a:lnTo>
                      <a:pt x="11" y="9"/>
                    </a:lnTo>
                    <a:lnTo>
                      <a:pt x="8" y="9"/>
                    </a:lnTo>
                    <a:lnTo>
                      <a:pt x="6" y="9"/>
                    </a:lnTo>
                    <a:lnTo>
                      <a:pt x="8" y="5"/>
                    </a:lnTo>
                    <a:lnTo>
                      <a:pt x="11" y="4"/>
                    </a:lnTo>
                    <a:lnTo>
                      <a:pt x="8" y="4"/>
                    </a:lnTo>
                    <a:lnTo>
                      <a:pt x="2" y="11"/>
                    </a:lnTo>
                    <a:lnTo>
                      <a:pt x="0" y="11"/>
                    </a:lnTo>
                    <a:close/>
                  </a:path>
                </a:pathLst>
              </a:custGeom>
              <a:solidFill>
                <a:srgbClr val="C0C080"/>
              </a:solidFill>
              <a:ln>
                <a:noFill/>
                <a:round/>
              </a:ln>
            </p:spPr>
          </p:sp>
          <p:sp>
            <p:nvSpPr>
              <p:cNvPr id="95507" name=""/>
              <p:cNvSpPr/>
              <p:nvPr/>
            </p:nvSpPr>
            <p:spPr>
              <a:xfrm>
                <a:off x="3900" y="2300"/>
                <a:ext cx="7" cy="6"/>
              </a:xfrm>
              <a:custGeom>
                <a:pathLst>
                  <a:path w="14" h="11">
                    <a:moveTo>
                      <a:pt x="0" y="11"/>
                    </a:moveTo>
                    <a:lnTo>
                      <a:pt x="3" y="4"/>
                    </a:lnTo>
                    <a:lnTo>
                      <a:pt x="5" y="0"/>
                    </a:lnTo>
                    <a:lnTo>
                      <a:pt x="12" y="0"/>
                    </a:lnTo>
                    <a:lnTo>
                      <a:pt x="14" y="0"/>
                    </a:lnTo>
                    <a:lnTo>
                      <a:pt x="14" y="4"/>
                    </a:lnTo>
                    <a:lnTo>
                      <a:pt x="10" y="11"/>
                    </a:lnTo>
                    <a:lnTo>
                      <a:pt x="9" y="11"/>
                    </a:lnTo>
                    <a:lnTo>
                      <a:pt x="12" y="4"/>
                    </a:lnTo>
                    <a:lnTo>
                      <a:pt x="10" y="4"/>
                    </a:lnTo>
                    <a:lnTo>
                      <a:pt x="5" y="11"/>
                    </a:lnTo>
                    <a:lnTo>
                      <a:pt x="3" y="11"/>
                    </a:lnTo>
                    <a:lnTo>
                      <a:pt x="9" y="4"/>
                    </a:lnTo>
                    <a:lnTo>
                      <a:pt x="5" y="4"/>
                    </a:lnTo>
                    <a:lnTo>
                      <a:pt x="1" y="11"/>
                    </a:lnTo>
                    <a:lnTo>
                      <a:pt x="0" y="11"/>
                    </a:lnTo>
                    <a:close/>
                  </a:path>
                </a:pathLst>
              </a:custGeom>
              <a:solidFill>
                <a:srgbClr val="C0C080"/>
              </a:solidFill>
              <a:ln>
                <a:noFill/>
                <a:round/>
              </a:ln>
            </p:spPr>
          </p:sp>
          <p:sp>
            <p:nvSpPr>
              <p:cNvPr id="95508" name=""/>
              <p:cNvSpPr/>
              <p:nvPr/>
            </p:nvSpPr>
            <p:spPr>
              <a:xfrm>
                <a:off x="3897" y="2300"/>
                <a:ext cx="6" cy="6"/>
              </a:xfrm>
              <a:custGeom>
                <a:pathLst>
                  <a:path w="11" h="11">
                    <a:moveTo>
                      <a:pt x="4" y="0"/>
                    </a:moveTo>
                    <a:lnTo>
                      <a:pt x="9" y="0"/>
                    </a:lnTo>
                    <a:lnTo>
                      <a:pt x="11" y="0"/>
                    </a:lnTo>
                    <a:lnTo>
                      <a:pt x="11" y="4"/>
                    </a:lnTo>
                    <a:lnTo>
                      <a:pt x="9" y="9"/>
                    </a:lnTo>
                    <a:lnTo>
                      <a:pt x="7" y="11"/>
                    </a:lnTo>
                    <a:lnTo>
                      <a:pt x="4" y="11"/>
                    </a:lnTo>
                    <a:lnTo>
                      <a:pt x="2" y="11"/>
                    </a:lnTo>
                    <a:lnTo>
                      <a:pt x="0" y="11"/>
                    </a:lnTo>
                    <a:lnTo>
                      <a:pt x="0" y="9"/>
                    </a:lnTo>
                    <a:lnTo>
                      <a:pt x="2" y="4"/>
                    </a:lnTo>
                    <a:lnTo>
                      <a:pt x="4" y="0"/>
                    </a:lnTo>
                    <a:lnTo>
                      <a:pt x="4" y="9"/>
                    </a:lnTo>
                    <a:lnTo>
                      <a:pt x="2" y="9"/>
                    </a:lnTo>
                    <a:lnTo>
                      <a:pt x="4" y="4"/>
                    </a:lnTo>
                    <a:lnTo>
                      <a:pt x="9" y="4"/>
                    </a:lnTo>
                    <a:lnTo>
                      <a:pt x="4" y="9"/>
                    </a:lnTo>
                    <a:lnTo>
                      <a:pt x="4" y="0"/>
                    </a:lnTo>
                    <a:close/>
                  </a:path>
                </a:pathLst>
              </a:custGeom>
              <a:solidFill>
                <a:srgbClr val="C0C080"/>
              </a:solidFill>
              <a:ln>
                <a:noFill/>
                <a:round/>
              </a:ln>
            </p:spPr>
          </p:sp>
          <p:sp>
            <p:nvSpPr>
              <p:cNvPr id="95509" name=""/>
              <p:cNvSpPr/>
              <p:nvPr/>
            </p:nvSpPr>
            <p:spPr>
              <a:xfrm>
                <a:off x="3893" y="2300"/>
                <a:ext cx="6" cy="6"/>
              </a:xfrm>
              <a:custGeom>
                <a:pathLst>
                  <a:path w="13" h="11">
                    <a:moveTo>
                      <a:pt x="13" y="0"/>
                    </a:moveTo>
                    <a:lnTo>
                      <a:pt x="8" y="0"/>
                    </a:lnTo>
                    <a:lnTo>
                      <a:pt x="6" y="0"/>
                    </a:lnTo>
                    <a:lnTo>
                      <a:pt x="6" y="4"/>
                    </a:lnTo>
                    <a:lnTo>
                      <a:pt x="0" y="9"/>
                    </a:lnTo>
                    <a:lnTo>
                      <a:pt x="0" y="11"/>
                    </a:lnTo>
                    <a:lnTo>
                      <a:pt x="2" y="11"/>
                    </a:lnTo>
                    <a:lnTo>
                      <a:pt x="8" y="11"/>
                    </a:lnTo>
                    <a:lnTo>
                      <a:pt x="8" y="9"/>
                    </a:lnTo>
                    <a:lnTo>
                      <a:pt x="6" y="9"/>
                    </a:lnTo>
                    <a:lnTo>
                      <a:pt x="8" y="4"/>
                    </a:lnTo>
                    <a:lnTo>
                      <a:pt x="13" y="4"/>
                    </a:lnTo>
                    <a:lnTo>
                      <a:pt x="13" y="0"/>
                    </a:lnTo>
                    <a:close/>
                  </a:path>
                </a:pathLst>
              </a:custGeom>
              <a:solidFill>
                <a:srgbClr val="C0C080"/>
              </a:solidFill>
              <a:ln>
                <a:noFill/>
                <a:round/>
              </a:ln>
            </p:spPr>
          </p:sp>
          <p:sp>
            <p:nvSpPr>
              <p:cNvPr id="95510" name=""/>
              <p:cNvSpPr/>
              <p:nvPr/>
            </p:nvSpPr>
            <p:spPr>
              <a:xfrm>
                <a:off x="3943" y="2296"/>
                <a:ext cx="7" cy="17"/>
              </a:xfrm>
              <a:custGeom>
                <a:pathLst>
                  <a:path w="14" h="34">
                    <a:moveTo>
                      <a:pt x="14" y="0"/>
                    </a:moveTo>
                    <a:lnTo>
                      <a:pt x="1" y="0"/>
                    </a:lnTo>
                    <a:lnTo>
                      <a:pt x="0" y="5"/>
                    </a:lnTo>
                    <a:lnTo>
                      <a:pt x="0" y="29"/>
                    </a:lnTo>
                    <a:lnTo>
                      <a:pt x="5" y="32"/>
                    </a:lnTo>
                    <a:lnTo>
                      <a:pt x="14" y="34"/>
                    </a:lnTo>
                    <a:lnTo>
                      <a:pt x="12" y="31"/>
                    </a:lnTo>
                    <a:lnTo>
                      <a:pt x="9" y="27"/>
                    </a:lnTo>
                    <a:lnTo>
                      <a:pt x="9" y="7"/>
                    </a:lnTo>
                    <a:lnTo>
                      <a:pt x="9" y="4"/>
                    </a:lnTo>
                    <a:lnTo>
                      <a:pt x="12" y="2"/>
                    </a:lnTo>
                    <a:lnTo>
                      <a:pt x="14" y="0"/>
                    </a:lnTo>
                    <a:close/>
                  </a:path>
                </a:pathLst>
              </a:custGeom>
              <a:solidFill>
                <a:srgbClr val="A0A070"/>
              </a:solidFill>
              <a:ln>
                <a:noFill/>
                <a:round/>
              </a:ln>
            </p:spPr>
          </p:sp>
          <p:sp>
            <p:nvSpPr>
              <p:cNvPr id="95511" name=""/>
              <p:cNvSpPr/>
              <p:nvPr/>
            </p:nvSpPr>
            <p:spPr>
              <a:xfrm>
                <a:off x="3946" y="2295"/>
                <a:ext cx="20" cy="18"/>
              </a:xfrm>
              <a:custGeom>
                <a:pathLst>
                  <a:path w="41" h="36">
                    <a:moveTo>
                      <a:pt x="7" y="36"/>
                    </a:moveTo>
                    <a:lnTo>
                      <a:pt x="34" y="36"/>
                    </a:lnTo>
                    <a:lnTo>
                      <a:pt x="36" y="36"/>
                    </a:lnTo>
                    <a:lnTo>
                      <a:pt x="38" y="34"/>
                    </a:lnTo>
                    <a:lnTo>
                      <a:pt x="39" y="33"/>
                    </a:lnTo>
                    <a:lnTo>
                      <a:pt x="39" y="31"/>
                    </a:lnTo>
                    <a:lnTo>
                      <a:pt x="41" y="31"/>
                    </a:lnTo>
                    <a:lnTo>
                      <a:pt x="41" y="27"/>
                    </a:lnTo>
                    <a:lnTo>
                      <a:pt x="41" y="25"/>
                    </a:lnTo>
                    <a:lnTo>
                      <a:pt x="41" y="11"/>
                    </a:lnTo>
                    <a:lnTo>
                      <a:pt x="41" y="9"/>
                    </a:lnTo>
                    <a:lnTo>
                      <a:pt x="39" y="6"/>
                    </a:lnTo>
                    <a:lnTo>
                      <a:pt x="39" y="4"/>
                    </a:lnTo>
                    <a:lnTo>
                      <a:pt x="38" y="2"/>
                    </a:lnTo>
                    <a:lnTo>
                      <a:pt x="34" y="0"/>
                    </a:lnTo>
                    <a:lnTo>
                      <a:pt x="7" y="0"/>
                    </a:lnTo>
                    <a:lnTo>
                      <a:pt x="4" y="2"/>
                    </a:lnTo>
                    <a:lnTo>
                      <a:pt x="2" y="4"/>
                    </a:lnTo>
                    <a:lnTo>
                      <a:pt x="2" y="6"/>
                    </a:lnTo>
                    <a:lnTo>
                      <a:pt x="0" y="9"/>
                    </a:lnTo>
                    <a:lnTo>
                      <a:pt x="0" y="11"/>
                    </a:lnTo>
                    <a:lnTo>
                      <a:pt x="0" y="25"/>
                    </a:lnTo>
                    <a:lnTo>
                      <a:pt x="0" y="27"/>
                    </a:lnTo>
                    <a:lnTo>
                      <a:pt x="0" y="31"/>
                    </a:lnTo>
                    <a:lnTo>
                      <a:pt x="2" y="31"/>
                    </a:lnTo>
                    <a:lnTo>
                      <a:pt x="2" y="33"/>
                    </a:lnTo>
                    <a:lnTo>
                      <a:pt x="4" y="34"/>
                    </a:lnTo>
                    <a:lnTo>
                      <a:pt x="7" y="36"/>
                    </a:lnTo>
                    <a:close/>
                  </a:path>
                </a:pathLst>
              </a:custGeom>
              <a:solidFill>
                <a:srgbClr val="505020"/>
              </a:solidFill>
              <a:ln>
                <a:noFill/>
                <a:round/>
              </a:ln>
            </p:spPr>
          </p:sp>
          <p:sp>
            <p:nvSpPr>
              <p:cNvPr id="95512" name=""/>
              <p:cNvSpPr/>
              <p:nvPr/>
            </p:nvSpPr>
            <p:spPr>
              <a:xfrm>
                <a:off x="3946" y="2296"/>
                <a:ext cx="20" cy="17"/>
              </a:xfrm>
              <a:custGeom>
                <a:pathLst>
                  <a:path w="41" h="34">
                    <a:moveTo>
                      <a:pt x="4" y="0"/>
                    </a:moveTo>
                    <a:lnTo>
                      <a:pt x="0" y="4"/>
                    </a:lnTo>
                    <a:lnTo>
                      <a:pt x="0" y="31"/>
                    </a:lnTo>
                    <a:lnTo>
                      <a:pt x="2" y="34"/>
                    </a:lnTo>
                    <a:lnTo>
                      <a:pt x="39" y="34"/>
                    </a:lnTo>
                    <a:lnTo>
                      <a:pt x="41" y="31"/>
                    </a:lnTo>
                    <a:lnTo>
                      <a:pt x="41" y="4"/>
                    </a:lnTo>
                    <a:lnTo>
                      <a:pt x="39" y="0"/>
                    </a:lnTo>
                    <a:lnTo>
                      <a:pt x="4" y="0"/>
                    </a:lnTo>
                    <a:close/>
                  </a:path>
                </a:pathLst>
              </a:custGeom>
              <a:solidFill>
                <a:srgbClr val="706040"/>
              </a:solidFill>
              <a:ln>
                <a:noFill/>
                <a:round/>
              </a:ln>
            </p:spPr>
          </p:sp>
          <p:sp>
            <p:nvSpPr>
              <p:cNvPr id="95513" name=""/>
              <p:cNvSpPr/>
              <p:nvPr/>
            </p:nvSpPr>
            <p:spPr>
              <a:xfrm>
                <a:off x="3946" y="2296"/>
                <a:ext cx="20" cy="17"/>
              </a:xfrm>
              <a:custGeom>
                <a:pathLst>
                  <a:path w="39" h="34">
                    <a:moveTo>
                      <a:pt x="3" y="0"/>
                    </a:moveTo>
                    <a:lnTo>
                      <a:pt x="0" y="2"/>
                    </a:lnTo>
                    <a:lnTo>
                      <a:pt x="0" y="31"/>
                    </a:lnTo>
                    <a:lnTo>
                      <a:pt x="2" y="34"/>
                    </a:lnTo>
                    <a:lnTo>
                      <a:pt x="37" y="34"/>
                    </a:lnTo>
                    <a:lnTo>
                      <a:pt x="39" y="31"/>
                    </a:lnTo>
                    <a:lnTo>
                      <a:pt x="39" y="4"/>
                    </a:lnTo>
                    <a:lnTo>
                      <a:pt x="37" y="0"/>
                    </a:lnTo>
                    <a:lnTo>
                      <a:pt x="3" y="0"/>
                    </a:lnTo>
                    <a:close/>
                  </a:path>
                </a:pathLst>
              </a:custGeom>
              <a:solidFill>
                <a:srgbClr val="808060"/>
              </a:solidFill>
              <a:ln>
                <a:noFill/>
                <a:round/>
              </a:ln>
            </p:spPr>
          </p:sp>
          <p:sp>
            <p:nvSpPr>
              <p:cNvPr id="95514" name=""/>
              <p:cNvSpPr/>
              <p:nvPr/>
            </p:nvSpPr>
            <p:spPr>
              <a:xfrm>
                <a:off x="3950" y="2298"/>
                <a:ext cx="14" cy="11"/>
              </a:xfrm>
              <a:custGeom>
                <a:pathLst>
                  <a:path w="29" h="23">
                    <a:moveTo>
                      <a:pt x="2" y="0"/>
                    </a:moveTo>
                    <a:lnTo>
                      <a:pt x="0" y="1"/>
                    </a:lnTo>
                    <a:lnTo>
                      <a:pt x="0" y="21"/>
                    </a:lnTo>
                    <a:lnTo>
                      <a:pt x="2" y="23"/>
                    </a:lnTo>
                    <a:lnTo>
                      <a:pt x="27" y="23"/>
                    </a:lnTo>
                    <a:lnTo>
                      <a:pt x="29" y="21"/>
                    </a:lnTo>
                    <a:lnTo>
                      <a:pt x="29" y="3"/>
                    </a:lnTo>
                    <a:lnTo>
                      <a:pt x="27" y="0"/>
                    </a:lnTo>
                    <a:lnTo>
                      <a:pt x="2" y="0"/>
                    </a:lnTo>
                    <a:close/>
                  </a:path>
                </a:pathLst>
              </a:custGeom>
              <a:solidFill>
                <a:srgbClr val="C0C080"/>
              </a:solidFill>
              <a:ln>
                <a:noFill/>
                <a:round/>
              </a:ln>
            </p:spPr>
          </p:sp>
          <p:sp>
            <p:nvSpPr>
              <p:cNvPr id="95515" name=""/>
              <p:cNvSpPr/>
              <p:nvPr/>
            </p:nvSpPr>
            <p:spPr>
              <a:xfrm>
                <a:off x="3952" y="2300"/>
                <a:ext cx="2" cy="4"/>
              </a:xfrm>
              <a:custGeom>
                <a:pathLst>
                  <a:path w="5" h="7">
                    <a:moveTo>
                      <a:pt x="3" y="0"/>
                    </a:moveTo>
                    <a:lnTo>
                      <a:pt x="3" y="2"/>
                    </a:lnTo>
                    <a:lnTo>
                      <a:pt x="3" y="2"/>
                    </a:lnTo>
                    <a:lnTo>
                      <a:pt x="5" y="4"/>
                    </a:lnTo>
                    <a:lnTo>
                      <a:pt x="5" y="4"/>
                    </a:lnTo>
                    <a:lnTo>
                      <a:pt x="3" y="5"/>
                    </a:lnTo>
                    <a:lnTo>
                      <a:pt x="3" y="7"/>
                    </a:lnTo>
                    <a:lnTo>
                      <a:pt x="1" y="7"/>
                    </a:lnTo>
                    <a:lnTo>
                      <a:pt x="0" y="5"/>
                    </a:lnTo>
                    <a:lnTo>
                      <a:pt x="0" y="4"/>
                    </a:lnTo>
                    <a:lnTo>
                      <a:pt x="0" y="4"/>
                    </a:lnTo>
                    <a:lnTo>
                      <a:pt x="0" y="2"/>
                    </a:lnTo>
                    <a:lnTo>
                      <a:pt x="1" y="2"/>
                    </a:lnTo>
                    <a:lnTo>
                      <a:pt x="3" y="0"/>
                    </a:lnTo>
                  </a:path>
                </a:pathLst>
              </a:custGeom>
              <a:noFill/>
              <a:ln w="11113">
                <a:solidFill>
                  <a:srgbClr val="000000"/>
                </a:solidFill>
                <a:prstDash val="solid"/>
                <a:round/>
              </a:ln>
            </p:spPr>
          </p:sp>
          <p:cxnSp>
            <p:nvCxnSpPr>
              <p:cNvPr id="95516" name=""/>
              <p:cNvCxnSpPr/>
              <p:nvPr/>
            </p:nvCxnSpPr>
            <p:spPr>
              <a:xfrm>
                <a:off x="3959" y="2300"/>
                <a:ext cx="1" cy="8"/>
              </a:xfrm>
              <a:prstGeom prst="line">
                <a:avLst/>
              </a:prstGeom>
              <a:noFill/>
              <a:ln w="11113">
                <a:solidFill>
                  <a:prstClr val="black"/>
                </a:solidFill>
                <a:miter lim="800000"/>
              </a:ln>
            </p:spPr>
          </p:cxnSp>
          <p:sp>
            <p:nvSpPr>
              <p:cNvPr id="95517" name=""/>
              <p:cNvSpPr/>
              <p:nvPr/>
            </p:nvSpPr>
            <p:spPr>
              <a:xfrm>
                <a:off x="3914" y="2295"/>
                <a:ext cx="52" cy="4"/>
              </a:xfrm>
              <a:prstGeom prst="rect">
                <a:avLst/>
              </a:prstGeom>
              <a:solidFill>
                <a:srgbClr val="808060"/>
              </a:solidFill>
              <a:ln>
                <a:noFill/>
                <a:miter lim="800000"/>
              </a:ln>
            </p:spPr>
          </p:sp>
          <p:sp>
            <p:nvSpPr>
              <p:cNvPr id="95518" name=""/>
              <p:cNvSpPr/>
              <p:nvPr/>
            </p:nvSpPr>
            <p:spPr>
              <a:xfrm>
                <a:off x="3914" y="2307"/>
                <a:ext cx="8" cy="7"/>
              </a:xfrm>
              <a:custGeom>
                <a:pathLst>
                  <a:path w="16" h="14">
                    <a:moveTo>
                      <a:pt x="0" y="9"/>
                    </a:moveTo>
                    <a:lnTo>
                      <a:pt x="0" y="14"/>
                    </a:lnTo>
                    <a:lnTo>
                      <a:pt x="6" y="14"/>
                    </a:lnTo>
                    <a:lnTo>
                      <a:pt x="9" y="10"/>
                    </a:lnTo>
                    <a:lnTo>
                      <a:pt x="11" y="5"/>
                    </a:lnTo>
                    <a:lnTo>
                      <a:pt x="15" y="3"/>
                    </a:lnTo>
                    <a:lnTo>
                      <a:pt x="16" y="0"/>
                    </a:lnTo>
                    <a:lnTo>
                      <a:pt x="15" y="0"/>
                    </a:lnTo>
                    <a:lnTo>
                      <a:pt x="8" y="5"/>
                    </a:lnTo>
                    <a:lnTo>
                      <a:pt x="6" y="9"/>
                    </a:lnTo>
                    <a:lnTo>
                      <a:pt x="0" y="9"/>
                    </a:lnTo>
                    <a:close/>
                  </a:path>
                </a:pathLst>
              </a:custGeom>
              <a:solidFill>
                <a:srgbClr val="808060"/>
              </a:solidFill>
              <a:ln>
                <a:noFill/>
                <a:round/>
              </a:ln>
            </p:spPr>
          </p:sp>
          <p:sp>
            <p:nvSpPr>
              <p:cNvPr id="95519" name=""/>
              <p:cNvSpPr/>
              <p:nvPr/>
            </p:nvSpPr>
            <p:spPr>
              <a:xfrm>
                <a:off x="3963" y="2295"/>
                <a:ext cx="9" cy="18"/>
              </a:xfrm>
              <a:custGeom>
                <a:pathLst>
                  <a:path w="20" h="36">
                    <a:moveTo>
                      <a:pt x="11" y="36"/>
                    </a:moveTo>
                    <a:lnTo>
                      <a:pt x="13" y="34"/>
                    </a:lnTo>
                    <a:lnTo>
                      <a:pt x="14" y="33"/>
                    </a:lnTo>
                    <a:lnTo>
                      <a:pt x="18" y="29"/>
                    </a:lnTo>
                    <a:lnTo>
                      <a:pt x="20" y="25"/>
                    </a:lnTo>
                    <a:lnTo>
                      <a:pt x="20" y="20"/>
                    </a:lnTo>
                    <a:lnTo>
                      <a:pt x="20" y="13"/>
                    </a:lnTo>
                    <a:lnTo>
                      <a:pt x="18" y="11"/>
                    </a:lnTo>
                    <a:lnTo>
                      <a:pt x="14" y="7"/>
                    </a:lnTo>
                    <a:lnTo>
                      <a:pt x="13" y="6"/>
                    </a:lnTo>
                    <a:lnTo>
                      <a:pt x="7" y="2"/>
                    </a:lnTo>
                    <a:lnTo>
                      <a:pt x="5" y="2"/>
                    </a:lnTo>
                    <a:lnTo>
                      <a:pt x="0" y="0"/>
                    </a:lnTo>
                    <a:lnTo>
                      <a:pt x="0" y="4"/>
                    </a:lnTo>
                    <a:lnTo>
                      <a:pt x="5" y="6"/>
                    </a:lnTo>
                    <a:lnTo>
                      <a:pt x="7" y="7"/>
                    </a:lnTo>
                    <a:lnTo>
                      <a:pt x="13" y="11"/>
                    </a:lnTo>
                    <a:lnTo>
                      <a:pt x="14" y="13"/>
                    </a:lnTo>
                    <a:lnTo>
                      <a:pt x="14" y="16"/>
                    </a:lnTo>
                    <a:lnTo>
                      <a:pt x="14" y="20"/>
                    </a:lnTo>
                    <a:lnTo>
                      <a:pt x="14" y="24"/>
                    </a:lnTo>
                    <a:lnTo>
                      <a:pt x="14" y="27"/>
                    </a:lnTo>
                    <a:lnTo>
                      <a:pt x="14" y="29"/>
                    </a:lnTo>
                    <a:lnTo>
                      <a:pt x="13" y="33"/>
                    </a:lnTo>
                    <a:lnTo>
                      <a:pt x="11" y="36"/>
                    </a:lnTo>
                    <a:close/>
                  </a:path>
                </a:pathLst>
              </a:custGeom>
              <a:solidFill>
                <a:srgbClr val="808060"/>
              </a:solidFill>
              <a:ln>
                <a:noFill/>
                <a:round/>
              </a:ln>
            </p:spPr>
          </p:sp>
          <p:sp>
            <p:nvSpPr>
              <p:cNvPr id="95520" name=""/>
              <p:cNvSpPr/>
              <p:nvPr/>
            </p:nvSpPr>
            <p:spPr>
              <a:xfrm>
                <a:off x="3923" y="2295"/>
                <a:ext cx="22" cy="18"/>
              </a:xfrm>
              <a:custGeom>
                <a:pathLst>
                  <a:path w="43" h="36">
                    <a:moveTo>
                      <a:pt x="22" y="0"/>
                    </a:moveTo>
                    <a:lnTo>
                      <a:pt x="32" y="0"/>
                    </a:lnTo>
                    <a:lnTo>
                      <a:pt x="36" y="2"/>
                    </a:lnTo>
                    <a:lnTo>
                      <a:pt x="40" y="4"/>
                    </a:lnTo>
                    <a:lnTo>
                      <a:pt x="41" y="7"/>
                    </a:lnTo>
                    <a:lnTo>
                      <a:pt x="41" y="11"/>
                    </a:lnTo>
                    <a:lnTo>
                      <a:pt x="43" y="15"/>
                    </a:lnTo>
                    <a:lnTo>
                      <a:pt x="43" y="16"/>
                    </a:lnTo>
                    <a:lnTo>
                      <a:pt x="43" y="22"/>
                    </a:lnTo>
                    <a:lnTo>
                      <a:pt x="43" y="25"/>
                    </a:lnTo>
                    <a:lnTo>
                      <a:pt x="41" y="27"/>
                    </a:lnTo>
                    <a:lnTo>
                      <a:pt x="41" y="31"/>
                    </a:lnTo>
                    <a:lnTo>
                      <a:pt x="38" y="34"/>
                    </a:lnTo>
                    <a:lnTo>
                      <a:pt x="36" y="36"/>
                    </a:lnTo>
                    <a:lnTo>
                      <a:pt x="34" y="36"/>
                    </a:lnTo>
                    <a:lnTo>
                      <a:pt x="32" y="36"/>
                    </a:lnTo>
                    <a:lnTo>
                      <a:pt x="0" y="36"/>
                    </a:lnTo>
                    <a:lnTo>
                      <a:pt x="22" y="0"/>
                    </a:lnTo>
                    <a:close/>
                  </a:path>
                </a:pathLst>
              </a:custGeom>
              <a:solidFill>
                <a:srgbClr val="C0C080"/>
              </a:solidFill>
              <a:ln>
                <a:noFill/>
                <a:round/>
              </a:ln>
            </p:spPr>
          </p:sp>
          <p:sp>
            <p:nvSpPr>
              <p:cNvPr id="95521" name=""/>
              <p:cNvSpPr/>
              <p:nvPr/>
            </p:nvSpPr>
            <p:spPr>
              <a:xfrm>
                <a:off x="3932" y="2295"/>
                <a:ext cx="7" cy="4"/>
              </a:xfrm>
              <a:custGeom>
                <a:pathLst>
                  <a:path w="14" h="7">
                    <a:moveTo>
                      <a:pt x="14" y="0"/>
                    </a:moveTo>
                    <a:lnTo>
                      <a:pt x="0" y="0"/>
                    </a:lnTo>
                    <a:lnTo>
                      <a:pt x="14" y="7"/>
                    </a:lnTo>
                    <a:lnTo>
                      <a:pt x="14" y="0"/>
                    </a:lnTo>
                    <a:close/>
                  </a:path>
                </a:pathLst>
              </a:custGeom>
              <a:solidFill>
                <a:srgbClr val="808050"/>
              </a:solidFill>
              <a:ln>
                <a:noFill/>
                <a:round/>
              </a:ln>
            </p:spPr>
          </p:sp>
          <p:sp>
            <p:nvSpPr>
              <p:cNvPr id="95522" name=""/>
              <p:cNvSpPr/>
              <p:nvPr/>
            </p:nvSpPr>
            <p:spPr>
              <a:xfrm>
                <a:off x="3937" y="2295"/>
                <a:ext cx="8" cy="10"/>
              </a:xfrm>
              <a:custGeom>
                <a:pathLst>
                  <a:path w="14" h="20">
                    <a:moveTo>
                      <a:pt x="14" y="20"/>
                    </a:moveTo>
                    <a:lnTo>
                      <a:pt x="14" y="18"/>
                    </a:lnTo>
                    <a:lnTo>
                      <a:pt x="14" y="11"/>
                    </a:lnTo>
                    <a:lnTo>
                      <a:pt x="12" y="9"/>
                    </a:lnTo>
                    <a:lnTo>
                      <a:pt x="12" y="7"/>
                    </a:lnTo>
                    <a:lnTo>
                      <a:pt x="9" y="4"/>
                    </a:lnTo>
                    <a:lnTo>
                      <a:pt x="5" y="2"/>
                    </a:lnTo>
                    <a:lnTo>
                      <a:pt x="5" y="0"/>
                    </a:lnTo>
                    <a:lnTo>
                      <a:pt x="2" y="0"/>
                    </a:lnTo>
                    <a:lnTo>
                      <a:pt x="0" y="0"/>
                    </a:lnTo>
                    <a:lnTo>
                      <a:pt x="0" y="2"/>
                    </a:lnTo>
                    <a:lnTo>
                      <a:pt x="2" y="2"/>
                    </a:lnTo>
                    <a:lnTo>
                      <a:pt x="5" y="2"/>
                    </a:lnTo>
                    <a:lnTo>
                      <a:pt x="5" y="4"/>
                    </a:lnTo>
                    <a:lnTo>
                      <a:pt x="7" y="7"/>
                    </a:lnTo>
                    <a:lnTo>
                      <a:pt x="9" y="7"/>
                    </a:lnTo>
                    <a:lnTo>
                      <a:pt x="9" y="9"/>
                    </a:lnTo>
                    <a:lnTo>
                      <a:pt x="12" y="11"/>
                    </a:lnTo>
                    <a:lnTo>
                      <a:pt x="12" y="13"/>
                    </a:lnTo>
                    <a:lnTo>
                      <a:pt x="12" y="18"/>
                    </a:lnTo>
                    <a:lnTo>
                      <a:pt x="12" y="20"/>
                    </a:lnTo>
                    <a:lnTo>
                      <a:pt x="14" y="20"/>
                    </a:lnTo>
                    <a:close/>
                  </a:path>
                </a:pathLst>
              </a:custGeom>
              <a:solidFill>
                <a:srgbClr val="808050"/>
              </a:solidFill>
              <a:ln>
                <a:noFill/>
                <a:round/>
              </a:ln>
            </p:spPr>
          </p:sp>
          <p:sp>
            <p:nvSpPr>
              <p:cNvPr id="95523" name=""/>
              <p:cNvSpPr/>
              <p:nvPr/>
            </p:nvSpPr>
            <p:spPr>
              <a:xfrm>
                <a:off x="3943" y="2301"/>
                <a:ext cx="2" cy="6"/>
              </a:xfrm>
              <a:prstGeom prst="rect">
                <a:avLst/>
              </a:prstGeom>
              <a:solidFill>
                <a:srgbClr val="808050"/>
              </a:solidFill>
              <a:ln>
                <a:noFill/>
                <a:miter lim="800000"/>
              </a:ln>
            </p:spPr>
          </p:sp>
          <p:sp>
            <p:nvSpPr>
              <p:cNvPr id="95524" name=""/>
              <p:cNvSpPr/>
              <p:nvPr/>
            </p:nvSpPr>
            <p:spPr>
              <a:xfrm>
                <a:off x="3937" y="2304"/>
                <a:ext cx="8" cy="10"/>
              </a:xfrm>
              <a:custGeom>
                <a:pathLst>
                  <a:path w="14" h="20">
                    <a:moveTo>
                      <a:pt x="0" y="20"/>
                    </a:moveTo>
                    <a:lnTo>
                      <a:pt x="2" y="20"/>
                    </a:lnTo>
                    <a:lnTo>
                      <a:pt x="5" y="20"/>
                    </a:lnTo>
                    <a:lnTo>
                      <a:pt x="5" y="18"/>
                    </a:lnTo>
                    <a:lnTo>
                      <a:pt x="7" y="18"/>
                    </a:lnTo>
                    <a:lnTo>
                      <a:pt x="9" y="16"/>
                    </a:lnTo>
                    <a:lnTo>
                      <a:pt x="12" y="13"/>
                    </a:lnTo>
                    <a:lnTo>
                      <a:pt x="12" y="11"/>
                    </a:lnTo>
                    <a:lnTo>
                      <a:pt x="14" y="9"/>
                    </a:lnTo>
                    <a:lnTo>
                      <a:pt x="14" y="2"/>
                    </a:lnTo>
                    <a:lnTo>
                      <a:pt x="14" y="0"/>
                    </a:lnTo>
                    <a:lnTo>
                      <a:pt x="12" y="0"/>
                    </a:lnTo>
                    <a:lnTo>
                      <a:pt x="12" y="2"/>
                    </a:lnTo>
                    <a:lnTo>
                      <a:pt x="12" y="7"/>
                    </a:lnTo>
                    <a:lnTo>
                      <a:pt x="12" y="9"/>
                    </a:lnTo>
                    <a:lnTo>
                      <a:pt x="9" y="11"/>
                    </a:lnTo>
                    <a:lnTo>
                      <a:pt x="9" y="13"/>
                    </a:lnTo>
                    <a:lnTo>
                      <a:pt x="7" y="13"/>
                    </a:lnTo>
                    <a:lnTo>
                      <a:pt x="7" y="16"/>
                    </a:lnTo>
                    <a:lnTo>
                      <a:pt x="5" y="16"/>
                    </a:lnTo>
                    <a:lnTo>
                      <a:pt x="5" y="18"/>
                    </a:lnTo>
                    <a:lnTo>
                      <a:pt x="2" y="18"/>
                    </a:lnTo>
                    <a:lnTo>
                      <a:pt x="0" y="18"/>
                    </a:lnTo>
                    <a:lnTo>
                      <a:pt x="0" y="20"/>
                    </a:lnTo>
                    <a:close/>
                  </a:path>
                </a:pathLst>
              </a:custGeom>
              <a:solidFill>
                <a:srgbClr val="808050"/>
              </a:solidFill>
              <a:ln>
                <a:noFill/>
                <a:round/>
              </a:ln>
            </p:spPr>
          </p:sp>
          <p:sp>
            <p:nvSpPr>
              <p:cNvPr id="95525" name=""/>
              <p:cNvSpPr/>
              <p:nvPr/>
            </p:nvSpPr>
            <p:spPr>
              <a:xfrm>
                <a:off x="3932" y="2309"/>
                <a:ext cx="7" cy="5"/>
              </a:xfrm>
              <a:prstGeom prst="rect">
                <a:avLst/>
              </a:prstGeom>
              <a:solidFill>
                <a:srgbClr val="808050"/>
              </a:solidFill>
              <a:ln>
                <a:noFill/>
                <a:miter lim="800000"/>
              </a:ln>
            </p:spPr>
          </p:sp>
          <p:sp>
            <p:nvSpPr>
              <p:cNvPr id="95526" name=""/>
              <p:cNvSpPr/>
              <p:nvPr/>
            </p:nvSpPr>
            <p:spPr>
              <a:xfrm>
                <a:off x="3923" y="2309"/>
                <a:ext cx="12" cy="5"/>
              </a:xfrm>
              <a:custGeom>
                <a:pathLst>
                  <a:path w="24" h="9">
                    <a:moveTo>
                      <a:pt x="0" y="0"/>
                    </a:moveTo>
                    <a:lnTo>
                      <a:pt x="0" y="9"/>
                    </a:lnTo>
                    <a:lnTo>
                      <a:pt x="24" y="9"/>
                    </a:lnTo>
                    <a:lnTo>
                      <a:pt x="24" y="0"/>
                    </a:lnTo>
                    <a:lnTo>
                      <a:pt x="0" y="0"/>
                    </a:lnTo>
                    <a:lnTo>
                      <a:pt x="2" y="0"/>
                    </a:lnTo>
                    <a:lnTo>
                      <a:pt x="0" y="0"/>
                    </a:lnTo>
                    <a:lnTo>
                      <a:pt x="0" y="9"/>
                    </a:lnTo>
                    <a:lnTo>
                      <a:pt x="0" y="0"/>
                    </a:lnTo>
                    <a:close/>
                  </a:path>
                </a:pathLst>
              </a:custGeom>
              <a:solidFill>
                <a:srgbClr val="808050"/>
              </a:solidFill>
              <a:ln>
                <a:noFill/>
                <a:round/>
              </a:ln>
            </p:spPr>
          </p:sp>
          <p:sp>
            <p:nvSpPr>
              <p:cNvPr id="95527" name=""/>
              <p:cNvSpPr/>
              <p:nvPr/>
            </p:nvSpPr>
            <p:spPr>
              <a:xfrm>
                <a:off x="3921" y="2295"/>
                <a:ext cx="5" cy="18"/>
              </a:xfrm>
              <a:custGeom>
                <a:pathLst>
                  <a:path w="9" h="36">
                    <a:moveTo>
                      <a:pt x="5" y="0"/>
                    </a:moveTo>
                    <a:lnTo>
                      <a:pt x="0" y="0"/>
                    </a:lnTo>
                    <a:lnTo>
                      <a:pt x="5" y="36"/>
                    </a:lnTo>
                    <a:lnTo>
                      <a:pt x="9" y="36"/>
                    </a:lnTo>
                    <a:lnTo>
                      <a:pt x="5" y="0"/>
                    </a:lnTo>
                    <a:lnTo>
                      <a:pt x="5" y="2"/>
                    </a:lnTo>
                    <a:lnTo>
                      <a:pt x="5" y="0"/>
                    </a:lnTo>
                    <a:lnTo>
                      <a:pt x="0" y="0"/>
                    </a:lnTo>
                    <a:lnTo>
                      <a:pt x="5" y="0"/>
                    </a:lnTo>
                    <a:close/>
                  </a:path>
                </a:pathLst>
              </a:custGeom>
              <a:solidFill>
                <a:srgbClr val="808050"/>
              </a:solidFill>
              <a:ln>
                <a:noFill/>
                <a:round/>
              </a:ln>
            </p:spPr>
          </p:sp>
          <p:sp>
            <p:nvSpPr>
              <p:cNvPr id="95528" name=""/>
              <p:cNvSpPr/>
              <p:nvPr/>
            </p:nvSpPr>
            <p:spPr>
              <a:xfrm>
                <a:off x="3923" y="2295"/>
                <a:ext cx="12" cy="4"/>
              </a:xfrm>
              <a:custGeom>
                <a:pathLst>
                  <a:path w="24" h="7">
                    <a:moveTo>
                      <a:pt x="24" y="0"/>
                    </a:moveTo>
                    <a:lnTo>
                      <a:pt x="0" y="0"/>
                    </a:lnTo>
                    <a:lnTo>
                      <a:pt x="24" y="7"/>
                    </a:lnTo>
                    <a:lnTo>
                      <a:pt x="24" y="0"/>
                    </a:lnTo>
                    <a:close/>
                  </a:path>
                </a:pathLst>
              </a:custGeom>
              <a:solidFill>
                <a:srgbClr val="808050"/>
              </a:solidFill>
              <a:ln>
                <a:noFill/>
                <a:round/>
              </a:ln>
            </p:spPr>
          </p:sp>
          <p:sp>
            <p:nvSpPr>
              <p:cNvPr id="95529" name=""/>
              <p:cNvSpPr/>
              <p:nvPr/>
            </p:nvSpPr>
            <p:spPr>
              <a:xfrm>
                <a:off x="3930" y="2298"/>
                <a:ext cx="11" cy="15"/>
              </a:xfrm>
              <a:custGeom>
                <a:pathLst>
                  <a:path w="21" h="30">
                    <a:moveTo>
                      <a:pt x="12" y="0"/>
                    </a:moveTo>
                    <a:lnTo>
                      <a:pt x="0" y="27"/>
                    </a:lnTo>
                    <a:lnTo>
                      <a:pt x="0" y="30"/>
                    </a:lnTo>
                    <a:lnTo>
                      <a:pt x="7" y="30"/>
                    </a:lnTo>
                    <a:lnTo>
                      <a:pt x="7" y="27"/>
                    </a:lnTo>
                    <a:lnTo>
                      <a:pt x="21" y="0"/>
                    </a:lnTo>
                    <a:lnTo>
                      <a:pt x="12" y="0"/>
                    </a:lnTo>
                    <a:close/>
                  </a:path>
                </a:pathLst>
              </a:custGeom>
              <a:solidFill>
                <a:srgbClr val="E0E0B0"/>
              </a:solidFill>
              <a:ln>
                <a:noFill/>
                <a:round/>
              </a:ln>
            </p:spPr>
          </p:sp>
          <p:sp>
            <p:nvSpPr>
              <p:cNvPr id="95530" name=""/>
              <p:cNvSpPr/>
              <p:nvPr/>
            </p:nvSpPr>
            <p:spPr>
              <a:xfrm>
                <a:off x="3934" y="2298"/>
                <a:ext cx="10" cy="15"/>
              </a:xfrm>
              <a:custGeom>
                <a:pathLst>
                  <a:path w="19" h="30">
                    <a:moveTo>
                      <a:pt x="12" y="0"/>
                    </a:moveTo>
                    <a:lnTo>
                      <a:pt x="0" y="28"/>
                    </a:lnTo>
                    <a:lnTo>
                      <a:pt x="2" y="30"/>
                    </a:lnTo>
                    <a:lnTo>
                      <a:pt x="10" y="30"/>
                    </a:lnTo>
                    <a:lnTo>
                      <a:pt x="10" y="28"/>
                    </a:lnTo>
                    <a:lnTo>
                      <a:pt x="19" y="10"/>
                    </a:lnTo>
                    <a:lnTo>
                      <a:pt x="19" y="9"/>
                    </a:lnTo>
                    <a:lnTo>
                      <a:pt x="18" y="5"/>
                    </a:lnTo>
                    <a:lnTo>
                      <a:pt x="18" y="3"/>
                    </a:lnTo>
                    <a:lnTo>
                      <a:pt x="12" y="0"/>
                    </a:lnTo>
                    <a:close/>
                  </a:path>
                </a:pathLst>
              </a:custGeom>
              <a:solidFill>
                <a:srgbClr val="E0E0B0"/>
              </a:solidFill>
              <a:ln>
                <a:noFill/>
                <a:round/>
              </a:ln>
            </p:spPr>
          </p:sp>
          <p:sp>
            <p:nvSpPr>
              <p:cNvPr id="95531" name=""/>
              <p:cNvSpPr/>
              <p:nvPr/>
            </p:nvSpPr>
            <p:spPr>
              <a:xfrm>
                <a:off x="3937" y="2304"/>
                <a:ext cx="6" cy="5"/>
              </a:xfrm>
              <a:custGeom>
                <a:pathLst>
                  <a:path w="13" h="11">
                    <a:moveTo>
                      <a:pt x="13" y="0"/>
                    </a:moveTo>
                    <a:lnTo>
                      <a:pt x="13" y="4"/>
                    </a:lnTo>
                    <a:lnTo>
                      <a:pt x="13" y="4"/>
                    </a:lnTo>
                    <a:lnTo>
                      <a:pt x="11" y="7"/>
                    </a:lnTo>
                    <a:lnTo>
                      <a:pt x="9" y="9"/>
                    </a:lnTo>
                    <a:lnTo>
                      <a:pt x="4" y="11"/>
                    </a:lnTo>
                    <a:lnTo>
                      <a:pt x="0" y="11"/>
                    </a:lnTo>
                  </a:path>
                </a:pathLst>
              </a:custGeom>
              <a:noFill/>
              <a:ln w="11113">
                <a:solidFill>
                  <a:srgbClr val="F0E0C0"/>
                </a:solidFill>
                <a:prstDash val="solid"/>
                <a:round/>
              </a:ln>
            </p:spPr>
          </p:sp>
          <p:sp>
            <p:nvSpPr>
              <p:cNvPr id="95532" name=""/>
              <p:cNvSpPr/>
              <p:nvPr/>
            </p:nvSpPr>
            <p:spPr>
              <a:xfrm>
                <a:off x="3925" y="2296"/>
                <a:ext cx="14" cy="3"/>
              </a:xfrm>
              <a:custGeom>
                <a:pathLst>
                  <a:path w="28" h="5">
                    <a:moveTo>
                      <a:pt x="0" y="0"/>
                    </a:moveTo>
                    <a:lnTo>
                      <a:pt x="21" y="0"/>
                    </a:lnTo>
                    <a:lnTo>
                      <a:pt x="25" y="0"/>
                    </a:lnTo>
                    <a:lnTo>
                      <a:pt x="28" y="5"/>
                    </a:lnTo>
                  </a:path>
                </a:pathLst>
              </a:custGeom>
              <a:noFill/>
              <a:ln w="11113">
                <a:solidFill>
                  <a:srgbClr val="F0E0C0"/>
                </a:solidFill>
                <a:prstDash val="solid"/>
                <a:round/>
              </a:ln>
            </p:spPr>
          </p:sp>
          <p:sp>
            <p:nvSpPr>
              <p:cNvPr id="95533" name=""/>
              <p:cNvSpPr/>
              <p:nvPr/>
            </p:nvSpPr>
            <p:spPr>
              <a:xfrm>
                <a:off x="3924" y="2298"/>
                <a:ext cx="4" cy="15"/>
              </a:xfrm>
              <a:custGeom>
                <a:pathLst>
                  <a:path w="7" h="30">
                    <a:moveTo>
                      <a:pt x="4" y="0"/>
                    </a:moveTo>
                    <a:lnTo>
                      <a:pt x="7" y="3"/>
                    </a:lnTo>
                    <a:lnTo>
                      <a:pt x="7" y="16"/>
                    </a:lnTo>
                    <a:lnTo>
                      <a:pt x="7" y="27"/>
                    </a:lnTo>
                    <a:lnTo>
                      <a:pt x="4" y="30"/>
                    </a:lnTo>
                    <a:lnTo>
                      <a:pt x="0" y="21"/>
                    </a:lnTo>
                    <a:lnTo>
                      <a:pt x="0" y="16"/>
                    </a:lnTo>
                    <a:lnTo>
                      <a:pt x="0" y="3"/>
                    </a:lnTo>
                    <a:lnTo>
                      <a:pt x="4" y="1"/>
                    </a:lnTo>
                    <a:lnTo>
                      <a:pt x="4" y="0"/>
                    </a:lnTo>
                    <a:close/>
                  </a:path>
                </a:pathLst>
              </a:custGeom>
              <a:solidFill>
                <a:srgbClr val="706040"/>
              </a:solidFill>
              <a:ln>
                <a:noFill/>
                <a:round/>
              </a:ln>
            </p:spPr>
          </p:sp>
          <p:sp>
            <p:nvSpPr>
              <p:cNvPr id="95534" name=""/>
              <p:cNvSpPr/>
              <p:nvPr/>
            </p:nvSpPr>
            <p:spPr>
              <a:xfrm>
                <a:off x="3924" y="2298"/>
                <a:ext cx="12" cy="15"/>
              </a:xfrm>
              <a:custGeom>
                <a:pathLst>
                  <a:path w="23" h="30">
                    <a:moveTo>
                      <a:pt x="14" y="0"/>
                    </a:moveTo>
                    <a:lnTo>
                      <a:pt x="0" y="25"/>
                    </a:lnTo>
                    <a:lnTo>
                      <a:pt x="2" y="30"/>
                    </a:lnTo>
                    <a:lnTo>
                      <a:pt x="13" y="30"/>
                    </a:lnTo>
                    <a:lnTo>
                      <a:pt x="13" y="27"/>
                    </a:lnTo>
                    <a:lnTo>
                      <a:pt x="23" y="0"/>
                    </a:lnTo>
                    <a:lnTo>
                      <a:pt x="14" y="0"/>
                    </a:lnTo>
                    <a:close/>
                  </a:path>
                </a:pathLst>
              </a:custGeom>
              <a:solidFill>
                <a:srgbClr val="E0E0B0"/>
              </a:solidFill>
              <a:ln>
                <a:noFill/>
                <a:round/>
              </a:ln>
            </p:spPr>
          </p:sp>
        </p:grpSp>
        <p:pic>
          <p:nvPicPr>
            <p:cNvPr id="95536" name=""/>
            <p:cNvPicPr/>
            <p:nvPr/>
          </p:nvPicPr>
          <p:blipFill>
            <a:blip r:embed="rId5"/>
            <a:stretch>
              <a:fillRect/>
            </a:stretch>
          </p:blipFill>
          <p:spPr>
            <a:xfrm>
              <a:off x="3863" y="2299"/>
              <a:ext cx="69" cy="14"/>
            </a:xfrm>
            <a:prstGeom prst="rect">
              <a:avLst/>
            </a:prstGeom>
            <a:noFill/>
            <a:ln>
              <a:noFill/>
              <a:miter lim="800000"/>
            </a:ln>
          </p:spPr>
        </p:pic>
      </p:grpSp>
      <p:grpSp>
        <p:nvGrpSpPr>
          <p:cNvPr id="95680" name=""/>
          <p:cNvGrpSpPr/>
          <p:nvPr/>
        </p:nvGrpSpPr>
        <p:grpSpPr>
          <a:xfrm>
            <a:off x="6408738" y="3749675"/>
            <a:ext cx="303212" cy="617538"/>
            <a:chOff x="4037" y="2362"/>
            <a:chExt cx="191" cy="389"/>
          </a:xfrm>
        </p:grpSpPr>
        <p:grpSp>
          <p:nvGrpSpPr>
            <p:cNvPr id="95678" name=""/>
            <p:cNvGrpSpPr/>
            <p:nvPr/>
          </p:nvGrpSpPr>
          <p:grpSpPr>
            <a:xfrm>
              <a:off x="4037" y="2362"/>
              <a:ext cx="191" cy="389"/>
              <a:chOff x="4037" y="2362"/>
              <a:chExt cx="191" cy="389"/>
            </a:xfrm>
          </p:grpSpPr>
          <p:sp>
            <p:nvSpPr>
              <p:cNvPr id="95538" name=""/>
              <p:cNvSpPr/>
              <p:nvPr/>
            </p:nvSpPr>
            <p:spPr>
              <a:xfrm>
                <a:off x="4066" y="2532"/>
                <a:ext cx="131" cy="213"/>
              </a:xfrm>
              <a:custGeom>
                <a:pathLst>
                  <a:path w="263" h="426">
                    <a:moveTo>
                      <a:pt x="5" y="0"/>
                    </a:moveTo>
                    <a:lnTo>
                      <a:pt x="258" y="0"/>
                    </a:lnTo>
                    <a:lnTo>
                      <a:pt x="260" y="0"/>
                    </a:lnTo>
                    <a:lnTo>
                      <a:pt x="263" y="3"/>
                    </a:lnTo>
                    <a:lnTo>
                      <a:pt x="263" y="5"/>
                    </a:lnTo>
                    <a:lnTo>
                      <a:pt x="263" y="421"/>
                    </a:lnTo>
                    <a:lnTo>
                      <a:pt x="263" y="423"/>
                    </a:lnTo>
                    <a:lnTo>
                      <a:pt x="260" y="425"/>
                    </a:lnTo>
                    <a:lnTo>
                      <a:pt x="258" y="426"/>
                    </a:lnTo>
                    <a:lnTo>
                      <a:pt x="5" y="426"/>
                    </a:lnTo>
                    <a:lnTo>
                      <a:pt x="2" y="425"/>
                    </a:lnTo>
                    <a:lnTo>
                      <a:pt x="0" y="423"/>
                    </a:lnTo>
                    <a:lnTo>
                      <a:pt x="0" y="421"/>
                    </a:lnTo>
                    <a:lnTo>
                      <a:pt x="0" y="5"/>
                    </a:lnTo>
                    <a:lnTo>
                      <a:pt x="0" y="3"/>
                    </a:lnTo>
                    <a:lnTo>
                      <a:pt x="2" y="0"/>
                    </a:lnTo>
                    <a:lnTo>
                      <a:pt x="5" y="0"/>
                    </a:lnTo>
                    <a:close/>
                  </a:path>
                </a:pathLst>
              </a:custGeom>
              <a:solidFill>
                <a:srgbClr val="F0E0C0"/>
              </a:solidFill>
              <a:ln>
                <a:noFill/>
                <a:round/>
              </a:ln>
            </p:spPr>
          </p:sp>
          <p:sp>
            <p:nvSpPr>
              <p:cNvPr id="95539" name=""/>
              <p:cNvSpPr/>
              <p:nvPr/>
            </p:nvSpPr>
            <p:spPr>
              <a:xfrm>
                <a:off x="4066" y="2710"/>
                <a:ext cx="131" cy="6"/>
              </a:xfrm>
              <a:prstGeom prst="rect">
                <a:avLst/>
              </a:prstGeom>
              <a:solidFill>
                <a:srgbClr val="A0A080"/>
              </a:solidFill>
              <a:ln>
                <a:noFill/>
                <a:miter lim="800000"/>
              </a:ln>
            </p:spPr>
          </p:sp>
          <p:sp>
            <p:nvSpPr>
              <p:cNvPr id="95540" name=""/>
              <p:cNvSpPr/>
              <p:nvPr/>
            </p:nvSpPr>
            <p:spPr>
              <a:xfrm>
                <a:off x="4066" y="2705"/>
                <a:ext cx="131" cy="5"/>
              </a:xfrm>
              <a:prstGeom prst="rect">
                <a:avLst/>
              </a:prstGeom>
              <a:solidFill>
                <a:srgbClr val="A0A080"/>
              </a:solidFill>
              <a:ln>
                <a:noFill/>
                <a:miter lim="800000"/>
              </a:ln>
            </p:spPr>
          </p:sp>
          <p:sp>
            <p:nvSpPr>
              <p:cNvPr id="95541" name=""/>
              <p:cNvSpPr/>
              <p:nvPr/>
            </p:nvSpPr>
            <p:spPr>
              <a:xfrm>
                <a:off x="4066" y="2699"/>
                <a:ext cx="131" cy="5"/>
              </a:xfrm>
              <a:prstGeom prst="rect">
                <a:avLst/>
              </a:prstGeom>
              <a:solidFill>
                <a:srgbClr val="404040"/>
              </a:solidFill>
              <a:ln>
                <a:noFill/>
                <a:miter lim="800000"/>
              </a:ln>
            </p:spPr>
          </p:sp>
          <p:sp>
            <p:nvSpPr>
              <p:cNvPr id="95542" name=""/>
              <p:cNvSpPr/>
              <p:nvPr/>
            </p:nvSpPr>
            <p:spPr>
              <a:xfrm>
                <a:off x="4066" y="2699"/>
                <a:ext cx="131" cy="5"/>
              </a:xfrm>
              <a:prstGeom prst="rect">
                <a:avLst/>
              </a:prstGeom>
              <a:solidFill>
                <a:srgbClr val="A0A080"/>
              </a:solidFill>
              <a:ln>
                <a:noFill/>
                <a:miter lim="800000"/>
              </a:ln>
            </p:spPr>
          </p:sp>
          <p:sp>
            <p:nvSpPr>
              <p:cNvPr id="95543" name=""/>
              <p:cNvSpPr/>
              <p:nvPr/>
            </p:nvSpPr>
            <p:spPr>
              <a:xfrm>
                <a:off x="4066" y="2692"/>
                <a:ext cx="131" cy="5"/>
              </a:xfrm>
              <a:prstGeom prst="rect">
                <a:avLst/>
              </a:prstGeom>
              <a:solidFill>
                <a:srgbClr val="A0A080"/>
              </a:solidFill>
              <a:ln>
                <a:noFill/>
                <a:miter lim="800000"/>
              </a:ln>
            </p:spPr>
          </p:sp>
          <p:sp>
            <p:nvSpPr>
              <p:cNvPr id="95544" name=""/>
              <p:cNvSpPr/>
              <p:nvPr/>
            </p:nvSpPr>
            <p:spPr>
              <a:xfrm>
                <a:off x="4066" y="2687"/>
                <a:ext cx="131" cy="3"/>
              </a:xfrm>
              <a:prstGeom prst="rect">
                <a:avLst/>
              </a:prstGeom>
              <a:solidFill>
                <a:srgbClr val="A0A080"/>
              </a:solidFill>
              <a:ln>
                <a:noFill/>
                <a:miter lim="800000"/>
              </a:ln>
            </p:spPr>
          </p:sp>
          <p:sp>
            <p:nvSpPr>
              <p:cNvPr id="95545" name=""/>
              <p:cNvSpPr/>
              <p:nvPr/>
            </p:nvSpPr>
            <p:spPr>
              <a:xfrm>
                <a:off x="4066" y="2679"/>
                <a:ext cx="131" cy="5"/>
              </a:xfrm>
              <a:prstGeom prst="rect">
                <a:avLst/>
              </a:prstGeom>
              <a:solidFill>
                <a:srgbClr val="A0A080"/>
              </a:solidFill>
              <a:ln>
                <a:noFill/>
                <a:miter lim="800000"/>
              </a:ln>
            </p:spPr>
          </p:sp>
          <p:sp>
            <p:nvSpPr>
              <p:cNvPr id="95546" name=""/>
              <p:cNvSpPr/>
              <p:nvPr/>
            </p:nvSpPr>
            <p:spPr>
              <a:xfrm>
                <a:off x="4066" y="2673"/>
                <a:ext cx="131" cy="4"/>
              </a:xfrm>
              <a:prstGeom prst="rect">
                <a:avLst/>
              </a:prstGeom>
              <a:solidFill>
                <a:srgbClr val="A0A080"/>
              </a:solidFill>
              <a:ln>
                <a:noFill/>
                <a:miter lim="800000"/>
              </a:ln>
            </p:spPr>
          </p:sp>
          <p:sp>
            <p:nvSpPr>
              <p:cNvPr id="95547" name=""/>
              <p:cNvSpPr/>
              <p:nvPr/>
            </p:nvSpPr>
            <p:spPr>
              <a:xfrm>
                <a:off x="4066" y="2666"/>
                <a:ext cx="131" cy="4"/>
              </a:xfrm>
              <a:prstGeom prst="rect">
                <a:avLst/>
              </a:prstGeom>
              <a:solidFill>
                <a:srgbClr val="A0A080"/>
              </a:solidFill>
              <a:ln>
                <a:noFill/>
                <a:miter lim="800000"/>
              </a:ln>
            </p:spPr>
          </p:sp>
          <p:sp>
            <p:nvSpPr>
              <p:cNvPr id="95548" name=""/>
              <p:cNvSpPr/>
              <p:nvPr/>
            </p:nvSpPr>
            <p:spPr>
              <a:xfrm>
                <a:off x="4066" y="2660"/>
                <a:ext cx="131" cy="5"/>
              </a:xfrm>
              <a:prstGeom prst="rect">
                <a:avLst/>
              </a:prstGeom>
              <a:solidFill>
                <a:srgbClr val="A0A080"/>
              </a:solidFill>
              <a:ln>
                <a:noFill/>
                <a:miter lim="800000"/>
              </a:ln>
            </p:spPr>
          </p:sp>
          <p:sp>
            <p:nvSpPr>
              <p:cNvPr id="95549" name=""/>
              <p:cNvSpPr/>
              <p:nvPr/>
            </p:nvSpPr>
            <p:spPr>
              <a:xfrm>
                <a:off x="4066" y="2652"/>
                <a:ext cx="131" cy="5"/>
              </a:xfrm>
              <a:prstGeom prst="rect">
                <a:avLst/>
              </a:prstGeom>
              <a:solidFill>
                <a:srgbClr val="A0A080"/>
              </a:solidFill>
              <a:ln>
                <a:noFill/>
                <a:miter lim="800000"/>
              </a:ln>
            </p:spPr>
          </p:sp>
          <p:sp>
            <p:nvSpPr>
              <p:cNvPr id="95550" name=""/>
              <p:cNvSpPr/>
              <p:nvPr/>
            </p:nvSpPr>
            <p:spPr>
              <a:xfrm>
                <a:off x="4066" y="2647"/>
                <a:ext cx="131" cy="5"/>
              </a:xfrm>
              <a:prstGeom prst="rect">
                <a:avLst/>
              </a:prstGeom>
              <a:solidFill>
                <a:srgbClr val="A0A080"/>
              </a:solidFill>
              <a:ln>
                <a:noFill/>
                <a:miter lim="800000"/>
              </a:ln>
            </p:spPr>
          </p:sp>
          <p:sp>
            <p:nvSpPr>
              <p:cNvPr id="95551" name=""/>
              <p:cNvSpPr/>
              <p:nvPr/>
            </p:nvSpPr>
            <p:spPr>
              <a:xfrm>
                <a:off x="4066" y="2642"/>
                <a:ext cx="131" cy="2"/>
              </a:xfrm>
              <a:prstGeom prst="rect">
                <a:avLst/>
              </a:prstGeom>
              <a:solidFill>
                <a:srgbClr val="A0A080"/>
              </a:solidFill>
              <a:ln>
                <a:noFill/>
                <a:miter lim="800000"/>
              </a:ln>
            </p:spPr>
          </p:sp>
          <p:sp>
            <p:nvSpPr>
              <p:cNvPr id="95552" name=""/>
              <p:cNvSpPr/>
              <p:nvPr/>
            </p:nvSpPr>
            <p:spPr>
              <a:xfrm>
                <a:off x="4066" y="2634"/>
                <a:ext cx="131" cy="4"/>
              </a:xfrm>
              <a:prstGeom prst="rect">
                <a:avLst/>
              </a:prstGeom>
              <a:solidFill>
                <a:srgbClr val="A0A080"/>
              </a:solidFill>
              <a:ln>
                <a:noFill/>
                <a:miter lim="800000"/>
              </a:ln>
            </p:spPr>
          </p:sp>
          <p:sp>
            <p:nvSpPr>
              <p:cNvPr id="95553" name=""/>
              <p:cNvSpPr/>
              <p:nvPr/>
            </p:nvSpPr>
            <p:spPr>
              <a:xfrm>
                <a:off x="4066" y="2627"/>
                <a:ext cx="131" cy="4"/>
              </a:xfrm>
              <a:prstGeom prst="rect">
                <a:avLst/>
              </a:prstGeom>
              <a:solidFill>
                <a:srgbClr val="A0A080"/>
              </a:solidFill>
              <a:ln>
                <a:noFill/>
                <a:miter lim="800000"/>
              </a:ln>
            </p:spPr>
          </p:sp>
          <p:sp>
            <p:nvSpPr>
              <p:cNvPr id="95554" name=""/>
              <p:cNvSpPr/>
              <p:nvPr/>
            </p:nvSpPr>
            <p:spPr>
              <a:xfrm>
                <a:off x="4066" y="2621"/>
                <a:ext cx="131" cy="4"/>
              </a:xfrm>
              <a:prstGeom prst="rect">
                <a:avLst/>
              </a:prstGeom>
              <a:solidFill>
                <a:srgbClr val="A0A080"/>
              </a:solidFill>
              <a:ln>
                <a:noFill/>
                <a:miter lim="800000"/>
              </a:ln>
            </p:spPr>
          </p:sp>
          <p:sp>
            <p:nvSpPr>
              <p:cNvPr id="95555" name=""/>
              <p:cNvSpPr/>
              <p:nvPr/>
            </p:nvSpPr>
            <p:spPr>
              <a:xfrm>
                <a:off x="4066" y="2614"/>
                <a:ext cx="131" cy="4"/>
              </a:xfrm>
              <a:prstGeom prst="rect">
                <a:avLst/>
              </a:prstGeom>
              <a:solidFill>
                <a:srgbClr val="A0A080"/>
              </a:solidFill>
              <a:ln>
                <a:noFill/>
                <a:miter lim="800000"/>
              </a:ln>
            </p:spPr>
          </p:sp>
          <p:sp>
            <p:nvSpPr>
              <p:cNvPr id="95556" name=""/>
              <p:cNvSpPr/>
              <p:nvPr/>
            </p:nvSpPr>
            <p:spPr>
              <a:xfrm>
                <a:off x="4037" y="2730"/>
                <a:ext cx="96" cy="21"/>
              </a:xfrm>
              <a:custGeom>
                <a:pathLst>
                  <a:path w="191" h="43">
                    <a:moveTo>
                      <a:pt x="61" y="0"/>
                    </a:moveTo>
                    <a:lnTo>
                      <a:pt x="53" y="0"/>
                    </a:lnTo>
                    <a:lnTo>
                      <a:pt x="53" y="20"/>
                    </a:lnTo>
                    <a:lnTo>
                      <a:pt x="0" y="36"/>
                    </a:lnTo>
                    <a:lnTo>
                      <a:pt x="0" y="43"/>
                    </a:lnTo>
                    <a:lnTo>
                      <a:pt x="191" y="43"/>
                    </a:lnTo>
                    <a:lnTo>
                      <a:pt x="191" y="30"/>
                    </a:lnTo>
                    <a:lnTo>
                      <a:pt x="61" y="30"/>
                    </a:lnTo>
                    <a:lnTo>
                      <a:pt x="61" y="0"/>
                    </a:lnTo>
                    <a:close/>
                  </a:path>
                </a:pathLst>
              </a:custGeom>
              <a:solidFill>
                <a:srgbClr val="808060"/>
              </a:solidFill>
              <a:ln>
                <a:noFill/>
                <a:round/>
              </a:ln>
            </p:spPr>
          </p:sp>
          <p:sp>
            <p:nvSpPr>
              <p:cNvPr id="95557" name=""/>
              <p:cNvSpPr/>
              <p:nvPr/>
            </p:nvSpPr>
            <p:spPr>
              <a:xfrm>
                <a:off x="4133" y="2730"/>
                <a:ext cx="95" cy="21"/>
              </a:xfrm>
              <a:custGeom>
                <a:pathLst>
                  <a:path w="190" h="43">
                    <a:moveTo>
                      <a:pt x="129" y="0"/>
                    </a:moveTo>
                    <a:lnTo>
                      <a:pt x="138" y="0"/>
                    </a:lnTo>
                    <a:lnTo>
                      <a:pt x="138" y="20"/>
                    </a:lnTo>
                    <a:lnTo>
                      <a:pt x="190" y="36"/>
                    </a:lnTo>
                    <a:lnTo>
                      <a:pt x="190" y="43"/>
                    </a:lnTo>
                    <a:lnTo>
                      <a:pt x="0" y="43"/>
                    </a:lnTo>
                    <a:lnTo>
                      <a:pt x="0" y="30"/>
                    </a:lnTo>
                    <a:lnTo>
                      <a:pt x="129" y="30"/>
                    </a:lnTo>
                    <a:lnTo>
                      <a:pt x="129" y="0"/>
                    </a:lnTo>
                    <a:close/>
                  </a:path>
                </a:pathLst>
              </a:custGeom>
              <a:solidFill>
                <a:srgbClr val="808060"/>
              </a:solidFill>
              <a:ln>
                <a:noFill/>
                <a:round/>
              </a:ln>
            </p:spPr>
          </p:sp>
          <p:sp>
            <p:nvSpPr>
              <p:cNvPr id="95558" name=""/>
              <p:cNvSpPr/>
              <p:nvPr/>
            </p:nvSpPr>
            <p:spPr>
              <a:xfrm>
                <a:off x="4089" y="2666"/>
                <a:ext cx="85" cy="72"/>
              </a:xfrm>
              <a:custGeom>
                <a:pathLst>
                  <a:path w="170" h="144">
                    <a:moveTo>
                      <a:pt x="0" y="2"/>
                    </a:moveTo>
                    <a:lnTo>
                      <a:pt x="0" y="144"/>
                    </a:lnTo>
                    <a:lnTo>
                      <a:pt x="170" y="144"/>
                    </a:lnTo>
                    <a:lnTo>
                      <a:pt x="170" y="0"/>
                    </a:lnTo>
                  </a:path>
                </a:pathLst>
              </a:custGeom>
              <a:noFill/>
              <a:ln w="11113">
                <a:solidFill>
                  <a:srgbClr val="808060"/>
                </a:solidFill>
                <a:prstDash val="solid"/>
                <a:round/>
              </a:ln>
            </p:spPr>
          </p:sp>
          <p:sp>
            <p:nvSpPr>
              <p:cNvPr id="95559" name=""/>
              <p:cNvSpPr/>
              <p:nvPr/>
            </p:nvSpPr>
            <p:spPr>
              <a:xfrm>
                <a:off x="4066" y="2362"/>
                <a:ext cx="131" cy="160"/>
              </a:xfrm>
              <a:custGeom>
                <a:pathLst>
                  <a:path w="263" h="321">
                    <a:moveTo>
                      <a:pt x="7" y="321"/>
                    </a:moveTo>
                    <a:lnTo>
                      <a:pt x="256" y="321"/>
                    </a:lnTo>
                    <a:lnTo>
                      <a:pt x="260" y="321"/>
                    </a:lnTo>
                    <a:lnTo>
                      <a:pt x="261" y="317"/>
                    </a:lnTo>
                    <a:lnTo>
                      <a:pt x="263" y="315"/>
                    </a:lnTo>
                    <a:lnTo>
                      <a:pt x="263" y="8"/>
                    </a:lnTo>
                    <a:lnTo>
                      <a:pt x="261" y="4"/>
                    </a:lnTo>
                    <a:lnTo>
                      <a:pt x="260" y="2"/>
                    </a:lnTo>
                    <a:lnTo>
                      <a:pt x="258" y="2"/>
                    </a:lnTo>
                    <a:lnTo>
                      <a:pt x="7" y="0"/>
                    </a:lnTo>
                    <a:lnTo>
                      <a:pt x="4" y="2"/>
                    </a:lnTo>
                    <a:lnTo>
                      <a:pt x="2" y="4"/>
                    </a:lnTo>
                    <a:lnTo>
                      <a:pt x="0" y="8"/>
                    </a:lnTo>
                    <a:lnTo>
                      <a:pt x="0" y="315"/>
                    </a:lnTo>
                    <a:lnTo>
                      <a:pt x="0" y="317"/>
                    </a:lnTo>
                    <a:lnTo>
                      <a:pt x="4" y="321"/>
                    </a:lnTo>
                    <a:lnTo>
                      <a:pt x="7" y="321"/>
                    </a:lnTo>
                    <a:close/>
                  </a:path>
                </a:pathLst>
              </a:custGeom>
              <a:solidFill>
                <a:srgbClr val="F0E0C0"/>
              </a:solidFill>
              <a:ln>
                <a:noFill/>
                <a:round/>
              </a:ln>
            </p:spPr>
          </p:sp>
          <p:sp>
            <p:nvSpPr>
              <p:cNvPr id="95560" name=""/>
              <p:cNvSpPr/>
              <p:nvPr/>
            </p:nvSpPr>
            <p:spPr>
              <a:xfrm>
                <a:off x="4078" y="2407"/>
                <a:ext cx="108" cy="101"/>
              </a:xfrm>
              <a:custGeom>
                <a:pathLst>
                  <a:path w="215" h="202">
                    <a:moveTo>
                      <a:pt x="11" y="202"/>
                    </a:moveTo>
                    <a:lnTo>
                      <a:pt x="206" y="202"/>
                    </a:lnTo>
                    <a:lnTo>
                      <a:pt x="208" y="202"/>
                    </a:lnTo>
                    <a:lnTo>
                      <a:pt x="211" y="200"/>
                    </a:lnTo>
                    <a:lnTo>
                      <a:pt x="213" y="198"/>
                    </a:lnTo>
                    <a:lnTo>
                      <a:pt x="215" y="197"/>
                    </a:lnTo>
                    <a:lnTo>
                      <a:pt x="215" y="193"/>
                    </a:lnTo>
                    <a:lnTo>
                      <a:pt x="215" y="9"/>
                    </a:lnTo>
                    <a:lnTo>
                      <a:pt x="215" y="6"/>
                    </a:lnTo>
                    <a:lnTo>
                      <a:pt x="213" y="4"/>
                    </a:lnTo>
                    <a:lnTo>
                      <a:pt x="211" y="0"/>
                    </a:lnTo>
                    <a:lnTo>
                      <a:pt x="208" y="0"/>
                    </a:lnTo>
                    <a:lnTo>
                      <a:pt x="206" y="0"/>
                    </a:lnTo>
                    <a:lnTo>
                      <a:pt x="11" y="0"/>
                    </a:lnTo>
                    <a:lnTo>
                      <a:pt x="7" y="0"/>
                    </a:lnTo>
                    <a:lnTo>
                      <a:pt x="5" y="0"/>
                    </a:lnTo>
                    <a:lnTo>
                      <a:pt x="4" y="4"/>
                    </a:lnTo>
                    <a:lnTo>
                      <a:pt x="2" y="6"/>
                    </a:lnTo>
                    <a:lnTo>
                      <a:pt x="0" y="9"/>
                    </a:lnTo>
                    <a:lnTo>
                      <a:pt x="0" y="193"/>
                    </a:lnTo>
                    <a:lnTo>
                      <a:pt x="2" y="197"/>
                    </a:lnTo>
                    <a:lnTo>
                      <a:pt x="2" y="197"/>
                    </a:lnTo>
                    <a:lnTo>
                      <a:pt x="5" y="200"/>
                    </a:lnTo>
                    <a:lnTo>
                      <a:pt x="7" y="202"/>
                    </a:lnTo>
                    <a:lnTo>
                      <a:pt x="11" y="202"/>
                    </a:lnTo>
                    <a:close/>
                  </a:path>
                </a:pathLst>
              </a:custGeom>
              <a:solidFill>
                <a:srgbClr val="F0E0C0"/>
              </a:solidFill>
              <a:ln>
                <a:noFill/>
                <a:round/>
              </a:ln>
            </p:spPr>
          </p:sp>
          <p:sp>
            <p:nvSpPr>
              <p:cNvPr id="95561" name=""/>
              <p:cNvSpPr/>
              <p:nvPr/>
            </p:nvSpPr>
            <p:spPr>
              <a:xfrm>
                <a:off x="4082" y="2434"/>
                <a:ext cx="98" cy="3"/>
              </a:xfrm>
              <a:prstGeom prst="rect">
                <a:avLst/>
              </a:prstGeom>
              <a:solidFill>
                <a:srgbClr val="505020"/>
              </a:solidFill>
              <a:ln w="11113">
                <a:solidFill>
                  <a:prstClr val="black"/>
                </a:solidFill>
                <a:miter lim="800000"/>
              </a:ln>
            </p:spPr>
          </p:sp>
          <p:sp>
            <p:nvSpPr>
              <p:cNvPr id="95562" name=""/>
              <p:cNvSpPr/>
              <p:nvPr/>
            </p:nvSpPr>
            <p:spPr>
              <a:xfrm>
                <a:off x="4082" y="2462"/>
                <a:ext cx="99" cy="2"/>
              </a:xfrm>
              <a:prstGeom prst="rect">
                <a:avLst/>
              </a:prstGeom>
              <a:solidFill>
                <a:srgbClr val="505020"/>
              </a:solidFill>
              <a:ln w="11113">
                <a:solidFill>
                  <a:prstClr val="black"/>
                </a:solidFill>
                <a:miter lim="800000"/>
              </a:ln>
            </p:spPr>
          </p:sp>
          <p:sp>
            <p:nvSpPr>
              <p:cNvPr id="95563" name=""/>
              <p:cNvSpPr/>
              <p:nvPr/>
            </p:nvSpPr>
            <p:spPr>
              <a:xfrm>
                <a:off x="4080" y="2410"/>
                <a:ext cx="104" cy="28"/>
              </a:xfrm>
              <a:custGeom>
                <a:pathLst>
                  <a:path w="207" h="55">
                    <a:moveTo>
                      <a:pt x="5" y="55"/>
                    </a:moveTo>
                    <a:lnTo>
                      <a:pt x="204" y="55"/>
                    </a:lnTo>
                    <a:lnTo>
                      <a:pt x="206" y="55"/>
                    </a:lnTo>
                    <a:lnTo>
                      <a:pt x="207" y="52"/>
                    </a:lnTo>
                    <a:lnTo>
                      <a:pt x="207" y="5"/>
                    </a:lnTo>
                    <a:lnTo>
                      <a:pt x="207" y="1"/>
                    </a:lnTo>
                    <a:lnTo>
                      <a:pt x="204" y="0"/>
                    </a:lnTo>
                    <a:lnTo>
                      <a:pt x="5" y="0"/>
                    </a:lnTo>
                    <a:lnTo>
                      <a:pt x="1" y="1"/>
                    </a:lnTo>
                    <a:lnTo>
                      <a:pt x="0" y="3"/>
                    </a:lnTo>
                    <a:lnTo>
                      <a:pt x="0" y="52"/>
                    </a:lnTo>
                    <a:lnTo>
                      <a:pt x="1" y="54"/>
                    </a:lnTo>
                    <a:lnTo>
                      <a:pt x="3" y="55"/>
                    </a:lnTo>
                    <a:lnTo>
                      <a:pt x="5" y="55"/>
                    </a:lnTo>
                    <a:close/>
                  </a:path>
                </a:pathLst>
              </a:custGeom>
              <a:solidFill>
                <a:srgbClr val="C0C080"/>
              </a:solidFill>
              <a:ln>
                <a:noFill/>
                <a:round/>
              </a:ln>
            </p:spPr>
          </p:sp>
          <p:sp>
            <p:nvSpPr>
              <p:cNvPr id="95564" name=""/>
              <p:cNvSpPr/>
              <p:nvPr/>
            </p:nvSpPr>
            <p:spPr>
              <a:xfrm>
                <a:off x="4107" y="2411"/>
                <a:ext cx="41" cy="21"/>
              </a:xfrm>
              <a:custGeom>
                <a:pathLst>
                  <a:path w="83" h="42">
                    <a:moveTo>
                      <a:pt x="4" y="0"/>
                    </a:moveTo>
                    <a:lnTo>
                      <a:pt x="79" y="0"/>
                    </a:lnTo>
                    <a:lnTo>
                      <a:pt x="81" y="0"/>
                    </a:lnTo>
                    <a:lnTo>
                      <a:pt x="83" y="4"/>
                    </a:lnTo>
                    <a:lnTo>
                      <a:pt x="83" y="38"/>
                    </a:lnTo>
                    <a:lnTo>
                      <a:pt x="81" y="42"/>
                    </a:lnTo>
                    <a:lnTo>
                      <a:pt x="79" y="42"/>
                    </a:lnTo>
                    <a:lnTo>
                      <a:pt x="4" y="42"/>
                    </a:lnTo>
                    <a:lnTo>
                      <a:pt x="0" y="42"/>
                    </a:lnTo>
                    <a:lnTo>
                      <a:pt x="0" y="38"/>
                    </a:lnTo>
                    <a:lnTo>
                      <a:pt x="0" y="4"/>
                    </a:lnTo>
                    <a:lnTo>
                      <a:pt x="0" y="0"/>
                    </a:lnTo>
                    <a:lnTo>
                      <a:pt x="4" y="0"/>
                    </a:lnTo>
                    <a:close/>
                  </a:path>
                </a:pathLst>
              </a:custGeom>
              <a:solidFill>
                <a:srgbClr val="00DFCA"/>
              </a:solidFill>
              <a:ln>
                <a:noFill/>
                <a:round/>
              </a:ln>
            </p:spPr>
          </p:sp>
          <p:sp>
            <p:nvSpPr>
              <p:cNvPr id="95565" name=""/>
              <p:cNvSpPr/>
              <p:nvPr/>
            </p:nvSpPr>
            <p:spPr>
              <a:xfrm>
                <a:off x="4159" y="2411"/>
                <a:ext cx="13" cy="7"/>
              </a:xfrm>
              <a:custGeom>
                <a:pathLst>
                  <a:path w="27" h="15">
                    <a:moveTo>
                      <a:pt x="4" y="15"/>
                    </a:moveTo>
                    <a:lnTo>
                      <a:pt x="24" y="15"/>
                    </a:lnTo>
                    <a:lnTo>
                      <a:pt x="25" y="11"/>
                    </a:lnTo>
                    <a:lnTo>
                      <a:pt x="27" y="4"/>
                    </a:lnTo>
                    <a:lnTo>
                      <a:pt x="24" y="0"/>
                    </a:lnTo>
                    <a:lnTo>
                      <a:pt x="4" y="0"/>
                    </a:lnTo>
                    <a:lnTo>
                      <a:pt x="2" y="0"/>
                    </a:lnTo>
                    <a:lnTo>
                      <a:pt x="0" y="11"/>
                    </a:lnTo>
                    <a:lnTo>
                      <a:pt x="4" y="15"/>
                    </a:lnTo>
                    <a:close/>
                  </a:path>
                </a:pathLst>
              </a:custGeom>
              <a:solidFill>
                <a:srgbClr val="808050"/>
              </a:solidFill>
              <a:ln>
                <a:noFill/>
                <a:round/>
              </a:ln>
            </p:spPr>
          </p:sp>
          <p:sp>
            <p:nvSpPr>
              <p:cNvPr id="95566" name=""/>
              <p:cNvSpPr/>
              <p:nvPr/>
            </p:nvSpPr>
            <p:spPr>
              <a:xfrm>
                <a:off x="4159" y="2411"/>
                <a:ext cx="13" cy="7"/>
              </a:xfrm>
              <a:custGeom>
                <a:pathLst>
                  <a:path w="27" h="15">
                    <a:moveTo>
                      <a:pt x="2" y="15"/>
                    </a:moveTo>
                    <a:lnTo>
                      <a:pt x="24" y="15"/>
                    </a:lnTo>
                    <a:lnTo>
                      <a:pt x="27" y="11"/>
                    </a:lnTo>
                    <a:lnTo>
                      <a:pt x="27" y="4"/>
                    </a:lnTo>
                    <a:lnTo>
                      <a:pt x="24" y="0"/>
                    </a:lnTo>
                    <a:lnTo>
                      <a:pt x="2" y="0"/>
                    </a:lnTo>
                    <a:lnTo>
                      <a:pt x="0" y="0"/>
                    </a:lnTo>
                    <a:lnTo>
                      <a:pt x="0" y="11"/>
                    </a:lnTo>
                    <a:lnTo>
                      <a:pt x="2" y="15"/>
                    </a:lnTo>
                    <a:close/>
                  </a:path>
                </a:pathLst>
              </a:custGeom>
              <a:solidFill>
                <a:srgbClr val="C0C080"/>
              </a:solidFill>
              <a:ln>
                <a:noFill/>
                <a:round/>
              </a:ln>
            </p:spPr>
          </p:sp>
          <p:sp>
            <p:nvSpPr>
              <p:cNvPr id="95567" name=""/>
              <p:cNvSpPr/>
              <p:nvPr/>
            </p:nvSpPr>
            <p:spPr>
              <a:xfrm>
                <a:off x="4085" y="2417"/>
                <a:ext cx="96" cy="8"/>
              </a:xfrm>
              <a:custGeom>
                <a:pathLst>
                  <a:path w="192" h="14">
                    <a:moveTo>
                      <a:pt x="4" y="14"/>
                    </a:moveTo>
                    <a:lnTo>
                      <a:pt x="188" y="14"/>
                    </a:lnTo>
                    <a:lnTo>
                      <a:pt x="192" y="13"/>
                    </a:lnTo>
                    <a:lnTo>
                      <a:pt x="192" y="9"/>
                    </a:lnTo>
                    <a:lnTo>
                      <a:pt x="192" y="5"/>
                    </a:lnTo>
                    <a:lnTo>
                      <a:pt x="192" y="0"/>
                    </a:lnTo>
                    <a:lnTo>
                      <a:pt x="188" y="0"/>
                    </a:lnTo>
                    <a:lnTo>
                      <a:pt x="4" y="0"/>
                    </a:lnTo>
                    <a:lnTo>
                      <a:pt x="2" y="0"/>
                    </a:lnTo>
                    <a:lnTo>
                      <a:pt x="0" y="5"/>
                    </a:lnTo>
                    <a:lnTo>
                      <a:pt x="0" y="9"/>
                    </a:lnTo>
                    <a:lnTo>
                      <a:pt x="2" y="13"/>
                    </a:lnTo>
                    <a:lnTo>
                      <a:pt x="4" y="14"/>
                    </a:lnTo>
                    <a:close/>
                  </a:path>
                </a:pathLst>
              </a:custGeom>
              <a:solidFill>
                <a:srgbClr val="A0A080"/>
              </a:solidFill>
              <a:ln>
                <a:noFill/>
                <a:round/>
              </a:ln>
            </p:spPr>
          </p:sp>
          <p:sp>
            <p:nvSpPr>
              <p:cNvPr id="95568" name=""/>
              <p:cNvSpPr/>
              <p:nvPr/>
            </p:nvSpPr>
            <p:spPr>
              <a:xfrm>
                <a:off x="4082" y="2436"/>
                <a:ext cx="102" cy="29"/>
              </a:xfrm>
              <a:custGeom>
                <a:pathLst>
                  <a:path w="204" h="59">
                    <a:moveTo>
                      <a:pt x="2" y="59"/>
                    </a:moveTo>
                    <a:lnTo>
                      <a:pt x="201" y="59"/>
                    </a:lnTo>
                    <a:lnTo>
                      <a:pt x="204" y="59"/>
                    </a:lnTo>
                    <a:lnTo>
                      <a:pt x="204" y="56"/>
                    </a:lnTo>
                    <a:lnTo>
                      <a:pt x="204" y="5"/>
                    </a:lnTo>
                    <a:lnTo>
                      <a:pt x="203" y="2"/>
                    </a:lnTo>
                    <a:lnTo>
                      <a:pt x="201" y="0"/>
                    </a:lnTo>
                    <a:lnTo>
                      <a:pt x="2" y="0"/>
                    </a:lnTo>
                    <a:lnTo>
                      <a:pt x="0" y="2"/>
                    </a:lnTo>
                    <a:lnTo>
                      <a:pt x="0" y="5"/>
                    </a:lnTo>
                    <a:lnTo>
                      <a:pt x="0" y="56"/>
                    </a:lnTo>
                    <a:lnTo>
                      <a:pt x="0" y="59"/>
                    </a:lnTo>
                    <a:lnTo>
                      <a:pt x="2" y="59"/>
                    </a:lnTo>
                    <a:close/>
                  </a:path>
                </a:pathLst>
              </a:custGeom>
              <a:solidFill>
                <a:srgbClr val="C0C080"/>
              </a:solidFill>
              <a:ln>
                <a:noFill/>
                <a:round/>
              </a:ln>
            </p:spPr>
          </p:sp>
          <p:sp>
            <p:nvSpPr>
              <p:cNvPr id="95569" name=""/>
              <p:cNvSpPr/>
              <p:nvPr/>
            </p:nvSpPr>
            <p:spPr>
              <a:xfrm>
                <a:off x="4107" y="2439"/>
                <a:ext cx="41" cy="23"/>
              </a:xfrm>
              <a:custGeom>
                <a:pathLst>
                  <a:path w="83" h="45">
                    <a:moveTo>
                      <a:pt x="6" y="0"/>
                    </a:moveTo>
                    <a:lnTo>
                      <a:pt x="77" y="0"/>
                    </a:lnTo>
                    <a:lnTo>
                      <a:pt x="81" y="0"/>
                    </a:lnTo>
                    <a:lnTo>
                      <a:pt x="83" y="4"/>
                    </a:lnTo>
                    <a:lnTo>
                      <a:pt x="83" y="6"/>
                    </a:lnTo>
                    <a:lnTo>
                      <a:pt x="83" y="40"/>
                    </a:lnTo>
                    <a:lnTo>
                      <a:pt x="83" y="43"/>
                    </a:lnTo>
                    <a:lnTo>
                      <a:pt x="79" y="45"/>
                    </a:lnTo>
                    <a:lnTo>
                      <a:pt x="77" y="45"/>
                    </a:lnTo>
                    <a:lnTo>
                      <a:pt x="6" y="45"/>
                    </a:lnTo>
                    <a:lnTo>
                      <a:pt x="2" y="45"/>
                    </a:lnTo>
                    <a:lnTo>
                      <a:pt x="0" y="43"/>
                    </a:lnTo>
                    <a:lnTo>
                      <a:pt x="0" y="40"/>
                    </a:lnTo>
                    <a:lnTo>
                      <a:pt x="0" y="6"/>
                    </a:lnTo>
                    <a:lnTo>
                      <a:pt x="0" y="2"/>
                    </a:lnTo>
                    <a:lnTo>
                      <a:pt x="4" y="0"/>
                    </a:lnTo>
                    <a:lnTo>
                      <a:pt x="6" y="0"/>
                    </a:lnTo>
                    <a:close/>
                  </a:path>
                </a:pathLst>
              </a:custGeom>
              <a:solidFill>
                <a:srgbClr val="00DFCA"/>
              </a:solidFill>
              <a:ln>
                <a:noFill/>
                <a:round/>
              </a:ln>
            </p:spPr>
          </p:sp>
          <p:sp>
            <p:nvSpPr>
              <p:cNvPr id="95570" name=""/>
              <p:cNvSpPr/>
              <p:nvPr/>
            </p:nvSpPr>
            <p:spPr>
              <a:xfrm>
                <a:off x="4149" y="2453"/>
                <a:ext cx="16" cy="7"/>
              </a:xfrm>
              <a:custGeom>
                <a:pathLst>
                  <a:path w="32" h="15">
                    <a:moveTo>
                      <a:pt x="3" y="15"/>
                    </a:moveTo>
                    <a:lnTo>
                      <a:pt x="25" y="15"/>
                    </a:lnTo>
                    <a:lnTo>
                      <a:pt x="28" y="15"/>
                    </a:lnTo>
                    <a:lnTo>
                      <a:pt x="32" y="9"/>
                    </a:lnTo>
                    <a:lnTo>
                      <a:pt x="32" y="7"/>
                    </a:lnTo>
                    <a:lnTo>
                      <a:pt x="30" y="2"/>
                    </a:lnTo>
                    <a:lnTo>
                      <a:pt x="28" y="0"/>
                    </a:lnTo>
                    <a:lnTo>
                      <a:pt x="3" y="0"/>
                    </a:lnTo>
                    <a:lnTo>
                      <a:pt x="1" y="0"/>
                    </a:lnTo>
                    <a:lnTo>
                      <a:pt x="0" y="6"/>
                    </a:lnTo>
                    <a:lnTo>
                      <a:pt x="0" y="9"/>
                    </a:lnTo>
                    <a:lnTo>
                      <a:pt x="1" y="13"/>
                    </a:lnTo>
                    <a:lnTo>
                      <a:pt x="3" y="15"/>
                    </a:lnTo>
                    <a:close/>
                  </a:path>
                </a:pathLst>
              </a:custGeom>
              <a:solidFill>
                <a:srgbClr val="808050"/>
              </a:solidFill>
              <a:ln>
                <a:noFill/>
                <a:round/>
              </a:ln>
            </p:spPr>
          </p:sp>
          <p:sp>
            <p:nvSpPr>
              <p:cNvPr id="95571" name=""/>
              <p:cNvSpPr/>
              <p:nvPr/>
            </p:nvSpPr>
            <p:spPr>
              <a:xfrm>
                <a:off x="4149" y="2453"/>
                <a:ext cx="16" cy="7"/>
              </a:xfrm>
              <a:custGeom>
                <a:pathLst>
                  <a:path w="32" h="15">
                    <a:moveTo>
                      <a:pt x="3" y="15"/>
                    </a:moveTo>
                    <a:lnTo>
                      <a:pt x="25" y="15"/>
                    </a:lnTo>
                    <a:lnTo>
                      <a:pt x="28" y="15"/>
                    </a:lnTo>
                    <a:lnTo>
                      <a:pt x="32" y="9"/>
                    </a:lnTo>
                    <a:lnTo>
                      <a:pt x="32" y="7"/>
                    </a:lnTo>
                    <a:lnTo>
                      <a:pt x="30" y="2"/>
                    </a:lnTo>
                    <a:lnTo>
                      <a:pt x="28" y="0"/>
                    </a:lnTo>
                    <a:lnTo>
                      <a:pt x="3" y="0"/>
                    </a:lnTo>
                    <a:lnTo>
                      <a:pt x="1" y="0"/>
                    </a:lnTo>
                    <a:lnTo>
                      <a:pt x="0" y="6"/>
                    </a:lnTo>
                    <a:lnTo>
                      <a:pt x="0" y="9"/>
                    </a:lnTo>
                    <a:lnTo>
                      <a:pt x="1" y="13"/>
                    </a:lnTo>
                    <a:lnTo>
                      <a:pt x="3" y="15"/>
                    </a:lnTo>
                    <a:close/>
                  </a:path>
                </a:pathLst>
              </a:custGeom>
              <a:solidFill>
                <a:srgbClr val="C0C080"/>
              </a:solidFill>
              <a:ln>
                <a:noFill/>
                <a:round/>
              </a:ln>
            </p:spPr>
          </p:sp>
          <p:sp>
            <p:nvSpPr>
              <p:cNvPr id="95572" name=""/>
              <p:cNvSpPr/>
              <p:nvPr/>
            </p:nvSpPr>
            <p:spPr>
              <a:xfrm>
                <a:off x="4103" y="2442"/>
                <a:ext cx="63" cy="8"/>
              </a:xfrm>
              <a:custGeom>
                <a:pathLst>
                  <a:path w="126" h="16">
                    <a:moveTo>
                      <a:pt x="0" y="12"/>
                    </a:moveTo>
                    <a:lnTo>
                      <a:pt x="45" y="12"/>
                    </a:lnTo>
                    <a:lnTo>
                      <a:pt x="45" y="16"/>
                    </a:lnTo>
                    <a:lnTo>
                      <a:pt x="86" y="16"/>
                    </a:lnTo>
                    <a:lnTo>
                      <a:pt x="86" y="12"/>
                    </a:lnTo>
                    <a:lnTo>
                      <a:pt x="126" y="12"/>
                    </a:lnTo>
                    <a:lnTo>
                      <a:pt x="126" y="3"/>
                    </a:lnTo>
                    <a:lnTo>
                      <a:pt x="86" y="3"/>
                    </a:lnTo>
                    <a:lnTo>
                      <a:pt x="86" y="0"/>
                    </a:lnTo>
                    <a:lnTo>
                      <a:pt x="47" y="0"/>
                    </a:lnTo>
                    <a:lnTo>
                      <a:pt x="47" y="1"/>
                    </a:lnTo>
                    <a:lnTo>
                      <a:pt x="0" y="1"/>
                    </a:lnTo>
                    <a:lnTo>
                      <a:pt x="0" y="12"/>
                    </a:lnTo>
                    <a:close/>
                  </a:path>
                </a:pathLst>
              </a:custGeom>
              <a:solidFill>
                <a:srgbClr val="A08060"/>
              </a:solidFill>
              <a:ln>
                <a:noFill/>
                <a:round/>
              </a:ln>
            </p:spPr>
          </p:sp>
          <p:sp>
            <p:nvSpPr>
              <p:cNvPr id="95573" name=""/>
              <p:cNvSpPr/>
              <p:nvPr/>
            </p:nvSpPr>
            <p:spPr>
              <a:xfrm>
                <a:off x="4082" y="2469"/>
                <a:ext cx="101" cy="6"/>
              </a:xfrm>
              <a:prstGeom prst="rect">
                <a:avLst/>
              </a:prstGeom>
              <a:solidFill>
                <a:srgbClr val="505020"/>
              </a:solidFill>
              <a:ln>
                <a:noFill/>
                <a:miter lim="800000"/>
              </a:ln>
            </p:spPr>
          </p:sp>
          <p:sp>
            <p:nvSpPr>
              <p:cNvPr id="95574" name=""/>
              <p:cNvSpPr/>
              <p:nvPr/>
            </p:nvSpPr>
            <p:spPr>
              <a:xfrm>
                <a:off x="4082" y="2469"/>
                <a:ext cx="102" cy="3"/>
              </a:xfrm>
              <a:custGeom>
                <a:pathLst>
                  <a:path w="204" h="7">
                    <a:moveTo>
                      <a:pt x="204" y="0"/>
                    </a:moveTo>
                    <a:lnTo>
                      <a:pt x="203" y="0"/>
                    </a:lnTo>
                    <a:lnTo>
                      <a:pt x="0" y="0"/>
                    </a:lnTo>
                    <a:lnTo>
                      <a:pt x="0" y="7"/>
                    </a:lnTo>
                    <a:lnTo>
                      <a:pt x="203" y="7"/>
                    </a:lnTo>
                    <a:lnTo>
                      <a:pt x="201" y="0"/>
                    </a:lnTo>
                    <a:lnTo>
                      <a:pt x="204" y="0"/>
                    </a:lnTo>
                    <a:lnTo>
                      <a:pt x="203" y="0"/>
                    </a:lnTo>
                    <a:lnTo>
                      <a:pt x="204" y="0"/>
                    </a:lnTo>
                    <a:close/>
                  </a:path>
                </a:pathLst>
              </a:custGeom>
              <a:solidFill>
                <a:srgbClr val="000000"/>
              </a:solidFill>
              <a:ln>
                <a:noFill/>
                <a:round/>
              </a:ln>
            </p:spPr>
          </p:sp>
          <p:sp>
            <p:nvSpPr>
              <p:cNvPr id="95575" name=""/>
              <p:cNvSpPr/>
              <p:nvPr/>
            </p:nvSpPr>
            <p:spPr>
              <a:xfrm>
                <a:off x="4180" y="2469"/>
                <a:ext cx="4" cy="6"/>
              </a:xfrm>
              <a:custGeom>
                <a:pathLst>
                  <a:path w="7" h="12">
                    <a:moveTo>
                      <a:pt x="4" y="12"/>
                    </a:moveTo>
                    <a:lnTo>
                      <a:pt x="7" y="10"/>
                    </a:lnTo>
                    <a:lnTo>
                      <a:pt x="7" y="0"/>
                    </a:lnTo>
                    <a:lnTo>
                      <a:pt x="0" y="0"/>
                    </a:lnTo>
                    <a:lnTo>
                      <a:pt x="0" y="10"/>
                    </a:lnTo>
                    <a:lnTo>
                      <a:pt x="4" y="10"/>
                    </a:lnTo>
                    <a:lnTo>
                      <a:pt x="4" y="12"/>
                    </a:lnTo>
                    <a:lnTo>
                      <a:pt x="7" y="12"/>
                    </a:lnTo>
                    <a:lnTo>
                      <a:pt x="7" y="10"/>
                    </a:lnTo>
                    <a:lnTo>
                      <a:pt x="4" y="12"/>
                    </a:lnTo>
                    <a:close/>
                  </a:path>
                </a:pathLst>
              </a:custGeom>
              <a:solidFill>
                <a:srgbClr val="000000"/>
              </a:solidFill>
              <a:ln>
                <a:noFill/>
                <a:round/>
              </a:ln>
            </p:spPr>
          </p:sp>
          <p:sp>
            <p:nvSpPr>
              <p:cNvPr id="95576" name=""/>
              <p:cNvSpPr/>
              <p:nvPr/>
            </p:nvSpPr>
            <p:spPr>
              <a:xfrm>
                <a:off x="4080" y="2472"/>
                <a:ext cx="103" cy="3"/>
              </a:xfrm>
              <a:custGeom>
                <a:pathLst>
                  <a:path w="206" h="7">
                    <a:moveTo>
                      <a:pt x="0" y="0"/>
                    </a:moveTo>
                    <a:lnTo>
                      <a:pt x="1" y="7"/>
                    </a:lnTo>
                    <a:lnTo>
                      <a:pt x="206" y="7"/>
                    </a:lnTo>
                    <a:lnTo>
                      <a:pt x="206" y="0"/>
                    </a:lnTo>
                    <a:lnTo>
                      <a:pt x="1" y="0"/>
                    </a:lnTo>
                    <a:lnTo>
                      <a:pt x="0" y="0"/>
                    </a:lnTo>
                    <a:lnTo>
                      <a:pt x="0" y="7"/>
                    </a:lnTo>
                    <a:lnTo>
                      <a:pt x="1" y="7"/>
                    </a:lnTo>
                    <a:lnTo>
                      <a:pt x="0" y="0"/>
                    </a:lnTo>
                    <a:close/>
                  </a:path>
                </a:pathLst>
              </a:custGeom>
              <a:solidFill>
                <a:srgbClr val="000000"/>
              </a:solidFill>
              <a:ln>
                <a:noFill/>
                <a:round/>
              </a:ln>
            </p:spPr>
          </p:sp>
          <p:sp>
            <p:nvSpPr>
              <p:cNvPr id="95577" name=""/>
              <p:cNvSpPr/>
              <p:nvPr/>
            </p:nvSpPr>
            <p:spPr>
              <a:xfrm>
                <a:off x="4080" y="2469"/>
                <a:ext cx="3" cy="6"/>
              </a:xfrm>
              <a:custGeom>
                <a:pathLst>
                  <a:path w="5" h="12">
                    <a:moveTo>
                      <a:pt x="5" y="0"/>
                    </a:moveTo>
                    <a:lnTo>
                      <a:pt x="0" y="0"/>
                    </a:lnTo>
                    <a:lnTo>
                      <a:pt x="0" y="12"/>
                    </a:lnTo>
                    <a:lnTo>
                      <a:pt x="5" y="12"/>
                    </a:lnTo>
                    <a:lnTo>
                      <a:pt x="5" y="0"/>
                    </a:lnTo>
                    <a:lnTo>
                      <a:pt x="5" y="3"/>
                    </a:lnTo>
                    <a:lnTo>
                      <a:pt x="5" y="0"/>
                    </a:lnTo>
                    <a:lnTo>
                      <a:pt x="0" y="0"/>
                    </a:lnTo>
                    <a:lnTo>
                      <a:pt x="5" y="0"/>
                    </a:lnTo>
                    <a:close/>
                  </a:path>
                </a:pathLst>
              </a:custGeom>
              <a:solidFill>
                <a:srgbClr val="000000"/>
              </a:solidFill>
              <a:ln>
                <a:noFill/>
                <a:round/>
              </a:ln>
            </p:spPr>
          </p:sp>
          <p:sp>
            <p:nvSpPr>
              <p:cNvPr id="95578" name=""/>
              <p:cNvSpPr/>
              <p:nvPr/>
            </p:nvSpPr>
            <p:spPr>
              <a:xfrm>
                <a:off x="4082" y="2472"/>
                <a:ext cx="102" cy="35"/>
              </a:xfrm>
              <a:custGeom>
                <a:pathLst>
                  <a:path w="204" h="70">
                    <a:moveTo>
                      <a:pt x="4" y="0"/>
                    </a:moveTo>
                    <a:lnTo>
                      <a:pt x="201" y="0"/>
                    </a:lnTo>
                    <a:lnTo>
                      <a:pt x="203" y="0"/>
                    </a:lnTo>
                    <a:lnTo>
                      <a:pt x="204" y="2"/>
                    </a:lnTo>
                    <a:lnTo>
                      <a:pt x="204" y="4"/>
                    </a:lnTo>
                    <a:lnTo>
                      <a:pt x="204" y="65"/>
                    </a:lnTo>
                    <a:lnTo>
                      <a:pt x="204" y="67"/>
                    </a:lnTo>
                    <a:lnTo>
                      <a:pt x="204" y="68"/>
                    </a:lnTo>
                    <a:lnTo>
                      <a:pt x="203" y="68"/>
                    </a:lnTo>
                    <a:lnTo>
                      <a:pt x="203" y="70"/>
                    </a:lnTo>
                    <a:lnTo>
                      <a:pt x="201" y="70"/>
                    </a:lnTo>
                    <a:lnTo>
                      <a:pt x="4" y="70"/>
                    </a:lnTo>
                    <a:lnTo>
                      <a:pt x="2" y="70"/>
                    </a:lnTo>
                    <a:lnTo>
                      <a:pt x="0" y="70"/>
                    </a:lnTo>
                    <a:lnTo>
                      <a:pt x="0" y="68"/>
                    </a:lnTo>
                    <a:lnTo>
                      <a:pt x="0" y="67"/>
                    </a:lnTo>
                    <a:lnTo>
                      <a:pt x="0" y="65"/>
                    </a:lnTo>
                    <a:lnTo>
                      <a:pt x="0" y="4"/>
                    </a:lnTo>
                    <a:lnTo>
                      <a:pt x="0" y="2"/>
                    </a:lnTo>
                    <a:lnTo>
                      <a:pt x="0" y="0"/>
                    </a:lnTo>
                    <a:lnTo>
                      <a:pt x="4" y="0"/>
                    </a:lnTo>
                    <a:close/>
                  </a:path>
                </a:pathLst>
              </a:custGeom>
              <a:solidFill>
                <a:srgbClr val="C0C080"/>
              </a:solidFill>
              <a:ln>
                <a:noFill/>
                <a:round/>
              </a:ln>
            </p:spPr>
          </p:sp>
          <p:sp>
            <p:nvSpPr>
              <p:cNvPr id="95579" name=""/>
              <p:cNvSpPr/>
              <p:nvPr/>
            </p:nvSpPr>
            <p:spPr>
              <a:xfrm>
                <a:off x="4105" y="2476"/>
                <a:ext cx="42" cy="29"/>
              </a:xfrm>
              <a:custGeom>
                <a:pathLst>
                  <a:path w="84" h="58">
                    <a:moveTo>
                      <a:pt x="5" y="0"/>
                    </a:moveTo>
                    <a:lnTo>
                      <a:pt x="79" y="0"/>
                    </a:lnTo>
                    <a:lnTo>
                      <a:pt x="80" y="0"/>
                    </a:lnTo>
                    <a:lnTo>
                      <a:pt x="82" y="2"/>
                    </a:lnTo>
                    <a:lnTo>
                      <a:pt x="82" y="4"/>
                    </a:lnTo>
                    <a:lnTo>
                      <a:pt x="84" y="5"/>
                    </a:lnTo>
                    <a:lnTo>
                      <a:pt x="84" y="7"/>
                    </a:lnTo>
                    <a:lnTo>
                      <a:pt x="84" y="52"/>
                    </a:lnTo>
                    <a:lnTo>
                      <a:pt x="82" y="54"/>
                    </a:lnTo>
                    <a:lnTo>
                      <a:pt x="82" y="56"/>
                    </a:lnTo>
                    <a:lnTo>
                      <a:pt x="82" y="58"/>
                    </a:lnTo>
                    <a:lnTo>
                      <a:pt x="80" y="58"/>
                    </a:lnTo>
                    <a:lnTo>
                      <a:pt x="79" y="58"/>
                    </a:lnTo>
                    <a:lnTo>
                      <a:pt x="5" y="58"/>
                    </a:lnTo>
                    <a:lnTo>
                      <a:pt x="3" y="58"/>
                    </a:lnTo>
                    <a:lnTo>
                      <a:pt x="2" y="56"/>
                    </a:lnTo>
                    <a:lnTo>
                      <a:pt x="0" y="54"/>
                    </a:lnTo>
                    <a:lnTo>
                      <a:pt x="0" y="52"/>
                    </a:lnTo>
                    <a:lnTo>
                      <a:pt x="0" y="7"/>
                    </a:lnTo>
                    <a:lnTo>
                      <a:pt x="0" y="5"/>
                    </a:lnTo>
                    <a:lnTo>
                      <a:pt x="2" y="4"/>
                    </a:lnTo>
                    <a:lnTo>
                      <a:pt x="2" y="2"/>
                    </a:lnTo>
                    <a:lnTo>
                      <a:pt x="3" y="0"/>
                    </a:lnTo>
                    <a:lnTo>
                      <a:pt x="5" y="0"/>
                    </a:lnTo>
                    <a:close/>
                  </a:path>
                </a:pathLst>
              </a:custGeom>
              <a:solidFill>
                <a:srgbClr val="00DFCA"/>
              </a:solidFill>
              <a:ln>
                <a:noFill/>
                <a:round/>
              </a:ln>
            </p:spPr>
          </p:sp>
          <p:sp>
            <p:nvSpPr>
              <p:cNvPr id="95580" name=""/>
              <p:cNvSpPr/>
              <p:nvPr/>
            </p:nvSpPr>
            <p:spPr>
              <a:xfrm>
                <a:off x="4110" y="2477"/>
                <a:ext cx="71" cy="23"/>
              </a:xfrm>
              <a:custGeom>
                <a:pathLst>
                  <a:path w="141" h="47">
                    <a:moveTo>
                      <a:pt x="0" y="0"/>
                    </a:moveTo>
                    <a:lnTo>
                      <a:pt x="141" y="0"/>
                    </a:lnTo>
                    <a:lnTo>
                      <a:pt x="141" y="32"/>
                    </a:lnTo>
                    <a:lnTo>
                      <a:pt x="19" y="32"/>
                    </a:lnTo>
                    <a:lnTo>
                      <a:pt x="19" y="47"/>
                    </a:lnTo>
                    <a:lnTo>
                      <a:pt x="0" y="47"/>
                    </a:lnTo>
                    <a:lnTo>
                      <a:pt x="0" y="0"/>
                    </a:lnTo>
                    <a:close/>
                  </a:path>
                </a:pathLst>
              </a:custGeom>
              <a:solidFill>
                <a:srgbClr val="404010"/>
              </a:solidFill>
              <a:ln>
                <a:noFill/>
                <a:round/>
              </a:ln>
            </p:spPr>
          </p:sp>
          <p:sp>
            <p:nvSpPr>
              <p:cNvPr id="95581" name=""/>
              <p:cNvSpPr/>
              <p:nvPr/>
            </p:nvSpPr>
            <p:spPr>
              <a:xfrm>
                <a:off x="4082" y="2464"/>
                <a:ext cx="102" cy="8"/>
              </a:xfrm>
              <a:prstGeom prst="rect">
                <a:avLst/>
              </a:prstGeom>
              <a:solidFill>
                <a:srgbClr val="C0C080"/>
              </a:solidFill>
              <a:ln>
                <a:noFill/>
                <a:miter lim="800000"/>
              </a:ln>
            </p:spPr>
          </p:sp>
          <p:sp>
            <p:nvSpPr>
              <p:cNvPr id="95582" name=""/>
              <p:cNvSpPr/>
              <p:nvPr/>
            </p:nvSpPr>
            <p:spPr>
              <a:xfrm>
                <a:off x="4078" y="2398"/>
                <a:ext cx="109" cy="7"/>
              </a:xfrm>
              <a:custGeom>
                <a:pathLst>
                  <a:path w="219" h="15">
                    <a:moveTo>
                      <a:pt x="4" y="0"/>
                    </a:moveTo>
                    <a:lnTo>
                      <a:pt x="215" y="0"/>
                    </a:lnTo>
                    <a:lnTo>
                      <a:pt x="217" y="0"/>
                    </a:lnTo>
                    <a:lnTo>
                      <a:pt x="219" y="6"/>
                    </a:lnTo>
                    <a:lnTo>
                      <a:pt x="219" y="11"/>
                    </a:lnTo>
                    <a:lnTo>
                      <a:pt x="215" y="15"/>
                    </a:lnTo>
                    <a:lnTo>
                      <a:pt x="4" y="15"/>
                    </a:lnTo>
                    <a:lnTo>
                      <a:pt x="2" y="11"/>
                    </a:lnTo>
                    <a:lnTo>
                      <a:pt x="0" y="9"/>
                    </a:lnTo>
                    <a:lnTo>
                      <a:pt x="0" y="4"/>
                    </a:lnTo>
                    <a:lnTo>
                      <a:pt x="4" y="0"/>
                    </a:lnTo>
                    <a:close/>
                  </a:path>
                </a:pathLst>
              </a:custGeom>
              <a:solidFill>
                <a:srgbClr val="E0D0A0"/>
              </a:solidFill>
              <a:ln>
                <a:noFill/>
                <a:round/>
              </a:ln>
            </p:spPr>
          </p:sp>
          <p:sp>
            <p:nvSpPr>
              <p:cNvPr id="95583" name=""/>
              <p:cNvSpPr/>
              <p:nvPr/>
            </p:nvSpPr>
            <p:spPr>
              <a:xfrm>
                <a:off x="4085" y="2421"/>
                <a:ext cx="22" cy="5"/>
              </a:xfrm>
              <a:custGeom>
                <a:pathLst>
                  <a:path w="43" h="9">
                    <a:moveTo>
                      <a:pt x="2" y="0"/>
                    </a:moveTo>
                    <a:lnTo>
                      <a:pt x="43" y="0"/>
                    </a:lnTo>
                    <a:lnTo>
                      <a:pt x="43" y="4"/>
                    </a:lnTo>
                    <a:lnTo>
                      <a:pt x="43" y="9"/>
                    </a:lnTo>
                    <a:lnTo>
                      <a:pt x="2" y="9"/>
                    </a:lnTo>
                    <a:lnTo>
                      <a:pt x="0" y="6"/>
                    </a:lnTo>
                    <a:lnTo>
                      <a:pt x="0" y="0"/>
                    </a:lnTo>
                    <a:lnTo>
                      <a:pt x="2" y="0"/>
                    </a:lnTo>
                    <a:close/>
                  </a:path>
                </a:pathLst>
              </a:custGeom>
              <a:solidFill>
                <a:srgbClr val="E0E0B0"/>
              </a:solidFill>
              <a:ln>
                <a:noFill/>
                <a:round/>
              </a:ln>
            </p:spPr>
          </p:sp>
          <p:sp>
            <p:nvSpPr>
              <p:cNvPr id="95584" name=""/>
              <p:cNvSpPr/>
              <p:nvPr/>
            </p:nvSpPr>
            <p:spPr>
              <a:xfrm>
                <a:off x="4105" y="2422"/>
                <a:ext cx="43" cy="4"/>
              </a:xfrm>
              <a:custGeom>
                <a:pathLst>
                  <a:path w="86" h="7">
                    <a:moveTo>
                      <a:pt x="0" y="0"/>
                    </a:moveTo>
                    <a:lnTo>
                      <a:pt x="86" y="0"/>
                    </a:lnTo>
                    <a:lnTo>
                      <a:pt x="0" y="7"/>
                    </a:lnTo>
                    <a:lnTo>
                      <a:pt x="0" y="0"/>
                    </a:lnTo>
                    <a:close/>
                  </a:path>
                </a:pathLst>
              </a:custGeom>
              <a:solidFill>
                <a:srgbClr val="E0E0B0"/>
              </a:solidFill>
              <a:ln>
                <a:noFill/>
                <a:round/>
              </a:ln>
            </p:spPr>
          </p:sp>
          <p:sp>
            <p:nvSpPr>
              <p:cNvPr id="95585" name=""/>
              <p:cNvSpPr/>
              <p:nvPr/>
            </p:nvSpPr>
            <p:spPr>
              <a:xfrm>
                <a:off x="4147" y="2421"/>
                <a:ext cx="34" cy="5"/>
              </a:xfrm>
              <a:custGeom>
                <a:pathLst>
                  <a:path w="68" h="9">
                    <a:moveTo>
                      <a:pt x="2" y="0"/>
                    </a:moveTo>
                    <a:lnTo>
                      <a:pt x="66" y="0"/>
                    </a:lnTo>
                    <a:lnTo>
                      <a:pt x="68" y="4"/>
                    </a:lnTo>
                    <a:lnTo>
                      <a:pt x="66" y="9"/>
                    </a:lnTo>
                    <a:lnTo>
                      <a:pt x="2" y="9"/>
                    </a:lnTo>
                    <a:lnTo>
                      <a:pt x="0" y="4"/>
                    </a:lnTo>
                    <a:lnTo>
                      <a:pt x="2" y="0"/>
                    </a:lnTo>
                    <a:close/>
                  </a:path>
                </a:pathLst>
              </a:custGeom>
              <a:solidFill>
                <a:srgbClr val="E0E0B0"/>
              </a:solidFill>
              <a:ln>
                <a:noFill/>
                <a:round/>
              </a:ln>
            </p:spPr>
          </p:sp>
          <p:sp>
            <p:nvSpPr>
              <p:cNvPr id="95586" name=""/>
              <p:cNvSpPr/>
              <p:nvPr/>
            </p:nvSpPr>
            <p:spPr>
              <a:xfrm>
                <a:off x="4107" y="2424"/>
                <a:ext cx="41" cy="8"/>
              </a:xfrm>
              <a:custGeom>
                <a:pathLst>
                  <a:path w="83" h="16">
                    <a:moveTo>
                      <a:pt x="0" y="0"/>
                    </a:moveTo>
                    <a:lnTo>
                      <a:pt x="81" y="0"/>
                    </a:lnTo>
                    <a:lnTo>
                      <a:pt x="83" y="1"/>
                    </a:lnTo>
                    <a:lnTo>
                      <a:pt x="83" y="14"/>
                    </a:lnTo>
                    <a:lnTo>
                      <a:pt x="81" y="16"/>
                    </a:lnTo>
                    <a:lnTo>
                      <a:pt x="0" y="16"/>
                    </a:lnTo>
                    <a:lnTo>
                      <a:pt x="0" y="14"/>
                    </a:lnTo>
                    <a:lnTo>
                      <a:pt x="0" y="1"/>
                    </a:lnTo>
                    <a:lnTo>
                      <a:pt x="0" y="0"/>
                    </a:lnTo>
                    <a:close/>
                  </a:path>
                </a:pathLst>
              </a:custGeom>
              <a:solidFill>
                <a:srgbClr val="00DFCA"/>
              </a:solidFill>
              <a:ln>
                <a:noFill/>
                <a:round/>
              </a:ln>
            </p:spPr>
          </p:sp>
          <p:sp>
            <p:nvSpPr>
              <p:cNvPr id="95587" name=""/>
              <p:cNvSpPr/>
              <p:nvPr/>
            </p:nvSpPr>
            <p:spPr>
              <a:xfrm>
                <a:off x="4160" y="2411"/>
                <a:ext cx="12" cy="3"/>
              </a:xfrm>
              <a:prstGeom prst="rect">
                <a:avLst/>
              </a:prstGeom>
              <a:solidFill>
                <a:srgbClr val="F0E0C0"/>
              </a:solidFill>
              <a:ln>
                <a:noFill/>
                <a:miter lim="800000"/>
              </a:ln>
            </p:spPr>
          </p:sp>
          <p:sp>
            <p:nvSpPr>
              <p:cNvPr id="95588" name=""/>
              <p:cNvSpPr/>
              <p:nvPr/>
            </p:nvSpPr>
            <p:spPr>
              <a:xfrm>
                <a:off x="4153" y="2411"/>
                <a:ext cx="19" cy="12"/>
              </a:xfrm>
              <a:custGeom>
                <a:pathLst>
                  <a:path w="37" h="24">
                    <a:moveTo>
                      <a:pt x="10" y="0"/>
                    </a:moveTo>
                    <a:lnTo>
                      <a:pt x="0" y="20"/>
                    </a:lnTo>
                    <a:lnTo>
                      <a:pt x="0" y="24"/>
                    </a:lnTo>
                    <a:lnTo>
                      <a:pt x="30" y="24"/>
                    </a:lnTo>
                    <a:lnTo>
                      <a:pt x="37" y="11"/>
                    </a:lnTo>
                    <a:lnTo>
                      <a:pt x="12" y="11"/>
                    </a:lnTo>
                    <a:lnTo>
                      <a:pt x="10" y="0"/>
                    </a:lnTo>
                    <a:close/>
                  </a:path>
                </a:pathLst>
              </a:custGeom>
              <a:solidFill>
                <a:srgbClr val="808060"/>
              </a:solidFill>
              <a:ln>
                <a:noFill/>
                <a:round/>
              </a:ln>
            </p:spPr>
          </p:sp>
          <p:sp>
            <p:nvSpPr>
              <p:cNvPr id="95589" name=""/>
              <p:cNvSpPr/>
              <p:nvPr/>
            </p:nvSpPr>
            <p:spPr>
              <a:xfrm>
                <a:off x="4108" y="2425"/>
                <a:ext cx="6" cy="6"/>
              </a:xfrm>
              <a:custGeom>
                <a:pathLst>
                  <a:path w="13" h="13">
                    <a:moveTo>
                      <a:pt x="2" y="0"/>
                    </a:moveTo>
                    <a:lnTo>
                      <a:pt x="11" y="0"/>
                    </a:lnTo>
                    <a:lnTo>
                      <a:pt x="13" y="0"/>
                    </a:lnTo>
                    <a:lnTo>
                      <a:pt x="13" y="4"/>
                    </a:lnTo>
                    <a:lnTo>
                      <a:pt x="13" y="9"/>
                    </a:lnTo>
                    <a:lnTo>
                      <a:pt x="13" y="13"/>
                    </a:lnTo>
                    <a:lnTo>
                      <a:pt x="2" y="13"/>
                    </a:lnTo>
                    <a:lnTo>
                      <a:pt x="0" y="9"/>
                    </a:lnTo>
                    <a:lnTo>
                      <a:pt x="0" y="4"/>
                    </a:lnTo>
                    <a:lnTo>
                      <a:pt x="0" y="0"/>
                    </a:lnTo>
                    <a:lnTo>
                      <a:pt x="2" y="0"/>
                    </a:lnTo>
                    <a:close/>
                  </a:path>
                </a:pathLst>
              </a:custGeom>
              <a:solidFill>
                <a:srgbClr val="A0A070"/>
              </a:solidFill>
              <a:ln>
                <a:noFill/>
                <a:round/>
              </a:ln>
            </p:spPr>
          </p:sp>
          <p:sp>
            <p:nvSpPr>
              <p:cNvPr id="95590" name=""/>
              <p:cNvSpPr/>
              <p:nvPr/>
            </p:nvSpPr>
            <p:spPr>
              <a:xfrm>
                <a:off x="4108" y="2425"/>
                <a:ext cx="6" cy="5"/>
              </a:xfrm>
              <a:custGeom>
                <a:pathLst>
                  <a:path w="13" h="11">
                    <a:moveTo>
                      <a:pt x="6" y="0"/>
                    </a:moveTo>
                    <a:lnTo>
                      <a:pt x="11" y="0"/>
                    </a:lnTo>
                    <a:lnTo>
                      <a:pt x="13" y="0"/>
                    </a:lnTo>
                    <a:lnTo>
                      <a:pt x="13" y="6"/>
                    </a:lnTo>
                    <a:lnTo>
                      <a:pt x="13" y="11"/>
                    </a:lnTo>
                    <a:lnTo>
                      <a:pt x="6" y="11"/>
                    </a:lnTo>
                    <a:lnTo>
                      <a:pt x="2" y="11"/>
                    </a:lnTo>
                    <a:lnTo>
                      <a:pt x="0" y="11"/>
                    </a:lnTo>
                    <a:lnTo>
                      <a:pt x="0" y="6"/>
                    </a:lnTo>
                    <a:lnTo>
                      <a:pt x="2" y="6"/>
                    </a:lnTo>
                    <a:lnTo>
                      <a:pt x="2" y="0"/>
                    </a:lnTo>
                    <a:lnTo>
                      <a:pt x="6" y="0"/>
                    </a:lnTo>
                    <a:close/>
                  </a:path>
                </a:pathLst>
              </a:custGeom>
              <a:solidFill>
                <a:srgbClr val="A0FF00"/>
              </a:solidFill>
              <a:ln>
                <a:noFill/>
                <a:round/>
              </a:ln>
            </p:spPr>
          </p:sp>
          <p:sp>
            <p:nvSpPr>
              <p:cNvPr id="95591" name=""/>
              <p:cNvSpPr/>
              <p:nvPr/>
            </p:nvSpPr>
            <p:spPr>
              <a:xfrm>
                <a:off x="4110" y="2425"/>
                <a:ext cx="2" cy="4"/>
              </a:xfrm>
              <a:custGeom>
                <a:pathLst>
                  <a:path w="3" h="9">
                    <a:moveTo>
                      <a:pt x="3" y="0"/>
                    </a:moveTo>
                    <a:lnTo>
                      <a:pt x="3" y="9"/>
                    </a:lnTo>
                    <a:lnTo>
                      <a:pt x="0" y="9"/>
                    </a:lnTo>
                    <a:lnTo>
                      <a:pt x="3" y="0"/>
                    </a:lnTo>
                    <a:close/>
                  </a:path>
                </a:pathLst>
              </a:custGeom>
              <a:solidFill>
                <a:srgbClr val="FFFFFF"/>
              </a:solidFill>
              <a:ln>
                <a:noFill/>
                <a:round/>
              </a:ln>
            </p:spPr>
          </p:sp>
          <p:sp>
            <p:nvSpPr>
              <p:cNvPr id="95592" name=""/>
              <p:cNvSpPr/>
              <p:nvPr/>
            </p:nvSpPr>
            <p:spPr>
              <a:xfrm>
                <a:off x="4092" y="2400"/>
                <a:ext cx="8" cy="5"/>
              </a:xfrm>
              <a:custGeom>
                <a:pathLst>
                  <a:path w="14" h="9">
                    <a:moveTo>
                      <a:pt x="3" y="0"/>
                    </a:moveTo>
                    <a:lnTo>
                      <a:pt x="10" y="0"/>
                    </a:lnTo>
                    <a:lnTo>
                      <a:pt x="14" y="0"/>
                    </a:lnTo>
                    <a:lnTo>
                      <a:pt x="14" y="3"/>
                    </a:lnTo>
                    <a:lnTo>
                      <a:pt x="14" y="5"/>
                    </a:lnTo>
                    <a:lnTo>
                      <a:pt x="10" y="9"/>
                    </a:lnTo>
                    <a:lnTo>
                      <a:pt x="3" y="9"/>
                    </a:lnTo>
                    <a:lnTo>
                      <a:pt x="0" y="5"/>
                    </a:lnTo>
                    <a:lnTo>
                      <a:pt x="0" y="3"/>
                    </a:lnTo>
                    <a:lnTo>
                      <a:pt x="0" y="0"/>
                    </a:lnTo>
                    <a:lnTo>
                      <a:pt x="3" y="0"/>
                    </a:lnTo>
                    <a:close/>
                  </a:path>
                </a:pathLst>
              </a:custGeom>
              <a:solidFill>
                <a:srgbClr val="A0A070"/>
              </a:solidFill>
              <a:ln>
                <a:noFill/>
                <a:round/>
              </a:ln>
            </p:spPr>
          </p:sp>
          <p:sp>
            <p:nvSpPr>
              <p:cNvPr id="95593" name=""/>
              <p:cNvSpPr/>
              <p:nvPr/>
            </p:nvSpPr>
            <p:spPr>
              <a:xfrm>
                <a:off x="4092" y="2400"/>
                <a:ext cx="8" cy="5"/>
              </a:xfrm>
              <a:custGeom>
                <a:pathLst>
                  <a:path w="14" h="9">
                    <a:moveTo>
                      <a:pt x="3" y="0"/>
                    </a:moveTo>
                    <a:lnTo>
                      <a:pt x="10" y="0"/>
                    </a:lnTo>
                    <a:lnTo>
                      <a:pt x="14" y="3"/>
                    </a:lnTo>
                    <a:lnTo>
                      <a:pt x="14" y="5"/>
                    </a:lnTo>
                    <a:lnTo>
                      <a:pt x="10" y="5"/>
                    </a:lnTo>
                    <a:lnTo>
                      <a:pt x="10" y="9"/>
                    </a:lnTo>
                    <a:lnTo>
                      <a:pt x="3" y="9"/>
                    </a:lnTo>
                    <a:lnTo>
                      <a:pt x="3" y="5"/>
                    </a:lnTo>
                    <a:lnTo>
                      <a:pt x="0" y="5"/>
                    </a:lnTo>
                    <a:lnTo>
                      <a:pt x="0" y="3"/>
                    </a:lnTo>
                    <a:lnTo>
                      <a:pt x="3" y="3"/>
                    </a:lnTo>
                    <a:lnTo>
                      <a:pt x="3" y="0"/>
                    </a:lnTo>
                    <a:close/>
                  </a:path>
                </a:pathLst>
              </a:custGeom>
              <a:solidFill>
                <a:srgbClr val="A0FF00"/>
              </a:solidFill>
              <a:ln>
                <a:noFill/>
                <a:round/>
              </a:ln>
            </p:spPr>
          </p:sp>
          <p:sp>
            <p:nvSpPr>
              <p:cNvPr id="95594" name=""/>
              <p:cNvSpPr/>
              <p:nvPr/>
            </p:nvSpPr>
            <p:spPr>
              <a:xfrm>
                <a:off x="4159" y="2400"/>
                <a:ext cx="7" cy="5"/>
              </a:xfrm>
              <a:custGeom>
                <a:pathLst>
                  <a:path w="15" h="9">
                    <a:moveTo>
                      <a:pt x="2" y="0"/>
                    </a:moveTo>
                    <a:lnTo>
                      <a:pt x="9" y="0"/>
                    </a:lnTo>
                    <a:lnTo>
                      <a:pt x="13" y="0"/>
                    </a:lnTo>
                    <a:lnTo>
                      <a:pt x="15" y="3"/>
                    </a:lnTo>
                    <a:lnTo>
                      <a:pt x="13" y="5"/>
                    </a:lnTo>
                    <a:lnTo>
                      <a:pt x="13" y="9"/>
                    </a:lnTo>
                    <a:lnTo>
                      <a:pt x="2" y="9"/>
                    </a:lnTo>
                    <a:lnTo>
                      <a:pt x="2" y="5"/>
                    </a:lnTo>
                    <a:lnTo>
                      <a:pt x="0" y="5"/>
                    </a:lnTo>
                    <a:lnTo>
                      <a:pt x="0" y="3"/>
                    </a:lnTo>
                    <a:lnTo>
                      <a:pt x="2" y="0"/>
                    </a:lnTo>
                    <a:close/>
                  </a:path>
                </a:pathLst>
              </a:custGeom>
              <a:solidFill>
                <a:srgbClr val="A0A070"/>
              </a:solidFill>
              <a:ln>
                <a:noFill/>
                <a:round/>
              </a:ln>
            </p:spPr>
          </p:sp>
          <p:sp>
            <p:nvSpPr>
              <p:cNvPr id="95595" name=""/>
              <p:cNvSpPr/>
              <p:nvPr/>
            </p:nvSpPr>
            <p:spPr>
              <a:xfrm>
                <a:off x="4159" y="2400"/>
                <a:ext cx="6" cy="5"/>
              </a:xfrm>
              <a:custGeom>
                <a:pathLst>
                  <a:path w="13" h="9">
                    <a:moveTo>
                      <a:pt x="0" y="0"/>
                    </a:moveTo>
                    <a:lnTo>
                      <a:pt x="9" y="0"/>
                    </a:lnTo>
                    <a:lnTo>
                      <a:pt x="13" y="0"/>
                    </a:lnTo>
                    <a:lnTo>
                      <a:pt x="13" y="5"/>
                    </a:lnTo>
                    <a:lnTo>
                      <a:pt x="13" y="9"/>
                    </a:lnTo>
                    <a:lnTo>
                      <a:pt x="9" y="9"/>
                    </a:lnTo>
                    <a:lnTo>
                      <a:pt x="0" y="9"/>
                    </a:lnTo>
                    <a:lnTo>
                      <a:pt x="0" y="5"/>
                    </a:lnTo>
                    <a:lnTo>
                      <a:pt x="0" y="0"/>
                    </a:lnTo>
                    <a:close/>
                  </a:path>
                </a:pathLst>
              </a:custGeom>
              <a:solidFill>
                <a:srgbClr val="A0FF00"/>
              </a:solidFill>
              <a:ln>
                <a:noFill/>
                <a:round/>
              </a:ln>
            </p:spPr>
          </p:sp>
          <p:sp>
            <p:nvSpPr>
              <p:cNvPr id="95596" name=""/>
              <p:cNvSpPr/>
              <p:nvPr/>
            </p:nvSpPr>
            <p:spPr>
              <a:xfrm>
                <a:off x="4159" y="2400"/>
                <a:ext cx="2" cy="3"/>
              </a:xfrm>
              <a:prstGeom prst="rect">
                <a:avLst/>
              </a:prstGeom>
              <a:solidFill>
                <a:srgbClr val="FFFFFF"/>
              </a:solidFill>
              <a:ln>
                <a:noFill/>
                <a:miter lim="800000"/>
              </a:ln>
            </p:spPr>
          </p:sp>
          <p:sp>
            <p:nvSpPr>
              <p:cNvPr id="95597" name=""/>
              <p:cNvSpPr/>
              <p:nvPr/>
            </p:nvSpPr>
            <p:spPr>
              <a:xfrm>
                <a:off x="4108" y="2454"/>
                <a:ext cx="6" cy="6"/>
              </a:xfrm>
              <a:custGeom>
                <a:pathLst>
                  <a:path w="13" h="13">
                    <a:moveTo>
                      <a:pt x="2" y="0"/>
                    </a:moveTo>
                    <a:lnTo>
                      <a:pt x="11" y="0"/>
                    </a:lnTo>
                    <a:lnTo>
                      <a:pt x="13" y="4"/>
                    </a:lnTo>
                    <a:lnTo>
                      <a:pt x="13" y="7"/>
                    </a:lnTo>
                    <a:lnTo>
                      <a:pt x="13" y="9"/>
                    </a:lnTo>
                    <a:lnTo>
                      <a:pt x="13" y="13"/>
                    </a:lnTo>
                    <a:lnTo>
                      <a:pt x="2" y="13"/>
                    </a:lnTo>
                    <a:lnTo>
                      <a:pt x="2" y="9"/>
                    </a:lnTo>
                    <a:lnTo>
                      <a:pt x="0" y="9"/>
                    </a:lnTo>
                    <a:lnTo>
                      <a:pt x="0" y="7"/>
                    </a:lnTo>
                    <a:lnTo>
                      <a:pt x="0" y="4"/>
                    </a:lnTo>
                    <a:lnTo>
                      <a:pt x="2" y="4"/>
                    </a:lnTo>
                    <a:lnTo>
                      <a:pt x="2" y="0"/>
                    </a:lnTo>
                    <a:close/>
                  </a:path>
                </a:pathLst>
              </a:custGeom>
              <a:solidFill>
                <a:srgbClr val="A0A070"/>
              </a:solidFill>
              <a:ln>
                <a:noFill/>
                <a:round/>
              </a:ln>
            </p:spPr>
          </p:sp>
          <p:sp>
            <p:nvSpPr>
              <p:cNvPr id="95598" name=""/>
              <p:cNvSpPr/>
              <p:nvPr/>
            </p:nvSpPr>
            <p:spPr>
              <a:xfrm>
                <a:off x="4108" y="2454"/>
                <a:ext cx="6" cy="5"/>
              </a:xfrm>
              <a:custGeom>
                <a:pathLst>
                  <a:path w="13" h="9">
                    <a:moveTo>
                      <a:pt x="6" y="0"/>
                    </a:moveTo>
                    <a:lnTo>
                      <a:pt x="11" y="0"/>
                    </a:lnTo>
                    <a:lnTo>
                      <a:pt x="13" y="0"/>
                    </a:lnTo>
                    <a:lnTo>
                      <a:pt x="13" y="5"/>
                    </a:lnTo>
                    <a:lnTo>
                      <a:pt x="13" y="9"/>
                    </a:lnTo>
                    <a:lnTo>
                      <a:pt x="6" y="9"/>
                    </a:lnTo>
                    <a:lnTo>
                      <a:pt x="2" y="9"/>
                    </a:lnTo>
                    <a:lnTo>
                      <a:pt x="0" y="9"/>
                    </a:lnTo>
                    <a:lnTo>
                      <a:pt x="0" y="5"/>
                    </a:lnTo>
                    <a:lnTo>
                      <a:pt x="2" y="0"/>
                    </a:lnTo>
                    <a:lnTo>
                      <a:pt x="6" y="0"/>
                    </a:lnTo>
                    <a:close/>
                  </a:path>
                </a:pathLst>
              </a:custGeom>
              <a:solidFill>
                <a:srgbClr val="A0FF00"/>
              </a:solidFill>
              <a:ln>
                <a:noFill/>
                <a:round/>
              </a:ln>
            </p:spPr>
          </p:sp>
          <p:sp>
            <p:nvSpPr>
              <p:cNvPr id="95599" name=""/>
              <p:cNvSpPr/>
              <p:nvPr/>
            </p:nvSpPr>
            <p:spPr>
              <a:xfrm>
                <a:off x="4110" y="2454"/>
                <a:ext cx="2" cy="4"/>
              </a:xfrm>
              <a:custGeom>
                <a:pathLst>
                  <a:path w="3" h="7">
                    <a:moveTo>
                      <a:pt x="3" y="0"/>
                    </a:moveTo>
                    <a:lnTo>
                      <a:pt x="3" y="7"/>
                    </a:lnTo>
                    <a:lnTo>
                      <a:pt x="0" y="7"/>
                    </a:lnTo>
                    <a:lnTo>
                      <a:pt x="3" y="0"/>
                    </a:lnTo>
                    <a:close/>
                  </a:path>
                </a:pathLst>
              </a:custGeom>
              <a:solidFill>
                <a:srgbClr val="FFFFFF"/>
              </a:solidFill>
              <a:ln>
                <a:noFill/>
                <a:round/>
              </a:ln>
            </p:spPr>
          </p:sp>
          <p:sp>
            <p:nvSpPr>
              <p:cNvPr id="95600" name=""/>
              <p:cNvSpPr/>
              <p:nvPr/>
            </p:nvSpPr>
            <p:spPr>
              <a:xfrm>
                <a:off x="4086" y="2499"/>
                <a:ext cx="7" cy="5"/>
              </a:xfrm>
              <a:custGeom>
                <a:pathLst>
                  <a:path w="15" h="11">
                    <a:moveTo>
                      <a:pt x="6" y="0"/>
                    </a:moveTo>
                    <a:lnTo>
                      <a:pt x="13" y="0"/>
                    </a:lnTo>
                    <a:lnTo>
                      <a:pt x="13" y="4"/>
                    </a:lnTo>
                    <a:lnTo>
                      <a:pt x="15" y="4"/>
                    </a:lnTo>
                    <a:lnTo>
                      <a:pt x="15" y="5"/>
                    </a:lnTo>
                    <a:lnTo>
                      <a:pt x="13" y="9"/>
                    </a:lnTo>
                    <a:lnTo>
                      <a:pt x="13" y="11"/>
                    </a:lnTo>
                    <a:lnTo>
                      <a:pt x="6" y="11"/>
                    </a:lnTo>
                    <a:lnTo>
                      <a:pt x="2" y="11"/>
                    </a:lnTo>
                    <a:lnTo>
                      <a:pt x="2" y="9"/>
                    </a:lnTo>
                    <a:lnTo>
                      <a:pt x="0" y="9"/>
                    </a:lnTo>
                    <a:lnTo>
                      <a:pt x="0" y="5"/>
                    </a:lnTo>
                    <a:lnTo>
                      <a:pt x="2" y="4"/>
                    </a:lnTo>
                    <a:lnTo>
                      <a:pt x="2" y="0"/>
                    </a:lnTo>
                    <a:lnTo>
                      <a:pt x="6" y="0"/>
                    </a:lnTo>
                    <a:close/>
                  </a:path>
                </a:pathLst>
              </a:custGeom>
              <a:solidFill>
                <a:srgbClr val="A0A070"/>
              </a:solidFill>
              <a:ln>
                <a:noFill/>
                <a:round/>
              </a:ln>
            </p:spPr>
          </p:sp>
          <p:sp>
            <p:nvSpPr>
              <p:cNvPr id="95601" name=""/>
              <p:cNvSpPr/>
              <p:nvPr/>
            </p:nvSpPr>
            <p:spPr>
              <a:xfrm>
                <a:off x="4089" y="2499"/>
                <a:ext cx="4" cy="4"/>
              </a:xfrm>
              <a:custGeom>
                <a:pathLst>
                  <a:path w="9" h="7">
                    <a:moveTo>
                      <a:pt x="0" y="0"/>
                    </a:moveTo>
                    <a:lnTo>
                      <a:pt x="0" y="7"/>
                    </a:lnTo>
                    <a:lnTo>
                      <a:pt x="9" y="7"/>
                    </a:lnTo>
                    <a:lnTo>
                      <a:pt x="0" y="0"/>
                    </a:lnTo>
                    <a:close/>
                  </a:path>
                </a:pathLst>
              </a:custGeom>
              <a:solidFill>
                <a:srgbClr val="A0FF00"/>
              </a:solidFill>
              <a:ln>
                <a:noFill/>
                <a:round/>
              </a:ln>
            </p:spPr>
          </p:sp>
          <p:sp>
            <p:nvSpPr>
              <p:cNvPr id="95602" name=""/>
              <p:cNvSpPr/>
              <p:nvPr/>
            </p:nvSpPr>
            <p:spPr>
              <a:xfrm>
                <a:off x="4089" y="2499"/>
                <a:ext cx="4" cy="4"/>
              </a:xfrm>
              <a:custGeom>
                <a:pathLst>
                  <a:path w="9" h="7">
                    <a:moveTo>
                      <a:pt x="0" y="0"/>
                    </a:moveTo>
                    <a:lnTo>
                      <a:pt x="0" y="7"/>
                    </a:lnTo>
                    <a:lnTo>
                      <a:pt x="9" y="7"/>
                    </a:lnTo>
                    <a:lnTo>
                      <a:pt x="0" y="0"/>
                    </a:lnTo>
                    <a:close/>
                  </a:path>
                </a:pathLst>
              </a:custGeom>
              <a:solidFill>
                <a:srgbClr val="A0FF00"/>
              </a:solidFill>
              <a:ln>
                <a:noFill/>
                <a:round/>
              </a:ln>
            </p:spPr>
          </p:sp>
          <p:sp>
            <p:nvSpPr>
              <p:cNvPr id="95603" name=""/>
              <p:cNvSpPr/>
              <p:nvPr/>
            </p:nvSpPr>
            <p:spPr>
              <a:xfrm>
                <a:off x="4089" y="2499"/>
                <a:ext cx="4" cy="2"/>
              </a:xfrm>
              <a:custGeom>
                <a:pathLst>
                  <a:path w="9" h="5">
                    <a:moveTo>
                      <a:pt x="0" y="0"/>
                    </a:moveTo>
                    <a:lnTo>
                      <a:pt x="0" y="5"/>
                    </a:lnTo>
                    <a:lnTo>
                      <a:pt x="9" y="5"/>
                    </a:lnTo>
                    <a:lnTo>
                      <a:pt x="0" y="0"/>
                    </a:lnTo>
                    <a:close/>
                  </a:path>
                </a:pathLst>
              </a:custGeom>
              <a:solidFill>
                <a:srgbClr val="A0FF00"/>
              </a:solidFill>
              <a:ln>
                <a:noFill/>
                <a:round/>
              </a:ln>
            </p:spPr>
          </p:sp>
          <p:sp>
            <p:nvSpPr>
              <p:cNvPr id="95604" name=""/>
              <p:cNvSpPr/>
              <p:nvPr/>
            </p:nvSpPr>
            <p:spPr>
              <a:xfrm>
                <a:off x="4089" y="2499"/>
                <a:ext cx="3" cy="4"/>
              </a:xfrm>
              <a:custGeom>
                <a:pathLst>
                  <a:path w="7" h="7">
                    <a:moveTo>
                      <a:pt x="0" y="0"/>
                    </a:moveTo>
                    <a:lnTo>
                      <a:pt x="7" y="0"/>
                    </a:lnTo>
                    <a:lnTo>
                      <a:pt x="0" y="7"/>
                    </a:lnTo>
                    <a:lnTo>
                      <a:pt x="0" y="0"/>
                    </a:lnTo>
                    <a:close/>
                  </a:path>
                </a:pathLst>
              </a:custGeom>
              <a:solidFill>
                <a:srgbClr val="FFFFFF"/>
              </a:solidFill>
              <a:ln>
                <a:noFill/>
                <a:round/>
              </a:ln>
            </p:spPr>
          </p:sp>
          <p:sp>
            <p:nvSpPr>
              <p:cNvPr id="95605" name=""/>
              <p:cNvSpPr/>
              <p:nvPr/>
            </p:nvSpPr>
            <p:spPr>
              <a:xfrm>
                <a:off x="4086" y="2417"/>
                <a:ext cx="93" cy="6"/>
              </a:xfrm>
              <a:prstGeom prst="rect">
                <a:avLst/>
              </a:prstGeom>
              <a:solidFill>
                <a:srgbClr val="505020"/>
              </a:solidFill>
              <a:ln>
                <a:noFill/>
                <a:miter lim="800000"/>
              </a:ln>
            </p:spPr>
          </p:sp>
          <p:sp>
            <p:nvSpPr>
              <p:cNvPr id="95606" name=""/>
              <p:cNvSpPr/>
              <p:nvPr/>
            </p:nvSpPr>
            <p:spPr>
              <a:xfrm>
                <a:off x="4107" y="2413"/>
                <a:ext cx="3" cy="8"/>
              </a:xfrm>
              <a:custGeom>
                <a:pathLst>
                  <a:path w="8" h="16">
                    <a:moveTo>
                      <a:pt x="4" y="0"/>
                    </a:moveTo>
                    <a:lnTo>
                      <a:pt x="8" y="2"/>
                    </a:lnTo>
                    <a:lnTo>
                      <a:pt x="8" y="14"/>
                    </a:lnTo>
                    <a:lnTo>
                      <a:pt x="4" y="16"/>
                    </a:lnTo>
                    <a:lnTo>
                      <a:pt x="0" y="2"/>
                    </a:lnTo>
                    <a:lnTo>
                      <a:pt x="4" y="0"/>
                    </a:lnTo>
                    <a:close/>
                  </a:path>
                </a:pathLst>
              </a:custGeom>
              <a:solidFill>
                <a:srgbClr val="E0E0B0"/>
              </a:solidFill>
              <a:ln>
                <a:noFill/>
                <a:round/>
              </a:ln>
            </p:spPr>
          </p:sp>
          <p:sp>
            <p:nvSpPr>
              <p:cNvPr id="95607" name=""/>
              <p:cNvSpPr/>
              <p:nvPr/>
            </p:nvSpPr>
            <p:spPr>
              <a:xfrm>
                <a:off x="4107" y="2422"/>
                <a:ext cx="3" cy="10"/>
              </a:xfrm>
              <a:custGeom>
                <a:pathLst>
                  <a:path w="8" h="20">
                    <a:moveTo>
                      <a:pt x="4" y="0"/>
                    </a:moveTo>
                    <a:lnTo>
                      <a:pt x="8" y="2"/>
                    </a:lnTo>
                    <a:lnTo>
                      <a:pt x="8" y="18"/>
                    </a:lnTo>
                    <a:lnTo>
                      <a:pt x="4" y="20"/>
                    </a:lnTo>
                    <a:lnTo>
                      <a:pt x="0" y="18"/>
                    </a:lnTo>
                    <a:lnTo>
                      <a:pt x="0" y="2"/>
                    </a:lnTo>
                    <a:lnTo>
                      <a:pt x="4" y="0"/>
                    </a:lnTo>
                    <a:close/>
                  </a:path>
                </a:pathLst>
              </a:custGeom>
              <a:solidFill>
                <a:srgbClr val="E0E0B0"/>
              </a:solidFill>
              <a:ln>
                <a:noFill/>
                <a:round/>
              </a:ln>
            </p:spPr>
          </p:sp>
          <p:sp>
            <p:nvSpPr>
              <p:cNvPr id="95608" name=""/>
              <p:cNvSpPr/>
              <p:nvPr/>
            </p:nvSpPr>
            <p:spPr>
              <a:xfrm>
                <a:off x="4110" y="2479"/>
                <a:ext cx="71" cy="14"/>
              </a:xfrm>
              <a:prstGeom prst="rect">
                <a:avLst/>
              </a:prstGeom>
              <a:solidFill>
                <a:srgbClr val="A0A080"/>
              </a:solidFill>
              <a:ln>
                <a:noFill/>
                <a:miter lim="800000"/>
              </a:ln>
            </p:spPr>
          </p:sp>
          <p:sp>
            <p:nvSpPr>
              <p:cNvPr id="95609" name=""/>
              <p:cNvSpPr/>
              <p:nvPr/>
            </p:nvSpPr>
            <p:spPr>
              <a:xfrm>
                <a:off x="4105" y="2500"/>
                <a:ext cx="41" cy="5"/>
              </a:xfrm>
              <a:custGeom>
                <a:pathLst>
                  <a:path w="82" h="9">
                    <a:moveTo>
                      <a:pt x="0" y="0"/>
                    </a:moveTo>
                    <a:lnTo>
                      <a:pt x="80" y="0"/>
                    </a:lnTo>
                    <a:lnTo>
                      <a:pt x="82" y="5"/>
                    </a:lnTo>
                    <a:lnTo>
                      <a:pt x="0" y="9"/>
                    </a:lnTo>
                    <a:lnTo>
                      <a:pt x="0" y="5"/>
                    </a:lnTo>
                    <a:lnTo>
                      <a:pt x="0" y="0"/>
                    </a:lnTo>
                    <a:close/>
                  </a:path>
                </a:pathLst>
              </a:custGeom>
              <a:solidFill>
                <a:srgbClr val="E0E0B0"/>
              </a:solidFill>
              <a:ln>
                <a:noFill/>
                <a:round/>
              </a:ln>
            </p:spPr>
          </p:sp>
          <p:sp>
            <p:nvSpPr>
              <p:cNvPr id="95610" name=""/>
              <p:cNvSpPr/>
              <p:nvPr/>
            </p:nvSpPr>
            <p:spPr>
              <a:xfrm>
                <a:off x="4120" y="2491"/>
                <a:ext cx="27" cy="3"/>
              </a:xfrm>
              <a:prstGeom prst="rect">
                <a:avLst/>
              </a:prstGeom>
              <a:solidFill>
                <a:srgbClr val="E0E0B0"/>
              </a:solidFill>
              <a:ln>
                <a:noFill/>
                <a:miter lim="800000"/>
              </a:ln>
            </p:spPr>
          </p:sp>
          <p:sp>
            <p:nvSpPr>
              <p:cNvPr id="95611" name=""/>
              <p:cNvSpPr/>
              <p:nvPr/>
            </p:nvSpPr>
            <p:spPr>
              <a:xfrm>
                <a:off x="4143" y="2491"/>
                <a:ext cx="40" cy="5"/>
              </a:xfrm>
              <a:custGeom>
                <a:pathLst>
                  <a:path w="79" h="9">
                    <a:moveTo>
                      <a:pt x="3" y="0"/>
                    </a:moveTo>
                    <a:lnTo>
                      <a:pt x="77" y="0"/>
                    </a:lnTo>
                    <a:lnTo>
                      <a:pt x="79" y="3"/>
                    </a:lnTo>
                    <a:lnTo>
                      <a:pt x="77" y="9"/>
                    </a:lnTo>
                    <a:lnTo>
                      <a:pt x="3" y="9"/>
                    </a:lnTo>
                    <a:lnTo>
                      <a:pt x="0" y="3"/>
                    </a:lnTo>
                    <a:lnTo>
                      <a:pt x="3" y="0"/>
                    </a:lnTo>
                    <a:close/>
                  </a:path>
                </a:pathLst>
              </a:custGeom>
              <a:solidFill>
                <a:srgbClr val="E0E0B0"/>
              </a:solidFill>
              <a:ln>
                <a:noFill/>
                <a:round/>
              </a:ln>
            </p:spPr>
          </p:sp>
          <p:sp>
            <p:nvSpPr>
              <p:cNvPr id="95612" name=""/>
              <p:cNvSpPr/>
              <p:nvPr/>
            </p:nvSpPr>
            <p:spPr>
              <a:xfrm>
                <a:off x="4103" y="2443"/>
                <a:ext cx="3" cy="6"/>
              </a:xfrm>
              <a:prstGeom prst="rect">
                <a:avLst/>
              </a:prstGeom>
              <a:solidFill>
                <a:srgbClr val="F0E0C0"/>
              </a:solidFill>
              <a:ln>
                <a:noFill/>
                <a:miter lim="800000"/>
              </a:ln>
            </p:spPr>
          </p:sp>
          <p:sp>
            <p:nvSpPr>
              <p:cNvPr id="95613" name=""/>
              <p:cNvSpPr/>
              <p:nvPr/>
            </p:nvSpPr>
            <p:spPr>
              <a:xfrm>
                <a:off x="4126" y="2442"/>
                <a:ext cx="2" cy="4"/>
              </a:xfrm>
              <a:prstGeom prst="rect">
                <a:avLst/>
              </a:prstGeom>
              <a:solidFill>
                <a:srgbClr val="F0E0C0"/>
              </a:solidFill>
              <a:ln>
                <a:noFill/>
                <a:miter lim="800000"/>
              </a:ln>
            </p:spPr>
          </p:sp>
          <p:sp>
            <p:nvSpPr>
              <p:cNvPr id="95614" name=""/>
              <p:cNvSpPr/>
              <p:nvPr/>
            </p:nvSpPr>
            <p:spPr>
              <a:xfrm>
                <a:off x="4125" y="2446"/>
                <a:ext cx="3" cy="4"/>
              </a:xfrm>
              <a:prstGeom prst="rect">
                <a:avLst/>
              </a:prstGeom>
              <a:solidFill>
                <a:srgbClr val="F0E0C0"/>
              </a:solidFill>
              <a:ln>
                <a:noFill/>
                <a:miter lim="800000"/>
              </a:ln>
            </p:spPr>
          </p:sp>
          <p:sp>
            <p:nvSpPr>
              <p:cNvPr id="95615" name=""/>
              <p:cNvSpPr/>
              <p:nvPr/>
            </p:nvSpPr>
            <p:spPr>
              <a:xfrm>
                <a:off x="4145" y="2446"/>
                <a:ext cx="21" cy="4"/>
              </a:xfrm>
              <a:prstGeom prst="rect">
                <a:avLst/>
              </a:prstGeom>
              <a:solidFill>
                <a:srgbClr val="F0E0C0"/>
              </a:solidFill>
              <a:ln>
                <a:noFill/>
                <a:miter lim="800000"/>
              </a:ln>
            </p:spPr>
          </p:sp>
          <p:sp>
            <p:nvSpPr>
              <p:cNvPr id="95616" name=""/>
              <p:cNvSpPr/>
              <p:nvPr/>
            </p:nvSpPr>
            <p:spPr>
              <a:xfrm>
                <a:off x="4107" y="2447"/>
                <a:ext cx="3" cy="15"/>
              </a:xfrm>
              <a:prstGeom prst="rect">
                <a:avLst/>
              </a:prstGeom>
              <a:solidFill>
                <a:srgbClr val="F0E0C0"/>
              </a:solidFill>
              <a:ln>
                <a:noFill/>
                <a:miter lim="800000"/>
              </a:ln>
            </p:spPr>
          </p:sp>
          <p:sp>
            <p:nvSpPr>
              <p:cNvPr id="95617" name=""/>
              <p:cNvSpPr/>
              <p:nvPr/>
            </p:nvSpPr>
            <p:spPr>
              <a:xfrm>
                <a:off x="4107" y="2458"/>
                <a:ext cx="40" cy="4"/>
              </a:xfrm>
              <a:custGeom>
                <a:pathLst>
                  <a:path w="81" h="7">
                    <a:moveTo>
                      <a:pt x="0" y="0"/>
                    </a:moveTo>
                    <a:lnTo>
                      <a:pt x="79" y="0"/>
                    </a:lnTo>
                    <a:lnTo>
                      <a:pt x="81" y="7"/>
                    </a:lnTo>
                    <a:lnTo>
                      <a:pt x="0" y="7"/>
                    </a:lnTo>
                    <a:lnTo>
                      <a:pt x="0" y="0"/>
                    </a:lnTo>
                    <a:close/>
                  </a:path>
                </a:pathLst>
              </a:custGeom>
              <a:solidFill>
                <a:srgbClr val="F0E0C0"/>
              </a:solidFill>
              <a:ln>
                <a:noFill/>
                <a:round/>
              </a:ln>
            </p:spPr>
          </p:sp>
          <p:sp>
            <p:nvSpPr>
              <p:cNvPr id="95618" name=""/>
              <p:cNvSpPr/>
              <p:nvPr/>
            </p:nvSpPr>
            <p:spPr>
              <a:xfrm>
                <a:off x="4145" y="2447"/>
                <a:ext cx="3" cy="15"/>
              </a:xfrm>
              <a:custGeom>
                <a:pathLst>
                  <a:path w="6" h="29">
                    <a:moveTo>
                      <a:pt x="6" y="0"/>
                    </a:moveTo>
                    <a:lnTo>
                      <a:pt x="6" y="24"/>
                    </a:lnTo>
                    <a:lnTo>
                      <a:pt x="4" y="27"/>
                    </a:lnTo>
                    <a:lnTo>
                      <a:pt x="4" y="29"/>
                    </a:lnTo>
                    <a:lnTo>
                      <a:pt x="0" y="27"/>
                    </a:lnTo>
                    <a:lnTo>
                      <a:pt x="4" y="24"/>
                    </a:lnTo>
                    <a:lnTo>
                      <a:pt x="4" y="0"/>
                    </a:lnTo>
                    <a:lnTo>
                      <a:pt x="6" y="0"/>
                    </a:lnTo>
                    <a:close/>
                  </a:path>
                </a:pathLst>
              </a:custGeom>
              <a:solidFill>
                <a:srgbClr val="808050"/>
              </a:solidFill>
              <a:ln>
                <a:noFill/>
                <a:round/>
              </a:ln>
            </p:spPr>
          </p:sp>
          <p:sp>
            <p:nvSpPr>
              <p:cNvPr id="95619" name=""/>
              <p:cNvSpPr/>
              <p:nvPr/>
            </p:nvSpPr>
            <p:spPr>
              <a:xfrm>
                <a:off x="4145" y="2443"/>
                <a:ext cx="21" cy="4"/>
              </a:xfrm>
              <a:prstGeom prst="rect">
                <a:avLst/>
              </a:prstGeom>
              <a:solidFill>
                <a:srgbClr val="706040"/>
              </a:solidFill>
              <a:ln>
                <a:noFill/>
                <a:miter lim="800000"/>
              </a:ln>
            </p:spPr>
          </p:sp>
          <p:sp>
            <p:nvSpPr>
              <p:cNvPr id="95620" name=""/>
              <p:cNvSpPr/>
              <p:nvPr/>
            </p:nvSpPr>
            <p:spPr>
              <a:xfrm>
                <a:off x="4160" y="2443"/>
                <a:ext cx="6" cy="6"/>
              </a:xfrm>
              <a:prstGeom prst="rect">
                <a:avLst/>
              </a:prstGeom>
              <a:solidFill>
                <a:srgbClr val="706040"/>
              </a:solidFill>
              <a:ln>
                <a:noFill/>
                <a:miter lim="800000"/>
              </a:ln>
            </p:spPr>
          </p:sp>
          <p:sp>
            <p:nvSpPr>
              <p:cNvPr id="95621" name=""/>
              <p:cNvSpPr/>
              <p:nvPr/>
            </p:nvSpPr>
            <p:spPr>
              <a:xfrm>
                <a:off x="4107" y="2439"/>
                <a:ext cx="41" cy="7"/>
              </a:xfrm>
              <a:custGeom>
                <a:pathLst>
                  <a:path w="83" h="15">
                    <a:moveTo>
                      <a:pt x="0" y="6"/>
                    </a:moveTo>
                    <a:lnTo>
                      <a:pt x="4" y="0"/>
                    </a:lnTo>
                    <a:lnTo>
                      <a:pt x="77" y="0"/>
                    </a:lnTo>
                    <a:lnTo>
                      <a:pt x="81" y="0"/>
                    </a:lnTo>
                    <a:lnTo>
                      <a:pt x="83" y="6"/>
                    </a:lnTo>
                    <a:lnTo>
                      <a:pt x="83" y="15"/>
                    </a:lnTo>
                    <a:lnTo>
                      <a:pt x="81" y="6"/>
                    </a:lnTo>
                    <a:lnTo>
                      <a:pt x="79" y="4"/>
                    </a:lnTo>
                    <a:lnTo>
                      <a:pt x="4" y="4"/>
                    </a:lnTo>
                    <a:lnTo>
                      <a:pt x="2" y="6"/>
                    </a:lnTo>
                    <a:lnTo>
                      <a:pt x="0" y="6"/>
                    </a:lnTo>
                    <a:close/>
                  </a:path>
                </a:pathLst>
              </a:custGeom>
              <a:solidFill>
                <a:srgbClr val="808050"/>
              </a:solidFill>
              <a:ln>
                <a:noFill/>
                <a:round/>
              </a:ln>
            </p:spPr>
          </p:sp>
          <p:sp>
            <p:nvSpPr>
              <p:cNvPr id="95622" name=""/>
              <p:cNvSpPr/>
              <p:nvPr/>
            </p:nvSpPr>
            <p:spPr>
              <a:xfrm>
                <a:off x="4105" y="2443"/>
                <a:ext cx="2" cy="6"/>
              </a:xfrm>
              <a:prstGeom prst="rect">
                <a:avLst/>
              </a:prstGeom>
              <a:solidFill>
                <a:srgbClr val="706040"/>
              </a:solidFill>
              <a:ln>
                <a:noFill/>
                <a:miter lim="800000"/>
              </a:ln>
            </p:spPr>
          </p:sp>
          <p:sp>
            <p:nvSpPr>
              <p:cNvPr id="95623" name=""/>
              <p:cNvSpPr/>
              <p:nvPr/>
            </p:nvSpPr>
            <p:spPr>
              <a:xfrm>
                <a:off x="4107" y="2440"/>
                <a:ext cx="3" cy="6"/>
              </a:xfrm>
              <a:custGeom>
                <a:pathLst>
                  <a:path w="8" h="13">
                    <a:moveTo>
                      <a:pt x="0" y="0"/>
                    </a:moveTo>
                    <a:lnTo>
                      <a:pt x="0" y="13"/>
                    </a:lnTo>
                    <a:lnTo>
                      <a:pt x="8" y="0"/>
                    </a:lnTo>
                    <a:lnTo>
                      <a:pt x="0" y="0"/>
                    </a:lnTo>
                    <a:close/>
                  </a:path>
                </a:pathLst>
              </a:custGeom>
              <a:solidFill>
                <a:srgbClr val="F0E0C0"/>
              </a:solidFill>
              <a:ln>
                <a:noFill/>
                <a:round/>
              </a:ln>
            </p:spPr>
          </p:sp>
          <p:sp>
            <p:nvSpPr>
              <p:cNvPr id="95624" name=""/>
              <p:cNvSpPr/>
              <p:nvPr/>
            </p:nvSpPr>
            <p:spPr>
              <a:xfrm>
                <a:off x="4126" y="2447"/>
                <a:ext cx="21" cy="3"/>
              </a:xfrm>
              <a:prstGeom prst="rect">
                <a:avLst/>
              </a:prstGeom>
              <a:solidFill>
                <a:srgbClr val="706040"/>
              </a:solidFill>
              <a:ln>
                <a:noFill/>
                <a:miter lim="800000"/>
              </a:ln>
            </p:spPr>
          </p:sp>
          <p:sp>
            <p:nvSpPr>
              <p:cNvPr id="95625" name=""/>
              <p:cNvSpPr/>
              <p:nvPr/>
            </p:nvSpPr>
            <p:spPr>
              <a:xfrm>
                <a:off x="4143" y="2446"/>
                <a:ext cx="4" cy="4"/>
              </a:xfrm>
              <a:prstGeom prst="rect">
                <a:avLst/>
              </a:prstGeom>
              <a:solidFill>
                <a:srgbClr val="706040"/>
              </a:solidFill>
              <a:ln>
                <a:noFill/>
                <a:miter lim="800000"/>
              </a:ln>
            </p:spPr>
          </p:sp>
          <p:sp>
            <p:nvSpPr>
              <p:cNvPr id="95626" name=""/>
              <p:cNvSpPr/>
              <p:nvPr/>
            </p:nvSpPr>
            <p:spPr>
              <a:xfrm>
                <a:off x="4143" y="2442"/>
                <a:ext cx="4" cy="5"/>
              </a:xfrm>
              <a:prstGeom prst="rect">
                <a:avLst/>
              </a:prstGeom>
              <a:solidFill>
                <a:srgbClr val="706040"/>
              </a:solidFill>
              <a:ln>
                <a:noFill/>
                <a:miter lim="800000"/>
              </a:ln>
            </p:spPr>
          </p:sp>
          <p:sp>
            <p:nvSpPr>
              <p:cNvPr id="95627" name=""/>
              <p:cNvSpPr/>
              <p:nvPr/>
            </p:nvSpPr>
            <p:spPr>
              <a:xfrm>
                <a:off x="4126" y="2442"/>
                <a:ext cx="21" cy="3"/>
              </a:xfrm>
              <a:prstGeom prst="rect">
                <a:avLst/>
              </a:prstGeom>
              <a:solidFill>
                <a:srgbClr val="706040"/>
              </a:solidFill>
              <a:ln>
                <a:noFill/>
                <a:miter lim="800000"/>
              </a:ln>
            </p:spPr>
          </p:sp>
          <p:sp>
            <p:nvSpPr>
              <p:cNvPr id="95628" name=""/>
              <p:cNvSpPr/>
              <p:nvPr/>
            </p:nvSpPr>
            <p:spPr>
              <a:xfrm>
                <a:off x="4151" y="2453"/>
                <a:ext cx="9" cy="3"/>
              </a:xfrm>
              <a:custGeom>
                <a:pathLst>
                  <a:path w="20" h="7">
                    <a:moveTo>
                      <a:pt x="0" y="0"/>
                    </a:moveTo>
                    <a:lnTo>
                      <a:pt x="20" y="0"/>
                    </a:lnTo>
                    <a:lnTo>
                      <a:pt x="0" y="7"/>
                    </a:lnTo>
                    <a:lnTo>
                      <a:pt x="0" y="0"/>
                    </a:lnTo>
                    <a:close/>
                  </a:path>
                </a:pathLst>
              </a:custGeom>
              <a:solidFill>
                <a:srgbClr val="F0E0C0"/>
              </a:solidFill>
              <a:ln>
                <a:noFill/>
                <a:round/>
              </a:ln>
            </p:spPr>
          </p:sp>
          <p:sp>
            <p:nvSpPr>
              <p:cNvPr id="95629" name=""/>
              <p:cNvSpPr/>
              <p:nvPr/>
            </p:nvSpPr>
            <p:spPr>
              <a:xfrm>
                <a:off x="4107" y="2411"/>
                <a:ext cx="40" cy="5"/>
              </a:xfrm>
              <a:prstGeom prst="rect">
                <a:avLst/>
              </a:prstGeom>
              <a:solidFill>
                <a:srgbClr val="706040"/>
              </a:solidFill>
              <a:ln>
                <a:noFill/>
                <a:miter lim="800000"/>
              </a:ln>
            </p:spPr>
          </p:sp>
          <p:sp>
            <p:nvSpPr>
              <p:cNvPr id="95630" name=""/>
              <p:cNvSpPr/>
              <p:nvPr/>
            </p:nvSpPr>
            <p:spPr>
              <a:xfrm>
                <a:off x="4145" y="2411"/>
                <a:ext cx="3" cy="9"/>
              </a:xfrm>
              <a:custGeom>
                <a:pathLst>
                  <a:path w="6" h="18">
                    <a:moveTo>
                      <a:pt x="0" y="0"/>
                    </a:moveTo>
                    <a:lnTo>
                      <a:pt x="6" y="17"/>
                    </a:lnTo>
                    <a:lnTo>
                      <a:pt x="0" y="18"/>
                    </a:lnTo>
                    <a:lnTo>
                      <a:pt x="0" y="2"/>
                    </a:lnTo>
                    <a:lnTo>
                      <a:pt x="0" y="0"/>
                    </a:lnTo>
                    <a:close/>
                  </a:path>
                </a:pathLst>
              </a:custGeom>
              <a:solidFill>
                <a:srgbClr val="706040"/>
              </a:solidFill>
              <a:ln>
                <a:noFill/>
                <a:round/>
              </a:ln>
            </p:spPr>
          </p:sp>
          <p:sp>
            <p:nvSpPr>
              <p:cNvPr id="95631" name=""/>
              <p:cNvSpPr/>
              <p:nvPr/>
            </p:nvSpPr>
            <p:spPr>
              <a:xfrm>
                <a:off x="4145" y="2424"/>
                <a:ext cx="3" cy="8"/>
              </a:xfrm>
              <a:prstGeom prst="rect">
                <a:avLst/>
              </a:prstGeom>
              <a:solidFill>
                <a:srgbClr val="706040"/>
              </a:solidFill>
              <a:ln>
                <a:noFill/>
                <a:miter lim="800000"/>
              </a:ln>
            </p:spPr>
          </p:sp>
          <p:sp>
            <p:nvSpPr>
              <p:cNvPr id="95632" name=""/>
              <p:cNvSpPr/>
              <p:nvPr/>
            </p:nvSpPr>
            <p:spPr>
              <a:xfrm>
                <a:off x="4107" y="2428"/>
                <a:ext cx="40" cy="4"/>
              </a:xfrm>
              <a:prstGeom prst="rect">
                <a:avLst/>
              </a:prstGeom>
              <a:solidFill>
                <a:srgbClr val="E0E0B0"/>
              </a:solidFill>
              <a:ln>
                <a:noFill/>
                <a:miter lim="800000"/>
              </a:ln>
            </p:spPr>
          </p:sp>
          <p:sp>
            <p:nvSpPr>
              <p:cNvPr id="95633" name=""/>
              <p:cNvSpPr/>
              <p:nvPr/>
            </p:nvSpPr>
            <p:spPr>
              <a:xfrm>
                <a:off x="4085" y="2417"/>
                <a:ext cx="4" cy="9"/>
              </a:xfrm>
              <a:custGeom>
                <a:pathLst>
                  <a:path w="8" h="16">
                    <a:moveTo>
                      <a:pt x="6" y="0"/>
                    </a:moveTo>
                    <a:lnTo>
                      <a:pt x="0" y="14"/>
                    </a:lnTo>
                    <a:lnTo>
                      <a:pt x="6" y="16"/>
                    </a:lnTo>
                    <a:lnTo>
                      <a:pt x="8" y="16"/>
                    </a:lnTo>
                    <a:lnTo>
                      <a:pt x="6" y="11"/>
                    </a:lnTo>
                    <a:lnTo>
                      <a:pt x="2" y="9"/>
                    </a:lnTo>
                    <a:lnTo>
                      <a:pt x="2" y="4"/>
                    </a:lnTo>
                    <a:lnTo>
                      <a:pt x="6" y="0"/>
                    </a:lnTo>
                    <a:close/>
                  </a:path>
                </a:pathLst>
              </a:custGeom>
              <a:solidFill>
                <a:srgbClr val="F0E0C0"/>
              </a:solidFill>
              <a:ln>
                <a:noFill/>
                <a:round/>
              </a:ln>
            </p:spPr>
          </p:sp>
          <p:sp>
            <p:nvSpPr>
              <p:cNvPr id="95634" name=""/>
              <p:cNvSpPr/>
              <p:nvPr/>
            </p:nvSpPr>
            <p:spPr>
              <a:xfrm>
                <a:off x="4110" y="2497"/>
                <a:ext cx="12" cy="3"/>
              </a:xfrm>
              <a:prstGeom prst="rect">
                <a:avLst/>
              </a:prstGeom>
              <a:solidFill>
                <a:srgbClr val="F0E0C0"/>
              </a:solidFill>
              <a:ln>
                <a:noFill/>
                <a:miter lim="800000"/>
              </a:ln>
            </p:spPr>
          </p:sp>
          <p:sp>
            <p:nvSpPr>
              <p:cNvPr id="95635" name=""/>
              <p:cNvSpPr/>
              <p:nvPr/>
            </p:nvSpPr>
            <p:spPr>
              <a:xfrm>
                <a:off x="4110" y="2477"/>
                <a:ext cx="71" cy="4"/>
              </a:xfrm>
              <a:prstGeom prst="rect">
                <a:avLst/>
              </a:prstGeom>
              <a:solidFill>
                <a:srgbClr val="706040"/>
              </a:solidFill>
              <a:ln>
                <a:noFill/>
                <a:miter lim="800000"/>
              </a:ln>
            </p:spPr>
          </p:sp>
          <p:sp>
            <p:nvSpPr>
              <p:cNvPr id="95636" name=""/>
              <p:cNvSpPr/>
              <p:nvPr/>
            </p:nvSpPr>
            <p:spPr>
              <a:xfrm>
                <a:off x="4110" y="2479"/>
                <a:ext cx="4" cy="21"/>
              </a:xfrm>
              <a:prstGeom prst="rect">
                <a:avLst/>
              </a:prstGeom>
              <a:solidFill>
                <a:srgbClr val="706040"/>
              </a:solidFill>
              <a:ln>
                <a:noFill/>
                <a:miter lim="800000"/>
              </a:ln>
            </p:spPr>
          </p:sp>
          <p:sp>
            <p:nvSpPr>
              <p:cNvPr id="95637" name=""/>
              <p:cNvSpPr/>
              <p:nvPr/>
            </p:nvSpPr>
            <p:spPr>
              <a:xfrm>
                <a:off x="4110" y="2490"/>
                <a:ext cx="71" cy="3"/>
              </a:xfrm>
              <a:prstGeom prst="rect">
                <a:avLst/>
              </a:prstGeom>
              <a:solidFill>
                <a:srgbClr val="706040"/>
              </a:solidFill>
              <a:ln>
                <a:noFill/>
                <a:miter lim="800000"/>
              </a:ln>
            </p:spPr>
          </p:sp>
          <p:sp>
            <p:nvSpPr>
              <p:cNvPr id="95638" name=""/>
              <p:cNvSpPr/>
              <p:nvPr/>
            </p:nvSpPr>
            <p:spPr>
              <a:xfrm>
                <a:off x="4066" y="2515"/>
                <a:ext cx="131" cy="20"/>
              </a:xfrm>
              <a:prstGeom prst="rect">
                <a:avLst/>
              </a:prstGeom>
              <a:solidFill>
                <a:srgbClr val="D0C0A0"/>
              </a:solidFill>
              <a:ln>
                <a:noFill/>
                <a:miter lim="800000"/>
              </a:ln>
            </p:spPr>
          </p:sp>
          <p:sp>
            <p:nvSpPr>
              <p:cNvPr id="95639" name=""/>
              <p:cNvSpPr/>
              <p:nvPr/>
            </p:nvSpPr>
            <p:spPr>
              <a:xfrm>
                <a:off x="4085" y="2517"/>
                <a:ext cx="93" cy="15"/>
              </a:xfrm>
              <a:custGeom>
                <a:pathLst>
                  <a:path w="187" h="31">
                    <a:moveTo>
                      <a:pt x="4" y="31"/>
                    </a:moveTo>
                    <a:lnTo>
                      <a:pt x="183" y="31"/>
                    </a:lnTo>
                    <a:lnTo>
                      <a:pt x="185" y="31"/>
                    </a:lnTo>
                    <a:lnTo>
                      <a:pt x="185" y="27"/>
                    </a:lnTo>
                    <a:lnTo>
                      <a:pt x="187" y="9"/>
                    </a:lnTo>
                    <a:lnTo>
                      <a:pt x="185" y="4"/>
                    </a:lnTo>
                    <a:lnTo>
                      <a:pt x="183" y="2"/>
                    </a:lnTo>
                    <a:lnTo>
                      <a:pt x="4" y="0"/>
                    </a:lnTo>
                    <a:lnTo>
                      <a:pt x="2" y="2"/>
                    </a:lnTo>
                    <a:lnTo>
                      <a:pt x="0" y="5"/>
                    </a:lnTo>
                    <a:lnTo>
                      <a:pt x="0" y="25"/>
                    </a:lnTo>
                    <a:lnTo>
                      <a:pt x="2" y="29"/>
                    </a:lnTo>
                    <a:lnTo>
                      <a:pt x="4" y="31"/>
                    </a:lnTo>
                    <a:close/>
                  </a:path>
                </a:pathLst>
              </a:custGeom>
              <a:solidFill>
                <a:srgbClr val="404040"/>
              </a:solidFill>
              <a:ln>
                <a:noFill/>
                <a:round/>
              </a:ln>
            </p:spPr>
          </p:sp>
          <p:sp>
            <p:nvSpPr>
              <p:cNvPr id="95640" name=""/>
              <p:cNvSpPr/>
              <p:nvPr/>
            </p:nvSpPr>
            <p:spPr>
              <a:xfrm>
                <a:off x="4127" y="2378"/>
                <a:ext cx="6" cy="3"/>
              </a:xfrm>
              <a:custGeom>
                <a:pathLst>
                  <a:path w="10" h="7">
                    <a:moveTo>
                      <a:pt x="7" y="0"/>
                    </a:moveTo>
                    <a:lnTo>
                      <a:pt x="10" y="0"/>
                    </a:lnTo>
                    <a:lnTo>
                      <a:pt x="10" y="7"/>
                    </a:lnTo>
                    <a:lnTo>
                      <a:pt x="0" y="7"/>
                    </a:lnTo>
                    <a:lnTo>
                      <a:pt x="7" y="0"/>
                    </a:lnTo>
                    <a:close/>
                  </a:path>
                </a:pathLst>
              </a:custGeom>
              <a:solidFill>
                <a:srgbClr val="C0C080"/>
              </a:solidFill>
              <a:ln>
                <a:noFill/>
                <a:round/>
              </a:ln>
            </p:spPr>
          </p:sp>
          <p:sp>
            <p:nvSpPr>
              <p:cNvPr id="95641" name=""/>
              <p:cNvSpPr/>
              <p:nvPr/>
            </p:nvSpPr>
            <p:spPr>
              <a:xfrm>
                <a:off x="4127" y="2378"/>
                <a:ext cx="3" cy="1"/>
              </a:xfrm>
              <a:custGeom>
                <a:pathLst>
                  <a:path w="5" h="2">
                    <a:moveTo>
                      <a:pt x="3" y="0"/>
                    </a:moveTo>
                    <a:lnTo>
                      <a:pt x="5" y="0"/>
                    </a:lnTo>
                    <a:lnTo>
                      <a:pt x="5" y="2"/>
                    </a:lnTo>
                    <a:lnTo>
                      <a:pt x="0" y="2"/>
                    </a:lnTo>
                    <a:lnTo>
                      <a:pt x="3" y="0"/>
                    </a:lnTo>
                  </a:path>
                </a:pathLst>
              </a:custGeom>
              <a:noFill/>
              <a:ln w="11113">
                <a:solidFill>
                  <a:srgbClr val="000000"/>
                </a:solidFill>
                <a:prstDash val="solid"/>
                <a:round/>
              </a:ln>
            </p:spPr>
          </p:sp>
          <p:sp>
            <p:nvSpPr>
              <p:cNvPr id="95642" name=""/>
              <p:cNvSpPr/>
              <p:nvPr/>
            </p:nvSpPr>
            <p:spPr>
              <a:xfrm>
                <a:off x="4078" y="2371"/>
                <a:ext cx="109" cy="19"/>
              </a:xfrm>
              <a:custGeom>
                <a:pathLst>
                  <a:path w="219" h="38">
                    <a:moveTo>
                      <a:pt x="16" y="0"/>
                    </a:moveTo>
                    <a:lnTo>
                      <a:pt x="204" y="0"/>
                    </a:lnTo>
                    <a:lnTo>
                      <a:pt x="208" y="2"/>
                    </a:lnTo>
                    <a:lnTo>
                      <a:pt x="210" y="2"/>
                    </a:lnTo>
                    <a:lnTo>
                      <a:pt x="213" y="6"/>
                    </a:lnTo>
                    <a:lnTo>
                      <a:pt x="215" y="8"/>
                    </a:lnTo>
                    <a:lnTo>
                      <a:pt x="217" y="11"/>
                    </a:lnTo>
                    <a:lnTo>
                      <a:pt x="219" y="13"/>
                    </a:lnTo>
                    <a:lnTo>
                      <a:pt x="219" y="17"/>
                    </a:lnTo>
                    <a:lnTo>
                      <a:pt x="219" y="22"/>
                    </a:lnTo>
                    <a:lnTo>
                      <a:pt x="219" y="26"/>
                    </a:lnTo>
                    <a:lnTo>
                      <a:pt x="217" y="27"/>
                    </a:lnTo>
                    <a:lnTo>
                      <a:pt x="215" y="31"/>
                    </a:lnTo>
                    <a:lnTo>
                      <a:pt x="213" y="35"/>
                    </a:lnTo>
                    <a:lnTo>
                      <a:pt x="210" y="36"/>
                    </a:lnTo>
                    <a:lnTo>
                      <a:pt x="208" y="38"/>
                    </a:lnTo>
                    <a:lnTo>
                      <a:pt x="204" y="38"/>
                    </a:lnTo>
                    <a:lnTo>
                      <a:pt x="202" y="38"/>
                    </a:lnTo>
                    <a:lnTo>
                      <a:pt x="16" y="38"/>
                    </a:lnTo>
                    <a:lnTo>
                      <a:pt x="14" y="38"/>
                    </a:lnTo>
                    <a:lnTo>
                      <a:pt x="11" y="38"/>
                    </a:lnTo>
                    <a:lnTo>
                      <a:pt x="7" y="36"/>
                    </a:lnTo>
                    <a:lnTo>
                      <a:pt x="5" y="35"/>
                    </a:lnTo>
                    <a:lnTo>
                      <a:pt x="2" y="29"/>
                    </a:lnTo>
                    <a:lnTo>
                      <a:pt x="0" y="26"/>
                    </a:lnTo>
                    <a:lnTo>
                      <a:pt x="0" y="24"/>
                    </a:lnTo>
                    <a:lnTo>
                      <a:pt x="0" y="22"/>
                    </a:lnTo>
                    <a:lnTo>
                      <a:pt x="0" y="17"/>
                    </a:lnTo>
                    <a:lnTo>
                      <a:pt x="0" y="15"/>
                    </a:lnTo>
                    <a:lnTo>
                      <a:pt x="0" y="13"/>
                    </a:lnTo>
                    <a:lnTo>
                      <a:pt x="2" y="9"/>
                    </a:lnTo>
                    <a:lnTo>
                      <a:pt x="4" y="6"/>
                    </a:lnTo>
                    <a:lnTo>
                      <a:pt x="7" y="2"/>
                    </a:lnTo>
                    <a:lnTo>
                      <a:pt x="11" y="2"/>
                    </a:lnTo>
                    <a:lnTo>
                      <a:pt x="16" y="0"/>
                    </a:lnTo>
                    <a:close/>
                  </a:path>
                </a:pathLst>
              </a:custGeom>
              <a:solidFill>
                <a:srgbClr val="F0E0C0"/>
              </a:solidFill>
              <a:ln>
                <a:noFill/>
                <a:round/>
              </a:ln>
            </p:spPr>
          </p:sp>
          <p:sp>
            <p:nvSpPr>
              <p:cNvPr id="95643" name=""/>
              <p:cNvSpPr/>
              <p:nvPr/>
            </p:nvSpPr>
            <p:spPr>
              <a:xfrm>
                <a:off x="4078" y="2371"/>
                <a:ext cx="107" cy="16"/>
              </a:xfrm>
              <a:custGeom>
                <a:pathLst>
                  <a:path w="213" h="33">
                    <a:moveTo>
                      <a:pt x="16" y="0"/>
                    </a:moveTo>
                    <a:lnTo>
                      <a:pt x="201" y="0"/>
                    </a:lnTo>
                    <a:lnTo>
                      <a:pt x="204" y="2"/>
                    </a:lnTo>
                    <a:lnTo>
                      <a:pt x="204" y="2"/>
                    </a:lnTo>
                    <a:lnTo>
                      <a:pt x="208" y="4"/>
                    </a:lnTo>
                    <a:lnTo>
                      <a:pt x="210" y="6"/>
                    </a:lnTo>
                    <a:lnTo>
                      <a:pt x="211" y="9"/>
                    </a:lnTo>
                    <a:lnTo>
                      <a:pt x="213" y="11"/>
                    </a:lnTo>
                    <a:lnTo>
                      <a:pt x="213" y="13"/>
                    </a:lnTo>
                    <a:lnTo>
                      <a:pt x="213" y="20"/>
                    </a:lnTo>
                    <a:lnTo>
                      <a:pt x="213" y="22"/>
                    </a:lnTo>
                    <a:lnTo>
                      <a:pt x="211" y="24"/>
                    </a:lnTo>
                    <a:lnTo>
                      <a:pt x="210" y="27"/>
                    </a:lnTo>
                    <a:lnTo>
                      <a:pt x="208" y="29"/>
                    </a:lnTo>
                    <a:lnTo>
                      <a:pt x="204" y="31"/>
                    </a:lnTo>
                    <a:lnTo>
                      <a:pt x="204" y="33"/>
                    </a:lnTo>
                    <a:lnTo>
                      <a:pt x="201" y="33"/>
                    </a:lnTo>
                    <a:lnTo>
                      <a:pt x="16" y="33"/>
                    </a:lnTo>
                    <a:lnTo>
                      <a:pt x="13" y="33"/>
                    </a:lnTo>
                    <a:lnTo>
                      <a:pt x="9" y="33"/>
                    </a:lnTo>
                    <a:lnTo>
                      <a:pt x="7" y="31"/>
                    </a:lnTo>
                    <a:lnTo>
                      <a:pt x="5" y="29"/>
                    </a:lnTo>
                    <a:lnTo>
                      <a:pt x="2" y="26"/>
                    </a:lnTo>
                    <a:lnTo>
                      <a:pt x="0" y="22"/>
                    </a:lnTo>
                    <a:lnTo>
                      <a:pt x="0" y="20"/>
                    </a:lnTo>
                    <a:lnTo>
                      <a:pt x="0" y="13"/>
                    </a:lnTo>
                    <a:lnTo>
                      <a:pt x="0" y="13"/>
                    </a:lnTo>
                    <a:lnTo>
                      <a:pt x="0" y="11"/>
                    </a:lnTo>
                    <a:lnTo>
                      <a:pt x="2" y="8"/>
                    </a:lnTo>
                    <a:lnTo>
                      <a:pt x="4" y="4"/>
                    </a:lnTo>
                    <a:lnTo>
                      <a:pt x="7" y="2"/>
                    </a:lnTo>
                    <a:lnTo>
                      <a:pt x="9" y="2"/>
                    </a:lnTo>
                    <a:lnTo>
                      <a:pt x="16" y="0"/>
                    </a:lnTo>
                  </a:path>
                </a:pathLst>
              </a:custGeom>
              <a:noFill/>
              <a:ln w="11113">
                <a:solidFill>
                  <a:srgbClr val="808060"/>
                </a:solidFill>
                <a:prstDash val="solid"/>
                <a:round/>
              </a:ln>
            </p:spPr>
          </p:sp>
          <p:sp>
            <p:nvSpPr>
              <p:cNvPr id="95644" name=""/>
              <p:cNvSpPr/>
              <p:nvPr/>
            </p:nvSpPr>
            <p:spPr>
              <a:xfrm>
                <a:off x="4079" y="2372"/>
                <a:ext cx="61" cy="17"/>
              </a:xfrm>
              <a:custGeom>
                <a:pathLst>
                  <a:path w="122" h="34">
                    <a:moveTo>
                      <a:pt x="20" y="0"/>
                    </a:moveTo>
                    <a:lnTo>
                      <a:pt x="102" y="0"/>
                    </a:lnTo>
                    <a:lnTo>
                      <a:pt x="106" y="0"/>
                    </a:lnTo>
                    <a:lnTo>
                      <a:pt x="111" y="2"/>
                    </a:lnTo>
                    <a:lnTo>
                      <a:pt x="114" y="2"/>
                    </a:lnTo>
                    <a:lnTo>
                      <a:pt x="116" y="4"/>
                    </a:lnTo>
                    <a:lnTo>
                      <a:pt x="120" y="6"/>
                    </a:lnTo>
                    <a:lnTo>
                      <a:pt x="120" y="7"/>
                    </a:lnTo>
                    <a:lnTo>
                      <a:pt x="122" y="9"/>
                    </a:lnTo>
                    <a:lnTo>
                      <a:pt x="122" y="11"/>
                    </a:lnTo>
                    <a:lnTo>
                      <a:pt x="122" y="13"/>
                    </a:lnTo>
                    <a:lnTo>
                      <a:pt x="122" y="22"/>
                    </a:lnTo>
                    <a:lnTo>
                      <a:pt x="122" y="25"/>
                    </a:lnTo>
                    <a:lnTo>
                      <a:pt x="120" y="29"/>
                    </a:lnTo>
                    <a:lnTo>
                      <a:pt x="118" y="31"/>
                    </a:lnTo>
                    <a:lnTo>
                      <a:pt x="114" y="33"/>
                    </a:lnTo>
                    <a:lnTo>
                      <a:pt x="111" y="34"/>
                    </a:lnTo>
                    <a:lnTo>
                      <a:pt x="104" y="34"/>
                    </a:lnTo>
                    <a:lnTo>
                      <a:pt x="102" y="34"/>
                    </a:lnTo>
                    <a:lnTo>
                      <a:pt x="20" y="34"/>
                    </a:lnTo>
                    <a:lnTo>
                      <a:pt x="16" y="34"/>
                    </a:lnTo>
                    <a:lnTo>
                      <a:pt x="12" y="34"/>
                    </a:lnTo>
                    <a:lnTo>
                      <a:pt x="9" y="33"/>
                    </a:lnTo>
                    <a:lnTo>
                      <a:pt x="5" y="31"/>
                    </a:lnTo>
                    <a:lnTo>
                      <a:pt x="3" y="29"/>
                    </a:lnTo>
                    <a:lnTo>
                      <a:pt x="2" y="25"/>
                    </a:lnTo>
                    <a:lnTo>
                      <a:pt x="0" y="24"/>
                    </a:lnTo>
                    <a:lnTo>
                      <a:pt x="0" y="22"/>
                    </a:lnTo>
                    <a:lnTo>
                      <a:pt x="0" y="13"/>
                    </a:lnTo>
                    <a:lnTo>
                      <a:pt x="0" y="11"/>
                    </a:lnTo>
                    <a:lnTo>
                      <a:pt x="2" y="9"/>
                    </a:lnTo>
                    <a:lnTo>
                      <a:pt x="2" y="7"/>
                    </a:lnTo>
                    <a:lnTo>
                      <a:pt x="2" y="6"/>
                    </a:lnTo>
                    <a:lnTo>
                      <a:pt x="3" y="6"/>
                    </a:lnTo>
                    <a:lnTo>
                      <a:pt x="5" y="4"/>
                    </a:lnTo>
                    <a:lnTo>
                      <a:pt x="7" y="2"/>
                    </a:lnTo>
                    <a:lnTo>
                      <a:pt x="12" y="0"/>
                    </a:lnTo>
                    <a:lnTo>
                      <a:pt x="20" y="0"/>
                    </a:lnTo>
                    <a:close/>
                  </a:path>
                </a:pathLst>
              </a:custGeom>
              <a:solidFill>
                <a:srgbClr val="F0E0C0"/>
              </a:solidFill>
              <a:ln>
                <a:noFill/>
                <a:round/>
              </a:ln>
            </p:spPr>
          </p:sp>
          <p:sp>
            <p:nvSpPr>
              <p:cNvPr id="95645" name=""/>
              <p:cNvSpPr/>
              <p:nvPr/>
            </p:nvSpPr>
            <p:spPr>
              <a:xfrm>
                <a:off x="4079" y="2372"/>
                <a:ext cx="57" cy="13"/>
              </a:xfrm>
              <a:custGeom>
                <a:pathLst>
                  <a:path w="114" h="27">
                    <a:moveTo>
                      <a:pt x="18" y="0"/>
                    </a:moveTo>
                    <a:lnTo>
                      <a:pt x="97" y="0"/>
                    </a:lnTo>
                    <a:lnTo>
                      <a:pt x="100" y="0"/>
                    </a:lnTo>
                    <a:lnTo>
                      <a:pt x="106" y="2"/>
                    </a:lnTo>
                    <a:lnTo>
                      <a:pt x="107" y="2"/>
                    </a:lnTo>
                    <a:lnTo>
                      <a:pt x="109" y="4"/>
                    </a:lnTo>
                    <a:lnTo>
                      <a:pt x="113" y="6"/>
                    </a:lnTo>
                    <a:lnTo>
                      <a:pt x="113" y="6"/>
                    </a:lnTo>
                    <a:lnTo>
                      <a:pt x="114" y="7"/>
                    </a:lnTo>
                    <a:lnTo>
                      <a:pt x="114" y="9"/>
                    </a:lnTo>
                    <a:lnTo>
                      <a:pt x="114" y="11"/>
                    </a:lnTo>
                    <a:lnTo>
                      <a:pt x="114" y="16"/>
                    </a:lnTo>
                    <a:lnTo>
                      <a:pt x="114" y="20"/>
                    </a:lnTo>
                    <a:lnTo>
                      <a:pt x="113" y="24"/>
                    </a:lnTo>
                    <a:lnTo>
                      <a:pt x="111" y="24"/>
                    </a:lnTo>
                    <a:lnTo>
                      <a:pt x="107" y="25"/>
                    </a:lnTo>
                    <a:lnTo>
                      <a:pt x="106" y="27"/>
                    </a:lnTo>
                    <a:lnTo>
                      <a:pt x="98" y="27"/>
                    </a:lnTo>
                    <a:lnTo>
                      <a:pt x="18" y="27"/>
                    </a:lnTo>
                    <a:lnTo>
                      <a:pt x="14" y="27"/>
                    </a:lnTo>
                    <a:lnTo>
                      <a:pt x="11" y="27"/>
                    </a:lnTo>
                    <a:lnTo>
                      <a:pt x="9" y="25"/>
                    </a:lnTo>
                    <a:lnTo>
                      <a:pt x="5" y="24"/>
                    </a:lnTo>
                    <a:lnTo>
                      <a:pt x="3" y="24"/>
                    </a:lnTo>
                    <a:lnTo>
                      <a:pt x="2" y="20"/>
                    </a:lnTo>
                    <a:lnTo>
                      <a:pt x="0" y="18"/>
                    </a:lnTo>
                    <a:lnTo>
                      <a:pt x="0" y="11"/>
                    </a:lnTo>
                    <a:lnTo>
                      <a:pt x="0" y="9"/>
                    </a:lnTo>
                    <a:lnTo>
                      <a:pt x="2" y="7"/>
                    </a:lnTo>
                    <a:lnTo>
                      <a:pt x="2" y="6"/>
                    </a:lnTo>
                    <a:lnTo>
                      <a:pt x="2" y="6"/>
                    </a:lnTo>
                    <a:lnTo>
                      <a:pt x="3" y="6"/>
                    </a:lnTo>
                    <a:lnTo>
                      <a:pt x="5" y="4"/>
                    </a:lnTo>
                    <a:lnTo>
                      <a:pt x="7" y="2"/>
                    </a:lnTo>
                    <a:lnTo>
                      <a:pt x="18" y="0"/>
                    </a:lnTo>
                  </a:path>
                </a:pathLst>
              </a:custGeom>
              <a:noFill/>
              <a:ln w="11113">
                <a:solidFill>
                  <a:srgbClr val="C0C0C0"/>
                </a:solidFill>
                <a:prstDash val="solid"/>
                <a:round/>
              </a:ln>
            </p:spPr>
          </p:sp>
          <p:sp>
            <p:nvSpPr>
              <p:cNvPr id="95646" name=""/>
              <p:cNvSpPr/>
              <p:nvPr/>
            </p:nvSpPr>
            <p:spPr>
              <a:xfrm>
                <a:off x="4127" y="2376"/>
                <a:ext cx="6" cy="5"/>
              </a:xfrm>
              <a:custGeom>
                <a:pathLst>
                  <a:path w="10" h="11">
                    <a:moveTo>
                      <a:pt x="3" y="0"/>
                    </a:moveTo>
                    <a:lnTo>
                      <a:pt x="9" y="0"/>
                    </a:lnTo>
                    <a:lnTo>
                      <a:pt x="10" y="0"/>
                    </a:lnTo>
                    <a:lnTo>
                      <a:pt x="10" y="4"/>
                    </a:lnTo>
                    <a:lnTo>
                      <a:pt x="7" y="9"/>
                    </a:lnTo>
                    <a:lnTo>
                      <a:pt x="7" y="11"/>
                    </a:lnTo>
                    <a:lnTo>
                      <a:pt x="3" y="11"/>
                    </a:lnTo>
                    <a:lnTo>
                      <a:pt x="0" y="11"/>
                    </a:lnTo>
                    <a:lnTo>
                      <a:pt x="0" y="9"/>
                    </a:lnTo>
                    <a:lnTo>
                      <a:pt x="1" y="4"/>
                    </a:lnTo>
                    <a:lnTo>
                      <a:pt x="1" y="0"/>
                    </a:lnTo>
                    <a:lnTo>
                      <a:pt x="3" y="0"/>
                    </a:lnTo>
                    <a:lnTo>
                      <a:pt x="3" y="9"/>
                    </a:lnTo>
                    <a:lnTo>
                      <a:pt x="1" y="9"/>
                    </a:lnTo>
                    <a:lnTo>
                      <a:pt x="3" y="4"/>
                    </a:lnTo>
                    <a:lnTo>
                      <a:pt x="7" y="4"/>
                    </a:lnTo>
                    <a:lnTo>
                      <a:pt x="3" y="9"/>
                    </a:lnTo>
                    <a:lnTo>
                      <a:pt x="3" y="0"/>
                    </a:lnTo>
                    <a:close/>
                  </a:path>
                </a:pathLst>
              </a:custGeom>
              <a:solidFill>
                <a:srgbClr val="C0C080"/>
              </a:solidFill>
              <a:ln>
                <a:noFill/>
                <a:round/>
              </a:ln>
            </p:spPr>
          </p:sp>
          <p:sp>
            <p:nvSpPr>
              <p:cNvPr id="95647" name=""/>
              <p:cNvSpPr/>
              <p:nvPr/>
            </p:nvSpPr>
            <p:spPr>
              <a:xfrm>
                <a:off x="4083" y="2380"/>
                <a:ext cx="50" cy="3"/>
              </a:xfrm>
              <a:custGeom>
                <a:pathLst>
                  <a:path w="98" h="8">
                    <a:moveTo>
                      <a:pt x="0" y="0"/>
                    </a:moveTo>
                    <a:lnTo>
                      <a:pt x="98" y="0"/>
                    </a:lnTo>
                    <a:lnTo>
                      <a:pt x="97" y="8"/>
                    </a:lnTo>
                    <a:lnTo>
                      <a:pt x="0" y="8"/>
                    </a:lnTo>
                    <a:lnTo>
                      <a:pt x="0" y="0"/>
                    </a:lnTo>
                    <a:close/>
                  </a:path>
                </a:pathLst>
              </a:custGeom>
              <a:solidFill>
                <a:srgbClr val="FF6000"/>
              </a:solidFill>
              <a:ln>
                <a:noFill/>
                <a:round/>
              </a:ln>
            </p:spPr>
          </p:sp>
          <p:sp>
            <p:nvSpPr>
              <p:cNvPr id="95648" name=""/>
              <p:cNvSpPr/>
              <p:nvPr/>
            </p:nvSpPr>
            <p:spPr>
              <a:xfrm>
                <a:off x="4121" y="2376"/>
                <a:ext cx="7" cy="5"/>
              </a:xfrm>
              <a:custGeom>
                <a:pathLst>
                  <a:path w="14" h="11">
                    <a:moveTo>
                      <a:pt x="0" y="11"/>
                    </a:moveTo>
                    <a:lnTo>
                      <a:pt x="9" y="0"/>
                    </a:lnTo>
                    <a:lnTo>
                      <a:pt x="14" y="0"/>
                    </a:lnTo>
                    <a:lnTo>
                      <a:pt x="13" y="11"/>
                    </a:lnTo>
                    <a:lnTo>
                      <a:pt x="9" y="11"/>
                    </a:lnTo>
                    <a:lnTo>
                      <a:pt x="9" y="9"/>
                    </a:lnTo>
                    <a:lnTo>
                      <a:pt x="7" y="9"/>
                    </a:lnTo>
                    <a:lnTo>
                      <a:pt x="9" y="6"/>
                    </a:lnTo>
                    <a:lnTo>
                      <a:pt x="9" y="4"/>
                    </a:lnTo>
                    <a:lnTo>
                      <a:pt x="5" y="11"/>
                    </a:lnTo>
                    <a:lnTo>
                      <a:pt x="0" y="11"/>
                    </a:lnTo>
                    <a:close/>
                  </a:path>
                </a:pathLst>
              </a:custGeom>
              <a:solidFill>
                <a:srgbClr val="C0C080"/>
              </a:solidFill>
              <a:ln>
                <a:noFill/>
                <a:round/>
              </a:ln>
            </p:spPr>
          </p:sp>
          <p:sp>
            <p:nvSpPr>
              <p:cNvPr id="95649" name=""/>
              <p:cNvSpPr/>
              <p:nvPr/>
            </p:nvSpPr>
            <p:spPr>
              <a:xfrm>
                <a:off x="4120" y="2376"/>
                <a:ext cx="6" cy="5"/>
              </a:xfrm>
              <a:custGeom>
                <a:pathLst>
                  <a:path w="13" h="11">
                    <a:moveTo>
                      <a:pt x="0" y="11"/>
                    </a:moveTo>
                    <a:lnTo>
                      <a:pt x="6" y="4"/>
                    </a:lnTo>
                    <a:lnTo>
                      <a:pt x="7" y="0"/>
                    </a:lnTo>
                    <a:lnTo>
                      <a:pt x="13" y="0"/>
                    </a:lnTo>
                    <a:lnTo>
                      <a:pt x="13" y="4"/>
                    </a:lnTo>
                    <a:lnTo>
                      <a:pt x="13" y="6"/>
                    </a:lnTo>
                    <a:lnTo>
                      <a:pt x="11" y="6"/>
                    </a:lnTo>
                    <a:lnTo>
                      <a:pt x="11" y="9"/>
                    </a:lnTo>
                    <a:lnTo>
                      <a:pt x="7" y="9"/>
                    </a:lnTo>
                    <a:lnTo>
                      <a:pt x="6" y="9"/>
                    </a:lnTo>
                    <a:lnTo>
                      <a:pt x="7" y="6"/>
                    </a:lnTo>
                    <a:lnTo>
                      <a:pt x="11" y="4"/>
                    </a:lnTo>
                    <a:lnTo>
                      <a:pt x="7" y="4"/>
                    </a:lnTo>
                    <a:lnTo>
                      <a:pt x="2" y="11"/>
                    </a:lnTo>
                    <a:lnTo>
                      <a:pt x="0" y="11"/>
                    </a:lnTo>
                    <a:close/>
                  </a:path>
                </a:pathLst>
              </a:custGeom>
              <a:solidFill>
                <a:srgbClr val="C0C080"/>
              </a:solidFill>
              <a:ln>
                <a:noFill/>
                <a:round/>
              </a:ln>
            </p:spPr>
          </p:sp>
          <p:sp>
            <p:nvSpPr>
              <p:cNvPr id="95650" name=""/>
              <p:cNvSpPr/>
              <p:nvPr/>
            </p:nvSpPr>
            <p:spPr>
              <a:xfrm>
                <a:off x="4115" y="2376"/>
                <a:ext cx="7" cy="5"/>
              </a:xfrm>
              <a:custGeom>
                <a:pathLst>
                  <a:path w="14" h="11">
                    <a:moveTo>
                      <a:pt x="0" y="11"/>
                    </a:moveTo>
                    <a:lnTo>
                      <a:pt x="3" y="4"/>
                    </a:lnTo>
                    <a:lnTo>
                      <a:pt x="5" y="0"/>
                    </a:lnTo>
                    <a:lnTo>
                      <a:pt x="12" y="0"/>
                    </a:lnTo>
                    <a:lnTo>
                      <a:pt x="14" y="0"/>
                    </a:lnTo>
                    <a:lnTo>
                      <a:pt x="14" y="4"/>
                    </a:lnTo>
                    <a:lnTo>
                      <a:pt x="10" y="11"/>
                    </a:lnTo>
                    <a:lnTo>
                      <a:pt x="8" y="11"/>
                    </a:lnTo>
                    <a:lnTo>
                      <a:pt x="12" y="4"/>
                    </a:lnTo>
                    <a:lnTo>
                      <a:pt x="10" y="4"/>
                    </a:lnTo>
                    <a:lnTo>
                      <a:pt x="5" y="11"/>
                    </a:lnTo>
                    <a:lnTo>
                      <a:pt x="3" y="11"/>
                    </a:lnTo>
                    <a:lnTo>
                      <a:pt x="8" y="4"/>
                    </a:lnTo>
                    <a:lnTo>
                      <a:pt x="5" y="4"/>
                    </a:lnTo>
                    <a:lnTo>
                      <a:pt x="1" y="11"/>
                    </a:lnTo>
                    <a:lnTo>
                      <a:pt x="0" y="11"/>
                    </a:lnTo>
                    <a:close/>
                  </a:path>
                </a:pathLst>
              </a:custGeom>
              <a:solidFill>
                <a:srgbClr val="C0C080"/>
              </a:solidFill>
              <a:ln>
                <a:noFill/>
                <a:round/>
              </a:ln>
            </p:spPr>
          </p:sp>
          <p:sp>
            <p:nvSpPr>
              <p:cNvPr id="95651" name=""/>
              <p:cNvSpPr/>
              <p:nvPr/>
            </p:nvSpPr>
            <p:spPr>
              <a:xfrm>
                <a:off x="4112" y="2376"/>
                <a:ext cx="5" cy="5"/>
              </a:xfrm>
              <a:custGeom>
                <a:pathLst>
                  <a:path w="11" h="11">
                    <a:moveTo>
                      <a:pt x="4" y="0"/>
                    </a:moveTo>
                    <a:lnTo>
                      <a:pt x="9" y="0"/>
                    </a:lnTo>
                    <a:lnTo>
                      <a:pt x="11" y="0"/>
                    </a:lnTo>
                    <a:lnTo>
                      <a:pt x="11" y="4"/>
                    </a:lnTo>
                    <a:lnTo>
                      <a:pt x="9" y="9"/>
                    </a:lnTo>
                    <a:lnTo>
                      <a:pt x="7" y="11"/>
                    </a:lnTo>
                    <a:lnTo>
                      <a:pt x="4" y="11"/>
                    </a:lnTo>
                    <a:lnTo>
                      <a:pt x="2" y="11"/>
                    </a:lnTo>
                    <a:lnTo>
                      <a:pt x="0" y="11"/>
                    </a:lnTo>
                    <a:lnTo>
                      <a:pt x="0" y="9"/>
                    </a:lnTo>
                    <a:lnTo>
                      <a:pt x="2" y="4"/>
                    </a:lnTo>
                    <a:lnTo>
                      <a:pt x="4" y="0"/>
                    </a:lnTo>
                    <a:lnTo>
                      <a:pt x="4" y="9"/>
                    </a:lnTo>
                    <a:lnTo>
                      <a:pt x="2" y="9"/>
                    </a:lnTo>
                    <a:lnTo>
                      <a:pt x="4" y="4"/>
                    </a:lnTo>
                    <a:lnTo>
                      <a:pt x="9" y="4"/>
                    </a:lnTo>
                    <a:lnTo>
                      <a:pt x="4" y="9"/>
                    </a:lnTo>
                    <a:lnTo>
                      <a:pt x="4" y="0"/>
                    </a:lnTo>
                    <a:close/>
                  </a:path>
                </a:pathLst>
              </a:custGeom>
              <a:solidFill>
                <a:srgbClr val="C0C080"/>
              </a:solidFill>
              <a:ln>
                <a:noFill/>
                <a:round/>
              </a:ln>
            </p:spPr>
          </p:sp>
          <p:sp>
            <p:nvSpPr>
              <p:cNvPr id="95652" name=""/>
              <p:cNvSpPr/>
              <p:nvPr/>
            </p:nvSpPr>
            <p:spPr>
              <a:xfrm>
                <a:off x="4108" y="2376"/>
                <a:ext cx="6" cy="5"/>
              </a:xfrm>
              <a:custGeom>
                <a:pathLst>
                  <a:path w="13" h="11">
                    <a:moveTo>
                      <a:pt x="13" y="0"/>
                    </a:moveTo>
                    <a:lnTo>
                      <a:pt x="7" y="0"/>
                    </a:lnTo>
                    <a:lnTo>
                      <a:pt x="6" y="0"/>
                    </a:lnTo>
                    <a:lnTo>
                      <a:pt x="6" y="4"/>
                    </a:lnTo>
                    <a:lnTo>
                      <a:pt x="0" y="9"/>
                    </a:lnTo>
                    <a:lnTo>
                      <a:pt x="0" y="11"/>
                    </a:lnTo>
                    <a:lnTo>
                      <a:pt x="2" y="11"/>
                    </a:lnTo>
                    <a:lnTo>
                      <a:pt x="7" y="11"/>
                    </a:lnTo>
                    <a:lnTo>
                      <a:pt x="7" y="9"/>
                    </a:lnTo>
                    <a:lnTo>
                      <a:pt x="6" y="9"/>
                    </a:lnTo>
                    <a:lnTo>
                      <a:pt x="7" y="4"/>
                    </a:lnTo>
                    <a:lnTo>
                      <a:pt x="13" y="4"/>
                    </a:lnTo>
                    <a:lnTo>
                      <a:pt x="13" y="0"/>
                    </a:lnTo>
                    <a:close/>
                  </a:path>
                </a:pathLst>
              </a:custGeom>
              <a:solidFill>
                <a:srgbClr val="C0C080"/>
              </a:solidFill>
              <a:ln>
                <a:noFill/>
                <a:round/>
              </a:ln>
            </p:spPr>
          </p:sp>
          <p:sp>
            <p:nvSpPr>
              <p:cNvPr id="95653" name=""/>
              <p:cNvSpPr/>
              <p:nvPr/>
            </p:nvSpPr>
            <p:spPr>
              <a:xfrm>
                <a:off x="4158" y="2372"/>
                <a:ext cx="7" cy="17"/>
              </a:xfrm>
              <a:custGeom>
                <a:pathLst>
                  <a:path w="15" h="34">
                    <a:moveTo>
                      <a:pt x="15" y="0"/>
                    </a:moveTo>
                    <a:lnTo>
                      <a:pt x="2" y="0"/>
                    </a:lnTo>
                    <a:lnTo>
                      <a:pt x="0" y="6"/>
                    </a:lnTo>
                    <a:lnTo>
                      <a:pt x="0" y="29"/>
                    </a:lnTo>
                    <a:lnTo>
                      <a:pt x="6" y="33"/>
                    </a:lnTo>
                    <a:lnTo>
                      <a:pt x="15" y="34"/>
                    </a:lnTo>
                    <a:lnTo>
                      <a:pt x="13" y="31"/>
                    </a:lnTo>
                    <a:lnTo>
                      <a:pt x="9" y="27"/>
                    </a:lnTo>
                    <a:lnTo>
                      <a:pt x="9" y="7"/>
                    </a:lnTo>
                    <a:lnTo>
                      <a:pt x="9" y="4"/>
                    </a:lnTo>
                    <a:lnTo>
                      <a:pt x="13" y="2"/>
                    </a:lnTo>
                    <a:lnTo>
                      <a:pt x="15" y="0"/>
                    </a:lnTo>
                    <a:close/>
                  </a:path>
                </a:pathLst>
              </a:custGeom>
              <a:solidFill>
                <a:srgbClr val="A0A070"/>
              </a:solidFill>
              <a:ln>
                <a:noFill/>
                <a:round/>
              </a:ln>
            </p:spPr>
          </p:sp>
          <p:sp>
            <p:nvSpPr>
              <p:cNvPr id="95654" name=""/>
              <p:cNvSpPr/>
              <p:nvPr/>
            </p:nvSpPr>
            <p:spPr>
              <a:xfrm>
                <a:off x="4160" y="2371"/>
                <a:ext cx="21" cy="18"/>
              </a:xfrm>
              <a:custGeom>
                <a:pathLst>
                  <a:path w="41" h="36">
                    <a:moveTo>
                      <a:pt x="7" y="36"/>
                    </a:moveTo>
                    <a:lnTo>
                      <a:pt x="34" y="36"/>
                    </a:lnTo>
                    <a:lnTo>
                      <a:pt x="36" y="36"/>
                    </a:lnTo>
                    <a:lnTo>
                      <a:pt x="37" y="35"/>
                    </a:lnTo>
                    <a:lnTo>
                      <a:pt x="39" y="33"/>
                    </a:lnTo>
                    <a:lnTo>
                      <a:pt x="39" y="31"/>
                    </a:lnTo>
                    <a:lnTo>
                      <a:pt x="41" y="31"/>
                    </a:lnTo>
                    <a:lnTo>
                      <a:pt x="41" y="27"/>
                    </a:lnTo>
                    <a:lnTo>
                      <a:pt x="41" y="26"/>
                    </a:lnTo>
                    <a:lnTo>
                      <a:pt x="41" y="11"/>
                    </a:lnTo>
                    <a:lnTo>
                      <a:pt x="41" y="9"/>
                    </a:lnTo>
                    <a:lnTo>
                      <a:pt x="39" y="6"/>
                    </a:lnTo>
                    <a:lnTo>
                      <a:pt x="39" y="4"/>
                    </a:lnTo>
                    <a:lnTo>
                      <a:pt x="37" y="2"/>
                    </a:lnTo>
                    <a:lnTo>
                      <a:pt x="34" y="0"/>
                    </a:lnTo>
                    <a:lnTo>
                      <a:pt x="7" y="0"/>
                    </a:lnTo>
                    <a:lnTo>
                      <a:pt x="3" y="2"/>
                    </a:lnTo>
                    <a:lnTo>
                      <a:pt x="2" y="4"/>
                    </a:lnTo>
                    <a:lnTo>
                      <a:pt x="2" y="6"/>
                    </a:lnTo>
                    <a:lnTo>
                      <a:pt x="0" y="9"/>
                    </a:lnTo>
                    <a:lnTo>
                      <a:pt x="0" y="11"/>
                    </a:lnTo>
                    <a:lnTo>
                      <a:pt x="0" y="26"/>
                    </a:lnTo>
                    <a:lnTo>
                      <a:pt x="0" y="27"/>
                    </a:lnTo>
                    <a:lnTo>
                      <a:pt x="0" y="31"/>
                    </a:lnTo>
                    <a:lnTo>
                      <a:pt x="2" y="31"/>
                    </a:lnTo>
                    <a:lnTo>
                      <a:pt x="2" y="33"/>
                    </a:lnTo>
                    <a:lnTo>
                      <a:pt x="3" y="35"/>
                    </a:lnTo>
                    <a:lnTo>
                      <a:pt x="7" y="36"/>
                    </a:lnTo>
                    <a:close/>
                  </a:path>
                </a:pathLst>
              </a:custGeom>
              <a:solidFill>
                <a:srgbClr val="505020"/>
              </a:solidFill>
              <a:ln>
                <a:noFill/>
                <a:round/>
              </a:ln>
            </p:spPr>
          </p:sp>
          <p:sp>
            <p:nvSpPr>
              <p:cNvPr id="95655" name=""/>
              <p:cNvSpPr/>
              <p:nvPr/>
            </p:nvSpPr>
            <p:spPr>
              <a:xfrm>
                <a:off x="4160" y="2372"/>
                <a:ext cx="21" cy="17"/>
              </a:xfrm>
              <a:custGeom>
                <a:pathLst>
                  <a:path w="41" h="34">
                    <a:moveTo>
                      <a:pt x="3" y="0"/>
                    </a:moveTo>
                    <a:lnTo>
                      <a:pt x="0" y="4"/>
                    </a:lnTo>
                    <a:lnTo>
                      <a:pt x="0" y="31"/>
                    </a:lnTo>
                    <a:lnTo>
                      <a:pt x="2" y="34"/>
                    </a:lnTo>
                    <a:lnTo>
                      <a:pt x="39" y="34"/>
                    </a:lnTo>
                    <a:lnTo>
                      <a:pt x="41" y="31"/>
                    </a:lnTo>
                    <a:lnTo>
                      <a:pt x="41" y="4"/>
                    </a:lnTo>
                    <a:lnTo>
                      <a:pt x="39" y="0"/>
                    </a:lnTo>
                    <a:lnTo>
                      <a:pt x="3" y="0"/>
                    </a:lnTo>
                    <a:close/>
                  </a:path>
                </a:pathLst>
              </a:custGeom>
              <a:solidFill>
                <a:srgbClr val="706040"/>
              </a:solidFill>
              <a:ln>
                <a:noFill/>
                <a:round/>
              </a:ln>
            </p:spPr>
          </p:sp>
          <p:sp>
            <p:nvSpPr>
              <p:cNvPr id="95656" name=""/>
              <p:cNvSpPr/>
              <p:nvPr/>
            </p:nvSpPr>
            <p:spPr>
              <a:xfrm>
                <a:off x="4161" y="2372"/>
                <a:ext cx="20" cy="17"/>
              </a:xfrm>
              <a:custGeom>
                <a:pathLst>
                  <a:path w="39" h="34">
                    <a:moveTo>
                      <a:pt x="3" y="0"/>
                    </a:moveTo>
                    <a:lnTo>
                      <a:pt x="0" y="2"/>
                    </a:lnTo>
                    <a:lnTo>
                      <a:pt x="0" y="31"/>
                    </a:lnTo>
                    <a:lnTo>
                      <a:pt x="1" y="34"/>
                    </a:lnTo>
                    <a:lnTo>
                      <a:pt x="37" y="34"/>
                    </a:lnTo>
                    <a:lnTo>
                      <a:pt x="39" y="31"/>
                    </a:lnTo>
                    <a:lnTo>
                      <a:pt x="39" y="4"/>
                    </a:lnTo>
                    <a:lnTo>
                      <a:pt x="37" y="0"/>
                    </a:lnTo>
                    <a:lnTo>
                      <a:pt x="3" y="0"/>
                    </a:lnTo>
                    <a:close/>
                  </a:path>
                </a:pathLst>
              </a:custGeom>
              <a:solidFill>
                <a:srgbClr val="808060"/>
              </a:solidFill>
              <a:ln>
                <a:noFill/>
                <a:round/>
              </a:ln>
            </p:spPr>
          </p:sp>
          <p:sp>
            <p:nvSpPr>
              <p:cNvPr id="95657" name=""/>
              <p:cNvSpPr/>
              <p:nvPr/>
            </p:nvSpPr>
            <p:spPr>
              <a:xfrm>
                <a:off x="4165" y="2373"/>
                <a:ext cx="14" cy="12"/>
              </a:xfrm>
              <a:custGeom>
                <a:pathLst>
                  <a:path w="28" h="23">
                    <a:moveTo>
                      <a:pt x="2" y="0"/>
                    </a:moveTo>
                    <a:lnTo>
                      <a:pt x="0" y="2"/>
                    </a:lnTo>
                    <a:lnTo>
                      <a:pt x="0" y="21"/>
                    </a:lnTo>
                    <a:lnTo>
                      <a:pt x="2" y="23"/>
                    </a:lnTo>
                    <a:lnTo>
                      <a:pt x="27" y="23"/>
                    </a:lnTo>
                    <a:lnTo>
                      <a:pt x="28" y="21"/>
                    </a:lnTo>
                    <a:lnTo>
                      <a:pt x="28" y="3"/>
                    </a:lnTo>
                    <a:lnTo>
                      <a:pt x="27" y="0"/>
                    </a:lnTo>
                    <a:lnTo>
                      <a:pt x="2" y="0"/>
                    </a:lnTo>
                    <a:close/>
                  </a:path>
                </a:pathLst>
              </a:custGeom>
              <a:solidFill>
                <a:srgbClr val="C0C080"/>
              </a:solidFill>
              <a:ln>
                <a:noFill/>
                <a:round/>
              </a:ln>
            </p:spPr>
          </p:sp>
          <p:sp>
            <p:nvSpPr>
              <p:cNvPr id="95658" name=""/>
              <p:cNvSpPr/>
              <p:nvPr/>
            </p:nvSpPr>
            <p:spPr>
              <a:xfrm>
                <a:off x="4167" y="2376"/>
                <a:ext cx="2" cy="4"/>
              </a:xfrm>
              <a:custGeom>
                <a:pathLst>
                  <a:path w="6" h="7">
                    <a:moveTo>
                      <a:pt x="4" y="0"/>
                    </a:moveTo>
                    <a:lnTo>
                      <a:pt x="4" y="2"/>
                    </a:lnTo>
                    <a:lnTo>
                      <a:pt x="4" y="2"/>
                    </a:lnTo>
                    <a:lnTo>
                      <a:pt x="6" y="4"/>
                    </a:lnTo>
                    <a:lnTo>
                      <a:pt x="6" y="4"/>
                    </a:lnTo>
                    <a:lnTo>
                      <a:pt x="4" y="6"/>
                    </a:lnTo>
                    <a:lnTo>
                      <a:pt x="4" y="7"/>
                    </a:lnTo>
                    <a:lnTo>
                      <a:pt x="2" y="7"/>
                    </a:lnTo>
                    <a:lnTo>
                      <a:pt x="0" y="6"/>
                    </a:lnTo>
                    <a:lnTo>
                      <a:pt x="0" y="4"/>
                    </a:lnTo>
                    <a:lnTo>
                      <a:pt x="0" y="4"/>
                    </a:lnTo>
                    <a:lnTo>
                      <a:pt x="0" y="2"/>
                    </a:lnTo>
                    <a:lnTo>
                      <a:pt x="2" y="2"/>
                    </a:lnTo>
                    <a:lnTo>
                      <a:pt x="4" y="0"/>
                    </a:lnTo>
                  </a:path>
                </a:pathLst>
              </a:custGeom>
              <a:noFill/>
              <a:ln w="11113">
                <a:solidFill>
                  <a:srgbClr val="000000"/>
                </a:solidFill>
                <a:prstDash val="solid"/>
                <a:round/>
              </a:ln>
            </p:spPr>
          </p:sp>
          <p:cxnSp>
            <p:nvCxnSpPr>
              <p:cNvPr id="95659" name=""/>
              <p:cNvCxnSpPr/>
              <p:nvPr/>
            </p:nvCxnSpPr>
            <p:spPr>
              <a:xfrm>
                <a:off x="4174" y="2376"/>
                <a:ext cx="1" cy="7"/>
              </a:xfrm>
              <a:prstGeom prst="line">
                <a:avLst/>
              </a:prstGeom>
              <a:noFill/>
              <a:ln w="11113">
                <a:solidFill>
                  <a:prstClr val="black"/>
                </a:solidFill>
                <a:miter lim="800000"/>
              </a:ln>
            </p:spPr>
          </p:cxnSp>
          <p:sp>
            <p:nvSpPr>
              <p:cNvPr id="95660" name=""/>
              <p:cNvSpPr/>
              <p:nvPr/>
            </p:nvSpPr>
            <p:spPr>
              <a:xfrm>
                <a:off x="4129" y="2371"/>
                <a:ext cx="52" cy="3"/>
              </a:xfrm>
              <a:prstGeom prst="rect">
                <a:avLst/>
              </a:prstGeom>
              <a:solidFill>
                <a:srgbClr val="808060"/>
              </a:solidFill>
              <a:ln>
                <a:noFill/>
                <a:miter lim="800000"/>
              </a:ln>
            </p:spPr>
          </p:sp>
          <p:sp>
            <p:nvSpPr>
              <p:cNvPr id="95661" name=""/>
              <p:cNvSpPr/>
              <p:nvPr/>
            </p:nvSpPr>
            <p:spPr>
              <a:xfrm>
                <a:off x="4129" y="2382"/>
                <a:ext cx="8" cy="8"/>
              </a:xfrm>
              <a:custGeom>
                <a:pathLst>
                  <a:path w="16" h="14">
                    <a:moveTo>
                      <a:pt x="0" y="9"/>
                    </a:moveTo>
                    <a:lnTo>
                      <a:pt x="0" y="14"/>
                    </a:lnTo>
                    <a:lnTo>
                      <a:pt x="6" y="14"/>
                    </a:lnTo>
                    <a:lnTo>
                      <a:pt x="9" y="11"/>
                    </a:lnTo>
                    <a:lnTo>
                      <a:pt x="11" y="5"/>
                    </a:lnTo>
                    <a:lnTo>
                      <a:pt x="14" y="3"/>
                    </a:lnTo>
                    <a:lnTo>
                      <a:pt x="16" y="0"/>
                    </a:lnTo>
                    <a:lnTo>
                      <a:pt x="14" y="0"/>
                    </a:lnTo>
                    <a:lnTo>
                      <a:pt x="7" y="5"/>
                    </a:lnTo>
                    <a:lnTo>
                      <a:pt x="6" y="9"/>
                    </a:lnTo>
                    <a:lnTo>
                      <a:pt x="0" y="9"/>
                    </a:lnTo>
                    <a:close/>
                  </a:path>
                </a:pathLst>
              </a:custGeom>
              <a:solidFill>
                <a:srgbClr val="808060"/>
              </a:solidFill>
              <a:ln>
                <a:noFill/>
                <a:round/>
              </a:ln>
            </p:spPr>
          </p:sp>
          <p:sp>
            <p:nvSpPr>
              <p:cNvPr id="95662" name=""/>
              <p:cNvSpPr/>
              <p:nvPr/>
            </p:nvSpPr>
            <p:spPr>
              <a:xfrm>
                <a:off x="4177" y="2371"/>
                <a:ext cx="10" cy="18"/>
              </a:xfrm>
              <a:custGeom>
                <a:pathLst>
                  <a:path w="20" h="36">
                    <a:moveTo>
                      <a:pt x="11" y="36"/>
                    </a:moveTo>
                    <a:lnTo>
                      <a:pt x="12" y="35"/>
                    </a:lnTo>
                    <a:lnTo>
                      <a:pt x="14" y="33"/>
                    </a:lnTo>
                    <a:lnTo>
                      <a:pt x="18" y="29"/>
                    </a:lnTo>
                    <a:lnTo>
                      <a:pt x="20" y="26"/>
                    </a:lnTo>
                    <a:lnTo>
                      <a:pt x="20" y="20"/>
                    </a:lnTo>
                    <a:lnTo>
                      <a:pt x="20" y="13"/>
                    </a:lnTo>
                    <a:lnTo>
                      <a:pt x="18" y="11"/>
                    </a:lnTo>
                    <a:lnTo>
                      <a:pt x="14" y="8"/>
                    </a:lnTo>
                    <a:lnTo>
                      <a:pt x="12" y="6"/>
                    </a:lnTo>
                    <a:lnTo>
                      <a:pt x="7" y="2"/>
                    </a:lnTo>
                    <a:lnTo>
                      <a:pt x="5" y="2"/>
                    </a:lnTo>
                    <a:lnTo>
                      <a:pt x="0" y="0"/>
                    </a:lnTo>
                    <a:lnTo>
                      <a:pt x="0" y="4"/>
                    </a:lnTo>
                    <a:lnTo>
                      <a:pt x="5" y="6"/>
                    </a:lnTo>
                    <a:lnTo>
                      <a:pt x="7" y="8"/>
                    </a:lnTo>
                    <a:lnTo>
                      <a:pt x="12" y="11"/>
                    </a:lnTo>
                    <a:lnTo>
                      <a:pt x="14" y="13"/>
                    </a:lnTo>
                    <a:lnTo>
                      <a:pt x="14" y="17"/>
                    </a:lnTo>
                    <a:lnTo>
                      <a:pt x="14" y="20"/>
                    </a:lnTo>
                    <a:lnTo>
                      <a:pt x="14" y="24"/>
                    </a:lnTo>
                    <a:lnTo>
                      <a:pt x="14" y="27"/>
                    </a:lnTo>
                    <a:lnTo>
                      <a:pt x="14" y="29"/>
                    </a:lnTo>
                    <a:lnTo>
                      <a:pt x="12" y="33"/>
                    </a:lnTo>
                    <a:lnTo>
                      <a:pt x="11" y="36"/>
                    </a:lnTo>
                    <a:close/>
                  </a:path>
                </a:pathLst>
              </a:custGeom>
              <a:solidFill>
                <a:srgbClr val="808060"/>
              </a:solidFill>
              <a:ln>
                <a:noFill/>
                <a:round/>
              </a:ln>
            </p:spPr>
          </p:sp>
          <p:sp>
            <p:nvSpPr>
              <p:cNvPr id="95663" name=""/>
              <p:cNvSpPr/>
              <p:nvPr/>
            </p:nvSpPr>
            <p:spPr>
              <a:xfrm>
                <a:off x="4138" y="2371"/>
                <a:ext cx="22" cy="18"/>
              </a:xfrm>
              <a:custGeom>
                <a:pathLst>
                  <a:path w="43" h="36">
                    <a:moveTo>
                      <a:pt x="22" y="0"/>
                    </a:moveTo>
                    <a:lnTo>
                      <a:pt x="32" y="0"/>
                    </a:lnTo>
                    <a:lnTo>
                      <a:pt x="36" y="2"/>
                    </a:lnTo>
                    <a:lnTo>
                      <a:pt x="39" y="4"/>
                    </a:lnTo>
                    <a:lnTo>
                      <a:pt x="41" y="8"/>
                    </a:lnTo>
                    <a:lnTo>
                      <a:pt x="41" y="11"/>
                    </a:lnTo>
                    <a:lnTo>
                      <a:pt x="43" y="15"/>
                    </a:lnTo>
                    <a:lnTo>
                      <a:pt x="43" y="17"/>
                    </a:lnTo>
                    <a:lnTo>
                      <a:pt x="43" y="22"/>
                    </a:lnTo>
                    <a:lnTo>
                      <a:pt x="43" y="26"/>
                    </a:lnTo>
                    <a:lnTo>
                      <a:pt x="41" y="27"/>
                    </a:lnTo>
                    <a:lnTo>
                      <a:pt x="41" y="31"/>
                    </a:lnTo>
                    <a:lnTo>
                      <a:pt x="38" y="35"/>
                    </a:lnTo>
                    <a:lnTo>
                      <a:pt x="36" y="36"/>
                    </a:lnTo>
                    <a:lnTo>
                      <a:pt x="34" y="36"/>
                    </a:lnTo>
                    <a:lnTo>
                      <a:pt x="32" y="36"/>
                    </a:lnTo>
                    <a:lnTo>
                      <a:pt x="0" y="36"/>
                    </a:lnTo>
                    <a:lnTo>
                      <a:pt x="22" y="0"/>
                    </a:lnTo>
                    <a:close/>
                  </a:path>
                </a:pathLst>
              </a:custGeom>
              <a:solidFill>
                <a:srgbClr val="C0C080"/>
              </a:solidFill>
              <a:ln>
                <a:noFill/>
                <a:round/>
              </a:ln>
            </p:spPr>
          </p:sp>
          <p:sp>
            <p:nvSpPr>
              <p:cNvPr id="95664" name=""/>
              <p:cNvSpPr/>
              <p:nvPr/>
            </p:nvSpPr>
            <p:spPr>
              <a:xfrm>
                <a:off x="4147" y="2371"/>
                <a:ext cx="7" cy="3"/>
              </a:xfrm>
              <a:custGeom>
                <a:pathLst>
                  <a:path w="14" h="8">
                    <a:moveTo>
                      <a:pt x="14" y="0"/>
                    </a:moveTo>
                    <a:lnTo>
                      <a:pt x="0" y="0"/>
                    </a:lnTo>
                    <a:lnTo>
                      <a:pt x="14" y="8"/>
                    </a:lnTo>
                    <a:lnTo>
                      <a:pt x="14" y="0"/>
                    </a:lnTo>
                    <a:close/>
                  </a:path>
                </a:pathLst>
              </a:custGeom>
              <a:solidFill>
                <a:srgbClr val="808050"/>
              </a:solidFill>
              <a:ln>
                <a:noFill/>
                <a:round/>
              </a:ln>
            </p:spPr>
          </p:sp>
          <p:sp>
            <p:nvSpPr>
              <p:cNvPr id="95665" name=""/>
              <p:cNvSpPr/>
              <p:nvPr/>
            </p:nvSpPr>
            <p:spPr>
              <a:xfrm>
                <a:off x="4152" y="2371"/>
                <a:ext cx="8" cy="10"/>
              </a:xfrm>
              <a:custGeom>
                <a:pathLst>
                  <a:path w="14" h="20">
                    <a:moveTo>
                      <a:pt x="14" y="20"/>
                    </a:moveTo>
                    <a:lnTo>
                      <a:pt x="14" y="18"/>
                    </a:lnTo>
                    <a:lnTo>
                      <a:pt x="14" y="11"/>
                    </a:lnTo>
                    <a:lnTo>
                      <a:pt x="12" y="9"/>
                    </a:lnTo>
                    <a:lnTo>
                      <a:pt x="12" y="8"/>
                    </a:lnTo>
                    <a:lnTo>
                      <a:pt x="9" y="4"/>
                    </a:lnTo>
                    <a:lnTo>
                      <a:pt x="5" y="2"/>
                    </a:lnTo>
                    <a:lnTo>
                      <a:pt x="5" y="0"/>
                    </a:lnTo>
                    <a:lnTo>
                      <a:pt x="2" y="0"/>
                    </a:lnTo>
                    <a:lnTo>
                      <a:pt x="0" y="0"/>
                    </a:lnTo>
                    <a:lnTo>
                      <a:pt x="0" y="2"/>
                    </a:lnTo>
                    <a:lnTo>
                      <a:pt x="2" y="2"/>
                    </a:lnTo>
                    <a:lnTo>
                      <a:pt x="5" y="2"/>
                    </a:lnTo>
                    <a:lnTo>
                      <a:pt x="5" y="4"/>
                    </a:lnTo>
                    <a:lnTo>
                      <a:pt x="7" y="8"/>
                    </a:lnTo>
                    <a:lnTo>
                      <a:pt x="9" y="8"/>
                    </a:lnTo>
                    <a:lnTo>
                      <a:pt x="9" y="9"/>
                    </a:lnTo>
                    <a:lnTo>
                      <a:pt x="12" y="11"/>
                    </a:lnTo>
                    <a:lnTo>
                      <a:pt x="12" y="13"/>
                    </a:lnTo>
                    <a:lnTo>
                      <a:pt x="12" y="18"/>
                    </a:lnTo>
                    <a:lnTo>
                      <a:pt x="12" y="20"/>
                    </a:lnTo>
                    <a:lnTo>
                      <a:pt x="14" y="20"/>
                    </a:lnTo>
                    <a:close/>
                  </a:path>
                </a:pathLst>
              </a:custGeom>
              <a:solidFill>
                <a:srgbClr val="808050"/>
              </a:solidFill>
              <a:ln>
                <a:noFill/>
                <a:round/>
              </a:ln>
            </p:spPr>
          </p:sp>
          <p:sp>
            <p:nvSpPr>
              <p:cNvPr id="95666" name=""/>
              <p:cNvSpPr/>
              <p:nvPr/>
            </p:nvSpPr>
            <p:spPr>
              <a:xfrm>
                <a:off x="4158" y="2377"/>
                <a:ext cx="2" cy="5"/>
              </a:xfrm>
              <a:prstGeom prst="rect">
                <a:avLst/>
              </a:prstGeom>
              <a:solidFill>
                <a:srgbClr val="808050"/>
              </a:solidFill>
              <a:ln>
                <a:noFill/>
                <a:miter lim="800000"/>
              </a:ln>
            </p:spPr>
          </p:sp>
          <p:sp>
            <p:nvSpPr>
              <p:cNvPr id="95667" name=""/>
              <p:cNvSpPr/>
              <p:nvPr/>
            </p:nvSpPr>
            <p:spPr>
              <a:xfrm>
                <a:off x="4152" y="2380"/>
                <a:ext cx="8" cy="10"/>
              </a:xfrm>
              <a:custGeom>
                <a:pathLst>
                  <a:path w="14" h="20">
                    <a:moveTo>
                      <a:pt x="0" y="20"/>
                    </a:moveTo>
                    <a:lnTo>
                      <a:pt x="2" y="20"/>
                    </a:lnTo>
                    <a:lnTo>
                      <a:pt x="5" y="20"/>
                    </a:lnTo>
                    <a:lnTo>
                      <a:pt x="5" y="18"/>
                    </a:lnTo>
                    <a:lnTo>
                      <a:pt x="7" y="18"/>
                    </a:lnTo>
                    <a:lnTo>
                      <a:pt x="9" y="17"/>
                    </a:lnTo>
                    <a:lnTo>
                      <a:pt x="12" y="13"/>
                    </a:lnTo>
                    <a:lnTo>
                      <a:pt x="12" y="11"/>
                    </a:lnTo>
                    <a:lnTo>
                      <a:pt x="14" y="9"/>
                    </a:lnTo>
                    <a:lnTo>
                      <a:pt x="14" y="2"/>
                    </a:lnTo>
                    <a:lnTo>
                      <a:pt x="14" y="0"/>
                    </a:lnTo>
                    <a:lnTo>
                      <a:pt x="12" y="0"/>
                    </a:lnTo>
                    <a:lnTo>
                      <a:pt x="12" y="2"/>
                    </a:lnTo>
                    <a:lnTo>
                      <a:pt x="12" y="8"/>
                    </a:lnTo>
                    <a:lnTo>
                      <a:pt x="12" y="9"/>
                    </a:lnTo>
                    <a:lnTo>
                      <a:pt x="9" y="11"/>
                    </a:lnTo>
                    <a:lnTo>
                      <a:pt x="9" y="13"/>
                    </a:lnTo>
                    <a:lnTo>
                      <a:pt x="7" y="13"/>
                    </a:lnTo>
                    <a:lnTo>
                      <a:pt x="7" y="17"/>
                    </a:lnTo>
                    <a:lnTo>
                      <a:pt x="5" y="17"/>
                    </a:lnTo>
                    <a:lnTo>
                      <a:pt x="5" y="18"/>
                    </a:lnTo>
                    <a:lnTo>
                      <a:pt x="2" y="18"/>
                    </a:lnTo>
                    <a:lnTo>
                      <a:pt x="0" y="18"/>
                    </a:lnTo>
                    <a:lnTo>
                      <a:pt x="0" y="20"/>
                    </a:lnTo>
                    <a:close/>
                  </a:path>
                </a:pathLst>
              </a:custGeom>
              <a:solidFill>
                <a:srgbClr val="808050"/>
              </a:solidFill>
              <a:ln>
                <a:noFill/>
                <a:round/>
              </a:ln>
            </p:spPr>
          </p:sp>
          <p:sp>
            <p:nvSpPr>
              <p:cNvPr id="95668" name=""/>
              <p:cNvSpPr/>
              <p:nvPr/>
            </p:nvSpPr>
            <p:spPr>
              <a:xfrm>
                <a:off x="4147" y="2385"/>
                <a:ext cx="7" cy="5"/>
              </a:xfrm>
              <a:prstGeom prst="rect">
                <a:avLst/>
              </a:prstGeom>
              <a:solidFill>
                <a:srgbClr val="808050"/>
              </a:solidFill>
              <a:ln>
                <a:noFill/>
                <a:miter lim="800000"/>
              </a:ln>
            </p:spPr>
          </p:sp>
          <p:sp>
            <p:nvSpPr>
              <p:cNvPr id="95669" name=""/>
              <p:cNvSpPr/>
              <p:nvPr/>
            </p:nvSpPr>
            <p:spPr>
              <a:xfrm>
                <a:off x="4138" y="2385"/>
                <a:ext cx="12" cy="5"/>
              </a:xfrm>
              <a:custGeom>
                <a:pathLst>
                  <a:path w="23" h="9">
                    <a:moveTo>
                      <a:pt x="0" y="0"/>
                    </a:moveTo>
                    <a:lnTo>
                      <a:pt x="0" y="9"/>
                    </a:lnTo>
                    <a:lnTo>
                      <a:pt x="23" y="9"/>
                    </a:lnTo>
                    <a:lnTo>
                      <a:pt x="23" y="0"/>
                    </a:lnTo>
                    <a:lnTo>
                      <a:pt x="0" y="0"/>
                    </a:lnTo>
                    <a:lnTo>
                      <a:pt x="2" y="0"/>
                    </a:lnTo>
                    <a:lnTo>
                      <a:pt x="0" y="0"/>
                    </a:lnTo>
                    <a:lnTo>
                      <a:pt x="0" y="9"/>
                    </a:lnTo>
                    <a:lnTo>
                      <a:pt x="0" y="0"/>
                    </a:lnTo>
                    <a:close/>
                  </a:path>
                </a:pathLst>
              </a:custGeom>
              <a:solidFill>
                <a:srgbClr val="808050"/>
              </a:solidFill>
              <a:ln>
                <a:noFill/>
                <a:round/>
              </a:ln>
            </p:spPr>
          </p:sp>
          <p:sp>
            <p:nvSpPr>
              <p:cNvPr id="95670" name=""/>
              <p:cNvSpPr/>
              <p:nvPr/>
            </p:nvSpPr>
            <p:spPr>
              <a:xfrm>
                <a:off x="4136" y="2371"/>
                <a:ext cx="5" cy="18"/>
              </a:xfrm>
              <a:custGeom>
                <a:pathLst>
                  <a:path w="9" h="36">
                    <a:moveTo>
                      <a:pt x="6" y="0"/>
                    </a:moveTo>
                    <a:lnTo>
                      <a:pt x="0" y="0"/>
                    </a:lnTo>
                    <a:lnTo>
                      <a:pt x="6" y="36"/>
                    </a:lnTo>
                    <a:lnTo>
                      <a:pt x="9" y="36"/>
                    </a:lnTo>
                    <a:lnTo>
                      <a:pt x="6" y="0"/>
                    </a:lnTo>
                    <a:lnTo>
                      <a:pt x="6" y="2"/>
                    </a:lnTo>
                    <a:lnTo>
                      <a:pt x="6" y="0"/>
                    </a:lnTo>
                    <a:lnTo>
                      <a:pt x="0" y="0"/>
                    </a:lnTo>
                    <a:lnTo>
                      <a:pt x="6" y="0"/>
                    </a:lnTo>
                    <a:close/>
                  </a:path>
                </a:pathLst>
              </a:custGeom>
              <a:solidFill>
                <a:srgbClr val="808050"/>
              </a:solidFill>
              <a:ln>
                <a:noFill/>
                <a:round/>
              </a:ln>
            </p:spPr>
          </p:sp>
          <p:sp>
            <p:nvSpPr>
              <p:cNvPr id="95671" name=""/>
              <p:cNvSpPr/>
              <p:nvPr/>
            </p:nvSpPr>
            <p:spPr>
              <a:xfrm>
                <a:off x="4138" y="2371"/>
                <a:ext cx="12" cy="3"/>
              </a:xfrm>
              <a:custGeom>
                <a:pathLst>
                  <a:path w="23" h="8">
                    <a:moveTo>
                      <a:pt x="23" y="0"/>
                    </a:moveTo>
                    <a:lnTo>
                      <a:pt x="0" y="0"/>
                    </a:lnTo>
                    <a:lnTo>
                      <a:pt x="23" y="8"/>
                    </a:lnTo>
                    <a:lnTo>
                      <a:pt x="23" y="0"/>
                    </a:lnTo>
                    <a:close/>
                  </a:path>
                </a:pathLst>
              </a:custGeom>
              <a:solidFill>
                <a:srgbClr val="808050"/>
              </a:solidFill>
              <a:ln>
                <a:noFill/>
                <a:round/>
              </a:ln>
            </p:spPr>
          </p:sp>
          <p:sp>
            <p:nvSpPr>
              <p:cNvPr id="95672" name=""/>
              <p:cNvSpPr/>
              <p:nvPr/>
            </p:nvSpPr>
            <p:spPr>
              <a:xfrm>
                <a:off x="4145" y="2373"/>
                <a:ext cx="11" cy="16"/>
              </a:xfrm>
              <a:custGeom>
                <a:pathLst>
                  <a:path w="22" h="30">
                    <a:moveTo>
                      <a:pt x="13" y="0"/>
                    </a:moveTo>
                    <a:lnTo>
                      <a:pt x="0" y="27"/>
                    </a:lnTo>
                    <a:lnTo>
                      <a:pt x="0" y="30"/>
                    </a:lnTo>
                    <a:lnTo>
                      <a:pt x="8" y="30"/>
                    </a:lnTo>
                    <a:lnTo>
                      <a:pt x="8" y="27"/>
                    </a:lnTo>
                    <a:lnTo>
                      <a:pt x="22" y="0"/>
                    </a:lnTo>
                    <a:lnTo>
                      <a:pt x="13" y="0"/>
                    </a:lnTo>
                    <a:close/>
                  </a:path>
                </a:pathLst>
              </a:custGeom>
              <a:solidFill>
                <a:srgbClr val="E0E0B0"/>
              </a:solidFill>
              <a:ln>
                <a:noFill/>
                <a:round/>
              </a:ln>
            </p:spPr>
          </p:sp>
          <p:sp>
            <p:nvSpPr>
              <p:cNvPr id="95673" name=""/>
              <p:cNvSpPr/>
              <p:nvPr/>
            </p:nvSpPr>
            <p:spPr>
              <a:xfrm>
                <a:off x="4149" y="2373"/>
                <a:ext cx="10" cy="16"/>
              </a:xfrm>
              <a:custGeom>
                <a:pathLst>
                  <a:path w="19" h="30">
                    <a:moveTo>
                      <a:pt x="12" y="0"/>
                    </a:moveTo>
                    <a:lnTo>
                      <a:pt x="0" y="29"/>
                    </a:lnTo>
                    <a:lnTo>
                      <a:pt x="1" y="30"/>
                    </a:lnTo>
                    <a:lnTo>
                      <a:pt x="10" y="30"/>
                    </a:lnTo>
                    <a:lnTo>
                      <a:pt x="10" y="29"/>
                    </a:lnTo>
                    <a:lnTo>
                      <a:pt x="19" y="11"/>
                    </a:lnTo>
                    <a:lnTo>
                      <a:pt x="19" y="9"/>
                    </a:lnTo>
                    <a:lnTo>
                      <a:pt x="17" y="5"/>
                    </a:lnTo>
                    <a:lnTo>
                      <a:pt x="17" y="3"/>
                    </a:lnTo>
                    <a:lnTo>
                      <a:pt x="12" y="0"/>
                    </a:lnTo>
                    <a:close/>
                  </a:path>
                </a:pathLst>
              </a:custGeom>
              <a:solidFill>
                <a:srgbClr val="E0E0B0"/>
              </a:solidFill>
              <a:ln>
                <a:noFill/>
                <a:round/>
              </a:ln>
            </p:spPr>
          </p:sp>
          <p:sp>
            <p:nvSpPr>
              <p:cNvPr id="95674" name=""/>
              <p:cNvSpPr/>
              <p:nvPr/>
            </p:nvSpPr>
            <p:spPr>
              <a:xfrm>
                <a:off x="4151" y="2380"/>
                <a:ext cx="7" cy="5"/>
              </a:xfrm>
              <a:custGeom>
                <a:pathLst>
                  <a:path w="12" h="11">
                    <a:moveTo>
                      <a:pt x="12" y="0"/>
                    </a:moveTo>
                    <a:lnTo>
                      <a:pt x="12" y="4"/>
                    </a:lnTo>
                    <a:lnTo>
                      <a:pt x="12" y="4"/>
                    </a:lnTo>
                    <a:lnTo>
                      <a:pt x="11" y="8"/>
                    </a:lnTo>
                    <a:lnTo>
                      <a:pt x="9" y="9"/>
                    </a:lnTo>
                    <a:lnTo>
                      <a:pt x="4" y="11"/>
                    </a:lnTo>
                    <a:lnTo>
                      <a:pt x="0" y="11"/>
                    </a:lnTo>
                  </a:path>
                </a:pathLst>
              </a:custGeom>
              <a:noFill/>
              <a:ln w="11113">
                <a:solidFill>
                  <a:srgbClr val="F0E0C0"/>
                </a:solidFill>
                <a:prstDash val="solid"/>
                <a:round/>
              </a:ln>
            </p:spPr>
          </p:sp>
          <p:sp>
            <p:nvSpPr>
              <p:cNvPr id="95675" name=""/>
              <p:cNvSpPr/>
              <p:nvPr/>
            </p:nvSpPr>
            <p:spPr>
              <a:xfrm>
                <a:off x="4140" y="2372"/>
                <a:ext cx="14" cy="2"/>
              </a:xfrm>
              <a:custGeom>
                <a:pathLst>
                  <a:path w="28" h="6">
                    <a:moveTo>
                      <a:pt x="0" y="0"/>
                    </a:moveTo>
                    <a:lnTo>
                      <a:pt x="21" y="0"/>
                    </a:lnTo>
                    <a:lnTo>
                      <a:pt x="25" y="0"/>
                    </a:lnTo>
                    <a:lnTo>
                      <a:pt x="28" y="6"/>
                    </a:lnTo>
                  </a:path>
                </a:pathLst>
              </a:custGeom>
              <a:noFill/>
              <a:ln w="11113">
                <a:solidFill>
                  <a:srgbClr val="F0E0C0"/>
                </a:solidFill>
                <a:prstDash val="solid"/>
                <a:round/>
              </a:ln>
            </p:spPr>
          </p:sp>
          <p:sp>
            <p:nvSpPr>
              <p:cNvPr id="95676" name=""/>
              <p:cNvSpPr/>
              <p:nvPr/>
            </p:nvSpPr>
            <p:spPr>
              <a:xfrm>
                <a:off x="4139" y="2373"/>
                <a:ext cx="4" cy="16"/>
              </a:xfrm>
              <a:custGeom>
                <a:pathLst>
                  <a:path w="7" h="30">
                    <a:moveTo>
                      <a:pt x="3" y="0"/>
                    </a:moveTo>
                    <a:lnTo>
                      <a:pt x="7" y="3"/>
                    </a:lnTo>
                    <a:lnTo>
                      <a:pt x="7" y="16"/>
                    </a:lnTo>
                    <a:lnTo>
                      <a:pt x="7" y="27"/>
                    </a:lnTo>
                    <a:lnTo>
                      <a:pt x="3" y="30"/>
                    </a:lnTo>
                    <a:lnTo>
                      <a:pt x="0" y="21"/>
                    </a:lnTo>
                    <a:lnTo>
                      <a:pt x="0" y="16"/>
                    </a:lnTo>
                    <a:lnTo>
                      <a:pt x="0" y="3"/>
                    </a:lnTo>
                    <a:lnTo>
                      <a:pt x="3" y="2"/>
                    </a:lnTo>
                    <a:lnTo>
                      <a:pt x="3" y="0"/>
                    </a:lnTo>
                    <a:close/>
                  </a:path>
                </a:pathLst>
              </a:custGeom>
              <a:solidFill>
                <a:srgbClr val="706040"/>
              </a:solidFill>
              <a:ln>
                <a:noFill/>
                <a:round/>
              </a:ln>
            </p:spPr>
          </p:sp>
          <p:sp>
            <p:nvSpPr>
              <p:cNvPr id="95677" name=""/>
              <p:cNvSpPr/>
              <p:nvPr/>
            </p:nvSpPr>
            <p:spPr>
              <a:xfrm>
                <a:off x="4139" y="2373"/>
                <a:ext cx="12" cy="16"/>
              </a:xfrm>
              <a:custGeom>
                <a:pathLst>
                  <a:path w="23" h="30">
                    <a:moveTo>
                      <a:pt x="14" y="0"/>
                    </a:moveTo>
                    <a:lnTo>
                      <a:pt x="0" y="25"/>
                    </a:lnTo>
                    <a:lnTo>
                      <a:pt x="2" y="30"/>
                    </a:lnTo>
                    <a:lnTo>
                      <a:pt x="12" y="30"/>
                    </a:lnTo>
                    <a:lnTo>
                      <a:pt x="12" y="27"/>
                    </a:lnTo>
                    <a:lnTo>
                      <a:pt x="23" y="0"/>
                    </a:lnTo>
                    <a:lnTo>
                      <a:pt x="14" y="0"/>
                    </a:lnTo>
                    <a:close/>
                  </a:path>
                </a:pathLst>
              </a:custGeom>
              <a:solidFill>
                <a:srgbClr val="E0E0B0"/>
              </a:solidFill>
              <a:ln>
                <a:noFill/>
                <a:round/>
              </a:ln>
            </p:spPr>
          </p:sp>
        </p:grpSp>
        <p:pic>
          <p:nvPicPr>
            <p:cNvPr id="95679" name=""/>
            <p:cNvPicPr/>
            <p:nvPr/>
          </p:nvPicPr>
          <p:blipFill>
            <a:blip r:embed="rId5"/>
            <a:stretch>
              <a:fillRect/>
            </a:stretch>
          </p:blipFill>
          <p:spPr>
            <a:xfrm>
              <a:off x="4078" y="2374"/>
              <a:ext cx="69" cy="15"/>
            </a:xfrm>
            <a:prstGeom prst="rect">
              <a:avLst/>
            </a:prstGeom>
            <a:noFill/>
            <a:ln>
              <a:noFill/>
              <a:miter lim="800000"/>
            </a:ln>
          </p:spPr>
        </p:pic>
      </p:grpSp>
      <p:grpSp>
        <p:nvGrpSpPr>
          <p:cNvPr id="95823" name=""/>
          <p:cNvGrpSpPr/>
          <p:nvPr/>
        </p:nvGrpSpPr>
        <p:grpSpPr>
          <a:xfrm>
            <a:off x="6767513" y="3886200"/>
            <a:ext cx="301625" cy="619125"/>
            <a:chOff x="4263" y="2448"/>
            <a:chExt cx="190" cy="390"/>
          </a:xfrm>
        </p:grpSpPr>
        <p:grpSp>
          <p:nvGrpSpPr>
            <p:cNvPr id="95821" name=""/>
            <p:cNvGrpSpPr/>
            <p:nvPr/>
          </p:nvGrpSpPr>
          <p:grpSpPr>
            <a:xfrm>
              <a:off x="4263" y="2448"/>
              <a:ext cx="190" cy="390"/>
              <a:chOff x="4263" y="2448"/>
              <a:chExt cx="190" cy="390"/>
            </a:xfrm>
          </p:grpSpPr>
          <p:sp>
            <p:nvSpPr>
              <p:cNvPr id="95681" name=""/>
              <p:cNvSpPr/>
              <p:nvPr/>
            </p:nvSpPr>
            <p:spPr>
              <a:xfrm>
                <a:off x="4291" y="2618"/>
                <a:ext cx="132" cy="214"/>
              </a:xfrm>
              <a:custGeom>
                <a:pathLst>
                  <a:path w="264" h="427">
                    <a:moveTo>
                      <a:pt x="6" y="0"/>
                    </a:moveTo>
                    <a:lnTo>
                      <a:pt x="258" y="0"/>
                    </a:lnTo>
                    <a:lnTo>
                      <a:pt x="260" y="0"/>
                    </a:lnTo>
                    <a:lnTo>
                      <a:pt x="264" y="4"/>
                    </a:lnTo>
                    <a:lnTo>
                      <a:pt x="264" y="6"/>
                    </a:lnTo>
                    <a:lnTo>
                      <a:pt x="264" y="422"/>
                    </a:lnTo>
                    <a:lnTo>
                      <a:pt x="264" y="424"/>
                    </a:lnTo>
                    <a:lnTo>
                      <a:pt x="260" y="425"/>
                    </a:lnTo>
                    <a:lnTo>
                      <a:pt x="258" y="427"/>
                    </a:lnTo>
                    <a:lnTo>
                      <a:pt x="6" y="427"/>
                    </a:lnTo>
                    <a:lnTo>
                      <a:pt x="2" y="425"/>
                    </a:lnTo>
                    <a:lnTo>
                      <a:pt x="0" y="424"/>
                    </a:lnTo>
                    <a:lnTo>
                      <a:pt x="0" y="422"/>
                    </a:lnTo>
                    <a:lnTo>
                      <a:pt x="0" y="6"/>
                    </a:lnTo>
                    <a:lnTo>
                      <a:pt x="0" y="4"/>
                    </a:lnTo>
                    <a:lnTo>
                      <a:pt x="2" y="0"/>
                    </a:lnTo>
                    <a:lnTo>
                      <a:pt x="6" y="0"/>
                    </a:lnTo>
                    <a:close/>
                  </a:path>
                </a:pathLst>
              </a:custGeom>
              <a:solidFill>
                <a:srgbClr val="F0E0C0"/>
              </a:solidFill>
              <a:ln>
                <a:noFill/>
                <a:round/>
              </a:ln>
            </p:spPr>
          </p:sp>
          <p:sp>
            <p:nvSpPr>
              <p:cNvPr id="95682" name=""/>
              <p:cNvSpPr/>
              <p:nvPr/>
            </p:nvSpPr>
            <p:spPr>
              <a:xfrm>
                <a:off x="4291" y="2796"/>
                <a:ext cx="132" cy="7"/>
              </a:xfrm>
              <a:prstGeom prst="rect">
                <a:avLst/>
              </a:prstGeom>
              <a:solidFill>
                <a:srgbClr val="A0A080"/>
              </a:solidFill>
              <a:ln>
                <a:noFill/>
                <a:miter lim="800000"/>
              </a:ln>
            </p:spPr>
          </p:sp>
          <p:sp>
            <p:nvSpPr>
              <p:cNvPr id="95683" name=""/>
              <p:cNvSpPr/>
              <p:nvPr/>
            </p:nvSpPr>
            <p:spPr>
              <a:xfrm>
                <a:off x="4291" y="2791"/>
                <a:ext cx="132" cy="5"/>
              </a:xfrm>
              <a:prstGeom prst="rect">
                <a:avLst/>
              </a:prstGeom>
              <a:solidFill>
                <a:srgbClr val="A0A080"/>
              </a:solidFill>
              <a:ln>
                <a:noFill/>
                <a:miter lim="800000"/>
              </a:ln>
            </p:spPr>
          </p:sp>
          <p:sp>
            <p:nvSpPr>
              <p:cNvPr id="95684" name=""/>
              <p:cNvSpPr/>
              <p:nvPr/>
            </p:nvSpPr>
            <p:spPr>
              <a:xfrm>
                <a:off x="4291" y="2786"/>
                <a:ext cx="132" cy="4"/>
              </a:xfrm>
              <a:prstGeom prst="rect">
                <a:avLst/>
              </a:prstGeom>
              <a:solidFill>
                <a:srgbClr val="404040"/>
              </a:solidFill>
              <a:ln>
                <a:noFill/>
                <a:miter lim="800000"/>
              </a:ln>
            </p:spPr>
          </p:sp>
          <p:sp>
            <p:nvSpPr>
              <p:cNvPr id="95685" name=""/>
              <p:cNvSpPr/>
              <p:nvPr/>
            </p:nvSpPr>
            <p:spPr>
              <a:xfrm>
                <a:off x="4291" y="2786"/>
                <a:ext cx="132" cy="4"/>
              </a:xfrm>
              <a:prstGeom prst="rect">
                <a:avLst/>
              </a:prstGeom>
              <a:solidFill>
                <a:srgbClr val="A0A080"/>
              </a:solidFill>
              <a:ln>
                <a:noFill/>
                <a:miter lim="800000"/>
              </a:ln>
            </p:spPr>
          </p:sp>
          <p:sp>
            <p:nvSpPr>
              <p:cNvPr id="95686" name=""/>
              <p:cNvSpPr/>
              <p:nvPr/>
            </p:nvSpPr>
            <p:spPr>
              <a:xfrm>
                <a:off x="4291" y="2778"/>
                <a:ext cx="132" cy="5"/>
              </a:xfrm>
              <a:prstGeom prst="rect">
                <a:avLst/>
              </a:prstGeom>
              <a:solidFill>
                <a:srgbClr val="A0A080"/>
              </a:solidFill>
              <a:ln>
                <a:noFill/>
                <a:miter lim="800000"/>
              </a:ln>
            </p:spPr>
          </p:sp>
          <p:sp>
            <p:nvSpPr>
              <p:cNvPr id="95687" name=""/>
              <p:cNvSpPr/>
              <p:nvPr/>
            </p:nvSpPr>
            <p:spPr>
              <a:xfrm>
                <a:off x="4291" y="2773"/>
                <a:ext cx="132" cy="4"/>
              </a:xfrm>
              <a:prstGeom prst="rect">
                <a:avLst/>
              </a:prstGeom>
              <a:solidFill>
                <a:srgbClr val="A0A080"/>
              </a:solidFill>
              <a:ln>
                <a:noFill/>
                <a:miter lim="800000"/>
              </a:ln>
            </p:spPr>
          </p:sp>
          <p:sp>
            <p:nvSpPr>
              <p:cNvPr id="95688" name=""/>
              <p:cNvSpPr/>
              <p:nvPr/>
            </p:nvSpPr>
            <p:spPr>
              <a:xfrm>
                <a:off x="4291" y="2766"/>
                <a:ext cx="132" cy="4"/>
              </a:xfrm>
              <a:prstGeom prst="rect">
                <a:avLst/>
              </a:prstGeom>
              <a:solidFill>
                <a:srgbClr val="A0A080"/>
              </a:solidFill>
              <a:ln>
                <a:noFill/>
                <a:miter lim="800000"/>
              </a:ln>
            </p:spPr>
          </p:sp>
          <p:sp>
            <p:nvSpPr>
              <p:cNvPr id="95689" name=""/>
              <p:cNvSpPr/>
              <p:nvPr/>
            </p:nvSpPr>
            <p:spPr>
              <a:xfrm>
                <a:off x="4291" y="2760"/>
                <a:ext cx="132" cy="3"/>
              </a:xfrm>
              <a:prstGeom prst="rect">
                <a:avLst/>
              </a:prstGeom>
              <a:solidFill>
                <a:srgbClr val="A0A080"/>
              </a:solidFill>
              <a:ln>
                <a:noFill/>
                <a:miter lim="800000"/>
              </a:ln>
            </p:spPr>
          </p:sp>
          <p:sp>
            <p:nvSpPr>
              <p:cNvPr id="95690" name=""/>
              <p:cNvSpPr/>
              <p:nvPr/>
            </p:nvSpPr>
            <p:spPr>
              <a:xfrm>
                <a:off x="4291" y="2752"/>
                <a:ext cx="132" cy="5"/>
              </a:xfrm>
              <a:prstGeom prst="rect">
                <a:avLst/>
              </a:prstGeom>
              <a:solidFill>
                <a:srgbClr val="A0A080"/>
              </a:solidFill>
              <a:ln>
                <a:noFill/>
                <a:miter lim="800000"/>
              </a:ln>
            </p:spPr>
          </p:sp>
          <p:sp>
            <p:nvSpPr>
              <p:cNvPr id="95691" name=""/>
              <p:cNvSpPr/>
              <p:nvPr/>
            </p:nvSpPr>
            <p:spPr>
              <a:xfrm>
                <a:off x="4291" y="2746"/>
                <a:ext cx="132" cy="5"/>
              </a:xfrm>
              <a:prstGeom prst="rect">
                <a:avLst/>
              </a:prstGeom>
              <a:solidFill>
                <a:srgbClr val="A0A080"/>
              </a:solidFill>
              <a:ln>
                <a:noFill/>
                <a:miter lim="800000"/>
              </a:ln>
            </p:spPr>
          </p:sp>
          <p:sp>
            <p:nvSpPr>
              <p:cNvPr id="95692" name=""/>
              <p:cNvSpPr/>
              <p:nvPr/>
            </p:nvSpPr>
            <p:spPr>
              <a:xfrm>
                <a:off x="4291" y="2739"/>
                <a:ext cx="132" cy="4"/>
              </a:xfrm>
              <a:prstGeom prst="rect">
                <a:avLst/>
              </a:prstGeom>
              <a:solidFill>
                <a:srgbClr val="A0A080"/>
              </a:solidFill>
              <a:ln>
                <a:noFill/>
                <a:miter lim="800000"/>
              </a:ln>
            </p:spPr>
          </p:sp>
          <p:sp>
            <p:nvSpPr>
              <p:cNvPr id="95693" name=""/>
              <p:cNvSpPr/>
              <p:nvPr/>
            </p:nvSpPr>
            <p:spPr>
              <a:xfrm>
                <a:off x="4291" y="2733"/>
                <a:ext cx="132" cy="5"/>
              </a:xfrm>
              <a:prstGeom prst="rect">
                <a:avLst/>
              </a:prstGeom>
              <a:solidFill>
                <a:srgbClr val="A0A080"/>
              </a:solidFill>
              <a:ln>
                <a:noFill/>
                <a:miter lim="800000"/>
              </a:ln>
            </p:spPr>
          </p:sp>
          <p:sp>
            <p:nvSpPr>
              <p:cNvPr id="95694" name=""/>
              <p:cNvSpPr/>
              <p:nvPr/>
            </p:nvSpPr>
            <p:spPr>
              <a:xfrm>
                <a:off x="4291" y="2728"/>
                <a:ext cx="132" cy="3"/>
              </a:xfrm>
              <a:prstGeom prst="rect">
                <a:avLst/>
              </a:prstGeom>
              <a:solidFill>
                <a:srgbClr val="A0A080"/>
              </a:solidFill>
              <a:ln>
                <a:noFill/>
                <a:miter lim="800000"/>
              </a:ln>
            </p:spPr>
          </p:sp>
          <p:sp>
            <p:nvSpPr>
              <p:cNvPr id="95695" name=""/>
              <p:cNvSpPr/>
              <p:nvPr/>
            </p:nvSpPr>
            <p:spPr>
              <a:xfrm>
                <a:off x="4291" y="2721"/>
                <a:ext cx="132" cy="3"/>
              </a:xfrm>
              <a:prstGeom prst="rect">
                <a:avLst/>
              </a:prstGeom>
              <a:solidFill>
                <a:srgbClr val="A0A080"/>
              </a:solidFill>
              <a:ln>
                <a:noFill/>
                <a:miter lim="800000"/>
              </a:ln>
            </p:spPr>
          </p:sp>
          <p:sp>
            <p:nvSpPr>
              <p:cNvPr id="95696" name=""/>
              <p:cNvSpPr/>
              <p:nvPr/>
            </p:nvSpPr>
            <p:spPr>
              <a:xfrm>
                <a:off x="4291" y="2714"/>
                <a:ext cx="132" cy="3"/>
              </a:xfrm>
              <a:prstGeom prst="rect">
                <a:avLst/>
              </a:prstGeom>
              <a:solidFill>
                <a:srgbClr val="A0A080"/>
              </a:solidFill>
              <a:ln>
                <a:noFill/>
                <a:miter lim="800000"/>
              </a:ln>
            </p:spPr>
          </p:sp>
          <p:sp>
            <p:nvSpPr>
              <p:cNvPr id="95697" name=""/>
              <p:cNvSpPr/>
              <p:nvPr/>
            </p:nvSpPr>
            <p:spPr>
              <a:xfrm>
                <a:off x="4291" y="2707"/>
                <a:ext cx="132" cy="4"/>
              </a:xfrm>
              <a:prstGeom prst="rect">
                <a:avLst/>
              </a:prstGeom>
              <a:solidFill>
                <a:srgbClr val="A0A080"/>
              </a:solidFill>
              <a:ln>
                <a:noFill/>
                <a:miter lim="800000"/>
              </a:ln>
            </p:spPr>
          </p:sp>
          <p:sp>
            <p:nvSpPr>
              <p:cNvPr id="95698" name=""/>
              <p:cNvSpPr/>
              <p:nvPr/>
            </p:nvSpPr>
            <p:spPr>
              <a:xfrm>
                <a:off x="4291" y="2700"/>
                <a:ext cx="132" cy="5"/>
              </a:xfrm>
              <a:prstGeom prst="rect">
                <a:avLst/>
              </a:prstGeom>
              <a:solidFill>
                <a:srgbClr val="A0A080"/>
              </a:solidFill>
              <a:ln>
                <a:noFill/>
                <a:miter lim="800000"/>
              </a:ln>
            </p:spPr>
          </p:sp>
          <p:sp>
            <p:nvSpPr>
              <p:cNvPr id="95699" name=""/>
              <p:cNvSpPr/>
              <p:nvPr/>
            </p:nvSpPr>
            <p:spPr>
              <a:xfrm>
                <a:off x="4263" y="2816"/>
                <a:ext cx="95" cy="22"/>
              </a:xfrm>
              <a:custGeom>
                <a:pathLst>
                  <a:path w="192" h="43">
                    <a:moveTo>
                      <a:pt x="61" y="0"/>
                    </a:moveTo>
                    <a:lnTo>
                      <a:pt x="54" y="0"/>
                    </a:lnTo>
                    <a:lnTo>
                      <a:pt x="54" y="19"/>
                    </a:lnTo>
                    <a:lnTo>
                      <a:pt x="0" y="36"/>
                    </a:lnTo>
                    <a:lnTo>
                      <a:pt x="0" y="43"/>
                    </a:lnTo>
                    <a:lnTo>
                      <a:pt x="192" y="43"/>
                    </a:lnTo>
                    <a:lnTo>
                      <a:pt x="192" y="30"/>
                    </a:lnTo>
                    <a:lnTo>
                      <a:pt x="61" y="30"/>
                    </a:lnTo>
                    <a:lnTo>
                      <a:pt x="61" y="0"/>
                    </a:lnTo>
                    <a:close/>
                  </a:path>
                </a:pathLst>
              </a:custGeom>
              <a:solidFill>
                <a:srgbClr val="808060"/>
              </a:solidFill>
              <a:ln>
                <a:noFill/>
                <a:round/>
              </a:ln>
            </p:spPr>
          </p:sp>
          <p:sp>
            <p:nvSpPr>
              <p:cNvPr id="95700" name=""/>
              <p:cNvSpPr/>
              <p:nvPr/>
            </p:nvSpPr>
            <p:spPr>
              <a:xfrm>
                <a:off x="4358" y="2816"/>
                <a:ext cx="95" cy="22"/>
              </a:xfrm>
              <a:custGeom>
                <a:pathLst>
                  <a:path w="189" h="43">
                    <a:moveTo>
                      <a:pt x="129" y="0"/>
                    </a:moveTo>
                    <a:lnTo>
                      <a:pt x="138" y="0"/>
                    </a:lnTo>
                    <a:lnTo>
                      <a:pt x="138" y="19"/>
                    </a:lnTo>
                    <a:lnTo>
                      <a:pt x="189" y="36"/>
                    </a:lnTo>
                    <a:lnTo>
                      <a:pt x="189" y="43"/>
                    </a:lnTo>
                    <a:lnTo>
                      <a:pt x="0" y="43"/>
                    </a:lnTo>
                    <a:lnTo>
                      <a:pt x="0" y="30"/>
                    </a:lnTo>
                    <a:lnTo>
                      <a:pt x="129" y="30"/>
                    </a:lnTo>
                    <a:lnTo>
                      <a:pt x="129" y="0"/>
                    </a:lnTo>
                    <a:close/>
                  </a:path>
                </a:pathLst>
              </a:custGeom>
              <a:solidFill>
                <a:srgbClr val="808060"/>
              </a:solidFill>
              <a:ln>
                <a:noFill/>
                <a:round/>
              </a:ln>
            </p:spPr>
          </p:sp>
          <p:sp>
            <p:nvSpPr>
              <p:cNvPr id="95701" name=""/>
              <p:cNvSpPr/>
              <p:nvPr/>
            </p:nvSpPr>
            <p:spPr>
              <a:xfrm>
                <a:off x="4314" y="2752"/>
                <a:ext cx="86" cy="72"/>
              </a:xfrm>
              <a:custGeom>
                <a:pathLst>
                  <a:path w="170" h="144">
                    <a:moveTo>
                      <a:pt x="0" y="2"/>
                    </a:moveTo>
                    <a:lnTo>
                      <a:pt x="0" y="144"/>
                    </a:lnTo>
                    <a:lnTo>
                      <a:pt x="170" y="144"/>
                    </a:lnTo>
                    <a:lnTo>
                      <a:pt x="170" y="0"/>
                    </a:lnTo>
                  </a:path>
                </a:pathLst>
              </a:custGeom>
              <a:noFill/>
              <a:ln w="11113">
                <a:solidFill>
                  <a:srgbClr val="808060"/>
                </a:solidFill>
                <a:prstDash val="solid"/>
                <a:round/>
              </a:ln>
            </p:spPr>
          </p:sp>
          <p:sp>
            <p:nvSpPr>
              <p:cNvPr id="95702" name=""/>
              <p:cNvSpPr/>
              <p:nvPr/>
            </p:nvSpPr>
            <p:spPr>
              <a:xfrm>
                <a:off x="4291" y="2448"/>
                <a:ext cx="132" cy="160"/>
              </a:xfrm>
              <a:custGeom>
                <a:pathLst>
                  <a:path w="264" h="321">
                    <a:moveTo>
                      <a:pt x="7" y="321"/>
                    </a:moveTo>
                    <a:lnTo>
                      <a:pt x="256" y="321"/>
                    </a:lnTo>
                    <a:lnTo>
                      <a:pt x="260" y="321"/>
                    </a:lnTo>
                    <a:lnTo>
                      <a:pt x="262" y="317"/>
                    </a:lnTo>
                    <a:lnTo>
                      <a:pt x="264" y="315"/>
                    </a:lnTo>
                    <a:lnTo>
                      <a:pt x="264" y="7"/>
                    </a:lnTo>
                    <a:lnTo>
                      <a:pt x="262" y="4"/>
                    </a:lnTo>
                    <a:lnTo>
                      <a:pt x="260" y="2"/>
                    </a:lnTo>
                    <a:lnTo>
                      <a:pt x="258" y="2"/>
                    </a:lnTo>
                    <a:lnTo>
                      <a:pt x="7" y="0"/>
                    </a:lnTo>
                    <a:lnTo>
                      <a:pt x="4" y="2"/>
                    </a:lnTo>
                    <a:lnTo>
                      <a:pt x="2" y="4"/>
                    </a:lnTo>
                    <a:lnTo>
                      <a:pt x="0" y="7"/>
                    </a:lnTo>
                    <a:lnTo>
                      <a:pt x="0" y="315"/>
                    </a:lnTo>
                    <a:lnTo>
                      <a:pt x="0" y="317"/>
                    </a:lnTo>
                    <a:lnTo>
                      <a:pt x="4" y="321"/>
                    </a:lnTo>
                    <a:lnTo>
                      <a:pt x="7" y="321"/>
                    </a:lnTo>
                    <a:close/>
                  </a:path>
                </a:pathLst>
              </a:custGeom>
              <a:solidFill>
                <a:srgbClr val="F0E0C0"/>
              </a:solidFill>
              <a:ln>
                <a:noFill/>
                <a:round/>
              </a:ln>
            </p:spPr>
          </p:sp>
          <p:sp>
            <p:nvSpPr>
              <p:cNvPr id="95703" name=""/>
              <p:cNvSpPr/>
              <p:nvPr/>
            </p:nvSpPr>
            <p:spPr>
              <a:xfrm>
                <a:off x="4304" y="2493"/>
                <a:ext cx="107" cy="101"/>
              </a:xfrm>
              <a:custGeom>
                <a:pathLst>
                  <a:path w="215" h="202">
                    <a:moveTo>
                      <a:pt x="11" y="202"/>
                    </a:moveTo>
                    <a:lnTo>
                      <a:pt x="206" y="202"/>
                    </a:lnTo>
                    <a:lnTo>
                      <a:pt x="208" y="202"/>
                    </a:lnTo>
                    <a:lnTo>
                      <a:pt x="212" y="200"/>
                    </a:lnTo>
                    <a:lnTo>
                      <a:pt x="214" y="198"/>
                    </a:lnTo>
                    <a:lnTo>
                      <a:pt x="215" y="196"/>
                    </a:lnTo>
                    <a:lnTo>
                      <a:pt x="215" y="193"/>
                    </a:lnTo>
                    <a:lnTo>
                      <a:pt x="215" y="9"/>
                    </a:lnTo>
                    <a:lnTo>
                      <a:pt x="215" y="6"/>
                    </a:lnTo>
                    <a:lnTo>
                      <a:pt x="214" y="4"/>
                    </a:lnTo>
                    <a:lnTo>
                      <a:pt x="212" y="0"/>
                    </a:lnTo>
                    <a:lnTo>
                      <a:pt x="208" y="0"/>
                    </a:lnTo>
                    <a:lnTo>
                      <a:pt x="206" y="0"/>
                    </a:lnTo>
                    <a:lnTo>
                      <a:pt x="11" y="0"/>
                    </a:lnTo>
                    <a:lnTo>
                      <a:pt x="8" y="0"/>
                    </a:lnTo>
                    <a:lnTo>
                      <a:pt x="6" y="0"/>
                    </a:lnTo>
                    <a:lnTo>
                      <a:pt x="4" y="4"/>
                    </a:lnTo>
                    <a:lnTo>
                      <a:pt x="2" y="6"/>
                    </a:lnTo>
                    <a:lnTo>
                      <a:pt x="0" y="9"/>
                    </a:lnTo>
                    <a:lnTo>
                      <a:pt x="0" y="193"/>
                    </a:lnTo>
                    <a:lnTo>
                      <a:pt x="2" y="196"/>
                    </a:lnTo>
                    <a:lnTo>
                      <a:pt x="2" y="196"/>
                    </a:lnTo>
                    <a:lnTo>
                      <a:pt x="6" y="200"/>
                    </a:lnTo>
                    <a:lnTo>
                      <a:pt x="8" y="202"/>
                    </a:lnTo>
                    <a:lnTo>
                      <a:pt x="11" y="202"/>
                    </a:lnTo>
                    <a:close/>
                  </a:path>
                </a:pathLst>
              </a:custGeom>
              <a:solidFill>
                <a:srgbClr val="F0E0C0"/>
              </a:solidFill>
              <a:ln>
                <a:noFill/>
                <a:round/>
              </a:ln>
            </p:spPr>
          </p:sp>
          <p:sp>
            <p:nvSpPr>
              <p:cNvPr id="95704" name=""/>
              <p:cNvSpPr/>
              <p:nvPr/>
            </p:nvSpPr>
            <p:spPr>
              <a:xfrm>
                <a:off x="4307" y="2520"/>
                <a:ext cx="99" cy="4"/>
              </a:xfrm>
              <a:prstGeom prst="rect">
                <a:avLst/>
              </a:prstGeom>
              <a:solidFill>
                <a:srgbClr val="505020"/>
              </a:solidFill>
              <a:ln w="11113">
                <a:solidFill>
                  <a:prstClr val="black"/>
                </a:solidFill>
                <a:miter lim="800000"/>
              </a:ln>
            </p:spPr>
          </p:sp>
          <p:sp>
            <p:nvSpPr>
              <p:cNvPr id="95705" name=""/>
              <p:cNvSpPr/>
              <p:nvPr/>
            </p:nvSpPr>
            <p:spPr>
              <a:xfrm>
                <a:off x="4307" y="2548"/>
                <a:ext cx="100" cy="3"/>
              </a:xfrm>
              <a:prstGeom prst="rect">
                <a:avLst/>
              </a:prstGeom>
              <a:solidFill>
                <a:srgbClr val="505020"/>
              </a:solidFill>
              <a:ln w="11113">
                <a:solidFill>
                  <a:prstClr val="black"/>
                </a:solidFill>
                <a:miter lim="800000"/>
              </a:ln>
            </p:spPr>
          </p:sp>
          <p:sp>
            <p:nvSpPr>
              <p:cNvPr id="95706" name=""/>
              <p:cNvSpPr/>
              <p:nvPr/>
            </p:nvSpPr>
            <p:spPr>
              <a:xfrm>
                <a:off x="4305" y="2497"/>
                <a:ext cx="104" cy="28"/>
              </a:xfrm>
              <a:custGeom>
                <a:pathLst>
                  <a:path w="208" h="56">
                    <a:moveTo>
                      <a:pt x="5" y="56"/>
                    </a:moveTo>
                    <a:lnTo>
                      <a:pt x="204" y="56"/>
                    </a:lnTo>
                    <a:lnTo>
                      <a:pt x="206" y="56"/>
                    </a:lnTo>
                    <a:lnTo>
                      <a:pt x="208" y="53"/>
                    </a:lnTo>
                    <a:lnTo>
                      <a:pt x="208" y="6"/>
                    </a:lnTo>
                    <a:lnTo>
                      <a:pt x="208" y="2"/>
                    </a:lnTo>
                    <a:lnTo>
                      <a:pt x="204" y="0"/>
                    </a:lnTo>
                    <a:lnTo>
                      <a:pt x="5" y="0"/>
                    </a:lnTo>
                    <a:lnTo>
                      <a:pt x="2" y="2"/>
                    </a:lnTo>
                    <a:lnTo>
                      <a:pt x="0" y="4"/>
                    </a:lnTo>
                    <a:lnTo>
                      <a:pt x="0" y="53"/>
                    </a:lnTo>
                    <a:lnTo>
                      <a:pt x="2" y="54"/>
                    </a:lnTo>
                    <a:lnTo>
                      <a:pt x="4" y="56"/>
                    </a:lnTo>
                    <a:lnTo>
                      <a:pt x="5" y="56"/>
                    </a:lnTo>
                    <a:close/>
                  </a:path>
                </a:pathLst>
              </a:custGeom>
              <a:solidFill>
                <a:srgbClr val="C0C080"/>
              </a:solidFill>
              <a:ln>
                <a:noFill/>
                <a:round/>
              </a:ln>
            </p:spPr>
          </p:sp>
          <p:sp>
            <p:nvSpPr>
              <p:cNvPr id="95707" name=""/>
              <p:cNvSpPr/>
              <p:nvPr/>
            </p:nvSpPr>
            <p:spPr>
              <a:xfrm>
                <a:off x="4332" y="2498"/>
                <a:ext cx="42" cy="20"/>
              </a:xfrm>
              <a:custGeom>
                <a:pathLst>
                  <a:path w="82" h="42">
                    <a:moveTo>
                      <a:pt x="3" y="0"/>
                    </a:moveTo>
                    <a:lnTo>
                      <a:pt x="79" y="0"/>
                    </a:lnTo>
                    <a:lnTo>
                      <a:pt x="80" y="0"/>
                    </a:lnTo>
                    <a:lnTo>
                      <a:pt x="82" y="4"/>
                    </a:lnTo>
                    <a:lnTo>
                      <a:pt x="82" y="38"/>
                    </a:lnTo>
                    <a:lnTo>
                      <a:pt x="80" y="42"/>
                    </a:lnTo>
                    <a:lnTo>
                      <a:pt x="79" y="42"/>
                    </a:lnTo>
                    <a:lnTo>
                      <a:pt x="3" y="42"/>
                    </a:lnTo>
                    <a:lnTo>
                      <a:pt x="0" y="42"/>
                    </a:lnTo>
                    <a:lnTo>
                      <a:pt x="0" y="38"/>
                    </a:lnTo>
                    <a:lnTo>
                      <a:pt x="0" y="4"/>
                    </a:lnTo>
                    <a:lnTo>
                      <a:pt x="0" y="0"/>
                    </a:lnTo>
                    <a:lnTo>
                      <a:pt x="3" y="0"/>
                    </a:lnTo>
                    <a:close/>
                  </a:path>
                </a:pathLst>
              </a:custGeom>
              <a:solidFill>
                <a:srgbClr val="00DFCA"/>
              </a:solidFill>
              <a:ln>
                <a:noFill/>
                <a:round/>
              </a:ln>
            </p:spPr>
          </p:sp>
          <p:sp>
            <p:nvSpPr>
              <p:cNvPr id="95708" name=""/>
              <p:cNvSpPr/>
              <p:nvPr/>
            </p:nvSpPr>
            <p:spPr>
              <a:xfrm>
                <a:off x="4384" y="2498"/>
                <a:ext cx="14" cy="7"/>
              </a:xfrm>
              <a:custGeom>
                <a:pathLst>
                  <a:path w="26" h="15">
                    <a:moveTo>
                      <a:pt x="3" y="15"/>
                    </a:moveTo>
                    <a:lnTo>
                      <a:pt x="23" y="15"/>
                    </a:lnTo>
                    <a:lnTo>
                      <a:pt x="25" y="11"/>
                    </a:lnTo>
                    <a:lnTo>
                      <a:pt x="26" y="4"/>
                    </a:lnTo>
                    <a:lnTo>
                      <a:pt x="23" y="0"/>
                    </a:lnTo>
                    <a:lnTo>
                      <a:pt x="3" y="0"/>
                    </a:lnTo>
                    <a:lnTo>
                      <a:pt x="1" y="0"/>
                    </a:lnTo>
                    <a:lnTo>
                      <a:pt x="0" y="11"/>
                    </a:lnTo>
                    <a:lnTo>
                      <a:pt x="3" y="15"/>
                    </a:lnTo>
                    <a:close/>
                  </a:path>
                </a:pathLst>
              </a:custGeom>
              <a:solidFill>
                <a:srgbClr val="808050"/>
              </a:solidFill>
              <a:ln>
                <a:noFill/>
                <a:round/>
              </a:ln>
            </p:spPr>
          </p:sp>
          <p:sp>
            <p:nvSpPr>
              <p:cNvPr id="95709" name=""/>
              <p:cNvSpPr/>
              <p:nvPr/>
            </p:nvSpPr>
            <p:spPr>
              <a:xfrm>
                <a:off x="4384" y="2498"/>
                <a:ext cx="14" cy="7"/>
              </a:xfrm>
              <a:custGeom>
                <a:pathLst>
                  <a:path w="26" h="15">
                    <a:moveTo>
                      <a:pt x="1" y="15"/>
                    </a:moveTo>
                    <a:lnTo>
                      <a:pt x="23" y="15"/>
                    </a:lnTo>
                    <a:lnTo>
                      <a:pt x="26" y="11"/>
                    </a:lnTo>
                    <a:lnTo>
                      <a:pt x="26" y="4"/>
                    </a:lnTo>
                    <a:lnTo>
                      <a:pt x="23" y="0"/>
                    </a:lnTo>
                    <a:lnTo>
                      <a:pt x="1" y="0"/>
                    </a:lnTo>
                    <a:lnTo>
                      <a:pt x="0" y="0"/>
                    </a:lnTo>
                    <a:lnTo>
                      <a:pt x="0" y="11"/>
                    </a:lnTo>
                    <a:lnTo>
                      <a:pt x="1" y="15"/>
                    </a:lnTo>
                    <a:close/>
                  </a:path>
                </a:pathLst>
              </a:custGeom>
              <a:solidFill>
                <a:srgbClr val="C0C080"/>
              </a:solidFill>
              <a:ln>
                <a:noFill/>
                <a:round/>
              </a:ln>
            </p:spPr>
          </p:sp>
          <p:sp>
            <p:nvSpPr>
              <p:cNvPr id="95710" name=""/>
              <p:cNvSpPr/>
              <p:nvPr/>
            </p:nvSpPr>
            <p:spPr>
              <a:xfrm>
                <a:off x="4311" y="2504"/>
                <a:ext cx="96" cy="7"/>
              </a:xfrm>
              <a:custGeom>
                <a:pathLst>
                  <a:path w="191" h="14">
                    <a:moveTo>
                      <a:pt x="3" y="14"/>
                    </a:moveTo>
                    <a:lnTo>
                      <a:pt x="188" y="14"/>
                    </a:lnTo>
                    <a:lnTo>
                      <a:pt x="191" y="12"/>
                    </a:lnTo>
                    <a:lnTo>
                      <a:pt x="191" y="9"/>
                    </a:lnTo>
                    <a:lnTo>
                      <a:pt x="191" y="5"/>
                    </a:lnTo>
                    <a:lnTo>
                      <a:pt x="191" y="0"/>
                    </a:lnTo>
                    <a:lnTo>
                      <a:pt x="188" y="0"/>
                    </a:lnTo>
                    <a:lnTo>
                      <a:pt x="3" y="0"/>
                    </a:lnTo>
                    <a:lnTo>
                      <a:pt x="2" y="0"/>
                    </a:lnTo>
                    <a:lnTo>
                      <a:pt x="0" y="5"/>
                    </a:lnTo>
                    <a:lnTo>
                      <a:pt x="0" y="9"/>
                    </a:lnTo>
                    <a:lnTo>
                      <a:pt x="2" y="12"/>
                    </a:lnTo>
                    <a:lnTo>
                      <a:pt x="3" y="14"/>
                    </a:lnTo>
                    <a:close/>
                  </a:path>
                </a:pathLst>
              </a:custGeom>
              <a:solidFill>
                <a:srgbClr val="A0A080"/>
              </a:solidFill>
              <a:ln>
                <a:noFill/>
                <a:round/>
              </a:ln>
            </p:spPr>
          </p:sp>
          <p:sp>
            <p:nvSpPr>
              <p:cNvPr id="95711" name=""/>
              <p:cNvSpPr/>
              <p:nvPr/>
            </p:nvSpPr>
            <p:spPr>
              <a:xfrm>
                <a:off x="4307" y="2522"/>
                <a:ext cx="102" cy="30"/>
              </a:xfrm>
              <a:custGeom>
                <a:pathLst>
                  <a:path w="204" h="59">
                    <a:moveTo>
                      <a:pt x="1" y="59"/>
                    </a:moveTo>
                    <a:lnTo>
                      <a:pt x="200" y="59"/>
                    </a:lnTo>
                    <a:lnTo>
                      <a:pt x="204" y="59"/>
                    </a:lnTo>
                    <a:lnTo>
                      <a:pt x="204" y="56"/>
                    </a:lnTo>
                    <a:lnTo>
                      <a:pt x="204" y="5"/>
                    </a:lnTo>
                    <a:lnTo>
                      <a:pt x="202" y="2"/>
                    </a:lnTo>
                    <a:lnTo>
                      <a:pt x="200" y="0"/>
                    </a:lnTo>
                    <a:lnTo>
                      <a:pt x="1" y="0"/>
                    </a:lnTo>
                    <a:lnTo>
                      <a:pt x="0" y="2"/>
                    </a:lnTo>
                    <a:lnTo>
                      <a:pt x="0" y="5"/>
                    </a:lnTo>
                    <a:lnTo>
                      <a:pt x="0" y="56"/>
                    </a:lnTo>
                    <a:lnTo>
                      <a:pt x="0" y="59"/>
                    </a:lnTo>
                    <a:lnTo>
                      <a:pt x="1" y="59"/>
                    </a:lnTo>
                    <a:close/>
                  </a:path>
                </a:pathLst>
              </a:custGeom>
              <a:solidFill>
                <a:srgbClr val="C0C080"/>
              </a:solidFill>
              <a:ln>
                <a:noFill/>
                <a:round/>
              </a:ln>
            </p:spPr>
          </p:sp>
          <p:sp>
            <p:nvSpPr>
              <p:cNvPr id="95712" name=""/>
              <p:cNvSpPr/>
              <p:nvPr/>
            </p:nvSpPr>
            <p:spPr>
              <a:xfrm>
                <a:off x="4332" y="2526"/>
                <a:ext cx="42" cy="22"/>
              </a:xfrm>
              <a:custGeom>
                <a:pathLst>
                  <a:path w="82" h="45">
                    <a:moveTo>
                      <a:pt x="5" y="0"/>
                    </a:moveTo>
                    <a:lnTo>
                      <a:pt x="77" y="0"/>
                    </a:lnTo>
                    <a:lnTo>
                      <a:pt x="80" y="0"/>
                    </a:lnTo>
                    <a:lnTo>
                      <a:pt x="82" y="4"/>
                    </a:lnTo>
                    <a:lnTo>
                      <a:pt x="82" y="5"/>
                    </a:lnTo>
                    <a:lnTo>
                      <a:pt x="82" y="40"/>
                    </a:lnTo>
                    <a:lnTo>
                      <a:pt x="82" y="43"/>
                    </a:lnTo>
                    <a:lnTo>
                      <a:pt x="79" y="45"/>
                    </a:lnTo>
                    <a:lnTo>
                      <a:pt x="77" y="45"/>
                    </a:lnTo>
                    <a:lnTo>
                      <a:pt x="5" y="45"/>
                    </a:lnTo>
                    <a:lnTo>
                      <a:pt x="2" y="45"/>
                    </a:lnTo>
                    <a:lnTo>
                      <a:pt x="0" y="43"/>
                    </a:lnTo>
                    <a:lnTo>
                      <a:pt x="0" y="40"/>
                    </a:lnTo>
                    <a:lnTo>
                      <a:pt x="0" y="5"/>
                    </a:lnTo>
                    <a:lnTo>
                      <a:pt x="0" y="2"/>
                    </a:lnTo>
                    <a:lnTo>
                      <a:pt x="3" y="0"/>
                    </a:lnTo>
                    <a:lnTo>
                      <a:pt x="5" y="0"/>
                    </a:lnTo>
                    <a:close/>
                  </a:path>
                </a:pathLst>
              </a:custGeom>
              <a:solidFill>
                <a:srgbClr val="00DFCA"/>
              </a:solidFill>
              <a:ln>
                <a:noFill/>
                <a:round/>
              </a:ln>
            </p:spPr>
          </p:sp>
          <p:sp>
            <p:nvSpPr>
              <p:cNvPr id="95713" name=""/>
              <p:cNvSpPr/>
              <p:nvPr/>
            </p:nvSpPr>
            <p:spPr>
              <a:xfrm>
                <a:off x="4374" y="2539"/>
                <a:ext cx="17" cy="7"/>
              </a:xfrm>
              <a:custGeom>
                <a:pathLst>
                  <a:path w="32" h="14">
                    <a:moveTo>
                      <a:pt x="3" y="14"/>
                    </a:moveTo>
                    <a:lnTo>
                      <a:pt x="25" y="14"/>
                    </a:lnTo>
                    <a:lnTo>
                      <a:pt x="29" y="14"/>
                    </a:lnTo>
                    <a:lnTo>
                      <a:pt x="32" y="9"/>
                    </a:lnTo>
                    <a:lnTo>
                      <a:pt x="32" y="7"/>
                    </a:lnTo>
                    <a:lnTo>
                      <a:pt x="30" y="2"/>
                    </a:lnTo>
                    <a:lnTo>
                      <a:pt x="29" y="0"/>
                    </a:lnTo>
                    <a:lnTo>
                      <a:pt x="3" y="0"/>
                    </a:lnTo>
                    <a:lnTo>
                      <a:pt x="2" y="0"/>
                    </a:lnTo>
                    <a:lnTo>
                      <a:pt x="0" y="5"/>
                    </a:lnTo>
                    <a:lnTo>
                      <a:pt x="0" y="9"/>
                    </a:lnTo>
                    <a:lnTo>
                      <a:pt x="2" y="13"/>
                    </a:lnTo>
                    <a:lnTo>
                      <a:pt x="3" y="14"/>
                    </a:lnTo>
                    <a:close/>
                  </a:path>
                </a:pathLst>
              </a:custGeom>
              <a:solidFill>
                <a:srgbClr val="808050"/>
              </a:solidFill>
              <a:ln>
                <a:noFill/>
                <a:round/>
              </a:ln>
            </p:spPr>
          </p:sp>
          <p:sp>
            <p:nvSpPr>
              <p:cNvPr id="95714" name=""/>
              <p:cNvSpPr/>
              <p:nvPr/>
            </p:nvSpPr>
            <p:spPr>
              <a:xfrm>
                <a:off x="4374" y="2539"/>
                <a:ext cx="17" cy="7"/>
              </a:xfrm>
              <a:custGeom>
                <a:pathLst>
                  <a:path w="32" h="14">
                    <a:moveTo>
                      <a:pt x="3" y="14"/>
                    </a:moveTo>
                    <a:lnTo>
                      <a:pt x="25" y="14"/>
                    </a:lnTo>
                    <a:lnTo>
                      <a:pt x="29" y="14"/>
                    </a:lnTo>
                    <a:lnTo>
                      <a:pt x="32" y="9"/>
                    </a:lnTo>
                    <a:lnTo>
                      <a:pt x="32" y="7"/>
                    </a:lnTo>
                    <a:lnTo>
                      <a:pt x="30" y="2"/>
                    </a:lnTo>
                    <a:lnTo>
                      <a:pt x="29" y="0"/>
                    </a:lnTo>
                    <a:lnTo>
                      <a:pt x="3" y="0"/>
                    </a:lnTo>
                    <a:lnTo>
                      <a:pt x="2" y="0"/>
                    </a:lnTo>
                    <a:lnTo>
                      <a:pt x="0" y="5"/>
                    </a:lnTo>
                    <a:lnTo>
                      <a:pt x="0" y="9"/>
                    </a:lnTo>
                    <a:lnTo>
                      <a:pt x="2" y="13"/>
                    </a:lnTo>
                    <a:lnTo>
                      <a:pt x="3" y="14"/>
                    </a:lnTo>
                    <a:close/>
                  </a:path>
                </a:pathLst>
              </a:custGeom>
              <a:solidFill>
                <a:srgbClr val="C0C080"/>
              </a:solidFill>
              <a:ln>
                <a:noFill/>
                <a:round/>
              </a:ln>
            </p:spPr>
          </p:sp>
          <p:sp>
            <p:nvSpPr>
              <p:cNvPr id="95715" name=""/>
              <p:cNvSpPr/>
              <p:nvPr/>
            </p:nvSpPr>
            <p:spPr>
              <a:xfrm>
                <a:off x="4329" y="2528"/>
                <a:ext cx="62" cy="8"/>
              </a:xfrm>
              <a:custGeom>
                <a:pathLst>
                  <a:path w="125" h="17">
                    <a:moveTo>
                      <a:pt x="0" y="13"/>
                    </a:moveTo>
                    <a:lnTo>
                      <a:pt x="44" y="13"/>
                    </a:lnTo>
                    <a:lnTo>
                      <a:pt x="44" y="17"/>
                    </a:lnTo>
                    <a:lnTo>
                      <a:pt x="86" y="17"/>
                    </a:lnTo>
                    <a:lnTo>
                      <a:pt x="86" y="13"/>
                    </a:lnTo>
                    <a:lnTo>
                      <a:pt x="125" y="13"/>
                    </a:lnTo>
                    <a:lnTo>
                      <a:pt x="125" y="4"/>
                    </a:lnTo>
                    <a:lnTo>
                      <a:pt x="86" y="4"/>
                    </a:lnTo>
                    <a:lnTo>
                      <a:pt x="86" y="0"/>
                    </a:lnTo>
                    <a:lnTo>
                      <a:pt x="46" y="0"/>
                    </a:lnTo>
                    <a:lnTo>
                      <a:pt x="46" y="2"/>
                    </a:lnTo>
                    <a:lnTo>
                      <a:pt x="0" y="2"/>
                    </a:lnTo>
                    <a:lnTo>
                      <a:pt x="0" y="13"/>
                    </a:lnTo>
                    <a:close/>
                  </a:path>
                </a:pathLst>
              </a:custGeom>
              <a:solidFill>
                <a:srgbClr val="A08060"/>
              </a:solidFill>
              <a:ln>
                <a:noFill/>
                <a:round/>
              </a:ln>
            </p:spPr>
          </p:sp>
          <p:sp>
            <p:nvSpPr>
              <p:cNvPr id="95716" name=""/>
              <p:cNvSpPr/>
              <p:nvPr/>
            </p:nvSpPr>
            <p:spPr>
              <a:xfrm>
                <a:off x="4307" y="2555"/>
                <a:ext cx="101" cy="7"/>
              </a:xfrm>
              <a:prstGeom prst="rect">
                <a:avLst/>
              </a:prstGeom>
              <a:solidFill>
                <a:srgbClr val="505020"/>
              </a:solidFill>
              <a:ln>
                <a:noFill/>
                <a:miter lim="800000"/>
              </a:ln>
            </p:spPr>
          </p:sp>
          <p:sp>
            <p:nvSpPr>
              <p:cNvPr id="95717" name=""/>
              <p:cNvSpPr/>
              <p:nvPr/>
            </p:nvSpPr>
            <p:spPr>
              <a:xfrm>
                <a:off x="4307" y="2555"/>
                <a:ext cx="102" cy="4"/>
              </a:xfrm>
              <a:custGeom>
                <a:pathLst>
                  <a:path w="204" h="8">
                    <a:moveTo>
                      <a:pt x="204" y="0"/>
                    </a:moveTo>
                    <a:lnTo>
                      <a:pt x="202" y="0"/>
                    </a:lnTo>
                    <a:lnTo>
                      <a:pt x="0" y="0"/>
                    </a:lnTo>
                    <a:lnTo>
                      <a:pt x="0" y="8"/>
                    </a:lnTo>
                    <a:lnTo>
                      <a:pt x="202" y="8"/>
                    </a:lnTo>
                    <a:lnTo>
                      <a:pt x="200" y="0"/>
                    </a:lnTo>
                    <a:lnTo>
                      <a:pt x="204" y="0"/>
                    </a:lnTo>
                    <a:lnTo>
                      <a:pt x="202" y="0"/>
                    </a:lnTo>
                    <a:lnTo>
                      <a:pt x="204" y="0"/>
                    </a:lnTo>
                    <a:close/>
                  </a:path>
                </a:pathLst>
              </a:custGeom>
              <a:solidFill>
                <a:srgbClr val="000000"/>
              </a:solidFill>
              <a:ln>
                <a:noFill/>
                <a:round/>
              </a:ln>
            </p:spPr>
          </p:sp>
          <p:sp>
            <p:nvSpPr>
              <p:cNvPr id="95718" name=""/>
              <p:cNvSpPr/>
              <p:nvPr/>
            </p:nvSpPr>
            <p:spPr>
              <a:xfrm>
                <a:off x="4406" y="2555"/>
                <a:ext cx="3" cy="7"/>
              </a:xfrm>
              <a:custGeom>
                <a:pathLst>
                  <a:path w="7" h="13">
                    <a:moveTo>
                      <a:pt x="3" y="13"/>
                    </a:moveTo>
                    <a:lnTo>
                      <a:pt x="7" y="11"/>
                    </a:lnTo>
                    <a:lnTo>
                      <a:pt x="7" y="0"/>
                    </a:lnTo>
                    <a:lnTo>
                      <a:pt x="0" y="0"/>
                    </a:lnTo>
                    <a:lnTo>
                      <a:pt x="0" y="11"/>
                    </a:lnTo>
                    <a:lnTo>
                      <a:pt x="3" y="11"/>
                    </a:lnTo>
                    <a:lnTo>
                      <a:pt x="3" y="13"/>
                    </a:lnTo>
                    <a:lnTo>
                      <a:pt x="7" y="13"/>
                    </a:lnTo>
                    <a:lnTo>
                      <a:pt x="7" y="11"/>
                    </a:lnTo>
                    <a:lnTo>
                      <a:pt x="3" y="13"/>
                    </a:lnTo>
                    <a:close/>
                  </a:path>
                </a:pathLst>
              </a:custGeom>
              <a:solidFill>
                <a:srgbClr val="000000"/>
              </a:solidFill>
              <a:ln>
                <a:noFill/>
                <a:round/>
              </a:ln>
            </p:spPr>
          </p:sp>
          <p:sp>
            <p:nvSpPr>
              <p:cNvPr id="95719" name=""/>
              <p:cNvSpPr/>
              <p:nvPr/>
            </p:nvSpPr>
            <p:spPr>
              <a:xfrm>
                <a:off x="4305" y="2558"/>
                <a:ext cx="103" cy="4"/>
              </a:xfrm>
              <a:custGeom>
                <a:pathLst>
                  <a:path w="206" h="7">
                    <a:moveTo>
                      <a:pt x="0" y="0"/>
                    </a:moveTo>
                    <a:lnTo>
                      <a:pt x="2" y="7"/>
                    </a:lnTo>
                    <a:lnTo>
                      <a:pt x="206" y="7"/>
                    </a:lnTo>
                    <a:lnTo>
                      <a:pt x="206" y="0"/>
                    </a:lnTo>
                    <a:lnTo>
                      <a:pt x="2" y="0"/>
                    </a:lnTo>
                    <a:lnTo>
                      <a:pt x="0" y="0"/>
                    </a:lnTo>
                    <a:lnTo>
                      <a:pt x="0" y="7"/>
                    </a:lnTo>
                    <a:lnTo>
                      <a:pt x="2" y="7"/>
                    </a:lnTo>
                    <a:lnTo>
                      <a:pt x="0" y="0"/>
                    </a:lnTo>
                    <a:close/>
                  </a:path>
                </a:pathLst>
              </a:custGeom>
              <a:solidFill>
                <a:srgbClr val="000000"/>
              </a:solidFill>
              <a:ln>
                <a:noFill/>
                <a:round/>
              </a:ln>
            </p:spPr>
          </p:sp>
          <p:sp>
            <p:nvSpPr>
              <p:cNvPr id="95720" name=""/>
              <p:cNvSpPr/>
              <p:nvPr/>
            </p:nvSpPr>
            <p:spPr>
              <a:xfrm>
                <a:off x="4305" y="2555"/>
                <a:ext cx="3" cy="7"/>
              </a:xfrm>
              <a:custGeom>
                <a:pathLst>
                  <a:path w="5" h="13">
                    <a:moveTo>
                      <a:pt x="5" y="0"/>
                    </a:moveTo>
                    <a:lnTo>
                      <a:pt x="0" y="0"/>
                    </a:lnTo>
                    <a:lnTo>
                      <a:pt x="0" y="13"/>
                    </a:lnTo>
                    <a:lnTo>
                      <a:pt x="5" y="13"/>
                    </a:lnTo>
                    <a:lnTo>
                      <a:pt x="5" y="0"/>
                    </a:lnTo>
                    <a:lnTo>
                      <a:pt x="5" y="4"/>
                    </a:lnTo>
                    <a:lnTo>
                      <a:pt x="5" y="0"/>
                    </a:lnTo>
                    <a:lnTo>
                      <a:pt x="0" y="0"/>
                    </a:lnTo>
                    <a:lnTo>
                      <a:pt x="5" y="0"/>
                    </a:lnTo>
                    <a:close/>
                  </a:path>
                </a:pathLst>
              </a:custGeom>
              <a:solidFill>
                <a:srgbClr val="000000"/>
              </a:solidFill>
              <a:ln>
                <a:noFill/>
                <a:round/>
              </a:ln>
            </p:spPr>
          </p:sp>
          <p:sp>
            <p:nvSpPr>
              <p:cNvPr id="95721" name=""/>
              <p:cNvSpPr/>
              <p:nvPr/>
            </p:nvSpPr>
            <p:spPr>
              <a:xfrm>
                <a:off x="4307" y="2558"/>
                <a:ext cx="102" cy="35"/>
              </a:xfrm>
              <a:custGeom>
                <a:pathLst>
                  <a:path w="204" h="70">
                    <a:moveTo>
                      <a:pt x="3" y="0"/>
                    </a:moveTo>
                    <a:lnTo>
                      <a:pt x="200" y="0"/>
                    </a:lnTo>
                    <a:lnTo>
                      <a:pt x="202" y="0"/>
                    </a:lnTo>
                    <a:lnTo>
                      <a:pt x="204" y="2"/>
                    </a:lnTo>
                    <a:lnTo>
                      <a:pt x="204" y="3"/>
                    </a:lnTo>
                    <a:lnTo>
                      <a:pt x="204" y="65"/>
                    </a:lnTo>
                    <a:lnTo>
                      <a:pt x="204" y="66"/>
                    </a:lnTo>
                    <a:lnTo>
                      <a:pt x="204" y="68"/>
                    </a:lnTo>
                    <a:lnTo>
                      <a:pt x="202" y="68"/>
                    </a:lnTo>
                    <a:lnTo>
                      <a:pt x="202" y="70"/>
                    </a:lnTo>
                    <a:lnTo>
                      <a:pt x="200" y="70"/>
                    </a:lnTo>
                    <a:lnTo>
                      <a:pt x="3" y="70"/>
                    </a:lnTo>
                    <a:lnTo>
                      <a:pt x="1" y="70"/>
                    </a:lnTo>
                    <a:lnTo>
                      <a:pt x="0" y="70"/>
                    </a:lnTo>
                    <a:lnTo>
                      <a:pt x="0" y="68"/>
                    </a:lnTo>
                    <a:lnTo>
                      <a:pt x="0" y="66"/>
                    </a:lnTo>
                    <a:lnTo>
                      <a:pt x="0" y="65"/>
                    </a:lnTo>
                    <a:lnTo>
                      <a:pt x="0" y="3"/>
                    </a:lnTo>
                    <a:lnTo>
                      <a:pt x="0" y="2"/>
                    </a:lnTo>
                    <a:lnTo>
                      <a:pt x="0" y="0"/>
                    </a:lnTo>
                    <a:lnTo>
                      <a:pt x="3" y="0"/>
                    </a:lnTo>
                    <a:close/>
                  </a:path>
                </a:pathLst>
              </a:custGeom>
              <a:solidFill>
                <a:srgbClr val="C0C080"/>
              </a:solidFill>
              <a:ln>
                <a:noFill/>
                <a:round/>
              </a:ln>
            </p:spPr>
          </p:sp>
          <p:sp>
            <p:nvSpPr>
              <p:cNvPr id="95722" name=""/>
              <p:cNvSpPr/>
              <p:nvPr/>
            </p:nvSpPr>
            <p:spPr>
              <a:xfrm>
                <a:off x="4331" y="2562"/>
                <a:ext cx="42" cy="29"/>
              </a:xfrm>
              <a:custGeom>
                <a:pathLst>
                  <a:path w="84" h="57">
                    <a:moveTo>
                      <a:pt x="6" y="0"/>
                    </a:moveTo>
                    <a:lnTo>
                      <a:pt x="79" y="0"/>
                    </a:lnTo>
                    <a:lnTo>
                      <a:pt x="81" y="0"/>
                    </a:lnTo>
                    <a:lnTo>
                      <a:pt x="83" y="2"/>
                    </a:lnTo>
                    <a:lnTo>
                      <a:pt x="83" y="3"/>
                    </a:lnTo>
                    <a:lnTo>
                      <a:pt x="84" y="5"/>
                    </a:lnTo>
                    <a:lnTo>
                      <a:pt x="84" y="7"/>
                    </a:lnTo>
                    <a:lnTo>
                      <a:pt x="84" y="52"/>
                    </a:lnTo>
                    <a:lnTo>
                      <a:pt x="83" y="54"/>
                    </a:lnTo>
                    <a:lnTo>
                      <a:pt x="83" y="56"/>
                    </a:lnTo>
                    <a:lnTo>
                      <a:pt x="83" y="57"/>
                    </a:lnTo>
                    <a:lnTo>
                      <a:pt x="81" y="57"/>
                    </a:lnTo>
                    <a:lnTo>
                      <a:pt x="79" y="57"/>
                    </a:lnTo>
                    <a:lnTo>
                      <a:pt x="6" y="57"/>
                    </a:lnTo>
                    <a:lnTo>
                      <a:pt x="4" y="57"/>
                    </a:lnTo>
                    <a:lnTo>
                      <a:pt x="2" y="56"/>
                    </a:lnTo>
                    <a:lnTo>
                      <a:pt x="0" y="54"/>
                    </a:lnTo>
                    <a:lnTo>
                      <a:pt x="0" y="52"/>
                    </a:lnTo>
                    <a:lnTo>
                      <a:pt x="0" y="7"/>
                    </a:lnTo>
                    <a:lnTo>
                      <a:pt x="0" y="5"/>
                    </a:lnTo>
                    <a:lnTo>
                      <a:pt x="2" y="3"/>
                    </a:lnTo>
                    <a:lnTo>
                      <a:pt x="2" y="2"/>
                    </a:lnTo>
                    <a:lnTo>
                      <a:pt x="4" y="0"/>
                    </a:lnTo>
                    <a:lnTo>
                      <a:pt x="6" y="0"/>
                    </a:lnTo>
                    <a:close/>
                  </a:path>
                </a:pathLst>
              </a:custGeom>
              <a:solidFill>
                <a:srgbClr val="00DFCA"/>
              </a:solidFill>
              <a:ln>
                <a:noFill/>
                <a:round/>
              </a:ln>
            </p:spPr>
          </p:sp>
          <p:sp>
            <p:nvSpPr>
              <p:cNvPr id="95723" name=""/>
              <p:cNvSpPr/>
              <p:nvPr/>
            </p:nvSpPr>
            <p:spPr>
              <a:xfrm>
                <a:off x="4336" y="2563"/>
                <a:ext cx="71" cy="24"/>
              </a:xfrm>
              <a:custGeom>
                <a:pathLst>
                  <a:path w="141" h="46">
                    <a:moveTo>
                      <a:pt x="0" y="0"/>
                    </a:moveTo>
                    <a:lnTo>
                      <a:pt x="141" y="0"/>
                    </a:lnTo>
                    <a:lnTo>
                      <a:pt x="141" y="32"/>
                    </a:lnTo>
                    <a:lnTo>
                      <a:pt x="20" y="32"/>
                    </a:lnTo>
                    <a:lnTo>
                      <a:pt x="20" y="46"/>
                    </a:lnTo>
                    <a:lnTo>
                      <a:pt x="0" y="46"/>
                    </a:lnTo>
                    <a:lnTo>
                      <a:pt x="0" y="0"/>
                    </a:lnTo>
                    <a:close/>
                  </a:path>
                </a:pathLst>
              </a:custGeom>
              <a:solidFill>
                <a:srgbClr val="404010"/>
              </a:solidFill>
              <a:ln>
                <a:noFill/>
                <a:round/>
              </a:ln>
            </p:spPr>
          </p:sp>
          <p:sp>
            <p:nvSpPr>
              <p:cNvPr id="95724" name=""/>
              <p:cNvSpPr/>
              <p:nvPr/>
            </p:nvSpPr>
            <p:spPr>
              <a:xfrm>
                <a:off x="4307" y="2551"/>
                <a:ext cx="102" cy="8"/>
              </a:xfrm>
              <a:prstGeom prst="rect">
                <a:avLst/>
              </a:prstGeom>
              <a:solidFill>
                <a:srgbClr val="C0C080"/>
              </a:solidFill>
              <a:ln>
                <a:noFill/>
                <a:miter lim="800000"/>
              </a:ln>
            </p:spPr>
          </p:sp>
          <p:sp>
            <p:nvSpPr>
              <p:cNvPr id="95725" name=""/>
              <p:cNvSpPr/>
              <p:nvPr/>
            </p:nvSpPr>
            <p:spPr>
              <a:xfrm>
                <a:off x="4304" y="2484"/>
                <a:ext cx="109" cy="7"/>
              </a:xfrm>
              <a:custGeom>
                <a:pathLst>
                  <a:path w="219" h="15">
                    <a:moveTo>
                      <a:pt x="4" y="0"/>
                    </a:moveTo>
                    <a:lnTo>
                      <a:pt x="215" y="0"/>
                    </a:lnTo>
                    <a:lnTo>
                      <a:pt x="217" y="0"/>
                    </a:lnTo>
                    <a:lnTo>
                      <a:pt x="219" y="6"/>
                    </a:lnTo>
                    <a:lnTo>
                      <a:pt x="219" y="11"/>
                    </a:lnTo>
                    <a:lnTo>
                      <a:pt x="215" y="15"/>
                    </a:lnTo>
                    <a:lnTo>
                      <a:pt x="4" y="15"/>
                    </a:lnTo>
                    <a:lnTo>
                      <a:pt x="2" y="11"/>
                    </a:lnTo>
                    <a:lnTo>
                      <a:pt x="0" y="9"/>
                    </a:lnTo>
                    <a:lnTo>
                      <a:pt x="0" y="4"/>
                    </a:lnTo>
                    <a:lnTo>
                      <a:pt x="4" y="0"/>
                    </a:lnTo>
                    <a:close/>
                  </a:path>
                </a:pathLst>
              </a:custGeom>
              <a:solidFill>
                <a:srgbClr val="E0D0A0"/>
              </a:solidFill>
              <a:ln>
                <a:noFill/>
                <a:round/>
              </a:ln>
            </p:spPr>
          </p:sp>
          <p:sp>
            <p:nvSpPr>
              <p:cNvPr id="95726" name=""/>
              <p:cNvSpPr/>
              <p:nvPr/>
            </p:nvSpPr>
            <p:spPr>
              <a:xfrm>
                <a:off x="4311" y="2508"/>
                <a:ext cx="21" cy="4"/>
              </a:xfrm>
              <a:custGeom>
                <a:pathLst>
                  <a:path w="43" h="9">
                    <a:moveTo>
                      <a:pt x="2" y="0"/>
                    </a:moveTo>
                    <a:lnTo>
                      <a:pt x="43" y="0"/>
                    </a:lnTo>
                    <a:lnTo>
                      <a:pt x="43" y="4"/>
                    </a:lnTo>
                    <a:lnTo>
                      <a:pt x="43" y="9"/>
                    </a:lnTo>
                    <a:lnTo>
                      <a:pt x="2" y="9"/>
                    </a:lnTo>
                    <a:lnTo>
                      <a:pt x="0" y="5"/>
                    </a:lnTo>
                    <a:lnTo>
                      <a:pt x="0" y="0"/>
                    </a:lnTo>
                    <a:lnTo>
                      <a:pt x="2" y="0"/>
                    </a:lnTo>
                    <a:close/>
                  </a:path>
                </a:pathLst>
              </a:custGeom>
              <a:solidFill>
                <a:srgbClr val="E0E0B0"/>
              </a:solidFill>
              <a:ln>
                <a:noFill/>
                <a:round/>
              </a:ln>
            </p:spPr>
          </p:sp>
          <p:sp>
            <p:nvSpPr>
              <p:cNvPr id="95727" name=""/>
              <p:cNvSpPr/>
              <p:nvPr/>
            </p:nvSpPr>
            <p:spPr>
              <a:xfrm>
                <a:off x="4331" y="2508"/>
                <a:ext cx="43" cy="4"/>
              </a:xfrm>
              <a:custGeom>
                <a:pathLst>
                  <a:path w="86" h="7">
                    <a:moveTo>
                      <a:pt x="0" y="0"/>
                    </a:moveTo>
                    <a:lnTo>
                      <a:pt x="86" y="0"/>
                    </a:lnTo>
                    <a:lnTo>
                      <a:pt x="0" y="7"/>
                    </a:lnTo>
                    <a:lnTo>
                      <a:pt x="0" y="0"/>
                    </a:lnTo>
                    <a:close/>
                  </a:path>
                </a:pathLst>
              </a:custGeom>
              <a:solidFill>
                <a:srgbClr val="E0E0B0"/>
              </a:solidFill>
              <a:ln>
                <a:noFill/>
                <a:round/>
              </a:ln>
            </p:spPr>
          </p:sp>
          <p:sp>
            <p:nvSpPr>
              <p:cNvPr id="95728" name=""/>
              <p:cNvSpPr/>
              <p:nvPr/>
            </p:nvSpPr>
            <p:spPr>
              <a:xfrm>
                <a:off x="4373" y="2508"/>
                <a:ext cx="34" cy="4"/>
              </a:xfrm>
              <a:custGeom>
                <a:pathLst>
                  <a:path w="68" h="9">
                    <a:moveTo>
                      <a:pt x="2" y="0"/>
                    </a:moveTo>
                    <a:lnTo>
                      <a:pt x="67" y="0"/>
                    </a:lnTo>
                    <a:lnTo>
                      <a:pt x="68" y="4"/>
                    </a:lnTo>
                    <a:lnTo>
                      <a:pt x="67" y="9"/>
                    </a:lnTo>
                    <a:lnTo>
                      <a:pt x="2" y="9"/>
                    </a:lnTo>
                    <a:lnTo>
                      <a:pt x="0" y="4"/>
                    </a:lnTo>
                    <a:lnTo>
                      <a:pt x="2" y="0"/>
                    </a:lnTo>
                    <a:close/>
                  </a:path>
                </a:pathLst>
              </a:custGeom>
              <a:solidFill>
                <a:srgbClr val="E0E0B0"/>
              </a:solidFill>
              <a:ln>
                <a:noFill/>
                <a:round/>
              </a:ln>
            </p:spPr>
          </p:sp>
          <p:sp>
            <p:nvSpPr>
              <p:cNvPr id="95729" name=""/>
              <p:cNvSpPr/>
              <p:nvPr/>
            </p:nvSpPr>
            <p:spPr>
              <a:xfrm>
                <a:off x="4332" y="2510"/>
                <a:ext cx="42" cy="8"/>
              </a:xfrm>
              <a:custGeom>
                <a:pathLst>
                  <a:path w="82" h="17">
                    <a:moveTo>
                      <a:pt x="0" y="0"/>
                    </a:moveTo>
                    <a:lnTo>
                      <a:pt x="80" y="0"/>
                    </a:lnTo>
                    <a:lnTo>
                      <a:pt x="82" y="2"/>
                    </a:lnTo>
                    <a:lnTo>
                      <a:pt x="82" y="15"/>
                    </a:lnTo>
                    <a:lnTo>
                      <a:pt x="80" y="17"/>
                    </a:lnTo>
                    <a:lnTo>
                      <a:pt x="0" y="17"/>
                    </a:lnTo>
                    <a:lnTo>
                      <a:pt x="0" y="15"/>
                    </a:lnTo>
                    <a:lnTo>
                      <a:pt x="0" y="2"/>
                    </a:lnTo>
                    <a:lnTo>
                      <a:pt x="0" y="0"/>
                    </a:lnTo>
                    <a:close/>
                  </a:path>
                </a:pathLst>
              </a:custGeom>
              <a:solidFill>
                <a:srgbClr val="00DFCA"/>
              </a:solidFill>
              <a:ln>
                <a:noFill/>
                <a:round/>
              </a:ln>
            </p:spPr>
          </p:sp>
          <p:sp>
            <p:nvSpPr>
              <p:cNvPr id="95730" name=""/>
              <p:cNvSpPr/>
              <p:nvPr/>
            </p:nvSpPr>
            <p:spPr>
              <a:xfrm>
                <a:off x="4386" y="2498"/>
                <a:ext cx="12" cy="2"/>
              </a:xfrm>
              <a:prstGeom prst="rect">
                <a:avLst/>
              </a:prstGeom>
              <a:solidFill>
                <a:srgbClr val="F0E0C0"/>
              </a:solidFill>
              <a:ln>
                <a:noFill/>
                <a:miter lim="800000"/>
              </a:ln>
            </p:spPr>
          </p:sp>
          <p:sp>
            <p:nvSpPr>
              <p:cNvPr id="95731" name=""/>
              <p:cNvSpPr/>
              <p:nvPr/>
            </p:nvSpPr>
            <p:spPr>
              <a:xfrm>
                <a:off x="4379" y="2498"/>
                <a:ext cx="19" cy="11"/>
              </a:xfrm>
              <a:custGeom>
                <a:pathLst>
                  <a:path w="37" h="24">
                    <a:moveTo>
                      <a:pt x="11" y="0"/>
                    </a:moveTo>
                    <a:lnTo>
                      <a:pt x="0" y="20"/>
                    </a:lnTo>
                    <a:lnTo>
                      <a:pt x="0" y="24"/>
                    </a:lnTo>
                    <a:lnTo>
                      <a:pt x="30" y="24"/>
                    </a:lnTo>
                    <a:lnTo>
                      <a:pt x="37" y="11"/>
                    </a:lnTo>
                    <a:lnTo>
                      <a:pt x="12" y="11"/>
                    </a:lnTo>
                    <a:lnTo>
                      <a:pt x="11" y="0"/>
                    </a:lnTo>
                    <a:close/>
                  </a:path>
                </a:pathLst>
              </a:custGeom>
              <a:solidFill>
                <a:srgbClr val="808060"/>
              </a:solidFill>
              <a:ln>
                <a:noFill/>
                <a:round/>
              </a:ln>
            </p:spPr>
          </p:sp>
          <p:sp>
            <p:nvSpPr>
              <p:cNvPr id="95732" name=""/>
              <p:cNvSpPr/>
              <p:nvPr/>
            </p:nvSpPr>
            <p:spPr>
              <a:xfrm>
                <a:off x="4333" y="2511"/>
                <a:ext cx="7" cy="6"/>
              </a:xfrm>
              <a:custGeom>
                <a:pathLst>
                  <a:path w="12" h="13">
                    <a:moveTo>
                      <a:pt x="1" y="0"/>
                    </a:moveTo>
                    <a:lnTo>
                      <a:pt x="10" y="0"/>
                    </a:lnTo>
                    <a:lnTo>
                      <a:pt x="12" y="0"/>
                    </a:lnTo>
                    <a:lnTo>
                      <a:pt x="12" y="4"/>
                    </a:lnTo>
                    <a:lnTo>
                      <a:pt x="12" y="9"/>
                    </a:lnTo>
                    <a:lnTo>
                      <a:pt x="12" y="13"/>
                    </a:lnTo>
                    <a:lnTo>
                      <a:pt x="1" y="13"/>
                    </a:lnTo>
                    <a:lnTo>
                      <a:pt x="0" y="9"/>
                    </a:lnTo>
                    <a:lnTo>
                      <a:pt x="0" y="4"/>
                    </a:lnTo>
                    <a:lnTo>
                      <a:pt x="0" y="0"/>
                    </a:lnTo>
                    <a:lnTo>
                      <a:pt x="1" y="0"/>
                    </a:lnTo>
                    <a:close/>
                  </a:path>
                </a:pathLst>
              </a:custGeom>
              <a:solidFill>
                <a:srgbClr val="A0A070"/>
              </a:solidFill>
              <a:ln>
                <a:noFill/>
                <a:round/>
              </a:ln>
            </p:spPr>
          </p:sp>
          <p:sp>
            <p:nvSpPr>
              <p:cNvPr id="95733" name=""/>
              <p:cNvSpPr/>
              <p:nvPr/>
            </p:nvSpPr>
            <p:spPr>
              <a:xfrm>
                <a:off x="4333" y="2511"/>
                <a:ext cx="7" cy="6"/>
              </a:xfrm>
              <a:custGeom>
                <a:pathLst>
                  <a:path w="12" h="11">
                    <a:moveTo>
                      <a:pt x="5" y="0"/>
                    </a:moveTo>
                    <a:lnTo>
                      <a:pt x="10" y="0"/>
                    </a:lnTo>
                    <a:lnTo>
                      <a:pt x="12" y="0"/>
                    </a:lnTo>
                    <a:lnTo>
                      <a:pt x="12" y="6"/>
                    </a:lnTo>
                    <a:lnTo>
                      <a:pt x="12" y="11"/>
                    </a:lnTo>
                    <a:lnTo>
                      <a:pt x="5" y="11"/>
                    </a:lnTo>
                    <a:lnTo>
                      <a:pt x="1" y="11"/>
                    </a:lnTo>
                    <a:lnTo>
                      <a:pt x="0" y="11"/>
                    </a:lnTo>
                    <a:lnTo>
                      <a:pt x="0" y="6"/>
                    </a:lnTo>
                    <a:lnTo>
                      <a:pt x="1" y="6"/>
                    </a:lnTo>
                    <a:lnTo>
                      <a:pt x="1" y="0"/>
                    </a:lnTo>
                    <a:lnTo>
                      <a:pt x="5" y="0"/>
                    </a:lnTo>
                    <a:close/>
                  </a:path>
                </a:pathLst>
              </a:custGeom>
              <a:solidFill>
                <a:srgbClr val="A0FF00"/>
              </a:solidFill>
              <a:ln>
                <a:noFill/>
                <a:round/>
              </a:ln>
            </p:spPr>
          </p:sp>
          <p:sp>
            <p:nvSpPr>
              <p:cNvPr id="95734" name=""/>
              <p:cNvSpPr/>
              <p:nvPr/>
            </p:nvSpPr>
            <p:spPr>
              <a:xfrm>
                <a:off x="4336" y="2511"/>
                <a:ext cx="2" cy="5"/>
              </a:xfrm>
              <a:custGeom>
                <a:pathLst>
                  <a:path w="3" h="9">
                    <a:moveTo>
                      <a:pt x="3" y="0"/>
                    </a:moveTo>
                    <a:lnTo>
                      <a:pt x="3" y="9"/>
                    </a:lnTo>
                    <a:lnTo>
                      <a:pt x="0" y="9"/>
                    </a:lnTo>
                    <a:lnTo>
                      <a:pt x="3" y="0"/>
                    </a:lnTo>
                    <a:close/>
                  </a:path>
                </a:pathLst>
              </a:custGeom>
              <a:solidFill>
                <a:srgbClr val="FFFFFF"/>
              </a:solidFill>
              <a:ln>
                <a:noFill/>
                <a:round/>
              </a:ln>
            </p:spPr>
          </p:sp>
          <p:sp>
            <p:nvSpPr>
              <p:cNvPr id="95735" name=""/>
              <p:cNvSpPr/>
              <p:nvPr/>
            </p:nvSpPr>
            <p:spPr>
              <a:xfrm>
                <a:off x="4318" y="2487"/>
                <a:ext cx="7" cy="4"/>
              </a:xfrm>
              <a:custGeom>
                <a:pathLst>
                  <a:path w="14" h="9">
                    <a:moveTo>
                      <a:pt x="4" y="0"/>
                    </a:moveTo>
                    <a:lnTo>
                      <a:pt x="11" y="0"/>
                    </a:lnTo>
                    <a:lnTo>
                      <a:pt x="14" y="0"/>
                    </a:lnTo>
                    <a:lnTo>
                      <a:pt x="14" y="3"/>
                    </a:lnTo>
                    <a:lnTo>
                      <a:pt x="14" y="5"/>
                    </a:lnTo>
                    <a:lnTo>
                      <a:pt x="11" y="9"/>
                    </a:lnTo>
                    <a:lnTo>
                      <a:pt x="4" y="9"/>
                    </a:lnTo>
                    <a:lnTo>
                      <a:pt x="0" y="5"/>
                    </a:lnTo>
                    <a:lnTo>
                      <a:pt x="0" y="3"/>
                    </a:lnTo>
                    <a:lnTo>
                      <a:pt x="0" y="0"/>
                    </a:lnTo>
                    <a:lnTo>
                      <a:pt x="4" y="0"/>
                    </a:lnTo>
                    <a:close/>
                  </a:path>
                </a:pathLst>
              </a:custGeom>
              <a:solidFill>
                <a:srgbClr val="A0A070"/>
              </a:solidFill>
              <a:ln>
                <a:noFill/>
                <a:round/>
              </a:ln>
            </p:spPr>
          </p:sp>
          <p:sp>
            <p:nvSpPr>
              <p:cNvPr id="95736" name=""/>
              <p:cNvSpPr/>
              <p:nvPr/>
            </p:nvSpPr>
            <p:spPr>
              <a:xfrm>
                <a:off x="4318" y="2487"/>
                <a:ext cx="7" cy="4"/>
              </a:xfrm>
              <a:custGeom>
                <a:pathLst>
                  <a:path w="14" h="9">
                    <a:moveTo>
                      <a:pt x="4" y="0"/>
                    </a:moveTo>
                    <a:lnTo>
                      <a:pt x="11" y="0"/>
                    </a:lnTo>
                    <a:lnTo>
                      <a:pt x="14" y="3"/>
                    </a:lnTo>
                    <a:lnTo>
                      <a:pt x="14" y="5"/>
                    </a:lnTo>
                    <a:lnTo>
                      <a:pt x="11" y="5"/>
                    </a:lnTo>
                    <a:lnTo>
                      <a:pt x="11" y="9"/>
                    </a:lnTo>
                    <a:lnTo>
                      <a:pt x="4" y="9"/>
                    </a:lnTo>
                    <a:lnTo>
                      <a:pt x="4" y="5"/>
                    </a:lnTo>
                    <a:lnTo>
                      <a:pt x="0" y="5"/>
                    </a:lnTo>
                    <a:lnTo>
                      <a:pt x="0" y="3"/>
                    </a:lnTo>
                    <a:lnTo>
                      <a:pt x="4" y="3"/>
                    </a:lnTo>
                    <a:lnTo>
                      <a:pt x="4" y="0"/>
                    </a:lnTo>
                    <a:close/>
                  </a:path>
                </a:pathLst>
              </a:custGeom>
              <a:solidFill>
                <a:srgbClr val="A0FF00"/>
              </a:solidFill>
              <a:ln>
                <a:noFill/>
                <a:round/>
              </a:ln>
            </p:spPr>
          </p:sp>
          <p:sp>
            <p:nvSpPr>
              <p:cNvPr id="95737" name=""/>
              <p:cNvSpPr/>
              <p:nvPr/>
            </p:nvSpPr>
            <p:spPr>
              <a:xfrm>
                <a:off x="4384" y="2487"/>
                <a:ext cx="7" cy="4"/>
              </a:xfrm>
              <a:custGeom>
                <a:pathLst>
                  <a:path w="14" h="9">
                    <a:moveTo>
                      <a:pt x="1" y="0"/>
                    </a:moveTo>
                    <a:lnTo>
                      <a:pt x="9" y="0"/>
                    </a:lnTo>
                    <a:lnTo>
                      <a:pt x="12" y="0"/>
                    </a:lnTo>
                    <a:lnTo>
                      <a:pt x="14" y="3"/>
                    </a:lnTo>
                    <a:lnTo>
                      <a:pt x="12" y="5"/>
                    </a:lnTo>
                    <a:lnTo>
                      <a:pt x="12" y="9"/>
                    </a:lnTo>
                    <a:lnTo>
                      <a:pt x="1" y="9"/>
                    </a:lnTo>
                    <a:lnTo>
                      <a:pt x="1" y="5"/>
                    </a:lnTo>
                    <a:lnTo>
                      <a:pt x="0" y="5"/>
                    </a:lnTo>
                    <a:lnTo>
                      <a:pt x="0" y="3"/>
                    </a:lnTo>
                    <a:lnTo>
                      <a:pt x="1" y="0"/>
                    </a:lnTo>
                    <a:close/>
                  </a:path>
                </a:pathLst>
              </a:custGeom>
              <a:solidFill>
                <a:srgbClr val="A0A070"/>
              </a:solidFill>
              <a:ln>
                <a:noFill/>
                <a:round/>
              </a:ln>
            </p:spPr>
          </p:sp>
          <p:sp>
            <p:nvSpPr>
              <p:cNvPr id="95738" name=""/>
              <p:cNvSpPr/>
              <p:nvPr/>
            </p:nvSpPr>
            <p:spPr>
              <a:xfrm>
                <a:off x="4384" y="2487"/>
                <a:ext cx="7" cy="4"/>
              </a:xfrm>
              <a:custGeom>
                <a:pathLst>
                  <a:path w="12" h="9">
                    <a:moveTo>
                      <a:pt x="0" y="0"/>
                    </a:moveTo>
                    <a:lnTo>
                      <a:pt x="9" y="0"/>
                    </a:lnTo>
                    <a:lnTo>
                      <a:pt x="12" y="0"/>
                    </a:lnTo>
                    <a:lnTo>
                      <a:pt x="12" y="5"/>
                    </a:lnTo>
                    <a:lnTo>
                      <a:pt x="12" y="9"/>
                    </a:lnTo>
                    <a:lnTo>
                      <a:pt x="9" y="9"/>
                    </a:lnTo>
                    <a:lnTo>
                      <a:pt x="0" y="9"/>
                    </a:lnTo>
                    <a:lnTo>
                      <a:pt x="0" y="5"/>
                    </a:lnTo>
                    <a:lnTo>
                      <a:pt x="0" y="0"/>
                    </a:lnTo>
                    <a:close/>
                  </a:path>
                </a:pathLst>
              </a:custGeom>
              <a:solidFill>
                <a:srgbClr val="A0FF00"/>
              </a:solidFill>
              <a:ln>
                <a:noFill/>
                <a:round/>
              </a:ln>
            </p:spPr>
          </p:sp>
          <p:sp>
            <p:nvSpPr>
              <p:cNvPr id="95739" name=""/>
              <p:cNvSpPr/>
              <p:nvPr/>
            </p:nvSpPr>
            <p:spPr>
              <a:xfrm>
                <a:off x="4384" y="2487"/>
                <a:ext cx="3" cy="3"/>
              </a:xfrm>
              <a:prstGeom prst="rect">
                <a:avLst/>
              </a:prstGeom>
              <a:solidFill>
                <a:srgbClr val="FFFFFF"/>
              </a:solidFill>
              <a:ln>
                <a:noFill/>
                <a:miter lim="800000"/>
              </a:ln>
            </p:spPr>
          </p:sp>
          <p:sp>
            <p:nvSpPr>
              <p:cNvPr id="95740" name=""/>
              <p:cNvSpPr/>
              <p:nvPr/>
            </p:nvSpPr>
            <p:spPr>
              <a:xfrm>
                <a:off x="4333" y="2540"/>
                <a:ext cx="7" cy="6"/>
              </a:xfrm>
              <a:custGeom>
                <a:pathLst>
                  <a:path w="12" h="12">
                    <a:moveTo>
                      <a:pt x="1" y="0"/>
                    </a:moveTo>
                    <a:lnTo>
                      <a:pt x="10" y="0"/>
                    </a:lnTo>
                    <a:lnTo>
                      <a:pt x="12" y="3"/>
                    </a:lnTo>
                    <a:lnTo>
                      <a:pt x="12" y="7"/>
                    </a:lnTo>
                    <a:lnTo>
                      <a:pt x="12" y="9"/>
                    </a:lnTo>
                    <a:lnTo>
                      <a:pt x="12" y="12"/>
                    </a:lnTo>
                    <a:lnTo>
                      <a:pt x="1" y="12"/>
                    </a:lnTo>
                    <a:lnTo>
                      <a:pt x="1" y="9"/>
                    </a:lnTo>
                    <a:lnTo>
                      <a:pt x="0" y="9"/>
                    </a:lnTo>
                    <a:lnTo>
                      <a:pt x="0" y="7"/>
                    </a:lnTo>
                    <a:lnTo>
                      <a:pt x="0" y="3"/>
                    </a:lnTo>
                    <a:lnTo>
                      <a:pt x="1" y="3"/>
                    </a:lnTo>
                    <a:lnTo>
                      <a:pt x="1" y="0"/>
                    </a:lnTo>
                    <a:close/>
                  </a:path>
                </a:pathLst>
              </a:custGeom>
              <a:solidFill>
                <a:srgbClr val="A0A070"/>
              </a:solidFill>
              <a:ln>
                <a:noFill/>
                <a:round/>
              </a:ln>
            </p:spPr>
          </p:sp>
          <p:sp>
            <p:nvSpPr>
              <p:cNvPr id="95741" name=""/>
              <p:cNvSpPr/>
              <p:nvPr/>
            </p:nvSpPr>
            <p:spPr>
              <a:xfrm>
                <a:off x="4333" y="2541"/>
                <a:ext cx="7" cy="4"/>
              </a:xfrm>
              <a:custGeom>
                <a:pathLst>
                  <a:path w="12" h="9">
                    <a:moveTo>
                      <a:pt x="5" y="0"/>
                    </a:moveTo>
                    <a:lnTo>
                      <a:pt x="10" y="0"/>
                    </a:lnTo>
                    <a:lnTo>
                      <a:pt x="12" y="0"/>
                    </a:lnTo>
                    <a:lnTo>
                      <a:pt x="12" y="5"/>
                    </a:lnTo>
                    <a:lnTo>
                      <a:pt x="12" y="9"/>
                    </a:lnTo>
                    <a:lnTo>
                      <a:pt x="5" y="9"/>
                    </a:lnTo>
                    <a:lnTo>
                      <a:pt x="1" y="9"/>
                    </a:lnTo>
                    <a:lnTo>
                      <a:pt x="0" y="9"/>
                    </a:lnTo>
                    <a:lnTo>
                      <a:pt x="0" y="5"/>
                    </a:lnTo>
                    <a:lnTo>
                      <a:pt x="1" y="0"/>
                    </a:lnTo>
                    <a:lnTo>
                      <a:pt x="5" y="0"/>
                    </a:lnTo>
                    <a:close/>
                  </a:path>
                </a:pathLst>
              </a:custGeom>
              <a:solidFill>
                <a:srgbClr val="A0FF00"/>
              </a:solidFill>
              <a:ln>
                <a:noFill/>
                <a:round/>
              </a:ln>
            </p:spPr>
          </p:sp>
          <p:sp>
            <p:nvSpPr>
              <p:cNvPr id="95742" name=""/>
              <p:cNvSpPr/>
              <p:nvPr/>
            </p:nvSpPr>
            <p:spPr>
              <a:xfrm>
                <a:off x="4336" y="2541"/>
                <a:ext cx="2" cy="3"/>
              </a:xfrm>
              <a:custGeom>
                <a:pathLst>
                  <a:path w="3" h="7">
                    <a:moveTo>
                      <a:pt x="3" y="0"/>
                    </a:moveTo>
                    <a:lnTo>
                      <a:pt x="3" y="7"/>
                    </a:lnTo>
                    <a:lnTo>
                      <a:pt x="0" y="7"/>
                    </a:lnTo>
                    <a:lnTo>
                      <a:pt x="3" y="0"/>
                    </a:lnTo>
                    <a:close/>
                  </a:path>
                </a:pathLst>
              </a:custGeom>
              <a:solidFill>
                <a:srgbClr val="FFFFFF"/>
              </a:solidFill>
              <a:ln>
                <a:noFill/>
                <a:round/>
              </a:ln>
            </p:spPr>
          </p:sp>
          <p:sp>
            <p:nvSpPr>
              <p:cNvPr id="95743" name=""/>
              <p:cNvSpPr/>
              <p:nvPr/>
            </p:nvSpPr>
            <p:spPr>
              <a:xfrm>
                <a:off x="4312" y="2585"/>
                <a:ext cx="7" cy="5"/>
              </a:xfrm>
              <a:custGeom>
                <a:pathLst>
                  <a:path w="14" h="11">
                    <a:moveTo>
                      <a:pt x="5" y="0"/>
                    </a:moveTo>
                    <a:lnTo>
                      <a:pt x="12" y="0"/>
                    </a:lnTo>
                    <a:lnTo>
                      <a:pt x="12" y="3"/>
                    </a:lnTo>
                    <a:lnTo>
                      <a:pt x="14" y="3"/>
                    </a:lnTo>
                    <a:lnTo>
                      <a:pt x="14" y="5"/>
                    </a:lnTo>
                    <a:lnTo>
                      <a:pt x="12" y="9"/>
                    </a:lnTo>
                    <a:lnTo>
                      <a:pt x="12" y="11"/>
                    </a:lnTo>
                    <a:lnTo>
                      <a:pt x="5" y="11"/>
                    </a:lnTo>
                    <a:lnTo>
                      <a:pt x="1" y="11"/>
                    </a:lnTo>
                    <a:lnTo>
                      <a:pt x="1" y="9"/>
                    </a:lnTo>
                    <a:lnTo>
                      <a:pt x="0" y="9"/>
                    </a:lnTo>
                    <a:lnTo>
                      <a:pt x="0" y="5"/>
                    </a:lnTo>
                    <a:lnTo>
                      <a:pt x="1" y="3"/>
                    </a:lnTo>
                    <a:lnTo>
                      <a:pt x="1" y="0"/>
                    </a:lnTo>
                    <a:lnTo>
                      <a:pt x="5" y="0"/>
                    </a:lnTo>
                    <a:close/>
                  </a:path>
                </a:pathLst>
              </a:custGeom>
              <a:solidFill>
                <a:srgbClr val="A0A070"/>
              </a:solidFill>
              <a:ln>
                <a:noFill/>
                <a:round/>
              </a:ln>
            </p:spPr>
          </p:sp>
          <p:sp>
            <p:nvSpPr>
              <p:cNvPr id="95744" name=""/>
              <p:cNvSpPr/>
              <p:nvPr/>
            </p:nvSpPr>
            <p:spPr>
              <a:xfrm>
                <a:off x="4314" y="2586"/>
                <a:ext cx="5" cy="3"/>
              </a:xfrm>
              <a:custGeom>
                <a:pathLst>
                  <a:path w="9" h="7">
                    <a:moveTo>
                      <a:pt x="0" y="0"/>
                    </a:moveTo>
                    <a:lnTo>
                      <a:pt x="0" y="7"/>
                    </a:lnTo>
                    <a:lnTo>
                      <a:pt x="9" y="7"/>
                    </a:lnTo>
                    <a:lnTo>
                      <a:pt x="0" y="0"/>
                    </a:lnTo>
                    <a:close/>
                  </a:path>
                </a:pathLst>
              </a:custGeom>
              <a:solidFill>
                <a:srgbClr val="A0FF00"/>
              </a:solidFill>
              <a:ln>
                <a:noFill/>
                <a:round/>
              </a:ln>
            </p:spPr>
          </p:sp>
          <p:sp>
            <p:nvSpPr>
              <p:cNvPr id="95745" name=""/>
              <p:cNvSpPr/>
              <p:nvPr/>
            </p:nvSpPr>
            <p:spPr>
              <a:xfrm>
                <a:off x="4314" y="2586"/>
                <a:ext cx="5" cy="3"/>
              </a:xfrm>
              <a:custGeom>
                <a:pathLst>
                  <a:path w="9" h="7">
                    <a:moveTo>
                      <a:pt x="0" y="0"/>
                    </a:moveTo>
                    <a:lnTo>
                      <a:pt x="0" y="7"/>
                    </a:lnTo>
                    <a:lnTo>
                      <a:pt x="9" y="7"/>
                    </a:lnTo>
                    <a:lnTo>
                      <a:pt x="0" y="0"/>
                    </a:lnTo>
                    <a:close/>
                  </a:path>
                </a:pathLst>
              </a:custGeom>
              <a:solidFill>
                <a:srgbClr val="A0FF00"/>
              </a:solidFill>
              <a:ln>
                <a:noFill/>
                <a:round/>
              </a:ln>
            </p:spPr>
          </p:sp>
          <p:sp>
            <p:nvSpPr>
              <p:cNvPr id="95746" name=""/>
              <p:cNvSpPr/>
              <p:nvPr/>
            </p:nvSpPr>
            <p:spPr>
              <a:xfrm>
                <a:off x="4314" y="2585"/>
                <a:ext cx="5" cy="3"/>
              </a:xfrm>
              <a:custGeom>
                <a:pathLst>
                  <a:path w="9" h="5">
                    <a:moveTo>
                      <a:pt x="0" y="0"/>
                    </a:moveTo>
                    <a:lnTo>
                      <a:pt x="0" y="5"/>
                    </a:lnTo>
                    <a:lnTo>
                      <a:pt x="9" y="5"/>
                    </a:lnTo>
                    <a:lnTo>
                      <a:pt x="0" y="0"/>
                    </a:lnTo>
                    <a:close/>
                  </a:path>
                </a:pathLst>
              </a:custGeom>
              <a:solidFill>
                <a:srgbClr val="A0FF00"/>
              </a:solidFill>
              <a:ln>
                <a:noFill/>
                <a:round/>
              </a:ln>
            </p:spPr>
          </p:sp>
          <p:sp>
            <p:nvSpPr>
              <p:cNvPr id="95747" name=""/>
              <p:cNvSpPr/>
              <p:nvPr/>
            </p:nvSpPr>
            <p:spPr>
              <a:xfrm>
                <a:off x="4314" y="2586"/>
                <a:ext cx="4" cy="3"/>
              </a:xfrm>
              <a:custGeom>
                <a:pathLst>
                  <a:path w="7" h="7">
                    <a:moveTo>
                      <a:pt x="0" y="0"/>
                    </a:moveTo>
                    <a:lnTo>
                      <a:pt x="7" y="0"/>
                    </a:lnTo>
                    <a:lnTo>
                      <a:pt x="0" y="7"/>
                    </a:lnTo>
                    <a:lnTo>
                      <a:pt x="0" y="0"/>
                    </a:lnTo>
                    <a:close/>
                  </a:path>
                </a:pathLst>
              </a:custGeom>
              <a:solidFill>
                <a:srgbClr val="FFFFFF"/>
              </a:solidFill>
              <a:ln>
                <a:noFill/>
                <a:round/>
              </a:ln>
            </p:spPr>
          </p:sp>
          <p:sp>
            <p:nvSpPr>
              <p:cNvPr id="95748" name=""/>
              <p:cNvSpPr/>
              <p:nvPr/>
            </p:nvSpPr>
            <p:spPr>
              <a:xfrm>
                <a:off x="4312" y="2504"/>
                <a:ext cx="93" cy="5"/>
              </a:xfrm>
              <a:prstGeom prst="rect">
                <a:avLst/>
              </a:prstGeom>
              <a:solidFill>
                <a:srgbClr val="505020"/>
              </a:solidFill>
              <a:ln>
                <a:noFill/>
                <a:miter lim="800000"/>
              </a:ln>
            </p:spPr>
          </p:sp>
          <p:sp>
            <p:nvSpPr>
              <p:cNvPr id="95749" name=""/>
              <p:cNvSpPr/>
              <p:nvPr/>
            </p:nvSpPr>
            <p:spPr>
              <a:xfrm>
                <a:off x="4332" y="2499"/>
                <a:ext cx="4" cy="9"/>
              </a:xfrm>
              <a:custGeom>
                <a:pathLst>
                  <a:path w="7" h="16">
                    <a:moveTo>
                      <a:pt x="3" y="0"/>
                    </a:moveTo>
                    <a:lnTo>
                      <a:pt x="7" y="2"/>
                    </a:lnTo>
                    <a:lnTo>
                      <a:pt x="7" y="14"/>
                    </a:lnTo>
                    <a:lnTo>
                      <a:pt x="3" y="16"/>
                    </a:lnTo>
                    <a:lnTo>
                      <a:pt x="0" y="2"/>
                    </a:lnTo>
                    <a:lnTo>
                      <a:pt x="3" y="0"/>
                    </a:lnTo>
                    <a:close/>
                  </a:path>
                </a:pathLst>
              </a:custGeom>
              <a:solidFill>
                <a:srgbClr val="E0E0B0"/>
              </a:solidFill>
              <a:ln>
                <a:noFill/>
                <a:round/>
              </a:ln>
            </p:spPr>
          </p:sp>
          <p:sp>
            <p:nvSpPr>
              <p:cNvPr id="95750" name=""/>
              <p:cNvSpPr/>
              <p:nvPr/>
            </p:nvSpPr>
            <p:spPr>
              <a:xfrm>
                <a:off x="4332" y="2508"/>
                <a:ext cx="4" cy="10"/>
              </a:xfrm>
              <a:custGeom>
                <a:pathLst>
                  <a:path w="7" h="20">
                    <a:moveTo>
                      <a:pt x="3" y="0"/>
                    </a:moveTo>
                    <a:lnTo>
                      <a:pt x="7" y="2"/>
                    </a:lnTo>
                    <a:lnTo>
                      <a:pt x="7" y="18"/>
                    </a:lnTo>
                    <a:lnTo>
                      <a:pt x="3" y="20"/>
                    </a:lnTo>
                    <a:lnTo>
                      <a:pt x="0" y="18"/>
                    </a:lnTo>
                    <a:lnTo>
                      <a:pt x="0" y="2"/>
                    </a:lnTo>
                    <a:lnTo>
                      <a:pt x="3" y="0"/>
                    </a:lnTo>
                    <a:close/>
                  </a:path>
                </a:pathLst>
              </a:custGeom>
              <a:solidFill>
                <a:srgbClr val="E0E0B0"/>
              </a:solidFill>
              <a:ln>
                <a:noFill/>
                <a:round/>
              </a:ln>
            </p:spPr>
          </p:sp>
          <p:sp>
            <p:nvSpPr>
              <p:cNvPr id="95751" name=""/>
              <p:cNvSpPr/>
              <p:nvPr/>
            </p:nvSpPr>
            <p:spPr>
              <a:xfrm>
                <a:off x="4336" y="2565"/>
                <a:ext cx="71" cy="15"/>
              </a:xfrm>
              <a:prstGeom prst="rect">
                <a:avLst/>
              </a:prstGeom>
              <a:solidFill>
                <a:srgbClr val="A0A080"/>
              </a:solidFill>
              <a:ln>
                <a:noFill/>
                <a:miter lim="800000"/>
              </a:ln>
            </p:spPr>
          </p:sp>
          <p:sp>
            <p:nvSpPr>
              <p:cNvPr id="95752" name=""/>
              <p:cNvSpPr/>
              <p:nvPr/>
            </p:nvSpPr>
            <p:spPr>
              <a:xfrm>
                <a:off x="4331" y="2587"/>
                <a:ext cx="41" cy="4"/>
              </a:xfrm>
              <a:custGeom>
                <a:pathLst>
                  <a:path w="83" h="9">
                    <a:moveTo>
                      <a:pt x="0" y="0"/>
                    </a:moveTo>
                    <a:lnTo>
                      <a:pt x="81" y="0"/>
                    </a:lnTo>
                    <a:lnTo>
                      <a:pt x="83" y="6"/>
                    </a:lnTo>
                    <a:lnTo>
                      <a:pt x="0" y="9"/>
                    </a:lnTo>
                    <a:lnTo>
                      <a:pt x="0" y="6"/>
                    </a:lnTo>
                    <a:lnTo>
                      <a:pt x="0" y="0"/>
                    </a:lnTo>
                    <a:close/>
                  </a:path>
                </a:pathLst>
              </a:custGeom>
              <a:solidFill>
                <a:srgbClr val="E0E0B0"/>
              </a:solidFill>
              <a:ln>
                <a:noFill/>
                <a:round/>
              </a:ln>
            </p:spPr>
          </p:sp>
          <p:sp>
            <p:nvSpPr>
              <p:cNvPr id="95753" name=""/>
              <p:cNvSpPr/>
              <p:nvPr/>
            </p:nvSpPr>
            <p:spPr>
              <a:xfrm>
                <a:off x="4346" y="2578"/>
                <a:ext cx="27" cy="2"/>
              </a:xfrm>
              <a:prstGeom prst="rect">
                <a:avLst/>
              </a:prstGeom>
              <a:solidFill>
                <a:srgbClr val="E0E0B0"/>
              </a:solidFill>
              <a:ln>
                <a:noFill/>
                <a:miter lim="800000"/>
              </a:ln>
            </p:spPr>
          </p:sp>
          <p:sp>
            <p:nvSpPr>
              <p:cNvPr id="95754" name=""/>
              <p:cNvSpPr/>
              <p:nvPr/>
            </p:nvSpPr>
            <p:spPr>
              <a:xfrm>
                <a:off x="4369" y="2578"/>
                <a:ext cx="39" cy="4"/>
              </a:xfrm>
              <a:custGeom>
                <a:pathLst>
                  <a:path w="79" h="9">
                    <a:moveTo>
                      <a:pt x="4" y="0"/>
                    </a:moveTo>
                    <a:lnTo>
                      <a:pt x="77" y="0"/>
                    </a:lnTo>
                    <a:lnTo>
                      <a:pt x="79" y="4"/>
                    </a:lnTo>
                    <a:lnTo>
                      <a:pt x="77" y="9"/>
                    </a:lnTo>
                    <a:lnTo>
                      <a:pt x="4" y="9"/>
                    </a:lnTo>
                    <a:lnTo>
                      <a:pt x="0" y="4"/>
                    </a:lnTo>
                    <a:lnTo>
                      <a:pt x="4" y="0"/>
                    </a:lnTo>
                    <a:close/>
                  </a:path>
                </a:pathLst>
              </a:custGeom>
              <a:solidFill>
                <a:srgbClr val="E0E0B0"/>
              </a:solidFill>
              <a:ln>
                <a:noFill/>
                <a:round/>
              </a:ln>
            </p:spPr>
          </p:sp>
          <p:sp>
            <p:nvSpPr>
              <p:cNvPr id="95755" name=""/>
              <p:cNvSpPr/>
              <p:nvPr/>
            </p:nvSpPr>
            <p:spPr>
              <a:xfrm>
                <a:off x="4329" y="2529"/>
                <a:ext cx="2" cy="6"/>
              </a:xfrm>
              <a:prstGeom prst="rect">
                <a:avLst/>
              </a:prstGeom>
              <a:solidFill>
                <a:srgbClr val="F0E0C0"/>
              </a:solidFill>
              <a:ln>
                <a:noFill/>
                <a:miter lim="800000"/>
              </a:ln>
            </p:spPr>
          </p:sp>
          <p:sp>
            <p:nvSpPr>
              <p:cNvPr id="95756" name=""/>
              <p:cNvSpPr/>
              <p:nvPr/>
            </p:nvSpPr>
            <p:spPr>
              <a:xfrm>
                <a:off x="4351" y="2528"/>
                <a:ext cx="3" cy="5"/>
              </a:xfrm>
              <a:prstGeom prst="rect">
                <a:avLst/>
              </a:prstGeom>
              <a:solidFill>
                <a:srgbClr val="F0E0C0"/>
              </a:solidFill>
              <a:ln>
                <a:noFill/>
                <a:miter lim="800000"/>
              </a:ln>
            </p:spPr>
          </p:sp>
          <p:sp>
            <p:nvSpPr>
              <p:cNvPr id="95757" name=""/>
              <p:cNvSpPr/>
              <p:nvPr/>
            </p:nvSpPr>
            <p:spPr>
              <a:xfrm>
                <a:off x="4350" y="2533"/>
                <a:ext cx="4" cy="3"/>
              </a:xfrm>
              <a:prstGeom prst="rect">
                <a:avLst/>
              </a:prstGeom>
              <a:solidFill>
                <a:srgbClr val="F0E0C0"/>
              </a:solidFill>
              <a:ln>
                <a:noFill/>
                <a:miter lim="800000"/>
              </a:ln>
            </p:spPr>
          </p:sp>
          <p:sp>
            <p:nvSpPr>
              <p:cNvPr id="95758" name=""/>
              <p:cNvSpPr/>
              <p:nvPr/>
            </p:nvSpPr>
            <p:spPr>
              <a:xfrm>
                <a:off x="4371" y="2533"/>
                <a:ext cx="20" cy="3"/>
              </a:xfrm>
              <a:prstGeom prst="rect">
                <a:avLst/>
              </a:prstGeom>
              <a:solidFill>
                <a:srgbClr val="F0E0C0"/>
              </a:solidFill>
              <a:ln>
                <a:noFill/>
                <a:miter lim="800000"/>
              </a:ln>
            </p:spPr>
          </p:sp>
          <p:sp>
            <p:nvSpPr>
              <p:cNvPr id="95759" name=""/>
              <p:cNvSpPr/>
              <p:nvPr/>
            </p:nvSpPr>
            <p:spPr>
              <a:xfrm>
                <a:off x="4332" y="2534"/>
                <a:ext cx="4" cy="14"/>
              </a:xfrm>
              <a:prstGeom prst="rect">
                <a:avLst/>
              </a:prstGeom>
              <a:solidFill>
                <a:srgbClr val="F0E0C0"/>
              </a:solidFill>
              <a:ln>
                <a:noFill/>
                <a:miter lim="800000"/>
              </a:ln>
            </p:spPr>
          </p:sp>
          <p:sp>
            <p:nvSpPr>
              <p:cNvPr id="95760" name=""/>
              <p:cNvSpPr/>
              <p:nvPr/>
            </p:nvSpPr>
            <p:spPr>
              <a:xfrm>
                <a:off x="4332" y="2544"/>
                <a:ext cx="41" cy="4"/>
              </a:xfrm>
              <a:custGeom>
                <a:pathLst>
                  <a:path w="80" h="7">
                    <a:moveTo>
                      <a:pt x="0" y="0"/>
                    </a:moveTo>
                    <a:lnTo>
                      <a:pt x="79" y="0"/>
                    </a:lnTo>
                    <a:lnTo>
                      <a:pt x="80" y="7"/>
                    </a:lnTo>
                    <a:lnTo>
                      <a:pt x="0" y="7"/>
                    </a:lnTo>
                    <a:lnTo>
                      <a:pt x="0" y="0"/>
                    </a:lnTo>
                    <a:close/>
                  </a:path>
                </a:pathLst>
              </a:custGeom>
              <a:solidFill>
                <a:srgbClr val="F0E0C0"/>
              </a:solidFill>
              <a:ln>
                <a:noFill/>
                <a:round/>
              </a:ln>
            </p:spPr>
          </p:sp>
          <p:sp>
            <p:nvSpPr>
              <p:cNvPr id="95761" name=""/>
              <p:cNvSpPr/>
              <p:nvPr/>
            </p:nvSpPr>
            <p:spPr>
              <a:xfrm>
                <a:off x="4371" y="2534"/>
                <a:ext cx="3" cy="14"/>
              </a:xfrm>
              <a:custGeom>
                <a:pathLst>
                  <a:path w="5" h="29">
                    <a:moveTo>
                      <a:pt x="5" y="0"/>
                    </a:moveTo>
                    <a:lnTo>
                      <a:pt x="5" y="24"/>
                    </a:lnTo>
                    <a:lnTo>
                      <a:pt x="3" y="27"/>
                    </a:lnTo>
                    <a:lnTo>
                      <a:pt x="3" y="29"/>
                    </a:lnTo>
                    <a:lnTo>
                      <a:pt x="0" y="27"/>
                    </a:lnTo>
                    <a:lnTo>
                      <a:pt x="3" y="24"/>
                    </a:lnTo>
                    <a:lnTo>
                      <a:pt x="3" y="0"/>
                    </a:lnTo>
                    <a:lnTo>
                      <a:pt x="5" y="0"/>
                    </a:lnTo>
                    <a:close/>
                  </a:path>
                </a:pathLst>
              </a:custGeom>
              <a:solidFill>
                <a:srgbClr val="808050"/>
              </a:solidFill>
              <a:ln>
                <a:noFill/>
                <a:round/>
              </a:ln>
            </p:spPr>
          </p:sp>
          <p:sp>
            <p:nvSpPr>
              <p:cNvPr id="95762" name=""/>
              <p:cNvSpPr/>
              <p:nvPr/>
            </p:nvSpPr>
            <p:spPr>
              <a:xfrm>
                <a:off x="4371" y="2529"/>
                <a:ext cx="20" cy="5"/>
              </a:xfrm>
              <a:prstGeom prst="rect">
                <a:avLst/>
              </a:prstGeom>
              <a:solidFill>
                <a:srgbClr val="706040"/>
              </a:solidFill>
              <a:ln>
                <a:noFill/>
                <a:miter lim="800000"/>
              </a:ln>
            </p:spPr>
          </p:sp>
          <p:sp>
            <p:nvSpPr>
              <p:cNvPr id="95763" name=""/>
              <p:cNvSpPr/>
              <p:nvPr/>
            </p:nvSpPr>
            <p:spPr>
              <a:xfrm>
                <a:off x="4386" y="2529"/>
                <a:ext cx="5" cy="6"/>
              </a:xfrm>
              <a:prstGeom prst="rect">
                <a:avLst/>
              </a:prstGeom>
              <a:solidFill>
                <a:srgbClr val="706040"/>
              </a:solidFill>
              <a:ln>
                <a:noFill/>
                <a:miter lim="800000"/>
              </a:ln>
            </p:spPr>
          </p:sp>
          <p:sp>
            <p:nvSpPr>
              <p:cNvPr id="95764" name=""/>
              <p:cNvSpPr/>
              <p:nvPr/>
            </p:nvSpPr>
            <p:spPr>
              <a:xfrm>
                <a:off x="4332" y="2526"/>
                <a:ext cx="42" cy="7"/>
              </a:xfrm>
              <a:custGeom>
                <a:pathLst>
                  <a:path w="82" h="14">
                    <a:moveTo>
                      <a:pt x="0" y="5"/>
                    </a:moveTo>
                    <a:lnTo>
                      <a:pt x="3" y="0"/>
                    </a:lnTo>
                    <a:lnTo>
                      <a:pt x="77" y="0"/>
                    </a:lnTo>
                    <a:lnTo>
                      <a:pt x="80" y="0"/>
                    </a:lnTo>
                    <a:lnTo>
                      <a:pt x="82" y="5"/>
                    </a:lnTo>
                    <a:lnTo>
                      <a:pt x="82" y="14"/>
                    </a:lnTo>
                    <a:lnTo>
                      <a:pt x="80" y="5"/>
                    </a:lnTo>
                    <a:lnTo>
                      <a:pt x="79" y="4"/>
                    </a:lnTo>
                    <a:lnTo>
                      <a:pt x="3" y="4"/>
                    </a:lnTo>
                    <a:lnTo>
                      <a:pt x="2" y="5"/>
                    </a:lnTo>
                    <a:lnTo>
                      <a:pt x="0" y="5"/>
                    </a:lnTo>
                    <a:close/>
                  </a:path>
                </a:pathLst>
              </a:custGeom>
              <a:solidFill>
                <a:srgbClr val="808050"/>
              </a:solidFill>
              <a:ln>
                <a:noFill/>
                <a:round/>
              </a:ln>
            </p:spPr>
          </p:sp>
          <p:sp>
            <p:nvSpPr>
              <p:cNvPr id="95765" name=""/>
              <p:cNvSpPr/>
              <p:nvPr/>
            </p:nvSpPr>
            <p:spPr>
              <a:xfrm>
                <a:off x="4331" y="2529"/>
                <a:ext cx="1" cy="6"/>
              </a:xfrm>
              <a:prstGeom prst="rect">
                <a:avLst/>
              </a:prstGeom>
              <a:solidFill>
                <a:srgbClr val="706040"/>
              </a:solidFill>
              <a:ln>
                <a:noFill/>
                <a:miter lim="800000"/>
              </a:ln>
            </p:spPr>
          </p:sp>
          <p:sp>
            <p:nvSpPr>
              <p:cNvPr id="95766" name=""/>
              <p:cNvSpPr/>
              <p:nvPr/>
            </p:nvSpPr>
            <p:spPr>
              <a:xfrm>
                <a:off x="4332" y="2526"/>
                <a:ext cx="4" cy="7"/>
              </a:xfrm>
              <a:custGeom>
                <a:pathLst>
                  <a:path w="7" h="12">
                    <a:moveTo>
                      <a:pt x="0" y="0"/>
                    </a:moveTo>
                    <a:lnTo>
                      <a:pt x="0" y="12"/>
                    </a:lnTo>
                    <a:lnTo>
                      <a:pt x="7" y="0"/>
                    </a:lnTo>
                    <a:lnTo>
                      <a:pt x="0" y="0"/>
                    </a:lnTo>
                    <a:close/>
                  </a:path>
                </a:pathLst>
              </a:custGeom>
              <a:solidFill>
                <a:srgbClr val="F0E0C0"/>
              </a:solidFill>
              <a:ln>
                <a:noFill/>
                <a:round/>
              </a:ln>
            </p:spPr>
          </p:sp>
          <p:sp>
            <p:nvSpPr>
              <p:cNvPr id="95767" name=""/>
              <p:cNvSpPr/>
              <p:nvPr/>
            </p:nvSpPr>
            <p:spPr>
              <a:xfrm>
                <a:off x="4351" y="2534"/>
                <a:ext cx="22" cy="2"/>
              </a:xfrm>
              <a:prstGeom prst="rect">
                <a:avLst/>
              </a:prstGeom>
              <a:solidFill>
                <a:srgbClr val="706040"/>
              </a:solidFill>
              <a:ln>
                <a:noFill/>
                <a:miter lim="800000"/>
              </a:ln>
            </p:spPr>
          </p:sp>
          <p:sp>
            <p:nvSpPr>
              <p:cNvPr id="95768" name=""/>
              <p:cNvSpPr/>
              <p:nvPr/>
            </p:nvSpPr>
            <p:spPr>
              <a:xfrm>
                <a:off x="4369" y="2533"/>
                <a:ext cx="4" cy="3"/>
              </a:xfrm>
              <a:prstGeom prst="rect">
                <a:avLst/>
              </a:prstGeom>
              <a:solidFill>
                <a:srgbClr val="706040"/>
              </a:solidFill>
              <a:ln>
                <a:noFill/>
                <a:miter lim="800000"/>
              </a:ln>
            </p:spPr>
          </p:sp>
          <p:sp>
            <p:nvSpPr>
              <p:cNvPr id="95769" name=""/>
              <p:cNvSpPr/>
              <p:nvPr/>
            </p:nvSpPr>
            <p:spPr>
              <a:xfrm>
                <a:off x="4369" y="2528"/>
                <a:ext cx="4" cy="6"/>
              </a:xfrm>
              <a:prstGeom prst="rect">
                <a:avLst/>
              </a:prstGeom>
              <a:solidFill>
                <a:srgbClr val="706040"/>
              </a:solidFill>
              <a:ln>
                <a:noFill/>
                <a:miter lim="800000"/>
              </a:ln>
            </p:spPr>
          </p:sp>
          <p:sp>
            <p:nvSpPr>
              <p:cNvPr id="95770" name=""/>
              <p:cNvSpPr/>
              <p:nvPr/>
            </p:nvSpPr>
            <p:spPr>
              <a:xfrm>
                <a:off x="4351" y="2528"/>
                <a:ext cx="22" cy="4"/>
              </a:xfrm>
              <a:prstGeom prst="rect">
                <a:avLst/>
              </a:prstGeom>
              <a:solidFill>
                <a:srgbClr val="706040"/>
              </a:solidFill>
              <a:ln>
                <a:noFill/>
                <a:miter lim="800000"/>
              </a:ln>
            </p:spPr>
          </p:sp>
          <p:sp>
            <p:nvSpPr>
              <p:cNvPr id="95771" name=""/>
              <p:cNvSpPr/>
              <p:nvPr/>
            </p:nvSpPr>
            <p:spPr>
              <a:xfrm>
                <a:off x="4376" y="2539"/>
                <a:ext cx="10" cy="4"/>
              </a:xfrm>
              <a:custGeom>
                <a:pathLst>
                  <a:path w="20" h="7">
                    <a:moveTo>
                      <a:pt x="0" y="0"/>
                    </a:moveTo>
                    <a:lnTo>
                      <a:pt x="20" y="0"/>
                    </a:lnTo>
                    <a:lnTo>
                      <a:pt x="0" y="7"/>
                    </a:lnTo>
                    <a:lnTo>
                      <a:pt x="0" y="0"/>
                    </a:lnTo>
                    <a:close/>
                  </a:path>
                </a:pathLst>
              </a:custGeom>
              <a:solidFill>
                <a:srgbClr val="F0E0C0"/>
              </a:solidFill>
              <a:ln>
                <a:noFill/>
                <a:round/>
              </a:ln>
            </p:spPr>
          </p:sp>
          <p:sp>
            <p:nvSpPr>
              <p:cNvPr id="95772" name=""/>
              <p:cNvSpPr/>
              <p:nvPr/>
            </p:nvSpPr>
            <p:spPr>
              <a:xfrm>
                <a:off x="4332" y="2498"/>
                <a:ext cx="41" cy="4"/>
              </a:xfrm>
              <a:prstGeom prst="rect">
                <a:avLst/>
              </a:prstGeom>
              <a:solidFill>
                <a:srgbClr val="706040"/>
              </a:solidFill>
              <a:ln>
                <a:noFill/>
                <a:miter lim="800000"/>
              </a:ln>
            </p:spPr>
          </p:sp>
          <p:sp>
            <p:nvSpPr>
              <p:cNvPr id="95773" name=""/>
              <p:cNvSpPr/>
              <p:nvPr/>
            </p:nvSpPr>
            <p:spPr>
              <a:xfrm>
                <a:off x="4371" y="2498"/>
                <a:ext cx="3" cy="9"/>
              </a:xfrm>
              <a:custGeom>
                <a:pathLst>
                  <a:path w="5" h="18">
                    <a:moveTo>
                      <a:pt x="0" y="0"/>
                    </a:moveTo>
                    <a:lnTo>
                      <a:pt x="5" y="16"/>
                    </a:lnTo>
                    <a:lnTo>
                      <a:pt x="0" y="18"/>
                    </a:lnTo>
                    <a:lnTo>
                      <a:pt x="0" y="2"/>
                    </a:lnTo>
                    <a:lnTo>
                      <a:pt x="0" y="0"/>
                    </a:lnTo>
                    <a:close/>
                  </a:path>
                </a:pathLst>
              </a:custGeom>
              <a:solidFill>
                <a:srgbClr val="706040"/>
              </a:solidFill>
              <a:ln>
                <a:noFill/>
                <a:round/>
              </a:ln>
            </p:spPr>
          </p:sp>
          <p:sp>
            <p:nvSpPr>
              <p:cNvPr id="95774" name=""/>
              <p:cNvSpPr/>
              <p:nvPr/>
            </p:nvSpPr>
            <p:spPr>
              <a:xfrm>
                <a:off x="4371" y="2510"/>
                <a:ext cx="3" cy="8"/>
              </a:xfrm>
              <a:prstGeom prst="rect">
                <a:avLst/>
              </a:prstGeom>
              <a:solidFill>
                <a:srgbClr val="706040"/>
              </a:solidFill>
              <a:ln>
                <a:noFill/>
                <a:miter lim="800000"/>
              </a:ln>
            </p:spPr>
          </p:sp>
          <p:sp>
            <p:nvSpPr>
              <p:cNvPr id="95775" name=""/>
              <p:cNvSpPr/>
              <p:nvPr/>
            </p:nvSpPr>
            <p:spPr>
              <a:xfrm>
                <a:off x="4332" y="2515"/>
                <a:ext cx="41" cy="3"/>
              </a:xfrm>
              <a:prstGeom prst="rect">
                <a:avLst/>
              </a:prstGeom>
              <a:solidFill>
                <a:srgbClr val="E0E0B0"/>
              </a:solidFill>
              <a:ln>
                <a:noFill/>
                <a:miter lim="800000"/>
              </a:ln>
            </p:spPr>
          </p:sp>
          <p:sp>
            <p:nvSpPr>
              <p:cNvPr id="95776" name=""/>
              <p:cNvSpPr/>
              <p:nvPr/>
            </p:nvSpPr>
            <p:spPr>
              <a:xfrm>
                <a:off x="4311" y="2504"/>
                <a:ext cx="3" cy="8"/>
              </a:xfrm>
              <a:custGeom>
                <a:pathLst>
                  <a:path w="7" h="16">
                    <a:moveTo>
                      <a:pt x="5" y="0"/>
                    </a:moveTo>
                    <a:lnTo>
                      <a:pt x="0" y="14"/>
                    </a:lnTo>
                    <a:lnTo>
                      <a:pt x="5" y="16"/>
                    </a:lnTo>
                    <a:lnTo>
                      <a:pt x="7" y="16"/>
                    </a:lnTo>
                    <a:lnTo>
                      <a:pt x="5" y="11"/>
                    </a:lnTo>
                    <a:lnTo>
                      <a:pt x="2" y="9"/>
                    </a:lnTo>
                    <a:lnTo>
                      <a:pt x="2" y="3"/>
                    </a:lnTo>
                    <a:lnTo>
                      <a:pt x="5" y="0"/>
                    </a:lnTo>
                    <a:close/>
                  </a:path>
                </a:pathLst>
              </a:custGeom>
              <a:solidFill>
                <a:srgbClr val="F0E0C0"/>
              </a:solidFill>
              <a:ln>
                <a:noFill/>
                <a:round/>
              </a:ln>
            </p:spPr>
          </p:sp>
          <p:sp>
            <p:nvSpPr>
              <p:cNvPr id="95777" name=""/>
              <p:cNvSpPr/>
              <p:nvPr/>
            </p:nvSpPr>
            <p:spPr>
              <a:xfrm>
                <a:off x="4336" y="2583"/>
                <a:ext cx="12" cy="4"/>
              </a:xfrm>
              <a:prstGeom prst="rect">
                <a:avLst/>
              </a:prstGeom>
              <a:solidFill>
                <a:srgbClr val="F0E0C0"/>
              </a:solidFill>
              <a:ln>
                <a:noFill/>
                <a:miter lim="800000"/>
              </a:ln>
            </p:spPr>
          </p:sp>
          <p:sp>
            <p:nvSpPr>
              <p:cNvPr id="95778" name=""/>
              <p:cNvSpPr/>
              <p:nvPr/>
            </p:nvSpPr>
            <p:spPr>
              <a:xfrm>
                <a:off x="4336" y="2563"/>
                <a:ext cx="71" cy="4"/>
              </a:xfrm>
              <a:prstGeom prst="rect">
                <a:avLst/>
              </a:prstGeom>
              <a:solidFill>
                <a:srgbClr val="706040"/>
              </a:solidFill>
              <a:ln>
                <a:noFill/>
                <a:miter lim="800000"/>
              </a:ln>
            </p:spPr>
          </p:sp>
          <p:sp>
            <p:nvSpPr>
              <p:cNvPr id="95779" name=""/>
              <p:cNvSpPr/>
              <p:nvPr/>
            </p:nvSpPr>
            <p:spPr>
              <a:xfrm>
                <a:off x="4336" y="2565"/>
                <a:ext cx="4" cy="22"/>
              </a:xfrm>
              <a:prstGeom prst="rect">
                <a:avLst/>
              </a:prstGeom>
              <a:solidFill>
                <a:srgbClr val="706040"/>
              </a:solidFill>
              <a:ln>
                <a:noFill/>
                <a:miter lim="800000"/>
              </a:ln>
            </p:spPr>
          </p:sp>
          <p:sp>
            <p:nvSpPr>
              <p:cNvPr id="95780" name=""/>
              <p:cNvSpPr/>
              <p:nvPr/>
            </p:nvSpPr>
            <p:spPr>
              <a:xfrm>
                <a:off x="4336" y="2576"/>
                <a:ext cx="71" cy="4"/>
              </a:xfrm>
              <a:prstGeom prst="rect">
                <a:avLst/>
              </a:prstGeom>
              <a:solidFill>
                <a:srgbClr val="706040"/>
              </a:solidFill>
              <a:ln>
                <a:noFill/>
                <a:miter lim="800000"/>
              </a:ln>
            </p:spPr>
          </p:sp>
          <p:sp>
            <p:nvSpPr>
              <p:cNvPr id="95781" name=""/>
              <p:cNvSpPr/>
              <p:nvPr/>
            </p:nvSpPr>
            <p:spPr>
              <a:xfrm>
                <a:off x="4291" y="2601"/>
                <a:ext cx="132" cy="21"/>
              </a:xfrm>
              <a:prstGeom prst="rect">
                <a:avLst/>
              </a:prstGeom>
              <a:solidFill>
                <a:srgbClr val="D0C0A0"/>
              </a:solidFill>
              <a:ln>
                <a:noFill/>
                <a:miter lim="800000"/>
              </a:ln>
            </p:spPr>
          </p:sp>
          <p:sp>
            <p:nvSpPr>
              <p:cNvPr id="95782" name=""/>
              <p:cNvSpPr/>
              <p:nvPr/>
            </p:nvSpPr>
            <p:spPr>
              <a:xfrm>
                <a:off x="4311" y="2603"/>
                <a:ext cx="93" cy="15"/>
              </a:xfrm>
              <a:custGeom>
                <a:pathLst>
                  <a:path w="186" h="30">
                    <a:moveTo>
                      <a:pt x="3" y="30"/>
                    </a:moveTo>
                    <a:lnTo>
                      <a:pt x="182" y="30"/>
                    </a:lnTo>
                    <a:lnTo>
                      <a:pt x="184" y="30"/>
                    </a:lnTo>
                    <a:lnTo>
                      <a:pt x="184" y="27"/>
                    </a:lnTo>
                    <a:lnTo>
                      <a:pt x="186" y="9"/>
                    </a:lnTo>
                    <a:lnTo>
                      <a:pt x="184" y="3"/>
                    </a:lnTo>
                    <a:lnTo>
                      <a:pt x="182" y="2"/>
                    </a:lnTo>
                    <a:lnTo>
                      <a:pt x="3" y="0"/>
                    </a:lnTo>
                    <a:lnTo>
                      <a:pt x="2" y="2"/>
                    </a:lnTo>
                    <a:lnTo>
                      <a:pt x="0" y="5"/>
                    </a:lnTo>
                    <a:lnTo>
                      <a:pt x="0" y="25"/>
                    </a:lnTo>
                    <a:lnTo>
                      <a:pt x="2" y="29"/>
                    </a:lnTo>
                    <a:lnTo>
                      <a:pt x="3" y="30"/>
                    </a:lnTo>
                    <a:close/>
                  </a:path>
                </a:pathLst>
              </a:custGeom>
              <a:solidFill>
                <a:srgbClr val="404040"/>
              </a:solidFill>
              <a:ln>
                <a:noFill/>
                <a:round/>
              </a:ln>
            </p:spPr>
          </p:sp>
          <p:sp>
            <p:nvSpPr>
              <p:cNvPr id="95783" name=""/>
              <p:cNvSpPr/>
              <p:nvPr/>
            </p:nvSpPr>
            <p:spPr>
              <a:xfrm>
                <a:off x="4353" y="2464"/>
                <a:ext cx="5" cy="4"/>
              </a:xfrm>
              <a:custGeom>
                <a:pathLst>
                  <a:path w="11" h="7">
                    <a:moveTo>
                      <a:pt x="7" y="0"/>
                    </a:moveTo>
                    <a:lnTo>
                      <a:pt x="11" y="0"/>
                    </a:lnTo>
                    <a:lnTo>
                      <a:pt x="11" y="7"/>
                    </a:lnTo>
                    <a:lnTo>
                      <a:pt x="0" y="7"/>
                    </a:lnTo>
                    <a:lnTo>
                      <a:pt x="7" y="0"/>
                    </a:lnTo>
                    <a:close/>
                  </a:path>
                </a:pathLst>
              </a:custGeom>
              <a:solidFill>
                <a:srgbClr val="C0C080"/>
              </a:solidFill>
              <a:ln>
                <a:noFill/>
                <a:round/>
              </a:ln>
            </p:spPr>
          </p:sp>
          <p:sp>
            <p:nvSpPr>
              <p:cNvPr id="95784" name=""/>
              <p:cNvSpPr/>
              <p:nvPr/>
            </p:nvSpPr>
            <p:spPr>
              <a:xfrm>
                <a:off x="4353" y="2464"/>
                <a:ext cx="3" cy="1"/>
              </a:xfrm>
              <a:custGeom>
                <a:pathLst>
                  <a:path w="5" h="1">
                    <a:moveTo>
                      <a:pt x="3" y="0"/>
                    </a:moveTo>
                    <a:lnTo>
                      <a:pt x="5" y="0"/>
                    </a:lnTo>
                    <a:lnTo>
                      <a:pt x="5" y="1"/>
                    </a:lnTo>
                    <a:lnTo>
                      <a:pt x="0" y="1"/>
                    </a:lnTo>
                    <a:lnTo>
                      <a:pt x="3" y="0"/>
                    </a:lnTo>
                  </a:path>
                </a:pathLst>
              </a:custGeom>
              <a:noFill/>
              <a:ln w="11113">
                <a:solidFill>
                  <a:srgbClr val="000000"/>
                </a:solidFill>
                <a:prstDash val="solid"/>
                <a:round/>
              </a:ln>
            </p:spPr>
          </p:sp>
          <p:sp>
            <p:nvSpPr>
              <p:cNvPr id="95785" name=""/>
              <p:cNvSpPr/>
              <p:nvPr/>
            </p:nvSpPr>
            <p:spPr>
              <a:xfrm>
                <a:off x="4304" y="2457"/>
                <a:ext cx="109" cy="19"/>
              </a:xfrm>
              <a:custGeom>
                <a:pathLst>
                  <a:path w="219" h="38">
                    <a:moveTo>
                      <a:pt x="17" y="0"/>
                    </a:moveTo>
                    <a:lnTo>
                      <a:pt x="205" y="0"/>
                    </a:lnTo>
                    <a:lnTo>
                      <a:pt x="208" y="2"/>
                    </a:lnTo>
                    <a:lnTo>
                      <a:pt x="210" y="2"/>
                    </a:lnTo>
                    <a:lnTo>
                      <a:pt x="214" y="6"/>
                    </a:lnTo>
                    <a:lnTo>
                      <a:pt x="215" y="7"/>
                    </a:lnTo>
                    <a:lnTo>
                      <a:pt x="217" y="11"/>
                    </a:lnTo>
                    <a:lnTo>
                      <a:pt x="219" y="13"/>
                    </a:lnTo>
                    <a:lnTo>
                      <a:pt x="219" y="16"/>
                    </a:lnTo>
                    <a:lnTo>
                      <a:pt x="219" y="22"/>
                    </a:lnTo>
                    <a:lnTo>
                      <a:pt x="219" y="25"/>
                    </a:lnTo>
                    <a:lnTo>
                      <a:pt x="217" y="27"/>
                    </a:lnTo>
                    <a:lnTo>
                      <a:pt x="215" y="31"/>
                    </a:lnTo>
                    <a:lnTo>
                      <a:pt x="214" y="34"/>
                    </a:lnTo>
                    <a:lnTo>
                      <a:pt x="210" y="36"/>
                    </a:lnTo>
                    <a:lnTo>
                      <a:pt x="208" y="38"/>
                    </a:lnTo>
                    <a:lnTo>
                      <a:pt x="205" y="38"/>
                    </a:lnTo>
                    <a:lnTo>
                      <a:pt x="203" y="38"/>
                    </a:lnTo>
                    <a:lnTo>
                      <a:pt x="17" y="38"/>
                    </a:lnTo>
                    <a:lnTo>
                      <a:pt x="15" y="38"/>
                    </a:lnTo>
                    <a:lnTo>
                      <a:pt x="11" y="38"/>
                    </a:lnTo>
                    <a:lnTo>
                      <a:pt x="8" y="36"/>
                    </a:lnTo>
                    <a:lnTo>
                      <a:pt x="6" y="34"/>
                    </a:lnTo>
                    <a:lnTo>
                      <a:pt x="2" y="29"/>
                    </a:lnTo>
                    <a:lnTo>
                      <a:pt x="0" y="25"/>
                    </a:lnTo>
                    <a:lnTo>
                      <a:pt x="0" y="24"/>
                    </a:lnTo>
                    <a:lnTo>
                      <a:pt x="0" y="22"/>
                    </a:lnTo>
                    <a:lnTo>
                      <a:pt x="0" y="16"/>
                    </a:lnTo>
                    <a:lnTo>
                      <a:pt x="0" y="15"/>
                    </a:lnTo>
                    <a:lnTo>
                      <a:pt x="0" y="13"/>
                    </a:lnTo>
                    <a:lnTo>
                      <a:pt x="2" y="9"/>
                    </a:lnTo>
                    <a:lnTo>
                      <a:pt x="4" y="6"/>
                    </a:lnTo>
                    <a:lnTo>
                      <a:pt x="8" y="2"/>
                    </a:lnTo>
                    <a:lnTo>
                      <a:pt x="11" y="2"/>
                    </a:lnTo>
                    <a:lnTo>
                      <a:pt x="17" y="0"/>
                    </a:lnTo>
                    <a:close/>
                  </a:path>
                </a:pathLst>
              </a:custGeom>
              <a:solidFill>
                <a:srgbClr val="F0E0C0"/>
              </a:solidFill>
              <a:ln>
                <a:noFill/>
                <a:round/>
              </a:ln>
            </p:spPr>
          </p:sp>
          <p:sp>
            <p:nvSpPr>
              <p:cNvPr id="95786" name=""/>
              <p:cNvSpPr/>
              <p:nvPr/>
            </p:nvSpPr>
            <p:spPr>
              <a:xfrm>
                <a:off x="4304" y="2457"/>
                <a:ext cx="106" cy="16"/>
              </a:xfrm>
              <a:custGeom>
                <a:pathLst>
                  <a:path w="214" h="33">
                    <a:moveTo>
                      <a:pt x="17" y="0"/>
                    </a:moveTo>
                    <a:lnTo>
                      <a:pt x="201" y="0"/>
                    </a:lnTo>
                    <a:lnTo>
                      <a:pt x="205" y="2"/>
                    </a:lnTo>
                    <a:lnTo>
                      <a:pt x="205" y="2"/>
                    </a:lnTo>
                    <a:lnTo>
                      <a:pt x="208" y="4"/>
                    </a:lnTo>
                    <a:lnTo>
                      <a:pt x="210" y="6"/>
                    </a:lnTo>
                    <a:lnTo>
                      <a:pt x="212" y="9"/>
                    </a:lnTo>
                    <a:lnTo>
                      <a:pt x="214" y="11"/>
                    </a:lnTo>
                    <a:lnTo>
                      <a:pt x="214" y="13"/>
                    </a:lnTo>
                    <a:lnTo>
                      <a:pt x="214" y="20"/>
                    </a:lnTo>
                    <a:lnTo>
                      <a:pt x="214" y="22"/>
                    </a:lnTo>
                    <a:lnTo>
                      <a:pt x="212" y="24"/>
                    </a:lnTo>
                    <a:lnTo>
                      <a:pt x="210" y="27"/>
                    </a:lnTo>
                    <a:lnTo>
                      <a:pt x="208" y="29"/>
                    </a:lnTo>
                    <a:lnTo>
                      <a:pt x="205" y="31"/>
                    </a:lnTo>
                    <a:lnTo>
                      <a:pt x="205" y="33"/>
                    </a:lnTo>
                    <a:lnTo>
                      <a:pt x="201" y="33"/>
                    </a:lnTo>
                    <a:lnTo>
                      <a:pt x="17" y="33"/>
                    </a:lnTo>
                    <a:lnTo>
                      <a:pt x="13" y="33"/>
                    </a:lnTo>
                    <a:lnTo>
                      <a:pt x="9" y="33"/>
                    </a:lnTo>
                    <a:lnTo>
                      <a:pt x="8" y="31"/>
                    </a:lnTo>
                    <a:lnTo>
                      <a:pt x="6" y="29"/>
                    </a:lnTo>
                    <a:lnTo>
                      <a:pt x="2" y="25"/>
                    </a:lnTo>
                    <a:lnTo>
                      <a:pt x="0" y="22"/>
                    </a:lnTo>
                    <a:lnTo>
                      <a:pt x="0" y="20"/>
                    </a:lnTo>
                    <a:lnTo>
                      <a:pt x="0" y="13"/>
                    </a:lnTo>
                    <a:lnTo>
                      <a:pt x="0" y="13"/>
                    </a:lnTo>
                    <a:lnTo>
                      <a:pt x="0" y="11"/>
                    </a:lnTo>
                    <a:lnTo>
                      <a:pt x="2" y="7"/>
                    </a:lnTo>
                    <a:lnTo>
                      <a:pt x="4" y="4"/>
                    </a:lnTo>
                    <a:lnTo>
                      <a:pt x="8" y="2"/>
                    </a:lnTo>
                    <a:lnTo>
                      <a:pt x="9" y="2"/>
                    </a:lnTo>
                    <a:lnTo>
                      <a:pt x="17" y="0"/>
                    </a:lnTo>
                  </a:path>
                </a:pathLst>
              </a:custGeom>
              <a:noFill/>
              <a:ln w="11113">
                <a:solidFill>
                  <a:srgbClr val="808060"/>
                </a:solidFill>
                <a:prstDash val="solid"/>
                <a:round/>
              </a:ln>
            </p:spPr>
          </p:sp>
          <p:sp>
            <p:nvSpPr>
              <p:cNvPr id="95787" name=""/>
              <p:cNvSpPr/>
              <p:nvPr/>
            </p:nvSpPr>
            <p:spPr>
              <a:xfrm>
                <a:off x="4305" y="2458"/>
                <a:ext cx="60" cy="17"/>
              </a:xfrm>
              <a:custGeom>
                <a:pathLst>
                  <a:path w="122" h="34">
                    <a:moveTo>
                      <a:pt x="20" y="0"/>
                    </a:moveTo>
                    <a:lnTo>
                      <a:pt x="102" y="0"/>
                    </a:lnTo>
                    <a:lnTo>
                      <a:pt x="106" y="0"/>
                    </a:lnTo>
                    <a:lnTo>
                      <a:pt x="111" y="2"/>
                    </a:lnTo>
                    <a:lnTo>
                      <a:pt x="115" y="2"/>
                    </a:lnTo>
                    <a:lnTo>
                      <a:pt x="117" y="4"/>
                    </a:lnTo>
                    <a:lnTo>
                      <a:pt x="120" y="5"/>
                    </a:lnTo>
                    <a:lnTo>
                      <a:pt x="120" y="7"/>
                    </a:lnTo>
                    <a:lnTo>
                      <a:pt x="122" y="9"/>
                    </a:lnTo>
                    <a:lnTo>
                      <a:pt x="122" y="11"/>
                    </a:lnTo>
                    <a:lnTo>
                      <a:pt x="122" y="13"/>
                    </a:lnTo>
                    <a:lnTo>
                      <a:pt x="122" y="22"/>
                    </a:lnTo>
                    <a:lnTo>
                      <a:pt x="122" y="25"/>
                    </a:lnTo>
                    <a:lnTo>
                      <a:pt x="120" y="29"/>
                    </a:lnTo>
                    <a:lnTo>
                      <a:pt x="118" y="31"/>
                    </a:lnTo>
                    <a:lnTo>
                      <a:pt x="115" y="32"/>
                    </a:lnTo>
                    <a:lnTo>
                      <a:pt x="111" y="34"/>
                    </a:lnTo>
                    <a:lnTo>
                      <a:pt x="104" y="34"/>
                    </a:lnTo>
                    <a:lnTo>
                      <a:pt x="102" y="34"/>
                    </a:lnTo>
                    <a:lnTo>
                      <a:pt x="20" y="34"/>
                    </a:lnTo>
                    <a:lnTo>
                      <a:pt x="16" y="34"/>
                    </a:lnTo>
                    <a:lnTo>
                      <a:pt x="13" y="34"/>
                    </a:lnTo>
                    <a:lnTo>
                      <a:pt x="9" y="32"/>
                    </a:lnTo>
                    <a:lnTo>
                      <a:pt x="6" y="31"/>
                    </a:lnTo>
                    <a:lnTo>
                      <a:pt x="4" y="29"/>
                    </a:lnTo>
                    <a:lnTo>
                      <a:pt x="2" y="25"/>
                    </a:lnTo>
                    <a:lnTo>
                      <a:pt x="0" y="23"/>
                    </a:lnTo>
                    <a:lnTo>
                      <a:pt x="0" y="22"/>
                    </a:lnTo>
                    <a:lnTo>
                      <a:pt x="0" y="13"/>
                    </a:lnTo>
                    <a:lnTo>
                      <a:pt x="0" y="11"/>
                    </a:lnTo>
                    <a:lnTo>
                      <a:pt x="2" y="9"/>
                    </a:lnTo>
                    <a:lnTo>
                      <a:pt x="2" y="7"/>
                    </a:lnTo>
                    <a:lnTo>
                      <a:pt x="2" y="5"/>
                    </a:lnTo>
                    <a:lnTo>
                      <a:pt x="4" y="5"/>
                    </a:lnTo>
                    <a:lnTo>
                      <a:pt x="6" y="4"/>
                    </a:lnTo>
                    <a:lnTo>
                      <a:pt x="7" y="2"/>
                    </a:lnTo>
                    <a:lnTo>
                      <a:pt x="13" y="0"/>
                    </a:lnTo>
                    <a:lnTo>
                      <a:pt x="20" y="0"/>
                    </a:lnTo>
                    <a:close/>
                  </a:path>
                </a:pathLst>
              </a:custGeom>
              <a:solidFill>
                <a:srgbClr val="F0E0C0"/>
              </a:solidFill>
              <a:ln>
                <a:noFill/>
                <a:round/>
              </a:ln>
            </p:spPr>
          </p:sp>
          <p:sp>
            <p:nvSpPr>
              <p:cNvPr id="95788" name=""/>
              <p:cNvSpPr/>
              <p:nvPr/>
            </p:nvSpPr>
            <p:spPr>
              <a:xfrm>
                <a:off x="4305" y="2458"/>
                <a:ext cx="57" cy="14"/>
              </a:xfrm>
              <a:custGeom>
                <a:pathLst>
                  <a:path w="115" h="27">
                    <a:moveTo>
                      <a:pt x="18" y="0"/>
                    </a:moveTo>
                    <a:lnTo>
                      <a:pt x="97" y="0"/>
                    </a:lnTo>
                    <a:lnTo>
                      <a:pt x="100" y="0"/>
                    </a:lnTo>
                    <a:lnTo>
                      <a:pt x="106" y="2"/>
                    </a:lnTo>
                    <a:lnTo>
                      <a:pt x="108" y="2"/>
                    </a:lnTo>
                    <a:lnTo>
                      <a:pt x="109" y="4"/>
                    </a:lnTo>
                    <a:lnTo>
                      <a:pt x="113" y="5"/>
                    </a:lnTo>
                    <a:lnTo>
                      <a:pt x="113" y="5"/>
                    </a:lnTo>
                    <a:lnTo>
                      <a:pt x="115" y="7"/>
                    </a:lnTo>
                    <a:lnTo>
                      <a:pt x="115" y="9"/>
                    </a:lnTo>
                    <a:lnTo>
                      <a:pt x="115" y="11"/>
                    </a:lnTo>
                    <a:lnTo>
                      <a:pt x="115" y="16"/>
                    </a:lnTo>
                    <a:lnTo>
                      <a:pt x="115" y="20"/>
                    </a:lnTo>
                    <a:lnTo>
                      <a:pt x="113" y="23"/>
                    </a:lnTo>
                    <a:lnTo>
                      <a:pt x="111" y="23"/>
                    </a:lnTo>
                    <a:lnTo>
                      <a:pt x="108" y="25"/>
                    </a:lnTo>
                    <a:lnTo>
                      <a:pt x="106" y="27"/>
                    </a:lnTo>
                    <a:lnTo>
                      <a:pt x="99" y="27"/>
                    </a:lnTo>
                    <a:lnTo>
                      <a:pt x="18" y="27"/>
                    </a:lnTo>
                    <a:lnTo>
                      <a:pt x="15" y="27"/>
                    </a:lnTo>
                    <a:lnTo>
                      <a:pt x="11" y="27"/>
                    </a:lnTo>
                    <a:lnTo>
                      <a:pt x="9" y="25"/>
                    </a:lnTo>
                    <a:lnTo>
                      <a:pt x="6" y="23"/>
                    </a:lnTo>
                    <a:lnTo>
                      <a:pt x="4" y="23"/>
                    </a:lnTo>
                    <a:lnTo>
                      <a:pt x="2" y="20"/>
                    </a:lnTo>
                    <a:lnTo>
                      <a:pt x="0" y="18"/>
                    </a:lnTo>
                    <a:lnTo>
                      <a:pt x="0" y="11"/>
                    </a:lnTo>
                    <a:lnTo>
                      <a:pt x="0" y="9"/>
                    </a:lnTo>
                    <a:lnTo>
                      <a:pt x="2" y="7"/>
                    </a:lnTo>
                    <a:lnTo>
                      <a:pt x="2" y="5"/>
                    </a:lnTo>
                    <a:lnTo>
                      <a:pt x="2" y="5"/>
                    </a:lnTo>
                    <a:lnTo>
                      <a:pt x="4" y="5"/>
                    </a:lnTo>
                    <a:lnTo>
                      <a:pt x="6" y="4"/>
                    </a:lnTo>
                    <a:lnTo>
                      <a:pt x="7" y="2"/>
                    </a:lnTo>
                    <a:lnTo>
                      <a:pt x="18" y="0"/>
                    </a:lnTo>
                  </a:path>
                </a:pathLst>
              </a:custGeom>
              <a:noFill/>
              <a:ln w="11113">
                <a:solidFill>
                  <a:srgbClr val="C0C0C0"/>
                </a:solidFill>
                <a:prstDash val="solid"/>
                <a:round/>
              </a:ln>
            </p:spPr>
          </p:sp>
          <p:sp>
            <p:nvSpPr>
              <p:cNvPr id="95789" name=""/>
              <p:cNvSpPr/>
              <p:nvPr/>
            </p:nvSpPr>
            <p:spPr>
              <a:xfrm>
                <a:off x="4353" y="2463"/>
                <a:ext cx="5" cy="5"/>
              </a:xfrm>
              <a:custGeom>
                <a:pathLst>
                  <a:path w="11" h="11">
                    <a:moveTo>
                      <a:pt x="3" y="0"/>
                    </a:moveTo>
                    <a:lnTo>
                      <a:pt x="9" y="0"/>
                    </a:lnTo>
                    <a:lnTo>
                      <a:pt x="11" y="0"/>
                    </a:lnTo>
                    <a:lnTo>
                      <a:pt x="11" y="4"/>
                    </a:lnTo>
                    <a:lnTo>
                      <a:pt x="7" y="9"/>
                    </a:lnTo>
                    <a:lnTo>
                      <a:pt x="7" y="11"/>
                    </a:lnTo>
                    <a:lnTo>
                      <a:pt x="3" y="11"/>
                    </a:lnTo>
                    <a:lnTo>
                      <a:pt x="0" y="11"/>
                    </a:lnTo>
                    <a:lnTo>
                      <a:pt x="0" y="9"/>
                    </a:lnTo>
                    <a:lnTo>
                      <a:pt x="2" y="4"/>
                    </a:lnTo>
                    <a:lnTo>
                      <a:pt x="2" y="0"/>
                    </a:lnTo>
                    <a:lnTo>
                      <a:pt x="3" y="0"/>
                    </a:lnTo>
                    <a:lnTo>
                      <a:pt x="3" y="9"/>
                    </a:lnTo>
                    <a:lnTo>
                      <a:pt x="2" y="9"/>
                    </a:lnTo>
                    <a:lnTo>
                      <a:pt x="3" y="4"/>
                    </a:lnTo>
                    <a:lnTo>
                      <a:pt x="7" y="4"/>
                    </a:lnTo>
                    <a:lnTo>
                      <a:pt x="3" y="9"/>
                    </a:lnTo>
                    <a:lnTo>
                      <a:pt x="3" y="0"/>
                    </a:lnTo>
                    <a:close/>
                  </a:path>
                </a:pathLst>
              </a:custGeom>
              <a:solidFill>
                <a:srgbClr val="C0C080"/>
              </a:solidFill>
              <a:ln>
                <a:noFill/>
                <a:round/>
              </a:ln>
            </p:spPr>
          </p:sp>
          <p:sp>
            <p:nvSpPr>
              <p:cNvPr id="95790" name=""/>
              <p:cNvSpPr/>
              <p:nvPr/>
            </p:nvSpPr>
            <p:spPr>
              <a:xfrm>
                <a:off x="4309" y="2466"/>
                <a:ext cx="49" cy="4"/>
              </a:xfrm>
              <a:custGeom>
                <a:pathLst>
                  <a:path w="99" h="7">
                    <a:moveTo>
                      <a:pt x="0" y="0"/>
                    </a:moveTo>
                    <a:lnTo>
                      <a:pt x="99" y="0"/>
                    </a:lnTo>
                    <a:lnTo>
                      <a:pt x="97" y="7"/>
                    </a:lnTo>
                    <a:lnTo>
                      <a:pt x="0" y="7"/>
                    </a:lnTo>
                    <a:lnTo>
                      <a:pt x="0" y="0"/>
                    </a:lnTo>
                    <a:close/>
                  </a:path>
                </a:pathLst>
              </a:custGeom>
              <a:solidFill>
                <a:srgbClr val="FF6000"/>
              </a:solidFill>
              <a:ln>
                <a:noFill/>
                <a:round/>
              </a:ln>
            </p:spPr>
          </p:sp>
          <p:sp>
            <p:nvSpPr>
              <p:cNvPr id="95791" name=""/>
              <p:cNvSpPr/>
              <p:nvPr/>
            </p:nvSpPr>
            <p:spPr>
              <a:xfrm>
                <a:off x="4347" y="2463"/>
                <a:ext cx="7" cy="5"/>
              </a:xfrm>
              <a:custGeom>
                <a:pathLst>
                  <a:path w="15" h="11">
                    <a:moveTo>
                      <a:pt x="0" y="11"/>
                    </a:moveTo>
                    <a:lnTo>
                      <a:pt x="9" y="0"/>
                    </a:lnTo>
                    <a:lnTo>
                      <a:pt x="15" y="0"/>
                    </a:lnTo>
                    <a:lnTo>
                      <a:pt x="13" y="11"/>
                    </a:lnTo>
                    <a:lnTo>
                      <a:pt x="9" y="11"/>
                    </a:lnTo>
                    <a:lnTo>
                      <a:pt x="9" y="9"/>
                    </a:lnTo>
                    <a:lnTo>
                      <a:pt x="8" y="9"/>
                    </a:lnTo>
                    <a:lnTo>
                      <a:pt x="9" y="5"/>
                    </a:lnTo>
                    <a:lnTo>
                      <a:pt x="9" y="4"/>
                    </a:lnTo>
                    <a:lnTo>
                      <a:pt x="6" y="11"/>
                    </a:lnTo>
                    <a:lnTo>
                      <a:pt x="0" y="11"/>
                    </a:lnTo>
                    <a:close/>
                  </a:path>
                </a:pathLst>
              </a:custGeom>
              <a:solidFill>
                <a:srgbClr val="C0C080"/>
              </a:solidFill>
              <a:ln>
                <a:noFill/>
                <a:round/>
              </a:ln>
            </p:spPr>
          </p:sp>
          <p:sp>
            <p:nvSpPr>
              <p:cNvPr id="95792" name=""/>
              <p:cNvSpPr/>
              <p:nvPr/>
            </p:nvSpPr>
            <p:spPr>
              <a:xfrm>
                <a:off x="4346" y="2463"/>
                <a:ext cx="6" cy="5"/>
              </a:xfrm>
              <a:custGeom>
                <a:pathLst>
                  <a:path w="12" h="11">
                    <a:moveTo>
                      <a:pt x="0" y="11"/>
                    </a:moveTo>
                    <a:lnTo>
                      <a:pt x="5" y="4"/>
                    </a:lnTo>
                    <a:lnTo>
                      <a:pt x="7" y="0"/>
                    </a:lnTo>
                    <a:lnTo>
                      <a:pt x="12" y="0"/>
                    </a:lnTo>
                    <a:lnTo>
                      <a:pt x="12" y="4"/>
                    </a:lnTo>
                    <a:lnTo>
                      <a:pt x="12" y="5"/>
                    </a:lnTo>
                    <a:lnTo>
                      <a:pt x="10" y="5"/>
                    </a:lnTo>
                    <a:lnTo>
                      <a:pt x="10" y="9"/>
                    </a:lnTo>
                    <a:lnTo>
                      <a:pt x="7" y="9"/>
                    </a:lnTo>
                    <a:lnTo>
                      <a:pt x="5" y="9"/>
                    </a:lnTo>
                    <a:lnTo>
                      <a:pt x="7" y="5"/>
                    </a:lnTo>
                    <a:lnTo>
                      <a:pt x="10" y="4"/>
                    </a:lnTo>
                    <a:lnTo>
                      <a:pt x="7" y="4"/>
                    </a:lnTo>
                    <a:lnTo>
                      <a:pt x="1" y="11"/>
                    </a:lnTo>
                    <a:lnTo>
                      <a:pt x="0" y="11"/>
                    </a:lnTo>
                    <a:close/>
                  </a:path>
                </a:pathLst>
              </a:custGeom>
              <a:solidFill>
                <a:srgbClr val="C0C080"/>
              </a:solidFill>
              <a:ln>
                <a:noFill/>
                <a:round/>
              </a:ln>
            </p:spPr>
          </p:sp>
          <p:sp>
            <p:nvSpPr>
              <p:cNvPr id="95793" name=""/>
              <p:cNvSpPr/>
              <p:nvPr/>
            </p:nvSpPr>
            <p:spPr>
              <a:xfrm>
                <a:off x="4340" y="2463"/>
                <a:ext cx="8" cy="5"/>
              </a:xfrm>
              <a:custGeom>
                <a:pathLst>
                  <a:path w="14" h="11">
                    <a:moveTo>
                      <a:pt x="0" y="11"/>
                    </a:moveTo>
                    <a:lnTo>
                      <a:pt x="3" y="4"/>
                    </a:lnTo>
                    <a:lnTo>
                      <a:pt x="5" y="0"/>
                    </a:lnTo>
                    <a:lnTo>
                      <a:pt x="12" y="0"/>
                    </a:lnTo>
                    <a:lnTo>
                      <a:pt x="14" y="0"/>
                    </a:lnTo>
                    <a:lnTo>
                      <a:pt x="14" y="4"/>
                    </a:lnTo>
                    <a:lnTo>
                      <a:pt x="11" y="11"/>
                    </a:lnTo>
                    <a:lnTo>
                      <a:pt x="9" y="11"/>
                    </a:lnTo>
                    <a:lnTo>
                      <a:pt x="12" y="4"/>
                    </a:lnTo>
                    <a:lnTo>
                      <a:pt x="11" y="4"/>
                    </a:lnTo>
                    <a:lnTo>
                      <a:pt x="5" y="11"/>
                    </a:lnTo>
                    <a:lnTo>
                      <a:pt x="3" y="11"/>
                    </a:lnTo>
                    <a:lnTo>
                      <a:pt x="9" y="4"/>
                    </a:lnTo>
                    <a:lnTo>
                      <a:pt x="5" y="4"/>
                    </a:lnTo>
                    <a:lnTo>
                      <a:pt x="2" y="11"/>
                    </a:lnTo>
                    <a:lnTo>
                      <a:pt x="0" y="11"/>
                    </a:lnTo>
                    <a:close/>
                  </a:path>
                </a:pathLst>
              </a:custGeom>
              <a:solidFill>
                <a:srgbClr val="C0C080"/>
              </a:solidFill>
              <a:ln>
                <a:noFill/>
                <a:round/>
              </a:ln>
            </p:spPr>
          </p:sp>
          <p:sp>
            <p:nvSpPr>
              <p:cNvPr id="95794" name=""/>
              <p:cNvSpPr/>
              <p:nvPr/>
            </p:nvSpPr>
            <p:spPr>
              <a:xfrm>
                <a:off x="4338" y="2463"/>
                <a:ext cx="5" cy="5"/>
              </a:xfrm>
              <a:custGeom>
                <a:pathLst>
                  <a:path w="11" h="11">
                    <a:moveTo>
                      <a:pt x="4" y="0"/>
                    </a:moveTo>
                    <a:lnTo>
                      <a:pt x="9" y="0"/>
                    </a:lnTo>
                    <a:lnTo>
                      <a:pt x="11" y="0"/>
                    </a:lnTo>
                    <a:lnTo>
                      <a:pt x="11" y="4"/>
                    </a:lnTo>
                    <a:lnTo>
                      <a:pt x="9" y="9"/>
                    </a:lnTo>
                    <a:lnTo>
                      <a:pt x="8" y="11"/>
                    </a:lnTo>
                    <a:lnTo>
                      <a:pt x="4" y="11"/>
                    </a:lnTo>
                    <a:lnTo>
                      <a:pt x="2" y="11"/>
                    </a:lnTo>
                    <a:lnTo>
                      <a:pt x="0" y="11"/>
                    </a:lnTo>
                    <a:lnTo>
                      <a:pt x="0" y="9"/>
                    </a:lnTo>
                    <a:lnTo>
                      <a:pt x="2" y="4"/>
                    </a:lnTo>
                    <a:lnTo>
                      <a:pt x="4" y="0"/>
                    </a:lnTo>
                    <a:lnTo>
                      <a:pt x="4" y="9"/>
                    </a:lnTo>
                    <a:lnTo>
                      <a:pt x="2" y="9"/>
                    </a:lnTo>
                    <a:lnTo>
                      <a:pt x="4" y="4"/>
                    </a:lnTo>
                    <a:lnTo>
                      <a:pt x="9" y="4"/>
                    </a:lnTo>
                    <a:lnTo>
                      <a:pt x="4" y="9"/>
                    </a:lnTo>
                    <a:lnTo>
                      <a:pt x="4" y="0"/>
                    </a:lnTo>
                    <a:close/>
                  </a:path>
                </a:pathLst>
              </a:custGeom>
              <a:solidFill>
                <a:srgbClr val="C0C080"/>
              </a:solidFill>
              <a:ln>
                <a:noFill/>
                <a:round/>
              </a:ln>
            </p:spPr>
          </p:sp>
          <p:sp>
            <p:nvSpPr>
              <p:cNvPr id="95795" name=""/>
              <p:cNvSpPr/>
              <p:nvPr/>
            </p:nvSpPr>
            <p:spPr>
              <a:xfrm>
                <a:off x="4333" y="2463"/>
                <a:ext cx="7" cy="5"/>
              </a:xfrm>
              <a:custGeom>
                <a:pathLst>
                  <a:path w="12" h="11">
                    <a:moveTo>
                      <a:pt x="12" y="0"/>
                    </a:moveTo>
                    <a:lnTo>
                      <a:pt x="7" y="0"/>
                    </a:lnTo>
                    <a:lnTo>
                      <a:pt x="5" y="0"/>
                    </a:lnTo>
                    <a:lnTo>
                      <a:pt x="5" y="4"/>
                    </a:lnTo>
                    <a:lnTo>
                      <a:pt x="0" y="9"/>
                    </a:lnTo>
                    <a:lnTo>
                      <a:pt x="0" y="11"/>
                    </a:lnTo>
                    <a:lnTo>
                      <a:pt x="1" y="11"/>
                    </a:lnTo>
                    <a:lnTo>
                      <a:pt x="7" y="11"/>
                    </a:lnTo>
                    <a:lnTo>
                      <a:pt x="7" y="9"/>
                    </a:lnTo>
                    <a:lnTo>
                      <a:pt x="5" y="9"/>
                    </a:lnTo>
                    <a:lnTo>
                      <a:pt x="7" y="4"/>
                    </a:lnTo>
                    <a:lnTo>
                      <a:pt x="12" y="4"/>
                    </a:lnTo>
                    <a:lnTo>
                      <a:pt x="12" y="0"/>
                    </a:lnTo>
                    <a:close/>
                  </a:path>
                </a:pathLst>
              </a:custGeom>
              <a:solidFill>
                <a:srgbClr val="C0C080"/>
              </a:solidFill>
              <a:ln>
                <a:noFill/>
                <a:round/>
              </a:ln>
            </p:spPr>
          </p:sp>
          <p:sp>
            <p:nvSpPr>
              <p:cNvPr id="95796" name=""/>
              <p:cNvSpPr/>
              <p:nvPr/>
            </p:nvSpPr>
            <p:spPr>
              <a:xfrm>
                <a:off x="4383" y="2458"/>
                <a:ext cx="8" cy="17"/>
              </a:xfrm>
              <a:custGeom>
                <a:pathLst>
                  <a:path w="14" h="34">
                    <a:moveTo>
                      <a:pt x="14" y="0"/>
                    </a:moveTo>
                    <a:lnTo>
                      <a:pt x="2" y="0"/>
                    </a:lnTo>
                    <a:lnTo>
                      <a:pt x="0" y="5"/>
                    </a:lnTo>
                    <a:lnTo>
                      <a:pt x="0" y="29"/>
                    </a:lnTo>
                    <a:lnTo>
                      <a:pt x="5" y="32"/>
                    </a:lnTo>
                    <a:lnTo>
                      <a:pt x="14" y="34"/>
                    </a:lnTo>
                    <a:lnTo>
                      <a:pt x="12" y="31"/>
                    </a:lnTo>
                    <a:lnTo>
                      <a:pt x="9" y="27"/>
                    </a:lnTo>
                    <a:lnTo>
                      <a:pt x="9" y="7"/>
                    </a:lnTo>
                    <a:lnTo>
                      <a:pt x="9" y="4"/>
                    </a:lnTo>
                    <a:lnTo>
                      <a:pt x="12" y="2"/>
                    </a:lnTo>
                    <a:lnTo>
                      <a:pt x="14" y="0"/>
                    </a:lnTo>
                    <a:close/>
                  </a:path>
                </a:pathLst>
              </a:custGeom>
              <a:solidFill>
                <a:srgbClr val="A0A070"/>
              </a:solidFill>
              <a:ln>
                <a:noFill/>
                <a:round/>
              </a:ln>
            </p:spPr>
          </p:sp>
          <p:sp>
            <p:nvSpPr>
              <p:cNvPr id="95797" name=""/>
              <p:cNvSpPr/>
              <p:nvPr/>
            </p:nvSpPr>
            <p:spPr>
              <a:xfrm>
                <a:off x="4386" y="2457"/>
                <a:ext cx="21" cy="18"/>
              </a:xfrm>
              <a:custGeom>
                <a:pathLst>
                  <a:path w="41" h="36">
                    <a:moveTo>
                      <a:pt x="7" y="36"/>
                    </a:moveTo>
                    <a:lnTo>
                      <a:pt x="34" y="36"/>
                    </a:lnTo>
                    <a:lnTo>
                      <a:pt x="36" y="36"/>
                    </a:lnTo>
                    <a:lnTo>
                      <a:pt x="38" y="34"/>
                    </a:lnTo>
                    <a:lnTo>
                      <a:pt x="40" y="33"/>
                    </a:lnTo>
                    <a:lnTo>
                      <a:pt x="40" y="31"/>
                    </a:lnTo>
                    <a:lnTo>
                      <a:pt x="41" y="31"/>
                    </a:lnTo>
                    <a:lnTo>
                      <a:pt x="41" y="27"/>
                    </a:lnTo>
                    <a:lnTo>
                      <a:pt x="41" y="25"/>
                    </a:lnTo>
                    <a:lnTo>
                      <a:pt x="41" y="11"/>
                    </a:lnTo>
                    <a:lnTo>
                      <a:pt x="41" y="9"/>
                    </a:lnTo>
                    <a:lnTo>
                      <a:pt x="40" y="6"/>
                    </a:lnTo>
                    <a:lnTo>
                      <a:pt x="40" y="4"/>
                    </a:lnTo>
                    <a:lnTo>
                      <a:pt x="38" y="2"/>
                    </a:lnTo>
                    <a:lnTo>
                      <a:pt x="34" y="0"/>
                    </a:lnTo>
                    <a:lnTo>
                      <a:pt x="7" y="0"/>
                    </a:lnTo>
                    <a:lnTo>
                      <a:pt x="4" y="2"/>
                    </a:lnTo>
                    <a:lnTo>
                      <a:pt x="2" y="4"/>
                    </a:lnTo>
                    <a:lnTo>
                      <a:pt x="2" y="6"/>
                    </a:lnTo>
                    <a:lnTo>
                      <a:pt x="0" y="9"/>
                    </a:lnTo>
                    <a:lnTo>
                      <a:pt x="0" y="11"/>
                    </a:lnTo>
                    <a:lnTo>
                      <a:pt x="0" y="25"/>
                    </a:lnTo>
                    <a:lnTo>
                      <a:pt x="0" y="27"/>
                    </a:lnTo>
                    <a:lnTo>
                      <a:pt x="0" y="31"/>
                    </a:lnTo>
                    <a:lnTo>
                      <a:pt x="2" y="31"/>
                    </a:lnTo>
                    <a:lnTo>
                      <a:pt x="2" y="33"/>
                    </a:lnTo>
                    <a:lnTo>
                      <a:pt x="4" y="34"/>
                    </a:lnTo>
                    <a:lnTo>
                      <a:pt x="7" y="36"/>
                    </a:lnTo>
                    <a:close/>
                  </a:path>
                </a:pathLst>
              </a:custGeom>
              <a:solidFill>
                <a:srgbClr val="505020"/>
              </a:solidFill>
              <a:ln>
                <a:noFill/>
                <a:round/>
              </a:ln>
            </p:spPr>
          </p:sp>
          <p:sp>
            <p:nvSpPr>
              <p:cNvPr id="95798" name=""/>
              <p:cNvSpPr/>
              <p:nvPr/>
            </p:nvSpPr>
            <p:spPr>
              <a:xfrm>
                <a:off x="4386" y="2458"/>
                <a:ext cx="21" cy="17"/>
              </a:xfrm>
              <a:custGeom>
                <a:pathLst>
                  <a:path w="41" h="34">
                    <a:moveTo>
                      <a:pt x="4" y="0"/>
                    </a:moveTo>
                    <a:lnTo>
                      <a:pt x="0" y="4"/>
                    </a:lnTo>
                    <a:lnTo>
                      <a:pt x="0" y="31"/>
                    </a:lnTo>
                    <a:lnTo>
                      <a:pt x="2" y="34"/>
                    </a:lnTo>
                    <a:lnTo>
                      <a:pt x="40" y="34"/>
                    </a:lnTo>
                    <a:lnTo>
                      <a:pt x="41" y="31"/>
                    </a:lnTo>
                    <a:lnTo>
                      <a:pt x="41" y="4"/>
                    </a:lnTo>
                    <a:lnTo>
                      <a:pt x="40" y="0"/>
                    </a:lnTo>
                    <a:lnTo>
                      <a:pt x="4" y="0"/>
                    </a:lnTo>
                    <a:close/>
                  </a:path>
                </a:pathLst>
              </a:custGeom>
              <a:solidFill>
                <a:srgbClr val="706040"/>
              </a:solidFill>
              <a:ln>
                <a:noFill/>
                <a:round/>
              </a:ln>
            </p:spPr>
          </p:sp>
          <p:sp>
            <p:nvSpPr>
              <p:cNvPr id="95799" name=""/>
              <p:cNvSpPr/>
              <p:nvPr/>
            </p:nvSpPr>
            <p:spPr>
              <a:xfrm>
                <a:off x="4387" y="2458"/>
                <a:ext cx="20" cy="17"/>
              </a:xfrm>
              <a:custGeom>
                <a:pathLst>
                  <a:path w="39" h="34">
                    <a:moveTo>
                      <a:pt x="4" y="0"/>
                    </a:moveTo>
                    <a:lnTo>
                      <a:pt x="0" y="2"/>
                    </a:lnTo>
                    <a:lnTo>
                      <a:pt x="0" y="31"/>
                    </a:lnTo>
                    <a:lnTo>
                      <a:pt x="2" y="34"/>
                    </a:lnTo>
                    <a:lnTo>
                      <a:pt x="38" y="34"/>
                    </a:lnTo>
                    <a:lnTo>
                      <a:pt x="39" y="31"/>
                    </a:lnTo>
                    <a:lnTo>
                      <a:pt x="39" y="4"/>
                    </a:lnTo>
                    <a:lnTo>
                      <a:pt x="38" y="0"/>
                    </a:lnTo>
                    <a:lnTo>
                      <a:pt x="4" y="0"/>
                    </a:lnTo>
                    <a:close/>
                  </a:path>
                </a:pathLst>
              </a:custGeom>
              <a:solidFill>
                <a:srgbClr val="808060"/>
              </a:solidFill>
              <a:ln>
                <a:noFill/>
                <a:round/>
              </a:ln>
            </p:spPr>
          </p:sp>
          <p:sp>
            <p:nvSpPr>
              <p:cNvPr id="95800" name=""/>
              <p:cNvSpPr/>
              <p:nvPr/>
            </p:nvSpPr>
            <p:spPr>
              <a:xfrm>
                <a:off x="4391" y="2460"/>
                <a:ext cx="14" cy="12"/>
              </a:xfrm>
              <a:custGeom>
                <a:pathLst>
                  <a:path w="29" h="23">
                    <a:moveTo>
                      <a:pt x="2" y="0"/>
                    </a:moveTo>
                    <a:lnTo>
                      <a:pt x="0" y="1"/>
                    </a:lnTo>
                    <a:lnTo>
                      <a:pt x="0" y="21"/>
                    </a:lnTo>
                    <a:lnTo>
                      <a:pt x="2" y="23"/>
                    </a:lnTo>
                    <a:lnTo>
                      <a:pt x="27" y="23"/>
                    </a:lnTo>
                    <a:lnTo>
                      <a:pt x="29" y="21"/>
                    </a:lnTo>
                    <a:lnTo>
                      <a:pt x="29" y="3"/>
                    </a:lnTo>
                    <a:lnTo>
                      <a:pt x="27" y="0"/>
                    </a:lnTo>
                    <a:lnTo>
                      <a:pt x="2" y="0"/>
                    </a:lnTo>
                    <a:close/>
                  </a:path>
                </a:pathLst>
              </a:custGeom>
              <a:solidFill>
                <a:srgbClr val="C0C080"/>
              </a:solidFill>
              <a:ln>
                <a:noFill/>
                <a:round/>
              </a:ln>
            </p:spPr>
          </p:sp>
          <p:sp>
            <p:nvSpPr>
              <p:cNvPr id="95801" name=""/>
              <p:cNvSpPr/>
              <p:nvPr/>
            </p:nvSpPr>
            <p:spPr>
              <a:xfrm>
                <a:off x="4392" y="2463"/>
                <a:ext cx="3" cy="3"/>
              </a:xfrm>
              <a:custGeom>
                <a:pathLst>
                  <a:path w="5" h="7">
                    <a:moveTo>
                      <a:pt x="3" y="0"/>
                    </a:moveTo>
                    <a:lnTo>
                      <a:pt x="3" y="2"/>
                    </a:lnTo>
                    <a:lnTo>
                      <a:pt x="3" y="2"/>
                    </a:lnTo>
                    <a:lnTo>
                      <a:pt x="5" y="4"/>
                    </a:lnTo>
                    <a:lnTo>
                      <a:pt x="5" y="4"/>
                    </a:lnTo>
                    <a:lnTo>
                      <a:pt x="3" y="5"/>
                    </a:lnTo>
                    <a:lnTo>
                      <a:pt x="3" y="7"/>
                    </a:lnTo>
                    <a:lnTo>
                      <a:pt x="2" y="7"/>
                    </a:lnTo>
                    <a:lnTo>
                      <a:pt x="0" y="5"/>
                    </a:lnTo>
                    <a:lnTo>
                      <a:pt x="0" y="4"/>
                    </a:lnTo>
                    <a:lnTo>
                      <a:pt x="0" y="4"/>
                    </a:lnTo>
                    <a:lnTo>
                      <a:pt x="0" y="2"/>
                    </a:lnTo>
                    <a:lnTo>
                      <a:pt x="2" y="2"/>
                    </a:lnTo>
                    <a:lnTo>
                      <a:pt x="3" y="0"/>
                    </a:lnTo>
                  </a:path>
                </a:pathLst>
              </a:custGeom>
              <a:noFill/>
              <a:ln w="11113">
                <a:solidFill>
                  <a:srgbClr val="000000"/>
                </a:solidFill>
                <a:prstDash val="solid"/>
                <a:round/>
              </a:ln>
            </p:spPr>
          </p:sp>
          <p:cxnSp>
            <p:nvCxnSpPr>
              <p:cNvPr id="95802" name=""/>
              <p:cNvCxnSpPr/>
              <p:nvPr/>
            </p:nvCxnSpPr>
            <p:spPr>
              <a:xfrm>
                <a:off x="4400" y="2463"/>
                <a:ext cx="1" cy="7"/>
              </a:xfrm>
              <a:prstGeom prst="line">
                <a:avLst/>
              </a:prstGeom>
              <a:noFill/>
              <a:ln w="11113">
                <a:solidFill>
                  <a:prstClr val="black"/>
                </a:solidFill>
                <a:miter lim="800000"/>
              </a:ln>
            </p:spPr>
          </p:cxnSp>
          <p:sp>
            <p:nvSpPr>
              <p:cNvPr id="95803" name=""/>
              <p:cNvSpPr/>
              <p:nvPr/>
            </p:nvSpPr>
            <p:spPr>
              <a:xfrm>
                <a:off x="4355" y="2457"/>
                <a:ext cx="52" cy="4"/>
              </a:xfrm>
              <a:prstGeom prst="rect">
                <a:avLst/>
              </a:prstGeom>
              <a:solidFill>
                <a:srgbClr val="808060"/>
              </a:solidFill>
              <a:ln>
                <a:noFill/>
                <a:miter lim="800000"/>
              </a:ln>
            </p:spPr>
          </p:sp>
          <p:sp>
            <p:nvSpPr>
              <p:cNvPr id="95804" name=""/>
              <p:cNvSpPr/>
              <p:nvPr/>
            </p:nvSpPr>
            <p:spPr>
              <a:xfrm>
                <a:off x="4355" y="2469"/>
                <a:ext cx="8" cy="7"/>
              </a:xfrm>
              <a:custGeom>
                <a:pathLst>
                  <a:path w="17" h="14">
                    <a:moveTo>
                      <a:pt x="0" y="9"/>
                    </a:moveTo>
                    <a:lnTo>
                      <a:pt x="0" y="14"/>
                    </a:lnTo>
                    <a:lnTo>
                      <a:pt x="6" y="14"/>
                    </a:lnTo>
                    <a:lnTo>
                      <a:pt x="9" y="10"/>
                    </a:lnTo>
                    <a:lnTo>
                      <a:pt x="11" y="5"/>
                    </a:lnTo>
                    <a:lnTo>
                      <a:pt x="15" y="3"/>
                    </a:lnTo>
                    <a:lnTo>
                      <a:pt x="17" y="0"/>
                    </a:lnTo>
                    <a:lnTo>
                      <a:pt x="15" y="0"/>
                    </a:lnTo>
                    <a:lnTo>
                      <a:pt x="8" y="5"/>
                    </a:lnTo>
                    <a:lnTo>
                      <a:pt x="6" y="9"/>
                    </a:lnTo>
                    <a:lnTo>
                      <a:pt x="0" y="9"/>
                    </a:lnTo>
                    <a:close/>
                  </a:path>
                </a:pathLst>
              </a:custGeom>
              <a:solidFill>
                <a:srgbClr val="808060"/>
              </a:solidFill>
              <a:ln>
                <a:noFill/>
                <a:round/>
              </a:ln>
            </p:spPr>
          </p:sp>
          <p:sp>
            <p:nvSpPr>
              <p:cNvPr id="95805" name=""/>
              <p:cNvSpPr/>
              <p:nvPr/>
            </p:nvSpPr>
            <p:spPr>
              <a:xfrm>
                <a:off x="4403" y="2457"/>
                <a:ext cx="10" cy="18"/>
              </a:xfrm>
              <a:custGeom>
                <a:pathLst>
                  <a:path w="20" h="36">
                    <a:moveTo>
                      <a:pt x="11" y="36"/>
                    </a:moveTo>
                    <a:lnTo>
                      <a:pt x="13" y="34"/>
                    </a:lnTo>
                    <a:lnTo>
                      <a:pt x="15" y="33"/>
                    </a:lnTo>
                    <a:lnTo>
                      <a:pt x="18" y="29"/>
                    </a:lnTo>
                    <a:lnTo>
                      <a:pt x="20" y="25"/>
                    </a:lnTo>
                    <a:lnTo>
                      <a:pt x="20" y="20"/>
                    </a:lnTo>
                    <a:lnTo>
                      <a:pt x="20" y="13"/>
                    </a:lnTo>
                    <a:lnTo>
                      <a:pt x="18" y="11"/>
                    </a:lnTo>
                    <a:lnTo>
                      <a:pt x="15" y="7"/>
                    </a:lnTo>
                    <a:lnTo>
                      <a:pt x="13" y="6"/>
                    </a:lnTo>
                    <a:lnTo>
                      <a:pt x="7" y="2"/>
                    </a:lnTo>
                    <a:lnTo>
                      <a:pt x="6" y="2"/>
                    </a:lnTo>
                    <a:lnTo>
                      <a:pt x="0" y="0"/>
                    </a:lnTo>
                    <a:lnTo>
                      <a:pt x="0" y="4"/>
                    </a:lnTo>
                    <a:lnTo>
                      <a:pt x="6" y="6"/>
                    </a:lnTo>
                    <a:lnTo>
                      <a:pt x="7" y="7"/>
                    </a:lnTo>
                    <a:lnTo>
                      <a:pt x="13" y="11"/>
                    </a:lnTo>
                    <a:lnTo>
                      <a:pt x="15" y="13"/>
                    </a:lnTo>
                    <a:lnTo>
                      <a:pt x="15" y="16"/>
                    </a:lnTo>
                    <a:lnTo>
                      <a:pt x="15" y="20"/>
                    </a:lnTo>
                    <a:lnTo>
                      <a:pt x="15" y="24"/>
                    </a:lnTo>
                    <a:lnTo>
                      <a:pt x="15" y="27"/>
                    </a:lnTo>
                    <a:lnTo>
                      <a:pt x="15" y="29"/>
                    </a:lnTo>
                    <a:lnTo>
                      <a:pt x="13" y="33"/>
                    </a:lnTo>
                    <a:lnTo>
                      <a:pt x="11" y="36"/>
                    </a:lnTo>
                    <a:close/>
                  </a:path>
                </a:pathLst>
              </a:custGeom>
              <a:solidFill>
                <a:srgbClr val="808060"/>
              </a:solidFill>
              <a:ln>
                <a:noFill/>
                <a:round/>
              </a:ln>
            </p:spPr>
          </p:sp>
          <p:sp>
            <p:nvSpPr>
              <p:cNvPr id="95806" name=""/>
              <p:cNvSpPr/>
              <p:nvPr/>
            </p:nvSpPr>
            <p:spPr>
              <a:xfrm>
                <a:off x="4364" y="2457"/>
                <a:ext cx="21" cy="18"/>
              </a:xfrm>
              <a:custGeom>
                <a:pathLst>
                  <a:path w="43" h="36">
                    <a:moveTo>
                      <a:pt x="22" y="0"/>
                    </a:moveTo>
                    <a:lnTo>
                      <a:pt x="33" y="0"/>
                    </a:lnTo>
                    <a:lnTo>
                      <a:pt x="36" y="2"/>
                    </a:lnTo>
                    <a:lnTo>
                      <a:pt x="40" y="4"/>
                    </a:lnTo>
                    <a:lnTo>
                      <a:pt x="42" y="7"/>
                    </a:lnTo>
                    <a:lnTo>
                      <a:pt x="42" y="11"/>
                    </a:lnTo>
                    <a:lnTo>
                      <a:pt x="43" y="15"/>
                    </a:lnTo>
                    <a:lnTo>
                      <a:pt x="43" y="16"/>
                    </a:lnTo>
                    <a:lnTo>
                      <a:pt x="43" y="22"/>
                    </a:lnTo>
                    <a:lnTo>
                      <a:pt x="43" y="25"/>
                    </a:lnTo>
                    <a:lnTo>
                      <a:pt x="42" y="27"/>
                    </a:lnTo>
                    <a:lnTo>
                      <a:pt x="42" y="31"/>
                    </a:lnTo>
                    <a:lnTo>
                      <a:pt x="38" y="34"/>
                    </a:lnTo>
                    <a:lnTo>
                      <a:pt x="36" y="36"/>
                    </a:lnTo>
                    <a:lnTo>
                      <a:pt x="34" y="36"/>
                    </a:lnTo>
                    <a:lnTo>
                      <a:pt x="33" y="36"/>
                    </a:lnTo>
                    <a:lnTo>
                      <a:pt x="0" y="36"/>
                    </a:lnTo>
                    <a:lnTo>
                      <a:pt x="22" y="0"/>
                    </a:lnTo>
                    <a:close/>
                  </a:path>
                </a:pathLst>
              </a:custGeom>
              <a:solidFill>
                <a:srgbClr val="C0C080"/>
              </a:solidFill>
              <a:ln>
                <a:noFill/>
                <a:round/>
              </a:ln>
            </p:spPr>
          </p:sp>
          <p:sp>
            <p:nvSpPr>
              <p:cNvPr id="95807" name=""/>
              <p:cNvSpPr/>
              <p:nvPr/>
            </p:nvSpPr>
            <p:spPr>
              <a:xfrm>
                <a:off x="4373" y="2457"/>
                <a:ext cx="7" cy="4"/>
              </a:xfrm>
              <a:custGeom>
                <a:pathLst>
                  <a:path w="15" h="7">
                    <a:moveTo>
                      <a:pt x="15" y="0"/>
                    </a:moveTo>
                    <a:lnTo>
                      <a:pt x="0" y="0"/>
                    </a:lnTo>
                    <a:lnTo>
                      <a:pt x="15" y="7"/>
                    </a:lnTo>
                    <a:lnTo>
                      <a:pt x="15" y="0"/>
                    </a:lnTo>
                    <a:close/>
                  </a:path>
                </a:pathLst>
              </a:custGeom>
              <a:solidFill>
                <a:srgbClr val="808050"/>
              </a:solidFill>
              <a:ln>
                <a:noFill/>
                <a:round/>
              </a:ln>
            </p:spPr>
          </p:sp>
          <p:sp>
            <p:nvSpPr>
              <p:cNvPr id="95808" name=""/>
              <p:cNvSpPr/>
              <p:nvPr/>
            </p:nvSpPr>
            <p:spPr>
              <a:xfrm>
                <a:off x="4378" y="2457"/>
                <a:ext cx="7" cy="10"/>
              </a:xfrm>
              <a:custGeom>
                <a:pathLst>
                  <a:path w="14" h="20">
                    <a:moveTo>
                      <a:pt x="14" y="20"/>
                    </a:moveTo>
                    <a:lnTo>
                      <a:pt x="14" y="18"/>
                    </a:lnTo>
                    <a:lnTo>
                      <a:pt x="14" y="11"/>
                    </a:lnTo>
                    <a:lnTo>
                      <a:pt x="13" y="9"/>
                    </a:lnTo>
                    <a:lnTo>
                      <a:pt x="13" y="7"/>
                    </a:lnTo>
                    <a:lnTo>
                      <a:pt x="9" y="4"/>
                    </a:lnTo>
                    <a:lnTo>
                      <a:pt x="5" y="2"/>
                    </a:lnTo>
                    <a:lnTo>
                      <a:pt x="5" y="0"/>
                    </a:lnTo>
                    <a:lnTo>
                      <a:pt x="2" y="0"/>
                    </a:lnTo>
                    <a:lnTo>
                      <a:pt x="0" y="0"/>
                    </a:lnTo>
                    <a:lnTo>
                      <a:pt x="0" y="2"/>
                    </a:lnTo>
                    <a:lnTo>
                      <a:pt x="2" y="2"/>
                    </a:lnTo>
                    <a:lnTo>
                      <a:pt x="5" y="2"/>
                    </a:lnTo>
                    <a:lnTo>
                      <a:pt x="5" y="4"/>
                    </a:lnTo>
                    <a:lnTo>
                      <a:pt x="7" y="7"/>
                    </a:lnTo>
                    <a:lnTo>
                      <a:pt x="9" y="7"/>
                    </a:lnTo>
                    <a:lnTo>
                      <a:pt x="9" y="9"/>
                    </a:lnTo>
                    <a:lnTo>
                      <a:pt x="13" y="11"/>
                    </a:lnTo>
                    <a:lnTo>
                      <a:pt x="13" y="13"/>
                    </a:lnTo>
                    <a:lnTo>
                      <a:pt x="13" y="18"/>
                    </a:lnTo>
                    <a:lnTo>
                      <a:pt x="13" y="20"/>
                    </a:lnTo>
                    <a:lnTo>
                      <a:pt x="14" y="20"/>
                    </a:lnTo>
                    <a:close/>
                  </a:path>
                </a:pathLst>
              </a:custGeom>
              <a:solidFill>
                <a:srgbClr val="808050"/>
              </a:solidFill>
              <a:ln>
                <a:noFill/>
                <a:round/>
              </a:ln>
            </p:spPr>
          </p:sp>
          <p:sp>
            <p:nvSpPr>
              <p:cNvPr id="95809" name=""/>
              <p:cNvSpPr/>
              <p:nvPr/>
            </p:nvSpPr>
            <p:spPr>
              <a:xfrm>
                <a:off x="4383" y="2463"/>
                <a:ext cx="2" cy="6"/>
              </a:xfrm>
              <a:prstGeom prst="rect">
                <a:avLst/>
              </a:prstGeom>
              <a:solidFill>
                <a:srgbClr val="808050"/>
              </a:solidFill>
              <a:ln>
                <a:noFill/>
                <a:miter lim="800000"/>
              </a:ln>
            </p:spPr>
          </p:sp>
          <p:sp>
            <p:nvSpPr>
              <p:cNvPr id="95810" name=""/>
              <p:cNvSpPr/>
              <p:nvPr/>
            </p:nvSpPr>
            <p:spPr>
              <a:xfrm>
                <a:off x="4378" y="2466"/>
                <a:ext cx="7" cy="10"/>
              </a:xfrm>
              <a:custGeom>
                <a:pathLst>
                  <a:path w="14" h="20">
                    <a:moveTo>
                      <a:pt x="0" y="20"/>
                    </a:moveTo>
                    <a:lnTo>
                      <a:pt x="2" y="20"/>
                    </a:lnTo>
                    <a:lnTo>
                      <a:pt x="5" y="20"/>
                    </a:lnTo>
                    <a:lnTo>
                      <a:pt x="5" y="18"/>
                    </a:lnTo>
                    <a:lnTo>
                      <a:pt x="7" y="18"/>
                    </a:lnTo>
                    <a:lnTo>
                      <a:pt x="9" y="16"/>
                    </a:lnTo>
                    <a:lnTo>
                      <a:pt x="13" y="13"/>
                    </a:lnTo>
                    <a:lnTo>
                      <a:pt x="13" y="11"/>
                    </a:lnTo>
                    <a:lnTo>
                      <a:pt x="14" y="9"/>
                    </a:lnTo>
                    <a:lnTo>
                      <a:pt x="14" y="2"/>
                    </a:lnTo>
                    <a:lnTo>
                      <a:pt x="14" y="0"/>
                    </a:lnTo>
                    <a:lnTo>
                      <a:pt x="13" y="0"/>
                    </a:lnTo>
                    <a:lnTo>
                      <a:pt x="13" y="2"/>
                    </a:lnTo>
                    <a:lnTo>
                      <a:pt x="13" y="7"/>
                    </a:lnTo>
                    <a:lnTo>
                      <a:pt x="13" y="9"/>
                    </a:lnTo>
                    <a:lnTo>
                      <a:pt x="9" y="11"/>
                    </a:lnTo>
                    <a:lnTo>
                      <a:pt x="9" y="13"/>
                    </a:lnTo>
                    <a:lnTo>
                      <a:pt x="7" y="13"/>
                    </a:lnTo>
                    <a:lnTo>
                      <a:pt x="7" y="16"/>
                    </a:lnTo>
                    <a:lnTo>
                      <a:pt x="5" y="16"/>
                    </a:lnTo>
                    <a:lnTo>
                      <a:pt x="5" y="18"/>
                    </a:lnTo>
                    <a:lnTo>
                      <a:pt x="2" y="18"/>
                    </a:lnTo>
                    <a:lnTo>
                      <a:pt x="0" y="18"/>
                    </a:lnTo>
                    <a:lnTo>
                      <a:pt x="0" y="20"/>
                    </a:lnTo>
                    <a:close/>
                  </a:path>
                </a:pathLst>
              </a:custGeom>
              <a:solidFill>
                <a:srgbClr val="808050"/>
              </a:solidFill>
              <a:ln>
                <a:noFill/>
                <a:round/>
              </a:ln>
            </p:spPr>
          </p:sp>
          <p:sp>
            <p:nvSpPr>
              <p:cNvPr id="95811" name=""/>
              <p:cNvSpPr/>
              <p:nvPr/>
            </p:nvSpPr>
            <p:spPr>
              <a:xfrm>
                <a:off x="4373" y="2472"/>
                <a:ext cx="7" cy="4"/>
              </a:xfrm>
              <a:prstGeom prst="rect">
                <a:avLst/>
              </a:prstGeom>
              <a:solidFill>
                <a:srgbClr val="808050"/>
              </a:solidFill>
              <a:ln>
                <a:noFill/>
                <a:miter lim="800000"/>
              </a:ln>
            </p:spPr>
          </p:sp>
          <p:sp>
            <p:nvSpPr>
              <p:cNvPr id="95812" name=""/>
              <p:cNvSpPr/>
              <p:nvPr/>
            </p:nvSpPr>
            <p:spPr>
              <a:xfrm>
                <a:off x="4364" y="2472"/>
                <a:ext cx="11" cy="4"/>
              </a:xfrm>
              <a:custGeom>
                <a:pathLst>
                  <a:path w="24" h="9">
                    <a:moveTo>
                      <a:pt x="0" y="0"/>
                    </a:moveTo>
                    <a:lnTo>
                      <a:pt x="0" y="9"/>
                    </a:lnTo>
                    <a:lnTo>
                      <a:pt x="24" y="9"/>
                    </a:lnTo>
                    <a:lnTo>
                      <a:pt x="24" y="0"/>
                    </a:lnTo>
                    <a:lnTo>
                      <a:pt x="0" y="0"/>
                    </a:lnTo>
                    <a:lnTo>
                      <a:pt x="2" y="0"/>
                    </a:lnTo>
                    <a:lnTo>
                      <a:pt x="0" y="0"/>
                    </a:lnTo>
                    <a:lnTo>
                      <a:pt x="0" y="9"/>
                    </a:lnTo>
                    <a:lnTo>
                      <a:pt x="0" y="0"/>
                    </a:lnTo>
                    <a:close/>
                  </a:path>
                </a:pathLst>
              </a:custGeom>
              <a:solidFill>
                <a:srgbClr val="808050"/>
              </a:solidFill>
              <a:ln>
                <a:noFill/>
                <a:round/>
              </a:ln>
            </p:spPr>
          </p:sp>
          <p:sp>
            <p:nvSpPr>
              <p:cNvPr id="95813" name=""/>
              <p:cNvSpPr/>
              <p:nvPr/>
            </p:nvSpPr>
            <p:spPr>
              <a:xfrm>
                <a:off x="4362" y="2457"/>
                <a:ext cx="4" cy="18"/>
              </a:xfrm>
              <a:custGeom>
                <a:pathLst>
                  <a:path w="9" h="36">
                    <a:moveTo>
                      <a:pt x="5" y="0"/>
                    </a:moveTo>
                    <a:lnTo>
                      <a:pt x="0" y="0"/>
                    </a:lnTo>
                    <a:lnTo>
                      <a:pt x="5" y="36"/>
                    </a:lnTo>
                    <a:lnTo>
                      <a:pt x="9" y="36"/>
                    </a:lnTo>
                    <a:lnTo>
                      <a:pt x="5" y="0"/>
                    </a:lnTo>
                    <a:lnTo>
                      <a:pt x="5" y="2"/>
                    </a:lnTo>
                    <a:lnTo>
                      <a:pt x="5" y="0"/>
                    </a:lnTo>
                    <a:lnTo>
                      <a:pt x="0" y="0"/>
                    </a:lnTo>
                    <a:lnTo>
                      <a:pt x="5" y="0"/>
                    </a:lnTo>
                    <a:close/>
                  </a:path>
                </a:pathLst>
              </a:custGeom>
              <a:solidFill>
                <a:srgbClr val="808050"/>
              </a:solidFill>
              <a:ln>
                <a:noFill/>
                <a:round/>
              </a:ln>
            </p:spPr>
          </p:sp>
          <p:sp>
            <p:nvSpPr>
              <p:cNvPr id="95814" name=""/>
              <p:cNvSpPr/>
              <p:nvPr/>
            </p:nvSpPr>
            <p:spPr>
              <a:xfrm>
                <a:off x="4364" y="2457"/>
                <a:ext cx="11" cy="4"/>
              </a:xfrm>
              <a:custGeom>
                <a:pathLst>
                  <a:path w="24" h="7">
                    <a:moveTo>
                      <a:pt x="24" y="0"/>
                    </a:moveTo>
                    <a:lnTo>
                      <a:pt x="0" y="0"/>
                    </a:lnTo>
                    <a:lnTo>
                      <a:pt x="24" y="7"/>
                    </a:lnTo>
                    <a:lnTo>
                      <a:pt x="24" y="0"/>
                    </a:lnTo>
                    <a:close/>
                  </a:path>
                </a:pathLst>
              </a:custGeom>
              <a:solidFill>
                <a:srgbClr val="808050"/>
              </a:solidFill>
              <a:ln>
                <a:noFill/>
                <a:round/>
              </a:ln>
            </p:spPr>
          </p:sp>
          <p:sp>
            <p:nvSpPr>
              <p:cNvPr id="95815" name=""/>
              <p:cNvSpPr/>
              <p:nvPr/>
            </p:nvSpPr>
            <p:spPr>
              <a:xfrm>
                <a:off x="4371" y="2460"/>
                <a:ext cx="11" cy="15"/>
              </a:xfrm>
              <a:custGeom>
                <a:pathLst>
                  <a:path w="21" h="30">
                    <a:moveTo>
                      <a:pt x="12" y="0"/>
                    </a:moveTo>
                    <a:lnTo>
                      <a:pt x="0" y="27"/>
                    </a:lnTo>
                    <a:lnTo>
                      <a:pt x="0" y="30"/>
                    </a:lnTo>
                    <a:lnTo>
                      <a:pt x="7" y="30"/>
                    </a:lnTo>
                    <a:lnTo>
                      <a:pt x="7" y="27"/>
                    </a:lnTo>
                    <a:lnTo>
                      <a:pt x="21" y="0"/>
                    </a:lnTo>
                    <a:lnTo>
                      <a:pt x="12" y="0"/>
                    </a:lnTo>
                    <a:close/>
                  </a:path>
                </a:pathLst>
              </a:custGeom>
              <a:solidFill>
                <a:srgbClr val="E0E0B0"/>
              </a:solidFill>
              <a:ln>
                <a:noFill/>
                <a:round/>
              </a:ln>
            </p:spPr>
          </p:sp>
          <p:sp>
            <p:nvSpPr>
              <p:cNvPr id="95816" name=""/>
              <p:cNvSpPr/>
              <p:nvPr/>
            </p:nvSpPr>
            <p:spPr>
              <a:xfrm>
                <a:off x="4374" y="2460"/>
                <a:ext cx="10" cy="15"/>
              </a:xfrm>
              <a:custGeom>
                <a:pathLst>
                  <a:path w="20" h="30">
                    <a:moveTo>
                      <a:pt x="12" y="0"/>
                    </a:moveTo>
                    <a:lnTo>
                      <a:pt x="0" y="28"/>
                    </a:lnTo>
                    <a:lnTo>
                      <a:pt x="2" y="30"/>
                    </a:lnTo>
                    <a:lnTo>
                      <a:pt x="11" y="30"/>
                    </a:lnTo>
                    <a:lnTo>
                      <a:pt x="11" y="28"/>
                    </a:lnTo>
                    <a:lnTo>
                      <a:pt x="20" y="10"/>
                    </a:lnTo>
                    <a:lnTo>
                      <a:pt x="20" y="9"/>
                    </a:lnTo>
                    <a:lnTo>
                      <a:pt x="18" y="5"/>
                    </a:lnTo>
                    <a:lnTo>
                      <a:pt x="18" y="3"/>
                    </a:lnTo>
                    <a:lnTo>
                      <a:pt x="12" y="0"/>
                    </a:lnTo>
                    <a:close/>
                  </a:path>
                </a:pathLst>
              </a:custGeom>
              <a:solidFill>
                <a:srgbClr val="E0E0B0"/>
              </a:solidFill>
              <a:ln>
                <a:noFill/>
                <a:round/>
              </a:ln>
            </p:spPr>
          </p:sp>
          <p:sp>
            <p:nvSpPr>
              <p:cNvPr id="95817" name=""/>
              <p:cNvSpPr/>
              <p:nvPr/>
            </p:nvSpPr>
            <p:spPr>
              <a:xfrm>
                <a:off x="4377" y="2466"/>
                <a:ext cx="6" cy="6"/>
              </a:xfrm>
              <a:custGeom>
                <a:pathLst>
                  <a:path w="13" h="11">
                    <a:moveTo>
                      <a:pt x="13" y="0"/>
                    </a:moveTo>
                    <a:lnTo>
                      <a:pt x="13" y="4"/>
                    </a:lnTo>
                    <a:lnTo>
                      <a:pt x="13" y="4"/>
                    </a:lnTo>
                    <a:lnTo>
                      <a:pt x="11" y="7"/>
                    </a:lnTo>
                    <a:lnTo>
                      <a:pt x="9" y="9"/>
                    </a:lnTo>
                    <a:lnTo>
                      <a:pt x="4" y="11"/>
                    </a:lnTo>
                    <a:lnTo>
                      <a:pt x="0" y="11"/>
                    </a:lnTo>
                  </a:path>
                </a:pathLst>
              </a:custGeom>
              <a:noFill/>
              <a:ln w="11113">
                <a:solidFill>
                  <a:srgbClr val="F0E0C0"/>
                </a:solidFill>
                <a:prstDash val="solid"/>
                <a:round/>
              </a:ln>
            </p:spPr>
          </p:sp>
          <p:sp>
            <p:nvSpPr>
              <p:cNvPr id="95818" name=""/>
              <p:cNvSpPr/>
              <p:nvPr/>
            </p:nvSpPr>
            <p:spPr>
              <a:xfrm>
                <a:off x="4365" y="2458"/>
                <a:ext cx="15" cy="3"/>
              </a:xfrm>
              <a:custGeom>
                <a:pathLst>
                  <a:path w="29" h="5">
                    <a:moveTo>
                      <a:pt x="0" y="0"/>
                    </a:moveTo>
                    <a:lnTo>
                      <a:pt x="21" y="0"/>
                    </a:lnTo>
                    <a:lnTo>
                      <a:pt x="25" y="0"/>
                    </a:lnTo>
                    <a:lnTo>
                      <a:pt x="29" y="5"/>
                    </a:lnTo>
                  </a:path>
                </a:pathLst>
              </a:custGeom>
              <a:noFill/>
              <a:ln w="11113">
                <a:solidFill>
                  <a:srgbClr val="F0E0C0"/>
                </a:solidFill>
                <a:prstDash val="solid"/>
                <a:round/>
              </a:ln>
            </p:spPr>
          </p:sp>
          <p:sp>
            <p:nvSpPr>
              <p:cNvPr id="95819" name=""/>
              <p:cNvSpPr/>
              <p:nvPr/>
            </p:nvSpPr>
            <p:spPr>
              <a:xfrm>
                <a:off x="4365" y="2460"/>
                <a:ext cx="3" cy="15"/>
              </a:xfrm>
              <a:custGeom>
                <a:pathLst>
                  <a:path w="7" h="30">
                    <a:moveTo>
                      <a:pt x="4" y="0"/>
                    </a:moveTo>
                    <a:lnTo>
                      <a:pt x="7" y="3"/>
                    </a:lnTo>
                    <a:lnTo>
                      <a:pt x="7" y="16"/>
                    </a:lnTo>
                    <a:lnTo>
                      <a:pt x="7" y="27"/>
                    </a:lnTo>
                    <a:lnTo>
                      <a:pt x="4" y="30"/>
                    </a:lnTo>
                    <a:lnTo>
                      <a:pt x="0" y="21"/>
                    </a:lnTo>
                    <a:lnTo>
                      <a:pt x="0" y="16"/>
                    </a:lnTo>
                    <a:lnTo>
                      <a:pt x="0" y="3"/>
                    </a:lnTo>
                    <a:lnTo>
                      <a:pt x="4" y="1"/>
                    </a:lnTo>
                    <a:lnTo>
                      <a:pt x="4" y="0"/>
                    </a:lnTo>
                    <a:close/>
                  </a:path>
                </a:pathLst>
              </a:custGeom>
              <a:solidFill>
                <a:srgbClr val="706040"/>
              </a:solidFill>
              <a:ln>
                <a:noFill/>
                <a:round/>
              </a:ln>
            </p:spPr>
          </p:sp>
          <p:sp>
            <p:nvSpPr>
              <p:cNvPr id="95820" name=""/>
              <p:cNvSpPr/>
              <p:nvPr/>
            </p:nvSpPr>
            <p:spPr>
              <a:xfrm>
                <a:off x="4365" y="2460"/>
                <a:ext cx="11" cy="15"/>
              </a:xfrm>
              <a:custGeom>
                <a:pathLst>
                  <a:path w="23" h="30">
                    <a:moveTo>
                      <a:pt x="15" y="0"/>
                    </a:moveTo>
                    <a:lnTo>
                      <a:pt x="0" y="25"/>
                    </a:lnTo>
                    <a:lnTo>
                      <a:pt x="2" y="30"/>
                    </a:lnTo>
                    <a:lnTo>
                      <a:pt x="13" y="30"/>
                    </a:lnTo>
                    <a:lnTo>
                      <a:pt x="13" y="27"/>
                    </a:lnTo>
                    <a:lnTo>
                      <a:pt x="23" y="0"/>
                    </a:lnTo>
                    <a:lnTo>
                      <a:pt x="15" y="0"/>
                    </a:lnTo>
                    <a:close/>
                  </a:path>
                </a:pathLst>
              </a:custGeom>
              <a:solidFill>
                <a:srgbClr val="E0E0B0"/>
              </a:solidFill>
              <a:ln>
                <a:noFill/>
                <a:round/>
              </a:ln>
            </p:spPr>
          </p:sp>
        </p:grpSp>
        <p:pic>
          <p:nvPicPr>
            <p:cNvPr id="95822" name=""/>
            <p:cNvPicPr/>
            <p:nvPr/>
          </p:nvPicPr>
          <p:blipFill>
            <a:blip r:embed="rId5"/>
            <a:stretch>
              <a:fillRect/>
            </a:stretch>
          </p:blipFill>
          <p:spPr>
            <a:xfrm>
              <a:off x="4304" y="2461"/>
              <a:ext cx="69" cy="14"/>
            </a:xfrm>
            <a:prstGeom prst="rect">
              <a:avLst/>
            </a:prstGeom>
            <a:noFill/>
            <a:ln>
              <a:noFill/>
              <a:miter lim="800000"/>
            </a:ln>
          </p:spPr>
        </p:pic>
      </p:grpSp>
      <p:grpSp>
        <p:nvGrpSpPr>
          <p:cNvPr id="95966" name=""/>
          <p:cNvGrpSpPr/>
          <p:nvPr/>
        </p:nvGrpSpPr>
        <p:grpSpPr>
          <a:xfrm>
            <a:off x="7107238" y="3886200"/>
            <a:ext cx="303212" cy="619125"/>
            <a:chOff x="4477" y="2448"/>
            <a:chExt cx="191" cy="390"/>
          </a:xfrm>
        </p:grpSpPr>
        <p:grpSp>
          <p:nvGrpSpPr>
            <p:cNvPr id="95964" name=""/>
            <p:cNvGrpSpPr/>
            <p:nvPr/>
          </p:nvGrpSpPr>
          <p:grpSpPr>
            <a:xfrm>
              <a:off x="4477" y="2448"/>
              <a:ext cx="191" cy="390"/>
              <a:chOff x="4477" y="2448"/>
              <a:chExt cx="191" cy="390"/>
            </a:xfrm>
          </p:grpSpPr>
          <p:sp>
            <p:nvSpPr>
              <p:cNvPr id="95824" name=""/>
              <p:cNvSpPr/>
              <p:nvPr/>
            </p:nvSpPr>
            <p:spPr>
              <a:xfrm>
                <a:off x="4506" y="2618"/>
                <a:ext cx="132" cy="214"/>
              </a:xfrm>
              <a:custGeom>
                <a:pathLst>
                  <a:path w="263" h="427">
                    <a:moveTo>
                      <a:pt x="6" y="0"/>
                    </a:moveTo>
                    <a:lnTo>
                      <a:pt x="258" y="0"/>
                    </a:lnTo>
                    <a:lnTo>
                      <a:pt x="260" y="0"/>
                    </a:lnTo>
                    <a:lnTo>
                      <a:pt x="263" y="4"/>
                    </a:lnTo>
                    <a:lnTo>
                      <a:pt x="263" y="6"/>
                    </a:lnTo>
                    <a:lnTo>
                      <a:pt x="263" y="422"/>
                    </a:lnTo>
                    <a:lnTo>
                      <a:pt x="263" y="424"/>
                    </a:lnTo>
                    <a:lnTo>
                      <a:pt x="260" y="425"/>
                    </a:lnTo>
                    <a:lnTo>
                      <a:pt x="258" y="427"/>
                    </a:lnTo>
                    <a:lnTo>
                      <a:pt x="6" y="427"/>
                    </a:lnTo>
                    <a:lnTo>
                      <a:pt x="2" y="425"/>
                    </a:lnTo>
                    <a:lnTo>
                      <a:pt x="0" y="424"/>
                    </a:lnTo>
                    <a:lnTo>
                      <a:pt x="0" y="422"/>
                    </a:lnTo>
                    <a:lnTo>
                      <a:pt x="0" y="6"/>
                    </a:lnTo>
                    <a:lnTo>
                      <a:pt x="0" y="4"/>
                    </a:lnTo>
                    <a:lnTo>
                      <a:pt x="2" y="0"/>
                    </a:lnTo>
                    <a:lnTo>
                      <a:pt x="6" y="0"/>
                    </a:lnTo>
                    <a:close/>
                  </a:path>
                </a:pathLst>
              </a:custGeom>
              <a:solidFill>
                <a:srgbClr val="F0E0C0"/>
              </a:solidFill>
              <a:ln>
                <a:noFill/>
                <a:round/>
              </a:ln>
            </p:spPr>
          </p:sp>
          <p:sp>
            <p:nvSpPr>
              <p:cNvPr id="95825" name=""/>
              <p:cNvSpPr/>
              <p:nvPr/>
            </p:nvSpPr>
            <p:spPr>
              <a:xfrm>
                <a:off x="4506" y="2796"/>
                <a:ext cx="132" cy="7"/>
              </a:xfrm>
              <a:prstGeom prst="rect">
                <a:avLst/>
              </a:prstGeom>
              <a:solidFill>
                <a:srgbClr val="A0A080"/>
              </a:solidFill>
              <a:ln>
                <a:noFill/>
                <a:miter lim="800000"/>
              </a:ln>
            </p:spPr>
          </p:sp>
          <p:sp>
            <p:nvSpPr>
              <p:cNvPr id="95826" name=""/>
              <p:cNvSpPr/>
              <p:nvPr/>
            </p:nvSpPr>
            <p:spPr>
              <a:xfrm>
                <a:off x="4506" y="2791"/>
                <a:ext cx="132" cy="5"/>
              </a:xfrm>
              <a:prstGeom prst="rect">
                <a:avLst/>
              </a:prstGeom>
              <a:solidFill>
                <a:srgbClr val="A0A080"/>
              </a:solidFill>
              <a:ln>
                <a:noFill/>
                <a:miter lim="800000"/>
              </a:ln>
            </p:spPr>
          </p:sp>
          <p:sp>
            <p:nvSpPr>
              <p:cNvPr id="95827" name=""/>
              <p:cNvSpPr/>
              <p:nvPr/>
            </p:nvSpPr>
            <p:spPr>
              <a:xfrm>
                <a:off x="4506" y="2786"/>
                <a:ext cx="132" cy="4"/>
              </a:xfrm>
              <a:prstGeom prst="rect">
                <a:avLst/>
              </a:prstGeom>
              <a:solidFill>
                <a:srgbClr val="404040"/>
              </a:solidFill>
              <a:ln>
                <a:noFill/>
                <a:miter lim="800000"/>
              </a:ln>
            </p:spPr>
          </p:sp>
          <p:sp>
            <p:nvSpPr>
              <p:cNvPr id="95828" name=""/>
              <p:cNvSpPr/>
              <p:nvPr/>
            </p:nvSpPr>
            <p:spPr>
              <a:xfrm>
                <a:off x="4506" y="2786"/>
                <a:ext cx="132" cy="4"/>
              </a:xfrm>
              <a:prstGeom prst="rect">
                <a:avLst/>
              </a:prstGeom>
              <a:solidFill>
                <a:srgbClr val="A0A080"/>
              </a:solidFill>
              <a:ln>
                <a:noFill/>
                <a:miter lim="800000"/>
              </a:ln>
            </p:spPr>
          </p:sp>
          <p:sp>
            <p:nvSpPr>
              <p:cNvPr id="95829" name=""/>
              <p:cNvSpPr/>
              <p:nvPr/>
            </p:nvSpPr>
            <p:spPr>
              <a:xfrm>
                <a:off x="4506" y="2778"/>
                <a:ext cx="132" cy="5"/>
              </a:xfrm>
              <a:prstGeom prst="rect">
                <a:avLst/>
              </a:prstGeom>
              <a:solidFill>
                <a:srgbClr val="A0A080"/>
              </a:solidFill>
              <a:ln>
                <a:noFill/>
                <a:miter lim="800000"/>
              </a:ln>
            </p:spPr>
          </p:sp>
          <p:sp>
            <p:nvSpPr>
              <p:cNvPr id="95830" name=""/>
              <p:cNvSpPr/>
              <p:nvPr/>
            </p:nvSpPr>
            <p:spPr>
              <a:xfrm>
                <a:off x="4506" y="2773"/>
                <a:ext cx="132" cy="4"/>
              </a:xfrm>
              <a:prstGeom prst="rect">
                <a:avLst/>
              </a:prstGeom>
              <a:solidFill>
                <a:srgbClr val="A0A080"/>
              </a:solidFill>
              <a:ln>
                <a:noFill/>
                <a:miter lim="800000"/>
              </a:ln>
            </p:spPr>
          </p:sp>
          <p:sp>
            <p:nvSpPr>
              <p:cNvPr id="95831" name=""/>
              <p:cNvSpPr/>
              <p:nvPr/>
            </p:nvSpPr>
            <p:spPr>
              <a:xfrm>
                <a:off x="4506" y="2766"/>
                <a:ext cx="132" cy="4"/>
              </a:xfrm>
              <a:prstGeom prst="rect">
                <a:avLst/>
              </a:prstGeom>
              <a:solidFill>
                <a:srgbClr val="A0A080"/>
              </a:solidFill>
              <a:ln>
                <a:noFill/>
                <a:miter lim="800000"/>
              </a:ln>
            </p:spPr>
          </p:sp>
          <p:sp>
            <p:nvSpPr>
              <p:cNvPr id="95832" name=""/>
              <p:cNvSpPr/>
              <p:nvPr/>
            </p:nvSpPr>
            <p:spPr>
              <a:xfrm>
                <a:off x="4506" y="2760"/>
                <a:ext cx="132" cy="3"/>
              </a:xfrm>
              <a:prstGeom prst="rect">
                <a:avLst/>
              </a:prstGeom>
              <a:solidFill>
                <a:srgbClr val="A0A080"/>
              </a:solidFill>
              <a:ln>
                <a:noFill/>
                <a:miter lim="800000"/>
              </a:ln>
            </p:spPr>
          </p:sp>
          <p:sp>
            <p:nvSpPr>
              <p:cNvPr id="95833" name=""/>
              <p:cNvSpPr/>
              <p:nvPr/>
            </p:nvSpPr>
            <p:spPr>
              <a:xfrm>
                <a:off x="4506" y="2752"/>
                <a:ext cx="132" cy="5"/>
              </a:xfrm>
              <a:prstGeom prst="rect">
                <a:avLst/>
              </a:prstGeom>
              <a:solidFill>
                <a:srgbClr val="A0A080"/>
              </a:solidFill>
              <a:ln>
                <a:noFill/>
                <a:miter lim="800000"/>
              </a:ln>
            </p:spPr>
          </p:sp>
          <p:sp>
            <p:nvSpPr>
              <p:cNvPr id="95834" name=""/>
              <p:cNvSpPr/>
              <p:nvPr/>
            </p:nvSpPr>
            <p:spPr>
              <a:xfrm>
                <a:off x="4506" y="2746"/>
                <a:ext cx="132" cy="5"/>
              </a:xfrm>
              <a:prstGeom prst="rect">
                <a:avLst/>
              </a:prstGeom>
              <a:solidFill>
                <a:srgbClr val="A0A080"/>
              </a:solidFill>
              <a:ln>
                <a:noFill/>
                <a:miter lim="800000"/>
              </a:ln>
            </p:spPr>
          </p:sp>
          <p:sp>
            <p:nvSpPr>
              <p:cNvPr id="95835" name=""/>
              <p:cNvSpPr/>
              <p:nvPr/>
            </p:nvSpPr>
            <p:spPr>
              <a:xfrm>
                <a:off x="4506" y="2739"/>
                <a:ext cx="132" cy="4"/>
              </a:xfrm>
              <a:prstGeom prst="rect">
                <a:avLst/>
              </a:prstGeom>
              <a:solidFill>
                <a:srgbClr val="A0A080"/>
              </a:solidFill>
              <a:ln>
                <a:noFill/>
                <a:miter lim="800000"/>
              </a:ln>
            </p:spPr>
          </p:sp>
          <p:sp>
            <p:nvSpPr>
              <p:cNvPr id="95836" name=""/>
              <p:cNvSpPr/>
              <p:nvPr/>
            </p:nvSpPr>
            <p:spPr>
              <a:xfrm>
                <a:off x="4506" y="2733"/>
                <a:ext cx="132" cy="5"/>
              </a:xfrm>
              <a:prstGeom prst="rect">
                <a:avLst/>
              </a:prstGeom>
              <a:solidFill>
                <a:srgbClr val="A0A080"/>
              </a:solidFill>
              <a:ln>
                <a:noFill/>
                <a:miter lim="800000"/>
              </a:ln>
            </p:spPr>
          </p:sp>
          <p:sp>
            <p:nvSpPr>
              <p:cNvPr id="95837" name=""/>
              <p:cNvSpPr/>
              <p:nvPr/>
            </p:nvSpPr>
            <p:spPr>
              <a:xfrm>
                <a:off x="4506" y="2728"/>
                <a:ext cx="132" cy="3"/>
              </a:xfrm>
              <a:prstGeom prst="rect">
                <a:avLst/>
              </a:prstGeom>
              <a:solidFill>
                <a:srgbClr val="A0A080"/>
              </a:solidFill>
              <a:ln>
                <a:noFill/>
                <a:miter lim="800000"/>
              </a:ln>
            </p:spPr>
          </p:sp>
          <p:sp>
            <p:nvSpPr>
              <p:cNvPr id="95838" name=""/>
              <p:cNvSpPr/>
              <p:nvPr/>
            </p:nvSpPr>
            <p:spPr>
              <a:xfrm>
                <a:off x="4506" y="2721"/>
                <a:ext cx="132" cy="3"/>
              </a:xfrm>
              <a:prstGeom prst="rect">
                <a:avLst/>
              </a:prstGeom>
              <a:solidFill>
                <a:srgbClr val="A0A080"/>
              </a:solidFill>
              <a:ln>
                <a:noFill/>
                <a:miter lim="800000"/>
              </a:ln>
            </p:spPr>
          </p:sp>
          <p:sp>
            <p:nvSpPr>
              <p:cNvPr id="95839" name=""/>
              <p:cNvSpPr/>
              <p:nvPr/>
            </p:nvSpPr>
            <p:spPr>
              <a:xfrm>
                <a:off x="4506" y="2714"/>
                <a:ext cx="132" cy="3"/>
              </a:xfrm>
              <a:prstGeom prst="rect">
                <a:avLst/>
              </a:prstGeom>
              <a:solidFill>
                <a:srgbClr val="A0A080"/>
              </a:solidFill>
              <a:ln>
                <a:noFill/>
                <a:miter lim="800000"/>
              </a:ln>
            </p:spPr>
          </p:sp>
          <p:sp>
            <p:nvSpPr>
              <p:cNvPr id="95840" name=""/>
              <p:cNvSpPr/>
              <p:nvPr/>
            </p:nvSpPr>
            <p:spPr>
              <a:xfrm>
                <a:off x="4506" y="2707"/>
                <a:ext cx="132" cy="4"/>
              </a:xfrm>
              <a:prstGeom prst="rect">
                <a:avLst/>
              </a:prstGeom>
              <a:solidFill>
                <a:srgbClr val="A0A080"/>
              </a:solidFill>
              <a:ln>
                <a:noFill/>
                <a:miter lim="800000"/>
              </a:ln>
            </p:spPr>
          </p:sp>
          <p:sp>
            <p:nvSpPr>
              <p:cNvPr id="95841" name=""/>
              <p:cNvSpPr/>
              <p:nvPr/>
            </p:nvSpPr>
            <p:spPr>
              <a:xfrm>
                <a:off x="4506" y="2700"/>
                <a:ext cx="132" cy="5"/>
              </a:xfrm>
              <a:prstGeom prst="rect">
                <a:avLst/>
              </a:prstGeom>
              <a:solidFill>
                <a:srgbClr val="A0A080"/>
              </a:solidFill>
              <a:ln>
                <a:noFill/>
                <a:miter lim="800000"/>
              </a:ln>
            </p:spPr>
          </p:sp>
          <p:sp>
            <p:nvSpPr>
              <p:cNvPr id="95842" name=""/>
              <p:cNvSpPr/>
              <p:nvPr/>
            </p:nvSpPr>
            <p:spPr>
              <a:xfrm>
                <a:off x="4477" y="2816"/>
                <a:ext cx="96" cy="22"/>
              </a:xfrm>
              <a:custGeom>
                <a:pathLst>
                  <a:path w="191" h="43">
                    <a:moveTo>
                      <a:pt x="61" y="0"/>
                    </a:moveTo>
                    <a:lnTo>
                      <a:pt x="54" y="0"/>
                    </a:lnTo>
                    <a:lnTo>
                      <a:pt x="54" y="19"/>
                    </a:lnTo>
                    <a:lnTo>
                      <a:pt x="0" y="36"/>
                    </a:lnTo>
                    <a:lnTo>
                      <a:pt x="0" y="43"/>
                    </a:lnTo>
                    <a:lnTo>
                      <a:pt x="191" y="43"/>
                    </a:lnTo>
                    <a:lnTo>
                      <a:pt x="191" y="30"/>
                    </a:lnTo>
                    <a:lnTo>
                      <a:pt x="61" y="30"/>
                    </a:lnTo>
                    <a:lnTo>
                      <a:pt x="61" y="0"/>
                    </a:lnTo>
                    <a:close/>
                  </a:path>
                </a:pathLst>
              </a:custGeom>
              <a:solidFill>
                <a:srgbClr val="808060"/>
              </a:solidFill>
              <a:ln>
                <a:noFill/>
                <a:round/>
              </a:ln>
            </p:spPr>
          </p:sp>
          <p:sp>
            <p:nvSpPr>
              <p:cNvPr id="95843" name=""/>
              <p:cNvSpPr/>
              <p:nvPr/>
            </p:nvSpPr>
            <p:spPr>
              <a:xfrm>
                <a:off x="4573" y="2816"/>
                <a:ext cx="95" cy="22"/>
              </a:xfrm>
              <a:custGeom>
                <a:pathLst>
                  <a:path w="190" h="43">
                    <a:moveTo>
                      <a:pt x="129" y="0"/>
                    </a:moveTo>
                    <a:lnTo>
                      <a:pt x="138" y="0"/>
                    </a:lnTo>
                    <a:lnTo>
                      <a:pt x="138" y="19"/>
                    </a:lnTo>
                    <a:lnTo>
                      <a:pt x="190" y="36"/>
                    </a:lnTo>
                    <a:lnTo>
                      <a:pt x="190" y="43"/>
                    </a:lnTo>
                    <a:lnTo>
                      <a:pt x="0" y="43"/>
                    </a:lnTo>
                    <a:lnTo>
                      <a:pt x="0" y="30"/>
                    </a:lnTo>
                    <a:lnTo>
                      <a:pt x="129" y="30"/>
                    </a:lnTo>
                    <a:lnTo>
                      <a:pt x="129" y="0"/>
                    </a:lnTo>
                    <a:close/>
                  </a:path>
                </a:pathLst>
              </a:custGeom>
              <a:solidFill>
                <a:srgbClr val="808060"/>
              </a:solidFill>
              <a:ln>
                <a:noFill/>
                <a:round/>
              </a:ln>
            </p:spPr>
          </p:sp>
          <p:sp>
            <p:nvSpPr>
              <p:cNvPr id="95844" name=""/>
              <p:cNvSpPr/>
              <p:nvPr/>
            </p:nvSpPr>
            <p:spPr>
              <a:xfrm>
                <a:off x="4529" y="2752"/>
                <a:ext cx="85" cy="72"/>
              </a:xfrm>
              <a:custGeom>
                <a:pathLst>
                  <a:path w="170" h="144">
                    <a:moveTo>
                      <a:pt x="0" y="2"/>
                    </a:moveTo>
                    <a:lnTo>
                      <a:pt x="0" y="144"/>
                    </a:lnTo>
                    <a:lnTo>
                      <a:pt x="170" y="144"/>
                    </a:lnTo>
                    <a:lnTo>
                      <a:pt x="170" y="0"/>
                    </a:lnTo>
                  </a:path>
                </a:pathLst>
              </a:custGeom>
              <a:noFill/>
              <a:ln w="11113">
                <a:solidFill>
                  <a:srgbClr val="808060"/>
                </a:solidFill>
                <a:prstDash val="solid"/>
                <a:round/>
              </a:ln>
            </p:spPr>
          </p:sp>
          <p:sp>
            <p:nvSpPr>
              <p:cNvPr id="95845" name=""/>
              <p:cNvSpPr/>
              <p:nvPr/>
            </p:nvSpPr>
            <p:spPr>
              <a:xfrm>
                <a:off x="4506" y="2448"/>
                <a:ext cx="132" cy="160"/>
              </a:xfrm>
              <a:custGeom>
                <a:pathLst>
                  <a:path w="263" h="321">
                    <a:moveTo>
                      <a:pt x="7" y="321"/>
                    </a:moveTo>
                    <a:lnTo>
                      <a:pt x="256" y="321"/>
                    </a:lnTo>
                    <a:lnTo>
                      <a:pt x="260" y="321"/>
                    </a:lnTo>
                    <a:lnTo>
                      <a:pt x="262" y="317"/>
                    </a:lnTo>
                    <a:lnTo>
                      <a:pt x="263" y="315"/>
                    </a:lnTo>
                    <a:lnTo>
                      <a:pt x="263" y="7"/>
                    </a:lnTo>
                    <a:lnTo>
                      <a:pt x="262" y="4"/>
                    </a:lnTo>
                    <a:lnTo>
                      <a:pt x="260" y="2"/>
                    </a:lnTo>
                    <a:lnTo>
                      <a:pt x="258" y="2"/>
                    </a:lnTo>
                    <a:lnTo>
                      <a:pt x="7" y="0"/>
                    </a:lnTo>
                    <a:lnTo>
                      <a:pt x="4" y="2"/>
                    </a:lnTo>
                    <a:lnTo>
                      <a:pt x="2" y="4"/>
                    </a:lnTo>
                    <a:lnTo>
                      <a:pt x="0" y="7"/>
                    </a:lnTo>
                    <a:lnTo>
                      <a:pt x="0" y="315"/>
                    </a:lnTo>
                    <a:lnTo>
                      <a:pt x="0" y="317"/>
                    </a:lnTo>
                    <a:lnTo>
                      <a:pt x="4" y="321"/>
                    </a:lnTo>
                    <a:lnTo>
                      <a:pt x="7" y="321"/>
                    </a:lnTo>
                    <a:close/>
                  </a:path>
                </a:pathLst>
              </a:custGeom>
              <a:solidFill>
                <a:srgbClr val="F0E0C0"/>
              </a:solidFill>
              <a:ln>
                <a:noFill/>
                <a:round/>
              </a:ln>
            </p:spPr>
          </p:sp>
          <p:sp>
            <p:nvSpPr>
              <p:cNvPr id="95846" name=""/>
              <p:cNvSpPr/>
              <p:nvPr/>
            </p:nvSpPr>
            <p:spPr>
              <a:xfrm>
                <a:off x="4519" y="2493"/>
                <a:ext cx="107" cy="101"/>
              </a:xfrm>
              <a:custGeom>
                <a:pathLst>
                  <a:path w="215" h="202">
                    <a:moveTo>
                      <a:pt x="11" y="202"/>
                    </a:moveTo>
                    <a:lnTo>
                      <a:pt x="206" y="202"/>
                    </a:lnTo>
                    <a:lnTo>
                      <a:pt x="208" y="202"/>
                    </a:lnTo>
                    <a:lnTo>
                      <a:pt x="212" y="200"/>
                    </a:lnTo>
                    <a:lnTo>
                      <a:pt x="213" y="198"/>
                    </a:lnTo>
                    <a:lnTo>
                      <a:pt x="215" y="196"/>
                    </a:lnTo>
                    <a:lnTo>
                      <a:pt x="215" y="193"/>
                    </a:lnTo>
                    <a:lnTo>
                      <a:pt x="215" y="9"/>
                    </a:lnTo>
                    <a:lnTo>
                      <a:pt x="215" y="6"/>
                    </a:lnTo>
                    <a:lnTo>
                      <a:pt x="213" y="4"/>
                    </a:lnTo>
                    <a:lnTo>
                      <a:pt x="212" y="0"/>
                    </a:lnTo>
                    <a:lnTo>
                      <a:pt x="208" y="0"/>
                    </a:lnTo>
                    <a:lnTo>
                      <a:pt x="206" y="0"/>
                    </a:lnTo>
                    <a:lnTo>
                      <a:pt x="11" y="0"/>
                    </a:lnTo>
                    <a:lnTo>
                      <a:pt x="7" y="0"/>
                    </a:lnTo>
                    <a:lnTo>
                      <a:pt x="6" y="0"/>
                    </a:lnTo>
                    <a:lnTo>
                      <a:pt x="4" y="4"/>
                    </a:lnTo>
                    <a:lnTo>
                      <a:pt x="2" y="6"/>
                    </a:lnTo>
                    <a:lnTo>
                      <a:pt x="0" y="9"/>
                    </a:lnTo>
                    <a:lnTo>
                      <a:pt x="0" y="193"/>
                    </a:lnTo>
                    <a:lnTo>
                      <a:pt x="2" y="196"/>
                    </a:lnTo>
                    <a:lnTo>
                      <a:pt x="2" y="196"/>
                    </a:lnTo>
                    <a:lnTo>
                      <a:pt x="6" y="200"/>
                    </a:lnTo>
                    <a:lnTo>
                      <a:pt x="7" y="202"/>
                    </a:lnTo>
                    <a:lnTo>
                      <a:pt x="11" y="202"/>
                    </a:lnTo>
                    <a:close/>
                  </a:path>
                </a:pathLst>
              </a:custGeom>
              <a:solidFill>
                <a:srgbClr val="F0E0C0"/>
              </a:solidFill>
              <a:ln>
                <a:noFill/>
                <a:round/>
              </a:ln>
            </p:spPr>
          </p:sp>
          <p:sp>
            <p:nvSpPr>
              <p:cNvPr id="95847" name=""/>
              <p:cNvSpPr/>
              <p:nvPr/>
            </p:nvSpPr>
            <p:spPr>
              <a:xfrm>
                <a:off x="4522" y="2520"/>
                <a:ext cx="99" cy="4"/>
              </a:xfrm>
              <a:prstGeom prst="rect">
                <a:avLst/>
              </a:prstGeom>
              <a:solidFill>
                <a:srgbClr val="505020"/>
              </a:solidFill>
              <a:ln w="11113">
                <a:solidFill>
                  <a:prstClr val="black"/>
                </a:solidFill>
                <a:miter lim="800000"/>
              </a:ln>
            </p:spPr>
          </p:sp>
          <p:sp>
            <p:nvSpPr>
              <p:cNvPr id="95848" name=""/>
              <p:cNvSpPr/>
              <p:nvPr/>
            </p:nvSpPr>
            <p:spPr>
              <a:xfrm>
                <a:off x="4522" y="2548"/>
                <a:ext cx="100" cy="3"/>
              </a:xfrm>
              <a:prstGeom prst="rect">
                <a:avLst/>
              </a:prstGeom>
              <a:solidFill>
                <a:srgbClr val="505020"/>
              </a:solidFill>
              <a:ln w="11113">
                <a:solidFill>
                  <a:prstClr val="black"/>
                </a:solidFill>
                <a:miter lim="800000"/>
              </a:ln>
            </p:spPr>
          </p:sp>
          <p:sp>
            <p:nvSpPr>
              <p:cNvPr id="95849" name=""/>
              <p:cNvSpPr/>
              <p:nvPr/>
            </p:nvSpPr>
            <p:spPr>
              <a:xfrm>
                <a:off x="4520" y="2497"/>
                <a:ext cx="104" cy="28"/>
              </a:xfrm>
              <a:custGeom>
                <a:pathLst>
                  <a:path w="208" h="56">
                    <a:moveTo>
                      <a:pt x="5" y="56"/>
                    </a:moveTo>
                    <a:lnTo>
                      <a:pt x="204" y="56"/>
                    </a:lnTo>
                    <a:lnTo>
                      <a:pt x="206" y="56"/>
                    </a:lnTo>
                    <a:lnTo>
                      <a:pt x="208" y="53"/>
                    </a:lnTo>
                    <a:lnTo>
                      <a:pt x="208" y="6"/>
                    </a:lnTo>
                    <a:lnTo>
                      <a:pt x="208" y="2"/>
                    </a:lnTo>
                    <a:lnTo>
                      <a:pt x="204" y="0"/>
                    </a:lnTo>
                    <a:lnTo>
                      <a:pt x="5" y="0"/>
                    </a:lnTo>
                    <a:lnTo>
                      <a:pt x="2" y="2"/>
                    </a:lnTo>
                    <a:lnTo>
                      <a:pt x="0" y="4"/>
                    </a:lnTo>
                    <a:lnTo>
                      <a:pt x="0" y="53"/>
                    </a:lnTo>
                    <a:lnTo>
                      <a:pt x="2" y="54"/>
                    </a:lnTo>
                    <a:lnTo>
                      <a:pt x="3" y="56"/>
                    </a:lnTo>
                    <a:lnTo>
                      <a:pt x="5" y="56"/>
                    </a:lnTo>
                    <a:close/>
                  </a:path>
                </a:pathLst>
              </a:custGeom>
              <a:solidFill>
                <a:srgbClr val="C0C080"/>
              </a:solidFill>
              <a:ln>
                <a:noFill/>
                <a:round/>
              </a:ln>
            </p:spPr>
          </p:sp>
          <p:sp>
            <p:nvSpPr>
              <p:cNvPr id="95850" name=""/>
              <p:cNvSpPr/>
              <p:nvPr/>
            </p:nvSpPr>
            <p:spPr>
              <a:xfrm>
                <a:off x="4547" y="2498"/>
                <a:ext cx="41" cy="20"/>
              </a:xfrm>
              <a:custGeom>
                <a:pathLst>
                  <a:path w="82" h="42">
                    <a:moveTo>
                      <a:pt x="3" y="0"/>
                    </a:moveTo>
                    <a:lnTo>
                      <a:pt x="78" y="0"/>
                    </a:lnTo>
                    <a:lnTo>
                      <a:pt x="80" y="0"/>
                    </a:lnTo>
                    <a:lnTo>
                      <a:pt x="82" y="4"/>
                    </a:lnTo>
                    <a:lnTo>
                      <a:pt x="82" y="38"/>
                    </a:lnTo>
                    <a:lnTo>
                      <a:pt x="80" y="42"/>
                    </a:lnTo>
                    <a:lnTo>
                      <a:pt x="78" y="42"/>
                    </a:lnTo>
                    <a:lnTo>
                      <a:pt x="3" y="42"/>
                    </a:lnTo>
                    <a:lnTo>
                      <a:pt x="0" y="42"/>
                    </a:lnTo>
                    <a:lnTo>
                      <a:pt x="0" y="38"/>
                    </a:lnTo>
                    <a:lnTo>
                      <a:pt x="0" y="4"/>
                    </a:lnTo>
                    <a:lnTo>
                      <a:pt x="0" y="0"/>
                    </a:lnTo>
                    <a:lnTo>
                      <a:pt x="3" y="0"/>
                    </a:lnTo>
                    <a:close/>
                  </a:path>
                </a:pathLst>
              </a:custGeom>
              <a:solidFill>
                <a:srgbClr val="00DFCA"/>
              </a:solidFill>
              <a:ln>
                <a:noFill/>
                <a:round/>
              </a:ln>
            </p:spPr>
          </p:sp>
          <p:sp>
            <p:nvSpPr>
              <p:cNvPr id="95851" name=""/>
              <p:cNvSpPr/>
              <p:nvPr/>
            </p:nvSpPr>
            <p:spPr>
              <a:xfrm>
                <a:off x="4599" y="2498"/>
                <a:ext cx="14" cy="7"/>
              </a:xfrm>
              <a:custGeom>
                <a:pathLst>
                  <a:path w="27" h="15">
                    <a:moveTo>
                      <a:pt x="4" y="15"/>
                    </a:moveTo>
                    <a:lnTo>
                      <a:pt x="24" y="15"/>
                    </a:lnTo>
                    <a:lnTo>
                      <a:pt x="25" y="11"/>
                    </a:lnTo>
                    <a:lnTo>
                      <a:pt x="27" y="4"/>
                    </a:lnTo>
                    <a:lnTo>
                      <a:pt x="24" y="0"/>
                    </a:lnTo>
                    <a:lnTo>
                      <a:pt x="4" y="0"/>
                    </a:lnTo>
                    <a:lnTo>
                      <a:pt x="2" y="0"/>
                    </a:lnTo>
                    <a:lnTo>
                      <a:pt x="0" y="11"/>
                    </a:lnTo>
                    <a:lnTo>
                      <a:pt x="4" y="15"/>
                    </a:lnTo>
                    <a:close/>
                  </a:path>
                </a:pathLst>
              </a:custGeom>
              <a:solidFill>
                <a:srgbClr val="808050"/>
              </a:solidFill>
              <a:ln>
                <a:noFill/>
                <a:round/>
              </a:ln>
            </p:spPr>
          </p:sp>
          <p:sp>
            <p:nvSpPr>
              <p:cNvPr id="95852" name=""/>
              <p:cNvSpPr/>
              <p:nvPr/>
            </p:nvSpPr>
            <p:spPr>
              <a:xfrm>
                <a:off x="4599" y="2498"/>
                <a:ext cx="14" cy="7"/>
              </a:xfrm>
              <a:custGeom>
                <a:pathLst>
                  <a:path w="27" h="15">
                    <a:moveTo>
                      <a:pt x="2" y="15"/>
                    </a:moveTo>
                    <a:lnTo>
                      <a:pt x="24" y="15"/>
                    </a:lnTo>
                    <a:lnTo>
                      <a:pt x="27" y="11"/>
                    </a:lnTo>
                    <a:lnTo>
                      <a:pt x="27" y="4"/>
                    </a:lnTo>
                    <a:lnTo>
                      <a:pt x="24" y="0"/>
                    </a:lnTo>
                    <a:lnTo>
                      <a:pt x="2" y="0"/>
                    </a:lnTo>
                    <a:lnTo>
                      <a:pt x="0" y="0"/>
                    </a:lnTo>
                    <a:lnTo>
                      <a:pt x="0" y="11"/>
                    </a:lnTo>
                    <a:lnTo>
                      <a:pt x="2" y="15"/>
                    </a:lnTo>
                    <a:close/>
                  </a:path>
                </a:pathLst>
              </a:custGeom>
              <a:solidFill>
                <a:srgbClr val="C0C080"/>
              </a:solidFill>
              <a:ln>
                <a:noFill/>
                <a:round/>
              </a:ln>
            </p:spPr>
          </p:sp>
          <p:sp>
            <p:nvSpPr>
              <p:cNvPr id="95853" name=""/>
              <p:cNvSpPr/>
              <p:nvPr/>
            </p:nvSpPr>
            <p:spPr>
              <a:xfrm>
                <a:off x="4526" y="2504"/>
                <a:ext cx="96" cy="7"/>
              </a:xfrm>
              <a:custGeom>
                <a:pathLst>
                  <a:path w="191" h="14">
                    <a:moveTo>
                      <a:pt x="3" y="14"/>
                    </a:moveTo>
                    <a:lnTo>
                      <a:pt x="188" y="14"/>
                    </a:lnTo>
                    <a:lnTo>
                      <a:pt x="191" y="12"/>
                    </a:lnTo>
                    <a:lnTo>
                      <a:pt x="191" y="9"/>
                    </a:lnTo>
                    <a:lnTo>
                      <a:pt x="191" y="5"/>
                    </a:lnTo>
                    <a:lnTo>
                      <a:pt x="191" y="0"/>
                    </a:lnTo>
                    <a:lnTo>
                      <a:pt x="188" y="0"/>
                    </a:lnTo>
                    <a:lnTo>
                      <a:pt x="3" y="0"/>
                    </a:lnTo>
                    <a:lnTo>
                      <a:pt x="1" y="0"/>
                    </a:lnTo>
                    <a:lnTo>
                      <a:pt x="0" y="5"/>
                    </a:lnTo>
                    <a:lnTo>
                      <a:pt x="0" y="9"/>
                    </a:lnTo>
                    <a:lnTo>
                      <a:pt x="1" y="12"/>
                    </a:lnTo>
                    <a:lnTo>
                      <a:pt x="3" y="14"/>
                    </a:lnTo>
                    <a:close/>
                  </a:path>
                </a:pathLst>
              </a:custGeom>
              <a:solidFill>
                <a:srgbClr val="A0A080"/>
              </a:solidFill>
              <a:ln>
                <a:noFill/>
                <a:round/>
              </a:ln>
            </p:spPr>
          </p:sp>
          <p:sp>
            <p:nvSpPr>
              <p:cNvPr id="95854" name=""/>
              <p:cNvSpPr/>
              <p:nvPr/>
            </p:nvSpPr>
            <p:spPr>
              <a:xfrm>
                <a:off x="4522" y="2522"/>
                <a:ext cx="102" cy="30"/>
              </a:xfrm>
              <a:custGeom>
                <a:pathLst>
                  <a:path w="205" h="59">
                    <a:moveTo>
                      <a:pt x="2" y="59"/>
                    </a:moveTo>
                    <a:lnTo>
                      <a:pt x="201" y="59"/>
                    </a:lnTo>
                    <a:lnTo>
                      <a:pt x="205" y="59"/>
                    </a:lnTo>
                    <a:lnTo>
                      <a:pt x="205" y="56"/>
                    </a:lnTo>
                    <a:lnTo>
                      <a:pt x="205" y="5"/>
                    </a:lnTo>
                    <a:lnTo>
                      <a:pt x="203" y="2"/>
                    </a:lnTo>
                    <a:lnTo>
                      <a:pt x="201" y="0"/>
                    </a:lnTo>
                    <a:lnTo>
                      <a:pt x="2" y="0"/>
                    </a:lnTo>
                    <a:lnTo>
                      <a:pt x="0" y="2"/>
                    </a:lnTo>
                    <a:lnTo>
                      <a:pt x="0" y="5"/>
                    </a:lnTo>
                    <a:lnTo>
                      <a:pt x="0" y="56"/>
                    </a:lnTo>
                    <a:lnTo>
                      <a:pt x="0" y="59"/>
                    </a:lnTo>
                    <a:lnTo>
                      <a:pt x="2" y="59"/>
                    </a:lnTo>
                    <a:close/>
                  </a:path>
                </a:pathLst>
              </a:custGeom>
              <a:solidFill>
                <a:srgbClr val="C0C080"/>
              </a:solidFill>
              <a:ln>
                <a:noFill/>
                <a:round/>
              </a:ln>
            </p:spPr>
          </p:sp>
          <p:sp>
            <p:nvSpPr>
              <p:cNvPr id="95855" name=""/>
              <p:cNvSpPr/>
              <p:nvPr/>
            </p:nvSpPr>
            <p:spPr>
              <a:xfrm>
                <a:off x="4547" y="2526"/>
                <a:ext cx="41" cy="22"/>
              </a:xfrm>
              <a:custGeom>
                <a:pathLst>
                  <a:path w="82" h="45">
                    <a:moveTo>
                      <a:pt x="5" y="0"/>
                    </a:moveTo>
                    <a:lnTo>
                      <a:pt x="77" y="0"/>
                    </a:lnTo>
                    <a:lnTo>
                      <a:pt x="80" y="0"/>
                    </a:lnTo>
                    <a:lnTo>
                      <a:pt x="82" y="4"/>
                    </a:lnTo>
                    <a:lnTo>
                      <a:pt x="82" y="5"/>
                    </a:lnTo>
                    <a:lnTo>
                      <a:pt x="82" y="40"/>
                    </a:lnTo>
                    <a:lnTo>
                      <a:pt x="82" y="43"/>
                    </a:lnTo>
                    <a:lnTo>
                      <a:pt x="78" y="45"/>
                    </a:lnTo>
                    <a:lnTo>
                      <a:pt x="77" y="45"/>
                    </a:lnTo>
                    <a:lnTo>
                      <a:pt x="5" y="45"/>
                    </a:lnTo>
                    <a:lnTo>
                      <a:pt x="1" y="45"/>
                    </a:lnTo>
                    <a:lnTo>
                      <a:pt x="0" y="43"/>
                    </a:lnTo>
                    <a:lnTo>
                      <a:pt x="0" y="40"/>
                    </a:lnTo>
                    <a:lnTo>
                      <a:pt x="0" y="5"/>
                    </a:lnTo>
                    <a:lnTo>
                      <a:pt x="0" y="2"/>
                    </a:lnTo>
                    <a:lnTo>
                      <a:pt x="3" y="0"/>
                    </a:lnTo>
                    <a:lnTo>
                      <a:pt x="5" y="0"/>
                    </a:lnTo>
                    <a:close/>
                  </a:path>
                </a:pathLst>
              </a:custGeom>
              <a:solidFill>
                <a:srgbClr val="00DFCA"/>
              </a:solidFill>
              <a:ln>
                <a:noFill/>
                <a:round/>
              </a:ln>
            </p:spPr>
          </p:sp>
          <p:sp>
            <p:nvSpPr>
              <p:cNvPr id="95856" name=""/>
              <p:cNvSpPr/>
              <p:nvPr/>
            </p:nvSpPr>
            <p:spPr>
              <a:xfrm>
                <a:off x="4589" y="2539"/>
                <a:ext cx="16" cy="7"/>
              </a:xfrm>
              <a:custGeom>
                <a:pathLst>
                  <a:path w="32" h="14">
                    <a:moveTo>
                      <a:pt x="3" y="14"/>
                    </a:moveTo>
                    <a:lnTo>
                      <a:pt x="25" y="14"/>
                    </a:lnTo>
                    <a:lnTo>
                      <a:pt x="28" y="14"/>
                    </a:lnTo>
                    <a:lnTo>
                      <a:pt x="32" y="9"/>
                    </a:lnTo>
                    <a:lnTo>
                      <a:pt x="32" y="7"/>
                    </a:lnTo>
                    <a:lnTo>
                      <a:pt x="30" y="2"/>
                    </a:lnTo>
                    <a:lnTo>
                      <a:pt x="28" y="0"/>
                    </a:lnTo>
                    <a:lnTo>
                      <a:pt x="3" y="0"/>
                    </a:lnTo>
                    <a:lnTo>
                      <a:pt x="2" y="0"/>
                    </a:lnTo>
                    <a:lnTo>
                      <a:pt x="0" y="5"/>
                    </a:lnTo>
                    <a:lnTo>
                      <a:pt x="0" y="9"/>
                    </a:lnTo>
                    <a:lnTo>
                      <a:pt x="2" y="13"/>
                    </a:lnTo>
                    <a:lnTo>
                      <a:pt x="3" y="14"/>
                    </a:lnTo>
                    <a:close/>
                  </a:path>
                </a:pathLst>
              </a:custGeom>
              <a:solidFill>
                <a:srgbClr val="808050"/>
              </a:solidFill>
              <a:ln>
                <a:noFill/>
                <a:round/>
              </a:ln>
            </p:spPr>
          </p:sp>
          <p:sp>
            <p:nvSpPr>
              <p:cNvPr id="95857" name=""/>
              <p:cNvSpPr/>
              <p:nvPr/>
            </p:nvSpPr>
            <p:spPr>
              <a:xfrm>
                <a:off x="4589" y="2539"/>
                <a:ext cx="16" cy="7"/>
              </a:xfrm>
              <a:custGeom>
                <a:pathLst>
                  <a:path w="32" h="14">
                    <a:moveTo>
                      <a:pt x="3" y="14"/>
                    </a:moveTo>
                    <a:lnTo>
                      <a:pt x="25" y="14"/>
                    </a:lnTo>
                    <a:lnTo>
                      <a:pt x="28" y="14"/>
                    </a:lnTo>
                    <a:lnTo>
                      <a:pt x="32" y="9"/>
                    </a:lnTo>
                    <a:lnTo>
                      <a:pt x="32" y="7"/>
                    </a:lnTo>
                    <a:lnTo>
                      <a:pt x="30" y="2"/>
                    </a:lnTo>
                    <a:lnTo>
                      <a:pt x="28" y="0"/>
                    </a:lnTo>
                    <a:lnTo>
                      <a:pt x="3" y="0"/>
                    </a:lnTo>
                    <a:lnTo>
                      <a:pt x="2" y="0"/>
                    </a:lnTo>
                    <a:lnTo>
                      <a:pt x="0" y="5"/>
                    </a:lnTo>
                    <a:lnTo>
                      <a:pt x="0" y="9"/>
                    </a:lnTo>
                    <a:lnTo>
                      <a:pt x="2" y="13"/>
                    </a:lnTo>
                    <a:lnTo>
                      <a:pt x="3" y="14"/>
                    </a:lnTo>
                    <a:close/>
                  </a:path>
                </a:pathLst>
              </a:custGeom>
              <a:solidFill>
                <a:srgbClr val="C0C080"/>
              </a:solidFill>
              <a:ln>
                <a:noFill/>
                <a:round/>
              </a:ln>
            </p:spPr>
          </p:sp>
          <p:sp>
            <p:nvSpPr>
              <p:cNvPr id="95858" name=""/>
              <p:cNvSpPr/>
              <p:nvPr/>
            </p:nvSpPr>
            <p:spPr>
              <a:xfrm>
                <a:off x="4544" y="2528"/>
                <a:ext cx="62" cy="8"/>
              </a:xfrm>
              <a:custGeom>
                <a:pathLst>
                  <a:path w="126" h="17">
                    <a:moveTo>
                      <a:pt x="0" y="13"/>
                    </a:moveTo>
                    <a:lnTo>
                      <a:pt x="45" y="13"/>
                    </a:lnTo>
                    <a:lnTo>
                      <a:pt x="45" y="17"/>
                    </a:lnTo>
                    <a:lnTo>
                      <a:pt x="86" y="17"/>
                    </a:lnTo>
                    <a:lnTo>
                      <a:pt x="86" y="13"/>
                    </a:lnTo>
                    <a:lnTo>
                      <a:pt x="126" y="13"/>
                    </a:lnTo>
                    <a:lnTo>
                      <a:pt x="126" y="4"/>
                    </a:lnTo>
                    <a:lnTo>
                      <a:pt x="86" y="4"/>
                    </a:lnTo>
                    <a:lnTo>
                      <a:pt x="86" y="0"/>
                    </a:lnTo>
                    <a:lnTo>
                      <a:pt x="47" y="0"/>
                    </a:lnTo>
                    <a:lnTo>
                      <a:pt x="47" y="2"/>
                    </a:lnTo>
                    <a:lnTo>
                      <a:pt x="0" y="2"/>
                    </a:lnTo>
                    <a:lnTo>
                      <a:pt x="0" y="13"/>
                    </a:lnTo>
                    <a:close/>
                  </a:path>
                </a:pathLst>
              </a:custGeom>
              <a:solidFill>
                <a:srgbClr val="A08060"/>
              </a:solidFill>
              <a:ln>
                <a:noFill/>
                <a:round/>
              </a:ln>
            </p:spPr>
          </p:sp>
          <p:sp>
            <p:nvSpPr>
              <p:cNvPr id="95859" name=""/>
              <p:cNvSpPr/>
              <p:nvPr/>
            </p:nvSpPr>
            <p:spPr>
              <a:xfrm>
                <a:off x="4522" y="2555"/>
                <a:ext cx="101" cy="7"/>
              </a:xfrm>
              <a:prstGeom prst="rect">
                <a:avLst/>
              </a:prstGeom>
              <a:solidFill>
                <a:srgbClr val="505020"/>
              </a:solidFill>
              <a:ln>
                <a:noFill/>
                <a:miter lim="800000"/>
              </a:ln>
            </p:spPr>
          </p:sp>
          <p:sp>
            <p:nvSpPr>
              <p:cNvPr id="95860" name=""/>
              <p:cNvSpPr/>
              <p:nvPr/>
            </p:nvSpPr>
            <p:spPr>
              <a:xfrm>
                <a:off x="4522" y="2555"/>
                <a:ext cx="102" cy="4"/>
              </a:xfrm>
              <a:custGeom>
                <a:pathLst>
                  <a:path w="205" h="8">
                    <a:moveTo>
                      <a:pt x="205" y="0"/>
                    </a:moveTo>
                    <a:lnTo>
                      <a:pt x="203" y="0"/>
                    </a:lnTo>
                    <a:lnTo>
                      <a:pt x="0" y="0"/>
                    </a:lnTo>
                    <a:lnTo>
                      <a:pt x="0" y="8"/>
                    </a:lnTo>
                    <a:lnTo>
                      <a:pt x="203" y="8"/>
                    </a:lnTo>
                    <a:lnTo>
                      <a:pt x="201" y="0"/>
                    </a:lnTo>
                    <a:lnTo>
                      <a:pt x="205" y="0"/>
                    </a:lnTo>
                    <a:lnTo>
                      <a:pt x="203" y="0"/>
                    </a:lnTo>
                    <a:lnTo>
                      <a:pt x="205" y="0"/>
                    </a:lnTo>
                    <a:close/>
                  </a:path>
                </a:pathLst>
              </a:custGeom>
              <a:solidFill>
                <a:srgbClr val="000000"/>
              </a:solidFill>
              <a:ln>
                <a:noFill/>
                <a:round/>
              </a:ln>
            </p:spPr>
          </p:sp>
          <p:sp>
            <p:nvSpPr>
              <p:cNvPr id="95861" name=""/>
              <p:cNvSpPr/>
              <p:nvPr/>
            </p:nvSpPr>
            <p:spPr>
              <a:xfrm>
                <a:off x="4621" y="2555"/>
                <a:ext cx="3" cy="7"/>
              </a:xfrm>
              <a:custGeom>
                <a:pathLst>
                  <a:path w="8" h="13">
                    <a:moveTo>
                      <a:pt x="4" y="13"/>
                    </a:moveTo>
                    <a:lnTo>
                      <a:pt x="8" y="11"/>
                    </a:lnTo>
                    <a:lnTo>
                      <a:pt x="8" y="0"/>
                    </a:lnTo>
                    <a:lnTo>
                      <a:pt x="0" y="0"/>
                    </a:lnTo>
                    <a:lnTo>
                      <a:pt x="0" y="11"/>
                    </a:lnTo>
                    <a:lnTo>
                      <a:pt x="4" y="11"/>
                    </a:lnTo>
                    <a:lnTo>
                      <a:pt x="4" y="13"/>
                    </a:lnTo>
                    <a:lnTo>
                      <a:pt x="8" y="13"/>
                    </a:lnTo>
                    <a:lnTo>
                      <a:pt x="8" y="11"/>
                    </a:lnTo>
                    <a:lnTo>
                      <a:pt x="4" y="13"/>
                    </a:lnTo>
                    <a:close/>
                  </a:path>
                </a:pathLst>
              </a:custGeom>
              <a:solidFill>
                <a:srgbClr val="000000"/>
              </a:solidFill>
              <a:ln>
                <a:noFill/>
                <a:round/>
              </a:ln>
            </p:spPr>
          </p:sp>
          <p:sp>
            <p:nvSpPr>
              <p:cNvPr id="95862" name=""/>
              <p:cNvSpPr/>
              <p:nvPr/>
            </p:nvSpPr>
            <p:spPr>
              <a:xfrm>
                <a:off x="4520" y="2558"/>
                <a:ext cx="103" cy="4"/>
              </a:xfrm>
              <a:custGeom>
                <a:pathLst>
                  <a:path w="206" h="7">
                    <a:moveTo>
                      <a:pt x="0" y="0"/>
                    </a:moveTo>
                    <a:lnTo>
                      <a:pt x="2" y="7"/>
                    </a:lnTo>
                    <a:lnTo>
                      <a:pt x="206" y="7"/>
                    </a:lnTo>
                    <a:lnTo>
                      <a:pt x="206" y="0"/>
                    </a:lnTo>
                    <a:lnTo>
                      <a:pt x="2" y="0"/>
                    </a:lnTo>
                    <a:lnTo>
                      <a:pt x="0" y="0"/>
                    </a:lnTo>
                    <a:lnTo>
                      <a:pt x="0" y="7"/>
                    </a:lnTo>
                    <a:lnTo>
                      <a:pt x="2" y="7"/>
                    </a:lnTo>
                    <a:lnTo>
                      <a:pt x="0" y="0"/>
                    </a:lnTo>
                    <a:close/>
                  </a:path>
                </a:pathLst>
              </a:custGeom>
              <a:solidFill>
                <a:srgbClr val="000000"/>
              </a:solidFill>
              <a:ln>
                <a:noFill/>
                <a:round/>
              </a:ln>
            </p:spPr>
          </p:sp>
          <p:sp>
            <p:nvSpPr>
              <p:cNvPr id="95863" name=""/>
              <p:cNvSpPr/>
              <p:nvPr/>
            </p:nvSpPr>
            <p:spPr>
              <a:xfrm>
                <a:off x="4520" y="2555"/>
                <a:ext cx="3" cy="7"/>
              </a:xfrm>
              <a:custGeom>
                <a:pathLst>
                  <a:path w="5" h="13">
                    <a:moveTo>
                      <a:pt x="5" y="0"/>
                    </a:moveTo>
                    <a:lnTo>
                      <a:pt x="0" y="0"/>
                    </a:lnTo>
                    <a:lnTo>
                      <a:pt x="0" y="13"/>
                    </a:lnTo>
                    <a:lnTo>
                      <a:pt x="5" y="13"/>
                    </a:lnTo>
                    <a:lnTo>
                      <a:pt x="5" y="0"/>
                    </a:lnTo>
                    <a:lnTo>
                      <a:pt x="5" y="4"/>
                    </a:lnTo>
                    <a:lnTo>
                      <a:pt x="5" y="0"/>
                    </a:lnTo>
                    <a:lnTo>
                      <a:pt x="0" y="0"/>
                    </a:lnTo>
                    <a:lnTo>
                      <a:pt x="5" y="0"/>
                    </a:lnTo>
                    <a:close/>
                  </a:path>
                </a:pathLst>
              </a:custGeom>
              <a:solidFill>
                <a:srgbClr val="000000"/>
              </a:solidFill>
              <a:ln>
                <a:noFill/>
                <a:round/>
              </a:ln>
            </p:spPr>
          </p:sp>
          <p:sp>
            <p:nvSpPr>
              <p:cNvPr id="95864" name=""/>
              <p:cNvSpPr/>
              <p:nvPr/>
            </p:nvSpPr>
            <p:spPr>
              <a:xfrm>
                <a:off x="4522" y="2558"/>
                <a:ext cx="102" cy="35"/>
              </a:xfrm>
              <a:custGeom>
                <a:pathLst>
                  <a:path w="205" h="70">
                    <a:moveTo>
                      <a:pt x="4" y="0"/>
                    </a:moveTo>
                    <a:lnTo>
                      <a:pt x="201" y="0"/>
                    </a:lnTo>
                    <a:lnTo>
                      <a:pt x="203" y="0"/>
                    </a:lnTo>
                    <a:lnTo>
                      <a:pt x="205" y="2"/>
                    </a:lnTo>
                    <a:lnTo>
                      <a:pt x="205" y="3"/>
                    </a:lnTo>
                    <a:lnTo>
                      <a:pt x="205" y="65"/>
                    </a:lnTo>
                    <a:lnTo>
                      <a:pt x="205" y="66"/>
                    </a:lnTo>
                    <a:lnTo>
                      <a:pt x="205" y="68"/>
                    </a:lnTo>
                    <a:lnTo>
                      <a:pt x="203" y="68"/>
                    </a:lnTo>
                    <a:lnTo>
                      <a:pt x="203" y="70"/>
                    </a:lnTo>
                    <a:lnTo>
                      <a:pt x="201" y="70"/>
                    </a:lnTo>
                    <a:lnTo>
                      <a:pt x="4" y="70"/>
                    </a:lnTo>
                    <a:lnTo>
                      <a:pt x="2" y="70"/>
                    </a:lnTo>
                    <a:lnTo>
                      <a:pt x="0" y="70"/>
                    </a:lnTo>
                    <a:lnTo>
                      <a:pt x="0" y="68"/>
                    </a:lnTo>
                    <a:lnTo>
                      <a:pt x="0" y="66"/>
                    </a:lnTo>
                    <a:lnTo>
                      <a:pt x="0" y="65"/>
                    </a:lnTo>
                    <a:lnTo>
                      <a:pt x="0" y="3"/>
                    </a:lnTo>
                    <a:lnTo>
                      <a:pt x="0" y="2"/>
                    </a:lnTo>
                    <a:lnTo>
                      <a:pt x="0" y="0"/>
                    </a:lnTo>
                    <a:lnTo>
                      <a:pt x="4" y="0"/>
                    </a:lnTo>
                    <a:close/>
                  </a:path>
                </a:pathLst>
              </a:custGeom>
              <a:solidFill>
                <a:srgbClr val="C0C080"/>
              </a:solidFill>
              <a:ln>
                <a:noFill/>
                <a:round/>
              </a:ln>
            </p:spPr>
          </p:sp>
          <p:sp>
            <p:nvSpPr>
              <p:cNvPr id="95865" name=""/>
              <p:cNvSpPr/>
              <p:nvPr/>
            </p:nvSpPr>
            <p:spPr>
              <a:xfrm>
                <a:off x="4545" y="2562"/>
                <a:ext cx="43" cy="29"/>
              </a:xfrm>
              <a:custGeom>
                <a:pathLst>
                  <a:path w="84" h="57">
                    <a:moveTo>
                      <a:pt x="5" y="0"/>
                    </a:moveTo>
                    <a:lnTo>
                      <a:pt x="79" y="0"/>
                    </a:lnTo>
                    <a:lnTo>
                      <a:pt x="81" y="0"/>
                    </a:lnTo>
                    <a:lnTo>
                      <a:pt x="82" y="2"/>
                    </a:lnTo>
                    <a:lnTo>
                      <a:pt x="82" y="3"/>
                    </a:lnTo>
                    <a:lnTo>
                      <a:pt x="84" y="5"/>
                    </a:lnTo>
                    <a:lnTo>
                      <a:pt x="84" y="7"/>
                    </a:lnTo>
                    <a:lnTo>
                      <a:pt x="84" y="52"/>
                    </a:lnTo>
                    <a:lnTo>
                      <a:pt x="82" y="54"/>
                    </a:lnTo>
                    <a:lnTo>
                      <a:pt x="82" y="56"/>
                    </a:lnTo>
                    <a:lnTo>
                      <a:pt x="82" y="57"/>
                    </a:lnTo>
                    <a:lnTo>
                      <a:pt x="81" y="57"/>
                    </a:lnTo>
                    <a:lnTo>
                      <a:pt x="79" y="57"/>
                    </a:lnTo>
                    <a:lnTo>
                      <a:pt x="5" y="57"/>
                    </a:lnTo>
                    <a:lnTo>
                      <a:pt x="4" y="57"/>
                    </a:lnTo>
                    <a:lnTo>
                      <a:pt x="2" y="56"/>
                    </a:lnTo>
                    <a:lnTo>
                      <a:pt x="0" y="54"/>
                    </a:lnTo>
                    <a:lnTo>
                      <a:pt x="0" y="52"/>
                    </a:lnTo>
                    <a:lnTo>
                      <a:pt x="0" y="7"/>
                    </a:lnTo>
                    <a:lnTo>
                      <a:pt x="0" y="5"/>
                    </a:lnTo>
                    <a:lnTo>
                      <a:pt x="2" y="3"/>
                    </a:lnTo>
                    <a:lnTo>
                      <a:pt x="2" y="2"/>
                    </a:lnTo>
                    <a:lnTo>
                      <a:pt x="4" y="0"/>
                    </a:lnTo>
                    <a:lnTo>
                      <a:pt x="5" y="0"/>
                    </a:lnTo>
                    <a:close/>
                  </a:path>
                </a:pathLst>
              </a:custGeom>
              <a:solidFill>
                <a:srgbClr val="00DFCA"/>
              </a:solidFill>
              <a:ln>
                <a:noFill/>
                <a:round/>
              </a:ln>
            </p:spPr>
          </p:sp>
          <p:sp>
            <p:nvSpPr>
              <p:cNvPr id="95866" name=""/>
              <p:cNvSpPr/>
              <p:nvPr/>
            </p:nvSpPr>
            <p:spPr>
              <a:xfrm>
                <a:off x="4551" y="2563"/>
                <a:ext cx="71" cy="24"/>
              </a:xfrm>
              <a:custGeom>
                <a:pathLst>
                  <a:path w="141" h="46">
                    <a:moveTo>
                      <a:pt x="0" y="0"/>
                    </a:moveTo>
                    <a:lnTo>
                      <a:pt x="141" y="0"/>
                    </a:lnTo>
                    <a:lnTo>
                      <a:pt x="141" y="32"/>
                    </a:lnTo>
                    <a:lnTo>
                      <a:pt x="19" y="32"/>
                    </a:lnTo>
                    <a:lnTo>
                      <a:pt x="19" y="46"/>
                    </a:lnTo>
                    <a:lnTo>
                      <a:pt x="0" y="46"/>
                    </a:lnTo>
                    <a:lnTo>
                      <a:pt x="0" y="0"/>
                    </a:lnTo>
                    <a:close/>
                  </a:path>
                </a:pathLst>
              </a:custGeom>
              <a:solidFill>
                <a:srgbClr val="404010"/>
              </a:solidFill>
              <a:ln>
                <a:noFill/>
                <a:round/>
              </a:ln>
            </p:spPr>
          </p:sp>
          <p:sp>
            <p:nvSpPr>
              <p:cNvPr id="95867" name=""/>
              <p:cNvSpPr/>
              <p:nvPr/>
            </p:nvSpPr>
            <p:spPr>
              <a:xfrm>
                <a:off x="4522" y="2551"/>
                <a:ext cx="102" cy="8"/>
              </a:xfrm>
              <a:prstGeom prst="rect">
                <a:avLst/>
              </a:prstGeom>
              <a:solidFill>
                <a:srgbClr val="C0C080"/>
              </a:solidFill>
              <a:ln>
                <a:noFill/>
                <a:miter lim="800000"/>
              </a:ln>
            </p:spPr>
          </p:sp>
          <p:sp>
            <p:nvSpPr>
              <p:cNvPr id="95868" name=""/>
              <p:cNvSpPr/>
              <p:nvPr/>
            </p:nvSpPr>
            <p:spPr>
              <a:xfrm>
                <a:off x="4519" y="2484"/>
                <a:ext cx="109" cy="7"/>
              </a:xfrm>
              <a:custGeom>
                <a:pathLst>
                  <a:path w="219" h="15">
                    <a:moveTo>
                      <a:pt x="4" y="0"/>
                    </a:moveTo>
                    <a:lnTo>
                      <a:pt x="215" y="0"/>
                    </a:lnTo>
                    <a:lnTo>
                      <a:pt x="217" y="0"/>
                    </a:lnTo>
                    <a:lnTo>
                      <a:pt x="219" y="6"/>
                    </a:lnTo>
                    <a:lnTo>
                      <a:pt x="219" y="11"/>
                    </a:lnTo>
                    <a:lnTo>
                      <a:pt x="215" y="15"/>
                    </a:lnTo>
                    <a:lnTo>
                      <a:pt x="4" y="15"/>
                    </a:lnTo>
                    <a:lnTo>
                      <a:pt x="2" y="11"/>
                    </a:lnTo>
                    <a:lnTo>
                      <a:pt x="0" y="9"/>
                    </a:lnTo>
                    <a:lnTo>
                      <a:pt x="0" y="4"/>
                    </a:lnTo>
                    <a:lnTo>
                      <a:pt x="4" y="0"/>
                    </a:lnTo>
                    <a:close/>
                  </a:path>
                </a:pathLst>
              </a:custGeom>
              <a:solidFill>
                <a:srgbClr val="E0D0A0"/>
              </a:solidFill>
              <a:ln>
                <a:noFill/>
                <a:round/>
              </a:ln>
            </p:spPr>
          </p:sp>
          <p:sp>
            <p:nvSpPr>
              <p:cNvPr id="95869" name=""/>
              <p:cNvSpPr/>
              <p:nvPr/>
            </p:nvSpPr>
            <p:spPr>
              <a:xfrm>
                <a:off x="4526" y="2508"/>
                <a:ext cx="21" cy="4"/>
              </a:xfrm>
              <a:custGeom>
                <a:pathLst>
                  <a:path w="43" h="9">
                    <a:moveTo>
                      <a:pt x="1" y="0"/>
                    </a:moveTo>
                    <a:lnTo>
                      <a:pt x="43" y="0"/>
                    </a:lnTo>
                    <a:lnTo>
                      <a:pt x="43" y="4"/>
                    </a:lnTo>
                    <a:lnTo>
                      <a:pt x="43" y="9"/>
                    </a:lnTo>
                    <a:lnTo>
                      <a:pt x="1" y="9"/>
                    </a:lnTo>
                    <a:lnTo>
                      <a:pt x="0" y="5"/>
                    </a:lnTo>
                    <a:lnTo>
                      <a:pt x="0" y="0"/>
                    </a:lnTo>
                    <a:lnTo>
                      <a:pt x="1" y="0"/>
                    </a:lnTo>
                    <a:close/>
                  </a:path>
                </a:pathLst>
              </a:custGeom>
              <a:solidFill>
                <a:srgbClr val="E0E0B0"/>
              </a:solidFill>
              <a:ln>
                <a:noFill/>
                <a:round/>
              </a:ln>
            </p:spPr>
          </p:sp>
          <p:sp>
            <p:nvSpPr>
              <p:cNvPr id="95870" name=""/>
              <p:cNvSpPr/>
              <p:nvPr/>
            </p:nvSpPr>
            <p:spPr>
              <a:xfrm>
                <a:off x="4545" y="2508"/>
                <a:ext cx="43" cy="4"/>
              </a:xfrm>
              <a:custGeom>
                <a:pathLst>
                  <a:path w="86" h="7">
                    <a:moveTo>
                      <a:pt x="0" y="0"/>
                    </a:moveTo>
                    <a:lnTo>
                      <a:pt x="86" y="0"/>
                    </a:lnTo>
                    <a:lnTo>
                      <a:pt x="0" y="7"/>
                    </a:lnTo>
                    <a:lnTo>
                      <a:pt x="0" y="0"/>
                    </a:lnTo>
                    <a:close/>
                  </a:path>
                </a:pathLst>
              </a:custGeom>
              <a:solidFill>
                <a:srgbClr val="E0E0B0"/>
              </a:solidFill>
              <a:ln>
                <a:noFill/>
                <a:round/>
              </a:ln>
            </p:spPr>
          </p:sp>
          <p:sp>
            <p:nvSpPr>
              <p:cNvPr id="95871" name=""/>
              <p:cNvSpPr/>
              <p:nvPr/>
            </p:nvSpPr>
            <p:spPr>
              <a:xfrm>
                <a:off x="4588" y="2508"/>
                <a:ext cx="34" cy="4"/>
              </a:xfrm>
              <a:custGeom>
                <a:pathLst>
                  <a:path w="68" h="9">
                    <a:moveTo>
                      <a:pt x="2" y="0"/>
                    </a:moveTo>
                    <a:lnTo>
                      <a:pt x="66" y="0"/>
                    </a:lnTo>
                    <a:lnTo>
                      <a:pt x="68" y="4"/>
                    </a:lnTo>
                    <a:lnTo>
                      <a:pt x="66" y="9"/>
                    </a:lnTo>
                    <a:lnTo>
                      <a:pt x="2" y="9"/>
                    </a:lnTo>
                    <a:lnTo>
                      <a:pt x="0" y="4"/>
                    </a:lnTo>
                    <a:lnTo>
                      <a:pt x="2" y="0"/>
                    </a:lnTo>
                    <a:close/>
                  </a:path>
                </a:pathLst>
              </a:custGeom>
              <a:solidFill>
                <a:srgbClr val="E0E0B0"/>
              </a:solidFill>
              <a:ln>
                <a:noFill/>
                <a:round/>
              </a:ln>
            </p:spPr>
          </p:sp>
          <p:sp>
            <p:nvSpPr>
              <p:cNvPr id="95872" name=""/>
              <p:cNvSpPr/>
              <p:nvPr/>
            </p:nvSpPr>
            <p:spPr>
              <a:xfrm>
                <a:off x="4547" y="2510"/>
                <a:ext cx="41" cy="8"/>
              </a:xfrm>
              <a:custGeom>
                <a:pathLst>
                  <a:path w="82" h="17">
                    <a:moveTo>
                      <a:pt x="0" y="0"/>
                    </a:moveTo>
                    <a:lnTo>
                      <a:pt x="80" y="0"/>
                    </a:lnTo>
                    <a:lnTo>
                      <a:pt x="82" y="2"/>
                    </a:lnTo>
                    <a:lnTo>
                      <a:pt x="82" y="15"/>
                    </a:lnTo>
                    <a:lnTo>
                      <a:pt x="80" y="17"/>
                    </a:lnTo>
                    <a:lnTo>
                      <a:pt x="0" y="17"/>
                    </a:lnTo>
                    <a:lnTo>
                      <a:pt x="0" y="15"/>
                    </a:lnTo>
                    <a:lnTo>
                      <a:pt x="0" y="2"/>
                    </a:lnTo>
                    <a:lnTo>
                      <a:pt x="0" y="0"/>
                    </a:lnTo>
                    <a:close/>
                  </a:path>
                </a:pathLst>
              </a:custGeom>
              <a:solidFill>
                <a:srgbClr val="00DFCA"/>
              </a:solidFill>
              <a:ln>
                <a:noFill/>
                <a:round/>
              </a:ln>
            </p:spPr>
          </p:sp>
          <p:sp>
            <p:nvSpPr>
              <p:cNvPr id="95873" name=""/>
              <p:cNvSpPr/>
              <p:nvPr/>
            </p:nvSpPr>
            <p:spPr>
              <a:xfrm>
                <a:off x="4601" y="2498"/>
                <a:ext cx="12" cy="2"/>
              </a:xfrm>
              <a:prstGeom prst="rect">
                <a:avLst/>
              </a:prstGeom>
              <a:solidFill>
                <a:srgbClr val="F0E0C0"/>
              </a:solidFill>
              <a:ln>
                <a:noFill/>
                <a:miter lim="800000"/>
              </a:ln>
            </p:spPr>
          </p:sp>
          <p:sp>
            <p:nvSpPr>
              <p:cNvPr id="95874" name=""/>
              <p:cNvSpPr/>
              <p:nvPr/>
            </p:nvSpPr>
            <p:spPr>
              <a:xfrm>
                <a:off x="4594" y="2498"/>
                <a:ext cx="19" cy="11"/>
              </a:xfrm>
              <a:custGeom>
                <a:pathLst>
                  <a:path w="37" h="24">
                    <a:moveTo>
                      <a:pt x="10" y="0"/>
                    </a:moveTo>
                    <a:lnTo>
                      <a:pt x="0" y="20"/>
                    </a:lnTo>
                    <a:lnTo>
                      <a:pt x="0" y="24"/>
                    </a:lnTo>
                    <a:lnTo>
                      <a:pt x="30" y="24"/>
                    </a:lnTo>
                    <a:lnTo>
                      <a:pt x="37" y="11"/>
                    </a:lnTo>
                    <a:lnTo>
                      <a:pt x="12" y="11"/>
                    </a:lnTo>
                    <a:lnTo>
                      <a:pt x="10" y="0"/>
                    </a:lnTo>
                    <a:close/>
                  </a:path>
                </a:pathLst>
              </a:custGeom>
              <a:solidFill>
                <a:srgbClr val="808060"/>
              </a:solidFill>
              <a:ln>
                <a:noFill/>
                <a:round/>
              </a:ln>
            </p:spPr>
          </p:sp>
          <p:sp>
            <p:nvSpPr>
              <p:cNvPr id="95875" name=""/>
              <p:cNvSpPr/>
              <p:nvPr/>
            </p:nvSpPr>
            <p:spPr>
              <a:xfrm>
                <a:off x="4548" y="2511"/>
                <a:ext cx="6" cy="6"/>
              </a:xfrm>
              <a:custGeom>
                <a:pathLst>
                  <a:path w="13" h="13">
                    <a:moveTo>
                      <a:pt x="2" y="0"/>
                    </a:moveTo>
                    <a:lnTo>
                      <a:pt x="11" y="0"/>
                    </a:lnTo>
                    <a:lnTo>
                      <a:pt x="13" y="0"/>
                    </a:lnTo>
                    <a:lnTo>
                      <a:pt x="13" y="4"/>
                    </a:lnTo>
                    <a:lnTo>
                      <a:pt x="13" y="9"/>
                    </a:lnTo>
                    <a:lnTo>
                      <a:pt x="13" y="13"/>
                    </a:lnTo>
                    <a:lnTo>
                      <a:pt x="2" y="13"/>
                    </a:lnTo>
                    <a:lnTo>
                      <a:pt x="0" y="9"/>
                    </a:lnTo>
                    <a:lnTo>
                      <a:pt x="0" y="4"/>
                    </a:lnTo>
                    <a:lnTo>
                      <a:pt x="0" y="0"/>
                    </a:lnTo>
                    <a:lnTo>
                      <a:pt x="2" y="0"/>
                    </a:lnTo>
                    <a:close/>
                  </a:path>
                </a:pathLst>
              </a:custGeom>
              <a:solidFill>
                <a:srgbClr val="A0A070"/>
              </a:solidFill>
              <a:ln>
                <a:noFill/>
                <a:round/>
              </a:ln>
            </p:spPr>
          </p:sp>
          <p:sp>
            <p:nvSpPr>
              <p:cNvPr id="95876" name=""/>
              <p:cNvSpPr/>
              <p:nvPr/>
            </p:nvSpPr>
            <p:spPr>
              <a:xfrm>
                <a:off x="4548" y="2511"/>
                <a:ext cx="6" cy="6"/>
              </a:xfrm>
              <a:custGeom>
                <a:pathLst>
                  <a:path w="13" h="11">
                    <a:moveTo>
                      <a:pt x="6" y="0"/>
                    </a:moveTo>
                    <a:lnTo>
                      <a:pt x="11" y="0"/>
                    </a:lnTo>
                    <a:lnTo>
                      <a:pt x="13" y="0"/>
                    </a:lnTo>
                    <a:lnTo>
                      <a:pt x="13" y="6"/>
                    </a:lnTo>
                    <a:lnTo>
                      <a:pt x="13" y="11"/>
                    </a:lnTo>
                    <a:lnTo>
                      <a:pt x="6" y="11"/>
                    </a:lnTo>
                    <a:lnTo>
                      <a:pt x="2" y="11"/>
                    </a:lnTo>
                    <a:lnTo>
                      <a:pt x="0" y="11"/>
                    </a:lnTo>
                    <a:lnTo>
                      <a:pt x="0" y="6"/>
                    </a:lnTo>
                    <a:lnTo>
                      <a:pt x="2" y="6"/>
                    </a:lnTo>
                    <a:lnTo>
                      <a:pt x="2" y="0"/>
                    </a:lnTo>
                    <a:lnTo>
                      <a:pt x="6" y="0"/>
                    </a:lnTo>
                    <a:close/>
                  </a:path>
                </a:pathLst>
              </a:custGeom>
              <a:solidFill>
                <a:srgbClr val="A0FF00"/>
              </a:solidFill>
              <a:ln>
                <a:noFill/>
                <a:round/>
              </a:ln>
            </p:spPr>
          </p:sp>
          <p:sp>
            <p:nvSpPr>
              <p:cNvPr id="95877" name=""/>
              <p:cNvSpPr/>
              <p:nvPr/>
            </p:nvSpPr>
            <p:spPr>
              <a:xfrm>
                <a:off x="4551" y="2511"/>
                <a:ext cx="2" cy="5"/>
              </a:xfrm>
              <a:custGeom>
                <a:pathLst>
                  <a:path w="3" h="9">
                    <a:moveTo>
                      <a:pt x="3" y="0"/>
                    </a:moveTo>
                    <a:lnTo>
                      <a:pt x="3" y="9"/>
                    </a:lnTo>
                    <a:lnTo>
                      <a:pt x="0" y="9"/>
                    </a:lnTo>
                    <a:lnTo>
                      <a:pt x="3" y="0"/>
                    </a:lnTo>
                    <a:close/>
                  </a:path>
                </a:pathLst>
              </a:custGeom>
              <a:solidFill>
                <a:srgbClr val="FFFFFF"/>
              </a:solidFill>
              <a:ln>
                <a:noFill/>
                <a:round/>
              </a:ln>
            </p:spPr>
          </p:sp>
          <p:sp>
            <p:nvSpPr>
              <p:cNvPr id="95878" name=""/>
              <p:cNvSpPr/>
              <p:nvPr/>
            </p:nvSpPr>
            <p:spPr>
              <a:xfrm>
                <a:off x="4533" y="2487"/>
                <a:ext cx="7" cy="4"/>
              </a:xfrm>
              <a:custGeom>
                <a:pathLst>
                  <a:path w="14" h="9">
                    <a:moveTo>
                      <a:pt x="3" y="0"/>
                    </a:moveTo>
                    <a:lnTo>
                      <a:pt x="11" y="0"/>
                    </a:lnTo>
                    <a:lnTo>
                      <a:pt x="14" y="0"/>
                    </a:lnTo>
                    <a:lnTo>
                      <a:pt x="14" y="3"/>
                    </a:lnTo>
                    <a:lnTo>
                      <a:pt x="14" y="5"/>
                    </a:lnTo>
                    <a:lnTo>
                      <a:pt x="11" y="9"/>
                    </a:lnTo>
                    <a:lnTo>
                      <a:pt x="3" y="9"/>
                    </a:lnTo>
                    <a:lnTo>
                      <a:pt x="0" y="5"/>
                    </a:lnTo>
                    <a:lnTo>
                      <a:pt x="0" y="3"/>
                    </a:lnTo>
                    <a:lnTo>
                      <a:pt x="0" y="0"/>
                    </a:lnTo>
                    <a:lnTo>
                      <a:pt x="3" y="0"/>
                    </a:lnTo>
                    <a:close/>
                  </a:path>
                </a:pathLst>
              </a:custGeom>
              <a:solidFill>
                <a:srgbClr val="A0A070"/>
              </a:solidFill>
              <a:ln>
                <a:noFill/>
                <a:round/>
              </a:ln>
            </p:spPr>
          </p:sp>
          <p:sp>
            <p:nvSpPr>
              <p:cNvPr id="95879" name=""/>
              <p:cNvSpPr/>
              <p:nvPr/>
            </p:nvSpPr>
            <p:spPr>
              <a:xfrm>
                <a:off x="4533" y="2487"/>
                <a:ext cx="7" cy="4"/>
              </a:xfrm>
              <a:custGeom>
                <a:pathLst>
                  <a:path w="14" h="9">
                    <a:moveTo>
                      <a:pt x="3" y="0"/>
                    </a:moveTo>
                    <a:lnTo>
                      <a:pt x="11" y="0"/>
                    </a:lnTo>
                    <a:lnTo>
                      <a:pt x="14" y="3"/>
                    </a:lnTo>
                    <a:lnTo>
                      <a:pt x="14" y="5"/>
                    </a:lnTo>
                    <a:lnTo>
                      <a:pt x="11" y="5"/>
                    </a:lnTo>
                    <a:lnTo>
                      <a:pt x="11" y="9"/>
                    </a:lnTo>
                    <a:lnTo>
                      <a:pt x="3" y="9"/>
                    </a:lnTo>
                    <a:lnTo>
                      <a:pt x="3" y="5"/>
                    </a:lnTo>
                    <a:lnTo>
                      <a:pt x="0" y="5"/>
                    </a:lnTo>
                    <a:lnTo>
                      <a:pt x="0" y="3"/>
                    </a:lnTo>
                    <a:lnTo>
                      <a:pt x="3" y="3"/>
                    </a:lnTo>
                    <a:lnTo>
                      <a:pt x="3" y="0"/>
                    </a:lnTo>
                    <a:close/>
                  </a:path>
                </a:pathLst>
              </a:custGeom>
              <a:solidFill>
                <a:srgbClr val="A0FF00"/>
              </a:solidFill>
              <a:ln>
                <a:noFill/>
                <a:round/>
              </a:ln>
            </p:spPr>
          </p:sp>
          <p:sp>
            <p:nvSpPr>
              <p:cNvPr id="95880" name=""/>
              <p:cNvSpPr/>
              <p:nvPr/>
            </p:nvSpPr>
            <p:spPr>
              <a:xfrm>
                <a:off x="4599" y="2487"/>
                <a:ext cx="7" cy="4"/>
              </a:xfrm>
              <a:custGeom>
                <a:pathLst>
                  <a:path w="15" h="9">
                    <a:moveTo>
                      <a:pt x="2" y="0"/>
                    </a:moveTo>
                    <a:lnTo>
                      <a:pt x="9" y="0"/>
                    </a:lnTo>
                    <a:lnTo>
                      <a:pt x="13" y="0"/>
                    </a:lnTo>
                    <a:lnTo>
                      <a:pt x="15" y="3"/>
                    </a:lnTo>
                    <a:lnTo>
                      <a:pt x="13" y="5"/>
                    </a:lnTo>
                    <a:lnTo>
                      <a:pt x="13" y="9"/>
                    </a:lnTo>
                    <a:lnTo>
                      <a:pt x="2" y="9"/>
                    </a:lnTo>
                    <a:lnTo>
                      <a:pt x="2" y="5"/>
                    </a:lnTo>
                    <a:lnTo>
                      <a:pt x="0" y="5"/>
                    </a:lnTo>
                    <a:lnTo>
                      <a:pt x="0" y="3"/>
                    </a:lnTo>
                    <a:lnTo>
                      <a:pt x="2" y="0"/>
                    </a:lnTo>
                    <a:close/>
                  </a:path>
                </a:pathLst>
              </a:custGeom>
              <a:solidFill>
                <a:srgbClr val="A0A070"/>
              </a:solidFill>
              <a:ln>
                <a:noFill/>
                <a:round/>
              </a:ln>
            </p:spPr>
          </p:sp>
          <p:sp>
            <p:nvSpPr>
              <p:cNvPr id="95881" name=""/>
              <p:cNvSpPr/>
              <p:nvPr/>
            </p:nvSpPr>
            <p:spPr>
              <a:xfrm>
                <a:off x="4599" y="2487"/>
                <a:ext cx="6" cy="4"/>
              </a:xfrm>
              <a:custGeom>
                <a:pathLst>
                  <a:path w="13" h="9">
                    <a:moveTo>
                      <a:pt x="0" y="0"/>
                    </a:moveTo>
                    <a:lnTo>
                      <a:pt x="9" y="0"/>
                    </a:lnTo>
                    <a:lnTo>
                      <a:pt x="13" y="0"/>
                    </a:lnTo>
                    <a:lnTo>
                      <a:pt x="13" y="5"/>
                    </a:lnTo>
                    <a:lnTo>
                      <a:pt x="13" y="9"/>
                    </a:lnTo>
                    <a:lnTo>
                      <a:pt x="9" y="9"/>
                    </a:lnTo>
                    <a:lnTo>
                      <a:pt x="0" y="9"/>
                    </a:lnTo>
                    <a:lnTo>
                      <a:pt x="0" y="5"/>
                    </a:lnTo>
                    <a:lnTo>
                      <a:pt x="0" y="0"/>
                    </a:lnTo>
                    <a:close/>
                  </a:path>
                </a:pathLst>
              </a:custGeom>
              <a:solidFill>
                <a:srgbClr val="A0FF00"/>
              </a:solidFill>
              <a:ln>
                <a:noFill/>
                <a:round/>
              </a:ln>
            </p:spPr>
          </p:sp>
          <p:sp>
            <p:nvSpPr>
              <p:cNvPr id="95882" name=""/>
              <p:cNvSpPr/>
              <p:nvPr/>
            </p:nvSpPr>
            <p:spPr>
              <a:xfrm>
                <a:off x="4599" y="2487"/>
                <a:ext cx="3" cy="3"/>
              </a:xfrm>
              <a:prstGeom prst="rect">
                <a:avLst/>
              </a:prstGeom>
              <a:solidFill>
                <a:srgbClr val="FFFFFF"/>
              </a:solidFill>
              <a:ln>
                <a:noFill/>
                <a:miter lim="800000"/>
              </a:ln>
            </p:spPr>
          </p:sp>
          <p:sp>
            <p:nvSpPr>
              <p:cNvPr id="95883" name=""/>
              <p:cNvSpPr/>
              <p:nvPr/>
            </p:nvSpPr>
            <p:spPr>
              <a:xfrm>
                <a:off x="4548" y="2540"/>
                <a:ext cx="6" cy="6"/>
              </a:xfrm>
              <a:custGeom>
                <a:pathLst>
                  <a:path w="13" h="12">
                    <a:moveTo>
                      <a:pt x="2" y="0"/>
                    </a:moveTo>
                    <a:lnTo>
                      <a:pt x="11" y="0"/>
                    </a:lnTo>
                    <a:lnTo>
                      <a:pt x="13" y="3"/>
                    </a:lnTo>
                    <a:lnTo>
                      <a:pt x="13" y="7"/>
                    </a:lnTo>
                    <a:lnTo>
                      <a:pt x="13" y="9"/>
                    </a:lnTo>
                    <a:lnTo>
                      <a:pt x="13" y="12"/>
                    </a:lnTo>
                    <a:lnTo>
                      <a:pt x="2" y="12"/>
                    </a:lnTo>
                    <a:lnTo>
                      <a:pt x="2" y="9"/>
                    </a:lnTo>
                    <a:lnTo>
                      <a:pt x="0" y="9"/>
                    </a:lnTo>
                    <a:lnTo>
                      <a:pt x="0" y="7"/>
                    </a:lnTo>
                    <a:lnTo>
                      <a:pt x="0" y="3"/>
                    </a:lnTo>
                    <a:lnTo>
                      <a:pt x="2" y="3"/>
                    </a:lnTo>
                    <a:lnTo>
                      <a:pt x="2" y="0"/>
                    </a:lnTo>
                    <a:close/>
                  </a:path>
                </a:pathLst>
              </a:custGeom>
              <a:solidFill>
                <a:srgbClr val="A0A070"/>
              </a:solidFill>
              <a:ln>
                <a:noFill/>
                <a:round/>
              </a:ln>
            </p:spPr>
          </p:sp>
          <p:sp>
            <p:nvSpPr>
              <p:cNvPr id="95884" name=""/>
              <p:cNvSpPr/>
              <p:nvPr/>
            </p:nvSpPr>
            <p:spPr>
              <a:xfrm>
                <a:off x="4548" y="2541"/>
                <a:ext cx="6" cy="4"/>
              </a:xfrm>
              <a:custGeom>
                <a:pathLst>
                  <a:path w="13" h="9">
                    <a:moveTo>
                      <a:pt x="6" y="0"/>
                    </a:moveTo>
                    <a:lnTo>
                      <a:pt x="11" y="0"/>
                    </a:lnTo>
                    <a:lnTo>
                      <a:pt x="13" y="0"/>
                    </a:lnTo>
                    <a:lnTo>
                      <a:pt x="13" y="5"/>
                    </a:lnTo>
                    <a:lnTo>
                      <a:pt x="13" y="9"/>
                    </a:lnTo>
                    <a:lnTo>
                      <a:pt x="6" y="9"/>
                    </a:lnTo>
                    <a:lnTo>
                      <a:pt x="2" y="9"/>
                    </a:lnTo>
                    <a:lnTo>
                      <a:pt x="0" y="9"/>
                    </a:lnTo>
                    <a:lnTo>
                      <a:pt x="0" y="5"/>
                    </a:lnTo>
                    <a:lnTo>
                      <a:pt x="2" y="0"/>
                    </a:lnTo>
                    <a:lnTo>
                      <a:pt x="6" y="0"/>
                    </a:lnTo>
                    <a:close/>
                  </a:path>
                </a:pathLst>
              </a:custGeom>
              <a:solidFill>
                <a:srgbClr val="A0FF00"/>
              </a:solidFill>
              <a:ln>
                <a:noFill/>
                <a:round/>
              </a:ln>
            </p:spPr>
          </p:sp>
          <p:sp>
            <p:nvSpPr>
              <p:cNvPr id="95885" name=""/>
              <p:cNvSpPr/>
              <p:nvPr/>
            </p:nvSpPr>
            <p:spPr>
              <a:xfrm>
                <a:off x="4551" y="2541"/>
                <a:ext cx="2" cy="3"/>
              </a:xfrm>
              <a:custGeom>
                <a:pathLst>
                  <a:path w="3" h="7">
                    <a:moveTo>
                      <a:pt x="3" y="0"/>
                    </a:moveTo>
                    <a:lnTo>
                      <a:pt x="3" y="7"/>
                    </a:lnTo>
                    <a:lnTo>
                      <a:pt x="0" y="7"/>
                    </a:lnTo>
                    <a:lnTo>
                      <a:pt x="3" y="0"/>
                    </a:lnTo>
                    <a:close/>
                  </a:path>
                </a:pathLst>
              </a:custGeom>
              <a:solidFill>
                <a:srgbClr val="FFFFFF"/>
              </a:solidFill>
              <a:ln>
                <a:noFill/>
                <a:round/>
              </a:ln>
            </p:spPr>
          </p:sp>
          <p:sp>
            <p:nvSpPr>
              <p:cNvPr id="95886" name=""/>
              <p:cNvSpPr/>
              <p:nvPr/>
            </p:nvSpPr>
            <p:spPr>
              <a:xfrm>
                <a:off x="4527" y="2585"/>
                <a:ext cx="7" cy="5"/>
              </a:xfrm>
              <a:custGeom>
                <a:pathLst>
                  <a:path w="15" h="11">
                    <a:moveTo>
                      <a:pt x="6" y="0"/>
                    </a:moveTo>
                    <a:lnTo>
                      <a:pt x="13" y="0"/>
                    </a:lnTo>
                    <a:lnTo>
                      <a:pt x="13" y="3"/>
                    </a:lnTo>
                    <a:lnTo>
                      <a:pt x="15" y="3"/>
                    </a:lnTo>
                    <a:lnTo>
                      <a:pt x="15" y="5"/>
                    </a:lnTo>
                    <a:lnTo>
                      <a:pt x="13" y="9"/>
                    </a:lnTo>
                    <a:lnTo>
                      <a:pt x="13" y="11"/>
                    </a:lnTo>
                    <a:lnTo>
                      <a:pt x="6" y="11"/>
                    </a:lnTo>
                    <a:lnTo>
                      <a:pt x="2" y="11"/>
                    </a:lnTo>
                    <a:lnTo>
                      <a:pt x="2" y="9"/>
                    </a:lnTo>
                    <a:lnTo>
                      <a:pt x="0" y="9"/>
                    </a:lnTo>
                    <a:lnTo>
                      <a:pt x="0" y="5"/>
                    </a:lnTo>
                    <a:lnTo>
                      <a:pt x="2" y="3"/>
                    </a:lnTo>
                    <a:lnTo>
                      <a:pt x="2" y="0"/>
                    </a:lnTo>
                    <a:lnTo>
                      <a:pt x="6" y="0"/>
                    </a:lnTo>
                    <a:close/>
                  </a:path>
                </a:pathLst>
              </a:custGeom>
              <a:solidFill>
                <a:srgbClr val="A0A070"/>
              </a:solidFill>
              <a:ln>
                <a:noFill/>
                <a:round/>
              </a:ln>
            </p:spPr>
          </p:sp>
          <p:sp>
            <p:nvSpPr>
              <p:cNvPr id="95887" name=""/>
              <p:cNvSpPr/>
              <p:nvPr/>
            </p:nvSpPr>
            <p:spPr>
              <a:xfrm>
                <a:off x="4529" y="2586"/>
                <a:ext cx="5" cy="3"/>
              </a:xfrm>
              <a:custGeom>
                <a:pathLst>
                  <a:path w="9" h="7">
                    <a:moveTo>
                      <a:pt x="0" y="0"/>
                    </a:moveTo>
                    <a:lnTo>
                      <a:pt x="0" y="7"/>
                    </a:lnTo>
                    <a:lnTo>
                      <a:pt x="9" y="7"/>
                    </a:lnTo>
                    <a:lnTo>
                      <a:pt x="0" y="0"/>
                    </a:lnTo>
                    <a:close/>
                  </a:path>
                </a:pathLst>
              </a:custGeom>
              <a:solidFill>
                <a:srgbClr val="A0FF00"/>
              </a:solidFill>
              <a:ln>
                <a:noFill/>
                <a:round/>
              </a:ln>
            </p:spPr>
          </p:sp>
          <p:sp>
            <p:nvSpPr>
              <p:cNvPr id="95888" name=""/>
              <p:cNvSpPr/>
              <p:nvPr/>
            </p:nvSpPr>
            <p:spPr>
              <a:xfrm>
                <a:off x="4529" y="2586"/>
                <a:ext cx="5" cy="3"/>
              </a:xfrm>
              <a:custGeom>
                <a:pathLst>
                  <a:path w="9" h="7">
                    <a:moveTo>
                      <a:pt x="0" y="0"/>
                    </a:moveTo>
                    <a:lnTo>
                      <a:pt x="0" y="7"/>
                    </a:lnTo>
                    <a:lnTo>
                      <a:pt x="9" y="7"/>
                    </a:lnTo>
                    <a:lnTo>
                      <a:pt x="0" y="0"/>
                    </a:lnTo>
                    <a:close/>
                  </a:path>
                </a:pathLst>
              </a:custGeom>
              <a:solidFill>
                <a:srgbClr val="A0FF00"/>
              </a:solidFill>
              <a:ln>
                <a:noFill/>
                <a:round/>
              </a:ln>
            </p:spPr>
          </p:sp>
          <p:sp>
            <p:nvSpPr>
              <p:cNvPr id="95889" name=""/>
              <p:cNvSpPr/>
              <p:nvPr/>
            </p:nvSpPr>
            <p:spPr>
              <a:xfrm>
                <a:off x="4529" y="2585"/>
                <a:ext cx="5" cy="3"/>
              </a:xfrm>
              <a:custGeom>
                <a:pathLst>
                  <a:path w="9" h="5">
                    <a:moveTo>
                      <a:pt x="0" y="0"/>
                    </a:moveTo>
                    <a:lnTo>
                      <a:pt x="0" y="5"/>
                    </a:lnTo>
                    <a:lnTo>
                      <a:pt x="9" y="5"/>
                    </a:lnTo>
                    <a:lnTo>
                      <a:pt x="0" y="0"/>
                    </a:lnTo>
                    <a:close/>
                  </a:path>
                </a:pathLst>
              </a:custGeom>
              <a:solidFill>
                <a:srgbClr val="A0FF00"/>
              </a:solidFill>
              <a:ln>
                <a:noFill/>
                <a:round/>
              </a:ln>
            </p:spPr>
          </p:sp>
          <p:sp>
            <p:nvSpPr>
              <p:cNvPr id="95890" name=""/>
              <p:cNvSpPr/>
              <p:nvPr/>
            </p:nvSpPr>
            <p:spPr>
              <a:xfrm>
                <a:off x="4529" y="2586"/>
                <a:ext cx="4" cy="3"/>
              </a:xfrm>
              <a:custGeom>
                <a:pathLst>
                  <a:path w="7" h="7">
                    <a:moveTo>
                      <a:pt x="0" y="0"/>
                    </a:moveTo>
                    <a:lnTo>
                      <a:pt x="7" y="0"/>
                    </a:lnTo>
                    <a:lnTo>
                      <a:pt x="0" y="7"/>
                    </a:lnTo>
                    <a:lnTo>
                      <a:pt x="0" y="0"/>
                    </a:lnTo>
                    <a:close/>
                  </a:path>
                </a:pathLst>
              </a:custGeom>
              <a:solidFill>
                <a:srgbClr val="FFFFFF"/>
              </a:solidFill>
              <a:ln>
                <a:noFill/>
                <a:round/>
              </a:ln>
            </p:spPr>
          </p:sp>
          <p:sp>
            <p:nvSpPr>
              <p:cNvPr id="95891" name=""/>
              <p:cNvSpPr/>
              <p:nvPr/>
            </p:nvSpPr>
            <p:spPr>
              <a:xfrm>
                <a:off x="4527" y="2504"/>
                <a:ext cx="93" cy="5"/>
              </a:xfrm>
              <a:prstGeom prst="rect">
                <a:avLst/>
              </a:prstGeom>
              <a:solidFill>
                <a:srgbClr val="505020"/>
              </a:solidFill>
              <a:ln>
                <a:noFill/>
                <a:miter lim="800000"/>
              </a:ln>
            </p:spPr>
          </p:sp>
          <p:sp>
            <p:nvSpPr>
              <p:cNvPr id="95892" name=""/>
              <p:cNvSpPr/>
              <p:nvPr/>
            </p:nvSpPr>
            <p:spPr>
              <a:xfrm>
                <a:off x="4547" y="2499"/>
                <a:ext cx="4" cy="9"/>
              </a:xfrm>
              <a:custGeom>
                <a:pathLst>
                  <a:path w="7" h="16">
                    <a:moveTo>
                      <a:pt x="3" y="0"/>
                    </a:moveTo>
                    <a:lnTo>
                      <a:pt x="7" y="2"/>
                    </a:lnTo>
                    <a:lnTo>
                      <a:pt x="7" y="14"/>
                    </a:lnTo>
                    <a:lnTo>
                      <a:pt x="3" y="16"/>
                    </a:lnTo>
                    <a:lnTo>
                      <a:pt x="0" y="2"/>
                    </a:lnTo>
                    <a:lnTo>
                      <a:pt x="3" y="0"/>
                    </a:lnTo>
                    <a:close/>
                  </a:path>
                </a:pathLst>
              </a:custGeom>
              <a:solidFill>
                <a:srgbClr val="E0E0B0"/>
              </a:solidFill>
              <a:ln>
                <a:noFill/>
                <a:round/>
              </a:ln>
            </p:spPr>
          </p:sp>
          <p:sp>
            <p:nvSpPr>
              <p:cNvPr id="95893" name=""/>
              <p:cNvSpPr/>
              <p:nvPr/>
            </p:nvSpPr>
            <p:spPr>
              <a:xfrm>
                <a:off x="4547" y="2508"/>
                <a:ext cx="4" cy="10"/>
              </a:xfrm>
              <a:custGeom>
                <a:pathLst>
                  <a:path w="7" h="20">
                    <a:moveTo>
                      <a:pt x="3" y="0"/>
                    </a:moveTo>
                    <a:lnTo>
                      <a:pt x="7" y="2"/>
                    </a:lnTo>
                    <a:lnTo>
                      <a:pt x="7" y="18"/>
                    </a:lnTo>
                    <a:lnTo>
                      <a:pt x="3" y="20"/>
                    </a:lnTo>
                    <a:lnTo>
                      <a:pt x="0" y="18"/>
                    </a:lnTo>
                    <a:lnTo>
                      <a:pt x="0" y="2"/>
                    </a:lnTo>
                    <a:lnTo>
                      <a:pt x="3" y="0"/>
                    </a:lnTo>
                    <a:close/>
                  </a:path>
                </a:pathLst>
              </a:custGeom>
              <a:solidFill>
                <a:srgbClr val="E0E0B0"/>
              </a:solidFill>
              <a:ln>
                <a:noFill/>
                <a:round/>
              </a:ln>
            </p:spPr>
          </p:sp>
          <p:sp>
            <p:nvSpPr>
              <p:cNvPr id="95894" name=""/>
              <p:cNvSpPr/>
              <p:nvPr/>
            </p:nvSpPr>
            <p:spPr>
              <a:xfrm>
                <a:off x="4551" y="2565"/>
                <a:ext cx="71" cy="15"/>
              </a:xfrm>
              <a:prstGeom prst="rect">
                <a:avLst/>
              </a:prstGeom>
              <a:solidFill>
                <a:srgbClr val="A0A080"/>
              </a:solidFill>
              <a:ln>
                <a:noFill/>
                <a:miter lim="800000"/>
              </a:ln>
            </p:spPr>
          </p:sp>
          <p:sp>
            <p:nvSpPr>
              <p:cNvPr id="95895" name=""/>
              <p:cNvSpPr/>
              <p:nvPr/>
            </p:nvSpPr>
            <p:spPr>
              <a:xfrm>
                <a:off x="4545" y="2587"/>
                <a:ext cx="42" cy="4"/>
              </a:xfrm>
              <a:custGeom>
                <a:pathLst>
                  <a:path w="82" h="9">
                    <a:moveTo>
                      <a:pt x="0" y="0"/>
                    </a:moveTo>
                    <a:lnTo>
                      <a:pt x="81" y="0"/>
                    </a:lnTo>
                    <a:lnTo>
                      <a:pt x="82" y="6"/>
                    </a:lnTo>
                    <a:lnTo>
                      <a:pt x="0" y="9"/>
                    </a:lnTo>
                    <a:lnTo>
                      <a:pt x="0" y="6"/>
                    </a:lnTo>
                    <a:lnTo>
                      <a:pt x="0" y="0"/>
                    </a:lnTo>
                    <a:close/>
                  </a:path>
                </a:pathLst>
              </a:custGeom>
              <a:solidFill>
                <a:srgbClr val="E0E0B0"/>
              </a:solidFill>
              <a:ln>
                <a:noFill/>
                <a:round/>
              </a:ln>
            </p:spPr>
          </p:sp>
          <p:sp>
            <p:nvSpPr>
              <p:cNvPr id="95896" name=""/>
              <p:cNvSpPr/>
              <p:nvPr/>
            </p:nvSpPr>
            <p:spPr>
              <a:xfrm>
                <a:off x="4561" y="2578"/>
                <a:ext cx="27" cy="2"/>
              </a:xfrm>
              <a:prstGeom prst="rect">
                <a:avLst/>
              </a:prstGeom>
              <a:solidFill>
                <a:srgbClr val="E0E0B0"/>
              </a:solidFill>
              <a:ln>
                <a:noFill/>
                <a:miter lim="800000"/>
              </a:ln>
            </p:spPr>
          </p:sp>
          <p:sp>
            <p:nvSpPr>
              <p:cNvPr id="95897" name=""/>
              <p:cNvSpPr/>
              <p:nvPr/>
            </p:nvSpPr>
            <p:spPr>
              <a:xfrm>
                <a:off x="4584" y="2578"/>
                <a:ext cx="39" cy="4"/>
              </a:xfrm>
              <a:custGeom>
                <a:pathLst>
                  <a:path w="79" h="9">
                    <a:moveTo>
                      <a:pt x="4" y="0"/>
                    </a:moveTo>
                    <a:lnTo>
                      <a:pt x="77" y="0"/>
                    </a:lnTo>
                    <a:lnTo>
                      <a:pt x="79" y="4"/>
                    </a:lnTo>
                    <a:lnTo>
                      <a:pt x="77" y="9"/>
                    </a:lnTo>
                    <a:lnTo>
                      <a:pt x="4" y="9"/>
                    </a:lnTo>
                    <a:lnTo>
                      <a:pt x="0" y="4"/>
                    </a:lnTo>
                    <a:lnTo>
                      <a:pt x="4" y="0"/>
                    </a:lnTo>
                    <a:close/>
                  </a:path>
                </a:pathLst>
              </a:custGeom>
              <a:solidFill>
                <a:srgbClr val="E0E0B0"/>
              </a:solidFill>
              <a:ln>
                <a:noFill/>
                <a:round/>
              </a:ln>
            </p:spPr>
          </p:sp>
          <p:sp>
            <p:nvSpPr>
              <p:cNvPr id="95898" name=""/>
              <p:cNvSpPr/>
              <p:nvPr/>
            </p:nvSpPr>
            <p:spPr>
              <a:xfrm>
                <a:off x="4544" y="2529"/>
                <a:ext cx="2" cy="6"/>
              </a:xfrm>
              <a:prstGeom prst="rect">
                <a:avLst/>
              </a:prstGeom>
              <a:solidFill>
                <a:srgbClr val="F0E0C0"/>
              </a:solidFill>
              <a:ln>
                <a:noFill/>
                <a:miter lim="800000"/>
              </a:ln>
            </p:spPr>
          </p:sp>
          <p:sp>
            <p:nvSpPr>
              <p:cNvPr id="95899" name=""/>
              <p:cNvSpPr/>
              <p:nvPr/>
            </p:nvSpPr>
            <p:spPr>
              <a:xfrm>
                <a:off x="4566" y="2528"/>
                <a:ext cx="3" cy="5"/>
              </a:xfrm>
              <a:prstGeom prst="rect">
                <a:avLst/>
              </a:prstGeom>
              <a:solidFill>
                <a:srgbClr val="F0E0C0"/>
              </a:solidFill>
              <a:ln>
                <a:noFill/>
                <a:miter lim="800000"/>
              </a:ln>
            </p:spPr>
          </p:sp>
          <p:sp>
            <p:nvSpPr>
              <p:cNvPr id="95900" name=""/>
              <p:cNvSpPr/>
              <p:nvPr/>
            </p:nvSpPr>
            <p:spPr>
              <a:xfrm>
                <a:off x="4565" y="2533"/>
                <a:ext cx="4" cy="3"/>
              </a:xfrm>
              <a:prstGeom prst="rect">
                <a:avLst/>
              </a:prstGeom>
              <a:solidFill>
                <a:srgbClr val="F0E0C0"/>
              </a:solidFill>
              <a:ln>
                <a:noFill/>
                <a:miter lim="800000"/>
              </a:ln>
            </p:spPr>
          </p:sp>
          <p:sp>
            <p:nvSpPr>
              <p:cNvPr id="95901" name=""/>
              <p:cNvSpPr/>
              <p:nvPr/>
            </p:nvSpPr>
            <p:spPr>
              <a:xfrm>
                <a:off x="4586" y="2533"/>
                <a:ext cx="20" cy="3"/>
              </a:xfrm>
              <a:prstGeom prst="rect">
                <a:avLst/>
              </a:prstGeom>
              <a:solidFill>
                <a:srgbClr val="F0E0C0"/>
              </a:solidFill>
              <a:ln>
                <a:noFill/>
                <a:miter lim="800000"/>
              </a:ln>
            </p:spPr>
          </p:sp>
          <p:sp>
            <p:nvSpPr>
              <p:cNvPr id="95902" name=""/>
              <p:cNvSpPr/>
              <p:nvPr/>
            </p:nvSpPr>
            <p:spPr>
              <a:xfrm>
                <a:off x="4547" y="2534"/>
                <a:ext cx="4" cy="14"/>
              </a:xfrm>
              <a:prstGeom prst="rect">
                <a:avLst/>
              </a:prstGeom>
              <a:solidFill>
                <a:srgbClr val="F0E0C0"/>
              </a:solidFill>
              <a:ln>
                <a:noFill/>
                <a:miter lim="800000"/>
              </a:ln>
            </p:spPr>
          </p:sp>
          <p:sp>
            <p:nvSpPr>
              <p:cNvPr id="95903" name=""/>
              <p:cNvSpPr/>
              <p:nvPr/>
            </p:nvSpPr>
            <p:spPr>
              <a:xfrm>
                <a:off x="4547" y="2544"/>
                <a:ext cx="41" cy="4"/>
              </a:xfrm>
              <a:custGeom>
                <a:pathLst>
                  <a:path w="80" h="7">
                    <a:moveTo>
                      <a:pt x="0" y="0"/>
                    </a:moveTo>
                    <a:lnTo>
                      <a:pt x="78" y="0"/>
                    </a:lnTo>
                    <a:lnTo>
                      <a:pt x="80" y="7"/>
                    </a:lnTo>
                    <a:lnTo>
                      <a:pt x="0" y="7"/>
                    </a:lnTo>
                    <a:lnTo>
                      <a:pt x="0" y="0"/>
                    </a:lnTo>
                    <a:close/>
                  </a:path>
                </a:pathLst>
              </a:custGeom>
              <a:solidFill>
                <a:srgbClr val="F0E0C0"/>
              </a:solidFill>
              <a:ln>
                <a:noFill/>
                <a:round/>
              </a:ln>
            </p:spPr>
          </p:sp>
          <p:sp>
            <p:nvSpPr>
              <p:cNvPr id="95904" name=""/>
              <p:cNvSpPr/>
              <p:nvPr/>
            </p:nvSpPr>
            <p:spPr>
              <a:xfrm>
                <a:off x="4586" y="2534"/>
                <a:ext cx="2" cy="14"/>
              </a:xfrm>
              <a:custGeom>
                <a:pathLst>
                  <a:path w="5" h="29">
                    <a:moveTo>
                      <a:pt x="5" y="0"/>
                    </a:moveTo>
                    <a:lnTo>
                      <a:pt x="5" y="24"/>
                    </a:lnTo>
                    <a:lnTo>
                      <a:pt x="3" y="27"/>
                    </a:lnTo>
                    <a:lnTo>
                      <a:pt x="3" y="29"/>
                    </a:lnTo>
                    <a:lnTo>
                      <a:pt x="0" y="27"/>
                    </a:lnTo>
                    <a:lnTo>
                      <a:pt x="3" y="24"/>
                    </a:lnTo>
                    <a:lnTo>
                      <a:pt x="3" y="0"/>
                    </a:lnTo>
                    <a:lnTo>
                      <a:pt x="5" y="0"/>
                    </a:lnTo>
                    <a:close/>
                  </a:path>
                </a:pathLst>
              </a:custGeom>
              <a:solidFill>
                <a:srgbClr val="808050"/>
              </a:solidFill>
              <a:ln>
                <a:noFill/>
                <a:round/>
              </a:ln>
            </p:spPr>
          </p:sp>
          <p:sp>
            <p:nvSpPr>
              <p:cNvPr id="95905" name=""/>
              <p:cNvSpPr/>
              <p:nvPr/>
            </p:nvSpPr>
            <p:spPr>
              <a:xfrm>
                <a:off x="4586" y="2529"/>
                <a:ext cx="20" cy="5"/>
              </a:xfrm>
              <a:prstGeom prst="rect">
                <a:avLst/>
              </a:prstGeom>
              <a:solidFill>
                <a:srgbClr val="706040"/>
              </a:solidFill>
              <a:ln>
                <a:noFill/>
                <a:miter lim="800000"/>
              </a:ln>
            </p:spPr>
          </p:sp>
          <p:sp>
            <p:nvSpPr>
              <p:cNvPr id="95906" name=""/>
              <p:cNvSpPr/>
              <p:nvPr/>
            </p:nvSpPr>
            <p:spPr>
              <a:xfrm>
                <a:off x="4601" y="2529"/>
                <a:ext cx="5" cy="6"/>
              </a:xfrm>
              <a:prstGeom prst="rect">
                <a:avLst/>
              </a:prstGeom>
              <a:solidFill>
                <a:srgbClr val="706040"/>
              </a:solidFill>
              <a:ln>
                <a:noFill/>
                <a:miter lim="800000"/>
              </a:ln>
            </p:spPr>
          </p:sp>
          <p:sp>
            <p:nvSpPr>
              <p:cNvPr id="95907" name=""/>
              <p:cNvSpPr/>
              <p:nvPr/>
            </p:nvSpPr>
            <p:spPr>
              <a:xfrm>
                <a:off x="4547" y="2526"/>
                <a:ext cx="41" cy="7"/>
              </a:xfrm>
              <a:custGeom>
                <a:pathLst>
                  <a:path w="82" h="14">
                    <a:moveTo>
                      <a:pt x="0" y="5"/>
                    </a:moveTo>
                    <a:lnTo>
                      <a:pt x="3" y="0"/>
                    </a:lnTo>
                    <a:lnTo>
                      <a:pt x="77" y="0"/>
                    </a:lnTo>
                    <a:lnTo>
                      <a:pt x="80" y="0"/>
                    </a:lnTo>
                    <a:lnTo>
                      <a:pt x="82" y="5"/>
                    </a:lnTo>
                    <a:lnTo>
                      <a:pt x="82" y="14"/>
                    </a:lnTo>
                    <a:lnTo>
                      <a:pt x="80" y="5"/>
                    </a:lnTo>
                    <a:lnTo>
                      <a:pt x="78" y="4"/>
                    </a:lnTo>
                    <a:lnTo>
                      <a:pt x="3" y="4"/>
                    </a:lnTo>
                    <a:lnTo>
                      <a:pt x="1" y="5"/>
                    </a:lnTo>
                    <a:lnTo>
                      <a:pt x="0" y="5"/>
                    </a:lnTo>
                    <a:close/>
                  </a:path>
                </a:pathLst>
              </a:custGeom>
              <a:solidFill>
                <a:srgbClr val="808050"/>
              </a:solidFill>
              <a:ln>
                <a:noFill/>
                <a:round/>
              </a:ln>
            </p:spPr>
          </p:sp>
          <p:sp>
            <p:nvSpPr>
              <p:cNvPr id="95908" name=""/>
              <p:cNvSpPr/>
              <p:nvPr/>
            </p:nvSpPr>
            <p:spPr>
              <a:xfrm>
                <a:off x="4545" y="2529"/>
                <a:ext cx="2" cy="6"/>
              </a:xfrm>
              <a:prstGeom prst="rect">
                <a:avLst/>
              </a:prstGeom>
              <a:solidFill>
                <a:srgbClr val="706040"/>
              </a:solidFill>
              <a:ln>
                <a:noFill/>
                <a:miter lim="800000"/>
              </a:ln>
            </p:spPr>
          </p:sp>
          <p:sp>
            <p:nvSpPr>
              <p:cNvPr id="95909" name=""/>
              <p:cNvSpPr/>
              <p:nvPr/>
            </p:nvSpPr>
            <p:spPr>
              <a:xfrm>
                <a:off x="4547" y="2526"/>
                <a:ext cx="4" cy="7"/>
              </a:xfrm>
              <a:custGeom>
                <a:pathLst>
                  <a:path w="7" h="12">
                    <a:moveTo>
                      <a:pt x="0" y="0"/>
                    </a:moveTo>
                    <a:lnTo>
                      <a:pt x="0" y="12"/>
                    </a:lnTo>
                    <a:lnTo>
                      <a:pt x="7" y="0"/>
                    </a:lnTo>
                    <a:lnTo>
                      <a:pt x="0" y="0"/>
                    </a:lnTo>
                    <a:close/>
                  </a:path>
                </a:pathLst>
              </a:custGeom>
              <a:solidFill>
                <a:srgbClr val="F0E0C0"/>
              </a:solidFill>
              <a:ln>
                <a:noFill/>
                <a:round/>
              </a:ln>
            </p:spPr>
          </p:sp>
          <p:sp>
            <p:nvSpPr>
              <p:cNvPr id="95910" name=""/>
              <p:cNvSpPr/>
              <p:nvPr/>
            </p:nvSpPr>
            <p:spPr>
              <a:xfrm>
                <a:off x="4566" y="2534"/>
                <a:ext cx="22" cy="2"/>
              </a:xfrm>
              <a:prstGeom prst="rect">
                <a:avLst/>
              </a:prstGeom>
              <a:solidFill>
                <a:srgbClr val="706040"/>
              </a:solidFill>
              <a:ln>
                <a:noFill/>
                <a:miter lim="800000"/>
              </a:ln>
            </p:spPr>
          </p:sp>
          <p:sp>
            <p:nvSpPr>
              <p:cNvPr id="95911" name=""/>
              <p:cNvSpPr/>
              <p:nvPr/>
            </p:nvSpPr>
            <p:spPr>
              <a:xfrm>
                <a:off x="4584" y="2533"/>
                <a:ext cx="4" cy="3"/>
              </a:xfrm>
              <a:prstGeom prst="rect">
                <a:avLst/>
              </a:prstGeom>
              <a:solidFill>
                <a:srgbClr val="706040"/>
              </a:solidFill>
              <a:ln>
                <a:noFill/>
                <a:miter lim="800000"/>
              </a:ln>
            </p:spPr>
          </p:sp>
          <p:sp>
            <p:nvSpPr>
              <p:cNvPr id="95912" name=""/>
              <p:cNvSpPr/>
              <p:nvPr/>
            </p:nvSpPr>
            <p:spPr>
              <a:xfrm>
                <a:off x="4584" y="2528"/>
                <a:ext cx="4" cy="6"/>
              </a:xfrm>
              <a:prstGeom prst="rect">
                <a:avLst/>
              </a:prstGeom>
              <a:solidFill>
                <a:srgbClr val="706040"/>
              </a:solidFill>
              <a:ln>
                <a:noFill/>
                <a:miter lim="800000"/>
              </a:ln>
            </p:spPr>
          </p:sp>
          <p:sp>
            <p:nvSpPr>
              <p:cNvPr id="95913" name=""/>
              <p:cNvSpPr/>
              <p:nvPr/>
            </p:nvSpPr>
            <p:spPr>
              <a:xfrm>
                <a:off x="4566" y="2528"/>
                <a:ext cx="22" cy="4"/>
              </a:xfrm>
              <a:prstGeom prst="rect">
                <a:avLst/>
              </a:prstGeom>
              <a:solidFill>
                <a:srgbClr val="706040"/>
              </a:solidFill>
              <a:ln>
                <a:noFill/>
                <a:miter lim="800000"/>
              </a:ln>
            </p:spPr>
          </p:sp>
          <p:sp>
            <p:nvSpPr>
              <p:cNvPr id="95914" name=""/>
              <p:cNvSpPr/>
              <p:nvPr/>
            </p:nvSpPr>
            <p:spPr>
              <a:xfrm>
                <a:off x="4591" y="2539"/>
                <a:ext cx="10" cy="4"/>
              </a:xfrm>
              <a:custGeom>
                <a:pathLst>
                  <a:path w="20" h="7">
                    <a:moveTo>
                      <a:pt x="0" y="0"/>
                    </a:moveTo>
                    <a:lnTo>
                      <a:pt x="20" y="0"/>
                    </a:lnTo>
                    <a:lnTo>
                      <a:pt x="0" y="7"/>
                    </a:lnTo>
                    <a:lnTo>
                      <a:pt x="0" y="0"/>
                    </a:lnTo>
                    <a:close/>
                  </a:path>
                </a:pathLst>
              </a:custGeom>
              <a:solidFill>
                <a:srgbClr val="F0E0C0"/>
              </a:solidFill>
              <a:ln>
                <a:noFill/>
                <a:round/>
              </a:ln>
            </p:spPr>
          </p:sp>
          <p:sp>
            <p:nvSpPr>
              <p:cNvPr id="95915" name=""/>
              <p:cNvSpPr/>
              <p:nvPr/>
            </p:nvSpPr>
            <p:spPr>
              <a:xfrm>
                <a:off x="4547" y="2498"/>
                <a:ext cx="41" cy="4"/>
              </a:xfrm>
              <a:prstGeom prst="rect">
                <a:avLst/>
              </a:prstGeom>
              <a:solidFill>
                <a:srgbClr val="706040"/>
              </a:solidFill>
              <a:ln>
                <a:noFill/>
                <a:miter lim="800000"/>
              </a:ln>
            </p:spPr>
          </p:sp>
          <p:sp>
            <p:nvSpPr>
              <p:cNvPr id="95916" name=""/>
              <p:cNvSpPr/>
              <p:nvPr/>
            </p:nvSpPr>
            <p:spPr>
              <a:xfrm>
                <a:off x="4586" y="2498"/>
                <a:ext cx="2" cy="9"/>
              </a:xfrm>
              <a:custGeom>
                <a:pathLst>
                  <a:path w="5" h="18">
                    <a:moveTo>
                      <a:pt x="0" y="0"/>
                    </a:moveTo>
                    <a:lnTo>
                      <a:pt x="5" y="16"/>
                    </a:lnTo>
                    <a:lnTo>
                      <a:pt x="0" y="18"/>
                    </a:lnTo>
                    <a:lnTo>
                      <a:pt x="0" y="2"/>
                    </a:lnTo>
                    <a:lnTo>
                      <a:pt x="0" y="0"/>
                    </a:lnTo>
                    <a:close/>
                  </a:path>
                </a:pathLst>
              </a:custGeom>
              <a:solidFill>
                <a:srgbClr val="706040"/>
              </a:solidFill>
              <a:ln>
                <a:noFill/>
                <a:round/>
              </a:ln>
            </p:spPr>
          </p:sp>
          <p:sp>
            <p:nvSpPr>
              <p:cNvPr id="95917" name=""/>
              <p:cNvSpPr/>
              <p:nvPr/>
            </p:nvSpPr>
            <p:spPr>
              <a:xfrm>
                <a:off x="4586" y="2510"/>
                <a:ext cx="2" cy="8"/>
              </a:xfrm>
              <a:prstGeom prst="rect">
                <a:avLst/>
              </a:prstGeom>
              <a:solidFill>
                <a:srgbClr val="706040"/>
              </a:solidFill>
              <a:ln>
                <a:noFill/>
                <a:miter lim="800000"/>
              </a:ln>
            </p:spPr>
          </p:sp>
          <p:sp>
            <p:nvSpPr>
              <p:cNvPr id="95918" name=""/>
              <p:cNvSpPr/>
              <p:nvPr/>
            </p:nvSpPr>
            <p:spPr>
              <a:xfrm>
                <a:off x="4547" y="2515"/>
                <a:ext cx="41" cy="3"/>
              </a:xfrm>
              <a:prstGeom prst="rect">
                <a:avLst/>
              </a:prstGeom>
              <a:solidFill>
                <a:srgbClr val="E0E0B0"/>
              </a:solidFill>
              <a:ln>
                <a:noFill/>
                <a:miter lim="800000"/>
              </a:ln>
            </p:spPr>
          </p:sp>
          <p:sp>
            <p:nvSpPr>
              <p:cNvPr id="95919" name=""/>
              <p:cNvSpPr/>
              <p:nvPr/>
            </p:nvSpPr>
            <p:spPr>
              <a:xfrm>
                <a:off x="4526" y="2504"/>
                <a:ext cx="3" cy="8"/>
              </a:xfrm>
              <a:custGeom>
                <a:pathLst>
                  <a:path w="7" h="16">
                    <a:moveTo>
                      <a:pt x="5" y="0"/>
                    </a:moveTo>
                    <a:lnTo>
                      <a:pt x="0" y="14"/>
                    </a:lnTo>
                    <a:lnTo>
                      <a:pt x="5" y="16"/>
                    </a:lnTo>
                    <a:lnTo>
                      <a:pt x="7" y="16"/>
                    </a:lnTo>
                    <a:lnTo>
                      <a:pt x="5" y="11"/>
                    </a:lnTo>
                    <a:lnTo>
                      <a:pt x="1" y="9"/>
                    </a:lnTo>
                    <a:lnTo>
                      <a:pt x="1" y="3"/>
                    </a:lnTo>
                    <a:lnTo>
                      <a:pt x="5" y="0"/>
                    </a:lnTo>
                    <a:close/>
                  </a:path>
                </a:pathLst>
              </a:custGeom>
              <a:solidFill>
                <a:srgbClr val="F0E0C0"/>
              </a:solidFill>
              <a:ln>
                <a:noFill/>
                <a:round/>
              </a:ln>
            </p:spPr>
          </p:sp>
          <p:sp>
            <p:nvSpPr>
              <p:cNvPr id="95920" name=""/>
              <p:cNvSpPr/>
              <p:nvPr/>
            </p:nvSpPr>
            <p:spPr>
              <a:xfrm>
                <a:off x="4551" y="2583"/>
                <a:ext cx="11" cy="4"/>
              </a:xfrm>
              <a:prstGeom prst="rect">
                <a:avLst/>
              </a:prstGeom>
              <a:solidFill>
                <a:srgbClr val="F0E0C0"/>
              </a:solidFill>
              <a:ln>
                <a:noFill/>
                <a:miter lim="800000"/>
              </a:ln>
            </p:spPr>
          </p:sp>
          <p:sp>
            <p:nvSpPr>
              <p:cNvPr id="95921" name=""/>
              <p:cNvSpPr/>
              <p:nvPr/>
            </p:nvSpPr>
            <p:spPr>
              <a:xfrm>
                <a:off x="4551" y="2563"/>
                <a:ext cx="71" cy="4"/>
              </a:xfrm>
              <a:prstGeom prst="rect">
                <a:avLst/>
              </a:prstGeom>
              <a:solidFill>
                <a:srgbClr val="706040"/>
              </a:solidFill>
              <a:ln>
                <a:noFill/>
                <a:miter lim="800000"/>
              </a:ln>
            </p:spPr>
          </p:sp>
          <p:sp>
            <p:nvSpPr>
              <p:cNvPr id="95922" name=""/>
              <p:cNvSpPr/>
              <p:nvPr/>
            </p:nvSpPr>
            <p:spPr>
              <a:xfrm>
                <a:off x="4551" y="2565"/>
                <a:ext cx="3" cy="22"/>
              </a:xfrm>
              <a:prstGeom prst="rect">
                <a:avLst/>
              </a:prstGeom>
              <a:solidFill>
                <a:srgbClr val="706040"/>
              </a:solidFill>
              <a:ln>
                <a:noFill/>
                <a:miter lim="800000"/>
              </a:ln>
            </p:spPr>
          </p:sp>
          <p:sp>
            <p:nvSpPr>
              <p:cNvPr id="95923" name=""/>
              <p:cNvSpPr/>
              <p:nvPr/>
            </p:nvSpPr>
            <p:spPr>
              <a:xfrm>
                <a:off x="4551" y="2576"/>
                <a:ext cx="71" cy="4"/>
              </a:xfrm>
              <a:prstGeom prst="rect">
                <a:avLst/>
              </a:prstGeom>
              <a:solidFill>
                <a:srgbClr val="706040"/>
              </a:solidFill>
              <a:ln>
                <a:noFill/>
                <a:miter lim="800000"/>
              </a:ln>
            </p:spPr>
          </p:sp>
          <p:sp>
            <p:nvSpPr>
              <p:cNvPr id="95924" name=""/>
              <p:cNvSpPr/>
              <p:nvPr/>
            </p:nvSpPr>
            <p:spPr>
              <a:xfrm>
                <a:off x="4506" y="2601"/>
                <a:ext cx="132" cy="21"/>
              </a:xfrm>
              <a:prstGeom prst="rect">
                <a:avLst/>
              </a:prstGeom>
              <a:solidFill>
                <a:srgbClr val="D0C0A0"/>
              </a:solidFill>
              <a:ln>
                <a:noFill/>
                <a:miter lim="800000"/>
              </a:ln>
            </p:spPr>
          </p:sp>
          <p:sp>
            <p:nvSpPr>
              <p:cNvPr id="95925" name=""/>
              <p:cNvSpPr/>
              <p:nvPr/>
            </p:nvSpPr>
            <p:spPr>
              <a:xfrm>
                <a:off x="4526" y="2603"/>
                <a:ext cx="93" cy="15"/>
              </a:xfrm>
              <a:custGeom>
                <a:pathLst>
                  <a:path w="186" h="30">
                    <a:moveTo>
                      <a:pt x="3" y="30"/>
                    </a:moveTo>
                    <a:lnTo>
                      <a:pt x="182" y="30"/>
                    </a:lnTo>
                    <a:lnTo>
                      <a:pt x="184" y="30"/>
                    </a:lnTo>
                    <a:lnTo>
                      <a:pt x="184" y="27"/>
                    </a:lnTo>
                    <a:lnTo>
                      <a:pt x="186" y="9"/>
                    </a:lnTo>
                    <a:lnTo>
                      <a:pt x="184" y="3"/>
                    </a:lnTo>
                    <a:lnTo>
                      <a:pt x="182" y="2"/>
                    </a:lnTo>
                    <a:lnTo>
                      <a:pt x="3" y="0"/>
                    </a:lnTo>
                    <a:lnTo>
                      <a:pt x="1" y="2"/>
                    </a:lnTo>
                    <a:lnTo>
                      <a:pt x="0" y="5"/>
                    </a:lnTo>
                    <a:lnTo>
                      <a:pt x="0" y="25"/>
                    </a:lnTo>
                    <a:lnTo>
                      <a:pt x="1" y="29"/>
                    </a:lnTo>
                    <a:lnTo>
                      <a:pt x="3" y="30"/>
                    </a:lnTo>
                    <a:close/>
                  </a:path>
                </a:pathLst>
              </a:custGeom>
              <a:solidFill>
                <a:srgbClr val="404040"/>
              </a:solidFill>
              <a:ln>
                <a:noFill/>
                <a:round/>
              </a:ln>
            </p:spPr>
          </p:sp>
          <p:sp>
            <p:nvSpPr>
              <p:cNvPr id="95926" name=""/>
              <p:cNvSpPr/>
              <p:nvPr/>
            </p:nvSpPr>
            <p:spPr>
              <a:xfrm>
                <a:off x="4568" y="2464"/>
                <a:ext cx="5" cy="4"/>
              </a:xfrm>
              <a:custGeom>
                <a:pathLst>
                  <a:path w="10" h="7">
                    <a:moveTo>
                      <a:pt x="7" y="0"/>
                    </a:moveTo>
                    <a:lnTo>
                      <a:pt x="10" y="0"/>
                    </a:lnTo>
                    <a:lnTo>
                      <a:pt x="10" y="7"/>
                    </a:lnTo>
                    <a:lnTo>
                      <a:pt x="0" y="7"/>
                    </a:lnTo>
                    <a:lnTo>
                      <a:pt x="7" y="0"/>
                    </a:lnTo>
                    <a:close/>
                  </a:path>
                </a:pathLst>
              </a:custGeom>
              <a:solidFill>
                <a:srgbClr val="C0C080"/>
              </a:solidFill>
              <a:ln>
                <a:noFill/>
                <a:round/>
              </a:ln>
            </p:spPr>
          </p:sp>
          <p:sp>
            <p:nvSpPr>
              <p:cNvPr id="95927" name=""/>
              <p:cNvSpPr/>
              <p:nvPr/>
            </p:nvSpPr>
            <p:spPr>
              <a:xfrm>
                <a:off x="4568" y="2464"/>
                <a:ext cx="3" cy="1"/>
              </a:xfrm>
              <a:custGeom>
                <a:pathLst>
                  <a:path w="5" h="1">
                    <a:moveTo>
                      <a:pt x="3" y="0"/>
                    </a:moveTo>
                    <a:lnTo>
                      <a:pt x="5" y="0"/>
                    </a:lnTo>
                    <a:lnTo>
                      <a:pt x="5" y="1"/>
                    </a:lnTo>
                    <a:lnTo>
                      <a:pt x="0" y="1"/>
                    </a:lnTo>
                    <a:lnTo>
                      <a:pt x="3" y="0"/>
                    </a:lnTo>
                  </a:path>
                </a:pathLst>
              </a:custGeom>
              <a:noFill/>
              <a:ln w="11113">
                <a:solidFill>
                  <a:srgbClr val="000000"/>
                </a:solidFill>
                <a:prstDash val="solid"/>
                <a:round/>
              </a:ln>
            </p:spPr>
          </p:sp>
          <p:sp>
            <p:nvSpPr>
              <p:cNvPr id="95928" name=""/>
              <p:cNvSpPr/>
              <p:nvPr/>
            </p:nvSpPr>
            <p:spPr>
              <a:xfrm>
                <a:off x="4519" y="2457"/>
                <a:ext cx="109" cy="19"/>
              </a:xfrm>
              <a:custGeom>
                <a:pathLst>
                  <a:path w="219" h="38">
                    <a:moveTo>
                      <a:pt x="16" y="0"/>
                    </a:moveTo>
                    <a:lnTo>
                      <a:pt x="204" y="0"/>
                    </a:lnTo>
                    <a:lnTo>
                      <a:pt x="208" y="2"/>
                    </a:lnTo>
                    <a:lnTo>
                      <a:pt x="210" y="2"/>
                    </a:lnTo>
                    <a:lnTo>
                      <a:pt x="213" y="6"/>
                    </a:lnTo>
                    <a:lnTo>
                      <a:pt x="215" y="7"/>
                    </a:lnTo>
                    <a:lnTo>
                      <a:pt x="217" y="11"/>
                    </a:lnTo>
                    <a:lnTo>
                      <a:pt x="219" y="13"/>
                    </a:lnTo>
                    <a:lnTo>
                      <a:pt x="219" y="16"/>
                    </a:lnTo>
                    <a:lnTo>
                      <a:pt x="219" y="22"/>
                    </a:lnTo>
                    <a:lnTo>
                      <a:pt x="219" y="25"/>
                    </a:lnTo>
                    <a:lnTo>
                      <a:pt x="217" y="27"/>
                    </a:lnTo>
                    <a:lnTo>
                      <a:pt x="215" y="31"/>
                    </a:lnTo>
                    <a:lnTo>
                      <a:pt x="213" y="34"/>
                    </a:lnTo>
                    <a:lnTo>
                      <a:pt x="210" y="36"/>
                    </a:lnTo>
                    <a:lnTo>
                      <a:pt x="208" y="38"/>
                    </a:lnTo>
                    <a:lnTo>
                      <a:pt x="204" y="38"/>
                    </a:lnTo>
                    <a:lnTo>
                      <a:pt x="203" y="38"/>
                    </a:lnTo>
                    <a:lnTo>
                      <a:pt x="16" y="38"/>
                    </a:lnTo>
                    <a:lnTo>
                      <a:pt x="15" y="38"/>
                    </a:lnTo>
                    <a:lnTo>
                      <a:pt x="11" y="38"/>
                    </a:lnTo>
                    <a:lnTo>
                      <a:pt x="7" y="36"/>
                    </a:lnTo>
                    <a:lnTo>
                      <a:pt x="6" y="34"/>
                    </a:lnTo>
                    <a:lnTo>
                      <a:pt x="2" y="29"/>
                    </a:lnTo>
                    <a:lnTo>
                      <a:pt x="0" y="25"/>
                    </a:lnTo>
                    <a:lnTo>
                      <a:pt x="0" y="24"/>
                    </a:lnTo>
                    <a:lnTo>
                      <a:pt x="0" y="22"/>
                    </a:lnTo>
                    <a:lnTo>
                      <a:pt x="0" y="16"/>
                    </a:lnTo>
                    <a:lnTo>
                      <a:pt x="0" y="15"/>
                    </a:lnTo>
                    <a:lnTo>
                      <a:pt x="0" y="13"/>
                    </a:lnTo>
                    <a:lnTo>
                      <a:pt x="2" y="9"/>
                    </a:lnTo>
                    <a:lnTo>
                      <a:pt x="4" y="6"/>
                    </a:lnTo>
                    <a:lnTo>
                      <a:pt x="7" y="2"/>
                    </a:lnTo>
                    <a:lnTo>
                      <a:pt x="11" y="2"/>
                    </a:lnTo>
                    <a:lnTo>
                      <a:pt x="16" y="0"/>
                    </a:lnTo>
                    <a:close/>
                  </a:path>
                </a:pathLst>
              </a:custGeom>
              <a:solidFill>
                <a:srgbClr val="F0E0C0"/>
              </a:solidFill>
              <a:ln>
                <a:noFill/>
                <a:round/>
              </a:ln>
            </p:spPr>
          </p:sp>
          <p:sp>
            <p:nvSpPr>
              <p:cNvPr id="95929" name=""/>
              <p:cNvSpPr/>
              <p:nvPr/>
            </p:nvSpPr>
            <p:spPr>
              <a:xfrm>
                <a:off x="4519" y="2457"/>
                <a:ext cx="106" cy="16"/>
              </a:xfrm>
              <a:custGeom>
                <a:pathLst>
                  <a:path w="213" h="33">
                    <a:moveTo>
                      <a:pt x="16" y="0"/>
                    </a:moveTo>
                    <a:lnTo>
                      <a:pt x="201" y="0"/>
                    </a:lnTo>
                    <a:lnTo>
                      <a:pt x="204" y="2"/>
                    </a:lnTo>
                    <a:lnTo>
                      <a:pt x="204" y="2"/>
                    </a:lnTo>
                    <a:lnTo>
                      <a:pt x="208" y="4"/>
                    </a:lnTo>
                    <a:lnTo>
                      <a:pt x="210" y="6"/>
                    </a:lnTo>
                    <a:lnTo>
                      <a:pt x="212" y="9"/>
                    </a:lnTo>
                    <a:lnTo>
                      <a:pt x="213" y="11"/>
                    </a:lnTo>
                    <a:lnTo>
                      <a:pt x="213" y="13"/>
                    </a:lnTo>
                    <a:lnTo>
                      <a:pt x="213" y="20"/>
                    </a:lnTo>
                    <a:lnTo>
                      <a:pt x="213" y="22"/>
                    </a:lnTo>
                    <a:lnTo>
                      <a:pt x="212" y="24"/>
                    </a:lnTo>
                    <a:lnTo>
                      <a:pt x="210" y="27"/>
                    </a:lnTo>
                    <a:lnTo>
                      <a:pt x="208" y="29"/>
                    </a:lnTo>
                    <a:lnTo>
                      <a:pt x="204" y="31"/>
                    </a:lnTo>
                    <a:lnTo>
                      <a:pt x="204" y="33"/>
                    </a:lnTo>
                    <a:lnTo>
                      <a:pt x="201" y="33"/>
                    </a:lnTo>
                    <a:lnTo>
                      <a:pt x="16" y="33"/>
                    </a:lnTo>
                    <a:lnTo>
                      <a:pt x="13" y="33"/>
                    </a:lnTo>
                    <a:lnTo>
                      <a:pt x="9" y="33"/>
                    </a:lnTo>
                    <a:lnTo>
                      <a:pt x="7" y="31"/>
                    </a:lnTo>
                    <a:lnTo>
                      <a:pt x="6" y="29"/>
                    </a:lnTo>
                    <a:lnTo>
                      <a:pt x="2" y="25"/>
                    </a:lnTo>
                    <a:lnTo>
                      <a:pt x="0" y="22"/>
                    </a:lnTo>
                    <a:lnTo>
                      <a:pt x="0" y="20"/>
                    </a:lnTo>
                    <a:lnTo>
                      <a:pt x="0" y="13"/>
                    </a:lnTo>
                    <a:lnTo>
                      <a:pt x="0" y="13"/>
                    </a:lnTo>
                    <a:lnTo>
                      <a:pt x="0" y="11"/>
                    </a:lnTo>
                    <a:lnTo>
                      <a:pt x="2" y="7"/>
                    </a:lnTo>
                    <a:lnTo>
                      <a:pt x="4" y="4"/>
                    </a:lnTo>
                    <a:lnTo>
                      <a:pt x="7" y="2"/>
                    </a:lnTo>
                    <a:lnTo>
                      <a:pt x="9" y="2"/>
                    </a:lnTo>
                    <a:lnTo>
                      <a:pt x="16" y="0"/>
                    </a:lnTo>
                  </a:path>
                </a:pathLst>
              </a:custGeom>
              <a:noFill/>
              <a:ln w="11113">
                <a:solidFill>
                  <a:srgbClr val="808060"/>
                </a:solidFill>
                <a:prstDash val="solid"/>
                <a:round/>
              </a:ln>
            </p:spPr>
          </p:sp>
          <p:sp>
            <p:nvSpPr>
              <p:cNvPr id="95930" name=""/>
              <p:cNvSpPr/>
              <p:nvPr/>
            </p:nvSpPr>
            <p:spPr>
              <a:xfrm>
                <a:off x="4520" y="2458"/>
                <a:ext cx="60" cy="17"/>
              </a:xfrm>
              <a:custGeom>
                <a:pathLst>
                  <a:path w="122" h="34">
                    <a:moveTo>
                      <a:pt x="20" y="0"/>
                    </a:moveTo>
                    <a:lnTo>
                      <a:pt x="102" y="0"/>
                    </a:lnTo>
                    <a:lnTo>
                      <a:pt x="106" y="0"/>
                    </a:lnTo>
                    <a:lnTo>
                      <a:pt x="111" y="2"/>
                    </a:lnTo>
                    <a:lnTo>
                      <a:pt x="115" y="2"/>
                    </a:lnTo>
                    <a:lnTo>
                      <a:pt x="116" y="4"/>
                    </a:lnTo>
                    <a:lnTo>
                      <a:pt x="120" y="5"/>
                    </a:lnTo>
                    <a:lnTo>
                      <a:pt x="120" y="7"/>
                    </a:lnTo>
                    <a:lnTo>
                      <a:pt x="122" y="9"/>
                    </a:lnTo>
                    <a:lnTo>
                      <a:pt x="122" y="11"/>
                    </a:lnTo>
                    <a:lnTo>
                      <a:pt x="122" y="13"/>
                    </a:lnTo>
                    <a:lnTo>
                      <a:pt x="122" y="22"/>
                    </a:lnTo>
                    <a:lnTo>
                      <a:pt x="122" y="25"/>
                    </a:lnTo>
                    <a:lnTo>
                      <a:pt x="120" y="29"/>
                    </a:lnTo>
                    <a:lnTo>
                      <a:pt x="118" y="31"/>
                    </a:lnTo>
                    <a:lnTo>
                      <a:pt x="115" y="32"/>
                    </a:lnTo>
                    <a:lnTo>
                      <a:pt x="111" y="34"/>
                    </a:lnTo>
                    <a:lnTo>
                      <a:pt x="104" y="34"/>
                    </a:lnTo>
                    <a:lnTo>
                      <a:pt x="102" y="34"/>
                    </a:lnTo>
                    <a:lnTo>
                      <a:pt x="20" y="34"/>
                    </a:lnTo>
                    <a:lnTo>
                      <a:pt x="16" y="34"/>
                    </a:lnTo>
                    <a:lnTo>
                      <a:pt x="13" y="34"/>
                    </a:lnTo>
                    <a:lnTo>
                      <a:pt x="9" y="32"/>
                    </a:lnTo>
                    <a:lnTo>
                      <a:pt x="5" y="31"/>
                    </a:lnTo>
                    <a:lnTo>
                      <a:pt x="4" y="29"/>
                    </a:lnTo>
                    <a:lnTo>
                      <a:pt x="2" y="25"/>
                    </a:lnTo>
                    <a:lnTo>
                      <a:pt x="0" y="23"/>
                    </a:lnTo>
                    <a:lnTo>
                      <a:pt x="0" y="22"/>
                    </a:lnTo>
                    <a:lnTo>
                      <a:pt x="0" y="13"/>
                    </a:lnTo>
                    <a:lnTo>
                      <a:pt x="0" y="11"/>
                    </a:lnTo>
                    <a:lnTo>
                      <a:pt x="2" y="9"/>
                    </a:lnTo>
                    <a:lnTo>
                      <a:pt x="2" y="7"/>
                    </a:lnTo>
                    <a:lnTo>
                      <a:pt x="2" y="5"/>
                    </a:lnTo>
                    <a:lnTo>
                      <a:pt x="4" y="5"/>
                    </a:lnTo>
                    <a:lnTo>
                      <a:pt x="5" y="4"/>
                    </a:lnTo>
                    <a:lnTo>
                      <a:pt x="7" y="2"/>
                    </a:lnTo>
                    <a:lnTo>
                      <a:pt x="13" y="0"/>
                    </a:lnTo>
                    <a:lnTo>
                      <a:pt x="20" y="0"/>
                    </a:lnTo>
                    <a:close/>
                  </a:path>
                </a:pathLst>
              </a:custGeom>
              <a:solidFill>
                <a:srgbClr val="F0E0C0"/>
              </a:solidFill>
              <a:ln>
                <a:noFill/>
                <a:round/>
              </a:ln>
            </p:spPr>
          </p:sp>
          <p:sp>
            <p:nvSpPr>
              <p:cNvPr id="95931" name=""/>
              <p:cNvSpPr/>
              <p:nvPr/>
            </p:nvSpPr>
            <p:spPr>
              <a:xfrm>
                <a:off x="4520" y="2458"/>
                <a:ext cx="57" cy="14"/>
              </a:xfrm>
              <a:custGeom>
                <a:pathLst>
                  <a:path w="115" h="27">
                    <a:moveTo>
                      <a:pt x="18" y="0"/>
                    </a:moveTo>
                    <a:lnTo>
                      <a:pt x="97" y="0"/>
                    </a:lnTo>
                    <a:lnTo>
                      <a:pt x="100" y="0"/>
                    </a:lnTo>
                    <a:lnTo>
                      <a:pt x="106" y="2"/>
                    </a:lnTo>
                    <a:lnTo>
                      <a:pt x="107" y="2"/>
                    </a:lnTo>
                    <a:lnTo>
                      <a:pt x="109" y="4"/>
                    </a:lnTo>
                    <a:lnTo>
                      <a:pt x="113" y="5"/>
                    </a:lnTo>
                    <a:lnTo>
                      <a:pt x="113" y="5"/>
                    </a:lnTo>
                    <a:lnTo>
                      <a:pt x="115" y="7"/>
                    </a:lnTo>
                    <a:lnTo>
                      <a:pt x="115" y="9"/>
                    </a:lnTo>
                    <a:lnTo>
                      <a:pt x="115" y="11"/>
                    </a:lnTo>
                    <a:lnTo>
                      <a:pt x="115" y="16"/>
                    </a:lnTo>
                    <a:lnTo>
                      <a:pt x="115" y="20"/>
                    </a:lnTo>
                    <a:lnTo>
                      <a:pt x="113" y="23"/>
                    </a:lnTo>
                    <a:lnTo>
                      <a:pt x="111" y="23"/>
                    </a:lnTo>
                    <a:lnTo>
                      <a:pt x="107" y="25"/>
                    </a:lnTo>
                    <a:lnTo>
                      <a:pt x="106" y="27"/>
                    </a:lnTo>
                    <a:lnTo>
                      <a:pt x="99" y="27"/>
                    </a:lnTo>
                    <a:lnTo>
                      <a:pt x="18" y="27"/>
                    </a:lnTo>
                    <a:lnTo>
                      <a:pt x="14" y="27"/>
                    </a:lnTo>
                    <a:lnTo>
                      <a:pt x="11" y="27"/>
                    </a:lnTo>
                    <a:lnTo>
                      <a:pt x="9" y="25"/>
                    </a:lnTo>
                    <a:lnTo>
                      <a:pt x="5" y="23"/>
                    </a:lnTo>
                    <a:lnTo>
                      <a:pt x="4" y="23"/>
                    </a:lnTo>
                    <a:lnTo>
                      <a:pt x="2" y="20"/>
                    </a:lnTo>
                    <a:lnTo>
                      <a:pt x="0" y="18"/>
                    </a:lnTo>
                    <a:lnTo>
                      <a:pt x="0" y="11"/>
                    </a:lnTo>
                    <a:lnTo>
                      <a:pt x="0" y="9"/>
                    </a:lnTo>
                    <a:lnTo>
                      <a:pt x="2" y="7"/>
                    </a:lnTo>
                    <a:lnTo>
                      <a:pt x="2" y="5"/>
                    </a:lnTo>
                    <a:lnTo>
                      <a:pt x="2" y="5"/>
                    </a:lnTo>
                    <a:lnTo>
                      <a:pt x="4" y="5"/>
                    </a:lnTo>
                    <a:lnTo>
                      <a:pt x="5" y="4"/>
                    </a:lnTo>
                    <a:lnTo>
                      <a:pt x="7" y="2"/>
                    </a:lnTo>
                    <a:lnTo>
                      <a:pt x="18" y="0"/>
                    </a:lnTo>
                  </a:path>
                </a:pathLst>
              </a:custGeom>
              <a:noFill/>
              <a:ln w="11113">
                <a:solidFill>
                  <a:srgbClr val="C0C0C0"/>
                </a:solidFill>
                <a:prstDash val="solid"/>
                <a:round/>
              </a:ln>
            </p:spPr>
          </p:sp>
          <p:sp>
            <p:nvSpPr>
              <p:cNvPr id="95932" name=""/>
              <p:cNvSpPr/>
              <p:nvPr/>
            </p:nvSpPr>
            <p:spPr>
              <a:xfrm>
                <a:off x="4568" y="2463"/>
                <a:ext cx="5" cy="5"/>
              </a:xfrm>
              <a:custGeom>
                <a:pathLst>
                  <a:path w="10" h="11">
                    <a:moveTo>
                      <a:pt x="3" y="0"/>
                    </a:moveTo>
                    <a:lnTo>
                      <a:pt x="9" y="0"/>
                    </a:lnTo>
                    <a:lnTo>
                      <a:pt x="10" y="0"/>
                    </a:lnTo>
                    <a:lnTo>
                      <a:pt x="10" y="4"/>
                    </a:lnTo>
                    <a:lnTo>
                      <a:pt x="7" y="9"/>
                    </a:lnTo>
                    <a:lnTo>
                      <a:pt x="7" y="11"/>
                    </a:lnTo>
                    <a:lnTo>
                      <a:pt x="3" y="11"/>
                    </a:lnTo>
                    <a:lnTo>
                      <a:pt x="0" y="11"/>
                    </a:lnTo>
                    <a:lnTo>
                      <a:pt x="0" y="9"/>
                    </a:lnTo>
                    <a:lnTo>
                      <a:pt x="2" y="4"/>
                    </a:lnTo>
                    <a:lnTo>
                      <a:pt x="2" y="0"/>
                    </a:lnTo>
                    <a:lnTo>
                      <a:pt x="3" y="0"/>
                    </a:lnTo>
                    <a:lnTo>
                      <a:pt x="3" y="9"/>
                    </a:lnTo>
                    <a:lnTo>
                      <a:pt x="2" y="9"/>
                    </a:lnTo>
                    <a:lnTo>
                      <a:pt x="3" y="4"/>
                    </a:lnTo>
                    <a:lnTo>
                      <a:pt x="7" y="4"/>
                    </a:lnTo>
                    <a:lnTo>
                      <a:pt x="3" y="9"/>
                    </a:lnTo>
                    <a:lnTo>
                      <a:pt x="3" y="0"/>
                    </a:lnTo>
                    <a:close/>
                  </a:path>
                </a:pathLst>
              </a:custGeom>
              <a:solidFill>
                <a:srgbClr val="C0C080"/>
              </a:solidFill>
              <a:ln>
                <a:noFill/>
                <a:round/>
              </a:ln>
            </p:spPr>
          </p:sp>
          <p:sp>
            <p:nvSpPr>
              <p:cNvPr id="95933" name=""/>
              <p:cNvSpPr/>
              <p:nvPr/>
            </p:nvSpPr>
            <p:spPr>
              <a:xfrm>
                <a:off x="4524" y="2466"/>
                <a:ext cx="49" cy="4"/>
              </a:xfrm>
              <a:custGeom>
                <a:pathLst>
                  <a:path w="98" h="7">
                    <a:moveTo>
                      <a:pt x="0" y="0"/>
                    </a:moveTo>
                    <a:lnTo>
                      <a:pt x="98" y="0"/>
                    </a:lnTo>
                    <a:lnTo>
                      <a:pt x="97" y="7"/>
                    </a:lnTo>
                    <a:lnTo>
                      <a:pt x="0" y="7"/>
                    </a:lnTo>
                    <a:lnTo>
                      <a:pt x="0" y="0"/>
                    </a:lnTo>
                    <a:close/>
                  </a:path>
                </a:pathLst>
              </a:custGeom>
              <a:solidFill>
                <a:srgbClr val="FF6000"/>
              </a:solidFill>
              <a:ln>
                <a:noFill/>
                <a:round/>
              </a:ln>
            </p:spPr>
          </p:sp>
          <p:sp>
            <p:nvSpPr>
              <p:cNvPr id="95934" name=""/>
              <p:cNvSpPr/>
              <p:nvPr/>
            </p:nvSpPr>
            <p:spPr>
              <a:xfrm>
                <a:off x="4562" y="2463"/>
                <a:ext cx="7" cy="5"/>
              </a:xfrm>
              <a:custGeom>
                <a:pathLst>
                  <a:path w="15" h="11">
                    <a:moveTo>
                      <a:pt x="0" y="11"/>
                    </a:moveTo>
                    <a:lnTo>
                      <a:pt x="9" y="0"/>
                    </a:lnTo>
                    <a:lnTo>
                      <a:pt x="15" y="0"/>
                    </a:lnTo>
                    <a:lnTo>
                      <a:pt x="13" y="11"/>
                    </a:lnTo>
                    <a:lnTo>
                      <a:pt x="9" y="11"/>
                    </a:lnTo>
                    <a:lnTo>
                      <a:pt x="9" y="9"/>
                    </a:lnTo>
                    <a:lnTo>
                      <a:pt x="7" y="9"/>
                    </a:lnTo>
                    <a:lnTo>
                      <a:pt x="9" y="5"/>
                    </a:lnTo>
                    <a:lnTo>
                      <a:pt x="9" y="4"/>
                    </a:lnTo>
                    <a:lnTo>
                      <a:pt x="6" y="11"/>
                    </a:lnTo>
                    <a:lnTo>
                      <a:pt x="0" y="11"/>
                    </a:lnTo>
                    <a:close/>
                  </a:path>
                </a:pathLst>
              </a:custGeom>
              <a:solidFill>
                <a:srgbClr val="C0C080"/>
              </a:solidFill>
              <a:ln>
                <a:noFill/>
                <a:round/>
              </a:ln>
            </p:spPr>
          </p:sp>
          <p:sp>
            <p:nvSpPr>
              <p:cNvPr id="95935" name=""/>
              <p:cNvSpPr/>
              <p:nvPr/>
            </p:nvSpPr>
            <p:spPr>
              <a:xfrm>
                <a:off x="4561" y="2463"/>
                <a:ext cx="6" cy="5"/>
              </a:xfrm>
              <a:custGeom>
                <a:pathLst>
                  <a:path w="13" h="11">
                    <a:moveTo>
                      <a:pt x="0" y="11"/>
                    </a:moveTo>
                    <a:lnTo>
                      <a:pt x="6" y="4"/>
                    </a:lnTo>
                    <a:lnTo>
                      <a:pt x="8" y="0"/>
                    </a:lnTo>
                    <a:lnTo>
                      <a:pt x="13" y="0"/>
                    </a:lnTo>
                    <a:lnTo>
                      <a:pt x="13" y="4"/>
                    </a:lnTo>
                    <a:lnTo>
                      <a:pt x="13" y="5"/>
                    </a:lnTo>
                    <a:lnTo>
                      <a:pt x="11" y="5"/>
                    </a:lnTo>
                    <a:lnTo>
                      <a:pt x="11" y="9"/>
                    </a:lnTo>
                    <a:lnTo>
                      <a:pt x="8" y="9"/>
                    </a:lnTo>
                    <a:lnTo>
                      <a:pt x="6" y="9"/>
                    </a:lnTo>
                    <a:lnTo>
                      <a:pt x="8" y="5"/>
                    </a:lnTo>
                    <a:lnTo>
                      <a:pt x="11" y="4"/>
                    </a:lnTo>
                    <a:lnTo>
                      <a:pt x="8" y="4"/>
                    </a:lnTo>
                    <a:lnTo>
                      <a:pt x="2" y="11"/>
                    </a:lnTo>
                    <a:lnTo>
                      <a:pt x="0" y="11"/>
                    </a:lnTo>
                    <a:close/>
                  </a:path>
                </a:pathLst>
              </a:custGeom>
              <a:solidFill>
                <a:srgbClr val="C0C080"/>
              </a:solidFill>
              <a:ln>
                <a:noFill/>
                <a:round/>
              </a:ln>
            </p:spPr>
          </p:sp>
          <p:sp>
            <p:nvSpPr>
              <p:cNvPr id="95936" name=""/>
              <p:cNvSpPr/>
              <p:nvPr/>
            </p:nvSpPr>
            <p:spPr>
              <a:xfrm>
                <a:off x="4555" y="2463"/>
                <a:ext cx="7" cy="5"/>
              </a:xfrm>
              <a:custGeom>
                <a:pathLst>
                  <a:path w="14" h="11">
                    <a:moveTo>
                      <a:pt x="0" y="11"/>
                    </a:moveTo>
                    <a:lnTo>
                      <a:pt x="3" y="4"/>
                    </a:lnTo>
                    <a:lnTo>
                      <a:pt x="5" y="0"/>
                    </a:lnTo>
                    <a:lnTo>
                      <a:pt x="12" y="0"/>
                    </a:lnTo>
                    <a:lnTo>
                      <a:pt x="14" y="0"/>
                    </a:lnTo>
                    <a:lnTo>
                      <a:pt x="14" y="4"/>
                    </a:lnTo>
                    <a:lnTo>
                      <a:pt x="10" y="11"/>
                    </a:lnTo>
                    <a:lnTo>
                      <a:pt x="9" y="11"/>
                    </a:lnTo>
                    <a:lnTo>
                      <a:pt x="12" y="4"/>
                    </a:lnTo>
                    <a:lnTo>
                      <a:pt x="10" y="4"/>
                    </a:lnTo>
                    <a:lnTo>
                      <a:pt x="5" y="11"/>
                    </a:lnTo>
                    <a:lnTo>
                      <a:pt x="3" y="11"/>
                    </a:lnTo>
                    <a:lnTo>
                      <a:pt x="9" y="4"/>
                    </a:lnTo>
                    <a:lnTo>
                      <a:pt x="5" y="4"/>
                    </a:lnTo>
                    <a:lnTo>
                      <a:pt x="1" y="11"/>
                    </a:lnTo>
                    <a:lnTo>
                      <a:pt x="0" y="11"/>
                    </a:lnTo>
                    <a:close/>
                  </a:path>
                </a:pathLst>
              </a:custGeom>
              <a:solidFill>
                <a:srgbClr val="C0C080"/>
              </a:solidFill>
              <a:ln>
                <a:noFill/>
                <a:round/>
              </a:ln>
            </p:spPr>
          </p:sp>
          <p:sp>
            <p:nvSpPr>
              <p:cNvPr id="95937" name=""/>
              <p:cNvSpPr/>
              <p:nvPr/>
            </p:nvSpPr>
            <p:spPr>
              <a:xfrm>
                <a:off x="4553" y="2463"/>
                <a:ext cx="5" cy="5"/>
              </a:xfrm>
              <a:custGeom>
                <a:pathLst>
                  <a:path w="11" h="11">
                    <a:moveTo>
                      <a:pt x="4" y="0"/>
                    </a:moveTo>
                    <a:lnTo>
                      <a:pt x="9" y="0"/>
                    </a:lnTo>
                    <a:lnTo>
                      <a:pt x="11" y="0"/>
                    </a:lnTo>
                    <a:lnTo>
                      <a:pt x="11" y="4"/>
                    </a:lnTo>
                    <a:lnTo>
                      <a:pt x="9" y="9"/>
                    </a:lnTo>
                    <a:lnTo>
                      <a:pt x="7" y="11"/>
                    </a:lnTo>
                    <a:lnTo>
                      <a:pt x="4" y="11"/>
                    </a:lnTo>
                    <a:lnTo>
                      <a:pt x="2" y="11"/>
                    </a:lnTo>
                    <a:lnTo>
                      <a:pt x="0" y="11"/>
                    </a:lnTo>
                    <a:lnTo>
                      <a:pt x="0" y="9"/>
                    </a:lnTo>
                    <a:lnTo>
                      <a:pt x="2" y="4"/>
                    </a:lnTo>
                    <a:lnTo>
                      <a:pt x="4" y="0"/>
                    </a:lnTo>
                    <a:lnTo>
                      <a:pt x="4" y="9"/>
                    </a:lnTo>
                    <a:lnTo>
                      <a:pt x="2" y="9"/>
                    </a:lnTo>
                    <a:lnTo>
                      <a:pt x="4" y="4"/>
                    </a:lnTo>
                    <a:lnTo>
                      <a:pt x="9" y="4"/>
                    </a:lnTo>
                    <a:lnTo>
                      <a:pt x="4" y="9"/>
                    </a:lnTo>
                    <a:lnTo>
                      <a:pt x="4" y="0"/>
                    </a:lnTo>
                    <a:close/>
                  </a:path>
                </a:pathLst>
              </a:custGeom>
              <a:solidFill>
                <a:srgbClr val="C0C080"/>
              </a:solidFill>
              <a:ln>
                <a:noFill/>
                <a:round/>
              </a:ln>
            </p:spPr>
          </p:sp>
          <p:sp>
            <p:nvSpPr>
              <p:cNvPr id="95938" name=""/>
              <p:cNvSpPr/>
              <p:nvPr/>
            </p:nvSpPr>
            <p:spPr>
              <a:xfrm>
                <a:off x="4548" y="2463"/>
                <a:ext cx="6" cy="5"/>
              </a:xfrm>
              <a:custGeom>
                <a:pathLst>
                  <a:path w="13" h="11">
                    <a:moveTo>
                      <a:pt x="13" y="0"/>
                    </a:moveTo>
                    <a:lnTo>
                      <a:pt x="8" y="0"/>
                    </a:lnTo>
                    <a:lnTo>
                      <a:pt x="6" y="0"/>
                    </a:lnTo>
                    <a:lnTo>
                      <a:pt x="6" y="4"/>
                    </a:lnTo>
                    <a:lnTo>
                      <a:pt x="0" y="9"/>
                    </a:lnTo>
                    <a:lnTo>
                      <a:pt x="0" y="11"/>
                    </a:lnTo>
                    <a:lnTo>
                      <a:pt x="2" y="11"/>
                    </a:lnTo>
                    <a:lnTo>
                      <a:pt x="8" y="11"/>
                    </a:lnTo>
                    <a:lnTo>
                      <a:pt x="8" y="9"/>
                    </a:lnTo>
                    <a:lnTo>
                      <a:pt x="6" y="9"/>
                    </a:lnTo>
                    <a:lnTo>
                      <a:pt x="8" y="4"/>
                    </a:lnTo>
                    <a:lnTo>
                      <a:pt x="13" y="4"/>
                    </a:lnTo>
                    <a:lnTo>
                      <a:pt x="13" y="0"/>
                    </a:lnTo>
                    <a:close/>
                  </a:path>
                </a:pathLst>
              </a:custGeom>
              <a:solidFill>
                <a:srgbClr val="C0C080"/>
              </a:solidFill>
              <a:ln>
                <a:noFill/>
                <a:round/>
              </a:ln>
            </p:spPr>
          </p:sp>
          <p:sp>
            <p:nvSpPr>
              <p:cNvPr id="95939" name=""/>
              <p:cNvSpPr/>
              <p:nvPr/>
            </p:nvSpPr>
            <p:spPr>
              <a:xfrm>
                <a:off x="4598" y="2458"/>
                <a:ext cx="7" cy="17"/>
              </a:xfrm>
              <a:custGeom>
                <a:pathLst>
                  <a:path w="14" h="34">
                    <a:moveTo>
                      <a:pt x="14" y="0"/>
                    </a:moveTo>
                    <a:lnTo>
                      <a:pt x="1" y="0"/>
                    </a:lnTo>
                    <a:lnTo>
                      <a:pt x="0" y="5"/>
                    </a:lnTo>
                    <a:lnTo>
                      <a:pt x="0" y="29"/>
                    </a:lnTo>
                    <a:lnTo>
                      <a:pt x="5" y="32"/>
                    </a:lnTo>
                    <a:lnTo>
                      <a:pt x="14" y="34"/>
                    </a:lnTo>
                    <a:lnTo>
                      <a:pt x="12" y="31"/>
                    </a:lnTo>
                    <a:lnTo>
                      <a:pt x="9" y="27"/>
                    </a:lnTo>
                    <a:lnTo>
                      <a:pt x="9" y="7"/>
                    </a:lnTo>
                    <a:lnTo>
                      <a:pt x="9" y="4"/>
                    </a:lnTo>
                    <a:lnTo>
                      <a:pt x="12" y="2"/>
                    </a:lnTo>
                    <a:lnTo>
                      <a:pt x="14" y="0"/>
                    </a:lnTo>
                    <a:close/>
                  </a:path>
                </a:pathLst>
              </a:custGeom>
              <a:solidFill>
                <a:srgbClr val="A0A070"/>
              </a:solidFill>
              <a:ln>
                <a:noFill/>
                <a:round/>
              </a:ln>
            </p:spPr>
          </p:sp>
          <p:sp>
            <p:nvSpPr>
              <p:cNvPr id="95940" name=""/>
              <p:cNvSpPr/>
              <p:nvPr/>
            </p:nvSpPr>
            <p:spPr>
              <a:xfrm>
                <a:off x="4601" y="2457"/>
                <a:ext cx="21" cy="18"/>
              </a:xfrm>
              <a:custGeom>
                <a:pathLst>
                  <a:path w="41" h="36">
                    <a:moveTo>
                      <a:pt x="7" y="36"/>
                    </a:moveTo>
                    <a:lnTo>
                      <a:pt x="34" y="36"/>
                    </a:lnTo>
                    <a:lnTo>
                      <a:pt x="36" y="36"/>
                    </a:lnTo>
                    <a:lnTo>
                      <a:pt x="38" y="34"/>
                    </a:lnTo>
                    <a:lnTo>
                      <a:pt x="39" y="33"/>
                    </a:lnTo>
                    <a:lnTo>
                      <a:pt x="39" y="31"/>
                    </a:lnTo>
                    <a:lnTo>
                      <a:pt x="41" y="31"/>
                    </a:lnTo>
                    <a:lnTo>
                      <a:pt x="41" y="27"/>
                    </a:lnTo>
                    <a:lnTo>
                      <a:pt x="41" y="25"/>
                    </a:lnTo>
                    <a:lnTo>
                      <a:pt x="41" y="11"/>
                    </a:lnTo>
                    <a:lnTo>
                      <a:pt x="41" y="9"/>
                    </a:lnTo>
                    <a:lnTo>
                      <a:pt x="39" y="6"/>
                    </a:lnTo>
                    <a:lnTo>
                      <a:pt x="39" y="4"/>
                    </a:lnTo>
                    <a:lnTo>
                      <a:pt x="38" y="2"/>
                    </a:lnTo>
                    <a:lnTo>
                      <a:pt x="34" y="0"/>
                    </a:lnTo>
                    <a:lnTo>
                      <a:pt x="7" y="0"/>
                    </a:lnTo>
                    <a:lnTo>
                      <a:pt x="4" y="2"/>
                    </a:lnTo>
                    <a:lnTo>
                      <a:pt x="2" y="4"/>
                    </a:lnTo>
                    <a:lnTo>
                      <a:pt x="2" y="6"/>
                    </a:lnTo>
                    <a:lnTo>
                      <a:pt x="0" y="9"/>
                    </a:lnTo>
                    <a:lnTo>
                      <a:pt x="0" y="11"/>
                    </a:lnTo>
                    <a:lnTo>
                      <a:pt x="0" y="25"/>
                    </a:lnTo>
                    <a:lnTo>
                      <a:pt x="0" y="27"/>
                    </a:lnTo>
                    <a:lnTo>
                      <a:pt x="0" y="31"/>
                    </a:lnTo>
                    <a:lnTo>
                      <a:pt x="2" y="31"/>
                    </a:lnTo>
                    <a:lnTo>
                      <a:pt x="2" y="33"/>
                    </a:lnTo>
                    <a:lnTo>
                      <a:pt x="4" y="34"/>
                    </a:lnTo>
                    <a:lnTo>
                      <a:pt x="7" y="36"/>
                    </a:lnTo>
                    <a:close/>
                  </a:path>
                </a:pathLst>
              </a:custGeom>
              <a:solidFill>
                <a:srgbClr val="505020"/>
              </a:solidFill>
              <a:ln>
                <a:noFill/>
                <a:round/>
              </a:ln>
            </p:spPr>
          </p:sp>
          <p:sp>
            <p:nvSpPr>
              <p:cNvPr id="95941" name=""/>
              <p:cNvSpPr/>
              <p:nvPr/>
            </p:nvSpPr>
            <p:spPr>
              <a:xfrm>
                <a:off x="4601" y="2458"/>
                <a:ext cx="21" cy="17"/>
              </a:xfrm>
              <a:custGeom>
                <a:pathLst>
                  <a:path w="41" h="34">
                    <a:moveTo>
                      <a:pt x="4" y="0"/>
                    </a:moveTo>
                    <a:lnTo>
                      <a:pt x="0" y="4"/>
                    </a:lnTo>
                    <a:lnTo>
                      <a:pt x="0" y="31"/>
                    </a:lnTo>
                    <a:lnTo>
                      <a:pt x="2" y="34"/>
                    </a:lnTo>
                    <a:lnTo>
                      <a:pt x="39" y="34"/>
                    </a:lnTo>
                    <a:lnTo>
                      <a:pt x="41" y="31"/>
                    </a:lnTo>
                    <a:lnTo>
                      <a:pt x="41" y="4"/>
                    </a:lnTo>
                    <a:lnTo>
                      <a:pt x="39" y="0"/>
                    </a:lnTo>
                    <a:lnTo>
                      <a:pt x="4" y="0"/>
                    </a:lnTo>
                    <a:close/>
                  </a:path>
                </a:pathLst>
              </a:custGeom>
              <a:solidFill>
                <a:srgbClr val="706040"/>
              </a:solidFill>
              <a:ln>
                <a:noFill/>
                <a:round/>
              </a:ln>
            </p:spPr>
          </p:sp>
          <p:sp>
            <p:nvSpPr>
              <p:cNvPr id="95942" name=""/>
              <p:cNvSpPr/>
              <p:nvPr/>
            </p:nvSpPr>
            <p:spPr>
              <a:xfrm>
                <a:off x="4602" y="2458"/>
                <a:ext cx="20" cy="17"/>
              </a:xfrm>
              <a:custGeom>
                <a:pathLst>
                  <a:path w="39" h="34">
                    <a:moveTo>
                      <a:pt x="3" y="0"/>
                    </a:moveTo>
                    <a:lnTo>
                      <a:pt x="0" y="2"/>
                    </a:lnTo>
                    <a:lnTo>
                      <a:pt x="0" y="31"/>
                    </a:lnTo>
                    <a:lnTo>
                      <a:pt x="2" y="34"/>
                    </a:lnTo>
                    <a:lnTo>
                      <a:pt x="37" y="34"/>
                    </a:lnTo>
                    <a:lnTo>
                      <a:pt x="39" y="31"/>
                    </a:lnTo>
                    <a:lnTo>
                      <a:pt x="39" y="4"/>
                    </a:lnTo>
                    <a:lnTo>
                      <a:pt x="37" y="0"/>
                    </a:lnTo>
                    <a:lnTo>
                      <a:pt x="3" y="0"/>
                    </a:lnTo>
                    <a:close/>
                  </a:path>
                </a:pathLst>
              </a:custGeom>
              <a:solidFill>
                <a:srgbClr val="808060"/>
              </a:solidFill>
              <a:ln>
                <a:noFill/>
                <a:round/>
              </a:ln>
            </p:spPr>
          </p:sp>
          <p:sp>
            <p:nvSpPr>
              <p:cNvPr id="95943" name=""/>
              <p:cNvSpPr/>
              <p:nvPr/>
            </p:nvSpPr>
            <p:spPr>
              <a:xfrm>
                <a:off x="4605" y="2460"/>
                <a:ext cx="15" cy="12"/>
              </a:xfrm>
              <a:custGeom>
                <a:pathLst>
                  <a:path w="29" h="23">
                    <a:moveTo>
                      <a:pt x="2" y="0"/>
                    </a:moveTo>
                    <a:lnTo>
                      <a:pt x="0" y="1"/>
                    </a:lnTo>
                    <a:lnTo>
                      <a:pt x="0" y="21"/>
                    </a:lnTo>
                    <a:lnTo>
                      <a:pt x="2" y="23"/>
                    </a:lnTo>
                    <a:lnTo>
                      <a:pt x="27" y="23"/>
                    </a:lnTo>
                    <a:lnTo>
                      <a:pt x="29" y="21"/>
                    </a:lnTo>
                    <a:lnTo>
                      <a:pt x="29" y="3"/>
                    </a:lnTo>
                    <a:lnTo>
                      <a:pt x="27" y="0"/>
                    </a:lnTo>
                    <a:lnTo>
                      <a:pt x="2" y="0"/>
                    </a:lnTo>
                    <a:close/>
                  </a:path>
                </a:pathLst>
              </a:custGeom>
              <a:solidFill>
                <a:srgbClr val="C0C080"/>
              </a:solidFill>
              <a:ln>
                <a:noFill/>
                <a:round/>
              </a:ln>
            </p:spPr>
          </p:sp>
          <p:sp>
            <p:nvSpPr>
              <p:cNvPr id="95944" name=""/>
              <p:cNvSpPr/>
              <p:nvPr/>
            </p:nvSpPr>
            <p:spPr>
              <a:xfrm>
                <a:off x="4607" y="2463"/>
                <a:ext cx="3" cy="3"/>
              </a:xfrm>
              <a:custGeom>
                <a:pathLst>
                  <a:path w="5" h="7">
                    <a:moveTo>
                      <a:pt x="3" y="0"/>
                    </a:moveTo>
                    <a:lnTo>
                      <a:pt x="3" y="2"/>
                    </a:lnTo>
                    <a:lnTo>
                      <a:pt x="3" y="2"/>
                    </a:lnTo>
                    <a:lnTo>
                      <a:pt x="5" y="4"/>
                    </a:lnTo>
                    <a:lnTo>
                      <a:pt x="5" y="4"/>
                    </a:lnTo>
                    <a:lnTo>
                      <a:pt x="3" y="5"/>
                    </a:lnTo>
                    <a:lnTo>
                      <a:pt x="3" y="7"/>
                    </a:lnTo>
                    <a:lnTo>
                      <a:pt x="1" y="7"/>
                    </a:lnTo>
                    <a:lnTo>
                      <a:pt x="0" y="5"/>
                    </a:lnTo>
                    <a:lnTo>
                      <a:pt x="0" y="4"/>
                    </a:lnTo>
                    <a:lnTo>
                      <a:pt x="0" y="4"/>
                    </a:lnTo>
                    <a:lnTo>
                      <a:pt x="0" y="2"/>
                    </a:lnTo>
                    <a:lnTo>
                      <a:pt x="1" y="2"/>
                    </a:lnTo>
                    <a:lnTo>
                      <a:pt x="3" y="0"/>
                    </a:lnTo>
                  </a:path>
                </a:pathLst>
              </a:custGeom>
              <a:noFill/>
              <a:ln w="11113">
                <a:solidFill>
                  <a:srgbClr val="000000"/>
                </a:solidFill>
                <a:prstDash val="solid"/>
                <a:round/>
              </a:ln>
            </p:spPr>
          </p:sp>
          <p:cxnSp>
            <p:nvCxnSpPr>
              <p:cNvPr id="95945" name=""/>
              <p:cNvCxnSpPr/>
              <p:nvPr/>
            </p:nvCxnSpPr>
            <p:spPr>
              <a:xfrm>
                <a:off x="4614" y="2463"/>
                <a:ext cx="1" cy="7"/>
              </a:xfrm>
              <a:prstGeom prst="line">
                <a:avLst/>
              </a:prstGeom>
              <a:noFill/>
              <a:ln w="11113">
                <a:solidFill>
                  <a:prstClr val="black"/>
                </a:solidFill>
                <a:miter lim="800000"/>
              </a:ln>
            </p:spPr>
          </p:cxnSp>
          <p:sp>
            <p:nvSpPr>
              <p:cNvPr id="95946" name=""/>
              <p:cNvSpPr/>
              <p:nvPr/>
            </p:nvSpPr>
            <p:spPr>
              <a:xfrm>
                <a:off x="4570" y="2457"/>
                <a:ext cx="52" cy="4"/>
              </a:xfrm>
              <a:prstGeom prst="rect">
                <a:avLst/>
              </a:prstGeom>
              <a:solidFill>
                <a:srgbClr val="808060"/>
              </a:solidFill>
              <a:ln>
                <a:noFill/>
                <a:miter lim="800000"/>
              </a:ln>
            </p:spPr>
          </p:sp>
          <p:sp>
            <p:nvSpPr>
              <p:cNvPr id="95947" name=""/>
              <p:cNvSpPr/>
              <p:nvPr/>
            </p:nvSpPr>
            <p:spPr>
              <a:xfrm>
                <a:off x="4570" y="2469"/>
                <a:ext cx="8" cy="7"/>
              </a:xfrm>
              <a:custGeom>
                <a:pathLst>
                  <a:path w="16" h="14">
                    <a:moveTo>
                      <a:pt x="0" y="9"/>
                    </a:moveTo>
                    <a:lnTo>
                      <a:pt x="0" y="14"/>
                    </a:lnTo>
                    <a:lnTo>
                      <a:pt x="6" y="14"/>
                    </a:lnTo>
                    <a:lnTo>
                      <a:pt x="9" y="10"/>
                    </a:lnTo>
                    <a:lnTo>
                      <a:pt x="11" y="5"/>
                    </a:lnTo>
                    <a:lnTo>
                      <a:pt x="15" y="3"/>
                    </a:lnTo>
                    <a:lnTo>
                      <a:pt x="16" y="0"/>
                    </a:lnTo>
                    <a:lnTo>
                      <a:pt x="15" y="0"/>
                    </a:lnTo>
                    <a:lnTo>
                      <a:pt x="7" y="5"/>
                    </a:lnTo>
                    <a:lnTo>
                      <a:pt x="6" y="9"/>
                    </a:lnTo>
                    <a:lnTo>
                      <a:pt x="0" y="9"/>
                    </a:lnTo>
                    <a:close/>
                  </a:path>
                </a:pathLst>
              </a:custGeom>
              <a:solidFill>
                <a:srgbClr val="808060"/>
              </a:solidFill>
              <a:ln>
                <a:noFill/>
                <a:round/>
              </a:ln>
            </p:spPr>
          </p:sp>
          <p:sp>
            <p:nvSpPr>
              <p:cNvPr id="95948" name=""/>
              <p:cNvSpPr/>
              <p:nvPr/>
            </p:nvSpPr>
            <p:spPr>
              <a:xfrm>
                <a:off x="4618" y="2457"/>
                <a:ext cx="10" cy="18"/>
              </a:xfrm>
              <a:custGeom>
                <a:pathLst>
                  <a:path w="20" h="36">
                    <a:moveTo>
                      <a:pt x="11" y="36"/>
                    </a:moveTo>
                    <a:lnTo>
                      <a:pt x="13" y="34"/>
                    </a:lnTo>
                    <a:lnTo>
                      <a:pt x="14" y="33"/>
                    </a:lnTo>
                    <a:lnTo>
                      <a:pt x="18" y="29"/>
                    </a:lnTo>
                    <a:lnTo>
                      <a:pt x="20" y="25"/>
                    </a:lnTo>
                    <a:lnTo>
                      <a:pt x="20" y="20"/>
                    </a:lnTo>
                    <a:lnTo>
                      <a:pt x="20" y="13"/>
                    </a:lnTo>
                    <a:lnTo>
                      <a:pt x="18" y="11"/>
                    </a:lnTo>
                    <a:lnTo>
                      <a:pt x="14" y="7"/>
                    </a:lnTo>
                    <a:lnTo>
                      <a:pt x="13" y="6"/>
                    </a:lnTo>
                    <a:lnTo>
                      <a:pt x="7" y="2"/>
                    </a:lnTo>
                    <a:lnTo>
                      <a:pt x="5" y="2"/>
                    </a:lnTo>
                    <a:lnTo>
                      <a:pt x="0" y="0"/>
                    </a:lnTo>
                    <a:lnTo>
                      <a:pt x="0" y="4"/>
                    </a:lnTo>
                    <a:lnTo>
                      <a:pt x="5" y="6"/>
                    </a:lnTo>
                    <a:lnTo>
                      <a:pt x="7" y="7"/>
                    </a:lnTo>
                    <a:lnTo>
                      <a:pt x="13" y="11"/>
                    </a:lnTo>
                    <a:lnTo>
                      <a:pt x="14" y="13"/>
                    </a:lnTo>
                    <a:lnTo>
                      <a:pt x="14" y="16"/>
                    </a:lnTo>
                    <a:lnTo>
                      <a:pt x="14" y="20"/>
                    </a:lnTo>
                    <a:lnTo>
                      <a:pt x="14" y="24"/>
                    </a:lnTo>
                    <a:lnTo>
                      <a:pt x="14" y="27"/>
                    </a:lnTo>
                    <a:lnTo>
                      <a:pt x="14" y="29"/>
                    </a:lnTo>
                    <a:lnTo>
                      <a:pt x="13" y="33"/>
                    </a:lnTo>
                    <a:lnTo>
                      <a:pt x="11" y="36"/>
                    </a:lnTo>
                    <a:close/>
                  </a:path>
                </a:pathLst>
              </a:custGeom>
              <a:solidFill>
                <a:srgbClr val="808060"/>
              </a:solidFill>
              <a:ln>
                <a:noFill/>
                <a:round/>
              </a:ln>
            </p:spPr>
          </p:sp>
          <p:sp>
            <p:nvSpPr>
              <p:cNvPr id="95949" name=""/>
              <p:cNvSpPr/>
              <p:nvPr/>
            </p:nvSpPr>
            <p:spPr>
              <a:xfrm>
                <a:off x="4579" y="2457"/>
                <a:ext cx="21" cy="18"/>
              </a:xfrm>
              <a:custGeom>
                <a:pathLst>
                  <a:path w="43" h="36">
                    <a:moveTo>
                      <a:pt x="22" y="0"/>
                    </a:moveTo>
                    <a:lnTo>
                      <a:pt x="32" y="0"/>
                    </a:lnTo>
                    <a:lnTo>
                      <a:pt x="36" y="2"/>
                    </a:lnTo>
                    <a:lnTo>
                      <a:pt x="40" y="4"/>
                    </a:lnTo>
                    <a:lnTo>
                      <a:pt x="41" y="7"/>
                    </a:lnTo>
                    <a:lnTo>
                      <a:pt x="41" y="11"/>
                    </a:lnTo>
                    <a:lnTo>
                      <a:pt x="43" y="15"/>
                    </a:lnTo>
                    <a:lnTo>
                      <a:pt x="43" y="16"/>
                    </a:lnTo>
                    <a:lnTo>
                      <a:pt x="43" y="22"/>
                    </a:lnTo>
                    <a:lnTo>
                      <a:pt x="43" y="25"/>
                    </a:lnTo>
                    <a:lnTo>
                      <a:pt x="41" y="27"/>
                    </a:lnTo>
                    <a:lnTo>
                      <a:pt x="41" y="31"/>
                    </a:lnTo>
                    <a:lnTo>
                      <a:pt x="38" y="34"/>
                    </a:lnTo>
                    <a:lnTo>
                      <a:pt x="36" y="36"/>
                    </a:lnTo>
                    <a:lnTo>
                      <a:pt x="34" y="36"/>
                    </a:lnTo>
                    <a:lnTo>
                      <a:pt x="32" y="36"/>
                    </a:lnTo>
                    <a:lnTo>
                      <a:pt x="0" y="36"/>
                    </a:lnTo>
                    <a:lnTo>
                      <a:pt x="22" y="0"/>
                    </a:lnTo>
                    <a:close/>
                  </a:path>
                </a:pathLst>
              </a:custGeom>
              <a:solidFill>
                <a:srgbClr val="C0C080"/>
              </a:solidFill>
              <a:ln>
                <a:noFill/>
                <a:round/>
              </a:ln>
            </p:spPr>
          </p:sp>
          <p:sp>
            <p:nvSpPr>
              <p:cNvPr id="95950" name=""/>
              <p:cNvSpPr/>
              <p:nvPr/>
            </p:nvSpPr>
            <p:spPr>
              <a:xfrm>
                <a:off x="4588" y="2457"/>
                <a:ext cx="7" cy="4"/>
              </a:xfrm>
              <a:custGeom>
                <a:pathLst>
                  <a:path w="14" h="7">
                    <a:moveTo>
                      <a:pt x="14" y="0"/>
                    </a:moveTo>
                    <a:lnTo>
                      <a:pt x="0" y="0"/>
                    </a:lnTo>
                    <a:lnTo>
                      <a:pt x="14" y="7"/>
                    </a:lnTo>
                    <a:lnTo>
                      <a:pt x="14" y="0"/>
                    </a:lnTo>
                    <a:close/>
                  </a:path>
                </a:pathLst>
              </a:custGeom>
              <a:solidFill>
                <a:srgbClr val="808050"/>
              </a:solidFill>
              <a:ln>
                <a:noFill/>
                <a:round/>
              </a:ln>
            </p:spPr>
          </p:sp>
          <p:sp>
            <p:nvSpPr>
              <p:cNvPr id="95951" name=""/>
              <p:cNvSpPr/>
              <p:nvPr/>
            </p:nvSpPr>
            <p:spPr>
              <a:xfrm>
                <a:off x="4593" y="2457"/>
                <a:ext cx="7" cy="10"/>
              </a:xfrm>
              <a:custGeom>
                <a:pathLst>
                  <a:path w="14" h="20">
                    <a:moveTo>
                      <a:pt x="14" y="20"/>
                    </a:moveTo>
                    <a:lnTo>
                      <a:pt x="14" y="18"/>
                    </a:lnTo>
                    <a:lnTo>
                      <a:pt x="14" y="11"/>
                    </a:lnTo>
                    <a:lnTo>
                      <a:pt x="12" y="9"/>
                    </a:lnTo>
                    <a:lnTo>
                      <a:pt x="12" y="7"/>
                    </a:lnTo>
                    <a:lnTo>
                      <a:pt x="9" y="4"/>
                    </a:lnTo>
                    <a:lnTo>
                      <a:pt x="5" y="2"/>
                    </a:lnTo>
                    <a:lnTo>
                      <a:pt x="5" y="0"/>
                    </a:lnTo>
                    <a:lnTo>
                      <a:pt x="2" y="0"/>
                    </a:lnTo>
                    <a:lnTo>
                      <a:pt x="0" y="0"/>
                    </a:lnTo>
                    <a:lnTo>
                      <a:pt x="0" y="2"/>
                    </a:lnTo>
                    <a:lnTo>
                      <a:pt x="2" y="2"/>
                    </a:lnTo>
                    <a:lnTo>
                      <a:pt x="5" y="2"/>
                    </a:lnTo>
                    <a:lnTo>
                      <a:pt x="5" y="4"/>
                    </a:lnTo>
                    <a:lnTo>
                      <a:pt x="7" y="7"/>
                    </a:lnTo>
                    <a:lnTo>
                      <a:pt x="9" y="7"/>
                    </a:lnTo>
                    <a:lnTo>
                      <a:pt x="9" y="9"/>
                    </a:lnTo>
                    <a:lnTo>
                      <a:pt x="12" y="11"/>
                    </a:lnTo>
                    <a:lnTo>
                      <a:pt x="12" y="13"/>
                    </a:lnTo>
                    <a:lnTo>
                      <a:pt x="12" y="18"/>
                    </a:lnTo>
                    <a:lnTo>
                      <a:pt x="12" y="20"/>
                    </a:lnTo>
                    <a:lnTo>
                      <a:pt x="14" y="20"/>
                    </a:lnTo>
                    <a:close/>
                  </a:path>
                </a:pathLst>
              </a:custGeom>
              <a:solidFill>
                <a:srgbClr val="808050"/>
              </a:solidFill>
              <a:ln>
                <a:noFill/>
                <a:round/>
              </a:ln>
            </p:spPr>
          </p:sp>
          <p:sp>
            <p:nvSpPr>
              <p:cNvPr id="95952" name=""/>
              <p:cNvSpPr/>
              <p:nvPr/>
            </p:nvSpPr>
            <p:spPr>
              <a:xfrm>
                <a:off x="4598" y="2463"/>
                <a:ext cx="2" cy="6"/>
              </a:xfrm>
              <a:prstGeom prst="rect">
                <a:avLst/>
              </a:prstGeom>
              <a:solidFill>
                <a:srgbClr val="808050"/>
              </a:solidFill>
              <a:ln>
                <a:noFill/>
                <a:miter lim="800000"/>
              </a:ln>
            </p:spPr>
          </p:sp>
          <p:sp>
            <p:nvSpPr>
              <p:cNvPr id="95953" name=""/>
              <p:cNvSpPr/>
              <p:nvPr/>
            </p:nvSpPr>
            <p:spPr>
              <a:xfrm>
                <a:off x="4593" y="2466"/>
                <a:ext cx="7" cy="10"/>
              </a:xfrm>
              <a:custGeom>
                <a:pathLst>
                  <a:path w="14" h="20">
                    <a:moveTo>
                      <a:pt x="0" y="20"/>
                    </a:moveTo>
                    <a:lnTo>
                      <a:pt x="2" y="20"/>
                    </a:lnTo>
                    <a:lnTo>
                      <a:pt x="5" y="20"/>
                    </a:lnTo>
                    <a:lnTo>
                      <a:pt x="5" y="18"/>
                    </a:lnTo>
                    <a:lnTo>
                      <a:pt x="7" y="18"/>
                    </a:lnTo>
                    <a:lnTo>
                      <a:pt x="9" y="16"/>
                    </a:lnTo>
                    <a:lnTo>
                      <a:pt x="12" y="13"/>
                    </a:lnTo>
                    <a:lnTo>
                      <a:pt x="12" y="11"/>
                    </a:lnTo>
                    <a:lnTo>
                      <a:pt x="14" y="9"/>
                    </a:lnTo>
                    <a:lnTo>
                      <a:pt x="14" y="2"/>
                    </a:lnTo>
                    <a:lnTo>
                      <a:pt x="14" y="0"/>
                    </a:lnTo>
                    <a:lnTo>
                      <a:pt x="12" y="0"/>
                    </a:lnTo>
                    <a:lnTo>
                      <a:pt x="12" y="2"/>
                    </a:lnTo>
                    <a:lnTo>
                      <a:pt x="12" y="7"/>
                    </a:lnTo>
                    <a:lnTo>
                      <a:pt x="12" y="9"/>
                    </a:lnTo>
                    <a:lnTo>
                      <a:pt x="9" y="11"/>
                    </a:lnTo>
                    <a:lnTo>
                      <a:pt x="9" y="13"/>
                    </a:lnTo>
                    <a:lnTo>
                      <a:pt x="7" y="13"/>
                    </a:lnTo>
                    <a:lnTo>
                      <a:pt x="7" y="16"/>
                    </a:lnTo>
                    <a:lnTo>
                      <a:pt x="5" y="16"/>
                    </a:lnTo>
                    <a:lnTo>
                      <a:pt x="5" y="18"/>
                    </a:lnTo>
                    <a:lnTo>
                      <a:pt x="2" y="18"/>
                    </a:lnTo>
                    <a:lnTo>
                      <a:pt x="0" y="18"/>
                    </a:lnTo>
                    <a:lnTo>
                      <a:pt x="0" y="20"/>
                    </a:lnTo>
                    <a:close/>
                  </a:path>
                </a:pathLst>
              </a:custGeom>
              <a:solidFill>
                <a:srgbClr val="808050"/>
              </a:solidFill>
              <a:ln>
                <a:noFill/>
                <a:round/>
              </a:ln>
            </p:spPr>
          </p:sp>
          <p:sp>
            <p:nvSpPr>
              <p:cNvPr id="95954" name=""/>
              <p:cNvSpPr/>
              <p:nvPr/>
            </p:nvSpPr>
            <p:spPr>
              <a:xfrm>
                <a:off x="4588" y="2472"/>
                <a:ext cx="7" cy="4"/>
              </a:xfrm>
              <a:prstGeom prst="rect">
                <a:avLst/>
              </a:prstGeom>
              <a:solidFill>
                <a:srgbClr val="808050"/>
              </a:solidFill>
              <a:ln>
                <a:noFill/>
                <a:miter lim="800000"/>
              </a:ln>
            </p:spPr>
          </p:sp>
          <p:sp>
            <p:nvSpPr>
              <p:cNvPr id="95955" name=""/>
              <p:cNvSpPr/>
              <p:nvPr/>
            </p:nvSpPr>
            <p:spPr>
              <a:xfrm>
                <a:off x="4579" y="2472"/>
                <a:ext cx="11" cy="4"/>
              </a:xfrm>
              <a:custGeom>
                <a:pathLst>
                  <a:path w="24" h="9">
                    <a:moveTo>
                      <a:pt x="0" y="0"/>
                    </a:moveTo>
                    <a:lnTo>
                      <a:pt x="0" y="9"/>
                    </a:lnTo>
                    <a:lnTo>
                      <a:pt x="24" y="9"/>
                    </a:lnTo>
                    <a:lnTo>
                      <a:pt x="24" y="0"/>
                    </a:lnTo>
                    <a:lnTo>
                      <a:pt x="0" y="0"/>
                    </a:lnTo>
                    <a:lnTo>
                      <a:pt x="2" y="0"/>
                    </a:lnTo>
                    <a:lnTo>
                      <a:pt x="0" y="0"/>
                    </a:lnTo>
                    <a:lnTo>
                      <a:pt x="0" y="9"/>
                    </a:lnTo>
                    <a:lnTo>
                      <a:pt x="0" y="0"/>
                    </a:lnTo>
                    <a:close/>
                  </a:path>
                </a:pathLst>
              </a:custGeom>
              <a:solidFill>
                <a:srgbClr val="808050"/>
              </a:solidFill>
              <a:ln>
                <a:noFill/>
                <a:round/>
              </a:ln>
            </p:spPr>
          </p:sp>
          <p:sp>
            <p:nvSpPr>
              <p:cNvPr id="95956" name=""/>
              <p:cNvSpPr/>
              <p:nvPr/>
            </p:nvSpPr>
            <p:spPr>
              <a:xfrm>
                <a:off x="4577" y="2457"/>
                <a:ext cx="4" cy="18"/>
              </a:xfrm>
              <a:custGeom>
                <a:pathLst>
                  <a:path w="9" h="36">
                    <a:moveTo>
                      <a:pt x="5" y="0"/>
                    </a:moveTo>
                    <a:lnTo>
                      <a:pt x="0" y="0"/>
                    </a:lnTo>
                    <a:lnTo>
                      <a:pt x="5" y="36"/>
                    </a:lnTo>
                    <a:lnTo>
                      <a:pt x="9" y="36"/>
                    </a:lnTo>
                    <a:lnTo>
                      <a:pt x="5" y="0"/>
                    </a:lnTo>
                    <a:lnTo>
                      <a:pt x="5" y="2"/>
                    </a:lnTo>
                    <a:lnTo>
                      <a:pt x="5" y="0"/>
                    </a:lnTo>
                    <a:lnTo>
                      <a:pt x="0" y="0"/>
                    </a:lnTo>
                    <a:lnTo>
                      <a:pt x="5" y="0"/>
                    </a:lnTo>
                    <a:close/>
                  </a:path>
                </a:pathLst>
              </a:custGeom>
              <a:solidFill>
                <a:srgbClr val="808050"/>
              </a:solidFill>
              <a:ln>
                <a:noFill/>
                <a:round/>
              </a:ln>
            </p:spPr>
          </p:sp>
          <p:sp>
            <p:nvSpPr>
              <p:cNvPr id="95957" name=""/>
              <p:cNvSpPr/>
              <p:nvPr/>
            </p:nvSpPr>
            <p:spPr>
              <a:xfrm>
                <a:off x="4579" y="2457"/>
                <a:ext cx="11" cy="4"/>
              </a:xfrm>
              <a:custGeom>
                <a:pathLst>
                  <a:path w="24" h="7">
                    <a:moveTo>
                      <a:pt x="24" y="0"/>
                    </a:moveTo>
                    <a:lnTo>
                      <a:pt x="0" y="0"/>
                    </a:lnTo>
                    <a:lnTo>
                      <a:pt x="24" y="7"/>
                    </a:lnTo>
                    <a:lnTo>
                      <a:pt x="24" y="0"/>
                    </a:lnTo>
                    <a:close/>
                  </a:path>
                </a:pathLst>
              </a:custGeom>
              <a:solidFill>
                <a:srgbClr val="808050"/>
              </a:solidFill>
              <a:ln>
                <a:noFill/>
                <a:round/>
              </a:ln>
            </p:spPr>
          </p:sp>
          <p:sp>
            <p:nvSpPr>
              <p:cNvPr id="95958" name=""/>
              <p:cNvSpPr/>
              <p:nvPr/>
            </p:nvSpPr>
            <p:spPr>
              <a:xfrm>
                <a:off x="4586" y="2460"/>
                <a:ext cx="11" cy="15"/>
              </a:xfrm>
              <a:custGeom>
                <a:pathLst>
                  <a:path w="21" h="30">
                    <a:moveTo>
                      <a:pt x="12" y="0"/>
                    </a:moveTo>
                    <a:lnTo>
                      <a:pt x="0" y="27"/>
                    </a:lnTo>
                    <a:lnTo>
                      <a:pt x="0" y="30"/>
                    </a:lnTo>
                    <a:lnTo>
                      <a:pt x="7" y="30"/>
                    </a:lnTo>
                    <a:lnTo>
                      <a:pt x="7" y="27"/>
                    </a:lnTo>
                    <a:lnTo>
                      <a:pt x="21" y="0"/>
                    </a:lnTo>
                    <a:lnTo>
                      <a:pt x="12" y="0"/>
                    </a:lnTo>
                    <a:close/>
                  </a:path>
                </a:pathLst>
              </a:custGeom>
              <a:solidFill>
                <a:srgbClr val="E0E0B0"/>
              </a:solidFill>
              <a:ln>
                <a:noFill/>
                <a:round/>
              </a:ln>
            </p:spPr>
          </p:sp>
          <p:sp>
            <p:nvSpPr>
              <p:cNvPr id="95959" name=""/>
              <p:cNvSpPr/>
              <p:nvPr/>
            </p:nvSpPr>
            <p:spPr>
              <a:xfrm>
                <a:off x="4589" y="2460"/>
                <a:ext cx="10" cy="15"/>
              </a:xfrm>
              <a:custGeom>
                <a:pathLst>
                  <a:path w="19" h="30">
                    <a:moveTo>
                      <a:pt x="12" y="0"/>
                    </a:moveTo>
                    <a:lnTo>
                      <a:pt x="0" y="28"/>
                    </a:lnTo>
                    <a:lnTo>
                      <a:pt x="2" y="30"/>
                    </a:lnTo>
                    <a:lnTo>
                      <a:pt x="10" y="30"/>
                    </a:lnTo>
                    <a:lnTo>
                      <a:pt x="10" y="28"/>
                    </a:lnTo>
                    <a:lnTo>
                      <a:pt x="19" y="10"/>
                    </a:lnTo>
                    <a:lnTo>
                      <a:pt x="19" y="9"/>
                    </a:lnTo>
                    <a:lnTo>
                      <a:pt x="18" y="5"/>
                    </a:lnTo>
                    <a:lnTo>
                      <a:pt x="18" y="3"/>
                    </a:lnTo>
                    <a:lnTo>
                      <a:pt x="12" y="0"/>
                    </a:lnTo>
                    <a:close/>
                  </a:path>
                </a:pathLst>
              </a:custGeom>
              <a:solidFill>
                <a:srgbClr val="E0E0B0"/>
              </a:solidFill>
              <a:ln>
                <a:noFill/>
                <a:round/>
              </a:ln>
            </p:spPr>
          </p:sp>
          <p:sp>
            <p:nvSpPr>
              <p:cNvPr id="95960" name=""/>
              <p:cNvSpPr/>
              <p:nvPr/>
            </p:nvSpPr>
            <p:spPr>
              <a:xfrm>
                <a:off x="4592" y="2466"/>
                <a:ext cx="6" cy="6"/>
              </a:xfrm>
              <a:custGeom>
                <a:pathLst>
                  <a:path w="13" h="11">
                    <a:moveTo>
                      <a:pt x="13" y="0"/>
                    </a:moveTo>
                    <a:lnTo>
                      <a:pt x="13" y="4"/>
                    </a:lnTo>
                    <a:lnTo>
                      <a:pt x="13" y="4"/>
                    </a:lnTo>
                    <a:lnTo>
                      <a:pt x="11" y="7"/>
                    </a:lnTo>
                    <a:lnTo>
                      <a:pt x="9" y="9"/>
                    </a:lnTo>
                    <a:lnTo>
                      <a:pt x="4" y="11"/>
                    </a:lnTo>
                    <a:lnTo>
                      <a:pt x="0" y="11"/>
                    </a:lnTo>
                  </a:path>
                </a:pathLst>
              </a:custGeom>
              <a:noFill/>
              <a:ln w="11113">
                <a:solidFill>
                  <a:srgbClr val="F0E0C0"/>
                </a:solidFill>
                <a:prstDash val="solid"/>
                <a:round/>
              </a:ln>
            </p:spPr>
          </p:sp>
          <p:sp>
            <p:nvSpPr>
              <p:cNvPr id="95961" name=""/>
              <p:cNvSpPr/>
              <p:nvPr/>
            </p:nvSpPr>
            <p:spPr>
              <a:xfrm>
                <a:off x="4580" y="2458"/>
                <a:ext cx="15" cy="3"/>
              </a:xfrm>
              <a:custGeom>
                <a:pathLst>
                  <a:path w="28" h="5">
                    <a:moveTo>
                      <a:pt x="0" y="0"/>
                    </a:moveTo>
                    <a:lnTo>
                      <a:pt x="21" y="0"/>
                    </a:lnTo>
                    <a:lnTo>
                      <a:pt x="25" y="0"/>
                    </a:lnTo>
                    <a:lnTo>
                      <a:pt x="28" y="5"/>
                    </a:lnTo>
                  </a:path>
                </a:pathLst>
              </a:custGeom>
              <a:noFill/>
              <a:ln w="11113">
                <a:solidFill>
                  <a:srgbClr val="F0E0C0"/>
                </a:solidFill>
                <a:prstDash val="solid"/>
                <a:round/>
              </a:ln>
            </p:spPr>
          </p:sp>
          <p:sp>
            <p:nvSpPr>
              <p:cNvPr id="95962" name=""/>
              <p:cNvSpPr/>
              <p:nvPr/>
            </p:nvSpPr>
            <p:spPr>
              <a:xfrm>
                <a:off x="4580" y="2460"/>
                <a:ext cx="3" cy="15"/>
              </a:xfrm>
              <a:custGeom>
                <a:pathLst>
                  <a:path w="7" h="30">
                    <a:moveTo>
                      <a:pt x="4" y="0"/>
                    </a:moveTo>
                    <a:lnTo>
                      <a:pt x="7" y="3"/>
                    </a:lnTo>
                    <a:lnTo>
                      <a:pt x="7" y="16"/>
                    </a:lnTo>
                    <a:lnTo>
                      <a:pt x="7" y="27"/>
                    </a:lnTo>
                    <a:lnTo>
                      <a:pt x="4" y="30"/>
                    </a:lnTo>
                    <a:lnTo>
                      <a:pt x="0" y="21"/>
                    </a:lnTo>
                    <a:lnTo>
                      <a:pt x="0" y="16"/>
                    </a:lnTo>
                    <a:lnTo>
                      <a:pt x="0" y="3"/>
                    </a:lnTo>
                    <a:lnTo>
                      <a:pt x="4" y="1"/>
                    </a:lnTo>
                    <a:lnTo>
                      <a:pt x="4" y="0"/>
                    </a:lnTo>
                    <a:close/>
                  </a:path>
                </a:pathLst>
              </a:custGeom>
              <a:solidFill>
                <a:srgbClr val="706040"/>
              </a:solidFill>
              <a:ln>
                <a:noFill/>
                <a:round/>
              </a:ln>
            </p:spPr>
          </p:sp>
          <p:sp>
            <p:nvSpPr>
              <p:cNvPr id="95963" name=""/>
              <p:cNvSpPr/>
              <p:nvPr/>
            </p:nvSpPr>
            <p:spPr>
              <a:xfrm>
                <a:off x="4580" y="2460"/>
                <a:ext cx="11" cy="15"/>
              </a:xfrm>
              <a:custGeom>
                <a:pathLst>
                  <a:path w="23" h="30">
                    <a:moveTo>
                      <a:pt x="14" y="0"/>
                    </a:moveTo>
                    <a:lnTo>
                      <a:pt x="0" y="25"/>
                    </a:lnTo>
                    <a:lnTo>
                      <a:pt x="2" y="30"/>
                    </a:lnTo>
                    <a:lnTo>
                      <a:pt x="13" y="30"/>
                    </a:lnTo>
                    <a:lnTo>
                      <a:pt x="13" y="27"/>
                    </a:lnTo>
                    <a:lnTo>
                      <a:pt x="23" y="0"/>
                    </a:lnTo>
                    <a:lnTo>
                      <a:pt x="14" y="0"/>
                    </a:lnTo>
                    <a:close/>
                  </a:path>
                </a:pathLst>
              </a:custGeom>
              <a:solidFill>
                <a:srgbClr val="E0E0B0"/>
              </a:solidFill>
              <a:ln>
                <a:noFill/>
                <a:round/>
              </a:ln>
            </p:spPr>
          </p:sp>
        </p:grpSp>
        <p:pic>
          <p:nvPicPr>
            <p:cNvPr id="95965" name=""/>
            <p:cNvPicPr/>
            <p:nvPr/>
          </p:nvPicPr>
          <p:blipFill>
            <a:blip r:embed="rId5"/>
            <a:stretch>
              <a:fillRect/>
            </a:stretch>
          </p:blipFill>
          <p:spPr>
            <a:xfrm>
              <a:off x="4519" y="2461"/>
              <a:ext cx="69" cy="14"/>
            </a:xfrm>
            <a:prstGeom prst="rect">
              <a:avLst/>
            </a:prstGeom>
            <a:noFill/>
            <a:ln>
              <a:noFill/>
              <a:miter lim="800000"/>
            </a:ln>
          </p:spPr>
        </p:pic>
      </p:grpSp>
      <p:grpSp>
        <p:nvGrpSpPr>
          <p:cNvPr id="96109" name=""/>
          <p:cNvGrpSpPr/>
          <p:nvPr/>
        </p:nvGrpSpPr>
        <p:grpSpPr>
          <a:xfrm>
            <a:off x="7448550" y="3749675"/>
            <a:ext cx="303213" cy="617538"/>
            <a:chOff x="4692" y="2362"/>
            <a:chExt cx="191" cy="389"/>
          </a:xfrm>
        </p:grpSpPr>
        <p:grpSp>
          <p:nvGrpSpPr>
            <p:cNvPr id="96107" name=""/>
            <p:cNvGrpSpPr/>
            <p:nvPr/>
          </p:nvGrpSpPr>
          <p:grpSpPr>
            <a:xfrm>
              <a:off x="4692" y="2362"/>
              <a:ext cx="191" cy="389"/>
              <a:chOff x="4692" y="2362"/>
              <a:chExt cx="191" cy="389"/>
            </a:xfrm>
          </p:grpSpPr>
          <p:sp>
            <p:nvSpPr>
              <p:cNvPr id="95967" name=""/>
              <p:cNvSpPr/>
              <p:nvPr/>
            </p:nvSpPr>
            <p:spPr>
              <a:xfrm>
                <a:off x="4721" y="2532"/>
                <a:ext cx="132" cy="213"/>
              </a:xfrm>
              <a:custGeom>
                <a:pathLst>
                  <a:path w="263" h="426">
                    <a:moveTo>
                      <a:pt x="5" y="0"/>
                    </a:moveTo>
                    <a:lnTo>
                      <a:pt x="258" y="0"/>
                    </a:lnTo>
                    <a:lnTo>
                      <a:pt x="260" y="0"/>
                    </a:lnTo>
                    <a:lnTo>
                      <a:pt x="263" y="3"/>
                    </a:lnTo>
                    <a:lnTo>
                      <a:pt x="263" y="5"/>
                    </a:lnTo>
                    <a:lnTo>
                      <a:pt x="263" y="421"/>
                    </a:lnTo>
                    <a:lnTo>
                      <a:pt x="263" y="423"/>
                    </a:lnTo>
                    <a:lnTo>
                      <a:pt x="260" y="425"/>
                    </a:lnTo>
                    <a:lnTo>
                      <a:pt x="258" y="426"/>
                    </a:lnTo>
                    <a:lnTo>
                      <a:pt x="5" y="426"/>
                    </a:lnTo>
                    <a:lnTo>
                      <a:pt x="2" y="425"/>
                    </a:lnTo>
                    <a:lnTo>
                      <a:pt x="0" y="423"/>
                    </a:lnTo>
                    <a:lnTo>
                      <a:pt x="0" y="421"/>
                    </a:lnTo>
                    <a:lnTo>
                      <a:pt x="0" y="5"/>
                    </a:lnTo>
                    <a:lnTo>
                      <a:pt x="0" y="3"/>
                    </a:lnTo>
                    <a:lnTo>
                      <a:pt x="2" y="0"/>
                    </a:lnTo>
                    <a:lnTo>
                      <a:pt x="5" y="0"/>
                    </a:lnTo>
                    <a:close/>
                  </a:path>
                </a:pathLst>
              </a:custGeom>
              <a:solidFill>
                <a:srgbClr val="F0E0C0"/>
              </a:solidFill>
              <a:ln>
                <a:noFill/>
                <a:round/>
              </a:ln>
            </p:spPr>
          </p:sp>
          <p:sp>
            <p:nvSpPr>
              <p:cNvPr id="95968" name=""/>
              <p:cNvSpPr/>
              <p:nvPr/>
            </p:nvSpPr>
            <p:spPr>
              <a:xfrm>
                <a:off x="4721" y="2710"/>
                <a:ext cx="132" cy="6"/>
              </a:xfrm>
              <a:prstGeom prst="rect">
                <a:avLst/>
              </a:prstGeom>
              <a:solidFill>
                <a:srgbClr val="A0A080"/>
              </a:solidFill>
              <a:ln>
                <a:noFill/>
                <a:miter lim="800000"/>
              </a:ln>
            </p:spPr>
          </p:sp>
          <p:sp>
            <p:nvSpPr>
              <p:cNvPr id="95969" name=""/>
              <p:cNvSpPr/>
              <p:nvPr/>
            </p:nvSpPr>
            <p:spPr>
              <a:xfrm>
                <a:off x="4721" y="2705"/>
                <a:ext cx="132" cy="5"/>
              </a:xfrm>
              <a:prstGeom prst="rect">
                <a:avLst/>
              </a:prstGeom>
              <a:solidFill>
                <a:srgbClr val="A0A080"/>
              </a:solidFill>
              <a:ln>
                <a:noFill/>
                <a:miter lim="800000"/>
              </a:ln>
            </p:spPr>
          </p:sp>
          <p:sp>
            <p:nvSpPr>
              <p:cNvPr id="95970" name=""/>
              <p:cNvSpPr/>
              <p:nvPr/>
            </p:nvSpPr>
            <p:spPr>
              <a:xfrm>
                <a:off x="4721" y="2699"/>
                <a:ext cx="132" cy="5"/>
              </a:xfrm>
              <a:prstGeom prst="rect">
                <a:avLst/>
              </a:prstGeom>
              <a:solidFill>
                <a:srgbClr val="404040"/>
              </a:solidFill>
              <a:ln>
                <a:noFill/>
                <a:miter lim="800000"/>
              </a:ln>
            </p:spPr>
          </p:sp>
          <p:sp>
            <p:nvSpPr>
              <p:cNvPr id="95971" name=""/>
              <p:cNvSpPr/>
              <p:nvPr/>
            </p:nvSpPr>
            <p:spPr>
              <a:xfrm>
                <a:off x="4721" y="2699"/>
                <a:ext cx="132" cy="5"/>
              </a:xfrm>
              <a:prstGeom prst="rect">
                <a:avLst/>
              </a:prstGeom>
              <a:solidFill>
                <a:srgbClr val="A0A080"/>
              </a:solidFill>
              <a:ln>
                <a:noFill/>
                <a:miter lim="800000"/>
              </a:ln>
            </p:spPr>
          </p:sp>
          <p:sp>
            <p:nvSpPr>
              <p:cNvPr id="95972" name=""/>
              <p:cNvSpPr/>
              <p:nvPr/>
            </p:nvSpPr>
            <p:spPr>
              <a:xfrm>
                <a:off x="4721" y="2692"/>
                <a:ext cx="132" cy="5"/>
              </a:xfrm>
              <a:prstGeom prst="rect">
                <a:avLst/>
              </a:prstGeom>
              <a:solidFill>
                <a:srgbClr val="A0A080"/>
              </a:solidFill>
              <a:ln>
                <a:noFill/>
                <a:miter lim="800000"/>
              </a:ln>
            </p:spPr>
          </p:sp>
          <p:sp>
            <p:nvSpPr>
              <p:cNvPr id="95973" name=""/>
              <p:cNvSpPr/>
              <p:nvPr/>
            </p:nvSpPr>
            <p:spPr>
              <a:xfrm>
                <a:off x="4721" y="2687"/>
                <a:ext cx="132" cy="3"/>
              </a:xfrm>
              <a:prstGeom prst="rect">
                <a:avLst/>
              </a:prstGeom>
              <a:solidFill>
                <a:srgbClr val="A0A080"/>
              </a:solidFill>
              <a:ln>
                <a:noFill/>
                <a:miter lim="800000"/>
              </a:ln>
            </p:spPr>
          </p:sp>
          <p:sp>
            <p:nvSpPr>
              <p:cNvPr id="95974" name=""/>
              <p:cNvSpPr/>
              <p:nvPr/>
            </p:nvSpPr>
            <p:spPr>
              <a:xfrm>
                <a:off x="4721" y="2679"/>
                <a:ext cx="132" cy="5"/>
              </a:xfrm>
              <a:prstGeom prst="rect">
                <a:avLst/>
              </a:prstGeom>
              <a:solidFill>
                <a:srgbClr val="A0A080"/>
              </a:solidFill>
              <a:ln>
                <a:noFill/>
                <a:miter lim="800000"/>
              </a:ln>
            </p:spPr>
          </p:sp>
          <p:sp>
            <p:nvSpPr>
              <p:cNvPr id="95975" name=""/>
              <p:cNvSpPr/>
              <p:nvPr/>
            </p:nvSpPr>
            <p:spPr>
              <a:xfrm>
                <a:off x="4721" y="2673"/>
                <a:ext cx="132" cy="4"/>
              </a:xfrm>
              <a:prstGeom prst="rect">
                <a:avLst/>
              </a:prstGeom>
              <a:solidFill>
                <a:srgbClr val="A0A080"/>
              </a:solidFill>
              <a:ln>
                <a:noFill/>
                <a:miter lim="800000"/>
              </a:ln>
            </p:spPr>
          </p:sp>
          <p:sp>
            <p:nvSpPr>
              <p:cNvPr id="95976" name=""/>
              <p:cNvSpPr/>
              <p:nvPr/>
            </p:nvSpPr>
            <p:spPr>
              <a:xfrm>
                <a:off x="4721" y="2666"/>
                <a:ext cx="132" cy="4"/>
              </a:xfrm>
              <a:prstGeom prst="rect">
                <a:avLst/>
              </a:prstGeom>
              <a:solidFill>
                <a:srgbClr val="A0A080"/>
              </a:solidFill>
              <a:ln>
                <a:noFill/>
                <a:miter lim="800000"/>
              </a:ln>
            </p:spPr>
          </p:sp>
          <p:sp>
            <p:nvSpPr>
              <p:cNvPr id="95977" name=""/>
              <p:cNvSpPr/>
              <p:nvPr/>
            </p:nvSpPr>
            <p:spPr>
              <a:xfrm>
                <a:off x="4721" y="2660"/>
                <a:ext cx="132" cy="5"/>
              </a:xfrm>
              <a:prstGeom prst="rect">
                <a:avLst/>
              </a:prstGeom>
              <a:solidFill>
                <a:srgbClr val="A0A080"/>
              </a:solidFill>
              <a:ln>
                <a:noFill/>
                <a:miter lim="800000"/>
              </a:ln>
            </p:spPr>
          </p:sp>
          <p:sp>
            <p:nvSpPr>
              <p:cNvPr id="95978" name=""/>
              <p:cNvSpPr/>
              <p:nvPr/>
            </p:nvSpPr>
            <p:spPr>
              <a:xfrm>
                <a:off x="4721" y="2652"/>
                <a:ext cx="132" cy="5"/>
              </a:xfrm>
              <a:prstGeom prst="rect">
                <a:avLst/>
              </a:prstGeom>
              <a:solidFill>
                <a:srgbClr val="A0A080"/>
              </a:solidFill>
              <a:ln>
                <a:noFill/>
                <a:miter lim="800000"/>
              </a:ln>
            </p:spPr>
          </p:sp>
          <p:sp>
            <p:nvSpPr>
              <p:cNvPr id="95979" name=""/>
              <p:cNvSpPr/>
              <p:nvPr/>
            </p:nvSpPr>
            <p:spPr>
              <a:xfrm>
                <a:off x="4721" y="2647"/>
                <a:ext cx="132" cy="5"/>
              </a:xfrm>
              <a:prstGeom prst="rect">
                <a:avLst/>
              </a:prstGeom>
              <a:solidFill>
                <a:srgbClr val="A0A080"/>
              </a:solidFill>
              <a:ln>
                <a:noFill/>
                <a:miter lim="800000"/>
              </a:ln>
            </p:spPr>
          </p:sp>
          <p:sp>
            <p:nvSpPr>
              <p:cNvPr id="95980" name=""/>
              <p:cNvSpPr/>
              <p:nvPr/>
            </p:nvSpPr>
            <p:spPr>
              <a:xfrm>
                <a:off x="4721" y="2642"/>
                <a:ext cx="132" cy="2"/>
              </a:xfrm>
              <a:prstGeom prst="rect">
                <a:avLst/>
              </a:prstGeom>
              <a:solidFill>
                <a:srgbClr val="A0A080"/>
              </a:solidFill>
              <a:ln>
                <a:noFill/>
                <a:miter lim="800000"/>
              </a:ln>
            </p:spPr>
          </p:sp>
          <p:sp>
            <p:nvSpPr>
              <p:cNvPr id="95981" name=""/>
              <p:cNvSpPr/>
              <p:nvPr/>
            </p:nvSpPr>
            <p:spPr>
              <a:xfrm>
                <a:off x="4721" y="2634"/>
                <a:ext cx="132" cy="4"/>
              </a:xfrm>
              <a:prstGeom prst="rect">
                <a:avLst/>
              </a:prstGeom>
              <a:solidFill>
                <a:srgbClr val="A0A080"/>
              </a:solidFill>
              <a:ln>
                <a:noFill/>
                <a:miter lim="800000"/>
              </a:ln>
            </p:spPr>
          </p:sp>
          <p:sp>
            <p:nvSpPr>
              <p:cNvPr id="95982" name=""/>
              <p:cNvSpPr/>
              <p:nvPr/>
            </p:nvSpPr>
            <p:spPr>
              <a:xfrm>
                <a:off x="4721" y="2627"/>
                <a:ext cx="132" cy="4"/>
              </a:xfrm>
              <a:prstGeom prst="rect">
                <a:avLst/>
              </a:prstGeom>
              <a:solidFill>
                <a:srgbClr val="A0A080"/>
              </a:solidFill>
              <a:ln>
                <a:noFill/>
                <a:miter lim="800000"/>
              </a:ln>
            </p:spPr>
          </p:sp>
          <p:sp>
            <p:nvSpPr>
              <p:cNvPr id="95983" name=""/>
              <p:cNvSpPr/>
              <p:nvPr/>
            </p:nvSpPr>
            <p:spPr>
              <a:xfrm>
                <a:off x="4721" y="2621"/>
                <a:ext cx="132" cy="4"/>
              </a:xfrm>
              <a:prstGeom prst="rect">
                <a:avLst/>
              </a:prstGeom>
              <a:solidFill>
                <a:srgbClr val="A0A080"/>
              </a:solidFill>
              <a:ln>
                <a:noFill/>
                <a:miter lim="800000"/>
              </a:ln>
            </p:spPr>
          </p:sp>
          <p:sp>
            <p:nvSpPr>
              <p:cNvPr id="95984" name=""/>
              <p:cNvSpPr/>
              <p:nvPr/>
            </p:nvSpPr>
            <p:spPr>
              <a:xfrm>
                <a:off x="4721" y="2614"/>
                <a:ext cx="132" cy="4"/>
              </a:xfrm>
              <a:prstGeom prst="rect">
                <a:avLst/>
              </a:prstGeom>
              <a:solidFill>
                <a:srgbClr val="A0A080"/>
              </a:solidFill>
              <a:ln>
                <a:noFill/>
                <a:miter lim="800000"/>
              </a:ln>
            </p:spPr>
          </p:sp>
          <p:sp>
            <p:nvSpPr>
              <p:cNvPr id="95985" name=""/>
              <p:cNvSpPr/>
              <p:nvPr/>
            </p:nvSpPr>
            <p:spPr>
              <a:xfrm>
                <a:off x="4692" y="2730"/>
                <a:ext cx="96" cy="21"/>
              </a:xfrm>
              <a:custGeom>
                <a:pathLst>
                  <a:path w="191" h="43">
                    <a:moveTo>
                      <a:pt x="61" y="0"/>
                    </a:moveTo>
                    <a:lnTo>
                      <a:pt x="53" y="0"/>
                    </a:lnTo>
                    <a:lnTo>
                      <a:pt x="53" y="20"/>
                    </a:lnTo>
                    <a:lnTo>
                      <a:pt x="0" y="36"/>
                    </a:lnTo>
                    <a:lnTo>
                      <a:pt x="0" y="43"/>
                    </a:lnTo>
                    <a:lnTo>
                      <a:pt x="191" y="43"/>
                    </a:lnTo>
                    <a:lnTo>
                      <a:pt x="191" y="30"/>
                    </a:lnTo>
                    <a:lnTo>
                      <a:pt x="61" y="30"/>
                    </a:lnTo>
                    <a:lnTo>
                      <a:pt x="61" y="0"/>
                    </a:lnTo>
                    <a:close/>
                  </a:path>
                </a:pathLst>
              </a:custGeom>
              <a:solidFill>
                <a:srgbClr val="808060"/>
              </a:solidFill>
              <a:ln>
                <a:noFill/>
                <a:round/>
              </a:ln>
            </p:spPr>
          </p:sp>
          <p:sp>
            <p:nvSpPr>
              <p:cNvPr id="95986" name=""/>
              <p:cNvSpPr/>
              <p:nvPr/>
            </p:nvSpPr>
            <p:spPr>
              <a:xfrm>
                <a:off x="4788" y="2730"/>
                <a:ext cx="95" cy="21"/>
              </a:xfrm>
              <a:custGeom>
                <a:pathLst>
                  <a:path w="190" h="43">
                    <a:moveTo>
                      <a:pt x="129" y="0"/>
                    </a:moveTo>
                    <a:lnTo>
                      <a:pt x="138" y="0"/>
                    </a:lnTo>
                    <a:lnTo>
                      <a:pt x="138" y="20"/>
                    </a:lnTo>
                    <a:lnTo>
                      <a:pt x="190" y="36"/>
                    </a:lnTo>
                    <a:lnTo>
                      <a:pt x="190" y="43"/>
                    </a:lnTo>
                    <a:lnTo>
                      <a:pt x="0" y="43"/>
                    </a:lnTo>
                    <a:lnTo>
                      <a:pt x="0" y="30"/>
                    </a:lnTo>
                    <a:lnTo>
                      <a:pt x="129" y="30"/>
                    </a:lnTo>
                    <a:lnTo>
                      <a:pt x="129" y="0"/>
                    </a:lnTo>
                    <a:close/>
                  </a:path>
                </a:pathLst>
              </a:custGeom>
              <a:solidFill>
                <a:srgbClr val="808060"/>
              </a:solidFill>
              <a:ln>
                <a:noFill/>
                <a:round/>
              </a:ln>
            </p:spPr>
          </p:sp>
          <p:sp>
            <p:nvSpPr>
              <p:cNvPr id="95987" name=""/>
              <p:cNvSpPr/>
              <p:nvPr/>
            </p:nvSpPr>
            <p:spPr>
              <a:xfrm>
                <a:off x="4744" y="2666"/>
                <a:ext cx="85" cy="72"/>
              </a:xfrm>
              <a:custGeom>
                <a:pathLst>
                  <a:path w="170" h="144">
                    <a:moveTo>
                      <a:pt x="0" y="2"/>
                    </a:moveTo>
                    <a:lnTo>
                      <a:pt x="0" y="144"/>
                    </a:lnTo>
                    <a:lnTo>
                      <a:pt x="170" y="144"/>
                    </a:lnTo>
                    <a:lnTo>
                      <a:pt x="170" y="0"/>
                    </a:lnTo>
                  </a:path>
                </a:pathLst>
              </a:custGeom>
              <a:noFill/>
              <a:ln w="11113">
                <a:solidFill>
                  <a:srgbClr val="808060"/>
                </a:solidFill>
                <a:prstDash val="solid"/>
                <a:round/>
              </a:ln>
            </p:spPr>
          </p:sp>
          <p:sp>
            <p:nvSpPr>
              <p:cNvPr id="95988" name=""/>
              <p:cNvSpPr/>
              <p:nvPr/>
            </p:nvSpPr>
            <p:spPr>
              <a:xfrm>
                <a:off x="4721" y="2362"/>
                <a:ext cx="132" cy="160"/>
              </a:xfrm>
              <a:custGeom>
                <a:pathLst>
                  <a:path w="263" h="321">
                    <a:moveTo>
                      <a:pt x="7" y="321"/>
                    </a:moveTo>
                    <a:lnTo>
                      <a:pt x="256" y="321"/>
                    </a:lnTo>
                    <a:lnTo>
                      <a:pt x="260" y="321"/>
                    </a:lnTo>
                    <a:lnTo>
                      <a:pt x="261" y="317"/>
                    </a:lnTo>
                    <a:lnTo>
                      <a:pt x="263" y="315"/>
                    </a:lnTo>
                    <a:lnTo>
                      <a:pt x="263" y="8"/>
                    </a:lnTo>
                    <a:lnTo>
                      <a:pt x="261" y="4"/>
                    </a:lnTo>
                    <a:lnTo>
                      <a:pt x="260" y="2"/>
                    </a:lnTo>
                    <a:lnTo>
                      <a:pt x="258" y="2"/>
                    </a:lnTo>
                    <a:lnTo>
                      <a:pt x="7" y="0"/>
                    </a:lnTo>
                    <a:lnTo>
                      <a:pt x="4" y="2"/>
                    </a:lnTo>
                    <a:lnTo>
                      <a:pt x="2" y="4"/>
                    </a:lnTo>
                    <a:lnTo>
                      <a:pt x="0" y="8"/>
                    </a:lnTo>
                    <a:lnTo>
                      <a:pt x="0" y="315"/>
                    </a:lnTo>
                    <a:lnTo>
                      <a:pt x="0" y="317"/>
                    </a:lnTo>
                    <a:lnTo>
                      <a:pt x="4" y="321"/>
                    </a:lnTo>
                    <a:lnTo>
                      <a:pt x="7" y="321"/>
                    </a:lnTo>
                    <a:close/>
                  </a:path>
                </a:pathLst>
              </a:custGeom>
              <a:solidFill>
                <a:srgbClr val="F0E0C0"/>
              </a:solidFill>
              <a:ln>
                <a:noFill/>
                <a:round/>
              </a:ln>
            </p:spPr>
          </p:sp>
          <p:sp>
            <p:nvSpPr>
              <p:cNvPr id="95989" name=""/>
              <p:cNvSpPr/>
              <p:nvPr/>
            </p:nvSpPr>
            <p:spPr>
              <a:xfrm>
                <a:off x="4734" y="2407"/>
                <a:ext cx="107" cy="101"/>
              </a:xfrm>
              <a:custGeom>
                <a:pathLst>
                  <a:path w="215" h="202">
                    <a:moveTo>
                      <a:pt x="11" y="202"/>
                    </a:moveTo>
                    <a:lnTo>
                      <a:pt x="206" y="202"/>
                    </a:lnTo>
                    <a:lnTo>
                      <a:pt x="208" y="202"/>
                    </a:lnTo>
                    <a:lnTo>
                      <a:pt x="211" y="200"/>
                    </a:lnTo>
                    <a:lnTo>
                      <a:pt x="213" y="198"/>
                    </a:lnTo>
                    <a:lnTo>
                      <a:pt x="215" y="197"/>
                    </a:lnTo>
                    <a:lnTo>
                      <a:pt x="215" y="193"/>
                    </a:lnTo>
                    <a:lnTo>
                      <a:pt x="215" y="9"/>
                    </a:lnTo>
                    <a:lnTo>
                      <a:pt x="215" y="6"/>
                    </a:lnTo>
                    <a:lnTo>
                      <a:pt x="213" y="4"/>
                    </a:lnTo>
                    <a:lnTo>
                      <a:pt x="211" y="0"/>
                    </a:lnTo>
                    <a:lnTo>
                      <a:pt x="208" y="0"/>
                    </a:lnTo>
                    <a:lnTo>
                      <a:pt x="206" y="0"/>
                    </a:lnTo>
                    <a:lnTo>
                      <a:pt x="11" y="0"/>
                    </a:lnTo>
                    <a:lnTo>
                      <a:pt x="7" y="0"/>
                    </a:lnTo>
                    <a:lnTo>
                      <a:pt x="5" y="0"/>
                    </a:lnTo>
                    <a:lnTo>
                      <a:pt x="4" y="4"/>
                    </a:lnTo>
                    <a:lnTo>
                      <a:pt x="2" y="6"/>
                    </a:lnTo>
                    <a:lnTo>
                      <a:pt x="0" y="9"/>
                    </a:lnTo>
                    <a:lnTo>
                      <a:pt x="0" y="193"/>
                    </a:lnTo>
                    <a:lnTo>
                      <a:pt x="2" y="197"/>
                    </a:lnTo>
                    <a:lnTo>
                      <a:pt x="2" y="197"/>
                    </a:lnTo>
                    <a:lnTo>
                      <a:pt x="5" y="200"/>
                    </a:lnTo>
                    <a:lnTo>
                      <a:pt x="7" y="202"/>
                    </a:lnTo>
                    <a:lnTo>
                      <a:pt x="11" y="202"/>
                    </a:lnTo>
                    <a:close/>
                  </a:path>
                </a:pathLst>
              </a:custGeom>
              <a:solidFill>
                <a:srgbClr val="F0E0C0"/>
              </a:solidFill>
              <a:ln>
                <a:noFill/>
                <a:round/>
              </a:ln>
            </p:spPr>
          </p:sp>
          <p:sp>
            <p:nvSpPr>
              <p:cNvPr id="95990" name=""/>
              <p:cNvSpPr/>
              <p:nvPr/>
            </p:nvSpPr>
            <p:spPr>
              <a:xfrm>
                <a:off x="4737" y="2434"/>
                <a:ext cx="99" cy="3"/>
              </a:xfrm>
              <a:prstGeom prst="rect">
                <a:avLst/>
              </a:prstGeom>
              <a:solidFill>
                <a:srgbClr val="505020"/>
              </a:solidFill>
              <a:ln w="11113">
                <a:solidFill>
                  <a:prstClr val="black"/>
                </a:solidFill>
                <a:miter lim="800000"/>
              </a:ln>
            </p:spPr>
          </p:sp>
          <p:sp>
            <p:nvSpPr>
              <p:cNvPr id="95991" name=""/>
              <p:cNvSpPr/>
              <p:nvPr/>
            </p:nvSpPr>
            <p:spPr>
              <a:xfrm>
                <a:off x="4737" y="2462"/>
                <a:ext cx="100" cy="2"/>
              </a:xfrm>
              <a:prstGeom prst="rect">
                <a:avLst/>
              </a:prstGeom>
              <a:solidFill>
                <a:srgbClr val="505020"/>
              </a:solidFill>
              <a:ln w="11113">
                <a:solidFill>
                  <a:prstClr val="black"/>
                </a:solidFill>
                <a:miter lim="800000"/>
              </a:ln>
            </p:spPr>
          </p:sp>
          <p:sp>
            <p:nvSpPr>
              <p:cNvPr id="95992" name=""/>
              <p:cNvSpPr/>
              <p:nvPr/>
            </p:nvSpPr>
            <p:spPr>
              <a:xfrm>
                <a:off x="4735" y="2410"/>
                <a:ext cx="104" cy="28"/>
              </a:xfrm>
              <a:custGeom>
                <a:pathLst>
                  <a:path w="207" h="55">
                    <a:moveTo>
                      <a:pt x="5" y="55"/>
                    </a:moveTo>
                    <a:lnTo>
                      <a:pt x="204" y="55"/>
                    </a:lnTo>
                    <a:lnTo>
                      <a:pt x="206" y="55"/>
                    </a:lnTo>
                    <a:lnTo>
                      <a:pt x="207" y="52"/>
                    </a:lnTo>
                    <a:lnTo>
                      <a:pt x="207" y="5"/>
                    </a:lnTo>
                    <a:lnTo>
                      <a:pt x="207" y="1"/>
                    </a:lnTo>
                    <a:lnTo>
                      <a:pt x="204" y="0"/>
                    </a:lnTo>
                    <a:lnTo>
                      <a:pt x="5" y="0"/>
                    </a:lnTo>
                    <a:lnTo>
                      <a:pt x="1" y="1"/>
                    </a:lnTo>
                    <a:lnTo>
                      <a:pt x="0" y="3"/>
                    </a:lnTo>
                    <a:lnTo>
                      <a:pt x="0" y="52"/>
                    </a:lnTo>
                    <a:lnTo>
                      <a:pt x="1" y="54"/>
                    </a:lnTo>
                    <a:lnTo>
                      <a:pt x="3" y="55"/>
                    </a:lnTo>
                    <a:lnTo>
                      <a:pt x="5" y="55"/>
                    </a:lnTo>
                    <a:close/>
                  </a:path>
                </a:pathLst>
              </a:custGeom>
              <a:solidFill>
                <a:srgbClr val="C0C080"/>
              </a:solidFill>
              <a:ln>
                <a:noFill/>
                <a:round/>
              </a:ln>
            </p:spPr>
          </p:sp>
          <p:sp>
            <p:nvSpPr>
              <p:cNvPr id="95993" name=""/>
              <p:cNvSpPr/>
              <p:nvPr/>
            </p:nvSpPr>
            <p:spPr>
              <a:xfrm>
                <a:off x="4762" y="2411"/>
                <a:ext cx="41" cy="21"/>
              </a:xfrm>
              <a:custGeom>
                <a:pathLst>
                  <a:path w="83" h="42">
                    <a:moveTo>
                      <a:pt x="4" y="0"/>
                    </a:moveTo>
                    <a:lnTo>
                      <a:pt x="79" y="0"/>
                    </a:lnTo>
                    <a:lnTo>
                      <a:pt x="81" y="0"/>
                    </a:lnTo>
                    <a:lnTo>
                      <a:pt x="83" y="4"/>
                    </a:lnTo>
                    <a:lnTo>
                      <a:pt x="83" y="38"/>
                    </a:lnTo>
                    <a:lnTo>
                      <a:pt x="81" y="42"/>
                    </a:lnTo>
                    <a:lnTo>
                      <a:pt x="79" y="42"/>
                    </a:lnTo>
                    <a:lnTo>
                      <a:pt x="4" y="42"/>
                    </a:lnTo>
                    <a:lnTo>
                      <a:pt x="0" y="42"/>
                    </a:lnTo>
                    <a:lnTo>
                      <a:pt x="0" y="38"/>
                    </a:lnTo>
                    <a:lnTo>
                      <a:pt x="0" y="4"/>
                    </a:lnTo>
                    <a:lnTo>
                      <a:pt x="0" y="0"/>
                    </a:lnTo>
                    <a:lnTo>
                      <a:pt x="4" y="0"/>
                    </a:lnTo>
                    <a:close/>
                  </a:path>
                </a:pathLst>
              </a:custGeom>
              <a:solidFill>
                <a:srgbClr val="00DFCA"/>
              </a:solidFill>
              <a:ln>
                <a:noFill/>
                <a:round/>
              </a:ln>
            </p:spPr>
          </p:sp>
          <p:sp>
            <p:nvSpPr>
              <p:cNvPr id="95994" name=""/>
              <p:cNvSpPr/>
              <p:nvPr/>
            </p:nvSpPr>
            <p:spPr>
              <a:xfrm>
                <a:off x="4814" y="2411"/>
                <a:ext cx="14" cy="7"/>
              </a:xfrm>
              <a:custGeom>
                <a:pathLst>
                  <a:path w="27" h="15">
                    <a:moveTo>
                      <a:pt x="4" y="15"/>
                    </a:moveTo>
                    <a:lnTo>
                      <a:pt x="24" y="15"/>
                    </a:lnTo>
                    <a:lnTo>
                      <a:pt x="25" y="11"/>
                    </a:lnTo>
                    <a:lnTo>
                      <a:pt x="27" y="4"/>
                    </a:lnTo>
                    <a:lnTo>
                      <a:pt x="24" y="0"/>
                    </a:lnTo>
                    <a:lnTo>
                      <a:pt x="4" y="0"/>
                    </a:lnTo>
                    <a:lnTo>
                      <a:pt x="2" y="0"/>
                    </a:lnTo>
                    <a:lnTo>
                      <a:pt x="0" y="11"/>
                    </a:lnTo>
                    <a:lnTo>
                      <a:pt x="4" y="15"/>
                    </a:lnTo>
                    <a:close/>
                  </a:path>
                </a:pathLst>
              </a:custGeom>
              <a:solidFill>
                <a:srgbClr val="808050"/>
              </a:solidFill>
              <a:ln>
                <a:noFill/>
                <a:round/>
              </a:ln>
            </p:spPr>
          </p:sp>
          <p:sp>
            <p:nvSpPr>
              <p:cNvPr id="95995" name=""/>
              <p:cNvSpPr/>
              <p:nvPr/>
            </p:nvSpPr>
            <p:spPr>
              <a:xfrm>
                <a:off x="4814" y="2411"/>
                <a:ext cx="14" cy="7"/>
              </a:xfrm>
              <a:custGeom>
                <a:pathLst>
                  <a:path w="27" h="15">
                    <a:moveTo>
                      <a:pt x="2" y="15"/>
                    </a:moveTo>
                    <a:lnTo>
                      <a:pt x="24" y="15"/>
                    </a:lnTo>
                    <a:lnTo>
                      <a:pt x="27" y="11"/>
                    </a:lnTo>
                    <a:lnTo>
                      <a:pt x="27" y="4"/>
                    </a:lnTo>
                    <a:lnTo>
                      <a:pt x="24" y="0"/>
                    </a:lnTo>
                    <a:lnTo>
                      <a:pt x="2" y="0"/>
                    </a:lnTo>
                    <a:lnTo>
                      <a:pt x="0" y="0"/>
                    </a:lnTo>
                    <a:lnTo>
                      <a:pt x="0" y="11"/>
                    </a:lnTo>
                    <a:lnTo>
                      <a:pt x="2" y="15"/>
                    </a:lnTo>
                    <a:close/>
                  </a:path>
                </a:pathLst>
              </a:custGeom>
              <a:solidFill>
                <a:srgbClr val="C0C080"/>
              </a:solidFill>
              <a:ln>
                <a:noFill/>
                <a:round/>
              </a:ln>
            </p:spPr>
          </p:sp>
          <p:sp>
            <p:nvSpPr>
              <p:cNvPr id="95996" name=""/>
              <p:cNvSpPr/>
              <p:nvPr/>
            </p:nvSpPr>
            <p:spPr>
              <a:xfrm>
                <a:off x="4741" y="2417"/>
                <a:ext cx="96" cy="8"/>
              </a:xfrm>
              <a:custGeom>
                <a:pathLst>
                  <a:path w="192" h="14">
                    <a:moveTo>
                      <a:pt x="4" y="14"/>
                    </a:moveTo>
                    <a:lnTo>
                      <a:pt x="188" y="14"/>
                    </a:lnTo>
                    <a:lnTo>
                      <a:pt x="192" y="13"/>
                    </a:lnTo>
                    <a:lnTo>
                      <a:pt x="192" y="9"/>
                    </a:lnTo>
                    <a:lnTo>
                      <a:pt x="192" y="5"/>
                    </a:lnTo>
                    <a:lnTo>
                      <a:pt x="192" y="0"/>
                    </a:lnTo>
                    <a:lnTo>
                      <a:pt x="188" y="0"/>
                    </a:lnTo>
                    <a:lnTo>
                      <a:pt x="4" y="0"/>
                    </a:lnTo>
                    <a:lnTo>
                      <a:pt x="2" y="0"/>
                    </a:lnTo>
                    <a:lnTo>
                      <a:pt x="0" y="5"/>
                    </a:lnTo>
                    <a:lnTo>
                      <a:pt x="0" y="9"/>
                    </a:lnTo>
                    <a:lnTo>
                      <a:pt x="2" y="13"/>
                    </a:lnTo>
                    <a:lnTo>
                      <a:pt x="4" y="14"/>
                    </a:lnTo>
                    <a:close/>
                  </a:path>
                </a:pathLst>
              </a:custGeom>
              <a:solidFill>
                <a:srgbClr val="A0A080"/>
              </a:solidFill>
              <a:ln>
                <a:noFill/>
                <a:round/>
              </a:ln>
            </p:spPr>
          </p:sp>
          <p:sp>
            <p:nvSpPr>
              <p:cNvPr id="95997" name=""/>
              <p:cNvSpPr/>
              <p:nvPr/>
            </p:nvSpPr>
            <p:spPr>
              <a:xfrm>
                <a:off x="4737" y="2436"/>
                <a:ext cx="102" cy="29"/>
              </a:xfrm>
              <a:custGeom>
                <a:pathLst>
                  <a:path w="204" h="59">
                    <a:moveTo>
                      <a:pt x="2" y="59"/>
                    </a:moveTo>
                    <a:lnTo>
                      <a:pt x="201" y="59"/>
                    </a:lnTo>
                    <a:lnTo>
                      <a:pt x="204" y="59"/>
                    </a:lnTo>
                    <a:lnTo>
                      <a:pt x="204" y="56"/>
                    </a:lnTo>
                    <a:lnTo>
                      <a:pt x="204" y="5"/>
                    </a:lnTo>
                    <a:lnTo>
                      <a:pt x="203" y="2"/>
                    </a:lnTo>
                    <a:lnTo>
                      <a:pt x="201" y="0"/>
                    </a:lnTo>
                    <a:lnTo>
                      <a:pt x="2" y="0"/>
                    </a:lnTo>
                    <a:lnTo>
                      <a:pt x="0" y="2"/>
                    </a:lnTo>
                    <a:lnTo>
                      <a:pt x="0" y="5"/>
                    </a:lnTo>
                    <a:lnTo>
                      <a:pt x="0" y="56"/>
                    </a:lnTo>
                    <a:lnTo>
                      <a:pt x="0" y="59"/>
                    </a:lnTo>
                    <a:lnTo>
                      <a:pt x="2" y="59"/>
                    </a:lnTo>
                    <a:close/>
                  </a:path>
                </a:pathLst>
              </a:custGeom>
              <a:solidFill>
                <a:srgbClr val="C0C080"/>
              </a:solidFill>
              <a:ln>
                <a:noFill/>
                <a:round/>
              </a:ln>
            </p:spPr>
          </p:sp>
          <p:sp>
            <p:nvSpPr>
              <p:cNvPr id="95998" name=""/>
              <p:cNvSpPr/>
              <p:nvPr/>
            </p:nvSpPr>
            <p:spPr>
              <a:xfrm>
                <a:off x="4762" y="2439"/>
                <a:ext cx="41" cy="23"/>
              </a:xfrm>
              <a:custGeom>
                <a:pathLst>
                  <a:path w="83" h="45">
                    <a:moveTo>
                      <a:pt x="6" y="0"/>
                    </a:moveTo>
                    <a:lnTo>
                      <a:pt x="77" y="0"/>
                    </a:lnTo>
                    <a:lnTo>
                      <a:pt x="81" y="0"/>
                    </a:lnTo>
                    <a:lnTo>
                      <a:pt x="83" y="4"/>
                    </a:lnTo>
                    <a:lnTo>
                      <a:pt x="83" y="6"/>
                    </a:lnTo>
                    <a:lnTo>
                      <a:pt x="83" y="40"/>
                    </a:lnTo>
                    <a:lnTo>
                      <a:pt x="83" y="43"/>
                    </a:lnTo>
                    <a:lnTo>
                      <a:pt x="79" y="45"/>
                    </a:lnTo>
                    <a:lnTo>
                      <a:pt x="77" y="45"/>
                    </a:lnTo>
                    <a:lnTo>
                      <a:pt x="6" y="45"/>
                    </a:lnTo>
                    <a:lnTo>
                      <a:pt x="2" y="45"/>
                    </a:lnTo>
                    <a:lnTo>
                      <a:pt x="0" y="43"/>
                    </a:lnTo>
                    <a:lnTo>
                      <a:pt x="0" y="40"/>
                    </a:lnTo>
                    <a:lnTo>
                      <a:pt x="0" y="6"/>
                    </a:lnTo>
                    <a:lnTo>
                      <a:pt x="0" y="2"/>
                    </a:lnTo>
                    <a:lnTo>
                      <a:pt x="4" y="0"/>
                    </a:lnTo>
                    <a:lnTo>
                      <a:pt x="6" y="0"/>
                    </a:lnTo>
                    <a:close/>
                  </a:path>
                </a:pathLst>
              </a:custGeom>
              <a:solidFill>
                <a:srgbClr val="00DFCA"/>
              </a:solidFill>
              <a:ln>
                <a:noFill/>
                <a:round/>
              </a:ln>
            </p:spPr>
          </p:sp>
          <p:sp>
            <p:nvSpPr>
              <p:cNvPr id="95999" name=""/>
              <p:cNvSpPr/>
              <p:nvPr/>
            </p:nvSpPr>
            <p:spPr>
              <a:xfrm>
                <a:off x="4804" y="2453"/>
                <a:ext cx="16" cy="7"/>
              </a:xfrm>
              <a:custGeom>
                <a:pathLst>
                  <a:path w="32" h="15">
                    <a:moveTo>
                      <a:pt x="3" y="15"/>
                    </a:moveTo>
                    <a:lnTo>
                      <a:pt x="25" y="15"/>
                    </a:lnTo>
                    <a:lnTo>
                      <a:pt x="28" y="15"/>
                    </a:lnTo>
                    <a:lnTo>
                      <a:pt x="32" y="9"/>
                    </a:lnTo>
                    <a:lnTo>
                      <a:pt x="32" y="7"/>
                    </a:lnTo>
                    <a:lnTo>
                      <a:pt x="30" y="2"/>
                    </a:lnTo>
                    <a:lnTo>
                      <a:pt x="28" y="0"/>
                    </a:lnTo>
                    <a:lnTo>
                      <a:pt x="3" y="0"/>
                    </a:lnTo>
                    <a:lnTo>
                      <a:pt x="1" y="0"/>
                    </a:lnTo>
                    <a:lnTo>
                      <a:pt x="0" y="6"/>
                    </a:lnTo>
                    <a:lnTo>
                      <a:pt x="0" y="9"/>
                    </a:lnTo>
                    <a:lnTo>
                      <a:pt x="1" y="13"/>
                    </a:lnTo>
                    <a:lnTo>
                      <a:pt x="3" y="15"/>
                    </a:lnTo>
                    <a:close/>
                  </a:path>
                </a:pathLst>
              </a:custGeom>
              <a:solidFill>
                <a:srgbClr val="808050"/>
              </a:solidFill>
              <a:ln>
                <a:noFill/>
                <a:round/>
              </a:ln>
            </p:spPr>
          </p:sp>
          <p:sp>
            <p:nvSpPr>
              <p:cNvPr id="96000" name=""/>
              <p:cNvSpPr/>
              <p:nvPr/>
            </p:nvSpPr>
            <p:spPr>
              <a:xfrm>
                <a:off x="4804" y="2453"/>
                <a:ext cx="16" cy="7"/>
              </a:xfrm>
              <a:custGeom>
                <a:pathLst>
                  <a:path w="32" h="15">
                    <a:moveTo>
                      <a:pt x="3" y="15"/>
                    </a:moveTo>
                    <a:lnTo>
                      <a:pt x="25" y="15"/>
                    </a:lnTo>
                    <a:lnTo>
                      <a:pt x="28" y="15"/>
                    </a:lnTo>
                    <a:lnTo>
                      <a:pt x="32" y="9"/>
                    </a:lnTo>
                    <a:lnTo>
                      <a:pt x="32" y="7"/>
                    </a:lnTo>
                    <a:lnTo>
                      <a:pt x="30" y="2"/>
                    </a:lnTo>
                    <a:lnTo>
                      <a:pt x="28" y="0"/>
                    </a:lnTo>
                    <a:lnTo>
                      <a:pt x="3" y="0"/>
                    </a:lnTo>
                    <a:lnTo>
                      <a:pt x="1" y="0"/>
                    </a:lnTo>
                    <a:lnTo>
                      <a:pt x="0" y="6"/>
                    </a:lnTo>
                    <a:lnTo>
                      <a:pt x="0" y="9"/>
                    </a:lnTo>
                    <a:lnTo>
                      <a:pt x="1" y="13"/>
                    </a:lnTo>
                    <a:lnTo>
                      <a:pt x="3" y="15"/>
                    </a:lnTo>
                    <a:close/>
                  </a:path>
                </a:pathLst>
              </a:custGeom>
              <a:solidFill>
                <a:srgbClr val="C0C080"/>
              </a:solidFill>
              <a:ln>
                <a:noFill/>
                <a:round/>
              </a:ln>
            </p:spPr>
          </p:sp>
          <p:sp>
            <p:nvSpPr>
              <p:cNvPr id="96001" name=""/>
              <p:cNvSpPr/>
              <p:nvPr/>
            </p:nvSpPr>
            <p:spPr>
              <a:xfrm>
                <a:off x="4759" y="2442"/>
                <a:ext cx="62" cy="8"/>
              </a:xfrm>
              <a:custGeom>
                <a:pathLst>
                  <a:path w="126" h="16">
                    <a:moveTo>
                      <a:pt x="0" y="12"/>
                    </a:moveTo>
                    <a:lnTo>
                      <a:pt x="45" y="12"/>
                    </a:lnTo>
                    <a:lnTo>
                      <a:pt x="45" y="16"/>
                    </a:lnTo>
                    <a:lnTo>
                      <a:pt x="86" y="16"/>
                    </a:lnTo>
                    <a:lnTo>
                      <a:pt x="86" y="12"/>
                    </a:lnTo>
                    <a:lnTo>
                      <a:pt x="126" y="12"/>
                    </a:lnTo>
                    <a:lnTo>
                      <a:pt x="126" y="3"/>
                    </a:lnTo>
                    <a:lnTo>
                      <a:pt x="86" y="3"/>
                    </a:lnTo>
                    <a:lnTo>
                      <a:pt x="86" y="0"/>
                    </a:lnTo>
                    <a:lnTo>
                      <a:pt x="47" y="0"/>
                    </a:lnTo>
                    <a:lnTo>
                      <a:pt x="47" y="1"/>
                    </a:lnTo>
                    <a:lnTo>
                      <a:pt x="0" y="1"/>
                    </a:lnTo>
                    <a:lnTo>
                      <a:pt x="0" y="12"/>
                    </a:lnTo>
                    <a:close/>
                  </a:path>
                </a:pathLst>
              </a:custGeom>
              <a:solidFill>
                <a:srgbClr val="A08060"/>
              </a:solidFill>
              <a:ln>
                <a:noFill/>
                <a:round/>
              </a:ln>
            </p:spPr>
          </p:sp>
          <p:sp>
            <p:nvSpPr>
              <p:cNvPr id="96002" name=""/>
              <p:cNvSpPr/>
              <p:nvPr/>
            </p:nvSpPr>
            <p:spPr>
              <a:xfrm>
                <a:off x="4737" y="2469"/>
                <a:ext cx="101" cy="6"/>
              </a:xfrm>
              <a:prstGeom prst="rect">
                <a:avLst/>
              </a:prstGeom>
              <a:solidFill>
                <a:srgbClr val="505020"/>
              </a:solidFill>
              <a:ln>
                <a:noFill/>
                <a:miter lim="800000"/>
              </a:ln>
            </p:spPr>
          </p:sp>
          <p:sp>
            <p:nvSpPr>
              <p:cNvPr id="96003" name=""/>
              <p:cNvSpPr/>
              <p:nvPr/>
            </p:nvSpPr>
            <p:spPr>
              <a:xfrm>
                <a:off x="4737" y="2469"/>
                <a:ext cx="102" cy="3"/>
              </a:xfrm>
              <a:custGeom>
                <a:pathLst>
                  <a:path w="204" h="7">
                    <a:moveTo>
                      <a:pt x="204" y="0"/>
                    </a:moveTo>
                    <a:lnTo>
                      <a:pt x="203" y="0"/>
                    </a:lnTo>
                    <a:lnTo>
                      <a:pt x="0" y="0"/>
                    </a:lnTo>
                    <a:lnTo>
                      <a:pt x="0" y="7"/>
                    </a:lnTo>
                    <a:lnTo>
                      <a:pt x="203" y="7"/>
                    </a:lnTo>
                    <a:lnTo>
                      <a:pt x="201" y="0"/>
                    </a:lnTo>
                    <a:lnTo>
                      <a:pt x="204" y="0"/>
                    </a:lnTo>
                    <a:lnTo>
                      <a:pt x="203" y="0"/>
                    </a:lnTo>
                    <a:lnTo>
                      <a:pt x="204" y="0"/>
                    </a:lnTo>
                    <a:close/>
                  </a:path>
                </a:pathLst>
              </a:custGeom>
              <a:solidFill>
                <a:srgbClr val="000000"/>
              </a:solidFill>
              <a:ln>
                <a:noFill/>
                <a:round/>
              </a:ln>
            </p:spPr>
          </p:sp>
          <p:sp>
            <p:nvSpPr>
              <p:cNvPr id="96004" name=""/>
              <p:cNvSpPr/>
              <p:nvPr/>
            </p:nvSpPr>
            <p:spPr>
              <a:xfrm>
                <a:off x="4836" y="2469"/>
                <a:ext cx="3" cy="6"/>
              </a:xfrm>
              <a:custGeom>
                <a:pathLst>
                  <a:path w="7" h="12">
                    <a:moveTo>
                      <a:pt x="4" y="12"/>
                    </a:moveTo>
                    <a:lnTo>
                      <a:pt x="7" y="10"/>
                    </a:lnTo>
                    <a:lnTo>
                      <a:pt x="7" y="0"/>
                    </a:lnTo>
                    <a:lnTo>
                      <a:pt x="0" y="0"/>
                    </a:lnTo>
                    <a:lnTo>
                      <a:pt x="0" y="10"/>
                    </a:lnTo>
                    <a:lnTo>
                      <a:pt x="4" y="10"/>
                    </a:lnTo>
                    <a:lnTo>
                      <a:pt x="4" y="12"/>
                    </a:lnTo>
                    <a:lnTo>
                      <a:pt x="7" y="12"/>
                    </a:lnTo>
                    <a:lnTo>
                      <a:pt x="7" y="10"/>
                    </a:lnTo>
                    <a:lnTo>
                      <a:pt x="4" y="12"/>
                    </a:lnTo>
                    <a:close/>
                  </a:path>
                </a:pathLst>
              </a:custGeom>
              <a:solidFill>
                <a:srgbClr val="000000"/>
              </a:solidFill>
              <a:ln>
                <a:noFill/>
                <a:round/>
              </a:ln>
            </p:spPr>
          </p:sp>
          <p:sp>
            <p:nvSpPr>
              <p:cNvPr id="96005" name=""/>
              <p:cNvSpPr/>
              <p:nvPr/>
            </p:nvSpPr>
            <p:spPr>
              <a:xfrm>
                <a:off x="4735" y="2472"/>
                <a:ext cx="103" cy="3"/>
              </a:xfrm>
              <a:custGeom>
                <a:pathLst>
                  <a:path w="206" h="7">
                    <a:moveTo>
                      <a:pt x="0" y="0"/>
                    </a:moveTo>
                    <a:lnTo>
                      <a:pt x="1" y="7"/>
                    </a:lnTo>
                    <a:lnTo>
                      <a:pt x="206" y="7"/>
                    </a:lnTo>
                    <a:lnTo>
                      <a:pt x="206" y="0"/>
                    </a:lnTo>
                    <a:lnTo>
                      <a:pt x="1" y="0"/>
                    </a:lnTo>
                    <a:lnTo>
                      <a:pt x="0" y="0"/>
                    </a:lnTo>
                    <a:lnTo>
                      <a:pt x="0" y="7"/>
                    </a:lnTo>
                    <a:lnTo>
                      <a:pt x="1" y="7"/>
                    </a:lnTo>
                    <a:lnTo>
                      <a:pt x="0" y="0"/>
                    </a:lnTo>
                    <a:close/>
                  </a:path>
                </a:pathLst>
              </a:custGeom>
              <a:solidFill>
                <a:srgbClr val="000000"/>
              </a:solidFill>
              <a:ln>
                <a:noFill/>
                <a:round/>
              </a:ln>
            </p:spPr>
          </p:sp>
          <p:sp>
            <p:nvSpPr>
              <p:cNvPr id="96006" name=""/>
              <p:cNvSpPr/>
              <p:nvPr/>
            </p:nvSpPr>
            <p:spPr>
              <a:xfrm>
                <a:off x="4735" y="2469"/>
                <a:ext cx="3" cy="6"/>
              </a:xfrm>
              <a:custGeom>
                <a:pathLst>
                  <a:path w="5" h="12">
                    <a:moveTo>
                      <a:pt x="5" y="0"/>
                    </a:moveTo>
                    <a:lnTo>
                      <a:pt x="0" y="0"/>
                    </a:lnTo>
                    <a:lnTo>
                      <a:pt x="0" y="12"/>
                    </a:lnTo>
                    <a:lnTo>
                      <a:pt x="5" y="12"/>
                    </a:lnTo>
                    <a:lnTo>
                      <a:pt x="5" y="0"/>
                    </a:lnTo>
                    <a:lnTo>
                      <a:pt x="5" y="3"/>
                    </a:lnTo>
                    <a:lnTo>
                      <a:pt x="5" y="0"/>
                    </a:lnTo>
                    <a:lnTo>
                      <a:pt x="0" y="0"/>
                    </a:lnTo>
                    <a:lnTo>
                      <a:pt x="5" y="0"/>
                    </a:lnTo>
                    <a:close/>
                  </a:path>
                </a:pathLst>
              </a:custGeom>
              <a:solidFill>
                <a:srgbClr val="000000"/>
              </a:solidFill>
              <a:ln>
                <a:noFill/>
                <a:round/>
              </a:ln>
            </p:spPr>
          </p:sp>
          <p:sp>
            <p:nvSpPr>
              <p:cNvPr id="96007" name=""/>
              <p:cNvSpPr/>
              <p:nvPr/>
            </p:nvSpPr>
            <p:spPr>
              <a:xfrm>
                <a:off x="4737" y="2472"/>
                <a:ext cx="102" cy="35"/>
              </a:xfrm>
              <a:custGeom>
                <a:pathLst>
                  <a:path w="204" h="70">
                    <a:moveTo>
                      <a:pt x="4" y="0"/>
                    </a:moveTo>
                    <a:lnTo>
                      <a:pt x="201" y="0"/>
                    </a:lnTo>
                    <a:lnTo>
                      <a:pt x="203" y="0"/>
                    </a:lnTo>
                    <a:lnTo>
                      <a:pt x="204" y="2"/>
                    </a:lnTo>
                    <a:lnTo>
                      <a:pt x="204" y="4"/>
                    </a:lnTo>
                    <a:lnTo>
                      <a:pt x="204" y="65"/>
                    </a:lnTo>
                    <a:lnTo>
                      <a:pt x="204" y="67"/>
                    </a:lnTo>
                    <a:lnTo>
                      <a:pt x="204" y="68"/>
                    </a:lnTo>
                    <a:lnTo>
                      <a:pt x="203" y="68"/>
                    </a:lnTo>
                    <a:lnTo>
                      <a:pt x="203" y="70"/>
                    </a:lnTo>
                    <a:lnTo>
                      <a:pt x="201" y="70"/>
                    </a:lnTo>
                    <a:lnTo>
                      <a:pt x="4" y="70"/>
                    </a:lnTo>
                    <a:lnTo>
                      <a:pt x="2" y="70"/>
                    </a:lnTo>
                    <a:lnTo>
                      <a:pt x="0" y="70"/>
                    </a:lnTo>
                    <a:lnTo>
                      <a:pt x="0" y="68"/>
                    </a:lnTo>
                    <a:lnTo>
                      <a:pt x="0" y="67"/>
                    </a:lnTo>
                    <a:lnTo>
                      <a:pt x="0" y="65"/>
                    </a:lnTo>
                    <a:lnTo>
                      <a:pt x="0" y="4"/>
                    </a:lnTo>
                    <a:lnTo>
                      <a:pt x="0" y="2"/>
                    </a:lnTo>
                    <a:lnTo>
                      <a:pt x="0" y="0"/>
                    </a:lnTo>
                    <a:lnTo>
                      <a:pt x="4" y="0"/>
                    </a:lnTo>
                    <a:close/>
                  </a:path>
                </a:pathLst>
              </a:custGeom>
              <a:solidFill>
                <a:srgbClr val="C0C080"/>
              </a:solidFill>
              <a:ln>
                <a:noFill/>
                <a:round/>
              </a:ln>
            </p:spPr>
          </p:sp>
          <p:sp>
            <p:nvSpPr>
              <p:cNvPr id="96008" name=""/>
              <p:cNvSpPr/>
              <p:nvPr/>
            </p:nvSpPr>
            <p:spPr>
              <a:xfrm>
                <a:off x="4760" y="2476"/>
                <a:ext cx="42" cy="29"/>
              </a:xfrm>
              <a:custGeom>
                <a:pathLst>
                  <a:path w="84" h="58">
                    <a:moveTo>
                      <a:pt x="5" y="0"/>
                    </a:moveTo>
                    <a:lnTo>
                      <a:pt x="79" y="0"/>
                    </a:lnTo>
                    <a:lnTo>
                      <a:pt x="80" y="0"/>
                    </a:lnTo>
                    <a:lnTo>
                      <a:pt x="82" y="2"/>
                    </a:lnTo>
                    <a:lnTo>
                      <a:pt x="82" y="4"/>
                    </a:lnTo>
                    <a:lnTo>
                      <a:pt x="84" y="5"/>
                    </a:lnTo>
                    <a:lnTo>
                      <a:pt x="84" y="7"/>
                    </a:lnTo>
                    <a:lnTo>
                      <a:pt x="84" y="52"/>
                    </a:lnTo>
                    <a:lnTo>
                      <a:pt x="82" y="54"/>
                    </a:lnTo>
                    <a:lnTo>
                      <a:pt x="82" y="56"/>
                    </a:lnTo>
                    <a:lnTo>
                      <a:pt x="82" y="58"/>
                    </a:lnTo>
                    <a:lnTo>
                      <a:pt x="80" y="58"/>
                    </a:lnTo>
                    <a:lnTo>
                      <a:pt x="79" y="58"/>
                    </a:lnTo>
                    <a:lnTo>
                      <a:pt x="5" y="58"/>
                    </a:lnTo>
                    <a:lnTo>
                      <a:pt x="3" y="58"/>
                    </a:lnTo>
                    <a:lnTo>
                      <a:pt x="2" y="56"/>
                    </a:lnTo>
                    <a:lnTo>
                      <a:pt x="0" y="54"/>
                    </a:lnTo>
                    <a:lnTo>
                      <a:pt x="0" y="52"/>
                    </a:lnTo>
                    <a:lnTo>
                      <a:pt x="0" y="7"/>
                    </a:lnTo>
                    <a:lnTo>
                      <a:pt x="0" y="5"/>
                    </a:lnTo>
                    <a:lnTo>
                      <a:pt x="2" y="4"/>
                    </a:lnTo>
                    <a:lnTo>
                      <a:pt x="2" y="2"/>
                    </a:lnTo>
                    <a:lnTo>
                      <a:pt x="3" y="0"/>
                    </a:lnTo>
                    <a:lnTo>
                      <a:pt x="5" y="0"/>
                    </a:lnTo>
                    <a:close/>
                  </a:path>
                </a:pathLst>
              </a:custGeom>
              <a:solidFill>
                <a:srgbClr val="00DFCA"/>
              </a:solidFill>
              <a:ln>
                <a:noFill/>
                <a:round/>
              </a:ln>
            </p:spPr>
          </p:sp>
          <p:sp>
            <p:nvSpPr>
              <p:cNvPr id="96009" name=""/>
              <p:cNvSpPr/>
              <p:nvPr/>
            </p:nvSpPr>
            <p:spPr>
              <a:xfrm>
                <a:off x="4766" y="2477"/>
                <a:ext cx="71" cy="23"/>
              </a:xfrm>
              <a:custGeom>
                <a:pathLst>
                  <a:path w="141" h="47">
                    <a:moveTo>
                      <a:pt x="0" y="0"/>
                    </a:moveTo>
                    <a:lnTo>
                      <a:pt x="141" y="0"/>
                    </a:lnTo>
                    <a:lnTo>
                      <a:pt x="141" y="32"/>
                    </a:lnTo>
                    <a:lnTo>
                      <a:pt x="19" y="32"/>
                    </a:lnTo>
                    <a:lnTo>
                      <a:pt x="19" y="47"/>
                    </a:lnTo>
                    <a:lnTo>
                      <a:pt x="0" y="47"/>
                    </a:lnTo>
                    <a:lnTo>
                      <a:pt x="0" y="0"/>
                    </a:lnTo>
                    <a:close/>
                  </a:path>
                </a:pathLst>
              </a:custGeom>
              <a:solidFill>
                <a:srgbClr val="404010"/>
              </a:solidFill>
              <a:ln>
                <a:noFill/>
                <a:round/>
              </a:ln>
            </p:spPr>
          </p:sp>
          <p:sp>
            <p:nvSpPr>
              <p:cNvPr id="96010" name=""/>
              <p:cNvSpPr/>
              <p:nvPr/>
            </p:nvSpPr>
            <p:spPr>
              <a:xfrm>
                <a:off x="4737" y="2464"/>
                <a:ext cx="102" cy="8"/>
              </a:xfrm>
              <a:prstGeom prst="rect">
                <a:avLst/>
              </a:prstGeom>
              <a:solidFill>
                <a:srgbClr val="C0C080"/>
              </a:solidFill>
              <a:ln>
                <a:noFill/>
                <a:miter lim="800000"/>
              </a:ln>
            </p:spPr>
          </p:sp>
          <p:sp>
            <p:nvSpPr>
              <p:cNvPr id="96011" name=""/>
              <p:cNvSpPr/>
              <p:nvPr/>
            </p:nvSpPr>
            <p:spPr>
              <a:xfrm>
                <a:off x="4734" y="2398"/>
                <a:ext cx="109" cy="7"/>
              </a:xfrm>
              <a:custGeom>
                <a:pathLst>
                  <a:path w="219" h="15">
                    <a:moveTo>
                      <a:pt x="4" y="0"/>
                    </a:moveTo>
                    <a:lnTo>
                      <a:pt x="215" y="0"/>
                    </a:lnTo>
                    <a:lnTo>
                      <a:pt x="217" y="0"/>
                    </a:lnTo>
                    <a:lnTo>
                      <a:pt x="219" y="6"/>
                    </a:lnTo>
                    <a:lnTo>
                      <a:pt x="219" y="11"/>
                    </a:lnTo>
                    <a:lnTo>
                      <a:pt x="215" y="15"/>
                    </a:lnTo>
                    <a:lnTo>
                      <a:pt x="4" y="15"/>
                    </a:lnTo>
                    <a:lnTo>
                      <a:pt x="2" y="11"/>
                    </a:lnTo>
                    <a:lnTo>
                      <a:pt x="0" y="9"/>
                    </a:lnTo>
                    <a:lnTo>
                      <a:pt x="0" y="4"/>
                    </a:lnTo>
                    <a:lnTo>
                      <a:pt x="4" y="0"/>
                    </a:lnTo>
                    <a:close/>
                  </a:path>
                </a:pathLst>
              </a:custGeom>
              <a:solidFill>
                <a:srgbClr val="E0D0A0"/>
              </a:solidFill>
              <a:ln>
                <a:noFill/>
                <a:round/>
              </a:ln>
            </p:spPr>
          </p:sp>
          <p:sp>
            <p:nvSpPr>
              <p:cNvPr id="96012" name=""/>
              <p:cNvSpPr/>
              <p:nvPr/>
            </p:nvSpPr>
            <p:spPr>
              <a:xfrm>
                <a:off x="4741" y="2421"/>
                <a:ext cx="21" cy="5"/>
              </a:xfrm>
              <a:custGeom>
                <a:pathLst>
                  <a:path w="43" h="9">
                    <a:moveTo>
                      <a:pt x="2" y="0"/>
                    </a:moveTo>
                    <a:lnTo>
                      <a:pt x="43" y="0"/>
                    </a:lnTo>
                    <a:lnTo>
                      <a:pt x="43" y="4"/>
                    </a:lnTo>
                    <a:lnTo>
                      <a:pt x="43" y="9"/>
                    </a:lnTo>
                    <a:lnTo>
                      <a:pt x="2" y="9"/>
                    </a:lnTo>
                    <a:lnTo>
                      <a:pt x="0" y="6"/>
                    </a:lnTo>
                    <a:lnTo>
                      <a:pt x="0" y="0"/>
                    </a:lnTo>
                    <a:lnTo>
                      <a:pt x="2" y="0"/>
                    </a:lnTo>
                    <a:close/>
                  </a:path>
                </a:pathLst>
              </a:custGeom>
              <a:solidFill>
                <a:srgbClr val="E0E0B0"/>
              </a:solidFill>
              <a:ln>
                <a:noFill/>
                <a:round/>
              </a:ln>
            </p:spPr>
          </p:sp>
          <p:sp>
            <p:nvSpPr>
              <p:cNvPr id="96013" name=""/>
              <p:cNvSpPr/>
              <p:nvPr/>
            </p:nvSpPr>
            <p:spPr>
              <a:xfrm>
                <a:off x="4760" y="2422"/>
                <a:ext cx="43" cy="4"/>
              </a:xfrm>
              <a:custGeom>
                <a:pathLst>
                  <a:path w="86" h="7">
                    <a:moveTo>
                      <a:pt x="0" y="0"/>
                    </a:moveTo>
                    <a:lnTo>
                      <a:pt x="86" y="0"/>
                    </a:lnTo>
                    <a:lnTo>
                      <a:pt x="0" y="7"/>
                    </a:lnTo>
                    <a:lnTo>
                      <a:pt x="0" y="0"/>
                    </a:lnTo>
                    <a:close/>
                  </a:path>
                </a:pathLst>
              </a:custGeom>
              <a:solidFill>
                <a:srgbClr val="E0E0B0"/>
              </a:solidFill>
              <a:ln>
                <a:noFill/>
                <a:round/>
              </a:ln>
            </p:spPr>
          </p:sp>
          <p:sp>
            <p:nvSpPr>
              <p:cNvPr id="96014" name=""/>
              <p:cNvSpPr/>
              <p:nvPr/>
            </p:nvSpPr>
            <p:spPr>
              <a:xfrm>
                <a:off x="4802" y="2421"/>
                <a:ext cx="35" cy="5"/>
              </a:xfrm>
              <a:custGeom>
                <a:pathLst>
                  <a:path w="68" h="9">
                    <a:moveTo>
                      <a:pt x="2" y="0"/>
                    </a:moveTo>
                    <a:lnTo>
                      <a:pt x="66" y="0"/>
                    </a:lnTo>
                    <a:lnTo>
                      <a:pt x="68" y="4"/>
                    </a:lnTo>
                    <a:lnTo>
                      <a:pt x="66" y="9"/>
                    </a:lnTo>
                    <a:lnTo>
                      <a:pt x="2" y="9"/>
                    </a:lnTo>
                    <a:lnTo>
                      <a:pt x="0" y="4"/>
                    </a:lnTo>
                    <a:lnTo>
                      <a:pt x="2" y="0"/>
                    </a:lnTo>
                    <a:close/>
                  </a:path>
                </a:pathLst>
              </a:custGeom>
              <a:solidFill>
                <a:srgbClr val="E0E0B0"/>
              </a:solidFill>
              <a:ln>
                <a:noFill/>
                <a:round/>
              </a:ln>
            </p:spPr>
          </p:sp>
          <p:sp>
            <p:nvSpPr>
              <p:cNvPr id="96015" name=""/>
              <p:cNvSpPr/>
              <p:nvPr/>
            </p:nvSpPr>
            <p:spPr>
              <a:xfrm>
                <a:off x="4762" y="2424"/>
                <a:ext cx="41" cy="8"/>
              </a:xfrm>
              <a:custGeom>
                <a:pathLst>
                  <a:path w="83" h="16">
                    <a:moveTo>
                      <a:pt x="0" y="0"/>
                    </a:moveTo>
                    <a:lnTo>
                      <a:pt x="81" y="0"/>
                    </a:lnTo>
                    <a:lnTo>
                      <a:pt x="83" y="1"/>
                    </a:lnTo>
                    <a:lnTo>
                      <a:pt x="83" y="14"/>
                    </a:lnTo>
                    <a:lnTo>
                      <a:pt x="81" y="16"/>
                    </a:lnTo>
                    <a:lnTo>
                      <a:pt x="0" y="16"/>
                    </a:lnTo>
                    <a:lnTo>
                      <a:pt x="0" y="14"/>
                    </a:lnTo>
                    <a:lnTo>
                      <a:pt x="0" y="1"/>
                    </a:lnTo>
                    <a:lnTo>
                      <a:pt x="0" y="0"/>
                    </a:lnTo>
                    <a:close/>
                  </a:path>
                </a:pathLst>
              </a:custGeom>
              <a:solidFill>
                <a:srgbClr val="00DFCA"/>
              </a:solidFill>
              <a:ln>
                <a:noFill/>
                <a:round/>
              </a:ln>
            </p:spPr>
          </p:sp>
          <p:sp>
            <p:nvSpPr>
              <p:cNvPr id="96016" name=""/>
              <p:cNvSpPr/>
              <p:nvPr/>
            </p:nvSpPr>
            <p:spPr>
              <a:xfrm>
                <a:off x="4816" y="2411"/>
                <a:ext cx="12" cy="3"/>
              </a:xfrm>
              <a:prstGeom prst="rect">
                <a:avLst/>
              </a:prstGeom>
              <a:solidFill>
                <a:srgbClr val="F0E0C0"/>
              </a:solidFill>
              <a:ln>
                <a:noFill/>
                <a:miter lim="800000"/>
              </a:ln>
            </p:spPr>
          </p:sp>
          <p:sp>
            <p:nvSpPr>
              <p:cNvPr id="96017" name=""/>
              <p:cNvSpPr/>
              <p:nvPr/>
            </p:nvSpPr>
            <p:spPr>
              <a:xfrm>
                <a:off x="4809" y="2411"/>
                <a:ext cx="19" cy="12"/>
              </a:xfrm>
              <a:custGeom>
                <a:pathLst>
                  <a:path w="37" h="24">
                    <a:moveTo>
                      <a:pt x="10" y="0"/>
                    </a:moveTo>
                    <a:lnTo>
                      <a:pt x="0" y="20"/>
                    </a:lnTo>
                    <a:lnTo>
                      <a:pt x="0" y="24"/>
                    </a:lnTo>
                    <a:lnTo>
                      <a:pt x="30" y="24"/>
                    </a:lnTo>
                    <a:lnTo>
                      <a:pt x="37" y="11"/>
                    </a:lnTo>
                    <a:lnTo>
                      <a:pt x="12" y="11"/>
                    </a:lnTo>
                    <a:lnTo>
                      <a:pt x="10" y="0"/>
                    </a:lnTo>
                    <a:close/>
                  </a:path>
                </a:pathLst>
              </a:custGeom>
              <a:solidFill>
                <a:srgbClr val="808060"/>
              </a:solidFill>
              <a:ln>
                <a:noFill/>
                <a:round/>
              </a:ln>
            </p:spPr>
          </p:sp>
          <p:sp>
            <p:nvSpPr>
              <p:cNvPr id="96018" name=""/>
              <p:cNvSpPr/>
              <p:nvPr/>
            </p:nvSpPr>
            <p:spPr>
              <a:xfrm>
                <a:off x="4763" y="2425"/>
                <a:ext cx="6" cy="6"/>
              </a:xfrm>
              <a:custGeom>
                <a:pathLst>
                  <a:path w="13" h="13">
                    <a:moveTo>
                      <a:pt x="2" y="0"/>
                    </a:moveTo>
                    <a:lnTo>
                      <a:pt x="11" y="0"/>
                    </a:lnTo>
                    <a:lnTo>
                      <a:pt x="13" y="0"/>
                    </a:lnTo>
                    <a:lnTo>
                      <a:pt x="13" y="4"/>
                    </a:lnTo>
                    <a:lnTo>
                      <a:pt x="13" y="9"/>
                    </a:lnTo>
                    <a:lnTo>
                      <a:pt x="13" y="13"/>
                    </a:lnTo>
                    <a:lnTo>
                      <a:pt x="2" y="13"/>
                    </a:lnTo>
                    <a:lnTo>
                      <a:pt x="0" y="9"/>
                    </a:lnTo>
                    <a:lnTo>
                      <a:pt x="0" y="4"/>
                    </a:lnTo>
                    <a:lnTo>
                      <a:pt x="0" y="0"/>
                    </a:lnTo>
                    <a:lnTo>
                      <a:pt x="2" y="0"/>
                    </a:lnTo>
                    <a:close/>
                  </a:path>
                </a:pathLst>
              </a:custGeom>
              <a:solidFill>
                <a:srgbClr val="A0A070"/>
              </a:solidFill>
              <a:ln>
                <a:noFill/>
                <a:round/>
              </a:ln>
            </p:spPr>
          </p:sp>
          <p:sp>
            <p:nvSpPr>
              <p:cNvPr id="96019" name=""/>
              <p:cNvSpPr/>
              <p:nvPr/>
            </p:nvSpPr>
            <p:spPr>
              <a:xfrm>
                <a:off x="4763" y="2425"/>
                <a:ext cx="6" cy="5"/>
              </a:xfrm>
              <a:custGeom>
                <a:pathLst>
                  <a:path w="13" h="11">
                    <a:moveTo>
                      <a:pt x="6" y="0"/>
                    </a:moveTo>
                    <a:lnTo>
                      <a:pt x="11" y="0"/>
                    </a:lnTo>
                    <a:lnTo>
                      <a:pt x="13" y="0"/>
                    </a:lnTo>
                    <a:lnTo>
                      <a:pt x="13" y="6"/>
                    </a:lnTo>
                    <a:lnTo>
                      <a:pt x="13" y="11"/>
                    </a:lnTo>
                    <a:lnTo>
                      <a:pt x="6" y="11"/>
                    </a:lnTo>
                    <a:lnTo>
                      <a:pt x="2" y="11"/>
                    </a:lnTo>
                    <a:lnTo>
                      <a:pt x="0" y="11"/>
                    </a:lnTo>
                    <a:lnTo>
                      <a:pt x="0" y="6"/>
                    </a:lnTo>
                    <a:lnTo>
                      <a:pt x="2" y="6"/>
                    </a:lnTo>
                    <a:lnTo>
                      <a:pt x="2" y="0"/>
                    </a:lnTo>
                    <a:lnTo>
                      <a:pt x="6" y="0"/>
                    </a:lnTo>
                    <a:close/>
                  </a:path>
                </a:pathLst>
              </a:custGeom>
              <a:solidFill>
                <a:srgbClr val="A0FF00"/>
              </a:solidFill>
              <a:ln>
                <a:noFill/>
                <a:round/>
              </a:ln>
            </p:spPr>
          </p:sp>
          <p:sp>
            <p:nvSpPr>
              <p:cNvPr id="96020" name=""/>
              <p:cNvSpPr/>
              <p:nvPr/>
            </p:nvSpPr>
            <p:spPr>
              <a:xfrm>
                <a:off x="4766" y="2425"/>
                <a:ext cx="2" cy="4"/>
              </a:xfrm>
              <a:custGeom>
                <a:pathLst>
                  <a:path w="3" h="9">
                    <a:moveTo>
                      <a:pt x="3" y="0"/>
                    </a:moveTo>
                    <a:lnTo>
                      <a:pt x="3" y="9"/>
                    </a:lnTo>
                    <a:lnTo>
                      <a:pt x="0" y="9"/>
                    </a:lnTo>
                    <a:lnTo>
                      <a:pt x="3" y="0"/>
                    </a:lnTo>
                    <a:close/>
                  </a:path>
                </a:pathLst>
              </a:custGeom>
              <a:solidFill>
                <a:srgbClr val="FFFFFF"/>
              </a:solidFill>
              <a:ln>
                <a:noFill/>
                <a:round/>
              </a:ln>
            </p:spPr>
          </p:sp>
          <p:sp>
            <p:nvSpPr>
              <p:cNvPr id="96021" name=""/>
              <p:cNvSpPr/>
              <p:nvPr/>
            </p:nvSpPr>
            <p:spPr>
              <a:xfrm>
                <a:off x="4748" y="2400"/>
                <a:ext cx="7" cy="5"/>
              </a:xfrm>
              <a:custGeom>
                <a:pathLst>
                  <a:path w="14" h="9">
                    <a:moveTo>
                      <a:pt x="3" y="0"/>
                    </a:moveTo>
                    <a:lnTo>
                      <a:pt x="10" y="0"/>
                    </a:lnTo>
                    <a:lnTo>
                      <a:pt x="14" y="0"/>
                    </a:lnTo>
                    <a:lnTo>
                      <a:pt x="14" y="3"/>
                    </a:lnTo>
                    <a:lnTo>
                      <a:pt x="14" y="5"/>
                    </a:lnTo>
                    <a:lnTo>
                      <a:pt x="10" y="9"/>
                    </a:lnTo>
                    <a:lnTo>
                      <a:pt x="3" y="9"/>
                    </a:lnTo>
                    <a:lnTo>
                      <a:pt x="0" y="5"/>
                    </a:lnTo>
                    <a:lnTo>
                      <a:pt x="0" y="3"/>
                    </a:lnTo>
                    <a:lnTo>
                      <a:pt x="0" y="0"/>
                    </a:lnTo>
                    <a:lnTo>
                      <a:pt x="3" y="0"/>
                    </a:lnTo>
                    <a:close/>
                  </a:path>
                </a:pathLst>
              </a:custGeom>
              <a:solidFill>
                <a:srgbClr val="A0A070"/>
              </a:solidFill>
              <a:ln>
                <a:noFill/>
                <a:round/>
              </a:ln>
            </p:spPr>
          </p:sp>
          <p:sp>
            <p:nvSpPr>
              <p:cNvPr id="96022" name=""/>
              <p:cNvSpPr/>
              <p:nvPr/>
            </p:nvSpPr>
            <p:spPr>
              <a:xfrm>
                <a:off x="4748" y="2400"/>
                <a:ext cx="7" cy="5"/>
              </a:xfrm>
              <a:custGeom>
                <a:pathLst>
                  <a:path w="14" h="9">
                    <a:moveTo>
                      <a:pt x="3" y="0"/>
                    </a:moveTo>
                    <a:lnTo>
                      <a:pt x="10" y="0"/>
                    </a:lnTo>
                    <a:lnTo>
                      <a:pt x="14" y="3"/>
                    </a:lnTo>
                    <a:lnTo>
                      <a:pt x="14" y="5"/>
                    </a:lnTo>
                    <a:lnTo>
                      <a:pt x="10" y="5"/>
                    </a:lnTo>
                    <a:lnTo>
                      <a:pt x="10" y="9"/>
                    </a:lnTo>
                    <a:lnTo>
                      <a:pt x="3" y="9"/>
                    </a:lnTo>
                    <a:lnTo>
                      <a:pt x="3" y="5"/>
                    </a:lnTo>
                    <a:lnTo>
                      <a:pt x="0" y="5"/>
                    </a:lnTo>
                    <a:lnTo>
                      <a:pt x="0" y="3"/>
                    </a:lnTo>
                    <a:lnTo>
                      <a:pt x="3" y="3"/>
                    </a:lnTo>
                    <a:lnTo>
                      <a:pt x="3" y="0"/>
                    </a:lnTo>
                    <a:close/>
                  </a:path>
                </a:pathLst>
              </a:custGeom>
              <a:solidFill>
                <a:srgbClr val="A0FF00"/>
              </a:solidFill>
              <a:ln>
                <a:noFill/>
                <a:round/>
              </a:ln>
            </p:spPr>
          </p:sp>
          <p:sp>
            <p:nvSpPr>
              <p:cNvPr id="96023" name=""/>
              <p:cNvSpPr/>
              <p:nvPr/>
            </p:nvSpPr>
            <p:spPr>
              <a:xfrm>
                <a:off x="4814" y="2400"/>
                <a:ext cx="7" cy="5"/>
              </a:xfrm>
              <a:custGeom>
                <a:pathLst>
                  <a:path w="15" h="9">
                    <a:moveTo>
                      <a:pt x="2" y="0"/>
                    </a:moveTo>
                    <a:lnTo>
                      <a:pt x="9" y="0"/>
                    </a:lnTo>
                    <a:lnTo>
                      <a:pt x="13" y="0"/>
                    </a:lnTo>
                    <a:lnTo>
                      <a:pt x="15" y="3"/>
                    </a:lnTo>
                    <a:lnTo>
                      <a:pt x="13" y="5"/>
                    </a:lnTo>
                    <a:lnTo>
                      <a:pt x="13" y="9"/>
                    </a:lnTo>
                    <a:lnTo>
                      <a:pt x="2" y="9"/>
                    </a:lnTo>
                    <a:lnTo>
                      <a:pt x="2" y="5"/>
                    </a:lnTo>
                    <a:lnTo>
                      <a:pt x="0" y="5"/>
                    </a:lnTo>
                    <a:lnTo>
                      <a:pt x="0" y="3"/>
                    </a:lnTo>
                    <a:lnTo>
                      <a:pt x="2" y="0"/>
                    </a:lnTo>
                    <a:close/>
                  </a:path>
                </a:pathLst>
              </a:custGeom>
              <a:solidFill>
                <a:srgbClr val="A0A070"/>
              </a:solidFill>
              <a:ln>
                <a:noFill/>
                <a:round/>
              </a:ln>
            </p:spPr>
          </p:sp>
          <p:sp>
            <p:nvSpPr>
              <p:cNvPr id="96024" name=""/>
              <p:cNvSpPr/>
              <p:nvPr/>
            </p:nvSpPr>
            <p:spPr>
              <a:xfrm>
                <a:off x="4814" y="2400"/>
                <a:ext cx="6" cy="5"/>
              </a:xfrm>
              <a:custGeom>
                <a:pathLst>
                  <a:path w="13" h="9">
                    <a:moveTo>
                      <a:pt x="0" y="0"/>
                    </a:moveTo>
                    <a:lnTo>
                      <a:pt x="9" y="0"/>
                    </a:lnTo>
                    <a:lnTo>
                      <a:pt x="13" y="0"/>
                    </a:lnTo>
                    <a:lnTo>
                      <a:pt x="13" y="5"/>
                    </a:lnTo>
                    <a:lnTo>
                      <a:pt x="13" y="9"/>
                    </a:lnTo>
                    <a:lnTo>
                      <a:pt x="9" y="9"/>
                    </a:lnTo>
                    <a:lnTo>
                      <a:pt x="0" y="9"/>
                    </a:lnTo>
                    <a:lnTo>
                      <a:pt x="0" y="5"/>
                    </a:lnTo>
                    <a:lnTo>
                      <a:pt x="0" y="0"/>
                    </a:lnTo>
                    <a:close/>
                  </a:path>
                </a:pathLst>
              </a:custGeom>
              <a:solidFill>
                <a:srgbClr val="A0FF00"/>
              </a:solidFill>
              <a:ln>
                <a:noFill/>
                <a:round/>
              </a:ln>
            </p:spPr>
          </p:sp>
          <p:sp>
            <p:nvSpPr>
              <p:cNvPr id="96025" name=""/>
              <p:cNvSpPr/>
              <p:nvPr/>
            </p:nvSpPr>
            <p:spPr>
              <a:xfrm>
                <a:off x="4814" y="2400"/>
                <a:ext cx="3" cy="3"/>
              </a:xfrm>
              <a:prstGeom prst="rect">
                <a:avLst/>
              </a:prstGeom>
              <a:solidFill>
                <a:srgbClr val="FFFFFF"/>
              </a:solidFill>
              <a:ln>
                <a:noFill/>
                <a:miter lim="800000"/>
              </a:ln>
            </p:spPr>
          </p:sp>
          <p:sp>
            <p:nvSpPr>
              <p:cNvPr id="96026" name=""/>
              <p:cNvSpPr/>
              <p:nvPr/>
            </p:nvSpPr>
            <p:spPr>
              <a:xfrm>
                <a:off x="4763" y="2454"/>
                <a:ext cx="6" cy="6"/>
              </a:xfrm>
              <a:custGeom>
                <a:pathLst>
                  <a:path w="13" h="13">
                    <a:moveTo>
                      <a:pt x="2" y="0"/>
                    </a:moveTo>
                    <a:lnTo>
                      <a:pt x="11" y="0"/>
                    </a:lnTo>
                    <a:lnTo>
                      <a:pt x="13" y="4"/>
                    </a:lnTo>
                    <a:lnTo>
                      <a:pt x="13" y="7"/>
                    </a:lnTo>
                    <a:lnTo>
                      <a:pt x="13" y="9"/>
                    </a:lnTo>
                    <a:lnTo>
                      <a:pt x="13" y="13"/>
                    </a:lnTo>
                    <a:lnTo>
                      <a:pt x="2" y="13"/>
                    </a:lnTo>
                    <a:lnTo>
                      <a:pt x="2" y="9"/>
                    </a:lnTo>
                    <a:lnTo>
                      <a:pt x="0" y="9"/>
                    </a:lnTo>
                    <a:lnTo>
                      <a:pt x="0" y="7"/>
                    </a:lnTo>
                    <a:lnTo>
                      <a:pt x="0" y="4"/>
                    </a:lnTo>
                    <a:lnTo>
                      <a:pt x="2" y="4"/>
                    </a:lnTo>
                    <a:lnTo>
                      <a:pt x="2" y="0"/>
                    </a:lnTo>
                    <a:close/>
                  </a:path>
                </a:pathLst>
              </a:custGeom>
              <a:solidFill>
                <a:srgbClr val="A0A070"/>
              </a:solidFill>
              <a:ln>
                <a:noFill/>
                <a:round/>
              </a:ln>
            </p:spPr>
          </p:sp>
          <p:sp>
            <p:nvSpPr>
              <p:cNvPr id="96027" name=""/>
              <p:cNvSpPr/>
              <p:nvPr/>
            </p:nvSpPr>
            <p:spPr>
              <a:xfrm>
                <a:off x="4763" y="2454"/>
                <a:ext cx="6" cy="5"/>
              </a:xfrm>
              <a:custGeom>
                <a:pathLst>
                  <a:path w="13" h="9">
                    <a:moveTo>
                      <a:pt x="6" y="0"/>
                    </a:moveTo>
                    <a:lnTo>
                      <a:pt x="11" y="0"/>
                    </a:lnTo>
                    <a:lnTo>
                      <a:pt x="13" y="0"/>
                    </a:lnTo>
                    <a:lnTo>
                      <a:pt x="13" y="5"/>
                    </a:lnTo>
                    <a:lnTo>
                      <a:pt x="13" y="9"/>
                    </a:lnTo>
                    <a:lnTo>
                      <a:pt x="6" y="9"/>
                    </a:lnTo>
                    <a:lnTo>
                      <a:pt x="2" y="9"/>
                    </a:lnTo>
                    <a:lnTo>
                      <a:pt x="0" y="9"/>
                    </a:lnTo>
                    <a:lnTo>
                      <a:pt x="0" y="5"/>
                    </a:lnTo>
                    <a:lnTo>
                      <a:pt x="2" y="0"/>
                    </a:lnTo>
                    <a:lnTo>
                      <a:pt x="6" y="0"/>
                    </a:lnTo>
                    <a:close/>
                  </a:path>
                </a:pathLst>
              </a:custGeom>
              <a:solidFill>
                <a:srgbClr val="A0FF00"/>
              </a:solidFill>
              <a:ln>
                <a:noFill/>
                <a:round/>
              </a:ln>
            </p:spPr>
          </p:sp>
          <p:sp>
            <p:nvSpPr>
              <p:cNvPr id="96028" name=""/>
              <p:cNvSpPr/>
              <p:nvPr/>
            </p:nvSpPr>
            <p:spPr>
              <a:xfrm>
                <a:off x="4766" y="2454"/>
                <a:ext cx="2" cy="4"/>
              </a:xfrm>
              <a:custGeom>
                <a:pathLst>
                  <a:path w="3" h="7">
                    <a:moveTo>
                      <a:pt x="3" y="0"/>
                    </a:moveTo>
                    <a:lnTo>
                      <a:pt x="3" y="7"/>
                    </a:lnTo>
                    <a:lnTo>
                      <a:pt x="0" y="7"/>
                    </a:lnTo>
                    <a:lnTo>
                      <a:pt x="3" y="0"/>
                    </a:lnTo>
                    <a:close/>
                  </a:path>
                </a:pathLst>
              </a:custGeom>
              <a:solidFill>
                <a:srgbClr val="FFFFFF"/>
              </a:solidFill>
              <a:ln>
                <a:noFill/>
                <a:round/>
              </a:ln>
            </p:spPr>
          </p:sp>
          <p:sp>
            <p:nvSpPr>
              <p:cNvPr id="96029" name=""/>
              <p:cNvSpPr/>
              <p:nvPr/>
            </p:nvSpPr>
            <p:spPr>
              <a:xfrm>
                <a:off x="4742" y="2499"/>
                <a:ext cx="7" cy="5"/>
              </a:xfrm>
              <a:custGeom>
                <a:pathLst>
                  <a:path w="15" h="11">
                    <a:moveTo>
                      <a:pt x="6" y="0"/>
                    </a:moveTo>
                    <a:lnTo>
                      <a:pt x="13" y="0"/>
                    </a:lnTo>
                    <a:lnTo>
                      <a:pt x="13" y="4"/>
                    </a:lnTo>
                    <a:lnTo>
                      <a:pt x="15" y="4"/>
                    </a:lnTo>
                    <a:lnTo>
                      <a:pt x="15" y="5"/>
                    </a:lnTo>
                    <a:lnTo>
                      <a:pt x="13" y="9"/>
                    </a:lnTo>
                    <a:lnTo>
                      <a:pt x="13" y="11"/>
                    </a:lnTo>
                    <a:lnTo>
                      <a:pt x="6" y="11"/>
                    </a:lnTo>
                    <a:lnTo>
                      <a:pt x="2" y="11"/>
                    </a:lnTo>
                    <a:lnTo>
                      <a:pt x="2" y="9"/>
                    </a:lnTo>
                    <a:lnTo>
                      <a:pt x="0" y="9"/>
                    </a:lnTo>
                    <a:lnTo>
                      <a:pt x="0" y="5"/>
                    </a:lnTo>
                    <a:lnTo>
                      <a:pt x="2" y="4"/>
                    </a:lnTo>
                    <a:lnTo>
                      <a:pt x="2" y="0"/>
                    </a:lnTo>
                    <a:lnTo>
                      <a:pt x="6" y="0"/>
                    </a:lnTo>
                    <a:close/>
                  </a:path>
                </a:pathLst>
              </a:custGeom>
              <a:solidFill>
                <a:srgbClr val="A0A070"/>
              </a:solidFill>
              <a:ln>
                <a:noFill/>
                <a:round/>
              </a:ln>
            </p:spPr>
          </p:sp>
          <p:sp>
            <p:nvSpPr>
              <p:cNvPr id="96030" name=""/>
              <p:cNvSpPr/>
              <p:nvPr/>
            </p:nvSpPr>
            <p:spPr>
              <a:xfrm>
                <a:off x="4744" y="2499"/>
                <a:ext cx="5" cy="4"/>
              </a:xfrm>
              <a:custGeom>
                <a:pathLst>
                  <a:path w="9" h="7">
                    <a:moveTo>
                      <a:pt x="0" y="0"/>
                    </a:moveTo>
                    <a:lnTo>
                      <a:pt x="0" y="7"/>
                    </a:lnTo>
                    <a:lnTo>
                      <a:pt x="9" y="7"/>
                    </a:lnTo>
                    <a:lnTo>
                      <a:pt x="0" y="0"/>
                    </a:lnTo>
                    <a:close/>
                  </a:path>
                </a:pathLst>
              </a:custGeom>
              <a:solidFill>
                <a:srgbClr val="A0FF00"/>
              </a:solidFill>
              <a:ln>
                <a:noFill/>
                <a:round/>
              </a:ln>
            </p:spPr>
          </p:sp>
          <p:sp>
            <p:nvSpPr>
              <p:cNvPr id="96031" name=""/>
              <p:cNvSpPr/>
              <p:nvPr/>
            </p:nvSpPr>
            <p:spPr>
              <a:xfrm>
                <a:off x="4744" y="2499"/>
                <a:ext cx="5" cy="4"/>
              </a:xfrm>
              <a:custGeom>
                <a:pathLst>
                  <a:path w="9" h="7">
                    <a:moveTo>
                      <a:pt x="0" y="0"/>
                    </a:moveTo>
                    <a:lnTo>
                      <a:pt x="0" y="7"/>
                    </a:lnTo>
                    <a:lnTo>
                      <a:pt x="9" y="7"/>
                    </a:lnTo>
                    <a:lnTo>
                      <a:pt x="0" y="0"/>
                    </a:lnTo>
                    <a:close/>
                  </a:path>
                </a:pathLst>
              </a:custGeom>
              <a:solidFill>
                <a:srgbClr val="A0FF00"/>
              </a:solidFill>
              <a:ln>
                <a:noFill/>
                <a:round/>
              </a:ln>
            </p:spPr>
          </p:sp>
          <p:sp>
            <p:nvSpPr>
              <p:cNvPr id="96032" name=""/>
              <p:cNvSpPr/>
              <p:nvPr/>
            </p:nvSpPr>
            <p:spPr>
              <a:xfrm>
                <a:off x="4744" y="2499"/>
                <a:ext cx="5" cy="2"/>
              </a:xfrm>
              <a:custGeom>
                <a:pathLst>
                  <a:path w="9" h="5">
                    <a:moveTo>
                      <a:pt x="0" y="0"/>
                    </a:moveTo>
                    <a:lnTo>
                      <a:pt x="0" y="5"/>
                    </a:lnTo>
                    <a:lnTo>
                      <a:pt x="9" y="5"/>
                    </a:lnTo>
                    <a:lnTo>
                      <a:pt x="0" y="0"/>
                    </a:lnTo>
                    <a:close/>
                  </a:path>
                </a:pathLst>
              </a:custGeom>
              <a:solidFill>
                <a:srgbClr val="A0FF00"/>
              </a:solidFill>
              <a:ln>
                <a:noFill/>
                <a:round/>
              </a:ln>
            </p:spPr>
          </p:sp>
          <p:sp>
            <p:nvSpPr>
              <p:cNvPr id="96033" name=""/>
              <p:cNvSpPr/>
              <p:nvPr/>
            </p:nvSpPr>
            <p:spPr>
              <a:xfrm>
                <a:off x="4744" y="2499"/>
                <a:ext cx="4" cy="4"/>
              </a:xfrm>
              <a:custGeom>
                <a:pathLst>
                  <a:path w="7" h="7">
                    <a:moveTo>
                      <a:pt x="0" y="0"/>
                    </a:moveTo>
                    <a:lnTo>
                      <a:pt x="7" y="0"/>
                    </a:lnTo>
                    <a:lnTo>
                      <a:pt x="0" y="7"/>
                    </a:lnTo>
                    <a:lnTo>
                      <a:pt x="0" y="0"/>
                    </a:lnTo>
                    <a:close/>
                  </a:path>
                </a:pathLst>
              </a:custGeom>
              <a:solidFill>
                <a:srgbClr val="FFFFFF"/>
              </a:solidFill>
              <a:ln>
                <a:noFill/>
                <a:round/>
              </a:ln>
            </p:spPr>
          </p:sp>
          <p:sp>
            <p:nvSpPr>
              <p:cNvPr id="96034" name=""/>
              <p:cNvSpPr/>
              <p:nvPr/>
            </p:nvSpPr>
            <p:spPr>
              <a:xfrm>
                <a:off x="4742" y="2417"/>
                <a:ext cx="93" cy="6"/>
              </a:xfrm>
              <a:prstGeom prst="rect">
                <a:avLst/>
              </a:prstGeom>
              <a:solidFill>
                <a:srgbClr val="505020"/>
              </a:solidFill>
              <a:ln>
                <a:noFill/>
                <a:miter lim="800000"/>
              </a:ln>
            </p:spPr>
          </p:sp>
          <p:sp>
            <p:nvSpPr>
              <p:cNvPr id="96035" name=""/>
              <p:cNvSpPr/>
              <p:nvPr/>
            </p:nvSpPr>
            <p:spPr>
              <a:xfrm>
                <a:off x="4762" y="2413"/>
                <a:ext cx="4" cy="8"/>
              </a:xfrm>
              <a:custGeom>
                <a:pathLst>
                  <a:path w="8" h="16">
                    <a:moveTo>
                      <a:pt x="4" y="0"/>
                    </a:moveTo>
                    <a:lnTo>
                      <a:pt x="8" y="2"/>
                    </a:lnTo>
                    <a:lnTo>
                      <a:pt x="8" y="14"/>
                    </a:lnTo>
                    <a:lnTo>
                      <a:pt x="4" y="16"/>
                    </a:lnTo>
                    <a:lnTo>
                      <a:pt x="0" y="2"/>
                    </a:lnTo>
                    <a:lnTo>
                      <a:pt x="4" y="0"/>
                    </a:lnTo>
                    <a:close/>
                  </a:path>
                </a:pathLst>
              </a:custGeom>
              <a:solidFill>
                <a:srgbClr val="E0E0B0"/>
              </a:solidFill>
              <a:ln>
                <a:noFill/>
                <a:round/>
              </a:ln>
            </p:spPr>
          </p:sp>
          <p:sp>
            <p:nvSpPr>
              <p:cNvPr id="96036" name=""/>
              <p:cNvSpPr/>
              <p:nvPr/>
            </p:nvSpPr>
            <p:spPr>
              <a:xfrm>
                <a:off x="4762" y="2422"/>
                <a:ext cx="4" cy="10"/>
              </a:xfrm>
              <a:custGeom>
                <a:pathLst>
                  <a:path w="8" h="20">
                    <a:moveTo>
                      <a:pt x="4" y="0"/>
                    </a:moveTo>
                    <a:lnTo>
                      <a:pt x="8" y="2"/>
                    </a:lnTo>
                    <a:lnTo>
                      <a:pt x="8" y="18"/>
                    </a:lnTo>
                    <a:lnTo>
                      <a:pt x="4" y="20"/>
                    </a:lnTo>
                    <a:lnTo>
                      <a:pt x="0" y="18"/>
                    </a:lnTo>
                    <a:lnTo>
                      <a:pt x="0" y="2"/>
                    </a:lnTo>
                    <a:lnTo>
                      <a:pt x="4" y="0"/>
                    </a:lnTo>
                    <a:close/>
                  </a:path>
                </a:pathLst>
              </a:custGeom>
              <a:solidFill>
                <a:srgbClr val="E0E0B0"/>
              </a:solidFill>
              <a:ln>
                <a:noFill/>
                <a:round/>
              </a:ln>
            </p:spPr>
          </p:sp>
          <p:sp>
            <p:nvSpPr>
              <p:cNvPr id="96037" name=""/>
              <p:cNvSpPr/>
              <p:nvPr/>
            </p:nvSpPr>
            <p:spPr>
              <a:xfrm>
                <a:off x="4766" y="2479"/>
                <a:ext cx="71" cy="14"/>
              </a:xfrm>
              <a:prstGeom prst="rect">
                <a:avLst/>
              </a:prstGeom>
              <a:solidFill>
                <a:srgbClr val="A0A080"/>
              </a:solidFill>
              <a:ln>
                <a:noFill/>
                <a:miter lim="800000"/>
              </a:ln>
            </p:spPr>
          </p:sp>
          <p:sp>
            <p:nvSpPr>
              <p:cNvPr id="96038" name=""/>
              <p:cNvSpPr/>
              <p:nvPr/>
            </p:nvSpPr>
            <p:spPr>
              <a:xfrm>
                <a:off x="4760" y="2500"/>
                <a:ext cx="42" cy="5"/>
              </a:xfrm>
              <a:custGeom>
                <a:pathLst>
                  <a:path w="82" h="9">
                    <a:moveTo>
                      <a:pt x="0" y="0"/>
                    </a:moveTo>
                    <a:lnTo>
                      <a:pt x="80" y="0"/>
                    </a:lnTo>
                    <a:lnTo>
                      <a:pt x="82" y="5"/>
                    </a:lnTo>
                    <a:lnTo>
                      <a:pt x="0" y="9"/>
                    </a:lnTo>
                    <a:lnTo>
                      <a:pt x="0" y="5"/>
                    </a:lnTo>
                    <a:lnTo>
                      <a:pt x="0" y="0"/>
                    </a:lnTo>
                    <a:close/>
                  </a:path>
                </a:pathLst>
              </a:custGeom>
              <a:solidFill>
                <a:srgbClr val="E0E0B0"/>
              </a:solidFill>
              <a:ln>
                <a:noFill/>
                <a:round/>
              </a:ln>
            </p:spPr>
          </p:sp>
          <p:sp>
            <p:nvSpPr>
              <p:cNvPr id="96039" name=""/>
              <p:cNvSpPr/>
              <p:nvPr/>
            </p:nvSpPr>
            <p:spPr>
              <a:xfrm>
                <a:off x="4776" y="2491"/>
                <a:ext cx="26" cy="3"/>
              </a:xfrm>
              <a:prstGeom prst="rect">
                <a:avLst/>
              </a:prstGeom>
              <a:solidFill>
                <a:srgbClr val="E0E0B0"/>
              </a:solidFill>
              <a:ln>
                <a:noFill/>
                <a:miter lim="800000"/>
              </a:ln>
            </p:spPr>
          </p:sp>
          <p:sp>
            <p:nvSpPr>
              <p:cNvPr id="96040" name=""/>
              <p:cNvSpPr/>
              <p:nvPr/>
            </p:nvSpPr>
            <p:spPr>
              <a:xfrm>
                <a:off x="4799" y="2491"/>
                <a:ext cx="39" cy="5"/>
              </a:xfrm>
              <a:custGeom>
                <a:pathLst>
                  <a:path w="79" h="9">
                    <a:moveTo>
                      <a:pt x="3" y="0"/>
                    </a:moveTo>
                    <a:lnTo>
                      <a:pt x="77" y="0"/>
                    </a:lnTo>
                    <a:lnTo>
                      <a:pt x="79" y="3"/>
                    </a:lnTo>
                    <a:lnTo>
                      <a:pt x="77" y="9"/>
                    </a:lnTo>
                    <a:lnTo>
                      <a:pt x="3" y="9"/>
                    </a:lnTo>
                    <a:lnTo>
                      <a:pt x="0" y="3"/>
                    </a:lnTo>
                    <a:lnTo>
                      <a:pt x="3" y="0"/>
                    </a:lnTo>
                    <a:close/>
                  </a:path>
                </a:pathLst>
              </a:custGeom>
              <a:solidFill>
                <a:srgbClr val="E0E0B0"/>
              </a:solidFill>
              <a:ln>
                <a:noFill/>
                <a:round/>
              </a:ln>
            </p:spPr>
          </p:sp>
          <p:sp>
            <p:nvSpPr>
              <p:cNvPr id="96041" name=""/>
              <p:cNvSpPr/>
              <p:nvPr/>
            </p:nvSpPr>
            <p:spPr>
              <a:xfrm>
                <a:off x="4759" y="2443"/>
                <a:ext cx="2" cy="6"/>
              </a:xfrm>
              <a:prstGeom prst="rect">
                <a:avLst/>
              </a:prstGeom>
              <a:solidFill>
                <a:srgbClr val="F0E0C0"/>
              </a:solidFill>
              <a:ln>
                <a:noFill/>
                <a:miter lim="800000"/>
              </a:ln>
            </p:spPr>
          </p:sp>
          <p:sp>
            <p:nvSpPr>
              <p:cNvPr id="96042" name=""/>
              <p:cNvSpPr/>
              <p:nvPr/>
            </p:nvSpPr>
            <p:spPr>
              <a:xfrm>
                <a:off x="4781" y="2442"/>
                <a:ext cx="3" cy="4"/>
              </a:xfrm>
              <a:prstGeom prst="rect">
                <a:avLst/>
              </a:prstGeom>
              <a:solidFill>
                <a:srgbClr val="F0E0C0"/>
              </a:solidFill>
              <a:ln>
                <a:noFill/>
                <a:miter lim="800000"/>
              </a:ln>
            </p:spPr>
          </p:sp>
          <p:sp>
            <p:nvSpPr>
              <p:cNvPr id="96043" name=""/>
              <p:cNvSpPr/>
              <p:nvPr/>
            </p:nvSpPr>
            <p:spPr>
              <a:xfrm>
                <a:off x="4780" y="2446"/>
                <a:ext cx="4" cy="4"/>
              </a:xfrm>
              <a:prstGeom prst="rect">
                <a:avLst/>
              </a:prstGeom>
              <a:solidFill>
                <a:srgbClr val="F0E0C0"/>
              </a:solidFill>
              <a:ln>
                <a:noFill/>
                <a:miter lim="800000"/>
              </a:ln>
            </p:spPr>
          </p:sp>
          <p:sp>
            <p:nvSpPr>
              <p:cNvPr id="96044" name=""/>
              <p:cNvSpPr/>
              <p:nvPr/>
            </p:nvSpPr>
            <p:spPr>
              <a:xfrm>
                <a:off x="4801" y="2446"/>
                <a:ext cx="20" cy="4"/>
              </a:xfrm>
              <a:prstGeom prst="rect">
                <a:avLst/>
              </a:prstGeom>
              <a:solidFill>
                <a:srgbClr val="F0E0C0"/>
              </a:solidFill>
              <a:ln>
                <a:noFill/>
                <a:miter lim="800000"/>
              </a:ln>
            </p:spPr>
          </p:sp>
          <p:sp>
            <p:nvSpPr>
              <p:cNvPr id="96045" name=""/>
              <p:cNvSpPr/>
              <p:nvPr/>
            </p:nvSpPr>
            <p:spPr>
              <a:xfrm>
                <a:off x="4762" y="2447"/>
                <a:ext cx="4" cy="15"/>
              </a:xfrm>
              <a:prstGeom prst="rect">
                <a:avLst/>
              </a:prstGeom>
              <a:solidFill>
                <a:srgbClr val="F0E0C0"/>
              </a:solidFill>
              <a:ln>
                <a:noFill/>
                <a:miter lim="800000"/>
              </a:ln>
            </p:spPr>
          </p:sp>
          <p:sp>
            <p:nvSpPr>
              <p:cNvPr id="96046" name=""/>
              <p:cNvSpPr/>
              <p:nvPr/>
            </p:nvSpPr>
            <p:spPr>
              <a:xfrm>
                <a:off x="4762" y="2458"/>
                <a:ext cx="40" cy="4"/>
              </a:xfrm>
              <a:custGeom>
                <a:pathLst>
                  <a:path w="81" h="7">
                    <a:moveTo>
                      <a:pt x="0" y="0"/>
                    </a:moveTo>
                    <a:lnTo>
                      <a:pt x="79" y="0"/>
                    </a:lnTo>
                    <a:lnTo>
                      <a:pt x="81" y="7"/>
                    </a:lnTo>
                    <a:lnTo>
                      <a:pt x="0" y="7"/>
                    </a:lnTo>
                    <a:lnTo>
                      <a:pt x="0" y="0"/>
                    </a:lnTo>
                    <a:close/>
                  </a:path>
                </a:pathLst>
              </a:custGeom>
              <a:solidFill>
                <a:srgbClr val="F0E0C0"/>
              </a:solidFill>
              <a:ln>
                <a:noFill/>
                <a:round/>
              </a:ln>
            </p:spPr>
          </p:sp>
          <p:sp>
            <p:nvSpPr>
              <p:cNvPr id="96047" name=""/>
              <p:cNvSpPr/>
              <p:nvPr/>
            </p:nvSpPr>
            <p:spPr>
              <a:xfrm>
                <a:off x="4801" y="2447"/>
                <a:ext cx="2" cy="15"/>
              </a:xfrm>
              <a:custGeom>
                <a:pathLst>
                  <a:path w="6" h="29">
                    <a:moveTo>
                      <a:pt x="6" y="0"/>
                    </a:moveTo>
                    <a:lnTo>
                      <a:pt x="6" y="24"/>
                    </a:lnTo>
                    <a:lnTo>
                      <a:pt x="4" y="27"/>
                    </a:lnTo>
                    <a:lnTo>
                      <a:pt x="4" y="29"/>
                    </a:lnTo>
                    <a:lnTo>
                      <a:pt x="0" y="27"/>
                    </a:lnTo>
                    <a:lnTo>
                      <a:pt x="4" y="24"/>
                    </a:lnTo>
                    <a:lnTo>
                      <a:pt x="4" y="0"/>
                    </a:lnTo>
                    <a:lnTo>
                      <a:pt x="6" y="0"/>
                    </a:lnTo>
                    <a:close/>
                  </a:path>
                </a:pathLst>
              </a:custGeom>
              <a:solidFill>
                <a:srgbClr val="808050"/>
              </a:solidFill>
              <a:ln>
                <a:noFill/>
                <a:round/>
              </a:ln>
            </p:spPr>
          </p:sp>
          <p:sp>
            <p:nvSpPr>
              <p:cNvPr id="96048" name=""/>
              <p:cNvSpPr/>
              <p:nvPr/>
            </p:nvSpPr>
            <p:spPr>
              <a:xfrm>
                <a:off x="4801" y="2443"/>
                <a:ext cx="20" cy="4"/>
              </a:xfrm>
              <a:prstGeom prst="rect">
                <a:avLst/>
              </a:prstGeom>
              <a:solidFill>
                <a:srgbClr val="706040"/>
              </a:solidFill>
              <a:ln>
                <a:noFill/>
                <a:miter lim="800000"/>
              </a:ln>
            </p:spPr>
          </p:sp>
          <p:sp>
            <p:nvSpPr>
              <p:cNvPr id="96049" name=""/>
              <p:cNvSpPr/>
              <p:nvPr/>
            </p:nvSpPr>
            <p:spPr>
              <a:xfrm>
                <a:off x="4816" y="2443"/>
                <a:ext cx="5" cy="6"/>
              </a:xfrm>
              <a:prstGeom prst="rect">
                <a:avLst/>
              </a:prstGeom>
              <a:solidFill>
                <a:srgbClr val="706040"/>
              </a:solidFill>
              <a:ln>
                <a:noFill/>
                <a:miter lim="800000"/>
              </a:ln>
            </p:spPr>
          </p:sp>
          <p:sp>
            <p:nvSpPr>
              <p:cNvPr id="96050" name=""/>
              <p:cNvSpPr/>
              <p:nvPr/>
            </p:nvSpPr>
            <p:spPr>
              <a:xfrm>
                <a:off x="4762" y="2439"/>
                <a:ext cx="41" cy="7"/>
              </a:xfrm>
              <a:custGeom>
                <a:pathLst>
                  <a:path w="83" h="15">
                    <a:moveTo>
                      <a:pt x="0" y="6"/>
                    </a:moveTo>
                    <a:lnTo>
                      <a:pt x="4" y="0"/>
                    </a:lnTo>
                    <a:lnTo>
                      <a:pt x="77" y="0"/>
                    </a:lnTo>
                    <a:lnTo>
                      <a:pt x="81" y="0"/>
                    </a:lnTo>
                    <a:lnTo>
                      <a:pt x="83" y="6"/>
                    </a:lnTo>
                    <a:lnTo>
                      <a:pt x="83" y="15"/>
                    </a:lnTo>
                    <a:lnTo>
                      <a:pt x="81" y="6"/>
                    </a:lnTo>
                    <a:lnTo>
                      <a:pt x="79" y="4"/>
                    </a:lnTo>
                    <a:lnTo>
                      <a:pt x="4" y="4"/>
                    </a:lnTo>
                    <a:lnTo>
                      <a:pt x="2" y="6"/>
                    </a:lnTo>
                    <a:lnTo>
                      <a:pt x="0" y="6"/>
                    </a:lnTo>
                    <a:close/>
                  </a:path>
                </a:pathLst>
              </a:custGeom>
              <a:solidFill>
                <a:srgbClr val="808050"/>
              </a:solidFill>
              <a:ln>
                <a:noFill/>
                <a:round/>
              </a:ln>
            </p:spPr>
          </p:sp>
          <p:sp>
            <p:nvSpPr>
              <p:cNvPr id="96051" name=""/>
              <p:cNvSpPr/>
              <p:nvPr/>
            </p:nvSpPr>
            <p:spPr>
              <a:xfrm>
                <a:off x="4760" y="2443"/>
                <a:ext cx="2" cy="6"/>
              </a:xfrm>
              <a:prstGeom prst="rect">
                <a:avLst/>
              </a:prstGeom>
              <a:solidFill>
                <a:srgbClr val="706040"/>
              </a:solidFill>
              <a:ln>
                <a:noFill/>
                <a:miter lim="800000"/>
              </a:ln>
            </p:spPr>
          </p:sp>
          <p:sp>
            <p:nvSpPr>
              <p:cNvPr id="96052" name=""/>
              <p:cNvSpPr/>
              <p:nvPr/>
            </p:nvSpPr>
            <p:spPr>
              <a:xfrm>
                <a:off x="4762" y="2440"/>
                <a:ext cx="4" cy="6"/>
              </a:xfrm>
              <a:custGeom>
                <a:pathLst>
                  <a:path w="8" h="13">
                    <a:moveTo>
                      <a:pt x="0" y="0"/>
                    </a:moveTo>
                    <a:lnTo>
                      <a:pt x="0" y="13"/>
                    </a:lnTo>
                    <a:lnTo>
                      <a:pt x="8" y="0"/>
                    </a:lnTo>
                    <a:lnTo>
                      <a:pt x="0" y="0"/>
                    </a:lnTo>
                    <a:close/>
                  </a:path>
                </a:pathLst>
              </a:custGeom>
              <a:solidFill>
                <a:srgbClr val="F0E0C0"/>
              </a:solidFill>
              <a:ln>
                <a:noFill/>
                <a:round/>
              </a:ln>
            </p:spPr>
          </p:sp>
          <p:sp>
            <p:nvSpPr>
              <p:cNvPr id="96053" name=""/>
              <p:cNvSpPr/>
              <p:nvPr/>
            </p:nvSpPr>
            <p:spPr>
              <a:xfrm>
                <a:off x="4781" y="2447"/>
                <a:ext cx="21" cy="3"/>
              </a:xfrm>
              <a:prstGeom prst="rect">
                <a:avLst/>
              </a:prstGeom>
              <a:solidFill>
                <a:srgbClr val="706040"/>
              </a:solidFill>
              <a:ln>
                <a:noFill/>
                <a:miter lim="800000"/>
              </a:ln>
            </p:spPr>
          </p:sp>
          <p:sp>
            <p:nvSpPr>
              <p:cNvPr id="96054" name=""/>
              <p:cNvSpPr/>
              <p:nvPr/>
            </p:nvSpPr>
            <p:spPr>
              <a:xfrm>
                <a:off x="4799" y="2446"/>
                <a:ext cx="3" cy="4"/>
              </a:xfrm>
              <a:prstGeom prst="rect">
                <a:avLst/>
              </a:prstGeom>
              <a:solidFill>
                <a:srgbClr val="706040"/>
              </a:solidFill>
              <a:ln>
                <a:noFill/>
                <a:miter lim="800000"/>
              </a:ln>
            </p:spPr>
          </p:sp>
          <p:sp>
            <p:nvSpPr>
              <p:cNvPr id="96055" name=""/>
              <p:cNvSpPr/>
              <p:nvPr/>
            </p:nvSpPr>
            <p:spPr>
              <a:xfrm>
                <a:off x="4799" y="2442"/>
                <a:ext cx="3" cy="5"/>
              </a:xfrm>
              <a:prstGeom prst="rect">
                <a:avLst/>
              </a:prstGeom>
              <a:solidFill>
                <a:srgbClr val="706040"/>
              </a:solidFill>
              <a:ln>
                <a:noFill/>
                <a:miter lim="800000"/>
              </a:ln>
            </p:spPr>
          </p:sp>
          <p:sp>
            <p:nvSpPr>
              <p:cNvPr id="96056" name=""/>
              <p:cNvSpPr/>
              <p:nvPr/>
            </p:nvSpPr>
            <p:spPr>
              <a:xfrm>
                <a:off x="4781" y="2442"/>
                <a:ext cx="21" cy="3"/>
              </a:xfrm>
              <a:prstGeom prst="rect">
                <a:avLst/>
              </a:prstGeom>
              <a:solidFill>
                <a:srgbClr val="706040"/>
              </a:solidFill>
              <a:ln>
                <a:noFill/>
                <a:miter lim="800000"/>
              </a:ln>
            </p:spPr>
          </p:sp>
          <p:sp>
            <p:nvSpPr>
              <p:cNvPr id="96057" name=""/>
              <p:cNvSpPr/>
              <p:nvPr/>
            </p:nvSpPr>
            <p:spPr>
              <a:xfrm>
                <a:off x="4806" y="2453"/>
                <a:ext cx="10" cy="3"/>
              </a:xfrm>
              <a:custGeom>
                <a:pathLst>
                  <a:path w="20" h="7">
                    <a:moveTo>
                      <a:pt x="0" y="0"/>
                    </a:moveTo>
                    <a:lnTo>
                      <a:pt x="20" y="0"/>
                    </a:lnTo>
                    <a:lnTo>
                      <a:pt x="0" y="7"/>
                    </a:lnTo>
                    <a:lnTo>
                      <a:pt x="0" y="0"/>
                    </a:lnTo>
                    <a:close/>
                  </a:path>
                </a:pathLst>
              </a:custGeom>
              <a:solidFill>
                <a:srgbClr val="F0E0C0"/>
              </a:solidFill>
              <a:ln>
                <a:noFill/>
                <a:round/>
              </a:ln>
            </p:spPr>
          </p:sp>
          <p:sp>
            <p:nvSpPr>
              <p:cNvPr id="96058" name=""/>
              <p:cNvSpPr/>
              <p:nvPr/>
            </p:nvSpPr>
            <p:spPr>
              <a:xfrm>
                <a:off x="4762" y="2411"/>
                <a:ext cx="40" cy="5"/>
              </a:xfrm>
              <a:prstGeom prst="rect">
                <a:avLst/>
              </a:prstGeom>
              <a:solidFill>
                <a:srgbClr val="706040"/>
              </a:solidFill>
              <a:ln>
                <a:noFill/>
                <a:miter lim="800000"/>
              </a:ln>
            </p:spPr>
          </p:sp>
          <p:sp>
            <p:nvSpPr>
              <p:cNvPr id="96059" name=""/>
              <p:cNvSpPr/>
              <p:nvPr/>
            </p:nvSpPr>
            <p:spPr>
              <a:xfrm>
                <a:off x="4801" y="2411"/>
                <a:ext cx="2" cy="9"/>
              </a:xfrm>
              <a:custGeom>
                <a:pathLst>
                  <a:path w="6" h="18">
                    <a:moveTo>
                      <a:pt x="0" y="0"/>
                    </a:moveTo>
                    <a:lnTo>
                      <a:pt x="6" y="17"/>
                    </a:lnTo>
                    <a:lnTo>
                      <a:pt x="0" y="18"/>
                    </a:lnTo>
                    <a:lnTo>
                      <a:pt x="0" y="2"/>
                    </a:lnTo>
                    <a:lnTo>
                      <a:pt x="0" y="0"/>
                    </a:lnTo>
                    <a:close/>
                  </a:path>
                </a:pathLst>
              </a:custGeom>
              <a:solidFill>
                <a:srgbClr val="706040"/>
              </a:solidFill>
              <a:ln>
                <a:noFill/>
                <a:round/>
              </a:ln>
            </p:spPr>
          </p:sp>
          <p:sp>
            <p:nvSpPr>
              <p:cNvPr id="96060" name=""/>
              <p:cNvSpPr/>
              <p:nvPr/>
            </p:nvSpPr>
            <p:spPr>
              <a:xfrm>
                <a:off x="4801" y="2424"/>
                <a:ext cx="2" cy="8"/>
              </a:xfrm>
              <a:prstGeom prst="rect">
                <a:avLst/>
              </a:prstGeom>
              <a:solidFill>
                <a:srgbClr val="706040"/>
              </a:solidFill>
              <a:ln>
                <a:noFill/>
                <a:miter lim="800000"/>
              </a:ln>
            </p:spPr>
          </p:sp>
          <p:sp>
            <p:nvSpPr>
              <p:cNvPr id="96061" name=""/>
              <p:cNvSpPr/>
              <p:nvPr/>
            </p:nvSpPr>
            <p:spPr>
              <a:xfrm>
                <a:off x="4762" y="2428"/>
                <a:ext cx="40" cy="4"/>
              </a:xfrm>
              <a:prstGeom prst="rect">
                <a:avLst/>
              </a:prstGeom>
              <a:solidFill>
                <a:srgbClr val="E0E0B0"/>
              </a:solidFill>
              <a:ln>
                <a:noFill/>
                <a:miter lim="800000"/>
              </a:ln>
            </p:spPr>
          </p:sp>
          <p:sp>
            <p:nvSpPr>
              <p:cNvPr id="96062" name=""/>
              <p:cNvSpPr/>
              <p:nvPr/>
            </p:nvSpPr>
            <p:spPr>
              <a:xfrm>
                <a:off x="4741" y="2417"/>
                <a:ext cx="3" cy="9"/>
              </a:xfrm>
              <a:custGeom>
                <a:pathLst>
                  <a:path w="8" h="16">
                    <a:moveTo>
                      <a:pt x="6" y="0"/>
                    </a:moveTo>
                    <a:lnTo>
                      <a:pt x="0" y="14"/>
                    </a:lnTo>
                    <a:lnTo>
                      <a:pt x="6" y="16"/>
                    </a:lnTo>
                    <a:lnTo>
                      <a:pt x="8" y="16"/>
                    </a:lnTo>
                    <a:lnTo>
                      <a:pt x="6" y="11"/>
                    </a:lnTo>
                    <a:lnTo>
                      <a:pt x="2" y="9"/>
                    </a:lnTo>
                    <a:lnTo>
                      <a:pt x="2" y="4"/>
                    </a:lnTo>
                    <a:lnTo>
                      <a:pt x="6" y="0"/>
                    </a:lnTo>
                    <a:close/>
                  </a:path>
                </a:pathLst>
              </a:custGeom>
              <a:solidFill>
                <a:srgbClr val="F0E0C0"/>
              </a:solidFill>
              <a:ln>
                <a:noFill/>
                <a:round/>
              </a:ln>
            </p:spPr>
          </p:sp>
          <p:sp>
            <p:nvSpPr>
              <p:cNvPr id="96063" name=""/>
              <p:cNvSpPr/>
              <p:nvPr/>
            </p:nvSpPr>
            <p:spPr>
              <a:xfrm>
                <a:off x="4766" y="2497"/>
                <a:ext cx="11" cy="3"/>
              </a:xfrm>
              <a:prstGeom prst="rect">
                <a:avLst/>
              </a:prstGeom>
              <a:solidFill>
                <a:srgbClr val="F0E0C0"/>
              </a:solidFill>
              <a:ln>
                <a:noFill/>
                <a:miter lim="800000"/>
              </a:ln>
            </p:spPr>
          </p:sp>
          <p:sp>
            <p:nvSpPr>
              <p:cNvPr id="96064" name=""/>
              <p:cNvSpPr/>
              <p:nvPr/>
            </p:nvSpPr>
            <p:spPr>
              <a:xfrm>
                <a:off x="4766" y="2477"/>
                <a:ext cx="71" cy="4"/>
              </a:xfrm>
              <a:prstGeom prst="rect">
                <a:avLst/>
              </a:prstGeom>
              <a:solidFill>
                <a:srgbClr val="706040"/>
              </a:solidFill>
              <a:ln>
                <a:noFill/>
                <a:miter lim="800000"/>
              </a:ln>
            </p:spPr>
          </p:sp>
          <p:sp>
            <p:nvSpPr>
              <p:cNvPr id="96065" name=""/>
              <p:cNvSpPr/>
              <p:nvPr/>
            </p:nvSpPr>
            <p:spPr>
              <a:xfrm>
                <a:off x="4766" y="2479"/>
                <a:ext cx="3" cy="21"/>
              </a:xfrm>
              <a:prstGeom prst="rect">
                <a:avLst/>
              </a:prstGeom>
              <a:solidFill>
                <a:srgbClr val="706040"/>
              </a:solidFill>
              <a:ln>
                <a:noFill/>
                <a:miter lim="800000"/>
              </a:ln>
            </p:spPr>
          </p:sp>
          <p:sp>
            <p:nvSpPr>
              <p:cNvPr id="96066" name=""/>
              <p:cNvSpPr/>
              <p:nvPr/>
            </p:nvSpPr>
            <p:spPr>
              <a:xfrm>
                <a:off x="4766" y="2490"/>
                <a:ext cx="71" cy="3"/>
              </a:xfrm>
              <a:prstGeom prst="rect">
                <a:avLst/>
              </a:prstGeom>
              <a:solidFill>
                <a:srgbClr val="706040"/>
              </a:solidFill>
              <a:ln>
                <a:noFill/>
                <a:miter lim="800000"/>
              </a:ln>
            </p:spPr>
          </p:sp>
          <p:sp>
            <p:nvSpPr>
              <p:cNvPr id="96067" name=""/>
              <p:cNvSpPr/>
              <p:nvPr/>
            </p:nvSpPr>
            <p:spPr>
              <a:xfrm>
                <a:off x="4721" y="2515"/>
                <a:ext cx="132" cy="20"/>
              </a:xfrm>
              <a:prstGeom prst="rect">
                <a:avLst/>
              </a:prstGeom>
              <a:solidFill>
                <a:srgbClr val="D0C0A0"/>
              </a:solidFill>
              <a:ln>
                <a:noFill/>
                <a:miter lim="800000"/>
              </a:ln>
            </p:spPr>
          </p:sp>
          <p:sp>
            <p:nvSpPr>
              <p:cNvPr id="96068" name=""/>
              <p:cNvSpPr/>
              <p:nvPr/>
            </p:nvSpPr>
            <p:spPr>
              <a:xfrm>
                <a:off x="4741" y="2517"/>
                <a:ext cx="93" cy="15"/>
              </a:xfrm>
              <a:custGeom>
                <a:pathLst>
                  <a:path w="187" h="31">
                    <a:moveTo>
                      <a:pt x="4" y="31"/>
                    </a:moveTo>
                    <a:lnTo>
                      <a:pt x="183" y="31"/>
                    </a:lnTo>
                    <a:lnTo>
                      <a:pt x="185" y="31"/>
                    </a:lnTo>
                    <a:lnTo>
                      <a:pt x="185" y="27"/>
                    </a:lnTo>
                    <a:lnTo>
                      <a:pt x="187" y="9"/>
                    </a:lnTo>
                    <a:lnTo>
                      <a:pt x="185" y="4"/>
                    </a:lnTo>
                    <a:lnTo>
                      <a:pt x="183" y="2"/>
                    </a:lnTo>
                    <a:lnTo>
                      <a:pt x="4" y="0"/>
                    </a:lnTo>
                    <a:lnTo>
                      <a:pt x="2" y="2"/>
                    </a:lnTo>
                    <a:lnTo>
                      <a:pt x="0" y="5"/>
                    </a:lnTo>
                    <a:lnTo>
                      <a:pt x="0" y="25"/>
                    </a:lnTo>
                    <a:lnTo>
                      <a:pt x="2" y="29"/>
                    </a:lnTo>
                    <a:lnTo>
                      <a:pt x="4" y="31"/>
                    </a:lnTo>
                    <a:close/>
                  </a:path>
                </a:pathLst>
              </a:custGeom>
              <a:solidFill>
                <a:srgbClr val="404040"/>
              </a:solidFill>
              <a:ln>
                <a:noFill/>
                <a:round/>
              </a:ln>
            </p:spPr>
          </p:sp>
          <p:sp>
            <p:nvSpPr>
              <p:cNvPr id="96069" name=""/>
              <p:cNvSpPr/>
              <p:nvPr/>
            </p:nvSpPr>
            <p:spPr>
              <a:xfrm>
                <a:off x="4783" y="2378"/>
                <a:ext cx="5" cy="3"/>
              </a:xfrm>
              <a:custGeom>
                <a:pathLst>
                  <a:path w="10" h="7">
                    <a:moveTo>
                      <a:pt x="7" y="0"/>
                    </a:moveTo>
                    <a:lnTo>
                      <a:pt x="10" y="0"/>
                    </a:lnTo>
                    <a:lnTo>
                      <a:pt x="10" y="7"/>
                    </a:lnTo>
                    <a:lnTo>
                      <a:pt x="0" y="7"/>
                    </a:lnTo>
                    <a:lnTo>
                      <a:pt x="7" y="0"/>
                    </a:lnTo>
                    <a:close/>
                  </a:path>
                </a:pathLst>
              </a:custGeom>
              <a:solidFill>
                <a:srgbClr val="C0C080"/>
              </a:solidFill>
              <a:ln>
                <a:noFill/>
                <a:round/>
              </a:ln>
            </p:spPr>
          </p:sp>
          <p:sp>
            <p:nvSpPr>
              <p:cNvPr id="96070" name=""/>
              <p:cNvSpPr/>
              <p:nvPr/>
            </p:nvSpPr>
            <p:spPr>
              <a:xfrm>
                <a:off x="4783" y="2378"/>
                <a:ext cx="2" cy="1"/>
              </a:xfrm>
              <a:custGeom>
                <a:pathLst>
                  <a:path w="5" h="2">
                    <a:moveTo>
                      <a:pt x="3" y="0"/>
                    </a:moveTo>
                    <a:lnTo>
                      <a:pt x="5" y="0"/>
                    </a:lnTo>
                    <a:lnTo>
                      <a:pt x="5" y="2"/>
                    </a:lnTo>
                    <a:lnTo>
                      <a:pt x="0" y="2"/>
                    </a:lnTo>
                    <a:lnTo>
                      <a:pt x="3" y="0"/>
                    </a:lnTo>
                  </a:path>
                </a:pathLst>
              </a:custGeom>
              <a:noFill/>
              <a:ln w="11113">
                <a:solidFill>
                  <a:srgbClr val="000000"/>
                </a:solidFill>
                <a:prstDash val="solid"/>
                <a:round/>
              </a:ln>
            </p:spPr>
          </p:sp>
          <p:sp>
            <p:nvSpPr>
              <p:cNvPr id="96071" name=""/>
              <p:cNvSpPr/>
              <p:nvPr/>
            </p:nvSpPr>
            <p:spPr>
              <a:xfrm>
                <a:off x="4734" y="2371"/>
                <a:ext cx="109" cy="19"/>
              </a:xfrm>
              <a:custGeom>
                <a:pathLst>
                  <a:path w="219" h="38">
                    <a:moveTo>
                      <a:pt x="16" y="0"/>
                    </a:moveTo>
                    <a:lnTo>
                      <a:pt x="204" y="0"/>
                    </a:lnTo>
                    <a:lnTo>
                      <a:pt x="208" y="2"/>
                    </a:lnTo>
                    <a:lnTo>
                      <a:pt x="210" y="2"/>
                    </a:lnTo>
                    <a:lnTo>
                      <a:pt x="213" y="6"/>
                    </a:lnTo>
                    <a:lnTo>
                      <a:pt x="215" y="8"/>
                    </a:lnTo>
                    <a:lnTo>
                      <a:pt x="217" y="11"/>
                    </a:lnTo>
                    <a:lnTo>
                      <a:pt x="219" y="13"/>
                    </a:lnTo>
                    <a:lnTo>
                      <a:pt x="219" y="17"/>
                    </a:lnTo>
                    <a:lnTo>
                      <a:pt x="219" y="22"/>
                    </a:lnTo>
                    <a:lnTo>
                      <a:pt x="219" y="26"/>
                    </a:lnTo>
                    <a:lnTo>
                      <a:pt x="217" y="27"/>
                    </a:lnTo>
                    <a:lnTo>
                      <a:pt x="215" y="31"/>
                    </a:lnTo>
                    <a:lnTo>
                      <a:pt x="213" y="35"/>
                    </a:lnTo>
                    <a:lnTo>
                      <a:pt x="210" y="36"/>
                    </a:lnTo>
                    <a:lnTo>
                      <a:pt x="208" y="38"/>
                    </a:lnTo>
                    <a:lnTo>
                      <a:pt x="204" y="38"/>
                    </a:lnTo>
                    <a:lnTo>
                      <a:pt x="202" y="38"/>
                    </a:lnTo>
                    <a:lnTo>
                      <a:pt x="16" y="38"/>
                    </a:lnTo>
                    <a:lnTo>
                      <a:pt x="14" y="38"/>
                    </a:lnTo>
                    <a:lnTo>
                      <a:pt x="11" y="38"/>
                    </a:lnTo>
                    <a:lnTo>
                      <a:pt x="7" y="36"/>
                    </a:lnTo>
                    <a:lnTo>
                      <a:pt x="5" y="35"/>
                    </a:lnTo>
                    <a:lnTo>
                      <a:pt x="2" y="29"/>
                    </a:lnTo>
                    <a:lnTo>
                      <a:pt x="0" y="26"/>
                    </a:lnTo>
                    <a:lnTo>
                      <a:pt x="0" y="24"/>
                    </a:lnTo>
                    <a:lnTo>
                      <a:pt x="0" y="22"/>
                    </a:lnTo>
                    <a:lnTo>
                      <a:pt x="0" y="17"/>
                    </a:lnTo>
                    <a:lnTo>
                      <a:pt x="0" y="15"/>
                    </a:lnTo>
                    <a:lnTo>
                      <a:pt x="0" y="13"/>
                    </a:lnTo>
                    <a:lnTo>
                      <a:pt x="2" y="9"/>
                    </a:lnTo>
                    <a:lnTo>
                      <a:pt x="4" y="6"/>
                    </a:lnTo>
                    <a:lnTo>
                      <a:pt x="7" y="2"/>
                    </a:lnTo>
                    <a:lnTo>
                      <a:pt x="11" y="2"/>
                    </a:lnTo>
                    <a:lnTo>
                      <a:pt x="16" y="0"/>
                    </a:lnTo>
                    <a:close/>
                  </a:path>
                </a:pathLst>
              </a:custGeom>
              <a:solidFill>
                <a:srgbClr val="F0E0C0"/>
              </a:solidFill>
              <a:ln>
                <a:noFill/>
                <a:round/>
              </a:ln>
            </p:spPr>
          </p:sp>
          <p:sp>
            <p:nvSpPr>
              <p:cNvPr id="96072" name=""/>
              <p:cNvSpPr/>
              <p:nvPr/>
            </p:nvSpPr>
            <p:spPr>
              <a:xfrm>
                <a:off x="4734" y="2371"/>
                <a:ext cx="106" cy="16"/>
              </a:xfrm>
              <a:custGeom>
                <a:pathLst>
                  <a:path w="213" h="33">
                    <a:moveTo>
                      <a:pt x="16" y="0"/>
                    </a:moveTo>
                    <a:lnTo>
                      <a:pt x="201" y="0"/>
                    </a:lnTo>
                    <a:lnTo>
                      <a:pt x="204" y="2"/>
                    </a:lnTo>
                    <a:lnTo>
                      <a:pt x="204" y="2"/>
                    </a:lnTo>
                    <a:lnTo>
                      <a:pt x="208" y="4"/>
                    </a:lnTo>
                    <a:lnTo>
                      <a:pt x="210" y="6"/>
                    </a:lnTo>
                    <a:lnTo>
                      <a:pt x="211" y="9"/>
                    </a:lnTo>
                    <a:lnTo>
                      <a:pt x="213" y="11"/>
                    </a:lnTo>
                    <a:lnTo>
                      <a:pt x="213" y="13"/>
                    </a:lnTo>
                    <a:lnTo>
                      <a:pt x="213" y="20"/>
                    </a:lnTo>
                    <a:lnTo>
                      <a:pt x="213" y="22"/>
                    </a:lnTo>
                    <a:lnTo>
                      <a:pt x="211" y="24"/>
                    </a:lnTo>
                    <a:lnTo>
                      <a:pt x="210" y="27"/>
                    </a:lnTo>
                    <a:lnTo>
                      <a:pt x="208" y="29"/>
                    </a:lnTo>
                    <a:lnTo>
                      <a:pt x="204" y="31"/>
                    </a:lnTo>
                    <a:lnTo>
                      <a:pt x="204" y="33"/>
                    </a:lnTo>
                    <a:lnTo>
                      <a:pt x="201" y="33"/>
                    </a:lnTo>
                    <a:lnTo>
                      <a:pt x="16" y="33"/>
                    </a:lnTo>
                    <a:lnTo>
                      <a:pt x="13" y="33"/>
                    </a:lnTo>
                    <a:lnTo>
                      <a:pt x="9" y="33"/>
                    </a:lnTo>
                    <a:lnTo>
                      <a:pt x="7" y="31"/>
                    </a:lnTo>
                    <a:lnTo>
                      <a:pt x="5" y="29"/>
                    </a:lnTo>
                    <a:lnTo>
                      <a:pt x="2" y="26"/>
                    </a:lnTo>
                    <a:lnTo>
                      <a:pt x="0" y="22"/>
                    </a:lnTo>
                    <a:lnTo>
                      <a:pt x="0" y="20"/>
                    </a:lnTo>
                    <a:lnTo>
                      <a:pt x="0" y="13"/>
                    </a:lnTo>
                    <a:lnTo>
                      <a:pt x="0" y="13"/>
                    </a:lnTo>
                    <a:lnTo>
                      <a:pt x="0" y="11"/>
                    </a:lnTo>
                    <a:lnTo>
                      <a:pt x="2" y="8"/>
                    </a:lnTo>
                    <a:lnTo>
                      <a:pt x="4" y="4"/>
                    </a:lnTo>
                    <a:lnTo>
                      <a:pt x="7" y="2"/>
                    </a:lnTo>
                    <a:lnTo>
                      <a:pt x="9" y="2"/>
                    </a:lnTo>
                    <a:lnTo>
                      <a:pt x="16" y="0"/>
                    </a:lnTo>
                  </a:path>
                </a:pathLst>
              </a:custGeom>
              <a:noFill/>
              <a:ln w="11113">
                <a:solidFill>
                  <a:srgbClr val="808060"/>
                </a:solidFill>
                <a:prstDash val="solid"/>
                <a:round/>
              </a:ln>
            </p:spPr>
          </p:sp>
          <p:sp>
            <p:nvSpPr>
              <p:cNvPr id="96073" name=""/>
              <p:cNvSpPr/>
              <p:nvPr/>
            </p:nvSpPr>
            <p:spPr>
              <a:xfrm>
                <a:off x="4734" y="2372"/>
                <a:ext cx="61" cy="17"/>
              </a:xfrm>
              <a:custGeom>
                <a:pathLst>
                  <a:path w="122" h="34">
                    <a:moveTo>
                      <a:pt x="20" y="0"/>
                    </a:moveTo>
                    <a:lnTo>
                      <a:pt x="102" y="0"/>
                    </a:lnTo>
                    <a:lnTo>
                      <a:pt x="106" y="0"/>
                    </a:lnTo>
                    <a:lnTo>
                      <a:pt x="111" y="2"/>
                    </a:lnTo>
                    <a:lnTo>
                      <a:pt x="114" y="2"/>
                    </a:lnTo>
                    <a:lnTo>
                      <a:pt x="116" y="4"/>
                    </a:lnTo>
                    <a:lnTo>
                      <a:pt x="120" y="6"/>
                    </a:lnTo>
                    <a:lnTo>
                      <a:pt x="120" y="7"/>
                    </a:lnTo>
                    <a:lnTo>
                      <a:pt x="122" y="9"/>
                    </a:lnTo>
                    <a:lnTo>
                      <a:pt x="122" y="11"/>
                    </a:lnTo>
                    <a:lnTo>
                      <a:pt x="122" y="13"/>
                    </a:lnTo>
                    <a:lnTo>
                      <a:pt x="122" y="22"/>
                    </a:lnTo>
                    <a:lnTo>
                      <a:pt x="122" y="25"/>
                    </a:lnTo>
                    <a:lnTo>
                      <a:pt x="120" y="29"/>
                    </a:lnTo>
                    <a:lnTo>
                      <a:pt x="118" y="31"/>
                    </a:lnTo>
                    <a:lnTo>
                      <a:pt x="114" y="33"/>
                    </a:lnTo>
                    <a:lnTo>
                      <a:pt x="111" y="34"/>
                    </a:lnTo>
                    <a:lnTo>
                      <a:pt x="104" y="34"/>
                    </a:lnTo>
                    <a:lnTo>
                      <a:pt x="102" y="34"/>
                    </a:lnTo>
                    <a:lnTo>
                      <a:pt x="20" y="34"/>
                    </a:lnTo>
                    <a:lnTo>
                      <a:pt x="16" y="34"/>
                    </a:lnTo>
                    <a:lnTo>
                      <a:pt x="12" y="34"/>
                    </a:lnTo>
                    <a:lnTo>
                      <a:pt x="9" y="33"/>
                    </a:lnTo>
                    <a:lnTo>
                      <a:pt x="5" y="31"/>
                    </a:lnTo>
                    <a:lnTo>
                      <a:pt x="3" y="29"/>
                    </a:lnTo>
                    <a:lnTo>
                      <a:pt x="2" y="25"/>
                    </a:lnTo>
                    <a:lnTo>
                      <a:pt x="0" y="24"/>
                    </a:lnTo>
                    <a:lnTo>
                      <a:pt x="0" y="22"/>
                    </a:lnTo>
                    <a:lnTo>
                      <a:pt x="0" y="13"/>
                    </a:lnTo>
                    <a:lnTo>
                      <a:pt x="0" y="11"/>
                    </a:lnTo>
                    <a:lnTo>
                      <a:pt x="2" y="9"/>
                    </a:lnTo>
                    <a:lnTo>
                      <a:pt x="2" y="7"/>
                    </a:lnTo>
                    <a:lnTo>
                      <a:pt x="2" y="6"/>
                    </a:lnTo>
                    <a:lnTo>
                      <a:pt x="3" y="6"/>
                    </a:lnTo>
                    <a:lnTo>
                      <a:pt x="5" y="4"/>
                    </a:lnTo>
                    <a:lnTo>
                      <a:pt x="7" y="2"/>
                    </a:lnTo>
                    <a:lnTo>
                      <a:pt x="12" y="0"/>
                    </a:lnTo>
                    <a:lnTo>
                      <a:pt x="20" y="0"/>
                    </a:lnTo>
                    <a:close/>
                  </a:path>
                </a:pathLst>
              </a:custGeom>
              <a:solidFill>
                <a:srgbClr val="F0E0C0"/>
              </a:solidFill>
              <a:ln>
                <a:noFill/>
                <a:round/>
              </a:ln>
            </p:spPr>
          </p:sp>
          <p:sp>
            <p:nvSpPr>
              <p:cNvPr id="96074" name=""/>
              <p:cNvSpPr/>
              <p:nvPr/>
            </p:nvSpPr>
            <p:spPr>
              <a:xfrm>
                <a:off x="4734" y="2372"/>
                <a:ext cx="58" cy="13"/>
              </a:xfrm>
              <a:custGeom>
                <a:pathLst>
                  <a:path w="114" h="27">
                    <a:moveTo>
                      <a:pt x="18" y="0"/>
                    </a:moveTo>
                    <a:lnTo>
                      <a:pt x="97" y="0"/>
                    </a:lnTo>
                    <a:lnTo>
                      <a:pt x="100" y="0"/>
                    </a:lnTo>
                    <a:lnTo>
                      <a:pt x="106" y="2"/>
                    </a:lnTo>
                    <a:lnTo>
                      <a:pt x="107" y="2"/>
                    </a:lnTo>
                    <a:lnTo>
                      <a:pt x="109" y="4"/>
                    </a:lnTo>
                    <a:lnTo>
                      <a:pt x="113" y="6"/>
                    </a:lnTo>
                    <a:lnTo>
                      <a:pt x="113" y="6"/>
                    </a:lnTo>
                    <a:lnTo>
                      <a:pt x="114" y="7"/>
                    </a:lnTo>
                    <a:lnTo>
                      <a:pt x="114" y="9"/>
                    </a:lnTo>
                    <a:lnTo>
                      <a:pt x="114" y="11"/>
                    </a:lnTo>
                    <a:lnTo>
                      <a:pt x="114" y="16"/>
                    </a:lnTo>
                    <a:lnTo>
                      <a:pt x="114" y="20"/>
                    </a:lnTo>
                    <a:lnTo>
                      <a:pt x="113" y="24"/>
                    </a:lnTo>
                    <a:lnTo>
                      <a:pt x="111" y="24"/>
                    </a:lnTo>
                    <a:lnTo>
                      <a:pt x="107" y="25"/>
                    </a:lnTo>
                    <a:lnTo>
                      <a:pt x="106" y="27"/>
                    </a:lnTo>
                    <a:lnTo>
                      <a:pt x="98" y="27"/>
                    </a:lnTo>
                    <a:lnTo>
                      <a:pt x="18" y="27"/>
                    </a:lnTo>
                    <a:lnTo>
                      <a:pt x="14" y="27"/>
                    </a:lnTo>
                    <a:lnTo>
                      <a:pt x="11" y="27"/>
                    </a:lnTo>
                    <a:lnTo>
                      <a:pt x="9" y="25"/>
                    </a:lnTo>
                    <a:lnTo>
                      <a:pt x="5" y="24"/>
                    </a:lnTo>
                    <a:lnTo>
                      <a:pt x="3" y="24"/>
                    </a:lnTo>
                    <a:lnTo>
                      <a:pt x="2" y="20"/>
                    </a:lnTo>
                    <a:lnTo>
                      <a:pt x="0" y="18"/>
                    </a:lnTo>
                    <a:lnTo>
                      <a:pt x="0" y="11"/>
                    </a:lnTo>
                    <a:lnTo>
                      <a:pt x="0" y="9"/>
                    </a:lnTo>
                    <a:lnTo>
                      <a:pt x="2" y="7"/>
                    </a:lnTo>
                    <a:lnTo>
                      <a:pt x="2" y="6"/>
                    </a:lnTo>
                    <a:lnTo>
                      <a:pt x="2" y="6"/>
                    </a:lnTo>
                    <a:lnTo>
                      <a:pt x="3" y="6"/>
                    </a:lnTo>
                    <a:lnTo>
                      <a:pt x="5" y="4"/>
                    </a:lnTo>
                    <a:lnTo>
                      <a:pt x="7" y="2"/>
                    </a:lnTo>
                    <a:lnTo>
                      <a:pt x="18" y="0"/>
                    </a:lnTo>
                  </a:path>
                </a:pathLst>
              </a:custGeom>
              <a:noFill/>
              <a:ln w="11113">
                <a:solidFill>
                  <a:srgbClr val="C0C0C0"/>
                </a:solidFill>
                <a:prstDash val="solid"/>
                <a:round/>
              </a:ln>
            </p:spPr>
          </p:sp>
          <p:sp>
            <p:nvSpPr>
              <p:cNvPr id="96075" name=""/>
              <p:cNvSpPr/>
              <p:nvPr/>
            </p:nvSpPr>
            <p:spPr>
              <a:xfrm>
                <a:off x="4783" y="2376"/>
                <a:ext cx="5" cy="5"/>
              </a:xfrm>
              <a:custGeom>
                <a:pathLst>
                  <a:path w="10" h="11">
                    <a:moveTo>
                      <a:pt x="3" y="0"/>
                    </a:moveTo>
                    <a:lnTo>
                      <a:pt x="9" y="0"/>
                    </a:lnTo>
                    <a:lnTo>
                      <a:pt x="10" y="0"/>
                    </a:lnTo>
                    <a:lnTo>
                      <a:pt x="10" y="4"/>
                    </a:lnTo>
                    <a:lnTo>
                      <a:pt x="7" y="9"/>
                    </a:lnTo>
                    <a:lnTo>
                      <a:pt x="7" y="11"/>
                    </a:lnTo>
                    <a:lnTo>
                      <a:pt x="3" y="11"/>
                    </a:lnTo>
                    <a:lnTo>
                      <a:pt x="0" y="11"/>
                    </a:lnTo>
                    <a:lnTo>
                      <a:pt x="0" y="9"/>
                    </a:lnTo>
                    <a:lnTo>
                      <a:pt x="1" y="4"/>
                    </a:lnTo>
                    <a:lnTo>
                      <a:pt x="1" y="0"/>
                    </a:lnTo>
                    <a:lnTo>
                      <a:pt x="3" y="0"/>
                    </a:lnTo>
                    <a:lnTo>
                      <a:pt x="3" y="9"/>
                    </a:lnTo>
                    <a:lnTo>
                      <a:pt x="1" y="9"/>
                    </a:lnTo>
                    <a:lnTo>
                      <a:pt x="3" y="4"/>
                    </a:lnTo>
                    <a:lnTo>
                      <a:pt x="7" y="4"/>
                    </a:lnTo>
                    <a:lnTo>
                      <a:pt x="3" y="9"/>
                    </a:lnTo>
                    <a:lnTo>
                      <a:pt x="3" y="0"/>
                    </a:lnTo>
                    <a:close/>
                  </a:path>
                </a:pathLst>
              </a:custGeom>
              <a:solidFill>
                <a:srgbClr val="C0C080"/>
              </a:solidFill>
              <a:ln>
                <a:noFill/>
                <a:round/>
              </a:ln>
            </p:spPr>
          </p:sp>
          <p:sp>
            <p:nvSpPr>
              <p:cNvPr id="96076" name=""/>
              <p:cNvSpPr/>
              <p:nvPr/>
            </p:nvSpPr>
            <p:spPr>
              <a:xfrm>
                <a:off x="4739" y="2380"/>
                <a:ext cx="49" cy="3"/>
              </a:xfrm>
              <a:custGeom>
                <a:pathLst>
                  <a:path w="98" h="8">
                    <a:moveTo>
                      <a:pt x="0" y="0"/>
                    </a:moveTo>
                    <a:lnTo>
                      <a:pt x="98" y="0"/>
                    </a:lnTo>
                    <a:lnTo>
                      <a:pt x="97" y="8"/>
                    </a:lnTo>
                    <a:lnTo>
                      <a:pt x="0" y="8"/>
                    </a:lnTo>
                    <a:lnTo>
                      <a:pt x="0" y="0"/>
                    </a:lnTo>
                    <a:close/>
                  </a:path>
                </a:pathLst>
              </a:custGeom>
              <a:solidFill>
                <a:srgbClr val="FF6000"/>
              </a:solidFill>
              <a:ln>
                <a:noFill/>
                <a:round/>
              </a:ln>
            </p:spPr>
          </p:sp>
          <p:sp>
            <p:nvSpPr>
              <p:cNvPr id="96077" name=""/>
              <p:cNvSpPr/>
              <p:nvPr/>
            </p:nvSpPr>
            <p:spPr>
              <a:xfrm>
                <a:off x="4777" y="2376"/>
                <a:ext cx="7" cy="5"/>
              </a:xfrm>
              <a:custGeom>
                <a:pathLst>
                  <a:path w="14" h="11">
                    <a:moveTo>
                      <a:pt x="0" y="11"/>
                    </a:moveTo>
                    <a:lnTo>
                      <a:pt x="9" y="0"/>
                    </a:lnTo>
                    <a:lnTo>
                      <a:pt x="14" y="0"/>
                    </a:lnTo>
                    <a:lnTo>
                      <a:pt x="13" y="11"/>
                    </a:lnTo>
                    <a:lnTo>
                      <a:pt x="9" y="11"/>
                    </a:lnTo>
                    <a:lnTo>
                      <a:pt x="9" y="9"/>
                    </a:lnTo>
                    <a:lnTo>
                      <a:pt x="7" y="9"/>
                    </a:lnTo>
                    <a:lnTo>
                      <a:pt x="9" y="6"/>
                    </a:lnTo>
                    <a:lnTo>
                      <a:pt x="9" y="4"/>
                    </a:lnTo>
                    <a:lnTo>
                      <a:pt x="5" y="11"/>
                    </a:lnTo>
                    <a:lnTo>
                      <a:pt x="0" y="11"/>
                    </a:lnTo>
                    <a:close/>
                  </a:path>
                </a:pathLst>
              </a:custGeom>
              <a:solidFill>
                <a:srgbClr val="C0C080"/>
              </a:solidFill>
              <a:ln>
                <a:noFill/>
                <a:round/>
              </a:ln>
            </p:spPr>
          </p:sp>
          <p:sp>
            <p:nvSpPr>
              <p:cNvPr id="96078" name=""/>
              <p:cNvSpPr/>
              <p:nvPr/>
            </p:nvSpPr>
            <p:spPr>
              <a:xfrm>
                <a:off x="4776" y="2376"/>
                <a:ext cx="6" cy="5"/>
              </a:xfrm>
              <a:custGeom>
                <a:pathLst>
                  <a:path w="13" h="11">
                    <a:moveTo>
                      <a:pt x="0" y="11"/>
                    </a:moveTo>
                    <a:lnTo>
                      <a:pt x="6" y="4"/>
                    </a:lnTo>
                    <a:lnTo>
                      <a:pt x="7" y="0"/>
                    </a:lnTo>
                    <a:lnTo>
                      <a:pt x="13" y="0"/>
                    </a:lnTo>
                    <a:lnTo>
                      <a:pt x="13" y="4"/>
                    </a:lnTo>
                    <a:lnTo>
                      <a:pt x="13" y="6"/>
                    </a:lnTo>
                    <a:lnTo>
                      <a:pt x="11" y="6"/>
                    </a:lnTo>
                    <a:lnTo>
                      <a:pt x="11" y="9"/>
                    </a:lnTo>
                    <a:lnTo>
                      <a:pt x="7" y="9"/>
                    </a:lnTo>
                    <a:lnTo>
                      <a:pt x="6" y="9"/>
                    </a:lnTo>
                    <a:lnTo>
                      <a:pt x="7" y="6"/>
                    </a:lnTo>
                    <a:lnTo>
                      <a:pt x="11" y="4"/>
                    </a:lnTo>
                    <a:lnTo>
                      <a:pt x="7" y="4"/>
                    </a:lnTo>
                    <a:lnTo>
                      <a:pt x="2" y="11"/>
                    </a:lnTo>
                    <a:lnTo>
                      <a:pt x="0" y="11"/>
                    </a:lnTo>
                    <a:close/>
                  </a:path>
                </a:pathLst>
              </a:custGeom>
              <a:solidFill>
                <a:srgbClr val="C0C080"/>
              </a:solidFill>
              <a:ln>
                <a:noFill/>
                <a:round/>
              </a:ln>
            </p:spPr>
          </p:sp>
          <p:sp>
            <p:nvSpPr>
              <p:cNvPr id="96079" name=""/>
              <p:cNvSpPr/>
              <p:nvPr/>
            </p:nvSpPr>
            <p:spPr>
              <a:xfrm>
                <a:off x="4770" y="2376"/>
                <a:ext cx="7" cy="5"/>
              </a:xfrm>
              <a:custGeom>
                <a:pathLst>
                  <a:path w="15" h="11">
                    <a:moveTo>
                      <a:pt x="0" y="11"/>
                    </a:moveTo>
                    <a:lnTo>
                      <a:pt x="4" y="4"/>
                    </a:lnTo>
                    <a:lnTo>
                      <a:pt x="6" y="0"/>
                    </a:lnTo>
                    <a:lnTo>
                      <a:pt x="13" y="0"/>
                    </a:lnTo>
                    <a:lnTo>
                      <a:pt x="15" y="0"/>
                    </a:lnTo>
                    <a:lnTo>
                      <a:pt x="15" y="4"/>
                    </a:lnTo>
                    <a:lnTo>
                      <a:pt x="11" y="11"/>
                    </a:lnTo>
                    <a:lnTo>
                      <a:pt x="9" y="11"/>
                    </a:lnTo>
                    <a:lnTo>
                      <a:pt x="13" y="4"/>
                    </a:lnTo>
                    <a:lnTo>
                      <a:pt x="11" y="4"/>
                    </a:lnTo>
                    <a:lnTo>
                      <a:pt x="6" y="11"/>
                    </a:lnTo>
                    <a:lnTo>
                      <a:pt x="4" y="11"/>
                    </a:lnTo>
                    <a:lnTo>
                      <a:pt x="9" y="4"/>
                    </a:lnTo>
                    <a:lnTo>
                      <a:pt x="6" y="4"/>
                    </a:lnTo>
                    <a:lnTo>
                      <a:pt x="2" y="11"/>
                    </a:lnTo>
                    <a:lnTo>
                      <a:pt x="0" y="11"/>
                    </a:lnTo>
                    <a:close/>
                  </a:path>
                </a:pathLst>
              </a:custGeom>
              <a:solidFill>
                <a:srgbClr val="C0C080"/>
              </a:solidFill>
              <a:ln>
                <a:noFill/>
                <a:round/>
              </a:ln>
            </p:spPr>
          </p:sp>
          <p:sp>
            <p:nvSpPr>
              <p:cNvPr id="96080" name=""/>
              <p:cNvSpPr/>
              <p:nvPr/>
            </p:nvSpPr>
            <p:spPr>
              <a:xfrm>
                <a:off x="4768" y="2376"/>
                <a:ext cx="5" cy="5"/>
              </a:xfrm>
              <a:custGeom>
                <a:pathLst>
                  <a:path w="11" h="11">
                    <a:moveTo>
                      <a:pt x="4" y="0"/>
                    </a:moveTo>
                    <a:lnTo>
                      <a:pt x="9" y="0"/>
                    </a:lnTo>
                    <a:lnTo>
                      <a:pt x="11" y="0"/>
                    </a:lnTo>
                    <a:lnTo>
                      <a:pt x="11" y="4"/>
                    </a:lnTo>
                    <a:lnTo>
                      <a:pt x="9" y="9"/>
                    </a:lnTo>
                    <a:lnTo>
                      <a:pt x="7" y="11"/>
                    </a:lnTo>
                    <a:lnTo>
                      <a:pt x="4" y="11"/>
                    </a:lnTo>
                    <a:lnTo>
                      <a:pt x="2" y="11"/>
                    </a:lnTo>
                    <a:lnTo>
                      <a:pt x="0" y="11"/>
                    </a:lnTo>
                    <a:lnTo>
                      <a:pt x="0" y="9"/>
                    </a:lnTo>
                    <a:lnTo>
                      <a:pt x="2" y="4"/>
                    </a:lnTo>
                    <a:lnTo>
                      <a:pt x="4" y="0"/>
                    </a:lnTo>
                    <a:lnTo>
                      <a:pt x="4" y="9"/>
                    </a:lnTo>
                    <a:lnTo>
                      <a:pt x="2" y="9"/>
                    </a:lnTo>
                    <a:lnTo>
                      <a:pt x="4" y="4"/>
                    </a:lnTo>
                    <a:lnTo>
                      <a:pt x="9" y="4"/>
                    </a:lnTo>
                    <a:lnTo>
                      <a:pt x="4" y="9"/>
                    </a:lnTo>
                    <a:lnTo>
                      <a:pt x="4" y="0"/>
                    </a:lnTo>
                    <a:close/>
                  </a:path>
                </a:pathLst>
              </a:custGeom>
              <a:solidFill>
                <a:srgbClr val="C0C080"/>
              </a:solidFill>
              <a:ln>
                <a:noFill/>
                <a:round/>
              </a:ln>
            </p:spPr>
          </p:sp>
          <p:sp>
            <p:nvSpPr>
              <p:cNvPr id="96081" name=""/>
              <p:cNvSpPr/>
              <p:nvPr/>
            </p:nvSpPr>
            <p:spPr>
              <a:xfrm>
                <a:off x="4763" y="2376"/>
                <a:ext cx="6" cy="5"/>
              </a:xfrm>
              <a:custGeom>
                <a:pathLst>
                  <a:path w="13" h="11">
                    <a:moveTo>
                      <a:pt x="13" y="0"/>
                    </a:moveTo>
                    <a:lnTo>
                      <a:pt x="7" y="0"/>
                    </a:lnTo>
                    <a:lnTo>
                      <a:pt x="6" y="0"/>
                    </a:lnTo>
                    <a:lnTo>
                      <a:pt x="6" y="4"/>
                    </a:lnTo>
                    <a:lnTo>
                      <a:pt x="0" y="9"/>
                    </a:lnTo>
                    <a:lnTo>
                      <a:pt x="0" y="11"/>
                    </a:lnTo>
                    <a:lnTo>
                      <a:pt x="2" y="11"/>
                    </a:lnTo>
                    <a:lnTo>
                      <a:pt x="7" y="11"/>
                    </a:lnTo>
                    <a:lnTo>
                      <a:pt x="7" y="9"/>
                    </a:lnTo>
                    <a:lnTo>
                      <a:pt x="6" y="9"/>
                    </a:lnTo>
                    <a:lnTo>
                      <a:pt x="7" y="4"/>
                    </a:lnTo>
                    <a:lnTo>
                      <a:pt x="13" y="4"/>
                    </a:lnTo>
                    <a:lnTo>
                      <a:pt x="13" y="0"/>
                    </a:lnTo>
                    <a:close/>
                  </a:path>
                </a:pathLst>
              </a:custGeom>
              <a:solidFill>
                <a:srgbClr val="C0C080"/>
              </a:solidFill>
              <a:ln>
                <a:noFill/>
                <a:round/>
              </a:ln>
            </p:spPr>
          </p:sp>
          <p:sp>
            <p:nvSpPr>
              <p:cNvPr id="96082" name=""/>
              <p:cNvSpPr/>
              <p:nvPr/>
            </p:nvSpPr>
            <p:spPr>
              <a:xfrm>
                <a:off x="4813" y="2372"/>
                <a:ext cx="7" cy="17"/>
              </a:xfrm>
              <a:custGeom>
                <a:pathLst>
                  <a:path w="15" h="34">
                    <a:moveTo>
                      <a:pt x="15" y="0"/>
                    </a:moveTo>
                    <a:lnTo>
                      <a:pt x="2" y="0"/>
                    </a:lnTo>
                    <a:lnTo>
                      <a:pt x="0" y="6"/>
                    </a:lnTo>
                    <a:lnTo>
                      <a:pt x="0" y="29"/>
                    </a:lnTo>
                    <a:lnTo>
                      <a:pt x="6" y="33"/>
                    </a:lnTo>
                    <a:lnTo>
                      <a:pt x="15" y="34"/>
                    </a:lnTo>
                    <a:lnTo>
                      <a:pt x="13" y="31"/>
                    </a:lnTo>
                    <a:lnTo>
                      <a:pt x="9" y="27"/>
                    </a:lnTo>
                    <a:lnTo>
                      <a:pt x="9" y="7"/>
                    </a:lnTo>
                    <a:lnTo>
                      <a:pt x="9" y="4"/>
                    </a:lnTo>
                    <a:lnTo>
                      <a:pt x="13" y="2"/>
                    </a:lnTo>
                    <a:lnTo>
                      <a:pt x="15" y="0"/>
                    </a:lnTo>
                    <a:close/>
                  </a:path>
                </a:pathLst>
              </a:custGeom>
              <a:solidFill>
                <a:srgbClr val="A0A070"/>
              </a:solidFill>
              <a:ln>
                <a:noFill/>
                <a:round/>
              </a:ln>
            </p:spPr>
          </p:sp>
          <p:sp>
            <p:nvSpPr>
              <p:cNvPr id="96083" name=""/>
              <p:cNvSpPr/>
              <p:nvPr/>
            </p:nvSpPr>
            <p:spPr>
              <a:xfrm>
                <a:off x="4816" y="2371"/>
                <a:ext cx="21" cy="18"/>
              </a:xfrm>
              <a:custGeom>
                <a:pathLst>
                  <a:path w="41" h="36">
                    <a:moveTo>
                      <a:pt x="7" y="36"/>
                    </a:moveTo>
                    <a:lnTo>
                      <a:pt x="34" y="36"/>
                    </a:lnTo>
                    <a:lnTo>
                      <a:pt x="36" y="36"/>
                    </a:lnTo>
                    <a:lnTo>
                      <a:pt x="37" y="35"/>
                    </a:lnTo>
                    <a:lnTo>
                      <a:pt x="39" y="33"/>
                    </a:lnTo>
                    <a:lnTo>
                      <a:pt x="39" y="31"/>
                    </a:lnTo>
                    <a:lnTo>
                      <a:pt x="41" y="31"/>
                    </a:lnTo>
                    <a:lnTo>
                      <a:pt x="41" y="27"/>
                    </a:lnTo>
                    <a:lnTo>
                      <a:pt x="41" y="26"/>
                    </a:lnTo>
                    <a:lnTo>
                      <a:pt x="41" y="11"/>
                    </a:lnTo>
                    <a:lnTo>
                      <a:pt x="41" y="9"/>
                    </a:lnTo>
                    <a:lnTo>
                      <a:pt x="39" y="6"/>
                    </a:lnTo>
                    <a:lnTo>
                      <a:pt x="39" y="4"/>
                    </a:lnTo>
                    <a:lnTo>
                      <a:pt x="37" y="2"/>
                    </a:lnTo>
                    <a:lnTo>
                      <a:pt x="34" y="0"/>
                    </a:lnTo>
                    <a:lnTo>
                      <a:pt x="7" y="0"/>
                    </a:lnTo>
                    <a:lnTo>
                      <a:pt x="3" y="2"/>
                    </a:lnTo>
                    <a:lnTo>
                      <a:pt x="2" y="4"/>
                    </a:lnTo>
                    <a:lnTo>
                      <a:pt x="2" y="6"/>
                    </a:lnTo>
                    <a:lnTo>
                      <a:pt x="0" y="9"/>
                    </a:lnTo>
                    <a:lnTo>
                      <a:pt x="0" y="11"/>
                    </a:lnTo>
                    <a:lnTo>
                      <a:pt x="0" y="26"/>
                    </a:lnTo>
                    <a:lnTo>
                      <a:pt x="0" y="27"/>
                    </a:lnTo>
                    <a:lnTo>
                      <a:pt x="0" y="31"/>
                    </a:lnTo>
                    <a:lnTo>
                      <a:pt x="2" y="31"/>
                    </a:lnTo>
                    <a:lnTo>
                      <a:pt x="2" y="33"/>
                    </a:lnTo>
                    <a:lnTo>
                      <a:pt x="3" y="35"/>
                    </a:lnTo>
                    <a:lnTo>
                      <a:pt x="7" y="36"/>
                    </a:lnTo>
                    <a:close/>
                  </a:path>
                </a:pathLst>
              </a:custGeom>
              <a:solidFill>
                <a:srgbClr val="505020"/>
              </a:solidFill>
              <a:ln>
                <a:noFill/>
                <a:round/>
              </a:ln>
            </p:spPr>
          </p:sp>
          <p:sp>
            <p:nvSpPr>
              <p:cNvPr id="96084" name=""/>
              <p:cNvSpPr/>
              <p:nvPr/>
            </p:nvSpPr>
            <p:spPr>
              <a:xfrm>
                <a:off x="4816" y="2372"/>
                <a:ext cx="21" cy="17"/>
              </a:xfrm>
              <a:custGeom>
                <a:pathLst>
                  <a:path w="41" h="34">
                    <a:moveTo>
                      <a:pt x="3" y="0"/>
                    </a:moveTo>
                    <a:lnTo>
                      <a:pt x="0" y="4"/>
                    </a:lnTo>
                    <a:lnTo>
                      <a:pt x="0" y="31"/>
                    </a:lnTo>
                    <a:lnTo>
                      <a:pt x="2" y="34"/>
                    </a:lnTo>
                    <a:lnTo>
                      <a:pt x="39" y="34"/>
                    </a:lnTo>
                    <a:lnTo>
                      <a:pt x="41" y="31"/>
                    </a:lnTo>
                    <a:lnTo>
                      <a:pt x="41" y="4"/>
                    </a:lnTo>
                    <a:lnTo>
                      <a:pt x="39" y="0"/>
                    </a:lnTo>
                    <a:lnTo>
                      <a:pt x="3" y="0"/>
                    </a:lnTo>
                    <a:close/>
                  </a:path>
                </a:pathLst>
              </a:custGeom>
              <a:solidFill>
                <a:srgbClr val="706040"/>
              </a:solidFill>
              <a:ln>
                <a:noFill/>
                <a:round/>
              </a:ln>
            </p:spPr>
          </p:sp>
          <p:sp>
            <p:nvSpPr>
              <p:cNvPr id="96085" name=""/>
              <p:cNvSpPr/>
              <p:nvPr/>
            </p:nvSpPr>
            <p:spPr>
              <a:xfrm>
                <a:off x="4817" y="2372"/>
                <a:ext cx="20" cy="17"/>
              </a:xfrm>
              <a:custGeom>
                <a:pathLst>
                  <a:path w="39" h="34">
                    <a:moveTo>
                      <a:pt x="3" y="0"/>
                    </a:moveTo>
                    <a:lnTo>
                      <a:pt x="0" y="2"/>
                    </a:lnTo>
                    <a:lnTo>
                      <a:pt x="0" y="31"/>
                    </a:lnTo>
                    <a:lnTo>
                      <a:pt x="1" y="34"/>
                    </a:lnTo>
                    <a:lnTo>
                      <a:pt x="37" y="34"/>
                    </a:lnTo>
                    <a:lnTo>
                      <a:pt x="39" y="31"/>
                    </a:lnTo>
                    <a:lnTo>
                      <a:pt x="39" y="4"/>
                    </a:lnTo>
                    <a:lnTo>
                      <a:pt x="37" y="0"/>
                    </a:lnTo>
                    <a:lnTo>
                      <a:pt x="3" y="0"/>
                    </a:lnTo>
                    <a:close/>
                  </a:path>
                </a:pathLst>
              </a:custGeom>
              <a:solidFill>
                <a:srgbClr val="808060"/>
              </a:solidFill>
              <a:ln>
                <a:noFill/>
                <a:round/>
              </a:ln>
            </p:spPr>
          </p:sp>
          <p:sp>
            <p:nvSpPr>
              <p:cNvPr id="96086" name=""/>
              <p:cNvSpPr/>
              <p:nvPr/>
            </p:nvSpPr>
            <p:spPr>
              <a:xfrm>
                <a:off x="4820" y="2373"/>
                <a:ext cx="15" cy="12"/>
              </a:xfrm>
              <a:custGeom>
                <a:pathLst>
                  <a:path w="28" h="23">
                    <a:moveTo>
                      <a:pt x="2" y="0"/>
                    </a:moveTo>
                    <a:lnTo>
                      <a:pt x="0" y="2"/>
                    </a:lnTo>
                    <a:lnTo>
                      <a:pt x="0" y="21"/>
                    </a:lnTo>
                    <a:lnTo>
                      <a:pt x="2" y="23"/>
                    </a:lnTo>
                    <a:lnTo>
                      <a:pt x="27" y="23"/>
                    </a:lnTo>
                    <a:lnTo>
                      <a:pt x="28" y="21"/>
                    </a:lnTo>
                    <a:lnTo>
                      <a:pt x="28" y="3"/>
                    </a:lnTo>
                    <a:lnTo>
                      <a:pt x="27" y="0"/>
                    </a:lnTo>
                    <a:lnTo>
                      <a:pt x="2" y="0"/>
                    </a:lnTo>
                    <a:close/>
                  </a:path>
                </a:pathLst>
              </a:custGeom>
              <a:solidFill>
                <a:srgbClr val="C0C080"/>
              </a:solidFill>
              <a:ln>
                <a:noFill/>
                <a:round/>
              </a:ln>
            </p:spPr>
          </p:sp>
          <p:sp>
            <p:nvSpPr>
              <p:cNvPr id="96087" name=""/>
              <p:cNvSpPr/>
              <p:nvPr/>
            </p:nvSpPr>
            <p:spPr>
              <a:xfrm>
                <a:off x="4822" y="2376"/>
                <a:ext cx="3" cy="4"/>
              </a:xfrm>
              <a:custGeom>
                <a:pathLst>
                  <a:path w="6" h="7">
                    <a:moveTo>
                      <a:pt x="4" y="0"/>
                    </a:moveTo>
                    <a:lnTo>
                      <a:pt x="4" y="2"/>
                    </a:lnTo>
                    <a:lnTo>
                      <a:pt x="4" y="2"/>
                    </a:lnTo>
                    <a:lnTo>
                      <a:pt x="6" y="4"/>
                    </a:lnTo>
                    <a:lnTo>
                      <a:pt x="6" y="4"/>
                    </a:lnTo>
                    <a:lnTo>
                      <a:pt x="4" y="6"/>
                    </a:lnTo>
                    <a:lnTo>
                      <a:pt x="4" y="7"/>
                    </a:lnTo>
                    <a:lnTo>
                      <a:pt x="2" y="7"/>
                    </a:lnTo>
                    <a:lnTo>
                      <a:pt x="0" y="6"/>
                    </a:lnTo>
                    <a:lnTo>
                      <a:pt x="0" y="4"/>
                    </a:lnTo>
                    <a:lnTo>
                      <a:pt x="0" y="4"/>
                    </a:lnTo>
                    <a:lnTo>
                      <a:pt x="0" y="2"/>
                    </a:lnTo>
                    <a:lnTo>
                      <a:pt x="2" y="2"/>
                    </a:lnTo>
                    <a:lnTo>
                      <a:pt x="4" y="0"/>
                    </a:lnTo>
                  </a:path>
                </a:pathLst>
              </a:custGeom>
              <a:noFill/>
              <a:ln w="11113">
                <a:solidFill>
                  <a:srgbClr val="000000"/>
                </a:solidFill>
                <a:prstDash val="solid"/>
                <a:round/>
              </a:ln>
            </p:spPr>
          </p:sp>
          <p:cxnSp>
            <p:nvCxnSpPr>
              <p:cNvPr id="96088" name=""/>
              <p:cNvCxnSpPr/>
              <p:nvPr/>
            </p:nvCxnSpPr>
            <p:spPr>
              <a:xfrm>
                <a:off x="4829" y="2376"/>
                <a:ext cx="1" cy="7"/>
              </a:xfrm>
              <a:prstGeom prst="line">
                <a:avLst/>
              </a:prstGeom>
              <a:noFill/>
              <a:ln w="11113">
                <a:solidFill>
                  <a:prstClr val="black"/>
                </a:solidFill>
                <a:miter lim="800000"/>
              </a:ln>
            </p:spPr>
          </p:cxnSp>
          <p:sp>
            <p:nvSpPr>
              <p:cNvPr id="96089" name=""/>
              <p:cNvSpPr/>
              <p:nvPr/>
            </p:nvSpPr>
            <p:spPr>
              <a:xfrm>
                <a:off x="4785" y="2371"/>
                <a:ext cx="52" cy="3"/>
              </a:xfrm>
              <a:prstGeom prst="rect">
                <a:avLst/>
              </a:prstGeom>
              <a:solidFill>
                <a:srgbClr val="808060"/>
              </a:solidFill>
              <a:ln>
                <a:noFill/>
                <a:miter lim="800000"/>
              </a:ln>
            </p:spPr>
          </p:sp>
          <p:sp>
            <p:nvSpPr>
              <p:cNvPr id="96090" name=""/>
              <p:cNvSpPr/>
              <p:nvPr/>
            </p:nvSpPr>
            <p:spPr>
              <a:xfrm>
                <a:off x="4785" y="2382"/>
                <a:ext cx="8" cy="8"/>
              </a:xfrm>
              <a:custGeom>
                <a:pathLst>
                  <a:path w="16" h="14">
                    <a:moveTo>
                      <a:pt x="0" y="9"/>
                    </a:moveTo>
                    <a:lnTo>
                      <a:pt x="0" y="14"/>
                    </a:lnTo>
                    <a:lnTo>
                      <a:pt x="6" y="14"/>
                    </a:lnTo>
                    <a:lnTo>
                      <a:pt x="9" y="11"/>
                    </a:lnTo>
                    <a:lnTo>
                      <a:pt x="11" y="5"/>
                    </a:lnTo>
                    <a:lnTo>
                      <a:pt x="14" y="3"/>
                    </a:lnTo>
                    <a:lnTo>
                      <a:pt x="16" y="0"/>
                    </a:lnTo>
                    <a:lnTo>
                      <a:pt x="14" y="0"/>
                    </a:lnTo>
                    <a:lnTo>
                      <a:pt x="7" y="5"/>
                    </a:lnTo>
                    <a:lnTo>
                      <a:pt x="6" y="9"/>
                    </a:lnTo>
                    <a:lnTo>
                      <a:pt x="0" y="9"/>
                    </a:lnTo>
                    <a:close/>
                  </a:path>
                </a:pathLst>
              </a:custGeom>
              <a:solidFill>
                <a:srgbClr val="808060"/>
              </a:solidFill>
              <a:ln>
                <a:noFill/>
                <a:round/>
              </a:ln>
            </p:spPr>
          </p:sp>
          <p:sp>
            <p:nvSpPr>
              <p:cNvPr id="96091" name=""/>
              <p:cNvSpPr/>
              <p:nvPr/>
            </p:nvSpPr>
            <p:spPr>
              <a:xfrm>
                <a:off x="4833" y="2371"/>
                <a:ext cx="10" cy="18"/>
              </a:xfrm>
              <a:custGeom>
                <a:pathLst>
                  <a:path w="20" h="36">
                    <a:moveTo>
                      <a:pt x="11" y="36"/>
                    </a:moveTo>
                    <a:lnTo>
                      <a:pt x="12" y="35"/>
                    </a:lnTo>
                    <a:lnTo>
                      <a:pt x="14" y="33"/>
                    </a:lnTo>
                    <a:lnTo>
                      <a:pt x="18" y="29"/>
                    </a:lnTo>
                    <a:lnTo>
                      <a:pt x="20" y="26"/>
                    </a:lnTo>
                    <a:lnTo>
                      <a:pt x="20" y="20"/>
                    </a:lnTo>
                    <a:lnTo>
                      <a:pt x="20" y="13"/>
                    </a:lnTo>
                    <a:lnTo>
                      <a:pt x="18" y="11"/>
                    </a:lnTo>
                    <a:lnTo>
                      <a:pt x="14" y="8"/>
                    </a:lnTo>
                    <a:lnTo>
                      <a:pt x="12" y="6"/>
                    </a:lnTo>
                    <a:lnTo>
                      <a:pt x="7" y="2"/>
                    </a:lnTo>
                    <a:lnTo>
                      <a:pt x="5" y="2"/>
                    </a:lnTo>
                    <a:lnTo>
                      <a:pt x="0" y="0"/>
                    </a:lnTo>
                    <a:lnTo>
                      <a:pt x="0" y="4"/>
                    </a:lnTo>
                    <a:lnTo>
                      <a:pt x="5" y="6"/>
                    </a:lnTo>
                    <a:lnTo>
                      <a:pt x="7" y="8"/>
                    </a:lnTo>
                    <a:lnTo>
                      <a:pt x="12" y="11"/>
                    </a:lnTo>
                    <a:lnTo>
                      <a:pt x="14" y="13"/>
                    </a:lnTo>
                    <a:lnTo>
                      <a:pt x="14" y="17"/>
                    </a:lnTo>
                    <a:lnTo>
                      <a:pt x="14" y="20"/>
                    </a:lnTo>
                    <a:lnTo>
                      <a:pt x="14" y="24"/>
                    </a:lnTo>
                    <a:lnTo>
                      <a:pt x="14" y="27"/>
                    </a:lnTo>
                    <a:lnTo>
                      <a:pt x="14" y="29"/>
                    </a:lnTo>
                    <a:lnTo>
                      <a:pt x="12" y="33"/>
                    </a:lnTo>
                    <a:lnTo>
                      <a:pt x="11" y="36"/>
                    </a:lnTo>
                    <a:close/>
                  </a:path>
                </a:pathLst>
              </a:custGeom>
              <a:solidFill>
                <a:srgbClr val="808060"/>
              </a:solidFill>
              <a:ln>
                <a:noFill/>
                <a:round/>
              </a:ln>
            </p:spPr>
          </p:sp>
          <p:sp>
            <p:nvSpPr>
              <p:cNvPr id="96092" name=""/>
              <p:cNvSpPr/>
              <p:nvPr/>
            </p:nvSpPr>
            <p:spPr>
              <a:xfrm>
                <a:off x="4794" y="2371"/>
                <a:ext cx="21" cy="18"/>
              </a:xfrm>
              <a:custGeom>
                <a:pathLst>
                  <a:path w="43" h="36">
                    <a:moveTo>
                      <a:pt x="22" y="0"/>
                    </a:moveTo>
                    <a:lnTo>
                      <a:pt x="32" y="0"/>
                    </a:lnTo>
                    <a:lnTo>
                      <a:pt x="36" y="2"/>
                    </a:lnTo>
                    <a:lnTo>
                      <a:pt x="39" y="4"/>
                    </a:lnTo>
                    <a:lnTo>
                      <a:pt x="41" y="8"/>
                    </a:lnTo>
                    <a:lnTo>
                      <a:pt x="41" y="11"/>
                    </a:lnTo>
                    <a:lnTo>
                      <a:pt x="43" y="15"/>
                    </a:lnTo>
                    <a:lnTo>
                      <a:pt x="43" y="17"/>
                    </a:lnTo>
                    <a:lnTo>
                      <a:pt x="43" y="22"/>
                    </a:lnTo>
                    <a:lnTo>
                      <a:pt x="43" y="26"/>
                    </a:lnTo>
                    <a:lnTo>
                      <a:pt x="41" y="27"/>
                    </a:lnTo>
                    <a:lnTo>
                      <a:pt x="41" y="31"/>
                    </a:lnTo>
                    <a:lnTo>
                      <a:pt x="38" y="35"/>
                    </a:lnTo>
                    <a:lnTo>
                      <a:pt x="36" y="36"/>
                    </a:lnTo>
                    <a:lnTo>
                      <a:pt x="34" y="36"/>
                    </a:lnTo>
                    <a:lnTo>
                      <a:pt x="32" y="36"/>
                    </a:lnTo>
                    <a:lnTo>
                      <a:pt x="0" y="36"/>
                    </a:lnTo>
                    <a:lnTo>
                      <a:pt x="22" y="0"/>
                    </a:lnTo>
                    <a:close/>
                  </a:path>
                </a:pathLst>
              </a:custGeom>
              <a:solidFill>
                <a:srgbClr val="C0C080"/>
              </a:solidFill>
              <a:ln>
                <a:noFill/>
                <a:round/>
              </a:ln>
            </p:spPr>
          </p:sp>
          <p:sp>
            <p:nvSpPr>
              <p:cNvPr id="96093" name=""/>
              <p:cNvSpPr/>
              <p:nvPr/>
            </p:nvSpPr>
            <p:spPr>
              <a:xfrm>
                <a:off x="4802" y="2371"/>
                <a:ext cx="8" cy="3"/>
              </a:xfrm>
              <a:custGeom>
                <a:pathLst>
                  <a:path w="14" h="8">
                    <a:moveTo>
                      <a:pt x="14" y="0"/>
                    </a:moveTo>
                    <a:lnTo>
                      <a:pt x="0" y="0"/>
                    </a:lnTo>
                    <a:lnTo>
                      <a:pt x="14" y="8"/>
                    </a:lnTo>
                    <a:lnTo>
                      <a:pt x="14" y="0"/>
                    </a:lnTo>
                    <a:close/>
                  </a:path>
                </a:pathLst>
              </a:custGeom>
              <a:solidFill>
                <a:srgbClr val="808050"/>
              </a:solidFill>
              <a:ln>
                <a:noFill/>
                <a:round/>
              </a:ln>
            </p:spPr>
          </p:sp>
          <p:sp>
            <p:nvSpPr>
              <p:cNvPr id="96094" name=""/>
              <p:cNvSpPr/>
              <p:nvPr/>
            </p:nvSpPr>
            <p:spPr>
              <a:xfrm>
                <a:off x="4808" y="2371"/>
                <a:ext cx="7" cy="10"/>
              </a:xfrm>
              <a:custGeom>
                <a:pathLst>
                  <a:path w="14" h="20">
                    <a:moveTo>
                      <a:pt x="14" y="20"/>
                    </a:moveTo>
                    <a:lnTo>
                      <a:pt x="14" y="18"/>
                    </a:lnTo>
                    <a:lnTo>
                      <a:pt x="14" y="11"/>
                    </a:lnTo>
                    <a:lnTo>
                      <a:pt x="12" y="9"/>
                    </a:lnTo>
                    <a:lnTo>
                      <a:pt x="12" y="8"/>
                    </a:lnTo>
                    <a:lnTo>
                      <a:pt x="9" y="4"/>
                    </a:lnTo>
                    <a:lnTo>
                      <a:pt x="5" y="2"/>
                    </a:lnTo>
                    <a:lnTo>
                      <a:pt x="5" y="0"/>
                    </a:lnTo>
                    <a:lnTo>
                      <a:pt x="2" y="0"/>
                    </a:lnTo>
                    <a:lnTo>
                      <a:pt x="0" y="0"/>
                    </a:lnTo>
                    <a:lnTo>
                      <a:pt x="0" y="2"/>
                    </a:lnTo>
                    <a:lnTo>
                      <a:pt x="2" y="2"/>
                    </a:lnTo>
                    <a:lnTo>
                      <a:pt x="5" y="2"/>
                    </a:lnTo>
                    <a:lnTo>
                      <a:pt x="5" y="4"/>
                    </a:lnTo>
                    <a:lnTo>
                      <a:pt x="7" y="8"/>
                    </a:lnTo>
                    <a:lnTo>
                      <a:pt x="9" y="8"/>
                    </a:lnTo>
                    <a:lnTo>
                      <a:pt x="9" y="9"/>
                    </a:lnTo>
                    <a:lnTo>
                      <a:pt x="12" y="11"/>
                    </a:lnTo>
                    <a:lnTo>
                      <a:pt x="12" y="13"/>
                    </a:lnTo>
                    <a:lnTo>
                      <a:pt x="12" y="18"/>
                    </a:lnTo>
                    <a:lnTo>
                      <a:pt x="12" y="20"/>
                    </a:lnTo>
                    <a:lnTo>
                      <a:pt x="14" y="20"/>
                    </a:lnTo>
                    <a:close/>
                  </a:path>
                </a:pathLst>
              </a:custGeom>
              <a:solidFill>
                <a:srgbClr val="808050"/>
              </a:solidFill>
              <a:ln>
                <a:noFill/>
                <a:round/>
              </a:ln>
            </p:spPr>
          </p:sp>
          <p:sp>
            <p:nvSpPr>
              <p:cNvPr id="96095" name=""/>
              <p:cNvSpPr/>
              <p:nvPr/>
            </p:nvSpPr>
            <p:spPr>
              <a:xfrm>
                <a:off x="4813" y="2377"/>
                <a:ext cx="2" cy="5"/>
              </a:xfrm>
              <a:prstGeom prst="rect">
                <a:avLst/>
              </a:prstGeom>
              <a:solidFill>
                <a:srgbClr val="808050"/>
              </a:solidFill>
              <a:ln>
                <a:noFill/>
                <a:miter lim="800000"/>
              </a:ln>
            </p:spPr>
          </p:sp>
          <p:sp>
            <p:nvSpPr>
              <p:cNvPr id="96096" name=""/>
              <p:cNvSpPr/>
              <p:nvPr/>
            </p:nvSpPr>
            <p:spPr>
              <a:xfrm>
                <a:off x="4808" y="2380"/>
                <a:ext cx="7" cy="10"/>
              </a:xfrm>
              <a:custGeom>
                <a:pathLst>
                  <a:path w="14" h="20">
                    <a:moveTo>
                      <a:pt x="0" y="20"/>
                    </a:moveTo>
                    <a:lnTo>
                      <a:pt x="2" y="20"/>
                    </a:lnTo>
                    <a:lnTo>
                      <a:pt x="5" y="20"/>
                    </a:lnTo>
                    <a:lnTo>
                      <a:pt x="5" y="18"/>
                    </a:lnTo>
                    <a:lnTo>
                      <a:pt x="7" y="18"/>
                    </a:lnTo>
                    <a:lnTo>
                      <a:pt x="9" y="17"/>
                    </a:lnTo>
                    <a:lnTo>
                      <a:pt x="12" y="13"/>
                    </a:lnTo>
                    <a:lnTo>
                      <a:pt x="12" y="11"/>
                    </a:lnTo>
                    <a:lnTo>
                      <a:pt x="14" y="9"/>
                    </a:lnTo>
                    <a:lnTo>
                      <a:pt x="14" y="2"/>
                    </a:lnTo>
                    <a:lnTo>
                      <a:pt x="14" y="0"/>
                    </a:lnTo>
                    <a:lnTo>
                      <a:pt x="12" y="0"/>
                    </a:lnTo>
                    <a:lnTo>
                      <a:pt x="12" y="2"/>
                    </a:lnTo>
                    <a:lnTo>
                      <a:pt x="12" y="8"/>
                    </a:lnTo>
                    <a:lnTo>
                      <a:pt x="12" y="9"/>
                    </a:lnTo>
                    <a:lnTo>
                      <a:pt x="9" y="11"/>
                    </a:lnTo>
                    <a:lnTo>
                      <a:pt x="9" y="13"/>
                    </a:lnTo>
                    <a:lnTo>
                      <a:pt x="7" y="13"/>
                    </a:lnTo>
                    <a:lnTo>
                      <a:pt x="7" y="17"/>
                    </a:lnTo>
                    <a:lnTo>
                      <a:pt x="5" y="17"/>
                    </a:lnTo>
                    <a:lnTo>
                      <a:pt x="5" y="18"/>
                    </a:lnTo>
                    <a:lnTo>
                      <a:pt x="2" y="18"/>
                    </a:lnTo>
                    <a:lnTo>
                      <a:pt x="0" y="18"/>
                    </a:lnTo>
                    <a:lnTo>
                      <a:pt x="0" y="20"/>
                    </a:lnTo>
                    <a:close/>
                  </a:path>
                </a:pathLst>
              </a:custGeom>
              <a:solidFill>
                <a:srgbClr val="808050"/>
              </a:solidFill>
              <a:ln>
                <a:noFill/>
                <a:round/>
              </a:ln>
            </p:spPr>
          </p:sp>
          <p:sp>
            <p:nvSpPr>
              <p:cNvPr id="96097" name=""/>
              <p:cNvSpPr/>
              <p:nvPr/>
            </p:nvSpPr>
            <p:spPr>
              <a:xfrm>
                <a:off x="4802" y="2385"/>
                <a:ext cx="8" cy="5"/>
              </a:xfrm>
              <a:prstGeom prst="rect">
                <a:avLst/>
              </a:prstGeom>
              <a:solidFill>
                <a:srgbClr val="808050"/>
              </a:solidFill>
              <a:ln>
                <a:noFill/>
                <a:miter lim="800000"/>
              </a:ln>
            </p:spPr>
          </p:sp>
          <p:sp>
            <p:nvSpPr>
              <p:cNvPr id="96098" name=""/>
              <p:cNvSpPr/>
              <p:nvPr/>
            </p:nvSpPr>
            <p:spPr>
              <a:xfrm>
                <a:off x="4794" y="2385"/>
                <a:ext cx="11" cy="5"/>
              </a:xfrm>
              <a:custGeom>
                <a:pathLst>
                  <a:path w="23" h="9">
                    <a:moveTo>
                      <a:pt x="0" y="0"/>
                    </a:moveTo>
                    <a:lnTo>
                      <a:pt x="0" y="9"/>
                    </a:lnTo>
                    <a:lnTo>
                      <a:pt x="23" y="9"/>
                    </a:lnTo>
                    <a:lnTo>
                      <a:pt x="23" y="0"/>
                    </a:lnTo>
                    <a:lnTo>
                      <a:pt x="0" y="0"/>
                    </a:lnTo>
                    <a:lnTo>
                      <a:pt x="2" y="0"/>
                    </a:lnTo>
                    <a:lnTo>
                      <a:pt x="0" y="0"/>
                    </a:lnTo>
                    <a:lnTo>
                      <a:pt x="0" y="9"/>
                    </a:lnTo>
                    <a:lnTo>
                      <a:pt x="0" y="0"/>
                    </a:lnTo>
                    <a:close/>
                  </a:path>
                </a:pathLst>
              </a:custGeom>
              <a:solidFill>
                <a:srgbClr val="808050"/>
              </a:solidFill>
              <a:ln>
                <a:noFill/>
                <a:round/>
              </a:ln>
            </p:spPr>
          </p:sp>
          <p:sp>
            <p:nvSpPr>
              <p:cNvPr id="96099" name=""/>
              <p:cNvSpPr/>
              <p:nvPr/>
            </p:nvSpPr>
            <p:spPr>
              <a:xfrm>
                <a:off x="4792" y="2371"/>
                <a:ext cx="4" cy="18"/>
              </a:xfrm>
              <a:custGeom>
                <a:pathLst>
                  <a:path w="9" h="36">
                    <a:moveTo>
                      <a:pt x="6" y="0"/>
                    </a:moveTo>
                    <a:lnTo>
                      <a:pt x="0" y="0"/>
                    </a:lnTo>
                    <a:lnTo>
                      <a:pt x="6" y="36"/>
                    </a:lnTo>
                    <a:lnTo>
                      <a:pt x="9" y="36"/>
                    </a:lnTo>
                    <a:lnTo>
                      <a:pt x="6" y="0"/>
                    </a:lnTo>
                    <a:lnTo>
                      <a:pt x="6" y="2"/>
                    </a:lnTo>
                    <a:lnTo>
                      <a:pt x="6" y="0"/>
                    </a:lnTo>
                    <a:lnTo>
                      <a:pt x="0" y="0"/>
                    </a:lnTo>
                    <a:lnTo>
                      <a:pt x="6" y="0"/>
                    </a:lnTo>
                    <a:close/>
                  </a:path>
                </a:pathLst>
              </a:custGeom>
              <a:solidFill>
                <a:srgbClr val="808050"/>
              </a:solidFill>
              <a:ln>
                <a:noFill/>
                <a:round/>
              </a:ln>
            </p:spPr>
          </p:sp>
          <p:sp>
            <p:nvSpPr>
              <p:cNvPr id="96100" name=""/>
              <p:cNvSpPr/>
              <p:nvPr/>
            </p:nvSpPr>
            <p:spPr>
              <a:xfrm>
                <a:off x="4794" y="2371"/>
                <a:ext cx="11" cy="3"/>
              </a:xfrm>
              <a:custGeom>
                <a:pathLst>
                  <a:path w="23" h="8">
                    <a:moveTo>
                      <a:pt x="23" y="0"/>
                    </a:moveTo>
                    <a:lnTo>
                      <a:pt x="0" y="0"/>
                    </a:lnTo>
                    <a:lnTo>
                      <a:pt x="23" y="8"/>
                    </a:lnTo>
                    <a:lnTo>
                      <a:pt x="23" y="0"/>
                    </a:lnTo>
                    <a:close/>
                  </a:path>
                </a:pathLst>
              </a:custGeom>
              <a:solidFill>
                <a:srgbClr val="808050"/>
              </a:solidFill>
              <a:ln>
                <a:noFill/>
                <a:round/>
              </a:ln>
            </p:spPr>
          </p:sp>
          <p:sp>
            <p:nvSpPr>
              <p:cNvPr id="96101" name=""/>
              <p:cNvSpPr/>
              <p:nvPr/>
            </p:nvSpPr>
            <p:spPr>
              <a:xfrm>
                <a:off x="4801" y="2373"/>
                <a:ext cx="10" cy="16"/>
              </a:xfrm>
              <a:custGeom>
                <a:pathLst>
                  <a:path w="22" h="30">
                    <a:moveTo>
                      <a:pt x="13" y="0"/>
                    </a:moveTo>
                    <a:lnTo>
                      <a:pt x="0" y="27"/>
                    </a:lnTo>
                    <a:lnTo>
                      <a:pt x="0" y="30"/>
                    </a:lnTo>
                    <a:lnTo>
                      <a:pt x="8" y="30"/>
                    </a:lnTo>
                    <a:lnTo>
                      <a:pt x="8" y="27"/>
                    </a:lnTo>
                    <a:lnTo>
                      <a:pt x="22" y="0"/>
                    </a:lnTo>
                    <a:lnTo>
                      <a:pt x="13" y="0"/>
                    </a:lnTo>
                    <a:close/>
                  </a:path>
                </a:pathLst>
              </a:custGeom>
              <a:solidFill>
                <a:srgbClr val="E0E0B0"/>
              </a:solidFill>
              <a:ln>
                <a:noFill/>
                <a:round/>
              </a:ln>
            </p:spPr>
          </p:sp>
          <p:sp>
            <p:nvSpPr>
              <p:cNvPr id="96102" name=""/>
              <p:cNvSpPr/>
              <p:nvPr/>
            </p:nvSpPr>
            <p:spPr>
              <a:xfrm>
                <a:off x="4804" y="2373"/>
                <a:ext cx="10" cy="16"/>
              </a:xfrm>
              <a:custGeom>
                <a:pathLst>
                  <a:path w="19" h="30">
                    <a:moveTo>
                      <a:pt x="12" y="0"/>
                    </a:moveTo>
                    <a:lnTo>
                      <a:pt x="0" y="29"/>
                    </a:lnTo>
                    <a:lnTo>
                      <a:pt x="1" y="30"/>
                    </a:lnTo>
                    <a:lnTo>
                      <a:pt x="10" y="30"/>
                    </a:lnTo>
                    <a:lnTo>
                      <a:pt x="10" y="29"/>
                    </a:lnTo>
                    <a:lnTo>
                      <a:pt x="19" y="11"/>
                    </a:lnTo>
                    <a:lnTo>
                      <a:pt x="19" y="9"/>
                    </a:lnTo>
                    <a:lnTo>
                      <a:pt x="17" y="5"/>
                    </a:lnTo>
                    <a:lnTo>
                      <a:pt x="17" y="3"/>
                    </a:lnTo>
                    <a:lnTo>
                      <a:pt x="12" y="0"/>
                    </a:lnTo>
                    <a:close/>
                  </a:path>
                </a:pathLst>
              </a:custGeom>
              <a:solidFill>
                <a:srgbClr val="E0E0B0"/>
              </a:solidFill>
              <a:ln>
                <a:noFill/>
                <a:round/>
              </a:ln>
            </p:spPr>
          </p:sp>
          <p:sp>
            <p:nvSpPr>
              <p:cNvPr id="96103" name=""/>
              <p:cNvSpPr/>
              <p:nvPr/>
            </p:nvSpPr>
            <p:spPr>
              <a:xfrm>
                <a:off x="4807" y="2380"/>
                <a:ext cx="6" cy="5"/>
              </a:xfrm>
              <a:custGeom>
                <a:pathLst>
                  <a:path w="12" h="11">
                    <a:moveTo>
                      <a:pt x="12" y="0"/>
                    </a:moveTo>
                    <a:lnTo>
                      <a:pt x="12" y="4"/>
                    </a:lnTo>
                    <a:lnTo>
                      <a:pt x="12" y="4"/>
                    </a:lnTo>
                    <a:lnTo>
                      <a:pt x="11" y="8"/>
                    </a:lnTo>
                    <a:lnTo>
                      <a:pt x="9" y="9"/>
                    </a:lnTo>
                    <a:lnTo>
                      <a:pt x="4" y="11"/>
                    </a:lnTo>
                    <a:lnTo>
                      <a:pt x="0" y="11"/>
                    </a:lnTo>
                  </a:path>
                </a:pathLst>
              </a:custGeom>
              <a:noFill/>
              <a:ln w="11113">
                <a:solidFill>
                  <a:srgbClr val="F0E0C0"/>
                </a:solidFill>
                <a:prstDash val="solid"/>
                <a:round/>
              </a:ln>
            </p:spPr>
          </p:sp>
          <p:sp>
            <p:nvSpPr>
              <p:cNvPr id="96104" name=""/>
              <p:cNvSpPr/>
              <p:nvPr/>
            </p:nvSpPr>
            <p:spPr>
              <a:xfrm>
                <a:off x="4795" y="2372"/>
                <a:ext cx="15" cy="2"/>
              </a:xfrm>
              <a:custGeom>
                <a:pathLst>
                  <a:path w="28" h="6">
                    <a:moveTo>
                      <a:pt x="0" y="0"/>
                    </a:moveTo>
                    <a:lnTo>
                      <a:pt x="21" y="0"/>
                    </a:lnTo>
                    <a:lnTo>
                      <a:pt x="25" y="0"/>
                    </a:lnTo>
                    <a:lnTo>
                      <a:pt x="28" y="6"/>
                    </a:lnTo>
                  </a:path>
                </a:pathLst>
              </a:custGeom>
              <a:noFill/>
              <a:ln w="11113">
                <a:solidFill>
                  <a:srgbClr val="F0E0C0"/>
                </a:solidFill>
                <a:prstDash val="solid"/>
                <a:round/>
              </a:ln>
            </p:spPr>
          </p:sp>
          <p:sp>
            <p:nvSpPr>
              <p:cNvPr id="96105" name=""/>
              <p:cNvSpPr/>
              <p:nvPr/>
            </p:nvSpPr>
            <p:spPr>
              <a:xfrm>
                <a:off x="4794" y="2373"/>
                <a:ext cx="4" cy="16"/>
              </a:xfrm>
              <a:custGeom>
                <a:pathLst>
                  <a:path w="7" h="30">
                    <a:moveTo>
                      <a:pt x="3" y="0"/>
                    </a:moveTo>
                    <a:lnTo>
                      <a:pt x="7" y="3"/>
                    </a:lnTo>
                    <a:lnTo>
                      <a:pt x="7" y="16"/>
                    </a:lnTo>
                    <a:lnTo>
                      <a:pt x="7" y="27"/>
                    </a:lnTo>
                    <a:lnTo>
                      <a:pt x="3" y="30"/>
                    </a:lnTo>
                    <a:lnTo>
                      <a:pt x="0" y="21"/>
                    </a:lnTo>
                    <a:lnTo>
                      <a:pt x="0" y="16"/>
                    </a:lnTo>
                    <a:lnTo>
                      <a:pt x="0" y="3"/>
                    </a:lnTo>
                    <a:lnTo>
                      <a:pt x="3" y="2"/>
                    </a:lnTo>
                    <a:lnTo>
                      <a:pt x="3" y="0"/>
                    </a:lnTo>
                    <a:close/>
                  </a:path>
                </a:pathLst>
              </a:custGeom>
              <a:solidFill>
                <a:srgbClr val="706040"/>
              </a:solidFill>
              <a:ln>
                <a:noFill/>
                <a:round/>
              </a:ln>
            </p:spPr>
          </p:sp>
          <p:sp>
            <p:nvSpPr>
              <p:cNvPr id="96106" name=""/>
              <p:cNvSpPr/>
              <p:nvPr/>
            </p:nvSpPr>
            <p:spPr>
              <a:xfrm>
                <a:off x="4794" y="2373"/>
                <a:ext cx="12" cy="16"/>
              </a:xfrm>
              <a:custGeom>
                <a:pathLst>
                  <a:path w="23" h="30">
                    <a:moveTo>
                      <a:pt x="14" y="0"/>
                    </a:moveTo>
                    <a:lnTo>
                      <a:pt x="0" y="25"/>
                    </a:lnTo>
                    <a:lnTo>
                      <a:pt x="2" y="30"/>
                    </a:lnTo>
                    <a:lnTo>
                      <a:pt x="12" y="30"/>
                    </a:lnTo>
                    <a:lnTo>
                      <a:pt x="12" y="27"/>
                    </a:lnTo>
                    <a:lnTo>
                      <a:pt x="23" y="0"/>
                    </a:lnTo>
                    <a:lnTo>
                      <a:pt x="14" y="0"/>
                    </a:lnTo>
                    <a:close/>
                  </a:path>
                </a:pathLst>
              </a:custGeom>
              <a:solidFill>
                <a:srgbClr val="E0E0B0"/>
              </a:solidFill>
              <a:ln>
                <a:noFill/>
                <a:round/>
              </a:ln>
            </p:spPr>
          </p:sp>
        </p:grpSp>
        <p:pic>
          <p:nvPicPr>
            <p:cNvPr id="96108" name=""/>
            <p:cNvPicPr/>
            <p:nvPr/>
          </p:nvPicPr>
          <p:blipFill>
            <a:blip r:embed="rId5"/>
            <a:stretch>
              <a:fillRect/>
            </a:stretch>
          </p:blipFill>
          <p:spPr>
            <a:xfrm>
              <a:off x="4734" y="2374"/>
              <a:ext cx="68" cy="15"/>
            </a:xfrm>
            <a:prstGeom prst="rect">
              <a:avLst/>
            </a:prstGeom>
            <a:noFill/>
            <a:ln>
              <a:noFill/>
              <a:miter lim="800000"/>
            </a:ln>
          </p:spPr>
        </p:pic>
      </p:grpSp>
      <p:grpSp>
        <p:nvGrpSpPr>
          <p:cNvPr id="96252" name=""/>
          <p:cNvGrpSpPr/>
          <p:nvPr/>
        </p:nvGrpSpPr>
        <p:grpSpPr>
          <a:xfrm>
            <a:off x="7773988" y="3629025"/>
            <a:ext cx="301625" cy="619125"/>
            <a:chOff x="4897" y="2286"/>
            <a:chExt cx="190" cy="390"/>
          </a:xfrm>
        </p:grpSpPr>
        <p:grpSp>
          <p:nvGrpSpPr>
            <p:cNvPr id="96250" name=""/>
            <p:cNvGrpSpPr/>
            <p:nvPr/>
          </p:nvGrpSpPr>
          <p:grpSpPr>
            <a:xfrm>
              <a:off x="4897" y="2286"/>
              <a:ext cx="190" cy="390"/>
              <a:chOff x="4897" y="2286"/>
              <a:chExt cx="190" cy="390"/>
            </a:xfrm>
          </p:grpSpPr>
          <p:sp>
            <p:nvSpPr>
              <p:cNvPr id="96110" name=""/>
              <p:cNvSpPr/>
              <p:nvPr/>
            </p:nvSpPr>
            <p:spPr>
              <a:xfrm>
                <a:off x="4925" y="2456"/>
                <a:ext cx="132" cy="214"/>
              </a:xfrm>
              <a:custGeom>
                <a:pathLst>
                  <a:path w="264" h="427">
                    <a:moveTo>
                      <a:pt x="6" y="0"/>
                    </a:moveTo>
                    <a:lnTo>
                      <a:pt x="258" y="0"/>
                    </a:lnTo>
                    <a:lnTo>
                      <a:pt x="260" y="0"/>
                    </a:lnTo>
                    <a:lnTo>
                      <a:pt x="264" y="4"/>
                    </a:lnTo>
                    <a:lnTo>
                      <a:pt x="264" y="6"/>
                    </a:lnTo>
                    <a:lnTo>
                      <a:pt x="264" y="422"/>
                    </a:lnTo>
                    <a:lnTo>
                      <a:pt x="264" y="424"/>
                    </a:lnTo>
                    <a:lnTo>
                      <a:pt x="260" y="425"/>
                    </a:lnTo>
                    <a:lnTo>
                      <a:pt x="258" y="427"/>
                    </a:lnTo>
                    <a:lnTo>
                      <a:pt x="6" y="427"/>
                    </a:lnTo>
                    <a:lnTo>
                      <a:pt x="2" y="425"/>
                    </a:lnTo>
                    <a:lnTo>
                      <a:pt x="0" y="424"/>
                    </a:lnTo>
                    <a:lnTo>
                      <a:pt x="0" y="422"/>
                    </a:lnTo>
                    <a:lnTo>
                      <a:pt x="0" y="6"/>
                    </a:lnTo>
                    <a:lnTo>
                      <a:pt x="0" y="4"/>
                    </a:lnTo>
                    <a:lnTo>
                      <a:pt x="2" y="0"/>
                    </a:lnTo>
                    <a:lnTo>
                      <a:pt x="6" y="0"/>
                    </a:lnTo>
                    <a:close/>
                  </a:path>
                </a:pathLst>
              </a:custGeom>
              <a:solidFill>
                <a:srgbClr val="F0E0C0"/>
              </a:solidFill>
              <a:ln>
                <a:noFill/>
                <a:round/>
              </a:ln>
            </p:spPr>
          </p:sp>
          <p:sp>
            <p:nvSpPr>
              <p:cNvPr id="96111" name=""/>
              <p:cNvSpPr/>
              <p:nvPr/>
            </p:nvSpPr>
            <p:spPr>
              <a:xfrm>
                <a:off x="4925" y="2634"/>
                <a:ext cx="132" cy="7"/>
              </a:xfrm>
              <a:prstGeom prst="rect">
                <a:avLst/>
              </a:prstGeom>
              <a:solidFill>
                <a:srgbClr val="A0A080"/>
              </a:solidFill>
              <a:ln>
                <a:noFill/>
                <a:miter lim="800000"/>
              </a:ln>
            </p:spPr>
          </p:sp>
          <p:sp>
            <p:nvSpPr>
              <p:cNvPr id="96112" name=""/>
              <p:cNvSpPr/>
              <p:nvPr/>
            </p:nvSpPr>
            <p:spPr>
              <a:xfrm>
                <a:off x="4925" y="2629"/>
                <a:ext cx="132" cy="5"/>
              </a:xfrm>
              <a:prstGeom prst="rect">
                <a:avLst/>
              </a:prstGeom>
              <a:solidFill>
                <a:srgbClr val="A0A080"/>
              </a:solidFill>
              <a:ln>
                <a:noFill/>
                <a:miter lim="800000"/>
              </a:ln>
            </p:spPr>
          </p:sp>
          <p:sp>
            <p:nvSpPr>
              <p:cNvPr id="96113" name=""/>
              <p:cNvSpPr/>
              <p:nvPr/>
            </p:nvSpPr>
            <p:spPr>
              <a:xfrm>
                <a:off x="4925" y="2624"/>
                <a:ext cx="132" cy="4"/>
              </a:xfrm>
              <a:prstGeom prst="rect">
                <a:avLst/>
              </a:prstGeom>
              <a:solidFill>
                <a:srgbClr val="404040"/>
              </a:solidFill>
              <a:ln>
                <a:noFill/>
                <a:miter lim="800000"/>
              </a:ln>
            </p:spPr>
          </p:sp>
          <p:sp>
            <p:nvSpPr>
              <p:cNvPr id="96114" name=""/>
              <p:cNvSpPr/>
              <p:nvPr/>
            </p:nvSpPr>
            <p:spPr>
              <a:xfrm>
                <a:off x="4925" y="2624"/>
                <a:ext cx="132" cy="4"/>
              </a:xfrm>
              <a:prstGeom prst="rect">
                <a:avLst/>
              </a:prstGeom>
              <a:solidFill>
                <a:srgbClr val="A0A080"/>
              </a:solidFill>
              <a:ln>
                <a:noFill/>
                <a:miter lim="800000"/>
              </a:ln>
            </p:spPr>
          </p:sp>
          <p:sp>
            <p:nvSpPr>
              <p:cNvPr id="96115" name=""/>
              <p:cNvSpPr/>
              <p:nvPr/>
            </p:nvSpPr>
            <p:spPr>
              <a:xfrm>
                <a:off x="4925" y="2616"/>
                <a:ext cx="132" cy="5"/>
              </a:xfrm>
              <a:prstGeom prst="rect">
                <a:avLst/>
              </a:prstGeom>
              <a:solidFill>
                <a:srgbClr val="A0A080"/>
              </a:solidFill>
              <a:ln>
                <a:noFill/>
                <a:miter lim="800000"/>
              </a:ln>
            </p:spPr>
          </p:sp>
          <p:sp>
            <p:nvSpPr>
              <p:cNvPr id="96116" name=""/>
              <p:cNvSpPr/>
              <p:nvPr/>
            </p:nvSpPr>
            <p:spPr>
              <a:xfrm>
                <a:off x="4925" y="2611"/>
                <a:ext cx="132" cy="4"/>
              </a:xfrm>
              <a:prstGeom prst="rect">
                <a:avLst/>
              </a:prstGeom>
              <a:solidFill>
                <a:srgbClr val="A0A080"/>
              </a:solidFill>
              <a:ln>
                <a:noFill/>
                <a:miter lim="800000"/>
              </a:ln>
            </p:spPr>
          </p:sp>
          <p:sp>
            <p:nvSpPr>
              <p:cNvPr id="96117" name=""/>
              <p:cNvSpPr/>
              <p:nvPr/>
            </p:nvSpPr>
            <p:spPr>
              <a:xfrm>
                <a:off x="4925" y="2604"/>
                <a:ext cx="132" cy="4"/>
              </a:xfrm>
              <a:prstGeom prst="rect">
                <a:avLst/>
              </a:prstGeom>
              <a:solidFill>
                <a:srgbClr val="A0A080"/>
              </a:solidFill>
              <a:ln>
                <a:noFill/>
                <a:miter lim="800000"/>
              </a:ln>
            </p:spPr>
          </p:sp>
          <p:sp>
            <p:nvSpPr>
              <p:cNvPr id="96118" name=""/>
              <p:cNvSpPr/>
              <p:nvPr/>
            </p:nvSpPr>
            <p:spPr>
              <a:xfrm>
                <a:off x="4925" y="2598"/>
                <a:ext cx="132" cy="3"/>
              </a:xfrm>
              <a:prstGeom prst="rect">
                <a:avLst/>
              </a:prstGeom>
              <a:solidFill>
                <a:srgbClr val="A0A080"/>
              </a:solidFill>
              <a:ln>
                <a:noFill/>
                <a:miter lim="800000"/>
              </a:ln>
            </p:spPr>
          </p:sp>
          <p:sp>
            <p:nvSpPr>
              <p:cNvPr id="96119" name=""/>
              <p:cNvSpPr/>
              <p:nvPr/>
            </p:nvSpPr>
            <p:spPr>
              <a:xfrm>
                <a:off x="4925" y="2590"/>
                <a:ext cx="132" cy="5"/>
              </a:xfrm>
              <a:prstGeom prst="rect">
                <a:avLst/>
              </a:prstGeom>
              <a:solidFill>
                <a:srgbClr val="A0A080"/>
              </a:solidFill>
              <a:ln>
                <a:noFill/>
                <a:miter lim="800000"/>
              </a:ln>
            </p:spPr>
          </p:sp>
          <p:sp>
            <p:nvSpPr>
              <p:cNvPr id="96120" name=""/>
              <p:cNvSpPr/>
              <p:nvPr/>
            </p:nvSpPr>
            <p:spPr>
              <a:xfrm>
                <a:off x="4925" y="2584"/>
                <a:ext cx="132" cy="5"/>
              </a:xfrm>
              <a:prstGeom prst="rect">
                <a:avLst/>
              </a:prstGeom>
              <a:solidFill>
                <a:srgbClr val="A0A080"/>
              </a:solidFill>
              <a:ln>
                <a:noFill/>
                <a:miter lim="800000"/>
              </a:ln>
            </p:spPr>
          </p:sp>
          <p:sp>
            <p:nvSpPr>
              <p:cNvPr id="96121" name=""/>
              <p:cNvSpPr/>
              <p:nvPr/>
            </p:nvSpPr>
            <p:spPr>
              <a:xfrm>
                <a:off x="4925" y="2577"/>
                <a:ext cx="132" cy="4"/>
              </a:xfrm>
              <a:prstGeom prst="rect">
                <a:avLst/>
              </a:prstGeom>
              <a:solidFill>
                <a:srgbClr val="A0A080"/>
              </a:solidFill>
              <a:ln>
                <a:noFill/>
                <a:miter lim="800000"/>
              </a:ln>
            </p:spPr>
          </p:sp>
          <p:sp>
            <p:nvSpPr>
              <p:cNvPr id="96122" name=""/>
              <p:cNvSpPr/>
              <p:nvPr/>
            </p:nvSpPr>
            <p:spPr>
              <a:xfrm>
                <a:off x="4925" y="2571"/>
                <a:ext cx="132" cy="5"/>
              </a:xfrm>
              <a:prstGeom prst="rect">
                <a:avLst/>
              </a:prstGeom>
              <a:solidFill>
                <a:srgbClr val="A0A080"/>
              </a:solidFill>
              <a:ln>
                <a:noFill/>
                <a:miter lim="800000"/>
              </a:ln>
            </p:spPr>
          </p:sp>
          <p:sp>
            <p:nvSpPr>
              <p:cNvPr id="96123" name=""/>
              <p:cNvSpPr/>
              <p:nvPr/>
            </p:nvSpPr>
            <p:spPr>
              <a:xfrm>
                <a:off x="4925" y="2566"/>
                <a:ext cx="132" cy="3"/>
              </a:xfrm>
              <a:prstGeom prst="rect">
                <a:avLst/>
              </a:prstGeom>
              <a:solidFill>
                <a:srgbClr val="A0A080"/>
              </a:solidFill>
              <a:ln>
                <a:noFill/>
                <a:miter lim="800000"/>
              </a:ln>
            </p:spPr>
          </p:sp>
          <p:sp>
            <p:nvSpPr>
              <p:cNvPr id="96124" name=""/>
              <p:cNvSpPr/>
              <p:nvPr/>
            </p:nvSpPr>
            <p:spPr>
              <a:xfrm>
                <a:off x="4925" y="2559"/>
                <a:ext cx="132" cy="3"/>
              </a:xfrm>
              <a:prstGeom prst="rect">
                <a:avLst/>
              </a:prstGeom>
              <a:solidFill>
                <a:srgbClr val="A0A080"/>
              </a:solidFill>
              <a:ln>
                <a:noFill/>
                <a:miter lim="800000"/>
              </a:ln>
            </p:spPr>
          </p:sp>
          <p:sp>
            <p:nvSpPr>
              <p:cNvPr id="96125" name=""/>
              <p:cNvSpPr/>
              <p:nvPr/>
            </p:nvSpPr>
            <p:spPr>
              <a:xfrm>
                <a:off x="4925" y="2552"/>
                <a:ext cx="132" cy="3"/>
              </a:xfrm>
              <a:prstGeom prst="rect">
                <a:avLst/>
              </a:prstGeom>
              <a:solidFill>
                <a:srgbClr val="A0A080"/>
              </a:solidFill>
              <a:ln>
                <a:noFill/>
                <a:miter lim="800000"/>
              </a:ln>
            </p:spPr>
          </p:sp>
          <p:sp>
            <p:nvSpPr>
              <p:cNvPr id="96126" name=""/>
              <p:cNvSpPr/>
              <p:nvPr/>
            </p:nvSpPr>
            <p:spPr>
              <a:xfrm>
                <a:off x="4925" y="2545"/>
                <a:ext cx="132" cy="4"/>
              </a:xfrm>
              <a:prstGeom prst="rect">
                <a:avLst/>
              </a:prstGeom>
              <a:solidFill>
                <a:srgbClr val="A0A080"/>
              </a:solidFill>
              <a:ln>
                <a:noFill/>
                <a:miter lim="800000"/>
              </a:ln>
            </p:spPr>
          </p:sp>
          <p:sp>
            <p:nvSpPr>
              <p:cNvPr id="96127" name=""/>
              <p:cNvSpPr/>
              <p:nvPr/>
            </p:nvSpPr>
            <p:spPr>
              <a:xfrm>
                <a:off x="4925" y="2538"/>
                <a:ext cx="132" cy="5"/>
              </a:xfrm>
              <a:prstGeom prst="rect">
                <a:avLst/>
              </a:prstGeom>
              <a:solidFill>
                <a:srgbClr val="A0A080"/>
              </a:solidFill>
              <a:ln>
                <a:noFill/>
                <a:miter lim="800000"/>
              </a:ln>
            </p:spPr>
          </p:sp>
          <p:sp>
            <p:nvSpPr>
              <p:cNvPr id="96128" name=""/>
              <p:cNvSpPr/>
              <p:nvPr/>
            </p:nvSpPr>
            <p:spPr>
              <a:xfrm>
                <a:off x="4897" y="2654"/>
                <a:ext cx="95" cy="22"/>
              </a:xfrm>
              <a:custGeom>
                <a:pathLst>
                  <a:path w="192" h="43">
                    <a:moveTo>
                      <a:pt x="61" y="0"/>
                    </a:moveTo>
                    <a:lnTo>
                      <a:pt x="54" y="0"/>
                    </a:lnTo>
                    <a:lnTo>
                      <a:pt x="54" y="19"/>
                    </a:lnTo>
                    <a:lnTo>
                      <a:pt x="0" y="36"/>
                    </a:lnTo>
                    <a:lnTo>
                      <a:pt x="0" y="43"/>
                    </a:lnTo>
                    <a:lnTo>
                      <a:pt x="192" y="43"/>
                    </a:lnTo>
                    <a:lnTo>
                      <a:pt x="192" y="30"/>
                    </a:lnTo>
                    <a:lnTo>
                      <a:pt x="61" y="30"/>
                    </a:lnTo>
                    <a:lnTo>
                      <a:pt x="61" y="0"/>
                    </a:lnTo>
                    <a:close/>
                  </a:path>
                </a:pathLst>
              </a:custGeom>
              <a:solidFill>
                <a:srgbClr val="808060"/>
              </a:solidFill>
              <a:ln>
                <a:noFill/>
                <a:round/>
              </a:ln>
            </p:spPr>
          </p:sp>
          <p:sp>
            <p:nvSpPr>
              <p:cNvPr id="96129" name=""/>
              <p:cNvSpPr/>
              <p:nvPr/>
            </p:nvSpPr>
            <p:spPr>
              <a:xfrm>
                <a:off x="4992" y="2654"/>
                <a:ext cx="95" cy="22"/>
              </a:xfrm>
              <a:custGeom>
                <a:pathLst>
                  <a:path w="189" h="43">
                    <a:moveTo>
                      <a:pt x="129" y="0"/>
                    </a:moveTo>
                    <a:lnTo>
                      <a:pt x="138" y="0"/>
                    </a:lnTo>
                    <a:lnTo>
                      <a:pt x="138" y="19"/>
                    </a:lnTo>
                    <a:lnTo>
                      <a:pt x="189" y="36"/>
                    </a:lnTo>
                    <a:lnTo>
                      <a:pt x="189" y="43"/>
                    </a:lnTo>
                    <a:lnTo>
                      <a:pt x="0" y="43"/>
                    </a:lnTo>
                    <a:lnTo>
                      <a:pt x="0" y="30"/>
                    </a:lnTo>
                    <a:lnTo>
                      <a:pt x="129" y="30"/>
                    </a:lnTo>
                    <a:lnTo>
                      <a:pt x="129" y="0"/>
                    </a:lnTo>
                    <a:close/>
                  </a:path>
                </a:pathLst>
              </a:custGeom>
              <a:solidFill>
                <a:srgbClr val="808060"/>
              </a:solidFill>
              <a:ln>
                <a:noFill/>
                <a:round/>
              </a:ln>
            </p:spPr>
          </p:sp>
          <p:sp>
            <p:nvSpPr>
              <p:cNvPr id="96130" name=""/>
              <p:cNvSpPr/>
              <p:nvPr/>
            </p:nvSpPr>
            <p:spPr>
              <a:xfrm>
                <a:off x="4948" y="2590"/>
                <a:ext cx="86" cy="72"/>
              </a:xfrm>
              <a:custGeom>
                <a:pathLst>
                  <a:path w="170" h="144">
                    <a:moveTo>
                      <a:pt x="0" y="1"/>
                    </a:moveTo>
                    <a:lnTo>
                      <a:pt x="0" y="144"/>
                    </a:lnTo>
                    <a:lnTo>
                      <a:pt x="170" y="144"/>
                    </a:lnTo>
                    <a:lnTo>
                      <a:pt x="170" y="0"/>
                    </a:lnTo>
                  </a:path>
                </a:pathLst>
              </a:custGeom>
              <a:noFill/>
              <a:ln w="11113">
                <a:solidFill>
                  <a:srgbClr val="808060"/>
                </a:solidFill>
                <a:prstDash val="solid"/>
                <a:round/>
              </a:ln>
            </p:spPr>
          </p:sp>
          <p:sp>
            <p:nvSpPr>
              <p:cNvPr id="96131" name=""/>
              <p:cNvSpPr/>
              <p:nvPr/>
            </p:nvSpPr>
            <p:spPr>
              <a:xfrm>
                <a:off x="4925" y="2286"/>
                <a:ext cx="132" cy="160"/>
              </a:xfrm>
              <a:custGeom>
                <a:pathLst>
                  <a:path w="264" h="321">
                    <a:moveTo>
                      <a:pt x="7" y="321"/>
                    </a:moveTo>
                    <a:lnTo>
                      <a:pt x="256" y="321"/>
                    </a:lnTo>
                    <a:lnTo>
                      <a:pt x="260" y="321"/>
                    </a:lnTo>
                    <a:lnTo>
                      <a:pt x="262" y="317"/>
                    </a:lnTo>
                    <a:lnTo>
                      <a:pt x="264" y="315"/>
                    </a:lnTo>
                    <a:lnTo>
                      <a:pt x="264" y="7"/>
                    </a:lnTo>
                    <a:lnTo>
                      <a:pt x="262" y="4"/>
                    </a:lnTo>
                    <a:lnTo>
                      <a:pt x="260" y="2"/>
                    </a:lnTo>
                    <a:lnTo>
                      <a:pt x="258" y="2"/>
                    </a:lnTo>
                    <a:lnTo>
                      <a:pt x="7" y="0"/>
                    </a:lnTo>
                    <a:lnTo>
                      <a:pt x="4" y="2"/>
                    </a:lnTo>
                    <a:lnTo>
                      <a:pt x="2" y="4"/>
                    </a:lnTo>
                    <a:lnTo>
                      <a:pt x="0" y="7"/>
                    </a:lnTo>
                    <a:lnTo>
                      <a:pt x="0" y="315"/>
                    </a:lnTo>
                    <a:lnTo>
                      <a:pt x="0" y="317"/>
                    </a:lnTo>
                    <a:lnTo>
                      <a:pt x="4" y="321"/>
                    </a:lnTo>
                    <a:lnTo>
                      <a:pt x="7" y="321"/>
                    </a:lnTo>
                    <a:close/>
                  </a:path>
                </a:pathLst>
              </a:custGeom>
              <a:solidFill>
                <a:srgbClr val="F0E0C0"/>
              </a:solidFill>
              <a:ln>
                <a:noFill/>
                <a:round/>
              </a:ln>
            </p:spPr>
          </p:sp>
          <p:sp>
            <p:nvSpPr>
              <p:cNvPr id="96132" name=""/>
              <p:cNvSpPr/>
              <p:nvPr/>
            </p:nvSpPr>
            <p:spPr>
              <a:xfrm>
                <a:off x="4938" y="2331"/>
                <a:ext cx="107" cy="101"/>
              </a:xfrm>
              <a:custGeom>
                <a:pathLst>
                  <a:path w="215" h="202">
                    <a:moveTo>
                      <a:pt x="11" y="202"/>
                    </a:moveTo>
                    <a:lnTo>
                      <a:pt x="206" y="202"/>
                    </a:lnTo>
                    <a:lnTo>
                      <a:pt x="208" y="202"/>
                    </a:lnTo>
                    <a:lnTo>
                      <a:pt x="212" y="200"/>
                    </a:lnTo>
                    <a:lnTo>
                      <a:pt x="214" y="198"/>
                    </a:lnTo>
                    <a:lnTo>
                      <a:pt x="215" y="196"/>
                    </a:lnTo>
                    <a:lnTo>
                      <a:pt x="215" y="193"/>
                    </a:lnTo>
                    <a:lnTo>
                      <a:pt x="215" y="9"/>
                    </a:lnTo>
                    <a:lnTo>
                      <a:pt x="215" y="6"/>
                    </a:lnTo>
                    <a:lnTo>
                      <a:pt x="214" y="4"/>
                    </a:lnTo>
                    <a:lnTo>
                      <a:pt x="212" y="0"/>
                    </a:lnTo>
                    <a:lnTo>
                      <a:pt x="208" y="0"/>
                    </a:lnTo>
                    <a:lnTo>
                      <a:pt x="206" y="0"/>
                    </a:lnTo>
                    <a:lnTo>
                      <a:pt x="11" y="0"/>
                    </a:lnTo>
                    <a:lnTo>
                      <a:pt x="8" y="0"/>
                    </a:lnTo>
                    <a:lnTo>
                      <a:pt x="6" y="0"/>
                    </a:lnTo>
                    <a:lnTo>
                      <a:pt x="4" y="4"/>
                    </a:lnTo>
                    <a:lnTo>
                      <a:pt x="2" y="6"/>
                    </a:lnTo>
                    <a:lnTo>
                      <a:pt x="0" y="9"/>
                    </a:lnTo>
                    <a:lnTo>
                      <a:pt x="0" y="193"/>
                    </a:lnTo>
                    <a:lnTo>
                      <a:pt x="2" y="196"/>
                    </a:lnTo>
                    <a:lnTo>
                      <a:pt x="2" y="196"/>
                    </a:lnTo>
                    <a:lnTo>
                      <a:pt x="6" y="200"/>
                    </a:lnTo>
                    <a:lnTo>
                      <a:pt x="8" y="202"/>
                    </a:lnTo>
                    <a:lnTo>
                      <a:pt x="11" y="202"/>
                    </a:lnTo>
                    <a:close/>
                  </a:path>
                </a:pathLst>
              </a:custGeom>
              <a:solidFill>
                <a:srgbClr val="F0E0C0"/>
              </a:solidFill>
              <a:ln>
                <a:noFill/>
                <a:round/>
              </a:ln>
            </p:spPr>
          </p:sp>
          <p:sp>
            <p:nvSpPr>
              <p:cNvPr id="96133" name=""/>
              <p:cNvSpPr/>
              <p:nvPr/>
            </p:nvSpPr>
            <p:spPr>
              <a:xfrm>
                <a:off x="4941" y="2358"/>
                <a:ext cx="99" cy="4"/>
              </a:xfrm>
              <a:prstGeom prst="rect">
                <a:avLst/>
              </a:prstGeom>
              <a:solidFill>
                <a:srgbClr val="505020"/>
              </a:solidFill>
              <a:ln w="11113">
                <a:solidFill>
                  <a:prstClr val="black"/>
                </a:solidFill>
                <a:miter lim="800000"/>
              </a:ln>
            </p:spPr>
          </p:sp>
          <p:sp>
            <p:nvSpPr>
              <p:cNvPr id="96134" name=""/>
              <p:cNvSpPr/>
              <p:nvPr/>
            </p:nvSpPr>
            <p:spPr>
              <a:xfrm>
                <a:off x="4941" y="2386"/>
                <a:ext cx="100" cy="3"/>
              </a:xfrm>
              <a:prstGeom prst="rect">
                <a:avLst/>
              </a:prstGeom>
              <a:solidFill>
                <a:srgbClr val="505020"/>
              </a:solidFill>
              <a:ln w="11113">
                <a:solidFill>
                  <a:prstClr val="black"/>
                </a:solidFill>
                <a:miter lim="800000"/>
              </a:ln>
            </p:spPr>
          </p:sp>
          <p:sp>
            <p:nvSpPr>
              <p:cNvPr id="96135" name=""/>
              <p:cNvSpPr/>
              <p:nvPr/>
            </p:nvSpPr>
            <p:spPr>
              <a:xfrm>
                <a:off x="4939" y="2335"/>
                <a:ext cx="104" cy="28"/>
              </a:xfrm>
              <a:custGeom>
                <a:pathLst>
                  <a:path w="208" h="56">
                    <a:moveTo>
                      <a:pt x="5" y="56"/>
                    </a:moveTo>
                    <a:lnTo>
                      <a:pt x="204" y="56"/>
                    </a:lnTo>
                    <a:lnTo>
                      <a:pt x="206" y="56"/>
                    </a:lnTo>
                    <a:lnTo>
                      <a:pt x="208" y="53"/>
                    </a:lnTo>
                    <a:lnTo>
                      <a:pt x="208" y="6"/>
                    </a:lnTo>
                    <a:lnTo>
                      <a:pt x="208" y="2"/>
                    </a:lnTo>
                    <a:lnTo>
                      <a:pt x="204" y="0"/>
                    </a:lnTo>
                    <a:lnTo>
                      <a:pt x="5" y="0"/>
                    </a:lnTo>
                    <a:lnTo>
                      <a:pt x="2" y="2"/>
                    </a:lnTo>
                    <a:lnTo>
                      <a:pt x="0" y="4"/>
                    </a:lnTo>
                    <a:lnTo>
                      <a:pt x="0" y="53"/>
                    </a:lnTo>
                    <a:lnTo>
                      <a:pt x="2" y="54"/>
                    </a:lnTo>
                    <a:lnTo>
                      <a:pt x="4" y="56"/>
                    </a:lnTo>
                    <a:lnTo>
                      <a:pt x="5" y="56"/>
                    </a:lnTo>
                    <a:close/>
                  </a:path>
                </a:pathLst>
              </a:custGeom>
              <a:solidFill>
                <a:srgbClr val="C0C080"/>
              </a:solidFill>
              <a:ln>
                <a:noFill/>
                <a:round/>
              </a:ln>
            </p:spPr>
          </p:sp>
          <p:sp>
            <p:nvSpPr>
              <p:cNvPr id="96136" name=""/>
              <p:cNvSpPr/>
              <p:nvPr/>
            </p:nvSpPr>
            <p:spPr>
              <a:xfrm>
                <a:off x="4966" y="2336"/>
                <a:ext cx="42" cy="20"/>
              </a:xfrm>
              <a:custGeom>
                <a:pathLst>
                  <a:path w="82" h="42">
                    <a:moveTo>
                      <a:pt x="3" y="0"/>
                    </a:moveTo>
                    <a:lnTo>
                      <a:pt x="79" y="0"/>
                    </a:lnTo>
                    <a:lnTo>
                      <a:pt x="80" y="0"/>
                    </a:lnTo>
                    <a:lnTo>
                      <a:pt x="82" y="4"/>
                    </a:lnTo>
                    <a:lnTo>
                      <a:pt x="82" y="38"/>
                    </a:lnTo>
                    <a:lnTo>
                      <a:pt x="80" y="42"/>
                    </a:lnTo>
                    <a:lnTo>
                      <a:pt x="79" y="42"/>
                    </a:lnTo>
                    <a:lnTo>
                      <a:pt x="3" y="42"/>
                    </a:lnTo>
                    <a:lnTo>
                      <a:pt x="0" y="42"/>
                    </a:lnTo>
                    <a:lnTo>
                      <a:pt x="0" y="38"/>
                    </a:lnTo>
                    <a:lnTo>
                      <a:pt x="0" y="4"/>
                    </a:lnTo>
                    <a:lnTo>
                      <a:pt x="0" y="0"/>
                    </a:lnTo>
                    <a:lnTo>
                      <a:pt x="3" y="0"/>
                    </a:lnTo>
                    <a:close/>
                  </a:path>
                </a:pathLst>
              </a:custGeom>
              <a:solidFill>
                <a:srgbClr val="00DFCA"/>
              </a:solidFill>
              <a:ln>
                <a:noFill/>
                <a:round/>
              </a:ln>
            </p:spPr>
          </p:sp>
          <p:sp>
            <p:nvSpPr>
              <p:cNvPr id="96137" name=""/>
              <p:cNvSpPr/>
              <p:nvPr/>
            </p:nvSpPr>
            <p:spPr>
              <a:xfrm>
                <a:off x="5018" y="2336"/>
                <a:ext cx="14" cy="7"/>
              </a:xfrm>
              <a:custGeom>
                <a:pathLst>
                  <a:path w="26" h="15">
                    <a:moveTo>
                      <a:pt x="3" y="15"/>
                    </a:moveTo>
                    <a:lnTo>
                      <a:pt x="23" y="15"/>
                    </a:lnTo>
                    <a:lnTo>
                      <a:pt x="25" y="11"/>
                    </a:lnTo>
                    <a:lnTo>
                      <a:pt x="26" y="4"/>
                    </a:lnTo>
                    <a:lnTo>
                      <a:pt x="23" y="0"/>
                    </a:lnTo>
                    <a:lnTo>
                      <a:pt x="3" y="0"/>
                    </a:lnTo>
                    <a:lnTo>
                      <a:pt x="1" y="0"/>
                    </a:lnTo>
                    <a:lnTo>
                      <a:pt x="0" y="11"/>
                    </a:lnTo>
                    <a:lnTo>
                      <a:pt x="3" y="15"/>
                    </a:lnTo>
                    <a:close/>
                  </a:path>
                </a:pathLst>
              </a:custGeom>
              <a:solidFill>
                <a:srgbClr val="808050"/>
              </a:solidFill>
              <a:ln>
                <a:noFill/>
                <a:round/>
              </a:ln>
            </p:spPr>
          </p:sp>
          <p:sp>
            <p:nvSpPr>
              <p:cNvPr id="96138" name=""/>
              <p:cNvSpPr/>
              <p:nvPr/>
            </p:nvSpPr>
            <p:spPr>
              <a:xfrm>
                <a:off x="5018" y="2336"/>
                <a:ext cx="14" cy="7"/>
              </a:xfrm>
              <a:custGeom>
                <a:pathLst>
                  <a:path w="26" h="15">
                    <a:moveTo>
                      <a:pt x="1" y="15"/>
                    </a:moveTo>
                    <a:lnTo>
                      <a:pt x="23" y="15"/>
                    </a:lnTo>
                    <a:lnTo>
                      <a:pt x="26" y="11"/>
                    </a:lnTo>
                    <a:lnTo>
                      <a:pt x="26" y="4"/>
                    </a:lnTo>
                    <a:lnTo>
                      <a:pt x="23" y="0"/>
                    </a:lnTo>
                    <a:lnTo>
                      <a:pt x="1" y="0"/>
                    </a:lnTo>
                    <a:lnTo>
                      <a:pt x="0" y="0"/>
                    </a:lnTo>
                    <a:lnTo>
                      <a:pt x="0" y="11"/>
                    </a:lnTo>
                    <a:lnTo>
                      <a:pt x="1" y="15"/>
                    </a:lnTo>
                    <a:close/>
                  </a:path>
                </a:pathLst>
              </a:custGeom>
              <a:solidFill>
                <a:srgbClr val="C0C080"/>
              </a:solidFill>
              <a:ln>
                <a:noFill/>
                <a:round/>
              </a:ln>
            </p:spPr>
          </p:sp>
          <p:sp>
            <p:nvSpPr>
              <p:cNvPr id="96139" name=""/>
              <p:cNvSpPr/>
              <p:nvPr/>
            </p:nvSpPr>
            <p:spPr>
              <a:xfrm>
                <a:off x="4945" y="2342"/>
                <a:ext cx="96" cy="7"/>
              </a:xfrm>
              <a:custGeom>
                <a:pathLst>
                  <a:path w="191" h="14">
                    <a:moveTo>
                      <a:pt x="3" y="14"/>
                    </a:moveTo>
                    <a:lnTo>
                      <a:pt x="188" y="14"/>
                    </a:lnTo>
                    <a:lnTo>
                      <a:pt x="191" y="12"/>
                    </a:lnTo>
                    <a:lnTo>
                      <a:pt x="191" y="9"/>
                    </a:lnTo>
                    <a:lnTo>
                      <a:pt x="191" y="5"/>
                    </a:lnTo>
                    <a:lnTo>
                      <a:pt x="191" y="0"/>
                    </a:lnTo>
                    <a:lnTo>
                      <a:pt x="188" y="0"/>
                    </a:lnTo>
                    <a:lnTo>
                      <a:pt x="3" y="0"/>
                    </a:lnTo>
                    <a:lnTo>
                      <a:pt x="2" y="0"/>
                    </a:lnTo>
                    <a:lnTo>
                      <a:pt x="0" y="5"/>
                    </a:lnTo>
                    <a:lnTo>
                      <a:pt x="0" y="9"/>
                    </a:lnTo>
                    <a:lnTo>
                      <a:pt x="2" y="12"/>
                    </a:lnTo>
                    <a:lnTo>
                      <a:pt x="3" y="14"/>
                    </a:lnTo>
                    <a:close/>
                  </a:path>
                </a:pathLst>
              </a:custGeom>
              <a:solidFill>
                <a:srgbClr val="A0A080"/>
              </a:solidFill>
              <a:ln>
                <a:noFill/>
                <a:round/>
              </a:ln>
            </p:spPr>
          </p:sp>
          <p:sp>
            <p:nvSpPr>
              <p:cNvPr id="96140" name=""/>
              <p:cNvSpPr/>
              <p:nvPr/>
            </p:nvSpPr>
            <p:spPr>
              <a:xfrm>
                <a:off x="4941" y="2360"/>
                <a:ext cx="102" cy="30"/>
              </a:xfrm>
              <a:custGeom>
                <a:pathLst>
                  <a:path w="204" h="59">
                    <a:moveTo>
                      <a:pt x="1" y="59"/>
                    </a:moveTo>
                    <a:lnTo>
                      <a:pt x="200" y="59"/>
                    </a:lnTo>
                    <a:lnTo>
                      <a:pt x="204" y="59"/>
                    </a:lnTo>
                    <a:lnTo>
                      <a:pt x="204" y="56"/>
                    </a:lnTo>
                    <a:lnTo>
                      <a:pt x="204" y="5"/>
                    </a:lnTo>
                    <a:lnTo>
                      <a:pt x="202" y="2"/>
                    </a:lnTo>
                    <a:lnTo>
                      <a:pt x="200" y="0"/>
                    </a:lnTo>
                    <a:lnTo>
                      <a:pt x="1" y="0"/>
                    </a:lnTo>
                    <a:lnTo>
                      <a:pt x="0" y="2"/>
                    </a:lnTo>
                    <a:lnTo>
                      <a:pt x="0" y="5"/>
                    </a:lnTo>
                    <a:lnTo>
                      <a:pt x="0" y="56"/>
                    </a:lnTo>
                    <a:lnTo>
                      <a:pt x="0" y="59"/>
                    </a:lnTo>
                    <a:lnTo>
                      <a:pt x="1" y="59"/>
                    </a:lnTo>
                    <a:close/>
                  </a:path>
                </a:pathLst>
              </a:custGeom>
              <a:solidFill>
                <a:srgbClr val="C0C080"/>
              </a:solidFill>
              <a:ln>
                <a:noFill/>
                <a:round/>
              </a:ln>
            </p:spPr>
          </p:sp>
          <p:sp>
            <p:nvSpPr>
              <p:cNvPr id="96141" name=""/>
              <p:cNvSpPr/>
              <p:nvPr/>
            </p:nvSpPr>
            <p:spPr>
              <a:xfrm>
                <a:off x="4966" y="2363"/>
                <a:ext cx="42" cy="23"/>
              </a:xfrm>
              <a:custGeom>
                <a:pathLst>
                  <a:path w="82" h="45">
                    <a:moveTo>
                      <a:pt x="5" y="0"/>
                    </a:moveTo>
                    <a:lnTo>
                      <a:pt x="77" y="0"/>
                    </a:lnTo>
                    <a:lnTo>
                      <a:pt x="80" y="0"/>
                    </a:lnTo>
                    <a:lnTo>
                      <a:pt x="82" y="4"/>
                    </a:lnTo>
                    <a:lnTo>
                      <a:pt x="82" y="5"/>
                    </a:lnTo>
                    <a:lnTo>
                      <a:pt x="82" y="40"/>
                    </a:lnTo>
                    <a:lnTo>
                      <a:pt x="82" y="43"/>
                    </a:lnTo>
                    <a:lnTo>
                      <a:pt x="79" y="45"/>
                    </a:lnTo>
                    <a:lnTo>
                      <a:pt x="77" y="45"/>
                    </a:lnTo>
                    <a:lnTo>
                      <a:pt x="5" y="45"/>
                    </a:lnTo>
                    <a:lnTo>
                      <a:pt x="2" y="45"/>
                    </a:lnTo>
                    <a:lnTo>
                      <a:pt x="0" y="43"/>
                    </a:lnTo>
                    <a:lnTo>
                      <a:pt x="0" y="40"/>
                    </a:lnTo>
                    <a:lnTo>
                      <a:pt x="0" y="5"/>
                    </a:lnTo>
                    <a:lnTo>
                      <a:pt x="0" y="2"/>
                    </a:lnTo>
                    <a:lnTo>
                      <a:pt x="3" y="0"/>
                    </a:lnTo>
                    <a:lnTo>
                      <a:pt x="5" y="0"/>
                    </a:lnTo>
                    <a:close/>
                  </a:path>
                </a:pathLst>
              </a:custGeom>
              <a:solidFill>
                <a:srgbClr val="00DFCA"/>
              </a:solidFill>
              <a:ln>
                <a:noFill/>
                <a:round/>
              </a:ln>
            </p:spPr>
          </p:sp>
          <p:sp>
            <p:nvSpPr>
              <p:cNvPr id="96142" name=""/>
              <p:cNvSpPr/>
              <p:nvPr/>
            </p:nvSpPr>
            <p:spPr>
              <a:xfrm>
                <a:off x="5008" y="2377"/>
                <a:ext cx="17" cy="7"/>
              </a:xfrm>
              <a:custGeom>
                <a:pathLst>
                  <a:path w="32" h="14">
                    <a:moveTo>
                      <a:pt x="3" y="14"/>
                    </a:moveTo>
                    <a:lnTo>
                      <a:pt x="25" y="14"/>
                    </a:lnTo>
                    <a:lnTo>
                      <a:pt x="29" y="14"/>
                    </a:lnTo>
                    <a:lnTo>
                      <a:pt x="32" y="9"/>
                    </a:lnTo>
                    <a:lnTo>
                      <a:pt x="32" y="7"/>
                    </a:lnTo>
                    <a:lnTo>
                      <a:pt x="30" y="2"/>
                    </a:lnTo>
                    <a:lnTo>
                      <a:pt x="29" y="0"/>
                    </a:lnTo>
                    <a:lnTo>
                      <a:pt x="3" y="0"/>
                    </a:lnTo>
                    <a:lnTo>
                      <a:pt x="2" y="0"/>
                    </a:lnTo>
                    <a:lnTo>
                      <a:pt x="0" y="5"/>
                    </a:lnTo>
                    <a:lnTo>
                      <a:pt x="0" y="9"/>
                    </a:lnTo>
                    <a:lnTo>
                      <a:pt x="2" y="13"/>
                    </a:lnTo>
                    <a:lnTo>
                      <a:pt x="3" y="14"/>
                    </a:lnTo>
                    <a:close/>
                  </a:path>
                </a:pathLst>
              </a:custGeom>
              <a:solidFill>
                <a:srgbClr val="808050"/>
              </a:solidFill>
              <a:ln>
                <a:noFill/>
                <a:round/>
              </a:ln>
            </p:spPr>
          </p:sp>
          <p:sp>
            <p:nvSpPr>
              <p:cNvPr id="96143" name=""/>
              <p:cNvSpPr/>
              <p:nvPr/>
            </p:nvSpPr>
            <p:spPr>
              <a:xfrm>
                <a:off x="5008" y="2377"/>
                <a:ext cx="17" cy="7"/>
              </a:xfrm>
              <a:custGeom>
                <a:pathLst>
                  <a:path w="32" h="14">
                    <a:moveTo>
                      <a:pt x="3" y="14"/>
                    </a:moveTo>
                    <a:lnTo>
                      <a:pt x="25" y="14"/>
                    </a:lnTo>
                    <a:lnTo>
                      <a:pt x="29" y="14"/>
                    </a:lnTo>
                    <a:lnTo>
                      <a:pt x="32" y="9"/>
                    </a:lnTo>
                    <a:lnTo>
                      <a:pt x="32" y="7"/>
                    </a:lnTo>
                    <a:lnTo>
                      <a:pt x="30" y="2"/>
                    </a:lnTo>
                    <a:lnTo>
                      <a:pt x="29" y="0"/>
                    </a:lnTo>
                    <a:lnTo>
                      <a:pt x="3" y="0"/>
                    </a:lnTo>
                    <a:lnTo>
                      <a:pt x="2" y="0"/>
                    </a:lnTo>
                    <a:lnTo>
                      <a:pt x="0" y="5"/>
                    </a:lnTo>
                    <a:lnTo>
                      <a:pt x="0" y="9"/>
                    </a:lnTo>
                    <a:lnTo>
                      <a:pt x="2" y="13"/>
                    </a:lnTo>
                    <a:lnTo>
                      <a:pt x="3" y="14"/>
                    </a:lnTo>
                    <a:close/>
                  </a:path>
                </a:pathLst>
              </a:custGeom>
              <a:solidFill>
                <a:srgbClr val="C0C080"/>
              </a:solidFill>
              <a:ln>
                <a:noFill/>
                <a:round/>
              </a:ln>
            </p:spPr>
          </p:sp>
          <p:sp>
            <p:nvSpPr>
              <p:cNvPr id="96144" name=""/>
              <p:cNvSpPr/>
              <p:nvPr/>
            </p:nvSpPr>
            <p:spPr>
              <a:xfrm>
                <a:off x="4963" y="2366"/>
                <a:ext cx="62" cy="8"/>
              </a:xfrm>
              <a:custGeom>
                <a:pathLst>
                  <a:path w="125" h="17">
                    <a:moveTo>
                      <a:pt x="0" y="13"/>
                    </a:moveTo>
                    <a:lnTo>
                      <a:pt x="44" y="13"/>
                    </a:lnTo>
                    <a:lnTo>
                      <a:pt x="44" y="17"/>
                    </a:lnTo>
                    <a:lnTo>
                      <a:pt x="86" y="17"/>
                    </a:lnTo>
                    <a:lnTo>
                      <a:pt x="86" y="13"/>
                    </a:lnTo>
                    <a:lnTo>
                      <a:pt x="125" y="13"/>
                    </a:lnTo>
                    <a:lnTo>
                      <a:pt x="125" y="4"/>
                    </a:lnTo>
                    <a:lnTo>
                      <a:pt x="86" y="4"/>
                    </a:lnTo>
                    <a:lnTo>
                      <a:pt x="86" y="0"/>
                    </a:lnTo>
                    <a:lnTo>
                      <a:pt x="46" y="0"/>
                    </a:lnTo>
                    <a:lnTo>
                      <a:pt x="46" y="2"/>
                    </a:lnTo>
                    <a:lnTo>
                      <a:pt x="0" y="2"/>
                    </a:lnTo>
                    <a:lnTo>
                      <a:pt x="0" y="13"/>
                    </a:lnTo>
                    <a:close/>
                  </a:path>
                </a:pathLst>
              </a:custGeom>
              <a:solidFill>
                <a:srgbClr val="A08060"/>
              </a:solidFill>
              <a:ln>
                <a:noFill/>
                <a:round/>
              </a:ln>
            </p:spPr>
          </p:sp>
          <p:sp>
            <p:nvSpPr>
              <p:cNvPr id="96145" name=""/>
              <p:cNvSpPr/>
              <p:nvPr/>
            </p:nvSpPr>
            <p:spPr>
              <a:xfrm>
                <a:off x="4941" y="2393"/>
                <a:ext cx="101" cy="6"/>
              </a:xfrm>
              <a:prstGeom prst="rect">
                <a:avLst/>
              </a:prstGeom>
              <a:solidFill>
                <a:srgbClr val="505020"/>
              </a:solidFill>
              <a:ln>
                <a:noFill/>
                <a:miter lim="800000"/>
              </a:ln>
            </p:spPr>
          </p:sp>
          <p:sp>
            <p:nvSpPr>
              <p:cNvPr id="96146" name=""/>
              <p:cNvSpPr/>
              <p:nvPr/>
            </p:nvSpPr>
            <p:spPr>
              <a:xfrm>
                <a:off x="4941" y="2393"/>
                <a:ext cx="102" cy="4"/>
              </a:xfrm>
              <a:custGeom>
                <a:pathLst>
                  <a:path w="204" h="8">
                    <a:moveTo>
                      <a:pt x="204" y="0"/>
                    </a:moveTo>
                    <a:lnTo>
                      <a:pt x="202" y="0"/>
                    </a:lnTo>
                    <a:lnTo>
                      <a:pt x="0" y="0"/>
                    </a:lnTo>
                    <a:lnTo>
                      <a:pt x="0" y="8"/>
                    </a:lnTo>
                    <a:lnTo>
                      <a:pt x="202" y="8"/>
                    </a:lnTo>
                    <a:lnTo>
                      <a:pt x="200" y="0"/>
                    </a:lnTo>
                    <a:lnTo>
                      <a:pt x="204" y="0"/>
                    </a:lnTo>
                    <a:lnTo>
                      <a:pt x="202" y="0"/>
                    </a:lnTo>
                    <a:lnTo>
                      <a:pt x="204" y="0"/>
                    </a:lnTo>
                    <a:close/>
                  </a:path>
                </a:pathLst>
              </a:custGeom>
              <a:solidFill>
                <a:srgbClr val="000000"/>
              </a:solidFill>
              <a:ln>
                <a:noFill/>
                <a:round/>
              </a:ln>
            </p:spPr>
          </p:sp>
          <p:sp>
            <p:nvSpPr>
              <p:cNvPr id="96147" name=""/>
              <p:cNvSpPr/>
              <p:nvPr/>
            </p:nvSpPr>
            <p:spPr>
              <a:xfrm>
                <a:off x="5040" y="2393"/>
                <a:ext cx="3" cy="6"/>
              </a:xfrm>
              <a:custGeom>
                <a:pathLst>
                  <a:path w="7" h="13">
                    <a:moveTo>
                      <a:pt x="3" y="13"/>
                    </a:moveTo>
                    <a:lnTo>
                      <a:pt x="7" y="11"/>
                    </a:lnTo>
                    <a:lnTo>
                      <a:pt x="7" y="0"/>
                    </a:lnTo>
                    <a:lnTo>
                      <a:pt x="0" y="0"/>
                    </a:lnTo>
                    <a:lnTo>
                      <a:pt x="0" y="11"/>
                    </a:lnTo>
                    <a:lnTo>
                      <a:pt x="3" y="11"/>
                    </a:lnTo>
                    <a:lnTo>
                      <a:pt x="3" y="13"/>
                    </a:lnTo>
                    <a:lnTo>
                      <a:pt x="7" y="13"/>
                    </a:lnTo>
                    <a:lnTo>
                      <a:pt x="7" y="11"/>
                    </a:lnTo>
                    <a:lnTo>
                      <a:pt x="3" y="13"/>
                    </a:lnTo>
                    <a:close/>
                  </a:path>
                </a:pathLst>
              </a:custGeom>
              <a:solidFill>
                <a:srgbClr val="000000"/>
              </a:solidFill>
              <a:ln>
                <a:noFill/>
                <a:round/>
              </a:ln>
            </p:spPr>
          </p:sp>
          <p:sp>
            <p:nvSpPr>
              <p:cNvPr id="96148" name=""/>
              <p:cNvSpPr/>
              <p:nvPr/>
            </p:nvSpPr>
            <p:spPr>
              <a:xfrm>
                <a:off x="4939" y="2396"/>
                <a:ext cx="103" cy="3"/>
              </a:xfrm>
              <a:custGeom>
                <a:pathLst>
                  <a:path w="206" h="7">
                    <a:moveTo>
                      <a:pt x="0" y="0"/>
                    </a:moveTo>
                    <a:lnTo>
                      <a:pt x="2" y="7"/>
                    </a:lnTo>
                    <a:lnTo>
                      <a:pt x="206" y="7"/>
                    </a:lnTo>
                    <a:lnTo>
                      <a:pt x="206" y="0"/>
                    </a:lnTo>
                    <a:lnTo>
                      <a:pt x="2" y="0"/>
                    </a:lnTo>
                    <a:lnTo>
                      <a:pt x="0" y="0"/>
                    </a:lnTo>
                    <a:lnTo>
                      <a:pt x="0" y="7"/>
                    </a:lnTo>
                    <a:lnTo>
                      <a:pt x="2" y="7"/>
                    </a:lnTo>
                    <a:lnTo>
                      <a:pt x="0" y="0"/>
                    </a:lnTo>
                    <a:close/>
                  </a:path>
                </a:pathLst>
              </a:custGeom>
              <a:solidFill>
                <a:srgbClr val="000000"/>
              </a:solidFill>
              <a:ln>
                <a:noFill/>
                <a:round/>
              </a:ln>
            </p:spPr>
          </p:sp>
          <p:sp>
            <p:nvSpPr>
              <p:cNvPr id="96149" name=""/>
              <p:cNvSpPr/>
              <p:nvPr/>
            </p:nvSpPr>
            <p:spPr>
              <a:xfrm>
                <a:off x="4939" y="2393"/>
                <a:ext cx="3" cy="6"/>
              </a:xfrm>
              <a:custGeom>
                <a:pathLst>
                  <a:path w="5" h="13">
                    <a:moveTo>
                      <a:pt x="5" y="0"/>
                    </a:moveTo>
                    <a:lnTo>
                      <a:pt x="0" y="0"/>
                    </a:lnTo>
                    <a:lnTo>
                      <a:pt x="0" y="13"/>
                    </a:lnTo>
                    <a:lnTo>
                      <a:pt x="5" y="13"/>
                    </a:lnTo>
                    <a:lnTo>
                      <a:pt x="5" y="0"/>
                    </a:lnTo>
                    <a:lnTo>
                      <a:pt x="5" y="4"/>
                    </a:lnTo>
                    <a:lnTo>
                      <a:pt x="5" y="0"/>
                    </a:lnTo>
                    <a:lnTo>
                      <a:pt x="0" y="0"/>
                    </a:lnTo>
                    <a:lnTo>
                      <a:pt x="5" y="0"/>
                    </a:lnTo>
                    <a:close/>
                  </a:path>
                </a:pathLst>
              </a:custGeom>
              <a:solidFill>
                <a:srgbClr val="000000"/>
              </a:solidFill>
              <a:ln>
                <a:noFill/>
                <a:round/>
              </a:ln>
            </p:spPr>
          </p:sp>
          <p:sp>
            <p:nvSpPr>
              <p:cNvPr id="96150" name=""/>
              <p:cNvSpPr/>
              <p:nvPr/>
            </p:nvSpPr>
            <p:spPr>
              <a:xfrm>
                <a:off x="4941" y="2396"/>
                <a:ext cx="102" cy="35"/>
              </a:xfrm>
              <a:custGeom>
                <a:pathLst>
                  <a:path w="204" h="70">
                    <a:moveTo>
                      <a:pt x="3" y="0"/>
                    </a:moveTo>
                    <a:lnTo>
                      <a:pt x="200" y="0"/>
                    </a:lnTo>
                    <a:lnTo>
                      <a:pt x="202" y="0"/>
                    </a:lnTo>
                    <a:lnTo>
                      <a:pt x="204" y="2"/>
                    </a:lnTo>
                    <a:lnTo>
                      <a:pt x="204" y="3"/>
                    </a:lnTo>
                    <a:lnTo>
                      <a:pt x="204" y="65"/>
                    </a:lnTo>
                    <a:lnTo>
                      <a:pt x="204" y="66"/>
                    </a:lnTo>
                    <a:lnTo>
                      <a:pt x="204" y="68"/>
                    </a:lnTo>
                    <a:lnTo>
                      <a:pt x="202" y="68"/>
                    </a:lnTo>
                    <a:lnTo>
                      <a:pt x="202" y="70"/>
                    </a:lnTo>
                    <a:lnTo>
                      <a:pt x="200" y="70"/>
                    </a:lnTo>
                    <a:lnTo>
                      <a:pt x="3" y="70"/>
                    </a:lnTo>
                    <a:lnTo>
                      <a:pt x="1" y="70"/>
                    </a:lnTo>
                    <a:lnTo>
                      <a:pt x="0" y="70"/>
                    </a:lnTo>
                    <a:lnTo>
                      <a:pt x="0" y="68"/>
                    </a:lnTo>
                    <a:lnTo>
                      <a:pt x="0" y="66"/>
                    </a:lnTo>
                    <a:lnTo>
                      <a:pt x="0" y="65"/>
                    </a:lnTo>
                    <a:lnTo>
                      <a:pt x="0" y="3"/>
                    </a:lnTo>
                    <a:lnTo>
                      <a:pt x="0" y="2"/>
                    </a:lnTo>
                    <a:lnTo>
                      <a:pt x="0" y="0"/>
                    </a:lnTo>
                    <a:lnTo>
                      <a:pt x="3" y="0"/>
                    </a:lnTo>
                    <a:close/>
                  </a:path>
                </a:pathLst>
              </a:custGeom>
              <a:solidFill>
                <a:srgbClr val="C0C080"/>
              </a:solidFill>
              <a:ln>
                <a:noFill/>
                <a:round/>
              </a:ln>
            </p:spPr>
          </p:sp>
          <p:sp>
            <p:nvSpPr>
              <p:cNvPr id="96151" name=""/>
              <p:cNvSpPr/>
              <p:nvPr/>
            </p:nvSpPr>
            <p:spPr>
              <a:xfrm>
                <a:off x="4965" y="2400"/>
                <a:ext cx="42" cy="29"/>
              </a:xfrm>
              <a:custGeom>
                <a:pathLst>
                  <a:path w="84" h="57">
                    <a:moveTo>
                      <a:pt x="6" y="0"/>
                    </a:moveTo>
                    <a:lnTo>
                      <a:pt x="79" y="0"/>
                    </a:lnTo>
                    <a:lnTo>
                      <a:pt x="81" y="0"/>
                    </a:lnTo>
                    <a:lnTo>
                      <a:pt x="83" y="2"/>
                    </a:lnTo>
                    <a:lnTo>
                      <a:pt x="83" y="3"/>
                    </a:lnTo>
                    <a:lnTo>
                      <a:pt x="84" y="5"/>
                    </a:lnTo>
                    <a:lnTo>
                      <a:pt x="84" y="7"/>
                    </a:lnTo>
                    <a:lnTo>
                      <a:pt x="84" y="52"/>
                    </a:lnTo>
                    <a:lnTo>
                      <a:pt x="83" y="54"/>
                    </a:lnTo>
                    <a:lnTo>
                      <a:pt x="83" y="56"/>
                    </a:lnTo>
                    <a:lnTo>
                      <a:pt x="83" y="57"/>
                    </a:lnTo>
                    <a:lnTo>
                      <a:pt x="81" y="57"/>
                    </a:lnTo>
                    <a:lnTo>
                      <a:pt x="79" y="57"/>
                    </a:lnTo>
                    <a:lnTo>
                      <a:pt x="6" y="57"/>
                    </a:lnTo>
                    <a:lnTo>
                      <a:pt x="4" y="57"/>
                    </a:lnTo>
                    <a:lnTo>
                      <a:pt x="2" y="56"/>
                    </a:lnTo>
                    <a:lnTo>
                      <a:pt x="0" y="54"/>
                    </a:lnTo>
                    <a:lnTo>
                      <a:pt x="0" y="52"/>
                    </a:lnTo>
                    <a:lnTo>
                      <a:pt x="0" y="7"/>
                    </a:lnTo>
                    <a:lnTo>
                      <a:pt x="0" y="5"/>
                    </a:lnTo>
                    <a:lnTo>
                      <a:pt x="2" y="3"/>
                    </a:lnTo>
                    <a:lnTo>
                      <a:pt x="2" y="2"/>
                    </a:lnTo>
                    <a:lnTo>
                      <a:pt x="4" y="0"/>
                    </a:lnTo>
                    <a:lnTo>
                      <a:pt x="6" y="0"/>
                    </a:lnTo>
                    <a:close/>
                  </a:path>
                </a:pathLst>
              </a:custGeom>
              <a:solidFill>
                <a:srgbClr val="00DFCA"/>
              </a:solidFill>
              <a:ln>
                <a:noFill/>
                <a:round/>
              </a:ln>
            </p:spPr>
          </p:sp>
          <p:sp>
            <p:nvSpPr>
              <p:cNvPr id="96152" name=""/>
              <p:cNvSpPr/>
              <p:nvPr/>
            </p:nvSpPr>
            <p:spPr>
              <a:xfrm>
                <a:off x="4970" y="2401"/>
                <a:ext cx="71" cy="24"/>
              </a:xfrm>
              <a:custGeom>
                <a:pathLst>
                  <a:path w="141" h="46">
                    <a:moveTo>
                      <a:pt x="0" y="0"/>
                    </a:moveTo>
                    <a:lnTo>
                      <a:pt x="141" y="0"/>
                    </a:lnTo>
                    <a:lnTo>
                      <a:pt x="141" y="32"/>
                    </a:lnTo>
                    <a:lnTo>
                      <a:pt x="20" y="32"/>
                    </a:lnTo>
                    <a:lnTo>
                      <a:pt x="20" y="46"/>
                    </a:lnTo>
                    <a:lnTo>
                      <a:pt x="0" y="46"/>
                    </a:lnTo>
                    <a:lnTo>
                      <a:pt x="0" y="0"/>
                    </a:lnTo>
                    <a:close/>
                  </a:path>
                </a:pathLst>
              </a:custGeom>
              <a:solidFill>
                <a:srgbClr val="404010"/>
              </a:solidFill>
              <a:ln>
                <a:noFill/>
                <a:round/>
              </a:ln>
            </p:spPr>
          </p:sp>
          <p:sp>
            <p:nvSpPr>
              <p:cNvPr id="96153" name=""/>
              <p:cNvSpPr/>
              <p:nvPr/>
            </p:nvSpPr>
            <p:spPr>
              <a:xfrm>
                <a:off x="4941" y="2389"/>
                <a:ext cx="102" cy="8"/>
              </a:xfrm>
              <a:prstGeom prst="rect">
                <a:avLst/>
              </a:prstGeom>
              <a:solidFill>
                <a:srgbClr val="C0C080"/>
              </a:solidFill>
              <a:ln>
                <a:noFill/>
                <a:miter lim="800000"/>
              </a:ln>
            </p:spPr>
          </p:sp>
          <p:sp>
            <p:nvSpPr>
              <p:cNvPr id="96154" name=""/>
              <p:cNvSpPr/>
              <p:nvPr/>
            </p:nvSpPr>
            <p:spPr>
              <a:xfrm>
                <a:off x="4938" y="2322"/>
                <a:ext cx="109" cy="7"/>
              </a:xfrm>
              <a:custGeom>
                <a:pathLst>
                  <a:path w="219" h="15">
                    <a:moveTo>
                      <a:pt x="4" y="0"/>
                    </a:moveTo>
                    <a:lnTo>
                      <a:pt x="215" y="0"/>
                    </a:lnTo>
                    <a:lnTo>
                      <a:pt x="217" y="0"/>
                    </a:lnTo>
                    <a:lnTo>
                      <a:pt x="219" y="6"/>
                    </a:lnTo>
                    <a:lnTo>
                      <a:pt x="219" y="11"/>
                    </a:lnTo>
                    <a:lnTo>
                      <a:pt x="215" y="15"/>
                    </a:lnTo>
                    <a:lnTo>
                      <a:pt x="4" y="15"/>
                    </a:lnTo>
                    <a:lnTo>
                      <a:pt x="2" y="11"/>
                    </a:lnTo>
                    <a:lnTo>
                      <a:pt x="0" y="9"/>
                    </a:lnTo>
                    <a:lnTo>
                      <a:pt x="0" y="4"/>
                    </a:lnTo>
                    <a:lnTo>
                      <a:pt x="4" y="0"/>
                    </a:lnTo>
                    <a:close/>
                  </a:path>
                </a:pathLst>
              </a:custGeom>
              <a:solidFill>
                <a:srgbClr val="E0D0A0"/>
              </a:solidFill>
              <a:ln>
                <a:noFill/>
                <a:round/>
              </a:ln>
            </p:spPr>
          </p:sp>
          <p:sp>
            <p:nvSpPr>
              <p:cNvPr id="96155" name=""/>
              <p:cNvSpPr/>
              <p:nvPr/>
            </p:nvSpPr>
            <p:spPr>
              <a:xfrm>
                <a:off x="4945" y="2345"/>
                <a:ext cx="21" cy="5"/>
              </a:xfrm>
              <a:custGeom>
                <a:pathLst>
                  <a:path w="43" h="9">
                    <a:moveTo>
                      <a:pt x="2" y="0"/>
                    </a:moveTo>
                    <a:lnTo>
                      <a:pt x="43" y="0"/>
                    </a:lnTo>
                    <a:lnTo>
                      <a:pt x="43" y="4"/>
                    </a:lnTo>
                    <a:lnTo>
                      <a:pt x="43" y="9"/>
                    </a:lnTo>
                    <a:lnTo>
                      <a:pt x="2" y="9"/>
                    </a:lnTo>
                    <a:lnTo>
                      <a:pt x="0" y="5"/>
                    </a:lnTo>
                    <a:lnTo>
                      <a:pt x="0" y="0"/>
                    </a:lnTo>
                    <a:lnTo>
                      <a:pt x="2" y="0"/>
                    </a:lnTo>
                    <a:close/>
                  </a:path>
                </a:pathLst>
              </a:custGeom>
              <a:solidFill>
                <a:srgbClr val="E0E0B0"/>
              </a:solidFill>
              <a:ln>
                <a:noFill/>
                <a:round/>
              </a:ln>
            </p:spPr>
          </p:sp>
          <p:sp>
            <p:nvSpPr>
              <p:cNvPr id="96156" name=""/>
              <p:cNvSpPr/>
              <p:nvPr/>
            </p:nvSpPr>
            <p:spPr>
              <a:xfrm>
                <a:off x="4965" y="2346"/>
                <a:ext cx="43" cy="4"/>
              </a:xfrm>
              <a:custGeom>
                <a:pathLst>
                  <a:path w="86" h="7">
                    <a:moveTo>
                      <a:pt x="0" y="0"/>
                    </a:moveTo>
                    <a:lnTo>
                      <a:pt x="86" y="0"/>
                    </a:lnTo>
                    <a:lnTo>
                      <a:pt x="0" y="7"/>
                    </a:lnTo>
                    <a:lnTo>
                      <a:pt x="0" y="0"/>
                    </a:lnTo>
                    <a:close/>
                  </a:path>
                </a:pathLst>
              </a:custGeom>
              <a:solidFill>
                <a:srgbClr val="E0E0B0"/>
              </a:solidFill>
              <a:ln>
                <a:noFill/>
                <a:round/>
              </a:ln>
            </p:spPr>
          </p:sp>
          <p:sp>
            <p:nvSpPr>
              <p:cNvPr id="96157" name=""/>
              <p:cNvSpPr/>
              <p:nvPr/>
            </p:nvSpPr>
            <p:spPr>
              <a:xfrm>
                <a:off x="5007" y="2345"/>
                <a:ext cx="34" cy="5"/>
              </a:xfrm>
              <a:custGeom>
                <a:pathLst>
                  <a:path w="68" h="9">
                    <a:moveTo>
                      <a:pt x="2" y="0"/>
                    </a:moveTo>
                    <a:lnTo>
                      <a:pt x="67" y="0"/>
                    </a:lnTo>
                    <a:lnTo>
                      <a:pt x="68" y="4"/>
                    </a:lnTo>
                    <a:lnTo>
                      <a:pt x="67" y="9"/>
                    </a:lnTo>
                    <a:lnTo>
                      <a:pt x="2" y="9"/>
                    </a:lnTo>
                    <a:lnTo>
                      <a:pt x="0" y="4"/>
                    </a:lnTo>
                    <a:lnTo>
                      <a:pt x="2" y="0"/>
                    </a:lnTo>
                    <a:close/>
                  </a:path>
                </a:pathLst>
              </a:custGeom>
              <a:solidFill>
                <a:srgbClr val="E0E0B0"/>
              </a:solidFill>
              <a:ln>
                <a:noFill/>
                <a:round/>
              </a:ln>
            </p:spPr>
          </p:sp>
          <p:sp>
            <p:nvSpPr>
              <p:cNvPr id="96158" name=""/>
              <p:cNvSpPr/>
              <p:nvPr/>
            </p:nvSpPr>
            <p:spPr>
              <a:xfrm>
                <a:off x="4966" y="2348"/>
                <a:ext cx="42" cy="8"/>
              </a:xfrm>
              <a:custGeom>
                <a:pathLst>
                  <a:path w="82" h="17">
                    <a:moveTo>
                      <a:pt x="0" y="0"/>
                    </a:moveTo>
                    <a:lnTo>
                      <a:pt x="80" y="0"/>
                    </a:lnTo>
                    <a:lnTo>
                      <a:pt x="82" y="2"/>
                    </a:lnTo>
                    <a:lnTo>
                      <a:pt x="82" y="15"/>
                    </a:lnTo>
                    <a:lnTo>
                      <a:pt x="80" y="17"/>
                    </a:lnTo>
                    <a:lnTo>
                      <a:pt x="0" y="17"/>
                    </a:lnTo>
                    <a:lnTo>
                      <a:pt x="0" y="15"/>
                    </a:lnTo>
                    <a:lnTo>
                      <a:pt x="0" y="2"/>
                    </a:lnTo>
                    <a:lnTo>
                      <a:pt x="0" y="0"/>
                    </a:lnTo>
                    <a:close/>
                  </a:path>
                </a:pathLst>
              </a:custGeom>
              <a:solidFill>
                <a:srgbClr val="00DFCA"/>
              </a:solidFill>
              <a:ln>
                <a:noFill/>
                <a:round/>
              </a:ln>
            </p:spPr>
          </p:sp>
          <p:sp>
            <p:nvSpPr>
              <p:cNvPr id="96159" name=""/>
              <p:cNvSpPr/>
              <p:nvPr/>
            </p:nvSpPr>
            <p:spPr>
              <a:xfrm>
                <a:off x="5020" y="2336"/>
                <a:ext cx="12" cy="2"/>
              </a:xfrm>
              <a:prstGeom prst="rect">
                <a:avLst/>
              </a:prstGeom>
              <a:solidFill>
                <a:srgbClr val="F0E0C0"/>
              </a:solidFill>
              <a:ln>
                <a:noFill/>
                <a:miter lim="800000"/>
              </a:ln>
            </p:spPr>
          </p:sp>
          <p:sp>
            <p:nvSpPr>
              <p:cNvPr id="96160" name=""/>
              <p:cNvSpPr/>
              <p:nvPr/>
            </p:nvSpPr>
            <p:spPr>
              <a:xfrm>
                <a:off x="5013" y="2336"/>
                <a:ext cx="19" cy="11"/>
              </a:xfrm>
              <a:custGeom>
                <a:pathLst>
                  <a:path w="37" h="24">
                    <a:moveTo>
                      <a:pt x="11" y="0"/>
                    </a:moveTo>
                    <a:lnTo>
                      <a:pt x="0" y="20"/>
                    </a:lnTo>
                    <a:lnTo>
                      <a:pt x="0" y="24"/>
                    </a:lnTo>
                    <a:lnTo>
                      <a:pt x="30" y="24"/>
                    </a:lnTo>
                    <a:lnTo>
                      <a:pt x="37" y="11"/>
                    </a:lnTo>
                    <a:lnTo>
                      <a:pt x="12" y="11"/>
                    </a:lnTo>
                    <a:lnTo>
                      <a:pt x="11" y="0"/>
                    </a:lnTo>
                    <a:close/>
                  </a:path>
                </a:pathLst>
              </a:custGeom>
              <a:solidFill>
                <a:srgbClr val="808060"/>
              </a:solidFill>
              <a:ln>
                <a:noFill/>
                <a:round/>
              </a:ln>
            </p:spPr>
          </p:sp>
          <p:sp>
            <p:nvSpPr>
              <p:cNvPr id="96161" name=""/>
              <p:cNvSpPr/>
              <p:nvPr/>
            </p:nvSpPr>
            <p:spPr>
              <a:xfrm>
                <a:off x="4967" y="2349"/>
                <a:ext cx="7" cy="6"/>
              </a:xfrm>
              <a:custGeom>
                <a:pathLst>
                  <a:path w="12" h="13">
                    <a:moveTo>
                      <a:pt x="1" y="0"/>
                    </a:moveTo>
                    <a:lnTo>
                      <a:pt x="10" y="0"/>
                    </a:lnTo>
                    <a:lnTo>
                      <a:pt x="12" y="0"/>
                    </a:lnTo>
                    <a:lnTo>
                      <a:pt x="12" y="4"/>
                    </a:lnTo>
                    <a:lnTo>
                      <a:pt x="12" y="9"/>
                    </a:lnTo>
                    <a:lnTo>
                      <a:pt x="12" y="13"/>
                    </a:lnTo>
                    <a:lnTo>
                      <a:pt x="1" y="13"/>
                    </a:lnTo>
                    <a:lnTo>
                      <a:pt x="0" y="9"/>
                    </a:lnTo>
                    <a:lnTo>
                      <a:pt x="0" y="4"/>
                    </a:lnTo>
                    <a:lnTo>
                      <a:pt x="0" y="0"/>
                    </a:lnTo>
                    <a:lnTo>
                      <a:pt x="1" y="0"/>
                    </a:lnTo>
                    <a:close/>
                  </a:path>
                </a:pathLst>
              </a:custGeom>
              <a:solidFill>
                <a:srgbClr val="A0A070"/>
              </a:solidFill>
              <a:ln>
                <a:noFill/>
                <a:round/>
              </a:ln>
            </p:spPr>
          </p:sp>
          <p:sp>
            <p:nvSpPr>
              <p:cNvPr id="96162" name=""/>
              <p:cNvSpPr/>
              <p:nvPr/>
            </p:nvSpPr>
            <p:spPr>
              <a:xfrm>
                <a:off x="4967" y="2349"/>
                <a:ext cx="7" cy="5"/>
              </a:xfrm>
              <a:custGeom>
                <a:pathLst>
                  <a:path w="12" h="11">
                    <a:moveTo>
                      <a:pt x="5" y="0"/>
                    </a:moveTo>
                    <a:lnTo>
                      <a:pt x="10" y="0"/>
                    </a:lnTo>
                    <a:lnTo>
                      <a:pt x="12" y="0"/>
                    </a:lnTo>
                    <a:lnTo>
                      <a:pt x="12" y="6"/>
                    </a:lnTo>
                    <a:lnTo>
                      <a:pt x="12" y="11"/>
                    </a:lnTo>
                    <a:lnTo>
                      <a:pt x="5" y="11"/>
                    </a:lnTo>
                    <a:lnTo>
                      <a:pt x="1" y="11"/>
                    </a:lnTo>
                    <a:lnTo>
                      <a:pt x="0" y="11"/>
                    </a:lnTo>
                    <a:lnTo>
                      <a:pt x="0" y="6"/>
                    </a:lnTo>
                    <a:lnTo>
                      <a:pt x="1" y="6"/>
                    </a:lnTo>
                    <a:lnTo>
                      <a:pt x="1" y="0"/>
                    </a:lnTo>
                    <a:lnTo>
                      <a:pt x="5" y="0"/>
                    </a:lnTo>
                    <a:close/>
                  </a:path>
                </a:pathLst>
              </a:custGeom>
              <a:solidFill>
                <a:srgbClr val="A0FF00"/>
              </a:solidFill>
              <a:ln>
                <a:noFill/>
                <a:round/>
              </a:ln>
            </p:spPr>
          </p:sp>
          <p:sp>
            <p:nvSpPr>
              <p:cNvPr id="96163" name=""/>
              <p:cNvSpPr/>
              <p:nvPr/>
            </p:nvSpPr>
            <p:spPr>
              <a:xfrm>
                <a:off x="4970" y="2349"/>
                <a:ext cx="2" cy="5"/>
              </a:xfrm>
              <a:custGeom>
                <a:pathLst>
                  <a:path w="3" h="9">
                    <a:moveTo>
                      <a:pt x="3" y="0"/>
                    </a:moveTo>
                    <a:lnTo>
                      <a:pt x="3" y="9"/>
                    </a:lnTo>
                    <a:lnTo>
                      <a:pt x="0" y="9"/>
                    </a:lnTo>
                    <a:lnTo>
                      <a:pt x="3" y="0"/>
                    </a:lnTo>
                    <a:close/>
                  </a:path>
                </a:pathLst>
              </a:custGeom>
              <a:solidFill>
                <a:srgbClr val="FFFFFF"/>
              </a:solidFill>
              <a:ln>
                <a:noFill/>
                <a:round/>
              </a:ln>
            </p:spPr>
          </p:sp>
          <p:sp>
            <p:nvSpPr>
              <p:cNvPr id="96164" name=""/>
              <p:cNvSpPr/>
              <p:nvPr/>
            </p:nvSpPr>
            <p:spPr>
              <a:xfrm>
                <a:off x="4952" y="2325"/>
                <a:ext cx="7" cy="4"/>
              </a:xfrm>
              <a:custGeom>
                <a:pathLst>
                  <a:path w="14" h="9">
                    <a:moveTo>
                      <a:pt x="4" y="0"/>
                    </a:moveTo>
                    <a:lnTo>
                      <a:pt x="11" y="0"/>
                    </a:lnTo>
                    <a:lnTo>
                      <a:pt x="14" y="0"/>
                    </a:lnTo>
                    <a:lnTo>
                      <a:pt x="14" y="3"/>
                    </a:lnTo>
                    <a:lnTo>
                      <a:pt x="14" y="5"/>
                    </a:lnTo>
                    <a:lnTo>
                      <a:pt x="11" y="9"/>
                    </a:lnTo>
                    <a:lnTo>
                      <a:pt x="4" y="9"/>
                    </a:lnTo>
                    <a:lnTo>
                      <a:pt x="0" y="5"/>
                    </a:lnTo>
                    <a:lnTo>
                      <a:pt x="0" y="3"/>
                    </a:lnTo>
                    <a:lnTo>
                      <a:pt x="0" y="0"/>
                    </a:lnTo>
                    <a:lnTo>
                      <a:pt x="4" y="0"/>
                    </a:lnTo>
                    <a:close/>
                  </a:path>
                </a:pathLst>
              </a:custGeom>
              <a:solidFill>
                <a:srgbClr val="A0A070"/>
              </a:solidFill>
              <a:ln>
                <a:noFill/>
                <a:round/>
              </a:ln>
            </p:spPr>
          </p:sp>
          <p:sp>
            <p:nvSpPr>
              <p:cNvPr id="96165" name=""/>
              <p:cNvSpPr/>
              <p:nvPr/>
            </p:nvSpPr>
            <p:spPr>
              <a:xfrm>
                <a:off x="4952" y="2325"/>
                <a:ext cx="7" cy="4"/>
              </a:xfrm>
              <a:custGeom>
                <a:pathLst>
                  <a:path w="14" h="9">
                    <a:moveTo>
                      <a:pt x="4" y="0"/>
                    </a:moveTo>
                    <a:lnTo>
                      <a:pt x="11" y="0"/>
                    </a:lnTo>
                    <a:lnTo>
                      <a:pt x="14" y="3"/>
                    </a:lnTo>
                    <a:lnTo>
                      <a:pt x="14" y="5"/>
                    </a:lnTo>
                    <a:lnTo>
                      <a:pt x="11" y="5"/>
                    </a:lnTo>
                    <a:lnTo>
                      <a:pt x="11" y="9"/>
                    </a:lnTo>
                    <a:lnTo>
                      <a:pt x="4" y="9"/>
                    </a:lnTo>
                    <a:lnTo>
                      <a:pt x="4" y="5"/>
                    </a:lnTo>
                    <a:lnTo>
                      <a:pt x="0" y="5"/>
                    </a:lnTo>
                    <a:lnTo>
                      <a:pt x="0" y="3"/>
                    </a:lnTo>
                    <a:lnTo>
                      <a:pt x="4" y="3"/>
                    </a:lnTo>
                    <a:lnTo>
                      <a:pt x="4" y="0"/>
                    </a:lnTo>
                    <a:close/>
                  </a:path>
                </a:pathLst>
              </a:custGeom>
              <a:solidFill>
                <a:srgbClr val="A0FF00"/>
              </a:solidFill>
              <a:ln>
                <a:noFill/>
                <a:round/>
              </a:ln>
            </p:spPr>
          </p:sp>
          <p:sp>
            <p:nvSpPr>
              <p:cNvPr id="96166" name=""/>
              <p:cNvSpPr/>
              <p:nvPr/>
            </p:nvSpPr>
            <p:spPr>
              <a:xfrm>
                <a:off x="5018" y="2325"/>
                <a:ext cx="7" cy="4"/>
              </a:xfrm>
              <a:custGeom>
                <a:pathLst>
                  <a:path w="14" h="9">
                    <a:moveTo>
                      <a:pt x="1" y="0"/>
                    </a:moveTo>
                    <a:lnTo>
                      <a:pt x="9" y="0"/>
                    </a:lnTo>
                    <a:lnTo>
                      <a:pt x="12" y="0"/>
                    </a:lnTo>
                    <a:lnTo>
                      <a:pt x="14" y="3"/>
                    </a:lnTo>
                    <a:lnTo>
                      <a:pt x="12" y="5"/>
                    </a:lnTo>
                    <a:lnTo>
                      <a:pt x="12" y="9"/>
                    </a:lnTo>
                    <a:lnTo>
                      <a:pt x="1" y="9"/>
                    </a:lnTo>
                    <a:lnTo>
                      <a:pt x="1" y="5"/>
                    </a:lnTo>
                    <a:lnTo>
                      <a:pt x="0" y="5"/>
                    </a:lnTo>
                    <a:lnTo>
                      <a:pt x="0" y="3"/>
                    </a:lnTo>
                    <a:lnTo>
                      <a:pt x="1" y="0"/>
                    </a:lnTo>
                    <a:close/>
                  </a:path>
                </a:pathLst>
              </a:custGeom>
              <a:solidFill>
                <a:srgbClr val="A0A070"/>
              </a:solidFill>
              <a:ln>
                <a:noFill/>
                <a:round/>
              </a:ln>
            </p:spPr>
          </p:sp>
          <p:sp>
            <p:nvSpPr>
              <p:cNvPr id="96167" name=""/>
              <p:cNvSpPr/>
              <p:nvPr/>
            </p:nvSpPr>
            <p:spPr>
              <a:xfrm>
                <a:off x="5018" y="2325"/>
                <a:ext cx="7" cy="4"/>
              </a:xfrm>
              <a:custGeom>
                <a:pathLst>
                  <a:path w="12" h="9">
                    <a:moveTo>
                      <a:pt x="0" y="0"/>
                    </a:moveTo>
                    <a:lnTo>
                      <a:pt x="9" y="0"/>
                    </a:lnTo>
                    <a:lnTo>
                      <a:pt x="12" y="0"/>
                    </a:lnTo>
                    <a:lnTo>
                      <a:pt x="12" y="5"/>
                    </a:lnTo>
                    <a:lnTo>
                      <a:pt x="12" y="9"/>
                    </a:lnTo>
                    <a:lnTo>
                      <a:pt x="9" y="9"/>
                    </a:lnTo>
                    <a:lnTo>
                      <a:pt x="0" y="9"/>
                    </a:lnTo>
                    <a:lnTo>
                      <a:pt x="0" y="5"/>
                    </a:lnTo>
                    <a:lnTo>
                      <a:pt x="0" y="0"/>
                    </a:lnTo>
                    <a:close/>
                  </a:path>
                </a:pathLst>
              </a:custGeom>
              <a:solidFill>
                <a:srgbClr val="A0FF00"/>
              </a:solidFill>
              <a:ln>
                <a:noFill/>
                <a:round/>
              </a:ln>
            </p:spPr>
          </p:sp>
          <p:sp>
            <p:nvSpPr>
              <p:cNvPr id="96168" name=""/>
              <p:cNvSpPr/>
              <p:nvPr/>
            </p:nvSpPr>
            <p:spPr>
              <a:xfrm>
                <a:off x="5018" y="2325"/>
                <a:ext cx="3" cy="2"/>
              </a:xfrm>
              <a:prstGeom prst="rect">
                <a:avLst/>
              </a:prstGeom>
              <a:solidFill>
                <a:srgbClr val="FFFFFF"/>
              </a:solidFill>
              <a:ln>
                <a:noFill/>
                <a:miter lim="800000"/>
              </a:ln>
            </p:spPr>
          </p:sp>
          <p:sp>
            <p:nvSpPr>
              <p:cNvPr id="96169" name=""/>
              <p:cNvSpPr/>
              <p:nvPr/>
            </p:nvSpPr>
            <p:spPr>
              <a:xfrm>
                <a:off x="4967" y="2378"/>
                <a:ext cx="7" cy="6"/>
              </a:xfrm>
              <a:custGeom>
                <a:pathLst>
                  <a:path w="12" h="12">
                    <a:moveTo>
                      <a:pt x="1" y="0"/>
                    </a:moveTo>
                    <a:lnTo>
                      <a:pt x="10" y="0"/>
                    </a:lnTo>
                    <a:lnTo>
                      <a:pt x="12" y="3"/>
                    </a:lnTo>
                    <a:lnTo>
                      <a:pt x="12" y="7"/>
                    </a:lnTo>
                    <a:lnTo>
                      <a:pt x="12" y="9"/>
                    </a:lnTo>
                    <a:lnTo>
                      <a:pt x="12" y="12"/>
                    </a:lnTo>
                    <a:lnTo>
                      <a:pt x="1" y="12"/>
                    </a:lnTo>
                    <a:lnTo>
                      <a:pt x="1" y="9"/>
                    </a:lnTo>
                    <a:lnTo>
                      <a:pt x="0" y="9"/>
                    </a:lnTo>
                    <a:lnTo>
                      <a:pt x="0" y="7"/>
                    </a:lnTo>
                    <a:lnTo>
                      <a:pt x="0" y="3"/>
                    </a:lnTo>
                    <a:lnTo>
                      <a:pt x="1" y="3"/>
                    </a:lnTo>
                    <a:lnTo>
                      <a:pt x="1" y="0"/>
                    </a:lnTo>
                    <a:close/>
                  </a:path>
                </a:pathLst>
              </a:custGeom>
              <a:solidFill>
                <a:srgbClr val="A0A070"/>
              </a:solidFill>
              <a:ln>
                <a:noFill/>
                <a:round/>
              </a:ln>
            </p:spPr>
          </p:sp>
          <p:sp>
            <p:nvSpPr>
              <p:cNvPr id="96170" name=""/>
              <p:cNvSpPr/>
              <p:nvPr/>
            </p:nvSpPr>
            <p:spPr>
              <a:xfrm>
                <a:off x="4967" y="2379"/>
                <a:ext cx="7" cy="4"/>
              </a:xfrm>
              <a:custGeom>
                <a:pathLst>
                  <a:path w="12" h="9">
                    <a:moveTo>
                      <a:pt x="5" y="0"/>
                    </a:moveTo>
                    <a:lnTo>
                      <a:pt x="10" y="0"/>
                    </a:lnTo>
                    <a:lnTo>
                      <a:pt x="12" y="0"/>
                    </a:lnTo>
                    <a:lnTo>
                      <a:pt x="12" y="5"/>
                    </a:lnTo>
                    <a:lnTo>
                      <a:pt x="12" y="9"/>
                    </a:lnTo>
                    <a:lnTo>
                      <a:pt x="5" y="9"/>
                    </a:lnTo>
                    <a:lnTo>
                      <a:pt x="1" y="9"/>
                    </a:lnTo>
                    <a:lnTo>
                      <a:pt x="0" y="9"/>
                    </a:lnTo>
                    <a:lnTo>
                      <a:pt x="0" y="5"/>
                    </a:lnTo>
                    <a:lnTo>
                      <a:pt x="1" y="0"/>
                    </a:lnTo>
                    <a:lnTo>
                      <a:pt x="5" y="0"/>
                    </a:lnTo>
                    <a:close/>
                  </a:path>
                </a:pathLst>
              </a:custGeom>
              <a:solidFill>
                <a:srgbClr val="A0FF00"/>
              </a:solidFill>
              <a:ln>
                <a:noFill/>
                <a:round/>
              </a:ln>
            </p:spPr>
          </p:sp>
          <p:sp>
            <p:nvSpPr>
              <p:cNvPr id="96171" name=""/>
              <p:cNvSpPr/>
              <p:nvPr/>
            </p:nvSpPr>
            <p:spPr>
              <a:xfrm>
                <a:off x="4970" y="2379"/>
                <a:ext cx="2" cy="3"/>
              </a:xfrm>
              <a:custGeom>
                <a:pathLst>
                  <a:path w="3" h="7">
                    <a:moveTo>
                      <a:pt x="3" y="0"/>
                    </a:moveTo>
                    <a:lnTo>
                      <a:pt x="3" y="7"/>
                    </a:lnTo>
                    <a:lnTo>
                      <a:pt x="0" y="7"/>
                    </a:lnTo>
                    <a:lnTo>
                      <a:pt x="3" y="0"/>
                    </a:lnTo>
                    <a:close/>
                  </a:path>
                </a:pathLst>
              </a:custGeom>
              <a:solidFill>
                <a:srgbClr val="FFFFFF"/>
              </a:solidFill>
              <a:ln>
                <a:noFill/>
                <a:round/>
              </a:ln>
            </p:spPr>
          </p:sp>
          <p:sp>
            <p:nvSpPr>
              <p:cNvPr id="96172" name=""/>
              <p:cNvSpPr/>
              <p:nvPr/>
            </p:nvSpPr>
            <p:spPr>
              <a:xfrm>
                <a:off x="4946" y="2423"/>
                <a:ext cx="7" cy="5"/>
              </a:xfrm>
              <a:custGeom>
                <a:pathLst>
                  <a:path w="14" h="11">
                    <a:moveTo>
                      <a:pt x="5" y="0"/>
                    </a:moveTo>
                    <a:lnTo>
                      <a:pt x="12" y="0"/>
                    </a:lnTo>
                    <a:lnTo>
                      <a:pt x="12" y="3"/>
                    </a:lnTo>
                    <a:lnTo>
                      <a:pt x="14" y="3"/>
                    </a:lnTo>
                    <a:lnTo>
                      <a:pt x="14" y="5"/>
                    </a:lnTo>
                    <a:lnTo>
                      <a:pt x="12" y="9"/>
                    </a:lnTo>
                    <a:lnTo>
                      <a:pt x="12" y="11"/>
                    </a:lnTo>
                    <a:lnTo>
                      <a:pt x="5" y="11"/>
                    </a:lnTo>
                    <a:lnTo>
                      <a:pt x="1" y="11"/>
                    </a:lnTo>
                    <a:lnTo>
                      <a:pt x="1" y="9"/>
                    </a:lnTo>
                    <a:lnTo>
                      <a:pt x="0" y="9"/>
                    </a:lnTo>
                    <a:lnTo>
                      <a:pt x="0" y="5"/>
                    </a:lnTo>
                    <a:lnTo>
                      <a:pt x="1" y="3"/>
                    </a:lnTo>
                    <a:lnTo>
                      <a:pt x="1" y="0"/>
                    </a:lnTo>
                    <a:lnTo>
                      <a:pt x="5" y="0"/>
                    </a:lnTo>
                    <a:close/>
                  </a:path>
                </a:pathLst>
              </a:custGeom>
              <a:solidFill>
                <a:srgbClr val="A0A070"/>
              </a:solidFill>
              <a:ln>
                <a:noFill/>
                <a:round/>
              </a:ln>
            </p:spPr>
          </p:sp>
          <p:sp>
            <p:nvSpPr>
              <p:cNvPr id="96173" name=""/>
              <p:cNvSpPr/>
              <p:nvPr/>
            </p:nvSpPr>
            <p:spPr>
              <a:xfrm>
                <a:off x="4948" y="2424"/>
                <a:ext cx="5" cy="3"/>
              </a:xfrm>
              <a:custGeom>
                <a:pathLst>
                  <a:path w="9" h="7">
                    <a:moveTo>
                      <a:pt x="0" y="0"/>
                    </a:moveTo>
                    <a:lnTo>
                      <a:pt x="0" y="7"/>
                    </a:lnTo>
                    <a:lnTo>
                      <a:pt x="9" y="7"/>
                    </a:lnTo>
                    <a:lnTo>
                      <a:pt x="0" y="0"/>
                    </a:lnTo>
                    <a:close/>
                  </a:path>
                </a:pathLst>
              </a:custGeom>
              <a:solidFill>
                <a:srgbClr val="A0FF00"/>
              </a:solidFill>
              <a:ln>
                <a:noFill/>
                <a:round/>
              </a:ln>
            </p:spPr>
          </p:sp>
          <p:sp>
            <p:nvSpPr>
              <p:cNvPr id="96174" name=""/>
              <p:cNvSpPr/>
              <p:nvPr/>
            </p:nvSpPr>
            <p:spPr>
              <a:xfrm>
                <a:off x="4948" y="2424"/>
                <a:ext cx="5" cy="3"/>
              </a:xfrm>
              <a:custGeom>
                <a:pathLst>
                  <a:path w="9" h="7">
                    <a:moveTo>
                      <a:pt x="0" y="0"/>
                    </a:moveTo>
                    <a:lnTo>
                      <a:pt x="0" y="7"/>
                    </a:lnTo>
                    <a:lnTo>
                      <a:pt x="9" y="7"/>
                    </a:lnTo>
                    <a:lnTo>
                      <a:pt x="0" y="0"/>
                    </a:lnTo>
                    <a:close/>
                  </a:path>
                </a:pathLst>
              </a:custGeom>
              <a:solidFill>
                <a:srgbClr val="A0FF00"/>
              </a:solidFill>
              <a:ln>
                <a:noFill/>
                <a:round/>
              </a:ln>
            </p:spPr>
          </p:sp>
          <p:sp>
            <p:nvSpPr>
              <p:cNvPr id="96175" name=""/>
              <p:cNvSpPr/>
              <p:nvPr/>
            </p:nvSpPr>
            <p:spPr>
              <a:xfrm>
                <a:off x="4948" y="2423"/>
                <a:ext cx="5" cy="3"/>
              </a:xfrm>
              <a:custGeom>
                <a:pathLst>
                  <a:path w="9" h="5">
                    <a:moveTo>
                      <a:pt x="0" y="0"/>
                    </a:moveTo>
                    <a:lnTo>
                      <a:pt x="0" y="5"/>
                    </a:lnTo>
                    <a:lnTo>
                      <a:pt x="9" y="5"/>
                    </a:lnTo>
                    <a:lnTo>
                      <a:pt x="0" y="0"/>
                    </a:lnTo>
                    <a:close/>
                  </a:path>
                </a:pathLst>
              </a:custGeom>
              <a:solidFill>
                <a:srgbClr val="A0FF00"/>
              </a:solidFill>
              <a:ln>
                <a:noFill/>
                <a:round/>
              </a:ln>
            </p:spPr>
          </p:sp>
          <p:sp>
            <p:nvSpPr>
              <p:cNvPr id="96176" name=""/>
              <p:cNvSpPr/>
              <p:nvPr/>
            </p:nvSpPr>
            <p:spPr>
              <a:xfrm>
                <a:off x="4948" y="2424"/>
                <a:ext cx="4" cy="3"/>
              </a:xfrm>
              <a:custGeom>
                <a:pathLst>
                  <a:path w="7" h="7">
                    <a:moveTo>
                      <a:pt x="0" y="0"/>
                    </a:moveTo>
                    <a:lnTo>
                      <a:pt x="7" y="0"/>
                    </a:lnTo>
                    <a:lnTo>
                      <a:pt x="0" y="7"/>
                    </a:lnTo>
                    <a:lnTo>
                      <a:pt x="0" y="0"/>
                    </a:lnTo>
                    <a:close/>
                  </a:path>
                </a:pathLst>
              </a:custGeom>
              <a:solidFill>
                <a:srgbClr val="FFFFFF"/>
              </a:solidFill>
              <a:ln>
                <a:noFill/>
                <a:round/>
              </a:ln>
            </p:spPr>
          </p:sp>
          <p:sp>
            <p:nvSpPr>
              <p:cNvPr id="96177" name=""/>
              <p:cNvSpPr/>
              <p:nvPr/>
            </p:nvSpPr>
            <p:spPr>
              <a:xfrm>
                <a:off x="4946" y="2342"/>
                <a:ext cx="93" cy="5"/>
              </a:xfrm>
              <a:prstGeom prst="rect">
                <a:avLst/>
              </a:prstGeom>
              <a:solidFill>
                <a:srgbClr val="505020"/>
              </a:solidFill>
              <a:ln>
                <a:noFill/>
                <a:miter lim="800000"/>
              </a:ln>
            </p:spPr>
          </p:sp>
          <p:sp>
            <p:nvSpPr>
              <p:cNvPr id="96178" name=""/>
              <p:cNvSpPr/>
              <p:nvPr/>
            </p:nvSpPr>
            <p:spPr>
              <a:xfrm>
                <a:off x="4966" y="2337"/>
                <a:ext cx="4" cy="8"/>
              </a:xfrm>
              <a:custGeom>
                <a:pathLst>
                  <a:path w="7" h="16">
                    <a:moveTo>
                      <a:pt x="3" y="0"/>
                    </a:moveTo>
                    <a:lnTo>
                      <a:pt x="7" y="2"/>
                    </a:lnTo>
                    <a:lnTo>
                      <a:pt x="7" y="14"/>
                    </a:lnTo>
                    <a:lnTo>
                      <a:pt x="3" y="16"/>
                    </a:lnTo>
                    <a:lnTo>
                      <a:pt x="0" y="2"/>
                    </a:lnTo>
                    <a:lnTo>
                      <a:pt x="3" y="0"/>
                    </a:lnTo>
                    <a:close/>
                  </a:path>
                </a:pathLst>
              </a:custGeom>
              <a:solidFill>
                <a:srgbClr val="E0E0B0"/>
              </a:solidFill>
              <a:ln>
                <a:noFill/>
                <a:round/>
              </a:ln>
            </p:spPr>
          </p:sp>
          <p:sp>
            <p:nvSpPr>
              <p:cNvPr id="96179" name=""/>
              <p:cNvSpPr/>
              <p:nvPr/>
            </p:nvSpPr>
            <p:spPr>
              <a:xfrm>
                <a:off x="4966" y="2346"/>
                <a:ext cx="4" cy="10"/>
              </a:xfrm>
              <a:custGeom>
                <a:pathLst>
                  <a:path w="7" h="20">
                    <a:moveTo>
                      <a:pt x="3" y="0"/>
                    </a:moveTo>
                    <a:lnTo>
                      <a:pt x="7" y="2"/>
                    </a:lnTo>
                    <a:lnTo>
                      <a:pt x="7" y="18"/>
                    </a:lnTo>
                    <a:lnTo>
                      <a:pt x="3" y="20"/>
                    </a:lnTo>
                    <a:lnTo>
                      <a:pt x="0" y="18"/>
                    </a:lnTo>
                    <a:lnTo>
                      <a:pt x="0" y="2"/>
                    </a:lnTo>
                    <a:lnTo>
                      <a:pt x="3" y="0"/>
                    </a:lnTo>
                    <a:close/>
                  </a:path>
                </a:pathLst>
              </a:custGeom>
              <a:solidFill>
                <a:srgbClr val="E0E0B0"/>
              </a:solidFill>
              <a:ln>
                <a:noFill/>
                <a:round/>
              </a:ln>
            </p:spPr>
          </p:sp>
          <p:sp>
            <p:nvSpPr>
              <p:cNvPr id="96180" name=""/>
              <p:cNvSpPr/>
              <p:nvPr/>
            </p:nvSpPr>
            <p:spPr>
              <a:xfrm>
                <a:off x="4970" y="2403"/>
                <a:ext cx="71" cy="14"/>
              </a:xfrm>
              <a:prstGeom prst="rect">
                <a:avLst/>
              </a:prstGeom>
              <a:solidFill>
                <a:srgbClr val="A0A080"/>
              </a:solidFill>
              <a:ln>
                <a:noFill/>
                <a:miter lim="800000"/>
              </a:ln>
            </p:spPr>
          </p:sp>
          <p:sp>
            <p:nvSpPr>
              <p:cNvPr id="96181" name=""/>
              <p:cNvSpPr/>
              <p:nvPr/>
            </p:nvSpPr>
            <p:spPr>
              <a:xfrm>
                <a:off x="4965" y="2425"/>
                <a:ext cx="41" cy="4"/>
              </a:xfrm>
              <a:custGeom>
                <a:pathLst>
                  <a:path w="83" h="9">
                    <a:moveTo>
                      <a:pt x="0" y="0"/>
                    </a:moveTo>
                    <a:lnTo>
                      <a:pt x="81" y="0"/>
                    </a:lnTo>
                    <a:lnTo>
                      <a:pt x="83" y="6"/>
                    </a:lnTo>
                    <a:lnTo>
                      <a:pt x="0" y="9"/>
                    </a:lnTo>
                    <a:lnTo>
                      <a:pt x="0" y="6"/>
                    </a:lnTo>
                    <a:lnTo>
                      <a:pt x="0" y="0"/>
                    </a:lnTo>
                    <a:close/>
                  </a:path>
                </a:pathLst>
              </a:custGeom>
              <a:solidFill>
                <a:srgbClr val="E0E0B0"/>
              </a:solidFill>
              <a:ln>
                <a:noFill/>
                <a:round/>
              </a:ln>
            </p:spPr>
          </p:sp>
          <p:sp>
            <p:nvSpPr>
              <p:cNvPr id="96182" name=""/>
              <p:cNvSpPr/>
              <p:nvPr/>
            </p:nvSpPr>
            <p:spPr>
              <a:xfrm>
                <a:off x="4980" y="2416"/>
                <a:ext cx="27" cy="2"/>
              </a:xfrm>
              <a:prstGeom prst="rect">
                <a:avLst/>
              </a:prstGeom>
              <a:solidFill>
                <a:srgbClr val="E0E0B0"/>
              </a:solidFill>
              <a:ln>
                <a:noFill/>
                <a:miter lim="800000"/>
              </a:ln>
            </p:spPr>
          </p:sp>
          <p:sp>
            <p:nvSpPr>
              <p:cNvPr id="96183" name=""/>
              <p:cNvSpPr/>
              <p:nvPr/>
            </p:nvSpPr>
            <p:spPr>
              <a:xfrm>
                <a:off x="5003" y="2416"/>
                <a:ext cx="39" cy="4"/>
              </a:xfrm>
              <a:custGeom>
                <a:pathLst>
                  <a:path w="79" h="9">
                    <a:moveTo>
                      <a:pt x="4" y="0"/>
                    </a:moveTo>
                    <a:lnTo>
                      <a:pt x="77" y="0"/>
                    </a:lnTo>
                    <a:lnTo>
                      <a:pt x="79" y="4"/>
                    </a:lnTo>
                    <a:lnTo>
                      <a:pt x="77" y="9"/>
                    </a:lnTo>
                    <a:lnTo>
                      <a:pt x="4" y="9"/>
                    </a:lnTo>
                    <a:lnTo>
                      <a:pt x="0" y="4"/>
                    </a:lnTo>
                    <a:lnTo>
                      <a:pt x="4" y="0"/>
                    </a:lnTo>
                    <a:close/>
                  </a:path>
                </a:pathLst>
              </a:custGeom>
              <a:solidFill>
                <a:srgbClr val="E0E0B0"/>
              </a:solidFill>
              <a:ln>
                <a:noFill/>
                <a:round/>
              </a:ln>
            </p:spPr>
          </p:sp>
          <p:sp>
            <p:nvSpPr>
              <p:cNvPr id="96184" name=""/>
              <p:cNvSpPr/>
              <p:nvPr/>
            </p:nvSpPr>
            <p:spPr>
              <a:xfrm>
                <a:off x="4963" y="2367"/>
                <a:ext cx="2" cy="6"/>
              </a:xfrm>
              <a:prstGeom prst="rect">
                <a:avLst/>
              </a:prstGeom>
              <a:solidFill>
                <a:srgbClr val="F0E0C0"/>
              </a:solidFill>
              <a:ln>
                <a:noFill/>
                <a:miter lim="800000"/>
              </a:ln>
            </p:spPr>
          </p:sp>
          <p:sp>
            <p:nvSpPr>
              <p:cNvPr id="96185" name=""/>
              <p:cNvSpPr/>
              <p:nvPr/>
            </p:nvSpPr>
            <p:spPr>
              <a:xfrm>
                <a:off x="4985" y="2366"/>
                <a:ext cx="3" cy="5"/>
              </a:xfrm>
              <a:prstGeom prst="rect">
                <a:avLst/>
              </a:prstGeom>
              <a:solidFill>
                <a:srgbClr val="F0E0C0"/>
              </a:solidFill>
              <a:ln>
                <a:noFill/>
                <a:miter lim="800000"/>
              </a:ln>
            </p:spPr>
          </p:sp>
          <p:sp>
            <p:nvSpPr>
              <p:cNvPr id="96186" name=""/>
              <p:cNvSpPr/>
              <p:nvPr/>
            </p:nvSpPr>
            <p:spPr>
              <a:xfrm>
                <a:off x="4984" y="2371"/>
                <a:ext cx="4" cy="3"/>
              </a:xfrm>
              <a:prstGeom prst="rect">
                <a:avLst/>
              </a:prstGeom>
              <a:solidFill>
                <a:srgbClr val="F0E0C0"/>
              </a:solidFill>
              <a:ln>
                <a:noFill/>
                <a:miter lim="800000"/>
              </a:ln>
            </p:spPr>
          </p:sp>
          <p:sp>
            <p:nvSpPr>
              <p:cNvPr id="96187" name=""/>
              <p:cNvSpPr/>
              <p:nvPr/>
            </p:nvSpPr>
            <p:spPr>
              <a:xfrm>
                <a:off x="5005" y="2371"/>
                <a:ext cx="20" cy="3"/>
              </a:xfrm>
              <a:prstGeom prst="rect">
                <a:avLst/>
              </a:prstGeom>
              <a:solidFill>
                <a:srgbClr val="F0E0C0"/>
              </a:solidFill>
              <a:ln>
                <a:noFill/>
                <a:miter lim="800000"/>
              </a:ln>
            </p:spPr>
          </p:sp>
          <p:sp>
            <p:nvSpPr>
              <p:cNvPr id="96188" name=""/>
              <p:cNvSpPr/>
              <p:nvPr/>
            </p:nvSpPr>
            <p:spPr>
              <a:xfrm>
                <a:off x="4966" y="2372"/>
                <a:ext cx="4" cy="14"/>
              </a:xfrm>
              <a:prstGeom prst="rect">
                <a:avLst/>
              </a:prstGeom>
              <a:solidFill>
                <a:srgbClr val="F0E0C0"/>
              </a:solidFill>
              <a:ln>
                <a:noFill/>
                <a:miter lim="800000"/>
              </a:ln>
            </p:spPr>
          </p:sp>
          <p:sp>
            <p:nvSpPr>
              <p:cNvPr id="96189" name=""/>
              <p:cNvSpPr/>
              <p:nvPr/>
            </p:nvSpPr>
            <p:spPr>
              <a:xfrm>
                <a:off x="4966" y="2382"/>
                <a:ext cx="41" cy="4"/>
              </a:xfrm>
              <a:custGeom>
                <a:pathLst>
                  <a:path w="80" h="7">
                    <a:moveTo>
                      <a:pt x="0" y="0"/>
                    </a:moveTo>
                    <a:lnTo>
                      <a:pt x="79" y="0"/>
                    </a:lnTo>
                    <a:lnTo>
                      <a:pt x="80" y="7"/>
                    </a:lnTo>
                    <a:lnTo>
                      <a:pt x="0" y="7"/>
                    </a:lnTo>
                    <a:lnTo>
                      <a:pt x="0" y="0"/>
                    </a:lnTo>
                    <a:close/>
                  </a:path>
                </a:pathLst>
              </a:custGeom>
              <a:solidFill>
                <a:srgbClr val="F0E0C0"/>
              </a:solidFill>
              <a:ln>
                <a:noFill/>
                <a:round/>
              </a:ln>
            </p:spPr>
          </p:sp>
          <p:sp>
            <p:nvSpPr>
              <p:cNvPr id="96190" name=""/>
              <p:cNvSpPr/>
              <p:nvPr/>
            </p:nvSpPr>
            <p:spPr>
              <a:xfrm>
                <a:off x="5005" y="2372"/>
                <a:ext cx="3" cy="14"/>
              </a:xfrm>
              <a:custGeom>
                <a:pathLst>
                  <a:path w="5" h="29">
                    <a:moveTo>
                      <a:pt x="5" y="0"/>
                    </a:moveTo>
                    <a:lnTo>
                      <a:pt x="5" y="24"/>
                    </a:lnTo>
                    <a:lnTo>
                      <a:pt x="3" y="27"/>
                    </a:lnTo>
                    <a:lnTo>
                      <a:pt x="3" y="29"/>
                    </a:lnTo>
                    <a:lnTo>
                      <a:pt x="0" y="27"/>
                    </a:lnTo>
                    <a:lnTo>
                      <a:pt x="3" y="24"/>
                    </a:lnTo>
                    <a:lnTo>
                      <a:pt x="3" y="0"/>
                    </a:lnTo>
                    <a:lnTo>
                      <a:pt x="5" y="0"/>
                    </a:lnTo>
                    <a:close/>
                  </a:path>
                </a:pathLst>
              </a:custGeom>
              <a:solidFill>
                <a:srgbClr val="808050"/>
              </a:solidFill>
              <a:ln>
                <a:noFill/>
                <a:round/>
              </a:ln>
            </p:spPr>
          </p:sp>
          <p:sp>
            <p:nvSpPr>
              <p:cNvPr id="96191" name=""/>
              <p:cNvSpPr/>
              <p:nvPr/>
            </p:nvSpPr>
            <p:spPr>
              <a:xfrm>
                <a:off x="5005" y="2367"/>
                <a:ext cx="20" cy="5"/>
              </a:xfrm>
              <a:prstGeom prst="rect">
                <a:avLst/>
              </a:prstGeom>
              <a:solidFill>
                <a:srgbClr val="706040"/>
              </a:solidFill>
              <a:ln>
                <a:noFill/>
                <a:miter lim="800000"/>
              </a:ln>
            </p:spPr>
          </p:sp>
          <p:sp>
            <p:nvSpPr>
              <p:cNvPr id="96192" name=""/>
              <p:cNvSpPr/>
              <p:nvPr/>
            </p:nvSpPr>
            <p:spPr>
              <a:xfrm>
                <a:off x="5020" y="2367"/>
                <a:ext cx="5" cy="6"/>
              </a:xfrm>
              <a:prstGeom prst="rect">
                <a:avLst/>
              </a:prstGeom>
              <a:solidFill>
                <a:srgbClr val="706040"/>
              </a:solidFill>
              <a:ln>
                <a:noFill/>
                <a:miter lim="800000"/>
              </a:ln>
            </p:spPr>
          </p:sp>
          <p:sp>
            <p:nvSpPr>
              <p:cNvPr id="96193" name=""/>
              <p:cNvSpPr/>
              <p:nvPr/>
            </p:nvSpPr>
            <p:spPr>
              <a:xfrm>
                <a:off x="4966" y="2363"/>
                <a:ext cx="42" cy="8"/>
              </a:xfrm>
              <a:custGeom>
                <a:pathLst>
                  <a:path w="82" h="14">
                    <a:moveTo>
                      <a:pt x="0" y="5"/>
                    </a:moveTo>
                    <a:lnTo>
                      <a:pt x="3" y="0"/>
                    </a:lnTo>
                    <a:lnTo>
                      <a:pt x="77" y="0"/>
                    </a:lnTo>
                    <a:lnTo>
                      <a:pt x="80" y="0"/>
                    </a:lnTo>
                    <a:lnTo>
                      <a:pt x="82" y="5"/>
                    </a:lnTo>
                    <a:lnTo>
                      <a:pt x="82" y="14"/>
                    </a:lnTo>
                    <a:lnTo>
                      <a:pt x="80" y="5"/>
                    </a:lnTo>
                    <a:lnTo>
                      <a:pt x="79" y="4"/>
                    </a:lnTo>
                    <a:lnTo>
                      <a:pt x="3" y="4"/>
                    </a:lnTo>
                    <a:lnTo>
                      <a:pt x="2" y="5"/>
                    </a:lnTo>
                    <a:lnTo>
                      <a:pt x="0" y="5"/>
                    </a:lnTo>
                    <a:close/>
                  </a:path>
                </a:pathLst>
              </a:custGeom>
              <a:solidFill>
                <a:srgbClr val="808050"/>
              </a:solidFill>
              <a:ln>
                <a:noFill/>
                <a:round/>
              </a:ln>
            </p:spPr>
          </p:sp>
          <p:sp>
            <p:nvSpPr>
              <p:cNvPr id="96194" name=""/>
              <p:cNvSpPr/>
              <p:nvPr/>
            </p:nvSpPr>
            <p:spPr>
              <a:xfrm>
                <a:off x="4965" y="2367"/>
                <a:ext cx="1" cy="6"/>
              </a:xfrm>
              <a:prstGeom prst="rect">
                <a:avLst/>
              </a:prstGeom>
              <a:solidFill>
                <a:srgbClr val="706040"/>
              </a:solidFill>
              <a:ln>
                <a:noFill/>
                <a:miter lim="800000"/>
              </a:ln>
            </p:spPr>
          </p:sp>
          <p:sp>
            <p:nvSpPr>
              <p:cNvPr id="96195" name=""/>
              <p:cNvSpPr/>
              <p:nvPr/>
            </p:nvSpPr>
            <p:spPr>
              <a:xfrm>
                <a:off x="4966" y="2364"/>
                <a:ext cx="4" cy="7"/>
              </a:xfrm>
              <a:custGeom>
                <a:pathLst>
                  <a:path w="7" h="12">
                    <a:moveTo>
                      <a:pt x="0" y="0"/>
                    </a:moveTo>
                    <a:lnTo>
                      <a:pt x="0" y="12"/>
                    </a:lnTo>
                    <a:lnTo>
                      <a:pt x="7" y="0"/>
                    </a:lnTo>
                    <a:lnTo>
                      <a:pt x="0" y="0"/>
                    </a:lnTo>
                    <a:close/>
                  </a:path>
                </a:pathLst>
              </a:custGeom>
              <a:solidFill>
                <a:srgbClr val="F0E0C0"/>
              </a:solidFill>
              <a:ln>
                <a:noFill/>
                <a:round/>
              </a:ln>
            </p:spPr>
          </p:sp>
          <p:sp>
            <p:nvSpPr>
              <p:cNvPr id="96196" name=""/>
              <p:cNvSpPr/>
              <p:nvPr/>
            </p:nvSpPr>
            <p:spPr>
              <a:xfrm>
                <a:off x="4985" y="2372"/>
                <a:ext cx="22" cy="2"/>
              </a:xfrm>
              <a:prstGeom prst="rect">
                <a:avLst/>
              </a:prstGeom>
              <a:solidFill>
                <a:srgbClr val="706040"/>
              </a:solidFill>
              <a:ln>
                <a:noFill/>
                <a:miter lim="800000"/>
              </a:ln>
            </p:spPr>
          </p:sp>
          <p:sp>
            <p:nvSpPr>
              <p:cNvPr id="96197" name=""/>
              <p:cNvSpPr/>
              <p:nvPr/>
            </p:nvSpPr>
            <p:spPr>
              <a:xfrm>
                <a:off x="5003" y="2371"/>
                <a:ext cx="4" cy="3"/>
              </a:xfrm>
              <a:prstGeom prst="rect">
                <a:avLst/>
              </a:prstGeom>
              <a:solidFill>
                <a:srgbClr val="706040"/>
              </a:solidFill>
              <a:ln>
                <a:noFill/>
                <a:miter lim="800000"/>
              </a:ln>
            </p:spPr>
          </p:sp>
          <p:sp>
            <p:nvSpPr>
              <p:cNvPr id="96198" name=""/>
              <p:cNvSpPr/>
              <p:nvPr/>
            </p:nvSpPr>
            <p:spPr>
              <a:xfrm>
                <a:off x="5003" y="2366"/>
                <a:ext cx="4" cy="6"/>
              </a:xfrm>
              <a:prstGeom prst="rect">
                <a:avLst/>
              </a:prstGeom>
              <a:solidFill>
                <a:srgbClr val="706040"/>
              </a:solidFill>
              <a:ln>
                <a:noFill/>
                <a:miter lim="800000"/>
              </a:ln>
            </p:spPr>
          </p:sp>
          <p:sp>
            <p:nvSpPr>
              <p:cNvPr id="96199" name=""/>
              <p:cNvSpPr/>
              <p:nvPr/>
            </p:nvSpPr>
            <p:spPr>
              <a:xfrm>
                <a:off x="4985" y="2366"/>
                <a:ext cx="22" cy="4"/>
              </a:xfrm>
              <a:prstGeom prst="rect">
                <a:avLst/>
              </a:prstGeom>
              <a:solidFill>
                <a:srgbClr val="706040"/>
              </a:solidFill>
              <a:ln>
                <a:noFill/>
                <a:miter lim="800000"/>
              </a:ln>
            </p:spPr>
          </p:sp>
          <p:sp>
            <p:nvSpPr>
              <p:cNvPr id="96200" name=""/>
              <p:cNvSpPr/>
              <p:nvPr/>
            </p:nvSpPr>
            <p:spPr>
              <a:xfrm>
                <a:off x="5010" y="2377"/>
                <a:ext cx="10" cy="4"/>
              </a:xfrm>
              <a:custGeom>
                <a:pathLst>
                  <a:path w="20" h="7">
                    <a:moveTo>
                      <a:pt x="0" y="0"/>
                    </a:moveTo>
                    <a:lnTo>
                      <a:pt x="20" y="0"/>
                    </a:lnTo>
                    <a:lnTo>
                      <a:pt x="0" y="7"/>
                    </a:lnTo>
                    <a:lnTo>
                      <a:pt x="0" y="0"/>
                    </a:lnTo>
                    <a:close/>
                  </a:path>
                </a:pathLst>
              </a:custGeom>
              <a:solidFill>
                <a:srgbClr val="F0E0C0"/>
              </a:solidFill>
              <a:ln>
                <a:noFill/>
                <a:round/>
              </a:ln>
            </p:spPr>
          </p:sp>
          <p:sp>
            <p:nvSpPr>
              <p:cNvPr id="96201" name=""/>
              <p:cNvSpPr/>
              <p:nvPr/>
            </p:nvSpPr>
            <p:spPr>
              <a:xfrm>
                <a:off x="4966" y="2336"/>
                <a:ext cx="41" cy="4"/>
              </a:xfrm>
              <a:prstGeom prst="rect">
                <a:avLst/>
              </a:prstGeom>
              <a:solidFill>
                <a:srgbClr val="706040"/>
              </a:solidFill>
              <a:ln>
                <a:noFill/>
                <a:miter lim="800000"/>
              </a:ln>
            </p:spPr>
          </p:sp>
          <p:sp>
            <p:nvSpPr>
              <p:cNvPr id="96202" name=""/>
              <p:cNvSpPr/>
              <p:nvPr/>
            </p:nvSpPr>
            <p:spPr>
              <a:xfrm>
                <a:off x="5005" y="2336"/>
                <a:ext cx="3" cy="9"/>
              </a:xfrm>
              <a:custGeom>
                <a:pathLst>
                  <a:path w="5" h="18">
                    <a:moveTo>
                      <a:pt x="0" y="0"/>
                    </a:moveTo>
                    <a:lnTo>
                      <a:pt x="5" y="16"/>
                    </a:lnTo>
                    <a:lnTo>
                      <a:pt x="0" y="18"/>
                    </a:lnTo>
                    <a:lnTo>
                      <a:pt x="0" y="2"/>
                    </a:lnTo>
                    <a:lnTo>
                      <a:pt x="0" y="0"/>
                    </a:lnTo>
                    <a:close/>
                  </a:path>
                </a:pathLst>
              </a:custGeom>
              <a:solidFill>
                <a:srgbClr val="706040"/>
              </a:solidFill>
              <a:ln>
                <a:noFill/>
                <a:round/>
              </a:ln>
            </p:spPr>
          </p:sp>
          <p:sp>
            <p:nvSpPr>
              <p:cNvPr id="96203" name=""/>
              <p:cNvSpPr/>
              <p:nvPr/>
            </p:nvSpPr>
            <p:spPr>
              <a:xfrm>
                <a:off x="5005" y="2348"/>
                <a:ext cx="3" cy="8"/>
              </a:xfrm>
              <a:prstGeom prst="rect">
                <a:avLst/>
              </a:prstGeom>
              <a:solidFill>
                <a:srgbClr val="706040"/>
              </a:solidFill>
              <a:ln>
                <a:noFill/>
                <a:miter lim="800000"/>
              </a:ln>
            </p:spPr>
          </p:sp>
          <p:sp>
            <p:nvSpPr>
              <p:cNvPr id="96204" name=""/>
              <p:cNvSpPr/>
              <p:nvPr/>
            </p:nvSpPr>
            <p:spPr>
              <a:xfrm>
                <a:off x="4966" y="2353"/>
                <a:ext cx="41" cy="3"/>
              </a:xfrm>
              <a:prstGeom prst="rect">
                <a:avLst/>
              </a:prstGeom>
              <a:solidFill>
                <a:srgbClr val="E0E0B0"/>
              </a:solidFill>
              <a:ln>
                <a:noFill/>
                <a:miter lim="800000"/>
              </a:ln>
            </p:spPr>
          </p:sp>
          <p:sp>
            <p:nvSpPr>
              <p:cNvPr id="96205" name=""/>
              <p:cNvSpPr/>
              <p:nvPr/>
            </p:nvSpPr>
            <p:spPr>
              <a:xfrm>
                <a:off x="4945" y="2342"/>
                <a:ext cx="3" cy="8"/>
              </a:xfrm>
              <a:custGeom>
                <a:pathLst>
                  <a:path w="7" h="16">
                    <a:moveTo>
                      <a:pt x="5" y="0"/>
                    </a:moveTo>
                    <a:lnTo>
                      <a:pt x="0" y="14"/>
                    </a:lnTo>
                    <a:lnTo>
                      <a:pt x="5" y="16"/>
                    </a:lnTo>
                    <a:lnTo>
                      <a:pt x="7" y="16"/>
                    </a:lnTo>
                    <a:lnTo>
                      <a:pt x="5" y="11"/>
                    </a:lnTo>
                    <a:lnTo>
                      <a:pt x="2" y="9"/>
                    </a:lnTo>
                    <a:lnTo>
                      <a:pt x="2" y="3"/>
                    </a:lnTo>
                    <a:lnTo>
                      <a:pt x="5" y="0"/>
                    </a:lnTo>
                    <a:close/>
                  </a:path>
                </a:pathLst>
              </a:custGeom>
              <a:solidFill>
                <a:srgbClr val="F0E0C0"/>
              </a:solidFill>
              <a:ln>
                <a:noFill/>
                <a:round/>
              </a:ln>
            </p:spPr>
          </p:sp>
          <p:sp>
            <p:nvSpPr>
              <p:cNvPr id="96206" name=""/>
              <p:cNvSpPr/>
              <p:nvPr/>
            </p:nvSpPr>
            <p:spPr>
              <a:xfrm>
                <a:off x="4970" y="2421"/>
                <a:ext cx="12" cy="4"/>
              </a:xfrm>
              <a:prstGeom prst="rect">
                <a:avLst/>
              </a:prstGeom>
              <a:solidFill>
                <a:srgbClr val="F0E0C0"/>
              </a:solidFill>
              <a:ln>
                <a:noFill/>
                <a:miter lim="800000"/>
              </a:ln>
            </p:spPr>
          </p:sp>
          <p:sp>
            <p:nvSpPr>
              <p:cNvPr id="96207" name=""/>
              <p:cNvSpPr/>
              <p:nvPr/>
            </p:nvSpPr>
            <p:spPr>
              <a:xfrm>
                <a:off x="4970" y="2401"/>
                <a:ext cx="71" cy="4"/>
              </a:xfrm>
              <a:prstGeom prst="rect">
                <a:avLst/>
              </a:prstGeom>
              <a:solidFill>
                <a:srgbClr val="706040"/>
              </a:solidFill>
              <a:ln>
                <a:noFill/>
                <a:miter lim="800000"/>
              </a:ln>
            </p:spPr>
          </p:sp>
          <p:sp>
            <p:nvSpPr>
              <p:cNvPr id="96208" name=""/>
              <p:cNvSpPr/>
              <p:nvPr/>
            </p:nvSpPr>
            <p:spPr>
              <a:xfrm>
                <a:off x="4970" y="2403"/>
                <a:ext cx="4" cy="22"/>
              </a:xfrm>
              <a:prstGeom prst="rect">
                <a:avLst/>
              </a:prstGeom>
              <a:solidFill>
                <a:srgbClr val="706040"/>
              </a:solidFill>
              <a:ln>
                <a:noFill/>
                <a:miter lim="800000"/>
              </a:ln>
            </p:spPr>
          </p:sp>
          <p:sp>
            <p:nvSpPr>
              <p:cNvPr id="96209" name=""/>
              <p:cNvSpPr/>
              <p:nvPr/>
            </p:nvSpPr>
            <p:spPr>
              <a:xfrm>
                <a:off x="4970" y="2414"/>
                <a:ext cx="71" cy="3"/>
              </a:xfrm>
              <a:prstGeom prst="rect">
                <a:avLst/>
              </a:prstGeom>
              <a:solidFill>
                <a:srgbClr val="706040"/>
              </a:solidFill>
              <a:ln>
                <a:noFill/>
                <a:miter lim="800000"/>
              </a:ln>
            </p:spPr>
          </p:sp>
          <p:sp>
            <p:nvSpPr>
              <p:cNvPr id="96210" name=""/>
              <p:cNvSpPr/>
              <p:nvPr/>
            </p:nvSpPr>
            <p:spPr>
              <a:xfrm>
                <a:off x="4925" y="2439"/>
                <a:ext cx="132" cy="21"/>
              </a:xfrm>
              <a:prstGeom prst="rect">
                <a:avLst/>
              </a:prstGeom>
              <a:solidFill>
                <a:srgbClr val="D0C0A0"/>
              </a:solidFill>
              <a:ln>
                <a:noFill/>
                <a:miter lim="800000"/>
              </a:ln>
            </p:spPr>
          </p:sp>
          <p:sp>
            <p:nvSpPr>
              <p:cNvPr id="96211" name=""/>
              <p:cNvSpPr/>
              <p:nvPr/>
            </p:nvSpPr>
            <p:spPr>
              <a:xfrm>
                <a:off x="4945" y="2441"/>
                <a:ext cx="93" cy="15"/>
              </a:xfrm>
              <a:custGeom>
                <a:pathLst>
                  <a:path w="186" h="30">
                    <a:moveTo>
                      <a:pt x="3" y="30"/>
                    </a:moveTo>
                    <a:lnTo>
                      <a:pt x="182" y="30"/>
                    </a:lnTo>
                    <a:lnTo>
                      <a:pt x="184" y="30"/>
                    </a:lnTo>
                    <a:lnTo>
                      <a:pt x="184" y="27"/>
                    </a:lnTo>
                    <a:lnTo>
                      <a:pt x="186" y="9"/>
                    </a:lnTo>
                    <a:lnTo>
                      <a:pt x="184" y="3"/>
                    </a:lnTo>
                    <a:lnTo>
                      <a:pt x="182" y="2"/>
                    </a:lnTo>
                    <a:lnTo>
                      <a:pt x="3" y="0"/>
                    </a:lnTo>
                    <a:lnTo>
                      <a:pt x="2" y="2"/>
                    </a:lnTo>
                    <a:lnTo>
                      <a:pt x="0" y="5"/>
                    </a:lnTo>
                    <a:lnTo>
                      <a:pt x="0" y="25"/>
                    </a:lnTo>
                    <a:lnTo>
                      <a:pt x="2" y="29"/>
                    </a:lnTo>
                    <a:lnTo>
                      <a:pt x="3" y="30"/>
                    </a:lnTo>
                    <a:close/>
                  </a:path>
                </a:pathLst>
              </a:custGeom>
              <a:solidFill>
                <a:srgbClr val="404040"/>
              </a:solidFill>
              <a:ln>
                <a:noFill/>
                <a:round/>
              </a:ln>
            </p:spPr>
          </p:sp>
          <p:sp>
            <p:nvSpPr>
              <p:cNvPr id="96212" name=""/>
              <p:cNvSpPr/>
              <p:nvPr/>
            </p:nvSpPr>
            <p:spPr>
              <a:xfrm>
                <a:off x="4987" y="2302"/>
                <a:ext cx="5" cy="4"/>
              </a:xfrm>
              <a:custGeom>
                <a:pathLst>
                  <a:path w="11" h="7">
                    <a:moveTo>
                      <a:pt x="7" y="0"/>
                    </a:moveTo>
                    <a:lnTo>
                      <a:pt x="11" y="0"/>
                    </a:lnTo>
                    <a:lnTo>
                      <a:pt x="11" y="7"/>
                    </a:lnTo>
                    <a:lnTo>
                      <a:pt x="0" y="7"/>
                    </a:lnTo>
                    <a:lnTo>
                      <a:pt x="7" y="0"/>
                    </a:lnTo>
                    <a:close/>
                  </a:path>
                </a:pathLst>
              </a:custGeom>
              <a:solidFill>
                <a:srgbClr val="C0C080"/>
              </a:solidFill>
              <a:ln>
                <a:noFill/>
                <a:round/>
              </a:ln>
            </p:spPr>
          </p:sp>
          <p:sp>
            <p:nvSpPr>
              <p:cNvPr id="96213" name=""/>
              <p:cNvSpPr/>
              <p:nvPr/>
            </p:nvSpPr>
            <p:spPr>
              <a:xfrm>
                <a:off x="4987" y="2302"/>
                <a:ext cx="3" cy="1"/>
              </a:xfrm>
              <a:custGeom>
                <a:pathLst>
                  <a:path w="5" h="1">
                    <a:moveTo>
                      <a:pt x="3" y="0"/>
                    </a:moveTo>
                    <a:lnTo>
                      <a:pt x="5" y="0"/>
                    </a:lnTo>
                    <a:lnTo>
                      <a:pt x="5" y="1"/>
                    </a:lnTo>
                    <a:lnTo>
                      <a:pt x="0" y="1"/>
                    </a:lnTo>
                    <a:lnTo>
                      <a:pt x="3" y="0"/>
                    </a:lnTo>
                  </a:path>
                </a:pathLst>
              </a:custGeom>
              <a:noFill/>
              <a:ln w="11113">
                <a:solidFill>
                  <a:srgbClr val="000000"/>
                </a:solidFill>
                <a:prstDash val="solid"/>
                <a:round/>
              </a:ln>
            </p:spPr>
          </p:sp>
          <p:sp>
            <p:nvSpPr>
              <p:cNvPr id="96214" name=""/>
              <p:cNvSpPr/>
              <p:nvPr/>
            </p:nvSpPr>
            <p:spPr>
              <a:xfrm>
                <a:off x="4938" y="2295"/>
                <a:ext cx="109" cy="19"/>
              </a:xfrm>
              <a:custGeom>
                <a:pathLst>
                  <a:path w="219" h="38">
                    <a:moveTo>
                      <a:pt x="17" y="0"/>
                    </a:moveTo>
                    <a:lnTo>
                      <a:pt x="205" y="0"/>
                    </a:lnTo>
                    <a:lnTo>
                      <a:pt x="208" y="2"/>
                    </a:lnTo>
                    <a:lnTo>
                      <a:pt x="210" y="2"/>
                    </a:lnTo>
                    <a:lnTo>
                      <a:pt x="214" y="6"/>
                    </a:lnTo>
                    <a:lnTo>
                      <a:pt x="215" y="7"/>
                    </a:lnTo>
                    <a:lnTo>
                      <a:pt x="217" y="11"/>
                    </a:lnTo>
                    <a:lnTo>
                      <a:pt x="219" y="13"/>
                    </a:lnTo>
                    <a:lnTo>
                      <a:pt x="219" y="16"/>
                    </a:lnTo>
                    <a:lnTo>
                      <a:pt x="219" y="22"/>
                    </a:lnTo>
                    <a:lnTo>
                      <a:pt x="219" y="25"/>
                    </a:lnTo>
                    <a:lnTo>
                      <a:pt x="217" y="27"/>
                    </a:lnTo>
                    <a:lnTo>
                      <a:pt x="215" y="31"/>
                    </a:lnTo>
                    <a:lnTo>
                      <a:pt x="214" y="34"/>
                    </a:lnTo>
                    <a:lnTo>
                      <a:pt x="210" y="36"/>
                    </a:lnTo>
                    <a:lnTo>
                      <a:pt x="208" y="38"/>
                    </a:lnTo>
                    <a:lnTo>
                      <a:pt x="205" y="38"/>
                    </a:lnTo>
                    <a:lnTo>
                      <a:pt x="203" y="38"/>
                    </a:lnTo>
                    <a:lnTo>
                      <a:pt x="17" y="38"/>
                    </a:lnTo>
                    <a:lnTo>
                      <a:pt x="15" y="38"/>
                    </a:lnTo>
                    <a:lnTo>
                      <a:pt x="11" y="38"/>
                    </a:lnTo>
                    <a:lnTo>
                      <a:pt x="8" y="36"/>
                    </a:lnTo>
                    <a:lnTo>
                      <a:pt x="6" y="34"/>
                    </a:lnTo>
                    <a:lnTo>
                      <a:pt x="2" y="29"/>
                    </a:lnTo>
                    <a:lnTo>
                      <a:pt x="0" y="25"/>
                    </a:lnTo>
                    <a:lnTo>
                      <a:pt x="0" y="24"/>
                    </a:lnTo>
                    <a:lnTo>
                      <a:pt x="0" y="22"/>
                    </a:lnTo>
                    <a:lnTo>
                      <a:pt x="0" y="16"/>
                    </a:lnTo>
                    <a:lnTo>
                      <a:pt x="0" y="15"/>
                    </a:lnTo>
                    <a:lnTo>
                      <a:pt x="0" y="13"/>
                    </a:lnTo>
                    <a:lnTo>
                      <a:pt x="2" y="9"/>
                    </a:lnTo>
                    <a:lnTo>
                      <a:pt x="4" y="6"/>
                    </a:lnTo>
                    <a:lnTo>
                      <a:pt x="8" y="2"/>
                    </a:lnTo>
                    <a:lnTo>
                      <a:pt x="11" y="2"/>
                    </a:lnTo>
                    <a:lnTo>
                      <a:pt x="17" y="0"/>
                    </a:lnTo>
                    <a:close/>
                  </a:path>
                </a:pathLst>
              </a:custGeom>
              <a:solidFill>
                <a:srgbClr val="F0E0C0"/>
              </a:solidFill>
              <a:ln>
                <a:noFill/>
                <a:round/>
              </a:ln>
            </p:spPr>
          </p:sp>
          <p:sp>
            <p:nvSpPr>
              <p:cNvPr id="96215" name=""/>
              <p:cNvSpPr/>
              <p:nvPr/>
            </p:nvSpPr>
            <p:spPr>
              <a:xfrm>
                <a:off x="4938" y="2295"/>
                <a:ext cx="106" cy="16"/>
              </a:xfrm>
              <a:custGeom>
                <a:pathLst>
                  <a:path w="214" h="33">
                    <a:moveTo>
                      <a:pt x="17" y="0"/>
                    </a:moveTo>
                    <a:lnTo>
                      <a:pt x="201" y="0"/>
                    </a:lnTo>
                    <a:lnTo>
                      <a:pt x="205" y="2"/>
                    </a:lnTo>
                    <a:lnTo>
                      <a:pt x="205" y="2"/>
                    </a:lnTo>
                    <a:lnTo>
                      <a:pt x="208" y="4"/>
                    </a:lnTo>
                    <a:lnTo>
                      <a:pt x="210" y="6"/>
                    </a:lnTo>
                    <a:lnTo>
                      <a:pt x="212" y="9"/>
                    </a:lnTo>
                    <a:lnTo>
                      <a:pt x="214" y="11"/>
                    </a:lnTo>
                    <a:lnTo>
                      <a:pt x="214" y="13"/>
                    </a:lnTo>
                    <a:lnTo>
                      <a:pt x="214" y="20"/>
                    </a:lnTo>
                    <a:lnTo>
                      <a:pt x="214" y="22"/>
                    </a:lnTo>
                    <a:lnTo>
                      <a:pt x="212" y="24"/>
                    </a:lnTo>
                    <a:lnTo>
                      <a:pt x="210" y="27"/>
                    </a:lnTo>
                    <a:lnTo>
                      <a:pt x="208" y="29"/>
                    </a:lnTo>
                    <a:lnTo>
                      <a:pt x="205" y="31"/>
                    </a:lnTo>
                    <a:lnTo>
                      <a:pt x="205" y="33"/>
                    </a:lnTo>
                    <a:lnTo>
                      <a:pt x="201" y="33"/>
                    </a:lnTo>
                    <a:lnTo>
                      <a:pt x="17" y="33"/>
                    </a:lnTo>
                    <a:lnTo>
                      <a:pt x="13" y="33"/>
                    </a:lnTo>
                    <a:lnTo>
                      <a:pt x="9" y="33"/>
                    </a:lnTo>
                    <a:lnTo>
                      <a:pt x="8" y="31"/>
                    </a:lnTo>
                    <a:lnTo>
                      <a:pt x="6" y="29"/>
                    </a:lnTo>
                    <a:lnTo>
                      <a:pt x="2" y="25"/>
                    </a:lnTo>
                    <a:lnTo>
                      <a:pt x="0" y="22"/>
                    </a:lnTo>
                    <a:lnTo>
                      <a:pt x="0" y="20"/>
                    </a:lnTo>
                    <a:lnTo>
                      <a:pt x="0" y="13"/>
                    </a:lnTo>
                    <a:lnTo>
                      <a:pt x="0" y="13"/>
                    </a:lnTo>
                    <a:lnTo>
                      <a:pt x="0" y="11"/>
                    </a:lnTo>
                    <a:lnTo>
                      <a:pt x="2" y="7"/>
                    </a:lnTo>
                    <a:lnTo>
                      <a:pt x="4" y="4"/>
                    </a:lnTo>
                    <a:lnTo>
                      <a:pt x="8" y="2"/>
                    </a:lnTo>
                    <a:lnTo>
                      <a:pt x="9" y="2"/>
                    </a:lnTo>
                    <a:lnTo>
                      <a:pt x="17" y="0"/>
                    </a:lnTo>
                  </a:path>
                </a:pathLst>
              </a:custGeom>
              <a:noFill/>
              <a:ln w="11113">
                <a:solidFill>
                  <a:srgbClr val="808060"/>
                </a:solidFill>
                <a:prstDash val="solid"/>
                <a:round/>
              </a:ln>
            </p:spPr>
          </p:sp>
          <p:sp>
            <p:nvSpPr>
              <p:cNvPr id="96216" name=""/>
              <p:cNvSpPr/>
              <p:nvPr/>
            </p:nvSpPr>
            <p:spPr>
              <a:xfrm>
                <a:off x="4939" y="2296"/>
                <a:ext cx="60" cy="17"/>
              </a:xfrm>
              <a:custGeom>
                <a:pathLst>
                  <a:path w="122" h="34">
                    <a:moveTo>
                      <a:pt x="20" y="0"/>
                    </a:moveTo>
                    <a:lnTo>
                      <a:pt x="102" y="0"/>
                    </a:lnTo>
                    <a:lnTo>
                      <a:pt x="106" y="0"/>
                    </a:lnTo>
                    <a:lnTo>
                      <a:pt x="111" y="2"/>
                    </a:lnTo>
                    <a:lnTo>
                      <a:pt x="115" y="2"/>
                    </a:lnTo>
                    <a:lnTo>
                      <a:pt x="117" y="4"/>
                    </a:lnTo>
                    <a:lnTo>
                      <a:pt x="120" y="5"/>
                    </a:lnTo>
                    <a:lnTo>
                      <a:pt x="120" y="7"/>
                    </a:lnTo>
                    <a:lnTo>
                      <a:pt x="122" y="9"/>
                    </a:lnTo>
                    <a:lnTo>
                      <a:pt x="122" y="11"/>
                    </a:lnTo>
                    <a:lnTo>
                      <a:pt x="122" y="13"/>
                    </a:lnTo>
                    <a:lnTo>
                      <a:pt x="122" y="22"/>
                    </a:lnTo>
                    <a:lnTo>
                      <a:pt x="122" y="25"/>
                    </a:lnTo>
                    <a:lnTo>
                      <a:pt x="120" y="29"/>
                    </a:lnTo>
                    <a:lnTo>
                      <a:pt x="118" y="31"/>
                    </a:lnTo>
                    <a:lnTo>
                      <a:pt x="115" y="32"/>
                    </a:lnTo>
                    <a:lnTo>
                      <a:pt x="111" y="34"/>
                    </a:lnTo>
                    <a:lnTo>
                      <a:pt x="104" y="34"/>
                    </a:lnTo>
                    <a:lnTo>
                      <a:pt x="102" y="34"/>
                    </a:lnTo>
                    <a:lnTo>
                      <a:pt x="20" y="34"/>
                    </a:lnTo>
                    <a:lnTo>
                      <a:pt x="16" y="34"/>
                    </a:lnTo>
                    <a:lnTo>
                      <a:pt x="13" y="34"/>
                    </a:lnTo>
                    <a:lnTo>
                      <a:pt x="9" y="32"/>
                    </a:lnTo>
                    <a:lnTo>
                      <a:pt x="6" y="31"/>
                    </a:lnTo>
                    <a:lnTo>
                      <a:pt x="4" y="29"/>
                    </a:lnTo>
                    <a:lnTo>
                      <a:pt x="2" y="25"/>
                    </a:lnTo>
                    <a:lnTo>
                      <a:pt x="0" y="23"/>
                    </a:lnTo>
                    <a:lnTo>
                      <a:pt x="0" y="22"/>
                    </a:lnTo>
                    <a:lnTo>
                      <a:pt x="0" y="13"/>
                    </a:lnTo>
                    <a:lnTo>
                      <a:pt x="0" y="11"/>
                    </a:lnTo>
                    <a:lnTo>
                      <a:pt x="2" y="9"/>
                    </a:lnTo>
                    <a:lnTo>
                      <a:pt x="2" y="7"/>
                    </a:lnTo>
                    <a:lnTo>
                      <a:pt x="2" y="5"/>
                    </a:lnTo>
                    <a:lnTo>
                      <a:pt x="4" y="5"/>
                    </a:lnTo>
                    <a:lnTo>
                      <a:pt x="6" y="4"/>
                    </a:lnTo>
                    <a:lnTo>
                      <a:pt x="7" y="2"/>
                    </a:lnTo>
                    <a:lnTo>
                      <a:pt x="13" y="0"/>
                    </a:lnTo>
                    <a:lnTo>
                      <a:pt x="20" y="0"/>
                    </a:lnTo>
                    <a:close/>
                  </a:path>
                </a:pathLst>
              </a:custGeom>
              <a:solidFill>
                <a:srgbClr val="F0E0C0"/>
              </a:solidFill>
              <a:ln>
                <a:noFill/>
                <a:round/>
              </a:ln>
            </p:spPr>
          </p:sp>
          <p:sp>
            <p:nvSpPr>
              <p:cNvPr id="96217" name=""/>
              <p:cNvSpPr/>
              <p:nvPr/>
            </p:nvSpPr>
            <p:spPr>
              <a:xfrm>
                <a:off x="4939" y="2296"/>
                <a:ext cx="57" cy="13"/>
              </a:xfrm>
              <a:custGeom>
                <a:pathLst>
                  <a:path w="115" h="27">
                    <a:moveTo>
                      <a:pt x="18" y="0"/>
                    </a:moveTo>
                    <a:lnTo>
                      <a:pt x="97" y="0"/>
                    </a:lnTo>
                    <a:lnTo>
                      <a:pt x="100" y="0"/>
                    </a:lnTo>
                    <a:lnTo>
                      <a:pt x="106" y="2"/>
                    </a:lnTo>
                    <a:lnTo>
                      <a:pt x="108" y="2"/>
                    </a:lnTo>
                    <a:lnTo>
                      <a:pt x="109" y="4"/>
                    </a:lnTo>
                    <a:lnTo>
                      <a:pt x="113" y="5"/>
                    </a:lnTo>
                    <a:lnTo>
                      <a:pt x="113" y="5"/>
                    </a:lnTo>
                    <a:lnTo>
                      <a:pt x="115" y="7"/>
                    </a:lnTo>
                    <a:lnTo>
                      <a:pt x="115" y="9"/>
                    </a:lnTo>
                    <a:lnTo>
                      <a:pt x="115" y="11"/>
                    </a:lnTo>
                    <a:lnTo>
                      <a:pt x="115" y="16"/>
                    </a:lnTo>
                    <a:lnTo>
                      <a:pt x="115" y="20"/>
                    </a:lnTo>
                    <a:lnTo>
                      <a:pt x="113" y="23"/>
                    </a:lnTo>
                    <a:lnTo>
                      <a:pt x="111" y="23"/>
                    </a:lnTo>
                    <a:lnTo>
                      <a:pt x="108" y="25"/>
                    </a:lnTo>
                    <a:lnTo>
                      <a:pt x="106" y="27"/>
                    </a:lnTo>
                    <a:lnTo>
                      <a:pt x="99" y="27"/>
                    </a:lnTo>
                    <a:lnTo>
                      <a:pt x="18" y="27"/>
                    </a:lnTo>
                    <a:lnTo>
                      <a:pt x="15" y="27"/>
                    </a:lnTo>
                    <a:lnTo>
                      <a:pt x="11" y="27"/>
                    </a:lnTo>
                    <a:lnTo>
                      <a:pt x="9" y="25"/>
                    </a:lnTo>
                    <a:lnTo>
                      <a:pt x="6" y="23"/>
                    </a:lnTo>
                    <a:lnTo>
                      <a:pt x="4" y="23"/>
                    </a:lnTo>
                    <a:lnTo>
                      <a:pt x="2" y="20"/>
                    </a:lnTo>
                    <a:lnTo>
                      <a:pt x="0" y="18"/>
                    </a:lnTo>
                    <a:lnTo>
                      <a:pt x="0" y="11"/>
                    </a:lnTo>
                    <a:lnTo>
                      <a:pt x="0" y="9"/>
                    </a:lnTo>
                    <a:lnTo>
                      <a:pt x="2" y="7"/>
                    </a:lnTo>
                    <a:lnTo>
                      <a:pt x="2" y="5"/>
                    </a:lnTo>
                    <a:lnTo>
                      <a:pt x="2" y="5"/>
                    </a:lnTo>
                    <a:lnTo>
                      <a:pt x="4" y="5"/>
                    </a:lnTo>
                    <a:lnTo>
                      <a:pt x="6" y="4"/>
                    </a:lnTo>
                    <a:lnTo>
                      <a:pt x="7" y="2"/>
                    </a:lnTo>
                    <a:lnTo>
                      <a:pt x="18" y="0"/>
                    </a:lnTo>
                  </a:path>
                </a:pathLst>
              </a:custGeom>
              <a:noFill/>
              <a:ln w="11113">
                <a:solidFill>
                  <a:srgbClr val="C0C0C0"/>
                </a:solidFill>
                <a:prstDash val="solid"/>
                <a:round/>
              </a:ln>
            </p:spPr>
          </p:sp>
          <p:sp>
            <p:nvSpPr>
              <p:cNvPr id="96218" name=""/>
              <p:cNvSpPr/>
              <p:nvPr/>
            </p:nvSpPr>
            <p:spPr>
              <a:xfrm>
                <a:off x="4987" y="2300"/>
                <a:ext cx="5" cy="6"/>
              </a:xfrm>
              <a:custGeom>
                <a:pathLst>
                  <a:path w="11" h="11">
                    <a:moveTo>
                      <a:pt x="3" y="0"/>
                    </a:moveTo>
                    <a:lnTo>
                      <a:pt x="9" y="0"/>
                    </a:lnTo>
                    <a:lnTo>
                      <a:pt x="11" y="0"/>
                    </a:lnTo>
                    <a:lnTo>
                      <a:pt x="11" y="4"/>
                    </a:lnTo>
                    <a:lnTo>
                      <a:pt x="7" y="9"/>
                    </a:lnTo>
                    <a:lnTo>
                      <a:pt x="7" y="11"/>
                    </a:lnTo>
                    <a:lnTo>
                      <a:pt x="3" y="11"/>
                    </a:lnTo>
                    <a:lnTo>
                      <a:pt x="0" y="11"/>
                    </a:lnTo>
                    <a:lnTo>
                      <a:pt x="0" y="9"/>
                    </a:lnTo>
                    <a:lnTo>
                      <a:pt x="2" y="4"/>
                    </a:lnTo>
                    <a:lnTo>
                      <a:pt x="2" y="0"/>
                    </a:lnTo>
                    <a:lnTo>
                      <a:pt x="3" y="0"/>
                    </a:lnTo>
                    <a:lnTo>
                      <a:pt x="3" y="9"/>
                    </a:lnTo>
                    <a:lnTo>
                      <a:pt x="2" y="9"/>
                    </a:lnTo>
                    <a:lnTo>
                      <a:pt x="3" y="4"/>
                    </a:lnTo>
                    <a:lnTo>
                      <a:pt x="7" y="4"/>
                    </a:lnTo>
                    <a:lnTo>
                      <a:pt x="3" y="9"/>
                    </a:lnTo>
                    <a:lnTo>
                      <a:pt x="3" y="0"/>
                    </a:lnTo>
                    <a:close/>
                  </a:path>
                </a:pathLst>
              </a:custGeom>
              <a:solidFill>
                <a:srgbClr val="C0C080"/>
              </a:solidFill>
              <a:ln>
                <a:noFill/>
                <a:round/>
              </a:ln>
            </p:spPr>
          </p:sp>
          <p:sp>
            <p:nvSpPr>
              <p:cNvPr id="96219" name=""/>
              <p:cNvSpPr/>
              <p:nvPr/>
            </p:nvSpPr>
            <p:spPr>
              <a:xfrm>
                <a:off x="4943" y="2304"/>
                <a:ext cx="49" cy="4"/>
              </a:xfrm>
              <a:custGeom>
                <a:pathLst>
                  <a:path w="99" h="7">
                    <a:moveTo>
                      <a:pt x="0" y="0"/>
                    </a:moveTo>
                    <a:lnTo>
                      <a:pt x="99" y="0"/>
                    </a:lnTo>
                    <a:lnTo>
                      <a:pt x="97" y="7"/>
                    </a:lnTo>
                    <a:lnTo>
                      <a:pt x="0" y="7"/>
                    </a:lnTo>
                    <a:lnTo>
                      <a:pt x="0" y="0"/>
                    </a:lnTo>
                    <a:close/>
                  </a:path>
                </a:pathLst>
              </a:custGeom>
              <a:solidFill>
                <a:srgbClr val="FF6000"/>
              </a:solidFill>
              <a:ln>
                <a:noFill/>
                <a:round/>
              </a:ln>
            </p:spPr>
          </p:sp>
          <p:sp>
            <p:nvSpPr>
              <p:cNvPr id="96220" name=""/>
              <p:cNvSpPr/>
              <p:nvPr/>
            </p:nvSpPr>
            <p:spPr>
              <a:xfrm>
                <a:off x="4981" y="2300"/>
                <a:ext cx="7" cy="6"/>
              </a:xfrm>
              <a:custGeom>
                <a:pathLst>
                  <a:path w="15" h="11">
                    <a:moveTo>
                      <a:pt x="0" y="11"/>
                    </a:moveTo>
                    <a:lnTo>
                      <a:pt x="9" y="0"/>
                    </a:lnTo>
                    <a:lnTo>
                      <a:pt x="15" y="0"/>
                    </a:lnTo>
                    <a:lnTo>
                      <a:pt x="13" y="11"/>
                    </a:lnTo>
                    <a:lnTo>
                      <a:pt x="9" y="11"/>
                    </a:lnTo>
                    <a:lnTo>
                      <a:pt x="9" y="9"/>
                    </a:lnTo>
                    <a:lnTo>
                      <a:pt x="8" y="9"/>
                    </a:lnTo>
                    <a:lnTo>
                      <a:pt x="9" y="5"/>
                    </a:lnTo>
                    <a:lnTo>
                      <a:pt x="9" y="4"/>
                    </a:lnTo>
                    <a:lnTo>
                      <a:pt x="6" y="11"/>
                    </a:lnTo>
                    <a:lnTo>
                      <a:pt x="0" y="11"/>
                    </a:lnTo>
                    <a:close/>
                  </a:path>
                </a:pathLst>
              </a:custGeom>
              <a:solidFill>
                <a:srgbClr val="C0C080"/>
              </a:solidFill>
              <a:ln>
                <a:noFill/>
                <a:round/>
              </a:ln>
            </p:spPr>
          </p:sp>
          <p:sp>
            <p:nvSpPr>
              <p:cNvPr id="96221" name=""/>
              <p:cNvSpPr/>
              <p:nvPr/>
            </p:nvSpPr>
            <p:spPr>
              <a:xfrm>
                <a:off x="4980" y="2300"/>
                <a:ext cx="6" cy="6"/>
              </a:xfrm>
              <a:custGeom>
                <a:pathLst>
                  <a:path w="12" h="11">
                    <a:moveTo>
                      <a:pt x="0" y="11"/>
                    </a:moveTo>
                    <a:lnTo>
                      <a:pt x="5" y="4"/>
                    </a:lnTo>
                    <a:lnTo>
                      <a:pt x="7" y="0"/>
                    </a:lnTo>
                    <a:lnTo>
                      <a:pt x="12" y="0"/>
                    </a:lnTo>
                    <a:lnTo>
                      <a:pt x="12" y="4"/>
                    </a:lnTo>
                    <a:lnTo>
                      <a:pt x="12" y="5"/>
                    </a:lnTo>
                    <a:lnTo>
                      <a:pt x="10" y="5"/>
                    </a:lnTo>
                    <a:lnTo>
                      <a:pt x="10" y="9"/>
                    </a:lnTo>
                    <a:lnTo>
                      <a:pt x="7" y="9"/>
                    </a:lnTo>
                    <a:lnTo>
                      <a:pt x="5" y="9"/>
                    </a:lnTo>
                    <a:lnTo>
                      <a:pt x="7" y="5"/>
                    </a:lnTo>
                    <a:lnTo>
                      <a:pt x="10" y="4"/>
                    </a:lnTo>
                    <a:lnTo>
                      <a:pt x="7" y="4"/>
                    </a:lnTo>
                    <a:lnTo>
                      <a:pt x="1" y="11"/>
                    </a:lnTo>
                    <a:lnTo>
                      <a:pt x="0" y="11"/>
                    </a:lnTo>
                    <a:close/>
                  </a:path>
                </a:pathLst>
              </a:custGeom>
              <a:solidFill>
                <a:srgbClr val="C0C080"/>
              </a:solidFill>
              <a:ln>
                <a:noFill/>
                <a:round/>
              </a:ln>
            </p:spPr>
          </p:sp>
          <p:sp>
            <p:nvSpPr>
              <p:cNvPr id="96222" name=""/>
              <p:cNvSpPr/>
              <p:nvPr/>
            </p:nvSpPr>
            <p:spPr>
              <a:xfrm>
                <a:off x="4974" y="2300"/>
                <a:ext cx="8" cy="6"/>
              </a:xfrm>
              <a:custGeom>
                <a:pathLst>
                  <a:path w="14" h="11">
                    <a:moveTo>
                      <a:pt x="0" y="11"/>
                    </a:moveTo>
                    <a:lnTo>
                      <a:pt x="3" y="4"/>
                    </a:lnTo>
                    <a:lnTo>
                      <a:pt x="5" y="0"/>
                    </a:lnTo>
                    <a:lnTo>
                      <a:pt x="12" y="0"/>
                    </a:lnTo>
                    <a:lnTo>
                      <a:pt x="14" y="0"/>
                    </a:lnTo>
                    <a:lnTo>
                      <a:pt x="14" y="4"/>
                    </a:lnTo>
                    <a:lnTo>
                      <a:pt x="11" y="11"/>
                    </a:lnTo>
                    <a:lnTo>
                      <a:pt x="9" y="11"/>
                    </a:lnTo>
                    <a:lnTo>
                      <a:pt x="12" y="4"/>
                    </a:lnTo>
                    <a:lnTo>
                      <a:pt x="11" y="4"/>
                    </a:lnTo>
                    <a:lnTo>
                      <a:pt x="5" y="11"/>
                    </a:lnTo>
                    <a:lnTo>
                      <a:pt x="3" y="11"/>
                    </a:lnTo>
                    <a:lnTo>
                      <a:pt x="9" y="4"/>
                    </a:lnTo>
                    <a:lnTo>
                      <a:pt x="5" y="4"/>
                    </a:lnTo>
                    <a:lnTo>
                      <a:pt x="2" y="11"/>
                    </a:lnTo>
                    <a:lnTo>
                      <a:pt x="0" y="11"/>
                    </a:lnTo>
                    <a:close/>
                  </a:path>
                </a:pathLst>
              </a:custGeom>
              <a:solidFill>
                <a:srgbClr val="C0C080"/>
              </a:solidFill>
              <a:ln>
                <a:noFill/>
                <a:round/>
              </a:ln>
            </p:spPr>
          </p:sp>
          <p:sp>
            <p:nvSpPr>
              <p:cNvPr id="96223" name=""/>
              <p:cNvSpPr/>
              <p:nvPr/>
            </p:nvSpPr>
            <p:spPr>
              <a:xfrm>
                <a:off x="4972" y="2300"/>
                <a:ext cx="5" cy="6"/>
              </a:xfrm>
              <a:custGeom>
                <a:pathLst>
                  <a:path w="11" h="11">
                    <a:moveTo>
                      <a:pt x="4" y="0"/>
                    </a:moveTo>
                    <a:lnTo>
                      <a:pt x="9" y="0"/>
                    </a:lnTo>
                    <a:lnTo>
                      <a:pt x="11" y="0"/>
                    </a:lnTo>
                    <a:lnTo>
                      <a:pt x="11" y="4"/>
                    </a:lnTo>
                    <a:lnTo>
                      <a:pt x="9" y="9"/>
                    </a:lnTo>
                    <a:lnTo>
                      <a:pt x="8" y="11"/>
                    </a:lnTo>
                    <a:lnTo>
                      <a:pt x="4" y="11"/>
                    </a:lnTo>
                    <a:lnTo>
                      <a:pt x="2" y="11"/>
                    </a:lnTo>
                    <a:lnTo>
                      <a:pt x="0" y="11"/>
                    </a:lnTo>
                    <a:lnTo>
                      <a:pt x="0" y="9"/>
                    </a:lnTo>
                    <a:lnTo>
                      <a:pt x="2" y="4"/>
                    </a:lnTo>
                    <a:lnTo>
                      <a:pt x="4" y="0"/>
                    </a:lnTo>
                    <a:lnTo>
                      <a:pt x="4" y="9"/>
                    </a:lnTo>
                    <a:lnTo>
                      <a:pt x="2" y="9"/>
                    </a:lnTo>
                    <a:lnTo>
                      <a:pt x="4" y="4"/>
                    </a:lnTo>
                    <a:lnTo>
                      <a:pt x="9" y="4"/>
                    </a:lnTo>
                    <a:lnTo>
                      <a:pt x="4" y="9"/>
                    </a:lnTo>
                    <a:lnTo>
                      <a:pt x="4" y="0"/>
                    </a:lnTo>
                    <a:close/>
                  </a:path>
                </a:pathLst>
              </a:custGeom>
              <a:solidFill>
                <a:srgbClr val="C0C080"/>
              </a:solidFill>
              <a:ln>
                <a:noFill/>
                <a:round/>
              </a:ln>
            </p:spPr>
          </p:sp>
          <p:sp>
            <p:nvSpPr>
              <p:cNvPr id="96224" name=""/>
              <p:cNvSpPr/>
              <p:nvPr/>
            </p:nvSpPr>
            <p:spPr>
              <a:xfrm>
                <a:off x="4967" y="2300"/>
                <a:ext cx="7" cy="6"/>
              </a:xfrm>
              <a:custGeom>
                <a:pathLst>
                  <a:path w="12" h="11">
                    <a:moveTo>
                      <a:pt x="12" y="0"/>
                    </a:moveTo>
                    <a:lnTo>
                      <a:pt x="7" y="0"/>
                    </a:lnTo>
                    <a:lnTo>
                      <a:pt x="5" y="0"/>
                    </a:lnTo>
                    <a:lnTo>
                      <a:pt x="5" y="4"/>
                    </a:lnTo>
                    <a:lnTo>
                      <a:pt x="0" y="9"/>
                    </a:lnTo>
                    <a:lnTo>
                      <a:pt x="0" y="11"/>
                    </a:lnTo>
                    <a:lnTo>
                      <a:pt x="1" y="11"/>
                    </a:lnTo>
                    <a:lnTo>
                      <a:pt x="7" y="11"/>
                    </a:lnTo>
                    <a:lnTo>
                      <a:pt x="7" y="9"/>
                    </a:lnTo>
                    <a:lnTo>
                      <a:pt x="5" y="9"/>
                    </a:lnTo>
                    <a:lnTo>
                      <a:pt x="7" y="4"/>
                    </a:lnTo>
                    <a:lnTo>
                      <a:pt x="12" y="4"/>
                    </a:lnTo>
                    <a:lnTo>
                      <a:pt x="12" y="0"/>
                    </a:lnTo>
                    <a:close/>
                  </a:path>
                </a:pathLst>
              </a:custGeom>
              <a:solidFill>
                <a:srgbClr val="C0C080"/>
              </a:solidFill>
              <a:ln>
                <a:noFill/>
                <a:round/>
              </a:ln>
            </p:spPr>
          </p:sp>
          <p:sp>
            <p:nvSpPr>
              <p:cNvPr id="96225" name=""/>
              <p:cNvSpPr/>
              <p:nvPr/>
            </p:nvSpPr>
            <p:spPr>
              <a:xfrm>
                <a:off x="5017" y="2296"/>
                <a:ext cx="8" cy="17"/>
              </a:xfrm>
              <a:custGeom>
                <a:pathLst>
                  <a:path w="14" h="34">
                    <a:moveTo>
                      <a:pt x="14" y="0"/>
                    </a:moveTo>
                    <a:lnTo>
                      <a:pt x="2" y="0"/>
                    </a:lnTo>
                    <a:lnTo>
                      <a:pt x="0" y="5"/>
                    </a:lnTo>
                    <a:lnTo>
                      <a:pt x="0" y="29"/>
                    </a:lnTo>
                    <a:lnTo>
                      <a:pt x="5" y="32"/>
                    </a:lnTo>
                    <a:lnTo>
                      <a:pt x="14" y="34"/>
                    </a:lnTo>
                    <a:lnTo>
                      <a:pt x="12" y="31"/>
                    </a:lnTo>
                    <a:lnTo>
                      <a:pt x="9" y="27"/>
                    </a:lnTo>
                    <a:lnTo>
                      <a:pt x="9" y="7"/>
                    </a:lnTo>
                    <a:lnTo>
                      <a:pt x="9" y="4"/>
                    </a:lnTo>
                    <a:lnTo>
                      <a:pt x="12" y="2"/>
                    </a:lnTo>
                    <a:lnTo>
                      <a:pt x="14" y="0"/>
                    </a:lnTo>
                    <a:close/>
                  </a:path>
                </a:pathLst>
              </a:custGeom>
              <a:solidFill>
                <a:srgbClr val="A0A070"/>
              </a:solidFill>
              <a:ln>
                <a:noFill/>
                <a:round/>
              </a:ln>
            </p:spPr>
          </p:sp>
          <p:sp>
            <p:nvSpPr>
              <p:cNvPr id="96226" name=""/>
              <p:cNvSpPr/>
              <p:nvPr/>
            </p:nvSpPr>
            <p:spPr>
              <a:xfrm>
                <a:off x="5020" y="2295"/>
                <a:ext cx="21" cy="18"/>
              </a:xfrm>
              <a:custGeom>
                <a:pathLst>
                  <a:path w="41" h="36">
                    <a:moveTo>
                      <a:pt x="7" y="36"/>
                    </a:moveTo>
                    <a:lnTo>
                      <a:pt x="34" y="36"/>
                    </a:lnTo>
                    <a:lnTo>
                      <a:pt x="36" y="36"/>
                    </a:lnTo>
                    <a:lnTo>
                      <a:pt x="38" y="34"/>
                    </a:lnTo>
                    <a:lnTo>
                      <a:pt x="40" y="33"/>
                    </a:lnTo>
                    <a:lnTo>
                      <a:pt x="40" y="31"/>
                    </a:lnTo>
                    <a:lnTo>
                      <a:pt x="41" y="31"/>
                    </a:lnTo>
                    <a:lnTo>
                      <a:pt x="41" y="27"/>
                    </a:lnTo>
                    <a:lnTo>
                      <a:pt x="41" y="25"/>
                    </a:lnTo>
                    <a:lnTo>
                      <a:pt x="41" y="11"/>
                    </a:lnTo>
                    <a:lnTo>
                      <a:pt x="41" y="9"/>
                    </a:lnTo>
                    <a:lnTo>
                      <a:pt x="40" y="6"/>
                    </a:lnTo>
                    <a:lnTo>
                      <a:pt x="40" y="4"/>
                    </a:lnTo>
                    <a:lnTo>
                      <a:pt x="38" y="2"/>
                    </a:lnTo>
                    <a:lnTo>
                      <a:pt x="34" y="0"/>
                    </a:lnTo>
                    <a:lnTo>
                      <a:pt x="7" y="0"/>
                    </a:lnTo>
                    <a:lnTo>
                      <a:pt x="4" y="2"/>
                    </a:lnTo>
                    <a:lnTo>
                      <a:pt x="2" y="4"/>
                    </a:lnTo>
                    <a:lnTo>
                      <a:pt x="2" y="6"/>
                    </a:lnTo>
                    <a:lnTo>
                      <a:pt x="0" y="9"/>
                    </a:lnTo>
                    <a:lnTo>
                      <a:pt x="0" y="11"/>
                    </a:lnTo>
                    <a:lnTo>
                      <a:pt x="0" y="25"/>
                    </a:lnTo>
                    <a:lnTo>
                      <a:pt x="0" y="27"/>
                    </a:lnTo>
                    <a:lnTo>
                      <a:pt x="0" y="31"/>
                    </a:lnTo>
                    <a:lnTo>
                      <a:pt x="2" y="31"/>
                    </a:lnTo>
                    <a:lnTo>
                      <a:pt x="2" y="33"/>
                    </a:lnTo>
                    <a:lnTo>
                      <a:pt x="4" y="34"/>
                    </a:lnTo>
                    <a:lnTo>
                      <a:pt x="7" y="36"/>
                    </a:lnTo>
                    <a:close/>
                  </a:path>
                </a:pathLst>
              </a:custGeom>
              <a:solidFill>
                <a:srgbClr val="505020"/>
              </a:solidFill>
              <a:ln>
                <a:noFill/>
                <a:round/>
              </a:ln>
            </p:spPr>
          </p:sp>
          <p:sp>
            <p:nvSpPr>
              <p:cNvPr id="96227" name=""/>
              <p:cNvSpPr/>
              <p:nvPr/>
            </p:nvSpPr>
            <p:spPr>
              <a:xfrm>
                <a:off x="5020" y="2296"/>
                <a:ext cx="21" cy="17"/>
              </a:xfrm>
              <a:custGeom>
                <a:pathLst>
                  <a:path w="41" h="34">
                    <a:moveTo>
                      <a:pt x="4" y="0"/>
                    </a:moveTo>
                    <a:lnTo>
                      <a:pt x="0" y="4"/>
                    </a:lnTo>
                    <a:lnTo>
                      <a:pt x="0" y="31"/>
                    </a:lnTo>
                    <a:lnTo>
                      <a:pt x="2" y="34"/>
                    </a:lnTo>
                    <a:lnTo>
                      <a:pt x="40" y="34"/>
                    </a:lnTo>
                    <a:lnTo>
                      <a:pt x="41" y="31"/>
                    </a:lnTo>
                    <a:lnTo>
                      <a:pt x="41" y="4"/>
                    </a:lnTo>
                    <a:lnTo>
                      <a:pt x="40" y="0"/>
                    </a:lnTo>
                    <a:lnTo>
                      <a:pt x="4" y="0"/>
                    </a:lnTo>
                    <a:close/>
                  </a:path>
                </a:pathLst>
              </a:custGeom>
              <a:solidFill>
                <a:srgbClr val="706040"/>
              </a:solidFill>
              <a:ln>
                <a:noFill/>
                <a:round/>
              </a:ln>
            </p:spPr>
          </p:sp>
          <p:sp>
            <p:nvSpPr>
              <p:cNvPr id="96228" name=""/>
              <p:cNvSpPr/>
              <p:nvPr/>
            </p:nvSpPr>
            <p:spPr>
              <a:xfrm>
                <a:off x="5021" y="2296"/>
                <a:ext cx="20" cy="17"/>
              </a:xfrm>
              <a:custGeom>
                <a:pathLst>
                  <a:path w="39" h="34">
                    <a:moveTo>
                      <a:pt x="4" y="0"/>
                    </a:moveTo>
                    <a:lnTo>
                      <a:pt x="0" y="2"/>
                    </a:lnTo>
                    <a:lnTo>
                      <a:pt x="0" y="31"/>
                    </a:lnTo>
                    <a:lnTo>
                      <a:pt x="2" y="34"/>
                    </a:lnTo>
                    <a:lnTo>
                      <a:pt x="38" y="34"/>
                    </a:lnTo>
                    <a:lnTo>
                      <a:pt x="39" y="31"/>
                    </a:lnTo>
                    <a:lnTo>
                      <a:pt x="39" y="4"/>
                    </a:lnTo>
                    <a:lnTo>
                      <a:pt x="38" y="0"/>
                    </a:lnTo>
                    <a:lnTo>
                      <a:pt x="4" y="0"/>
                    </a:lnTo>
                    <a:close/>
                  </a:path>
                </a:pathLst>
              </a:custGeom>
              <a:solidFill>
                <a:srgbClr val="808060"/>
              </a:solidFill>
              <a:ln>
                <a:noFill/>
                <a:round/>
              </a:ln>
            </p:spPr>
          </p:sp>
          <p:sp>
            <p:nvSpPr>
              <p:cNvPr id="96229" name=""/>
              <p:cNvSpPr/>
              <p:nvPr/>
            </p:nvSpPr>
            <p:spPr>
              <a:xfrm>
                <a:off x="5025" y="2298"/>
                <a:ext cx="14" cy="11"/>
              </a:xfrm>
              <a:custGeom>
                <a:pathLst>
                  <a:path w="29" h="23">
                    <a:moveTo>
                      <a:pt x="2" y="0"/>
                    </a:moveTo>
                    <a:lnTo>
                      <a:pt x="0" y="1"/>
                    </a:lnTo>
                    <a:lnTo>
                      <a:pt x="0" y="21"/>
                    </a:lnTo>
                    <a:lnTo>
                      <a:pt x="2" y="23"/>
                    </a:lnTo>
                    <a:lnTo>
                      <a:pt x="27" y="23"/>
                    </a:lnTo>
                    <a:lnTo>
                      <a:pt x="29" y="21"/>
                    </a:lnTo>
                    <a:lnTo>
                      <a:pt x="29" y="3"/>
                    </a:lnTo>
                    <a:lnTo>
                      <a:pt x="27" y="0"/>
                    </a:lnTo>
                    <a:lnTo>
                      <a:pt x="2" y="0"/>
                    </a:lnTo>
                    <a:close/>
                  </a:path>
                </a:pathLst>
              </a:custGeom>
              <a:solidFill>
                <a:srgbClr val="C0C080"/>
              </a:solidFill>
              <a:ln>
                <a:noFill/>
                <a:round/>
              </a:ln>
            </p:spPr>
          </p:sp>
          <p:sp>
            <p:nvSpPr>
              <p:cNvPr id="96230" name=""/>
              <p:cNvSpPr/>
              <p:nvPr/>
            </p:nvSpPr>
            <p:spPr>
              <a:xfrm>
                <a:off x="5026" y="2300"/>
                <a:ext cx="3" cy="4"/>
              </a:xfrm>
              <a:custGeom>
                <a:pathLst>
                  <a:path w="5" h="7">
                    <a:moveTo>
                      <a:pt x="3" y="0"/>
                    </a:moveTo>
                    <a:lnTo>
                      <a:pt x="3" y="2"/>
                    </a:lnTo>
                    <a:lnTo>
                      <a:pt x="3" y="2"/>
                    </a:lnTo>
                    <a:lnTo>
                      <a:pt x="5" y="4"/>
                    </a:lnTo>
                    <a:lnTo>
                      <a:pt x="5" y="4"/>
                    </a:lnTo>
                    <a:lnTo>
                      <a:pt x="3" y="5"/>
                    </a:lnTo>
                    <a:lnTo>
                      <a:pt x="3" y="7"/>
                    </a:lnTo>
                    <a:lnTo>
                      <a:pt x="2" y="7"/>
                    </a:lnTo>
                    <a:lnTo>
                      <a:pt x="0" y="5"/>
                    </a:lnTo>
                    <a:lnTo>
                      <a:pt x="0" y="4"/>
                    </a:lnTo>
                    <a:lnTo>
                      <a:pt x="0" y="4"/>
                    </a:lnTo>
                    <a:lnTo>
                      <a:pt x="0" y="2"/>
                    </a:lnTo>
                    <a:lnTo>
                      <a:pt x="2" y="2"/>
                    </a:lnTo>
                    <a:lnTo>
                      <a:pt x="3" y="0"/>
                    </a:lnTo>
                  </a:path>
                </a:pathLst>
              </a:custGeom>
              <a:noFill/>
              <a:ln w="11113">
                <a:solidFill>
                  <a:srgbClr val="000000"/>
                </a:solidFill>
                <a:prstDash val="solid"/>
                <a:round/>
              </a:ln>
            </p:spPr>
          </p:sp>
          <p:cxnSp>
            <p:nvCxnSpPr>
              <p:cNvPr id="96231" name=""/>
              <p:cNvCxnSpPr/>
              <p:nvPr/>
            </p:nvCxnSpPr>
            <p:spPr>
              <a:xfrm>
                <a:off x="5034" y="2300"/>
                <a:ext cx="1" cy="8"/>
              </a:xfrm>
              <a:prstGeom prst="line">
                <a:avLst/>
              </a:prstGeom>
              <a:noFill/>
              <a:ln w="11113">
                <a:solidFill>
                  <a:prstClr val="black"/>
                </a:solidFill>
                <a:miter lim="800000"/>
              </a:ln>
            </p:spPr>
          </p:cxnSp>
          <p:sp>
            <p:nvSpPr>
              <p:cNvPr id="96232" name=""/>
              <p:cNvSpPr/>
              <p:nvPr/>
            </p:nvSpPr>
            <p:spPr>
              <a:xfrm>
                <a:off x="4989" y="2295"/>
                <a:ext cx="52" cy="4"/>
              </a:xfrm>
              <a:prstGeom prst="rect">
                <a:avLst/>
              </a:prstGeom>
              <a:solidFill>
                <a:srgbClr val="808060"/>
              </a:solidFill>
              <a:ln>
                <a:noFill/>
                <a:miter lim="800000"/>
              </a:ln>
            </p:spPr>
          </p:sp>
          <p:sp>
            <p:nvSpPr>
              <p:cNvPr id="96233" name=""/>
              <p:cNvSpPr/>
              <p:nvPr/>
            </p:nvSpPr>
            <p:spPr>
              <a:xfrm>
                <a:off x="4989" y="2307"/>
                <a:ext cx="8" cy="7"/>
              </a:xfrm>
              <a:custGeom>
                <a:pathLst>
                  <a:path w="17" h="14">
                    <a:moveTo>
                      <a:pt x="0" y="9"/>
                    </a:moveTo>
                    <a:lnTo>
                      <a:pt x="0" y="14"/>
                    </a:lnTo>
                    <a:lnTo>
                      <a:pt x="6" y="14"/>
                    </a:lnTo>
                    <a:lnTo>
                      <a:pt x="9" y="10"/>
                    </a:lnTo>
                    <a:lnTo>
                      <a:pt x="11" y="5"/>
                    </a:lnTo>
                    <a:lnTo>
                      <a:pt x="15" y="3"/>
                    </a:lnTo>
                    <a:lnTo>
                      <a:pt x="17" y="0"/>
                    </a:lnTo>
                    <a:lnTo>
                      <a:pt x="15" y="0"/>
                    </a:lnTo>
                    <a:lnTo>
                      <a:pt x="8" y="5"/>
                    </a:lnTo>
                    <a:lnTo>
                      <a:pt x="6" y="9"/>
                    </a:lnTo>
                    <a:lnTo>
                      <a:pt x="0" y="9"/>
                    </a:lnTo>
                    <a:close/>
                  </a:path>
                </a:pathLst>
              </a:custGeom>
              <a:solidFill>
                <a:srgbClr val="808060"/>
              </a:solidFill>
              <a:ln>
                <a:noFill/>
                <a:round/>
              </a:ln>
            </p:spPr>
          </p:sp>
          <p:sp>
            <p:nvSpPr>
              <p:cNvPr id="96234" name=""/>
              <p:cNvSpPr/>
              <p:nvPr/>
            </p:nvSpPr>
            <p:spPr>
              <a:xfrm>
                <a:off x="5037" y="2295"/>
                <a:ext cx="10" cy="18"/>
              </a:xfrm>
              <a:custGeom>
                <a:pathLst>
                  <a:path w="20" h="36">
                    <a:moveTo>
                      <a:pt x="11" y="36"/>
                    </a:moveTo>
                    <a:lnTo>
                      <a:pt x="13" y="34"/>
                    </a:lnTo>
                    <a:lnTo>
                      <a:pt x="15" y="33"/>
                    </a:lnTo>
                    <a:lnTo>
                      <a:pt x="18" y="29"/>
                    </a:lnTo>
                    <a:lnTo>
                      <a:pt x="20" y="25"/>
                    </a:lnTo>
                    <a:lnTo>
                      <a:pt x="20" y="20"/>
                    </a:lnTo>
                    <a:lnTo>
                      <a:pt x="20" y="13"/>
                    </a:lnTo>
                    <a:lnTo>
                      <a:pt x="18" y="11"/>
                    </a:lnTo>
                    <a:lnTo>
                      <a:pt x="15" y="7"/>
                    </a:lnTo>
                    <a:lnTo>
                      <a:pt x="13" y="6"/>
                    </a:lnTo>
                    <a:lnTo>
                      <a:pt x="7" y="2"/>
                    </a:lnTo>
                    <a:lnTo>
                      <a:pt x="6" y="2"/>
                    </a:lnTo>
                    <a:lnTo>
                      <a:pt x="0" y="0"/>
                    </a:lnTo>
                    <a:lnTo>
                      <a:pt x="0" y="4"/>
                    </a:lnTo>
                    <a:lnTo>
                      <a:pt x="6" y="6"/>
                    </a:lnTo>
                    <a:lnTo>
                      <a:pt x="7" y="7"/>
                    </a:lnTo>
                    <a:lnTo>
                      <a:pt x="13" y="11"/>
                    </a:lnTo>
                    <a:lnTo>
                      <a:pt x="15" y="13"/>
                    </a:lnTo>
                    <a:lnTo>
                      <a:pt x="15" y="16"/>
                    </a:lnTo>
                    <a:lnTo>
                      <a:pt x="15" y="20"/>
                    </a:lnTo>
                    <a:lnTo>
                      <a:pt x="15" y="24"/>
                    </a:lnTo>
                    <a:lnTo>
                      <a:pt x="15" y="27"/>
                    </a:lnTo>
                    <a:lnTo>
                      <a:pt x="15" y="29"/>
                    </a:lnTo>
                    <a:lnTo>
                      <a:pt x="13" y="33"/>
                    </a:lnTo>
                    <a:lnTo>
                      <a:pt x="11" y="36"/>
                    </a:lnTo>
                    <a:close/>
                  </a:path>
                </a:pathLst>
              </a:custGeom>
              <a:solidFill>
                <a:srgbClr val="808060"/>
              </a:solidFill>
              <a:ln>
                <a:noFill/>
                <a:round/>
              </a:ln>
            </p:spPr>
          </p:sp>
          <p:sp>
            <p:nvSpPr>
              <p:cNvPr id="96235" name=""/>
              <p:cNvSpPr/>
              <p:nvPr/>
            </p:nvSpPr>
            <p:spPr>
              <a:xfrm>
                <a:off x="4998" y="2295"/>
                <a:ext cx="21" cy="18"/>
              </a:xfrm>
              <a:custGeom>
                <a:pathLst>
                  <a:path w="43" h="36">
                    <a:moveTo>
                      <a:pt x="22" y="0"/>
                    </a:moveTo>
                    <a:lnTo>
                      <a:pt x="33" y="0"/>
                    </a:lnTo>
                    <a:lnTo>
                      <a:pt x="36" y="2"/>
                    </a:lnTo>
                    <a:lnTo>
                      <a:pt x="40" y="4"/>
                    </a:lnTo>
                    <a:lnTo>
                      <a:pt x="42" y="7"/>
                    </a:lnTo>
                    <a:lnTo>
                      <a:pt x="42" y="11"/>
                    </a:lnTo>
                    <a:lnTo>
                      <a:pt x="43" y="15"/>
                    </a:lnTo>
                    <a:lnTo>
                      <a:pt x="43" y="16"/>
                    </a:lnTo>
                    <a:lnTo>
                      <a:pt x="43" y="22"/>
                    </a:lnTo>
                    <a:lnTo>
                      <a:pt x="43" y="25"/>
                    </a:lnTo>
                    <a:lnTo>
                      <a:pt x="42" y="27"/>
                    </a:lnTo>
                    <a:lnTo>
                      <a:pt x="42" y="31"/>
                    </a:lnTo>
                    <a:lnTo>
                      <a:pt x="38" y="34"/>
                    </a:lnTo>
                    <a:lnTo>
                      <a:pt x="36" y="36"/>
                    </a:lnTo>
                    <a:lnTo>
                      <a:pt x="34" y="36"/>
                    </a:lnTo>
                    <a:lnTo>
                      <a:pt x="33" y="36"/>
                    </a:lnTo>
                    <a:lnTo>
                      <a:pt x="0" y="36"/>
                    </a:lnTo>
                    <a:lnTo>
                      <a:pt x="22" y="0"/>
                    </a:lnTo>
                    <a:close/>
                  </a:path>
                </a:pathLst>
              </a:custGeom>
              <a:solidFill>
                <a:srgbClr val="C0C080"/>
              </a:solidFill>
              <a:ln>
                <a:noFill/>
                <a:round/>
              </a:ln>
            </p:spPr>
          </p:sp>
          <p:sp>
            <p:nvSpPr>
              <p:cNvPr id="96236" name=""/>
              <p:cNvSpPr/>
              <p:nvPr/>
            </p:nvSpPr>
            <p:spPr>
              <a:xfrm>
                <a:off x="5007" y="2295"/>
                <a:ext cx="7" cy="4"/>
              </a:xfrm>
              <a:custGeom>
                <a:pathLst>
                  <a:path w="15" h="7">
                    <a:moveTo>
                      <a:pt x="15" y="0"/>
                    </a:moveTo>
                    <a:lnTo>
                      <a:pt x="0" y="0"/>
                    </a:lnTo>
                    <a:lnTo>
                      <a:pt x="15" y="7"/>
                    </a:lnTo>
                    <a:lnTo>
                      <a:pt x="15" y="0"/>
                    </a:lnTo>
                    <a:close/>
                  </a:path>
                </a:pathLst>
              </a:custGeom>
              <a:solidFill>
                <a:srgbClr val="808050"/>
              </a:solidFill>
              <a:ln>
                <a:noFill/>
                <a:round/>
              </a:ln>
            </p:spPr>
          </p:sp>
          <p:sp>
            <p:nvSpPr>
              <p:cNvPr id="96237" name=""/>
              <p:cNvSpPr/>
              <p:nvPr/>
            </p:nvSpPr>
            <p:spPr>
              <a:xfrm>
                <a:off x="5012" y="2295"/>
                <a:ext cx="7" cy="10"/>
              </a:xfrm>
              <a:custGeom>
                <a:pathLst>
                  <a:path w="14" h="20">
                    <a:moveTo>
                      <a:pt x="14" y="20"/>
                    </a:moveTo>
                    <a:lnTo>
                      <a:pt x="14" y="18"/>
                    </a:lnTo>
                    <a:lnTo>
                      <a:pt x="14" y="11"/>
                    </a:lnTo>
                    <a:lnTo>
                      <a:pt x="13" y="9"/>
                    </a:lnTo>
                    <a:lnTo>
                      <a:pt x="13" y="7"/>
                    </a:lnTo>
                    <a:lnTo>
                      <a:pt x="9" y="4"/>
                    </a:lnTo>
                    <a:lnTo>
                      <a:pt x="5" y="2"/>
                    </a:lnTo>
                    <a:lnTo>
                      <a:pt x="5" y="0"/>
                    </a:lnTo>
                    <a:lnTo>
                      <a:pt x="2" y="0"/>
                    </a:lnTo>
                    <a:lnTo>
                      <a:pt x="0" y="0"/>
                    </a:lnTo>
                    <a:lnTo>
                      <a:pt x="0" y="2"/>
                    </a:lnTo>
                    <a:lnTo>
                      <a:pt x="2" y="2"/>
                    </a:lnTo>
                    <a:lnTo>
                      <a:pt x="5" y="2"/>
                    </a:lnTo>
                    <a:lnTo>
                      <a:pt x="5" y="4"/>
                    </a:lnTo>
                    <a:lnTo>
                      <a:pt x="7" y="7"/>
                    </a:lnTo>
                    <a:lnTo>
                      <a:pt x="9" y="7"/>
                    </a:lnTo>
                    <a:lnTo>
                      <a:pt x="9" y="9"/>
                    </a:lnTo>
                    <a:lnTo>
                      <a:pt x="13" y="11"/>
                    </a:lnTo>
                    <a:lnTo>
                      <a:pt x="13" y="13"/>
                    </a:lnTo>
                    <a:lnTo>
                      <a:pt x="13" y="18"/>
                    </a:lnTo>
                    <a:lnTo>
                      <a:pt x="13" y="20"/>
                    </a:lnTo>
                    <a:lnTo>
                      <a:pt x="14" y="20"/>
                    </a:lnTo>
                    <a:close/>
                  </a:path>
                </a:pathLst>
              </a:custGeom>
              <a:solidFill>
                <a:srgbClr val="808050"/>
              </a:solidFill>
              <a:ln>
                <a:noFill/>
                <a:round/>
              </a:ln>
            </p:spPr>
          </p:sp>
          <p:sp>
            <p:nvSpPr>
              <p:cNvPr id="96238" name=""/>
              <p:cNvSpPr/>
              <p:nvPr/>
            </p:nvSpPr>
            <p:spPr>
              <a:xfrm>
                <a:off x="5017" y="2301"/>
                <a:ext cx="2" cy="6"/>
              </a:xfrm>
              <a:prstGeom prst="rect">
                <a:avLst/>
              </a:prstGeom>
              <a:solidFill>
                <a:srgbClr val="808050"/>
              </a:solidFill>
              <a:ln>
                <a:noFill/>
                <a:miter lim="800000"/>
              </a:ln>
            </p:spPr>
          </p:sp>
          <p:sp>
            <p:nvSpPr>
              <p:cNvPr id="96239" name=""/>
              <p:cNvSpPr/>
              <p:nvPr/>
            </p:nvSpPr>
            <p:spPr>
              <a:xfrm>
                <a:off x="5012" y="2304"/>
                <a:ext cx="7" cy="10"/>
              </a:xfrm>
              <a:custGeom>
                <a:pathLst>
                  <a:path w="14" h="20">
                    <a:moveTo>
                      <a:pt x="0" y="20"/>
                    </a:moveTo>
                    <a:lnTo>
                      <a:pt x="2" y="20"/>
                    </a:lnTo>
                    <a:lnTo>
                      <a:pt x="5" y="20"/>
                    </a:lnTo>
                    <a:lnTo>
                      <a:pt x="5" y="18"/>
                    </a:lnTo>
                    <a:lnTo>
                      <a:pt x="7" y="18"/>
                    </a:lnTo>
                    <a:lnTo>
                      <a:pt x="9" y="16"/>
                    </a:lnTo>
                    <a:lnTo>
                      <a:pt x="13" y="13"/>
                    </a:lnTo>
                    <a:lnTo>
                      <a:pt x="13" y="11"/>
                    </a:lnTo>
                    <a:lnTo>
                      <a:pt x="14" y="9"/>
                    </a:lnTo>
                    <a:lnTo>
                      <a:pt x="14" y="2"/>
                    </a:lnTo>
                    <a:lnTo>
                      <a:pt x="14" y="0"/>
                    </a:lnTo>
                    <a:lnTo>
                      <a:pt x="13" y="0"/>
                    </a:lnTo>
                    <a:lnTo>
                      <a:pt x="13" y="2"/>
                    </a:lnTo>
                    <a:lnTo>
                      <a:pt x="13" y="7"/>
                    </a:lnTo>
                    <a:lnTo>
                      <a:pt x="13" y="9"/>
                    </a:lnTo>
                    <a:lnTo>
                      <a:pt x="9" y="11"/>
                    </a:lnTo>
                    <a:lnTo>
                      <a:pt x="9" y="13"/>
                    </a:lnTo>
                    <a:lnTo>
                      <a:pt x="7" y="13"/>
                    </a:lnTo>
                    <a:lnTo>
                      <a:pt x="7" y="16"/>
                    </a:lnTo>
                    <a:lnTo>
                      <a:pt x="5" y="16"/>
                    </a:lnTo>
                    <a:lnTo>
                      <a:pt x="5" y="18"/>
                    </a:lnTo>
                    <a:lnTo>
                      <a:pt x="2" y="18"/>
                    </a:lnTo>
                    <a:lnTo>
                      <a:pt x="0" y="18"/>
                    </a:lnTo>
                    <a:lnTo>
                      <a:pt x="0" y="20"/>
                    </a:lnTo>
                    <a:close/>
                  </a:path>
                </a:pathLst>
              </a:custGeom>
              <a:solidFill>
                <a:srgbClr val="808050"/>
              </a:solidFill>
              <a:ln>
                <a:noFill/>
                <a:round/>
              </a:ln>
            </p:spPr>
          </p:sp>
          <p:sp>
            <p:nvSpPr>
              <p:cNvPr id="96240" name=""/>
              <p:cNvSpPr/>
              <p:nvPr/>
            </p:nvSpPr>
            <p:spPr>
              <a:xfrm>
                <a:off x="5007" y="2309"/>
                <a:ext cx="7" cy="5"/>
              </a:xfrm>
              <a:prstGeom prst="rect">
                <a:avLst/>
              </a:prstGeom>
              <a:solidFill>
                <a:srgbClr val="808050"/>
              </a:solidFill>
              <a:ln>
                <a:noFill/>
                <a:miter lim="800000"/>
              </a:ln>
            </p:spPr>
          </p:sp>
          <p:sp>
            <p:nvSpPr>
              <p:cNvPr id="96241" name=""/>
              <p:cNvSpPr/>
              <p:nvPr/>
            </p:nvSpPr>
            <p:spPr>
              <a:xfrm>
                <a:off x="4998" y="2309"/>
                <a:ext cx="11" cy="5"/>
              </a:xfrm>
              <a:custGeom>
                <a:pathLst>
                  <a:path w="24" h="9">
                    <a:moveTo>
                      <a:pt x="0" y="0"/>
                    </a:moveTo>
                    <a:lnTo>
                      <a:pt x="0" y="9"/>
                    </a:lnTo>
                    <a:lnTo>
                      <a:pt x="24" y="9"/>
                    </a:lnTo>
                    <a:lnTo>
                      <a:pt x="24" y="0"/>
                    </a:lnTo>
                    <a:lnTo>
                      <a:pt x="0" y="0"/>
                    </a:lnTo>
                    <a:lnTo>
                      <a:pt x="2" y="0"/>
                    </a:lnTo>
                    <a:lnTo>
                      <a:pt x="0" y="0"/>
                    </a:lnTo>
                    <a:lnTo>
                      <a:pt x="0" y="9"/>
                    </a:lnTo>
                    <a:lnTo>
                      <a:pt x="0" y="0"/>
                    </a:lnTo>
                    <a:close/>
                  </a:path>
                </a:pathLst>
              </a:custGeom>
              <a:solidFill>
                <a:srgbClr val="808050"/>
              </a:solidFill>
              <a:ln>
                <a:noFill/>
                <a:round/>
              </a:ln>
            </p:spPr>
          </p:sp>
          <p:sp>
            <p:nvSpPr>
              <p:cNvPr id="96242" name=""/>
              <p:cNvSpPr/>
              <p:nvPr/>
            </p:nvSpPr>
            <p:spPr>
              <a:xfrm>
                <a:off x="4996" y="2295"/>
                <a:ext cx="4" cy="18"/>
              </a:xfrm>
              <a:custGeom>
                <a:pathLst>
                  <a:path w="9" h="36">
                    <a:moveTo>
                      <a:pt x="5" y="0"/>
                    </a:moveTo>
                    <a:lnTo>
                      <a:pt x="0" y="0"/>
                    </a:lnTo>
                    <a:lnTo>
                      <a:pt x="5" y="36"/>
                    </a:lnTo>
                    <a:lnTo>
                      <a:pt x="9" y="36"/>
                    </a:lnTo>
                    <a:lnTo>
                      <a:pt x="5" y="0"/>
                    </a:lnTo>
                    <a:lnTo>
                      <a:pt x="5" y="2"/>
                    </a:lnTo>
                    <a:lnTo>
                      <a:pt x="5" y="0"/>
                    </a:lnTo>
                    <a:lnTo>
                      <a:pt x="0" y="0"/>
                    </a:lnTo>
                    <a:lnTo>
                      <a:pt x="5" y="0"/>
                    </a:lnTo>
                    <a:close/>
                  </a:path>
                </a:pathLst>
              </a:custGeom>
              <a:solidFill>
                <a:srgbClr val="808050"/>
              </a:solidFill>
              <a:ln>
                <a:noFill/>
                <a:round/>
              </a:ln>
            </p:spPr>
          </p:sp>
          <p:sp>
            <p:nvSpPr>
              <p:cNvPr id="96243" name=""/>
              <p:cNvSpPr/>
              <p:nvPr/>
            </p:nvSpPr>
            <p:spPr>
              <a:xfrm>
                <a:off x="4998" y="2295"/>
                <a:ext cx="11" cy="4"/>
              </a:xfrm>
              <a:custGeom>
                <a:pathLst>
                  <a:path w="24" h="7">
                    <a:moveTo>
                      <a:pt x="24" y="0"/>
                    </a:moveTo>
                    <a:lnTo>
                      <a:pt x="0" y="0"/>
                    </a:lnTo>
                    <a:lnTo>
                      <a:pt x="24" y="7"/>
                    </a:lnTo>
                    <a:lnTo>
                      <a:pt x="24" y="0"/>
                    </a:lnTo>
                    <a:close/>
                  </a:path>
                </a:pathLst>
              </a:custGeom>
              <a:solidFill>
                <a:srgbClr val="808050"/>
              </a:solidFill>
              <a:ln>
                <a:noFill/>
                <a:round/>
              </a:ln>
            </p:spPr>
          </p:sp>
          <p:sp>
            <p:nvSpPr>
              <p:cNvPr id="96244" name=""/>
              <p:cNvSpPr/>
              <p:nvPr/>
            </p:nvSpPr>
            <p:spPr>
              <a:xfrm>
                <a:off x="5005" y="2298"/>
                <a:ext cx="11" cy="15"/>
              </a:xfrm>
              <a:custGeom>
                <a:pathLst>
                  <a:path w="21" h="30">
                    <a:moveTo>
                      <a:pt x="12" y="0"/>
                    </a:moveTo>
                    <a:lnTo>
                      <a:pt x="0" y="27"/>
                    </a:lnTo>
                    <a:lnTo>
                      <a:pt x="0" y="30"/>
                    </a:lnTo>
                    <a:lnTo>
                      <a:pt x="7" y="30"/>
                    </a:lnTo>
                    <a:lnTo>
                      <a:pt x="7" y="27"/>
                    </a:lnTo>
                    <a:lnTo>
                      <a:pt x="21" y="0"/>
                    </a:lnTo>
                    <a:lnTo>
                      <a:pt x="12" y="0"/>
                    </a:lnTo>
                    <a:close/>
                  </a:path>
                </a:pathLst>
              </a:custGeom>
              <a:solidFill>
                <a:srgbClr val="E0E0B0"/>
              </a:solidFill>
              <a:ln>
                <a:noFill/>
                <a:round/>
              </a:ln>
            </p:spPr>
          </p:sp>
          <p:sp>
            <p:nvSpPr>
              <p:cNvPr id="96245" name=""/>
              <p:cNvSpPr/>
              <p:nvPr/>
            </p:nvSpPr>
            <p:spPr>
              <a:xfrm>
                <a:off x="5008" y="2298"/>
                <a:ext cx="10" cy="15"/>
              </a:xfrm>
              <a:custGeom>
                <a:pathLst>
                  <a:path w="20" h="30">
                    <a:moveTo>
                      <a:pt x="12" y="0"/>
                    </a:moveTo>
                    <a:lnTo>
                      <a:pt x="0" y="28"/>
                    </a:lnTo>
                    <a:lnTo>
                      <a:pt x="2" y="30"/>
                    </a:lnTo>
                    <a:lnTo>
                      <a:pt x="11" y="30"/>
                    </a:lnTo>
                    <a:lnTo>
                      <a:pt x="11" y="28"/>
                    </a:lnTo>
                    <a:lnTo>
                      <a:pt x="20" y="10"/>
                    </a:lnTo>
                    <a:lnTo>
                      <a:pt x="20" y="9"/>
                    </a:lnTo>
                    <a:lnTo>
                      <a:pt x="18" y="5"/>
                    </a:lnTo>
                    <a:lnTo>
                      <a:pt x="18" y="3"/>
                    </a:lnTo>
                    <a:lnTo>
                      <a:pt x="12" y="0"/>
                    </a:lnTo>
                    <a:close/>
                  </a:path>
                </a:pathLst>
              </a:custGeom>
              <a:solidFill>
                <a:srgbClr val="E0E0B0"/>
              </a:solidFill>
              <a:ln>
                <a:noFill/>
                <a:round/>
              </a:ln>
            </p:spPr>
          </p:sp>
          <p:sp>
            <p:nvSpPr>
              <p:cNvPr id="96246" name=""/>
              <p:cNvSpPr/>
              <p:nvPr/>
            </p:nvSpPr>
            <p:spPr>
              <a:xfrm>
                <a:off x="5011" y="2304"/>
                <a:ext cx="6" cy="5"/>
              </a:xfrm>
              <a:custGeom>
                <a:pathLst>
                  <a:path w="13" h="11">
                    <a:moveTo>
                      <a:pt x="13" y="0"/>
                    </a:moveTo>
                    <a:lnTo>
                      <a:pt x="13" y="4"/>
                    </a:lnTo>
                    <a:lnTo>
                      <a:pt x="13" y="4"/>
                    </a:lnTo>
                    <a:lnTo>
                      <a:pt x="11" y="7"/>
                    </a:lnTo>
                    <a:lnTo>
                      <a:pt x="9" y="9"/>
                    </a:lnTo>
                    <a:lnTo>
                      <a:pt x="4" y="11"/>
                    </a:lnTo>
                    <a:lnTo>
                      <a:pt x="0" y="11"/>
                    </a:lnTo>
                  </a:path>
                </a:pathLst>
              </a:custGeom>
              <a:noFill/>
              <a:ln w="11113">
                <a:solidFill>
                  <a:srgbClr val="F0E0C0"/>
                </a:solidFill>
                <a:prstDash val="solid"/>
                <a:round/>
              </a:ln>
            </p:spPr>
          </p:sp>
          <p:sp>
            <p:nvSpPr>
              <p:cNvPr id="96247" name=""/>
              <p:cNvSpPr/>
              <p:nvPr/>
            </p:nvSpPr>
            <p:spPr>
              <a:xfrm>
                <a:off x="4999" y="2296"/>
                <a:ext cx="15" cy="3"/>
              </a:xfrm>
              <a:custGeom>
                <a:pathLst>
                  <a:path w="29" h="5">
                    <a:moveTo>
                      <a:pt x="0" y="0"/>
                    </a:moveTo>
                    <a:lnTo>
                      <a:pt x="21" y="0"/>
                    </a:lnTo>
                    <a:lnTo>
                      <a:pt x="25" y="0"/>
                    </a:lnTo>
                    <a:lnTo>
                      <a:pt x="29" y="5"/>
                    </a:lnTo>
                  </a:path>
                </a:pathLst>
              </a:custGeom>
              <a:noFill/>
              <a:ln w="11113">
                <a:solidFill>
                  <a:srgbClr val="F0E0C0"/>
                </a:solidFill>
                <a:prstDash val="solid"/>
                <a:round/>
              </a:ln>
            </p:spPr>
          </p:sp>
          <p:sp>
            <p:nvSpPr>
              <p:cNvPr id="96248" name=""/>
              <p:cNvSpPr/>
              <p:nvPr/>
            </p:nvSpPr>
            <p:spPr>
              <a:xfrm>
                <a:off x="4999" y="2298"/>
                <a:ext cx="3" cy="15"/>
              </a:xfrm>
              <a:custGeom>
                <a:pathLst>
                  <a:path w="7" h="30">
                    <a:moveTo>
                      <a:pt x="4" y="0"/>
                    </a:moveTo>
                    <a:lnTo>
                      <a:pt x="7" y="3"/>
                    </a:lnTo>
                    <a:lnTo>
                      <a:pt x="7" y="16"/>
                    </a:lnTo>
                    <a:lnTo>
                      <a:pt x="7" y="27"/>
                    </a:lnTo>
                    <a:lnTo>
                      <a:pt x="4" y="30"/>
                    </a:lnTo>
                    <a:lnTo>
                      <a:pt x="0" y="21"/>
                    </a:lnTo>
                    <a:lnTo>
                      <a:pt x="0" y="16"/>
                    </a:lnTo>
                    <a:lnTo>
                      <a:pt x="0" y="3"/>
                    </a:lnTo>
                    <a:lnTo>
                      <a:pt x="4" y="1"/>
                    </a:lnTo>
                    <a:lnTo>
                      <a:pt x="4" y="0"/>
                    </a:lnTo>
                    <a:close/>
                  </a:path>
                </a:pathLst>
              </a:custGeom>
              <a:solidFill>
                <a:srgbClr val="706040"/>
              </a:solidFill>
              <a:ln>
                <a:noFill/>
                <a:round/>
              </a:ln>
            </p:spPr>
          </p:sp>
          <p:sp>
            <p:nvSpPr>
              <p:cNvPr id="96249" name=""/>
              <p:cNvSpPr/>
              <p:nvPr/>
            </p:nvSpPr>
            <p:spPr>
              <a:xfrm>
                <a:off x="4999" y="2298"/>
                <a:ext cx="11" cy="15"/>
              </a:xfrm>
              <a:custGeom>
                <a:pathLst>
                  <a:path w="23" h="30">
                    <a:moveTo>
                      <a:pt x="15" y="0"/>
                    </a:moveTo>
                    <a:lnTo>
                      <a:pt x="0" y="25"/>
                    </a:lnTo>
                    <a:lnTo>
                      <a:pt x="2" y="30"/>
                    </a:lnTo>
                    <a:lnTo>
                      <a:pt x="13" y="30"/>
                    </a:lnTo>
                    <a:lnTo>
                      <a:pt x="13" y="27"/>
                    </a:lnTo>
                    <a:lnTo>
                      <a:pt x="23" y="0"/>
                    </a:lnTo>
                    <a:lnTo>
                      <a:pt x="15" y="0"/>
                    </a:lnTo>
                    <a:close/>
                  </a:path>
                </a:pathLst>
              </a:custGeom>
              <a:solidFill>
                <a:srgbClr val="E0E0B0"/>
              </a:solidFill>
              <a:ln>
                <a:noFill/>
                <a:round/>
              </a:ln>
            </p:spPr>
          </p:sp>
        </p:grpSp>
        <p:pic>
          <p:nvPicPr>
            <p:cNvPr id="96251" name=""/>
            <p:cNvPicPr/>
            <p:nvPr/>
          </p:nvPicPr>
          <p:blipFill>
            <a:blip r:embed="rId5"/>
            <a:stretch>
              <a:fillRect/>
            </a:stretch>
          </p:blipFill>
          <p:spPr>
            <a:xfrm>
              <a:off x="4938" y="2299"/>
              <a:ext cx="69" cy="14"/>
            </a:xfrm>
            <a:prstGeom prst="rect">
              <a:avLst/>
            </a:prstGeom>
            <a:noFill/>
            <a:ln>
              <a:noFill/>
              <a:miter lim="800000"/>
            </a:ln>
          </p:spPr>
        </p:pic>
      </p:grpSp>
      <p:grpSp>
        <p:nvGrpSpPr>
          <p:cNvPr id="96395" name=""/>
          <p:cNvGrpSpPr/>
          <p:nvPr/>
        </p:nvGrpSpPr>
        <p:grpSpPr>
          <a:xfrm>
            <a:off x="8062913" y="3508375"/>
            <a:ext cx="303212" cy="619125"/>
            <a:chOff x="5079" y="2210"/>
            <a:chExt cx="191" cy="390"/>
          </a:xfrm>
        </p:grpSpPr>
        <p:grpSp>
          <p:nvGrpSpPr>
            <p:cNvPr id="96393" name=""/>
            <p:cNvGrpSpPr/>
            <p:nvPr/>
          </p:nvGrpSpPr>
          <p:grpSpPr>
            <a:xfrm>
              <a:off x="5079" y="2210"/>
              <a:ext cx="191" cy="390"/>
              <a:chOff x="5079" y="2210"/>
              <a:chExt cx="191" cy="390"/>
            </a:xfrm>
          </p:grpSpPr>
          <p:sp>
            <p:nvSpPr>
              <p:cNvPr id="96253" name=""/>
              <p:cNvSpPr/>
              <p:nvPr/>
            </p:nvSpPr>
            <p:spPr>
              <a:xfrm>
                <a:off x="5108" y="2381"/>
                <a:ext cx="131" cy="213"/>
              </a:xfrm>
              <a:custGeom>
                <a:pathLst>
                  <a:path w="263" h="427">
                    <a:moveTo>
                      <a:pt x="5" y="0"/>
                    </a:moveTo>
                    <a:lnTo>
                      <a:pt x="258" y="0"/>
                    </a:lnTo>
                    <a:lnTo>
                      <a:pt x="259" y="0"/>
                    </a:lnTo>
                    <a:lnTo>
                      <a:pt x="263" y="4"/>
                    </a:lnTo>
                    <a:lnTo>
                      <a:pt x="263" y="6"/>
                    </a:lnTo>
                    <a:lnTo>
                      <a:pt x="263" y="421"/>
                    </a:lnTo>
                    <a:lnTo>
                      <a:pt x="263" y="423"/>
                    </a:lnTo>
                    <a:lnTo>
                      <a:pt x="259" y="425"/>
                    </a:lnTo>
                    <a:lnTo>
                      <a:pt x="258" y="427"/>
                    </a:lnTo>
                    <a:lnTo>
                      <a:pt x="5" y="427"/>
                    </a:lnTo>
                    <a:lnTo>
                      <a:pt x="1" y="425"/>
                    </a:lnTo>
                    <a:lnTo>
                      <a:pt x="0" y="423"/>
                    </a:lnTo>
                    <a:lnTo>
                      <a:pt x="0" y="421"/>
                    </a:lnTo>
                    <a:lnTo>
                      <a:pt x="0" y="6"/>
                    </a:lnTo>
                    <a:lnTo>
                      <a:pt x="0" y="4"/>
                    </a:lnTo>
                    <a:lnTo>
                      <a:pt x="1" y="0"/>
                    </a:lnTo>
                    <a:lnTo>
                      <a:pt x="5" y="0"/>
                    </a:lnTo>
                    <a:close/>
                  </a:path>
                </a:pathLst>
              </a:custGeom>
              <a:solidFill>
                <a:srgbClr val="F0E0C0"/>
              </a:solidFill>
              <a:ln>
                <a:noFill/>
                <a:round/>
              </a:ln>
            </p:spPr>
          </p:sp>
          <p:sp>
            <p:nvSpPr>
              <p:cNvPr id="96254" name=""/>
              <p:cNvSpPr/>
              <p:nvPr/>
            </p:nvSpPr>
            <p:spPr>
              <a:xfrm>
                <a:off x="5108" y="2559"/>
                <a:ext cx="131" cy="6"/>
              </a:xfrm>
              <a:prstGeom prst="rect">
                <a:avLst/>
              </a:prstGeom>
              <a:solidFill>
                <a:srgbClr val="A0A080"/>
              </a:solidFill>
              <a:ln>
                <a:noFill/>
                <a:miter lim="800000"/>
              </a:ln>
            </p:spPr>
          </p:sp>
          <p:sp>
            <p:nvSpPr>
              <p:cNvPr id="96255" name=""/>
              <p:cNvSpPr/>
              <p:nvPr/>
            </p:nvSpPr>
            <p:spPr>
              <a:xfrm>
                <a:off x="5108" y="2553"/>
                <a:ext cx="131" cy="6"/>
              </a:xfrm>
              <a:prstGeom prst="rect">
                <a:avLst/>
              </a:prstGeom>
              <a:solidFill>
                <a:srgbClr val="A0A080"/>
              </a:solidFill>
              <a:ln>
                <a:noFill/>
                <a:miter lim="800000"/>
              </a:ln>
            </p:spPr>
          </p:sp>
          <p:sp>
            <p:nvSpPr>
              <p:cNvPr id="96256" name=""/>
              <p:cNvSpPr/>
              <p:nvPr/>
            </p:nvSpPr>
            <p:spPr>
              <a:xfrm>
                <a:off x="5108" y="2548"/>
                <a:ext cx="131" cy="5"/>
              </a:xfrm>
              <a:prstGeom prst="rect">
                <a:avLst/>
              </a:prstGeom>
              <a:solidFill>
                <a:srgbClr val="404040"/>
              </a:solidFill>
              <a:ln>
                <a:noFill/>
                <a:miter lim="800000"/>
              </a:ln>
            </p:spPr>
          </p:sp>
          <p:sp>
            <p:nvSpPr>
              <p:cNvPr id="96257" name=""/>
              <p:cNvSpPr/>
              <p:nvPr/>
            </p:nvSpPr>
            <p:spPr>
              <a:xfrm>
                <a:off x="5108" y="2548"/>
                <a:ext cx="131" cy="5"/>
              </a:xfrm>
              <a:prstGeom prst="rect">
                <a:avLst/>
              </a:prstGeom>
              <a:solidFill>
                <a:srgbClr val="A0A080"/>
              </a:solidFill>
              <a:ln>
                <a:noFill/>
                <a:miter lim="800000"/>
              </a:ln>
            </p:spPr>
          </p:sp>
          <p:sp>
            <p:nvSpPr>
              <p:cNvPr id="96258" name=""/>
              <p:cNvSpPr/>
              <p:nvPr/>
            </p:nvSpPr>
            <p:spPr>
              <a:xfrm>
                <a:off x="5108" y="2541"/>
                <a:ext cx="131" cy="4"/>
              </a:xfrm>
              <a:prstGeom prst="rect">
                <a:avLst/>
              </a:prstGeom>
              <a:solidFill>
                <a:srgbClr val="A0A080"/>
              </a:solidFill>
              <a:ln>
                <a:noFill/>
                <a:miter lim="800000"/>
              </a:ln>
            </p:spPr>
          </p:sp>
          <p:sp>
            <p:nvSpPr>
              <p:cNvPr id="96259" name=""/>
              <p:cNvSpPr/>
              <p:nvPr/>
            </p:nvSpPr>
            <p:spPr>
              <a:xfrm>
                <a:off x="5108" y="2535"/>
                <a:ext cx="131" cy="4"/>
              </a:xfrm>
              <a:prstGeom prst="rect">
                <a:avLst/>
              </a:prstGeom>
              <a:solidFill>
                <a:srgbClr val="A0A080"/>
              </a:solidFill>
              <a:ln>
                <a:noFill/>
                <a:miter lim="800000"/>
              </a:ln>
            </p:spPr>
          </p:sp>
          <p:sp>
            <p:nvSpPr>
              <p:cNvPr id="96260" name=""/>
              <p:cNvSpPr/>
              <p:nvPr/>
            </p:nvSpPr>
            <p:spPr>
              <a:xfrm>
                <a:off x="5108" y="2528"/>
                <a:ext cx="131" cy="5"/>
              </a:xfrm>
              <a:prstGeom prst="rect">
                <a:avLst/>
              </a:prstGeom>
              <a:solidFill>
                <a:srgbClr val="A0A080"/>
              </a:solidFill>
              <a:ln>
                <a:noFill/>
                <a:miter lim="800000"/>
              </a:ln>
            </p:spPr>
          </p:sp>
          <p:sp>
            <p:nvSpPr>
              <p:cNvPr id="96261" name=""/>
              <p:cNvSpPr/>
              <p:nvPr/>
            </p:nvSpPr>
            <p:spPr>
              <a:xfrm>
                <a:off x="5108" y="2522"/>
                <a:ext cx="131" cy="4"/>
              </a:xfrm>
              <a:prstGeom prst="rect">
                <a:avLst/>
              </a:prstGeom>
              <a:solidFill>
                <a:srgbClr val="A0A080"/>
              </a:solidFill>
              <a:ln>
                <a:noFill/>
                <a:miter lim="800000"/>
              </a:ln>
            </p:spPr>
          </p:sp>
          <p:sp>
            <p:nvSpPr>
              <p:cNvPr id="96262" name=""/>
              <p:cNvSpPr/>
              <p:nvPr/>
            </p:nvSpPr>
            <p:spPr>
              <a:xfrm>
                <a:off x="5108" y="2515"/>
                <a:ext cx="131" cy="4"/>
              </a:xfrm>
              <a:prstGeom prst="rect">
                <a:avLst/>
              </a:prstGeom>
              <a:solidFill>
                <a:srgbClr val="A0A080"/>
              </a:solidFill>
              <a:ln>
                <a:noFill/>
                <a:miter lim="800000"/>
              </a:ln>
            </p:spPr>
          </p:sp>
          <p:sp>
            <p:nvSpPr>
              <p:cNvPr id="96263" name=""/>
              <p:cNvSpPr/>
              <p:nvPr/>
            </p:nvSpPr>
            <p:spPr>
              <a:xfrm>
                <a:off x="5108" y="2508"/>
                <a:ext cx="131" cy="6"/>
              </a:xfrm>
              <a:prstGeom prst="rect">
                <a:avLst/>
              </a:prstGeom>
              <a:solidFill>
                <a:srgbClr val="A0A080"/>
              </a:solidFill>
              <a:ln>
                <a:noFill/>
                <a:miter lim="800000"/>
              </a:ln>
            </p:spPr>
          </p:sp>
          <p:sp>
            <p:nvSpPr>
              <p:cNvPr id="96264" name=""/>
              <p:cNvSpPr/>
              <p:nvPr/>
            </p:nvSpPr>
            <p:spPr>
              <a:xfrm>
                <a:off x="5108" y="2501"/>
                <a:ext cx="131" cy="5"/>
              </a:xfrm>
              <a:prstGeom prst="rect">
                <a:avLst/>
              </a:prstGeom>
              <a:solidFill>
                <a:srgbClr val="A0A080"/>
              </a:solidFill>
              <a:ln>
                <a:noFill/>
                <a:miter lim="800000"/>
              </a:ln>
            </p:spPr>
          </p:sp>
          <p:sp>
            <p:nvSpPr>
              <p:cNvPr id="96265" name=""/>
              <p:cNvSpPr/>
              <p:nvPr/>
            </p:nvSpPr>
            <p:spPr>
              <a:xfrm>
                <a:off x="5108" y="2496"/>
                <a:ext cx="131" cy="4"/>
              </a:xfrm>
              <a:prstGeom prst="rect">
                <a:avLst/>
              </a:prstGeom>
              <a:solidFill>
                <a:srgbClr val="A0A080"/>
              </a:solidFill>
              <a:ln>
                <a:noFill/>
                <a:miter lim="800000"/>
              </a:ln>
            </p:spPr>
          </p:sp>
          <p:sp>
            <p:nvSpPr>
              <p:cNvPr id="96266" name=""/>
              <p:cNvSpPr/>
              <p:nvPr/>
            </p:nvSpPr>
            <p:spPr>
              <a:xfrm>
                <a:off x="5108" y="2490"/>
                <a:ext cx="131" cy="3"/>
              </a:xfrm>
              <a:prstGeom prst="rect">
                <a:avLst/>
              </a:prstGeom>
              <a:solidFill>
                <a:srgbClr val="A0A080"/>
              </a:solidFill>
              <a:ln>
                <a:noFill/>
                <a:miter lim="800000"/>
              </a:ln>
            </p:spPr>
          </p:sp>
          <p:sp>
            <p:nvSpPr>
              <p:cNvPr id="96267" name=""/>
              <p:cNvSpPr/>
              <p:nvPr/>
            </p:nvSpPr>
            <p:spPr>
              <a:xfrm>
                <a:off x="5108" y="2483"/>
                <a:ext cx="131" cy="4"/>
              </a:xfrm>
              <a:prstGeom prst="rect">
                <a:avLst/>
              </a:prstGeom>
              <a:solidFill>
                <a:srgbClr val="A0A080"/>
              </a:solidFill>
              <a:ln>
                <a:noFill/>
                <a:miter lim="800000"/>
              </a:ln>
            </p:spPr>
          </p:sp>
          <p:sp>
            <p:nvSpPr>
              <p:cNvPr id="96268" name=""/>
              <p:cNvSpPr/>
              <p:nvPr/>
            </p:nvSpPr>
            <p:spPr>
              <a:xfrm>
                <a:off x="5108" y="2476"/>
                <a:ext cx="131" cy="4"/>
              </a:xfrm>
              <a:prstGeom prst="rect">
                <a:avLst/>
              </a:prstGeom>
              <a:solidFill>
                <a:srgbClr val="A0A080"/>
              </a:solidFill>
              <a:ln>
                <a:noFill/>
                <a:miter lim="800000"/>
              </a:ln>
            </p:spPr>
          </p:sp>
          <p:sp>
            <p:nvSpPr>
              <p:cNvPr id="96269" name=""/>
              <p:cNvSpPr/>
              <p:nvPr/>
            </p:nvSpPr>
            <p:spPr>
              <a:xfrm>
                <a:off x="5108" y="2470"/>
                <a:ext cx="131" cy="3"/>
              </a:xfrm>
              <a:prstGeom prst="rect">
                <a:avLst/>
              </a:prstGeom>
              <a:solidFill>
                <a:srgbClr val="A0A080"/>
              </a:solidFill>
              <a:ln>
                <a:noFill/>
                <a:miter lim="800000"/>
              </a:ln>
            </p:spPr>
          </p:sp>
          <p:sp>
            <p:nvSpPr>
              <p:cNvPr id="96270" name=""/>
              <p:cNvSpPr/>
              <p:nvPr/>
            </p:nvSpPr>
            <p:spPr>
              <a:xfrm>
                <a:off x="5108" y="2463"/>
                <a:ext cx="131" cy="4"/>
              </a:xfrm>
              <a:prstGeom prst="rect">
                <a:avLst/>
              </a:prstGeom>
              <a:solidFill>
                <a:srgbClr val="A0A080"/>
              </a:solidFill>
              <a:ln>
                <a:noFill/>
                <a:miter lim="800000"/>
              </a:ln>
            </p:spPr>
          </p:sp>
          <p:sp>
            <p:nvSpPr>
              <p:cNvPr id="96271" name=""/>
              <p:cNvSpPr/>
              <p:nvPr/>
            </p:nvSpPr>
            <p:spPr>
              <a:xfrm>
                <a:off x="5079" y="2579"/>
                <a:ext cx="96" cy="21"/>
              </a:xfrm>
              <a:custGeom>
                <a:pathLst>
                  <a:path w="192" h="43">
                    <a:moveTo>
                      <a:pt x="61" y="0"/>
                    </a:moveTo>
                    <a:lnTo>
                      <a:pt x="54" y="0"/>
                    </a:lnTo>
                    <a:lnTo>
                      <a:pt x="54" y="20"/>
                    </a:lnTo>
                    <a:lnTo>
                      <a:pt x="0" y="36"/>
                    </a:lnTo>
                    <a:lnTo>
                      <a:pt x="0" y="43"/>
                    </a:lnTo>
                    <a:lnTo>
                      <a:pt x="192" y="43"/>
                    </a:lnTo>
                    <a:lnTo>
                      <a:pt x="192" y="31"/>
                    </a:lnTo>
                    <a:lnTo>
                      <a:pt x="61" y="31"/>
                    </a:lnTo>
                    <a:lnTo>
                      <a:pt x="61" y="0"/>
                    </a:lnTo>
                    <a:close/>
                  </a:path>
                </a:pathLst>
              </a:custGeom>
              <a:solidFill>
                <a:srgbClr val="808060"/>
              </a:solidFill>
              <a:ln>
                <a:noFill/>
                <a:round/>
              </a:ln>
            </p:spPr>
          </p:sp>
          <p:sp>
            <p:nvSpPr>
              <p:cNvPr id="96272" name=""/>
              <p:cNvSpPr/>
              <p:nvPr/>
            </p:nvSpPr>
            <p:spPr>
              <a:xfrm>
                <a:off x="5175" y="2579"/>
                <a:ext cx="95" cy="21"/>
              </a:xfrm>
              <a:custGeom>
                <a:pathLst>
                  <a:path w="190" h="43">
                    <a:moveTo>
                      <a:pt x="129" y="0"/>
                    </a:moveTo>
                    <a:lnTo>
                      <a:pt x="138" y="0"/>
                    </a:lnTo>
                    <a:lnTo>
                      <a:pt x="138" y="20"/>
                    </a:lnTo>
                    <a:lnTo>
                      <a:pt x="190" y="36"/>
                    </a:lnTo>
                    <a:lnTo>
                      <a:pt x="190" y="43"/>
                    </a:lnTo>
                    <a:lnTo>
                      <a:pt x="0" y="43"/>
                    </a:lnTo>
                    <a:lnTo>
                      <a:pt x="0" y="31"/>
                    </a:lnTo>
                    <a:lnTo>
                      <a:pt x="129" y="31"/>
                    </a:lnTo>
                    <a:lnTo>
                      <a:pt x="129" y="0"/>
                    </a:lnTo>
                    <a:close/>
                  </a:path>
                </a:pathLst>
              </a:custGeom>
              <a:solidFill>
                <a:srgbClr val="808060"/>
              </a:solidFill>
              <a:ln>
                <a:noFill/>
                <a:round/>
              </a:ln>
            </p:spPr>
          </p:sp>
          <p:sp>
            <p:nvSpPr>
              <p:cNvPr id="96273" name=""/>
              <p:cNvSpPr/>
              <p:nvPr/>
            </p:nvSpPr>
            <p:spPr>
              <a:xfrm>
                <a:off x="5131" y="2515"/>
                <a:ext cx="85" cy="72"/>
              </a:xfrm>
              <a:custGeom>
                <a:pathLst>
                  <a:path w="170" h="144">
                    <a:moveTo>
                      <a:pt x="0" y="2"/>
                    </a:moveTo>
                    <a:lnTo>
                      <a:pt x="0" y="144"/>
                    </a:lnTo>
                    <a:lnTo>
                      <a:pt x="170" y="144"/>
                    </a:lnTo>
                    <a:lnTo>
                      <a:pt x="170" y="0"/>
                    </a:lnTo>
                  </a:path>
                </a:pathLst>
              </a:custGeom>
              <a:noFill/>
              <a:ln w="11113">
                <a:solidFill>
                  <a:srgbClr val="808060"/>
                </a:solidFill>
                <a:prstDash val="solid"/>
                <a:round/>
              </a:ln>
            </p:spPr>
          </p:sp>
          <p:sp>
            <p:nvSpPr>
              <p:cNvPr id="96274" name=""/>
              <p:cNvSpPr/>
              <p:nvPr/>
            </p:nvSpPr>
            <p:spPr>
              <a:xfrm>
                <a:off x="5108" y="2210"/>
                <a:ext cx="131" cy="161"/>
              </a:xfrm>
              <a:custGeom>
                <a:pathLst>
                  <a:path w="263" h="320">
                    <a:moveTo>
                      <a:pt x="7" y="320"/>
                    </a:moveTo>
                    <a:lnTo>
                      <a:pt x="256" y="320"/>
                    </a:lnTo>
                    <a:lnTo>
                      <a:pt x="259" y="320"/>
                    </a:lnTo>
                    <a:lnTo>
                      <a:pt x="261" y="317"/>
                    </a:lnTo>
                    <a:lnTo>
                      <a:pt x="263" y="315"/>
                    </a:lnTo>
                    <a:lnTo>
                      <a:pt x="263" y="7"/>
                    </a:lnTo>
                    <a:lnTo>
                      <a:pt x="261" y="3"/>
                    </a:lnTo>
                    <a:lnTo>
                      <a:pt x="259" y="2"/>
                    </a:lnTo>
                    <a:lnTo>
                      <a:pt x="258" y="2"/>
                    </a:lnTo>
                    <a:lnTo>
                      <a:pt x="7" y="0"/>
                    </a:lnTo>
                    <a:lnTo>
                      <a:pt x="3" y="2"/>
                    </a:lnTo>
                    <a:lnTo>
                      <a:pt x="1" y="3"/>
                    </a:lnTo>
                    <a:lnTo>
                      <a:pt x="0" y="7"/>
                    </a:lnTo>
                    <a:lnTo>
                      <a:pt x="0" y="315"/>
                    </a:lnTo>
                    <a:lnTo>
                      <a:pt x="0" y="317"/>
                    </a:lnTo>
                    <a:lnTo>
                      <a:pt x="3" y="320"/>
                    </a:lnTo>
                    <a:lnTo>
                      <a:pt x="7" y="320"/>
                    </a:lnTo>
                    <a:close/>
                  </a:path>
                </a:pathLst>
              </a:custGeom>
              <a:solidFill>
                <a:srgbClr val="F0E0C0"/>
              </a:solidFill>
              <a:ln>
                <a:noFill/>
                <a:round/>
              </a:ln>
            </p:spPr>
          </p:sp>
          <p:sp>
            <p:nvSpPr>
              <p:cNvPr id="96275" name=""/>
              <p:cNvSpPr/>
              <p:nvPr/>
            </p:nvSpPr>
            <p:spPr>
              <a:xfrm>
                <a:off x="5120" y="2255"/>
                <a:ext cx="108" cy="101"/>
              </a:xfrm>
              <a:custGeom>
                <a:pathLst>
                  <a:path w="215" h="202">
                    <a:moveTo>
                      <a:pt x="11" y="202"/>
                    </a:moveTo>
                    <a:lnTo>
                      <a:pt x="206" y="202"/>
                    </a:lnTo>
                    <a:lnTo>
                      <a:pt x="208" y="202"/>
                    </a:lnTo>
                    <a:lnTo>
                      <a:pt x="211" y="200"/>
                    </a:lnTo>
                    <a:lnTo>
                      <a:pt x="213" y="198"/>
                    </a:lnTo>
                    <a:lnTo>
                      <a:pt x="215" y="196"/>
                    </a:lnTo>
                    <a:lnTo>
                      <a:pt x="215" y="193"/>
                    </a:lnTo>
                    <a:lnTo>
                      <a:pt x="215" y="9"/>
                    </a:lnTo>
                    <a:lnTo>
                      <a:pt x="215" y="5"/>
                    </a:lnTo>
                    <a:lnTo>
                      <a:pt x="213" y="4"/>
                    </a:lnTo>
                    <a:lnTo>
                      <a:pt x="211" y="0"/>
                    </a:lnTo>
                    <a:lnTo>
                      <a:pt x="208" y="0"/>
                    </a:lnTo>
                    <a:lnTo>
                      <a:pt x="206" y="0"/>
                    </a:lnTo>
                    <a:lnTo>
                      <a:pt x="11" y="0"/>
                    </a:lnTo>
                    <a:lnTo>
                      <a:pt x="7" y="0"/>
                    </a:lnTo>
                    <a:lnTo>
                      <a:pt x="5" y="0"/>
                    </a:lnTo>
                    <a:lnTo>
                      <a:pt x="3" y="4"/>
                    </a:lnTo>
                    <a:lnTo>
                      <a:pt x="2" y="5"/>
                    </a:lnTo>
                    <a:lnTo>
                      <a:pt x="0" y="9"/>
                    </a:lnTo>
                    <a:lnTo>
                      <a:pt x="0" y="193"/>
                    </a:lnTo>
                    <a:lnTo>
                      <a:pt x="2" y="196"/>
                    </a:lnTo>
                    <a:lnTo>
                      <a:pt x="2" y="196"/>
                    </a:lnTo>
                    <a:lnTo>
                      <a:pt x="5" y="200"/>
                    </a:lnTo>
                    <a:lnTo>
                      <a:pt x="7" y="202"/>
                    </a:lnTo>
                    <a:lnTo>
                      <a:pt x="11" y="202"/>
                    </a:lnTo>
                    <a:close/>
                  </a:path>
                </a:pathLst>
              </a:custGeom>
              <a:solidFill>
                <a:srgbClr val="F0E0C0"/>
              </a:solidFill>
              <a:ln>
                <a:noFill/>
                <a:round/>
              </a:ln>
            </p:spPr>
          </p:sp>
          <p:sp>
            <p:nvSpPr>
              <p:cNvPr id="96276" name=""/>
              <p:cNvSpPr/>
              <p:nvPr/>
            </p:nvSpPr>
            <p:spPr>
              <a:xfrm>
                <a:off x="5124" y="2282"/>
                <a:ext cx="98" cy="4"/>
              </a:xfrm>
              <a:prstGeom prst="rect">
                <a:avLst/>
              </a:prstGeom>
              <a:solidFill>
                <a:srgbClr val="505020"/>
              </a:solidFill>
              <a:ln w="11113">
                <a:solidFill>
                  <a:prstClr val="black"/>
                </a:solidFill>
                <a:miter lim="800000"/>
              </a:ln>
            </p:spPr>
          </p:sp>
          <p:sp>
            <p:nvSpPr>
              <p:cNvPr id="96277" name=""/>
              <p:cNvSpPr/>
              <p:nvPr/>
            </p:nvSpPr>
            <p:spPr>
              <a:xfrm>
                <a:off x="5124" y="2310"/>
                <a:ext cx="99" cy="3"/>
              </a:xfrm>
              <a:prstGeom prst="rect">
                <a:avLst/>
              </a:prstGeom>
              <a:solidFill>
                <a:srgbClr val="505020"/>
              </a:solidFill>
              <a:ln w="11113">
                <a:solidFill>
                  <a:prstClr val="black"/>
                </a:solidFill>
                <a:miter lim="800000"/>
              </a:ln>
            </p:spPr>
          </p:sp>
          <p:sp>
            <p:nvSpPr>
              <p:cNvPr id="96278" name=""/>
              <p:cNvSpPr/>
              <p:nvPr/>
            </p:nvSpPr>
            <p:spPr>
              <a:xfrm>
                <a:off x="5122" y="2259"/>
                <a:ext cx="104" cy="28"/>
              </a:xfrm>
              <a:custGeom>
                <a:pathLst>
                  <a:path w="208" h="56">
                    <a:moveTo>
                      <a:pt x="6" y="56"/>
                    </a:moveTo>
                    <a:lnTo>
                      <a:pt x="205" y="56"/>
                    </a:lnTo>
                    <a:lnTo>
                      <a:pt x="206" y="56"/>
                    </a:lnTo>
                    <a:lnTo>
                      <a:pt x="208" y="52"/>
                    </a:lnTo>
                    <a:lnTo>
                      <a:pt x="208" y="6"/>
                    </a:lnTo>
                    <a:lnTo>
                      <a:pt x="208" y="2"/>
                    </a:lnTo>
                    <a:lnTo>
                      <a:pt x="205" y="0"/>
                    </a:lnTo>
                    <a:lnTo>
                      <a:pt x="6" y="0"/>
                    </a:lnTo>
                    <a:lnTo>
                      <a:pt x="2" y="2"/>
                    </a:lnTo>
                    <a:lnTo>
                      <a:pt x="0" y="4"/>
                    </a:lnTo>
                    <a:lnTo>
                      <a:pt x="0" y="52"/>
                    </a:lnTo>
                    <a:lnTo>
                      <a:pt x="2" y="54"/>
                    </a:lnTo>
                    <a:lnTo>
                      <a:pt x="4" y="56"/>
                    </a:lnTo>
                    <a:lnTo>
                      <a:pt x="6" y="56"/>
                    </a:lnTo>
                    <a:close/>
                  </a:path>
                </a:pathLst>
              </a:custGeom>
              <a:solidFill>
                <a:srgbClr val="C0C080"/>
              </a:solidFill>
              <a:ln>
                <a:noFill/>
                <a:round/>
              </a:ln>
            </p:spPr>
          </p:sp>
          <p:sp>
            <p:nvSpPr>
              <p:cNvPr id="96279" name=""/>
              <p:cNvSpPr/>
              <p:nvPr/>
            </p:nvSpPr>
            <p:spPr>
              <a:xfrm>
                <a:off x="5149" y="2260"/>
                <a:ext cx="41" cy="21"/>
              </a:xfrm>
              <a:custGeom>
                <a:pathLst>
                  <a:path w="82" h="41">
                    <a:moveTo>
                      <a:pt x="4" y="0"/>
                    </a:moveTo>
                    <a:lnTo>
                      <a:pt x="79" y="0"/>
                    </a:lnTo>
                    <a:lnTo>
                      <a:pt x="81" y="0"/>
                    </a:lnTo>
                    <a:lnTo>
                      <a:pt x="82" y="4"/>
                    </a:lnTo>
                    <a:lnTo>
                      <a:pt x="82" y="38"/>
                    </a:lnTo>
                    <a:lnTo>
                      <a:pt x="81" y="41"/>
                    </a:lnTo>
                    <a:lnTo>
                      <a:pt x="79" y="41"/>
                    </a:lnTo>
                    <a:lnTo>
                      <a:pt x="4" y="41"/>
                    </a:lnTo>
                    <a:lnTo>
                      <a:pt x="0" y="41"/>
                    </a:lnTo>
                    <a:lnTo>
                      <a:pt x="0" y="38"/>
                    </a:lnTo>
                    <a:lnTo>
                      <a:pt x="0" y="4"/>
                    </a:lnTo>
                    <a:lnTo>
                      <a:pt x="0" y="0"/>
                    </a:lnTo>
                    <a:lnTo>
                      <a:pt x="4" y="0"/>
                    </a:lnTo>
                    <a:close/>
                  </a:path>
                </a:pathLst>
              </a:custGeom>
              <a:solidFill>
                <a:srgbClr val="00DFCA"/>
              </a:solidFill>
              <a:ln>
                <a:noFill/>
                <a:round/>
              </a:ln>
            </p:spPr>
          </p:sp>
          <p:sp>
            <p:nvSpPr>
              <p:cNvPr id="96280" name=""/>
              <p:cNvSpPr/>
              <p:nvPr/>
            </p:nvSpPr>
            <p:spPr>
              <a:xfrm>
                <a:off x="5201" y="2260"/>
                <a:ext cx="13" cy="7"/>
              </a:xfrm>
              <a:custGeom>
                <a:pathLst>
                  <a:path w="27" h="14">
                    <a:moveTo>
                      <a:pt x="4" y="14"/>
                    </a:moveTo>
                    <a:lnTo>
                      <a:pt x="23" y="14"/>
                    </a:lnTo>
                    <a:lnTo>
                      <a:pt x="25" y="11"/>
                    </a:lnTo>
                    <a:lnTo>
                      <a:pt x="27" y="4"/>
                    </a:lnTo>
                    <a:lnTo>
                      <a:pt x="23" y="0"/>
                    </a:lnTo>
                    <a:lnTo>
                      <a:pt x="4" y="0"/>
                    </a:lnTo>
                    <a:lnTo>
                      <a:pt x="2" y="0"/>
                    </a:lnTo>
                    <a:lnTo>
                      <a:pt x="0" y="11"/>
                    </a:lnTo>
                    <a:lnTo>
                      <a:pt x="4" y="14"/>
                    </a:lnTo>
                    <a:close/>
                  </a:path>
                </a:pathLst>
              </a:custGeom>
              <a:solidFill>
                <a:srgbClr val="808050"/>
              </a:solidFill>
              <a:ln>
                <a:noFill/>
                <a:round/>
              </a:ln>
            </p:spPr>
          </p:sp>
          <p:sp>
            <p:nvSpPr>
              <p:cNvPr id="96281" name=""/>
              <p:cNvSpPr/>
              <p:nvPr/>
            </p:nvSpPr>
            <p:spPr>
              <a:xfrm>
                <a:off x="5201" y="2260"/>
                <a:ext cx="13" cy="7"/>
              </a:xfrm>
              <a:custGeom>
                <a:pathLst>
                  <a:path w="27" h="14">
                    <a:moveTo>
                      <a:pt x="2" y="14"/>
                    </a:moveTo>
                    <a:lnTo>
                      <a:pt x="23" y="14"/>
                    </a:lnTo>
                    <a:lnTo>
                      <a:pt x="27" y="11"/>
                    </a:lnTo>
                    <a:lnTo>
                      <a:pt x="27" y="4"/>
                    </a:lnTo>
                    <a:lnTo>
                      <a:pt x="23" y="0"/>
                    </a:lnTo>
                    <a:lnTo>
                      <a:pt x="2" y="0"/>
                    </a:lnTo>
                    <a:lnTo>
                      <a:pt x="0" y="0"/>
                    </a:lnTo>
                    <a:lnTo>
                      <a:pt x="0" y="11"/>
                    </a:lnTo>
                    <a:lnTo>
                      <a:pt x="2" y="14"/>
                    </a:lnTo>
                    <a:close/>
                  </a:path>
                </a:pathLst>
              </a:custGeom>
              <a:solidFill>
                <a:srgbClr val="C0C080"/>
              </a:solidFill>
              <a:ln>
                <a:noFill/>
                <a:round/>
              </a:ln>
            </p:spPr>
          </p:sp>
          <p:sp>
            <p:nvSpPr>
              <p:cNvPr id="96282" name=""/>
              <p:cNvSpPr/>
              <p:nvPr/>
            </p:nvSpPr>
            <p:spPr>
              <a:xfrm>
                <a:off x="5128" y="2266"/>
                <a:ext cx="95" cy="7"/>
              </a:xfrm>
              <a:custGeom>
                <a:pathLst>
                  <a:path w="192" h="14">
                    <a:moveTo>
                      <a:pt x="4" y="14"/>
                    </a:moveTo>
                    <a:lnTo>
                      <a:pt x="188" y="14"/>
                    </a:lnTo>
                    <a:lnTo>
                      <a:pt x="192" y="12"/>
                    </a:lnTo>
                    <a:lnTo>
                      <a:pt x="192" y="9"/>
                    </a:lnTo>
                    <a:lnTo>
                      <a:pt x="192" y="5"/>
                    </a:lnTo>
                    <a:lnTo>
                      <a:pt x="192" y="0"/>
                    </a:lnTo>
                    <a:lnTo>
                      <a:pt x="188" y="0"/>
                    </a:lnTo>
                    <a:lnTo>
                      <a:pt x="4" y="0"/>
                    </a:lnTo>
                    <a:lnTo>
                      <a:pt x="2" y="0"/>
                    </a:lnTo>
                    <a:lnTo>
                      <a:pt x="0" y="5"/>
                    </a:lnTo>
                    <a:lnTo>
                      <a:pt x="0" y="9"/>
                    </a:lnTo>
                    <a:lnTo>
                      <a:pt x="2" y="12"/>
                    </a:lnTo>
                    <a:lnTo>
                      <a:pt x="4" y="14"/>
                    </a:lnTo>
                    <a:close/>
                  </a:path>
                </a:pathLst>
              </a:custGeom>
              <a:solidFill>
                <a:srgbClr val="A0A080"/>
              </a:solidFill>
              <a:ln>
                <a:noFill/>
                <a:round/>
              </a:ln>
            </p:spPr>
          </p:sp>
          <p:sp>
            <p:nvSpPr>
              <p:cNvPr id="96283" name=""/>
              <p:cNvSpPr/>
              <p:nvPr/>
            </p:nvSpPr>
            <p:spPr>
              <a:xfrm>
                <a:off x="5124" y="2284"/>
                <a:ext cx="102" cy="30"/>
              </a:xfrm>
              <a:custGeom>
                <a:pathLst>
                  <a:path w="204" h="59">
                    <a:moveTo>
                      <a:pt x="2" y="59"/>
                    </a:moveTo>
                    <a:lnTo>
                      <a:pt x="201" y="59"/>
                    </a:lnTo>
                    <a:lnTo>
                      <a:pt x="204" y="59"/>
                    </a:lnTo>
                    <a:lnTo>
                      <a:pt x="204" y="55"/>
                    </a:lnTo>
                    <a:lnTo>
                      <a:pt x="204" y="5"/>
                    </a:lnTo>
                    <a:lnTo>
                      <a:pt x="202" y="1"/>
                    </a:lnTo>
                    <a:lnTo>
                      <a:pt x="201" y="0"/>
                    </a:lnTo>
                    <a:lnTo>
                      <a:pt x="2" y="0"/>
                    </a:lnTo>
                    <a:lnTo>
                      <a:pt x="0" y="1"/>
                    </a:lnTo>
                    <a:lnTo>
                      <a:pt x="0" y="5"/>
                    </a:lnTo>
                    <a:lnTo>
                      <a:pt x="0" y="55"/>
                    </a:lnTo>
                    <a:lnTo>
                      <a:pt x="0" y="59"/>
                    </a:lnTo>
                    <a:lnTo>
                      <a:pt x="2" y="59"/>
                    </a:lnTo>
                    <a:close/>
                  </a:path>
                </a:pathLst>
              </a:custGeom>
              <a:solidFill>
                <a:srgbClr val="C0C080"/>
              </a:solidFill>
              <a:ln>
                <a:noFill/>
                <a:round/>
              </a:ln>
            </p:spPr>
          </p:sp>
          <p:sp>
            <p:nvSpPr>
              <p:cNvPr id="96284" name=""/>
              <p:cNvSpPr/>
              <p:nvPr/>
            </p:nvSpPr>
            <p:spPr>
              <a:xfrm>
                <a:off x="5149" y="2288"/>
                <a:ext cx="41" cy="22"/>
              </a:xfrm>
              <a:custGeom>
                <a:pathLst>
                  <a:path w="82" h="45">
                    <a:moveTo>
                      <a:pt x="5" y="0"/>
                    </a:moveTo>
                    <a:lnTo>
                      <a:pt x="77" y="0"/>
                    </a:lnTo>
                    <a:lnTo>
                      <a:pt x="81" y="0"/>
                    </a:lnTo>
                    <a:lnTo>
                      <a:pt x="82" y="3"/>
                    </a:lnTo>
                    <a:lnTo>
                      <a:pt x="82" y="5"/>
                    </a:lnTo>
                    <a:lnTo>
                      <a:pt x="82" y="39"/>
                    </a:lnTo>
                    <a:lnTo>
                      <a:pt x="82" y="43"/>
                    </a:lnTo>
                    <a:lnTo>
                      <a:pt x="79" y="45"/>
                    </a:lnTo>
                    <a:lnTo>
                      <a:pt x="77" y="45"/>
                    </a:lnTo>
                    <a:lnTo>
                      <a:pt x="5" y="45"/>
                    </a:lnTo>
                    <a:lnTo>
                      <a:pt x="2" y="45"/>
                    </a:lnTo>
                    <a:lnTo>
                      <a:pt x="0" y="43"/>
                    </a:lnTo>
                    <a:lnTo>
                      <a:pt x="0" y="39"/>
                    </a:lnTo>
                    <a:lnTo>
                      <a:pt x="0" y="5"/>
                    </a:lnTo>
                    <a:lnTo>
                      <a:pt x="0" y="2"/>
                    </a:lnTo>
                    <a:lnTo>
                      <a:pt x="4" y="0"/>
                    </a:lnTo>
                    <a:lnTo>
                      <a:pt x="5" y="0"/>
                    </a:lnTo>
                    <a:close/>
                  </a:path>
                </a:pathLst>
              </a:custGeom>
              <a:solidFill>
                <a:srgbClr val="00DFCA"/>
              </a:solidFill>
              <a:ln>
                <a:noFill/>
                <a:round/>
              </a:ln>
            </p:spPr>
          </p:sp>
          <p:sp>
            <p:nvSpPr>
              <p:cNvPr id="96285" name=""/>
              <p:cNvSpPr/>
              <p:nvPr/>
            </p:nvSpPr>
            <p:spPr>
              <a:xfrm>
                <a:off x="5191" y="2301"/>
                <a:ext cx="16" cy="8"/>
              </a:xfrm>
              <a:custGeom>
                <a:pathLst>
                  <a:path w="32" h="14">
                    <a:moveTo>
                      <a:pt x="4" y="14"/>
                    </a:moveTo>
                    <a:lnTo>
                      <a:pt x="25" y="14"/>
                    </a:lnTo>
                    <a:lnTo>
                      <a:pt x="29" y="14"/>
                    </a:lnTo>
                    <a:lnTo>
                      <a:pt x="32" y="9"/>
                    </a:lnTo>
                    <a:lnTo>
                      <a:pt x="32" y="7"/>
                    </a:lnTo>
                    <a:lnTo>
                      <a:pt x="31" y="2"/>
                    </a:lnTo>
                    <a:lnTo>
                      <a:pt x="29" y="0"/>
                    </a:lnTo>
                    <a:lnTo>
                      <a:pt x="4" y="0"/>
                    </a:lnTo>
                    <a:lnTo>
                      <a:pt x="2" y="0"/>
                    </a:lnTo>
                    <a:lnTo>
                      <a:pt x="0" y="5"/>
                    </a:lnTo>
                    <a:lnTo>
                      <a:pt x="0" y="9"/>
                    </a:lnTo>
                    <a:lnTo>
                      <a:pt x="2" y="12"/>
                    </a:lnTo>
                    <a:lnTo>
                      <a:pt x="4" y="14"/>
                    </a:lnTo>
                    <a:close/>
                  </a:path>
                </a:pathLst>
              </a:custGeom>
              <a:solidFill>
                <a:srgbClr val="808050"/>
              </a:solidFill>
              <a:ln>
                <a:noFill/>
                <a:round/>
              </a:ln>
            </p:spPr>
          </p:sp>
          <p:sp>
            <p:nvSpPr>
              <p:cNvPr id="96286" name=""/>
              <p:cNvSpPr/>
              <p:nvPr/>
            </p:nvSpPr>
            <p:spPr>
              <a:xfrm>
                <a:off x="5191" y="2301"/>
                <a:ext cx="16" cy="8"/>
              </a:xfrm>
              <a:custGeom>
                <a:pathLst>
                  <a:path w="32" h="14">
                    <a:moveTo>
                      <a:pt x="4" y="14"/>
                    </a:moveTo>
                    <a:lnTo>
                      <a:pt x="25" y="14"/>
                    </a:lnTo>
                    <a:lnTo>
                      <a:pt x="29" y="14"/>
                    </a:lnTo>
                    <a:lnTo>
                      <a:pt x="32" y="9"/>
                    </a:lnTo>
                    <a:lnTo>
                      <a:pt x="32" y="7"/>
                    </a:lnTo>
                    <a:lnTo>
                      <a:pt x="31" y="2"/>
                    </a:lnTo>
                    <a:lnTo>
                      <a:pt x="29" y="0"/>
                    </a:lnTo>
                    <a:lnTo>
                      <a:pt x="4" y="0"/>
                    </a:lnTo>
                    <a:lnTo>
                      <a:pt x="2" y="0"/>
                    </a:lnTo>
                    <a:lnTo>
                      <a:pt x="0" y="5"/>
                    </a:lnTo>
                    <a:lnTo>
                      <a:pt x="0" y="9"/>
                    </a:lnTo>
                    <a:lnTo>
                      <a:pt x="2" y="12"/>
                    </a:lnTo>
                    <a:lnTo>
                      <a:pt x="4" y="14"/>
                    </a:lnTo>
                    <a:close/>
                  </a:path>
                </a:pathLst>
              </a:custGeom>
              <a:solidFill>
                <a:srgbClr val="C0C080"/>
              </a:solidFill>
              <a:ln>
                <a:noFill/>
                <a:round/>
              </a:ln>
            </p:spPr>
          </p:sp>
          <p:sp>
            <p:nvSpPr>
              <p:cNvPr id="96287" name=""/>
              <p:cNvSpPr/>
              <p:nvPr/>
            </p:nvSpPr>
            <p:spPr>
              <a:xfrm>
                <a:off x="5145" y="2291"/>
                <a:ext cx="63" cy="8"/>
              </a:xfrm>
              <a:custGeom>
                <a:pathLst>
                  <a:path w="125" h="16">
                    <a:moveTo>
                      <a:pt x="0" y="13"/>
                    </a:moveTo>
                    <a:lnTo>
                      <a:pt x="45" y="13"/>
                    </a:lnTo>
                    <a:lnTo>
                      <a:pt x="45" y="16"/>
                    </a:lnTo>
                    <a:lnTo>
                      <a:pt x="86" y="16"/>
                    </a:lnTo>
                    <a:lnTo>
                      <a:pt x="86" y="13"/>
                    </a:lnTo>
                    <a:lnTo>
                      <a:pt x="125" y="13"/>
                    </a:lnTo>
                    <a:lnTo>
                      <a:pt x="125" y="4"/>
                    </a:lnTo>
                    <a:lnTo>
                      <a:pt x="86" y="4"/>
                    </a:lnTo>
                    <a:lnTo>
                      <a:pt x="86" y="0"/>
                    </a:lnTo>
                    <a:lnTo>
                      <a:pt x="46" y="0"/>
                    </a:lnTo>
                    <a:lnTo>
                      <a:pt x="46" y="2"/>
                    </a:lnTo>
                    <a:lnTo>
                      <a:pt x="0" y="2"/>
                    </a:lnTo>
                    <a:lnTo>
                      <a:pt x="0" y="13"/>
                    </a:lnTo>
                    <a:close/>
                  </a:path>
                </a:pathLst>
              </a:custGeom>
              <a:solidFill>
                <a:srgbClr val="A08060"/>
              </a:solidFill>
              <a:ln>
                <a:noFill/>
                <a:round/>
              </a:ln>
            </p:spPr>
          </p:sp>
          <p:sp>
            <p:nvSpPr>
              <p:cNvPr id="96288" name=""/>
              <p:cNvSpPr/>
              <p:nvPr/>
            </p:nvSpPr>
            <p:spPr>
              <a:xfrm>
                <a:off x="5124" y="2318"/>
                <a:ext cx="101" cy="6"/>
              </a:xfrm>
              <a:prstGeom prst="rect">
                <a:avLst/>
              </a:prstGeom>
              <a:solidFill>
                <a:srgbClr val="505020"/>
              </a:solidFill>
              <a:ln>
                <a:noFill/>
                <a:miter lim="800000"/>
              </a:ln>
            </p:spPr>
          </p:sp>
          <p:sp>
            <p:nvSpPr>
              <p:cNvPr id="96289" name=""/>
              <p:cNvSpPr/>
              <p:nvPr/>
            </p:nvSpPr>
            <p:spPr>
              <a:xfrm>
                <a:off x="5124" y="2318"/>
                <a:ext cx="102" cy="3"/>
              </a:xfrm>
              <a:custGeom>
                <a:pathLst>
                  <a:path w="204" h="7">
                    <a:moveTo>
                      <a:pt x="204" y="0"/>
                    </a:moveTo>
                    <a:lnTo>
                      <a:pt x="202" y="0"/>
                    </a:lnTo>
                    <a:lnTo>
                      <a:pt x="0" y="0"/>
                    </a:lnTo>
                    <a:lnTo>
                      <a:pt x="0" y="7"/>
                    </a:lnTo>
                    <a:lnTo>
                      <a:pt x="202" y="7"/>
                    </a:lnTo>
                    <a:lnTo>
                      <a:pt x="201" y="0"/>
                    </a:lnTo>
                    <a:lnTo>
                      <a:pt x="204" y="0"/>
                    </a:lnTo>
                    <a:lnTo>
                      <a:pt x="202" y="0"/>
                    </a:lnTo>
                    <a:lnTo>
                      <a:pt x="204" y="0"/>
                    </a:lnTo>
                    <a:close/>
                  </a:path>
                </a:pathLst>
              </a:custGeom>
              <a:solidFill>
                <a:srgbClr val="000000"/>
              </a:solidFill>
              <a:ln>
                <a:noFill/>
                <a:round/>
              </a:ln>
            </p:spPr>
          </p:sp>
          <p:sp>
            <p:nvSpPr>
              <p:cNvPr id="96290" name=""/>
              <p:cNvSpPr/>
              <p:nvPr/>
            </p:nvSpPr>
            <p:spPr>
              <a:xfrm>
                <a:off x="5222" y="2318"/>
                <a:ext cx="4" cy="6"/>
              </a:xfrm>
              <a:custGeom>
                <a:pathLst>
                  <a:path w="7" h="13">
                    <a:moveTo>
                      <a:pt x="4" y="13"/>
                    </a:moveTo>
                    <a:lnTo>
                      <a:pt x="7" y="11"/>
                    </a:lnTo>
                    <a:lnTo>
                      <a:pt x="7" y="0"/>
                    </a:lnTo>
                    <a:lnTo>
                      <a:pt x="0" y="0"/>
                    </a:lnTo>
                    <a:lnTo>
                      <a:pt x="0" y="11"/>
                    </a:lnTo>
                    <a:lnTo>
                      <a:pt x="4" y="11"/>
                    </a:lnTo>
                    <a:lnTo>
                      <a:pt x="4" y="13"/>
                    </a:lnTo>
                    <a:lnTo>
                      <a:pt x="7" y="13"/>
                    </a:lnTo>
                    <a:lnTo>
                      <a:pt x="7" y="11"/>
                    </a:lnTo>
                    <a:lnTo>
                      <a:pt x="4" y="13"/>
                    </a:lnTo>
                    <a:close/>
                  </a:path>
                </a:pathLst>
              </a:custGeom>
              <a:solidFill>
                <a:srgbClr val="000000"/>
              </a:solidFill>
              <a:ln>
                <a:noFill/>
                <a:round/>
              </a:ln>
            </p:spPr>
          </p:sp>
          <p:sp>
            <p:nvSpPr>
              <p:cNvPr id="96291" name=""/>
              <p:cNvSpPr/>
              <p:nvPr/>
            </p:nvSpPr>
            <p:spPr>
              <a:xfrm>
                <a:off x="5122" y="2320"/>
                <a:ext cx="103" cy="4"/>
              </a:xfrm>
              <a:custGeom>
                <a:pathLst>
                  <a:path w="206" h="7">
                    <a:moveTo>
                      <a:pt x="0" y="0"/>
                    </a:moveTo>
                    <a:lnTo>
                      <a:pt x="2" y="7"/>
                    </a:lnTo>
                    <a:lnTo>
                      <a:pt x="206" y="7"/>
                    </a:lnTo>
                    <a:lnTo>
                      <a:pt x="206" y="0"/>
                    </a:lnTo>
                    <a:lnTo>
                      <a:pt x="2" y="0"/>
                    </a:lnTo>
                    <a:lnTo>
                      <a:pt x="0" y="0"/>
                    </a:lnTo>
                    <a:lnTo>
                      <a:pt x="0" y="7"/>
                    </a:lnTo>
                    <a:lnTo>
                      <a:pt x="2" y="7"/>
                    </a:lnTo>
                    <a:lnTo>
                      <a:pt x="0" y="0"/>
                    </a:lnTo>
                    <a:close/>
                  </a:path>
                </a:pathLst>
              </a:custGeom>
              <a:solidFill>
                <a:srgbClr val="000000"/>
              </a:solidFill>
              <a:ln>
                <a:noFill/>
                <a:round/>
              </a:ln>
            </p:spPr>
          </p:sp>
          <p:sp>
            <p:nvSpPr>
              <p:cNvPr id="96292" name=""/>
              <p:cNvSpPr/>
              <p:nvPr/>
            </p:nvSpPr>
            <p:spPr>
              <a:xfrm>
                <a:off x="5122" y="2318"/>
                <a:ext cx="3" cy="6"/>
              </a:xfrm>
              <a:custGeom>
                <a:pathLst>
                  <a:path w="6" h="13">
                    <a:moveTo>
                      <a:pt x="6" y="0"/>
                    </a:moveTo>
                    <a:lnTo>
                      <a:pt x="0" y="0"/>
                    </a:lnTo>
                    <a:lnTo>
                      <a:pt x="0" y="13"/>
                    </a:lnTo>
                    <a:lnTo>
                      <a:pt x="6" y="13"/>
                    </a:lnTo>
                    <a:lnTo>
                      <a:pt x="6" y="0"/>
                    </a:lnTo>
                    <a:lnTo>
                      <a:pt x="6" y="4"/>
                    </a:lnTo>
                    <a:lnTo>
                      <a:pt x="6" y="0"/>
                    </a:lnTo>
                    <a:lnTo>
                      <a:pt x="0" y="0"/>
                    </a:lnTo>
                    <a:lnTo>
                      <a:pt x="6" y="0"/>
                    </a:lnTo>
                    <a:close/>
                  </a:path>
                </a:pathLst>
              </a:custGeom>
              <a:solidFill>
                <a:srgbClr val="000000"/>
              </a:solidFill>
              <a:ln>
                <a:noFill/>
                <a:round/>
              </a:ln>
            </p:spPr>
          </p:sp>
          <p:sp>
            <p:nvSpPr>
              <p:cNvPr id="96293" name=""/>
              <p:cNvSpPr/>
              <p:nvPr/>
            </p:nvSpPr>
            <p:spPr>
              <a:xfrm>
                <a:off x="5124" y="2320"/>
                <a:ext cx="102" cy="35"/>
              </a:xfrm>
              <a:custGeom>
                <a:pathLst>
                  <a:path w="204" h="70">
                    <a:moveTo>
                      <a:pt x="4" y="0"/>
                    </a:moveTo>
                    <a:lnTo>
                      <a:pt x="201" y="0"/>
                    </a:lnTo>
                    <a:lnTo>
                      <a:pt x="202" y="0"/>
                    </a:lnTo>
                    <a:lnTo>
                      <a:pt x="204" y="1"/>
                    </a:lnTo>
                    <a:lnTo>
                      <a:pt x="204" y="3"/>
                    </a:lnTo>
                    <a:lnTo>
                      <a:pt x="204" y="64"/>
                    </a:lnTo>
                    <a:lnTo>
                      <a:pt x="204" y="66"/>
                    </a:lnTo>
                    <a:lnTo>
                      <a:pt x="204" y="68"/>
                    </a:lnTo>
                    <a:lnTo>
                      <a:pt x="202" y="68"/>
                    </a:lnTo>
                    <a:lnTo>
                      <a:pt x="202" y="70"/>
                    </a:lnTo>
                    <a:lnTo>
                      <a:pt x="201" y="70"/>
                    </a:lnTo>
                    <a:lnTo>
                      <a:pt x="4" y="70"/>
                    </a:lnTo>
                    <a:lnTo>
                      <a:pt x="2" y="70"/>
                    </a:lnTo>
                    <a:lnTo>
                      <a:pt x="0" y="70"/>
                    </a:lnTo>
                    <a:lnTo>
                      <a:pt x="0" y="68"/>
                    </a:lnTo>
                    <a:lnTo>
                      <a:pt x="0" y="66"/>
                    </a:lnTo>
                    <a:lnTo>
                      <a:pt x="0" y="64"/>
                    </a:lnTo>
                    <a:lnTo>
                      <a:pt x="0" y="3"/>
                    </a:lnTo>
                    <a:lnTo>
                      <a:pt x="0" y="1"/>
                    </a:lnTo>
                    <a:lnTo>
                      <a:pt x="0" y="0"/>
                    </a:lnTo>
                    <a:lnTo>
                      <a:pt x="4" y="0"/>
                    </a:lnTo>
                    <a:close/>
                  </a:path>
                </a:pathLst>
              </a:custGeom>
              <a:solidFill>
                <a:srgbClr val="C0C080"/>
              </a:solidFill>
              <a:ln>
                <a:noFill/>
                <a:round/>
              </a:ln>
            </p:spPr>
          </p:sp>
          <p:sp>
            <p:nvSpPr>
              <p:cNvPr id="96294" name=""/>
              <p:cNvSpPr/>
              <p:nvPr/>
            </p:nvSpPr>
            <p:spPr>
              <a:xfrm>
                <a:off x="5147" y="2325"/>
                <a:ext cx="42" cy="29"/>
              </a:xfrm>
              <a:custGeom>
                <a:pathLst>
                  <a:path w="85" h="57">
                    <a:moveTo>
                      <a:pt x="6" y="0"/>
                    </a:moveTo>
                    <a:lnTo>
                      <a:pt x="79" y="0"/>
                    </a:lnTo>
                    <a:lnTo>
                      <a:pt x="81" y="0"/>
                    </a:lnTo>
                    <a:lnTo>
                      <a:pt x="83" y="1"/>
                    </a:lnTo>
                    <a:lnTo>
                      <a:pt x="83" y="3"/>
                    </a:lnTo>
                    <a:lnTo>
                      <a:pt x="85" y="5"/>
                    </a:lnTo>
                    <a:lnTo>
                      <a:pt x="85" y="7"/>
                    </a:lnTo>
                    <a:lnTo>
                      <a:pt x="85" y="52"/>
                    </a:lnTo>
                    <a:lnTo>
                      <a:pt x="83" y="54"/>
                    </a:lnTo>
                    <a:lnTo>
                      <a:pt x="83" y="55"/>
                    </a:lnTo>
                    <a:lnTo>
                      <a:pt x="83" y="57"/>
                    </a:lnTo>
                    <a:lnTo>
                      <a:pt x="81" y="57"/>
                    </a:lnTo>
                    <a:lnTo>
                      <a:pt x="79" y="57"/>
                    </a:lnTo>
                    <a:lnTo>
                      <a:pt x="6" y="57"/>
                    </a:lnTo>
                    <a:lnTo>
                      <a:pt x="4" y="57"/>
                    </a:lnTo>
                    <a:lnTo>
                      <a:pt x="2" y="55"/>
                    </a:lnTo>
                    <a:lnTo>
                      <a:pt x="0" y="54"/>
                    </a:lnTo>
                    <a:lnTo>
                      <a:pt x="0" y="52"/>
                    </a:lnTo>
                    <a:lnTo>
                      <a:pt x="0" y="7"/>
                    </a:lnTo>
                    <a:lnTo>
                      <a:pt x="0" y="5"/>
                    </a:lnTo>
                    <a:lnTo>
                      <a:pt x="2" y="3"/>
                    </a:lnTo>
                    <a:lnTo>
                      <a:pt x="2" y="1"/>
                    </a:lnTo>
                    <a:lnTo>
                      <a:pt x="4" y="0"/>
                    </a:lnTo>
                    <a:lnTo>
                      <a:pt x="6" y="0"/>
                    </a:lnTo>
                    <a:close/>
                  </a:path>
                </a:pathLst>
              </a:custGeom>
              <a:solidFill>
                <a:srgbClr val="00DFCA"/>
              </a:solidFill>
              <a:ln>
                <a:noFill/>
                <a:round/>
              </a:ln>
            </p:spPr>
          </p:sp>
          <p:sp>
            <p:nvSpPr>
              <p:cNvPr id="96295" name=""/>
              <p:cNvSpPr/>
              <p:nvPr/>
            </p:nvSpPr>
            <p:spPr>
              <a:xfrm>
                <a:off x="5153" y="2326"/>
                <a:ext cx="70" cy="23"/>
              </a:xfrm>
              <a:custGeom>
                <a:pathLst>
                  <a:path w="142" h="47">
                    <a:moveTo>
                      <a:pt x="0" y="0"/>
                    </a:moveTo>
                    <a:lnTo>
                      <a:pt x="142" y="0"/>
                    </a:lnTo>
                    <a:lnTo>
                      <a:pt x="142" y="33"/>
                    </a:lnTo>
                    <a:lnTo>
                      <a:pt x="20" y="33"/>
                    </a:lnTo>
                    <a:lnTo>
                      <a:pt x="20" y="47"/>
                    </a:lnTo>
                    <a:lnTo>
                      <a:pt x="0" y="47"/>
                    </a:lnTo>
                    <a:lnTo>
                      <a:pt x="0" y="0"/>
                    </a:lnTo>
                    <a:close/>
                  </a:path>
                </a:pathLst>
              </a:custGeom>
              <a:solidFill>
                <a:srgbClr val="404010"/>
              </a:solidFill>
              <a:ln>
                <a:noFill/>
                <a:round/>
              </a:ln>
            </p:spPr>
          </p:sp>
          <p:sp>
            <p:nvSpPr>
              <p:cNvPr id="96296" name=""/>
              <p:cNvSpPr/>
              <p:nvPr/>
            </p:nvSpPr>
            <p:spPr>
              <a:xfrm>
                <a:off x="5124" y="2313"/>
                <a:ext cx="102" cy="8"/>
              </a:xfrm>
              <a:prstGeom prst="rect">
                <a:avLst/>
              </a:prstGeom>
              <a:solidFill>
                <a:srgbClr val="C0C080"/>
              </a:solidFill>
              <a:ln>
                <a:noFill/>
                <a:miter lim="800000"/>
              </a:ln>
            </p:spPr>
          </p:sp>
          <p:sp>
            <p:nvSpPr>
              <p:cNvPr id="96297" name=""/>
              <p:cNvSpPr/>
              <p:nvPr/>
            </p:nvSpPr>
            <p:spPr>
              <a:xfrm>
                <a:off x="5120" y="2246"/>
                <a:ext cx="110" cy="8"/>
              </a:xfrm>
              <a:custGeom>
                <a:pathLst>
                  <a:path w="218" h="14">
                    <a:moveTo>
                      <a:pt x="3" y="0"/>
                    </a:moveTo>
                    <a:lnTo>
                      <a:pt x="215" y="0"/>
                    </a:lnTo>
                    <a:lnTo>
                      <a:pt x="216" y="0"/>
                    </a:lnTo>
                    <a:lnTo>
                      <a:pt x="218" y="5"/>
                    </a:lnTo>
                    <a:lnTo>
                      <a:pt x="218" y="11"/>
                    </a:lnTo>
                    <a:lnTo>
                      <a:pt x="215" y="14"/>
                    </a:lnTo>
                    <a:lnTo>
                      <a:pt x="3" y="14"/>
                    </a:lnTo>
                    <a:lnTo>
                      <a:pt x="2" y="11"/>
                    </a:lnTo>
                    <a:lnTo>
                      <a:pt x="0" y="9"/>
                    </a:lnTo>
                    <a:lnTo>
                      <a:pt x="0" y="4"/>
                    </a:lnTo>
                    <a:lnTo>
                      <a:pt x="3" y="0"/>
                    </a:lnTo>
                    <a:close/>
                  </a:path>
                </a:pathLst>
              </a:custGeom>
              <a:solidFill>
                <a:srgbClr val="E0D0A0"/>
              </a:solidFill>
              <a:ln>
                <a:noFill/>
                <a:round/>
              </a:ln>
            </p:spPr>
          </p:sp>
          <p:sp>
            <p:nvSpPr>
              <p:cNvPr id="96298" name=""/>
              <p:cNvSpPr/>
              <p:nvPr/>
            </p:nvSpPr>
            <p:spPr>
              <a:xfrm>
                <a:off x="5128" y="2270"/>
                <a:ext cx="21" cy="4"/>
              </a:xfrm>
              <a:custGeom>
                <a:pathLst>
                  <a:path w="43" h="9">
                    <a:moveTo>
                      <a:pt x="2" y="0"/>
                    </a:moveTo>
                    <a:lnTo>
                      <a:pt x="43" y="0"/>
                    </a:lnTo>
                    <a:lnTo>
                      <a:pt x="43" y="3"/>
                    </a:lnTo>
                    <a:lnTo>
                      <a:pt x="43" y="9"/>
                    </a:lnTo>
                    <a:lnTo>
                      <a:pt x="2" y="9"/>
                    </a:lnTo>
                    <a:lnTo>
                      <a:pt x="0" y="5"/>
                    </a:lnTo>
                    <a:lnTo>
                      <a:pt x="0" y="0"/>
                    </a:lnTo>
                    <a:lnTo>
                      <a:pt x="2" y="0"/>
                    </a:lnTo>
                    <a:close/>
                  </a:path>
                </a:pathLst>
              </a:custGeom>
              <a:solidFill>
                <a:srgbClr val="E0E0B0"/>
              </a:solidFill>
              <a:ln>
                <a:noFill/>
                <a:round/>
              </a:ln>
            </p:spPr>
          </p:sp>
          <p:sp>
            <p:nvSpPr>
              <p:cNvPr id="96299" name=""/>
              <p:cNvSpPr/>
              <p:nvPr/>
            </p:nvSpPr>
            <p:spPr>
              <a:xfrm>
                <a:off x="5147" y="2271"/>
                <a:ext cx="43" cy="3"/>
              </a:xfrm>
              <a:custGeom>
                <a:pathLst>
                  <a:path w="86" h="7">
                    <a:moveTo>
                      <a:pt x="0" y="0"/>
                    </a:moveTo>
                    <a:lnTo>
                      <a:pt x="86" y="0"/>
                    </a:lnTo>
                    <a:lnTo>
                      <a:pt x="0" y="7"/>
                    </a:lnTo>
                    <a:lnTo>
                      <a:pt x="0" y="0"/>
                    </a:lnTo>
                    <a:close/>
                  </a:path>
                </a:pathLst>
              </a:custGeom>
              <a:solidFill>
                <a:srgbClr val="E0E0B0"/>
              </a:solidFill>
              <a:ln>
                <a:noFill/>
                <a:round/>
              </a:ln>
            </p:spPr>
          </p:sp>
          <p:sp>
            <p:nvSpPr>
              <p:cNvPr id="96300" name=""/>
              <p:cNvSpPr/>
              <p:nvPr/>
            </p:nvSpPr>
            <p:spPr>
              <a:xfrm>
                <a:off x="5189" y="2270"/>
                <a:ext cx="34" cy="4"/>
              </a:xfrm>
              <a:custGeom>
                <a:pathLst>
                  <a:path w="68" h="9">
                    <a:moveTo>
                      <a:pt x="1" y="0"/>
                    </a:moveTo>
                    <a:lnTo>
                      <a:pt x="66" y="0"/>
                    </a:lnTo>
                    <a:lnTo>
                      <a:pt x="68" y="3"/>
                    </a:lnTo>
                    <a:lnTo>
                      <a:pt x="66" y="9"/>
                    </a:lnTo>
                    <a:lnTo>
                      <a:pt x="1" y="9"/>
                    </a:lnTo>
                    <a:lnTo>
                      <a:pt x="0" y="3"/>
                    </a:lnTo>
                    <a:lnTo>
                      <a:pt x="1" y="0"/>
                    </a:lnTo>
                    <a:close/>
                  </a:path>
                </a:pathLst>
              </a:custGeom>
              <a:solidFill>
                <a:srgbClr val="E0E0B0"/>
              </a:solidFill>
              <a:ln>
                <a:noFill/>
                <a:round/>
              </a:ln>
            </p:spPr>
          </p:sp>
          <p:sp>
            <p:nvSpPr>
              <p:cNvPr id="96301" name=""/>
              <p:cNvSpPr/>
              <p:nvPr/>
            </p:nvSpPr>
            <p:spPr>
              <a:xfrm>
                <a:off x="5149" y="2273"/>
                <a:ext cx="41" cy="8"/>
              </a:xfrm>
              <a:custGeom>
                <a:pathLst>
                  <a:path w="82" h="16">
                    <a:moveTo>
                      <a:pt x="0" y="0"/>
                    </a:moveTo>
                    <a:lnTo>
                      <a:pt x="81" y="0"/>
                    </a:lnTo>
                    <a:lnTo>
                      <a:pt x="82" y="2"/>
                    </a:lnTo>
                    <a:lnTo>
                      <a:pt x="82" y="15"/>
                    </a:lnTo>
                    <a:lnTo>
                      <a:pt x="81" y="16"/>
                    </a:lnTo>
                    <a:lnTo>
                      <a:pt x="0" y="16"/>
                    </a:lnTo>
                    <a:lnTo>
                      <a:pt x="0" y="15"/>
                    </a:lnTo>
                    <a:lnTo>
                      <a:pt x="0" y="2"/>
                    </a:lnTo>
                    <a:lnTo>
                      <a:pt x="0" y="0"/>
                    </a:lnTo>
                    <a:close/>
                  </a:path>
                </a:pathLst>
              </a:custGeom>
              <a:solidFill>
                <a:srgbClr val="00DFCA"/>
              </a:solidFill>
              <a:ln>
                <a:noFill/>
                <a:round/>
              </a:ln>
            </p:spPr>
          </p:sp>
          <p:sp>
            <p:nvSpPr>
              <p:cNvPr id="96302" name=""/>
              <p:cNvSpPr/>
              <p:nvPr/>
            </p:nvSpPr>
            <p:spPr>
              <a:xfrm>
                <a:off x="5203" y="2260"/>
                <a:ext cx="11" cy="3"/>
              </a:xfrm>
              <a:prstGeom prst="rect">
                <a:avLst/>
              </a:prstGeom>
              <a:solidFill>
                <a:srgbClr val="F0E0C0"/>
              </a:solidFill>
              <a:ln>
                <a:noFill/>
                <a:miter lim="800000"/>
              </a:ln>
            </p:spPr>
          </p:sp>
          <p:sp>
            <p:nvSpPr>
              <p:cNvPr id="96303" name=""/>
              <p:cNvSpPr/>
              <p:nvPr/>
            </p:nvSpPr>
            <p:spPr>
              <a:xfrm>
                <a:off x="5196" y="2260"/>
                <a:ext cx="18" cy="12"/>
              </a:xfrm>
              <a:custGeom>
                <a:pathLst>
                  <a:path w="38" h="23">
                    <a:moveTo>
                      <a:pt x="11" y="0"/>
                    </a:moveTo>
                    <a:lnTo>
                      <a:pt x="0" y="20"/>
                    </a:lnTo>
                    <a:lnTo>
                      <a:pt x="0" y="23"/>
                    </a:lnTo>
                    <a:lnTo>
                      <a:pt x="31" y="23"/>
                    </a:lnTo>
                    <a:lnTo>
                      <a:pt x="38" y="11"/>
                    </a:lnTo>
                    <a:lnTo>
                      <a:pt x="13" y="11"/>
                    </a:lnTo>
                    <a:lnTo>
                      <a:pt x="11" y="0"/>
                    </a:lnTo>
                    <a:close/>
                  </a:path>
                </a:pathLst>
              </a:custGeom>
              <a:solidFill>
                <a:srgbClr val="808060"/>
              </a:solidFill>
              <a:ln>
                <a:noFill/>
                <a:round/>
              </a:ln>
            </p:spPr>
          </p:sp>
          <p:sp>
            <p:nvSpPr>
              <p:cNvPr id="96304" name=""/>
              <p:cNvSpPr/>
              <p:nvPr/>
            </p:nvSpPr>
            <p:spPr>
              <a:xfrm>
                <a:off x="5150" y="2273"/>
                <a:ext cx="6" cy="7"/>
              </a:xfrm>
              <a:custGeom>
                <a:pathLst>
                  <a:path w="12" h="13">
                    <a:moveTo>
                      <a:pt x="2" y="0"/>
                    </a:moveTo>
                    <a:lnTo>
                      <a:pt x="11" y="0"/>
                    </a:lnTo>
                    <a:lnTo>
                      <a:pt x="12" y="0"/>
                    </a:lnTo>
                    <a:lnTo>
                      <a:pt x="12" y="4"/>
                    </a:lnTo>
                    <a:lnTo>
                      <a:pt x="12" y="9"/>
                    </a:lnTo>
                    <a:lnTo>
                      <a:pt x="12" y="13"/>
                    </a:lnTo>
                    <a:lnTo>
                      <a:pt x="2" y="13"/>
                    </a:lnTo>
                    <a:lnTo>
                      <a:pt x="0" y="9"/>
                    </a:lnTo>
                    <a:lnTo>
                      <a:pt x="0" y="4"/>
                    </a:lnTo>
                    <a:lnTo>
                      <a:pt x="0" y="0"/>
                    </a:lnTo>
                    <a:lnTo>
                      <a:pt x="2" y="0"/>
                    </a:lnTo>
                    <a:close/>
                  </a:path>
                </a:pathLst>
              </a:custGeom>
              <a:solidFill>
                <a:srgbClr val="A0A070"/>
              </a:solidFill>
              <a:ln>
                <a:noFill/>
                <a:round/>
              </a:ln>
            </p:spPr>
          </p:sp>
          <p:sp>
            <p:nvSpPr>
              <p:cNvPr id="96305" name=""/>
              <p:cNvSpPr/>
              <p:nvPr/>
            </p:nvSpPr>
            <p:spPr>
              <a:xfrm>
                <a:off x="5150" y="2273"/>
                <a:ext cx="6" cy="6"/>
              </a:xfrm>
              <a:custGeom>
                <a:pathLst>
                  <a:path w="12" h="11">
                    <a:moveTo>
                      <a:pt x="5" y="0"/>
                    </a:moveTo>
                    <a:lnTo>
                      <a:pt x="11" y="0"/>
                    </a:lnTo>
                    <a:lnTo>
                      <a:pt x="12" y="0"/>
                    </a:lnTo>
                    <a:lnTo>
                      <a:pt x="12" y="5"/>
                    </a:lnTo>
                    <a:lnTo>
                      <a:pt x="12" y="11"/>
                    </a:lnTo>
                    <a:lnTo>
                      <a:pt x="5" y="11"/>
                    </a:lnTo>
                    <a:lnTo>
                      <a:pt x="2" y="11"/>
                    </a:lnTo>
                    <a:lnTo>
                      <a:pt x="0" y="11"/>
                    </a:lnTo>
                    <a:lnTo>
                      <a:pt x="0" y="5"/>
                    </a:lnTo>
                    <a:lnTo>
                      <a:pt x="2" y="5"/>
                    </a:lnTo>
                    <a:lnTo>
                      <a:pt x="2" y="0"/>
                    </a:lnTo>
                    <a:lnTo>
                      <a:pt x="5" y="0"/>
                    </a:lnTo>
                    <a:close/>
                  </a:path>
                </a:pathLst>
              </a:custGeom>
              <a:solidFill>
                <a:srgbClr val="A0FF00"/>
              </a:solidFill>
              <a:ln>
                <a:noFill/>
                <a:round/>
              </a:ln>
            </p:spPr>
          </p:sp>
          <p:sp>
            <p:nvSpPr>
              <p:cNvPr id="96306" name=""/>
              <p:cNvSpPr/>
              <p:nvPr/>
            </p:nvSpPr>
            <p:spPr>
              <a:xfrm>
                <a:off x="5153" y="2273"/>
                <a:ext cx="1" cy="5"/>
              </a:xfrm>
              <a:custGeom>
                <a:pathLst>
                  <a:path w="4" h="9">
                    <a:moveTo>
                      <a:pt x="4" y="0"/>
                    </a:moveTo>
                    <a:lnTo>
                      <a:pt x="4" y="9"/>
                    </a:lnTo>
                    <a:lnTo>
                      <a:pt x="0" y="9"/>
                    </a:lnTo>
                    <a:lnTo>
                      <a:pt x="4" y="0"/>
                    </a:lnTo>
                    <a:close/>
                  </a:path>
                </a:pathLst>
              </a:custGeom>
              <a:solidFill>
                <a:srgbClr val="FFFFFF"/>
              </a:solidFill>
              <a:ln>
                <a:noFill/>
                <a:round/>
              </a:ln>
            </p:spPr>
          </p:sp>
          <p:sp>
            <p:nvSpPr>
              <p:cNvPr id="96307" name=""/>
              <p:cNvSpPr/>
              <p:nvPr/>
            </p:nvSpPr>
            <p:spPr>
              <a:xfrm>
                <a:off x="5135" y="2249"/>
                <a:ext cx="7" cy="5"/>
              </a:xfrm>
              <a:custGeom>
                <a:pathLst>
                  <a:path w="15" h="9">
                    <a:moveTo>
                      <a:pt x="4" y="0"/>
                    </a:moveTo>
                    <a:lnTo>
                      <a:pt x="11" y="0"/>
                    </a:lnTo>
                    <a:lnTo>
                      <a:pt x="15" y="0"/>
                    </a:lnTo>
                    <a:lnTo>
                      <a:pt x="15" y="4"/>
                    </a:lnTo>
                    <a:lnTo>
                      <a:pt x="15" y="6"/>
                    </a:lnTo>
                    <a:lnTo>
                      <a:pt x="11" y="9"/>
                    </a:lnTo>
                    <a:lnTo>
                      <a:pt x="4" y="9"/>
                    </a:lnTo>
                    <a:lnTo>
                      <a:pt x="0" y="6"/>
                    </a:lnTo>
                    <a:lnTo>
                      <a:pt x="0" y="4"/>
                    </a:lnTo>
                    <a:lnTo>
                      <a:pt x="0" y="0"/>
                    </a:lnTo>
                    <a:lnTo>
                      <a:pt x="4" y="0"/>
                    </a:lnTo>
                    <a:close/>
                  </a:path>
                </a:pathLst>
              </a:custGeom>
              <a:solidFill>
                <a:srgbClr val="A0A070"/>
              </a:solidFill>
              <a:ln>
                <a:noFill/>
                <a:round/>
              </a:ln>
            </p:spPr>
          </p:sp>
          <p:sp>
            <p:nvSpPr>
              <p:cNvPr id="96308" name=""/>
              <p:cNvSpPr/>
              <p:nvPr/>
            </p:nvSpPr>
            <p:spPr>
              <a:xfrm>
                <a:off x="5135" y="2249"/>
                <a:ext cx="7" cy="5"/>
              </a:xfrm>
              <a:custGeom>
                <a:pathLst>
                  <a:path w="15" h="9">
                    <a:moveTo>
                      <a:pt x="4" y="0"/>
                    </a:moveTo>
                    <a:lnTo>
                      <a:pt x="11" y="0"/>
                    </a:lnTo>
                    <a:lnTo>
                      <a:pt x="15" y="4"/>
                    </a:lnTo>
                    <a:lnTo>
                      <a:pt x="15" y="6"/>
                    </a:lnTo>
                    <a:lnTo>
                      <a:pt x="11" y="6"/>
                    </a:lnTo>
                    <a:lnTo>
                      <a:pt x="11" y="9"/>
                    </a:lnTo>
                    <a:lnTo>
                      <a:pt x="4" y="9"/>
                    </a:lnTo>
                    <a:lnTo>
                      <a:pt x="4" y="6"/>
                    </a:lnTo>
                    <a:lnTo>
                      <a:pt x="0" y="6"/>
                    </a:lnTo>
                    <a:lnTo>
                      <a:pt x="0" y="4"/>
                    </a:lnTo>
                    <a:lnTo>
                      <a:pt x="4" y="4"/>
                    </a:lnTo>
                    <a:lnTo>
                      <a:pt x="4" y="0"/>
                    </a:lnTo>
                    <a:close/>
                  </a:path>
                </a:pathLst>
              </a:custGeom>
              <a:solidFill>
                <a:srgbClr val="A0FF00"/>
              </a:solidFill>
              <a:ln>
                <a:noFill/>
                <a:round/>
              </a:ln>
            </p:spPr>
          </p:sp>
          <p:sp>
            <p:nvSpPr>
              <p:cNvPr id="96309" name=""/>
              <p:cNvSpPr/>
              <p:nvPr/>
            </p:nvSpPr>
            <p:spPr>
              <a:xfrm>
                <a:off x="5201" y="2249"/>
                <a:ext cx="7" cy="5"/>
              </a:xfrm>
              <a:custGeom>
                <a:pathLst>
                  <a:path w="14" h="9">
                    <a:moveTo>
                      <a:pt x="2" y="0"/>
                    </a:moveTo>
                    <a:lnTo>
                      <a:pt x="9" y="0"/>
                    </a:lnTo>
                    <a:lnTo>
                      <a:pt x="12" y="0"/>
                    </a:lnTo>
                    <a:lnTo>
                      <a:pt x="14" y="4"/>
                    </a:lnTo>
                    <a:lnTo>
                      <a:pt x="12" y="6"/>
                    </a:lnTo>
                    <a:lnTo>
                      <a:pt x="12" y="9"/>
                    </a:lnTo>
                    <a:lnTo>
                      <a:pt x="2" y="9"/>
                    </a:lnTo>
                    <a:lnTo>
                      <a:pt x="2" y="6"/>
                    </a:lnTo>
                    <a:lnTo>
                      <a:pt x="0" y="6"/>
                    </a:lnTo>
                    <a:lnTo>
                      <a:pt x="0" y="4"/>
                    </a:lnTo>
                    <a:lnTo>
                      <a:pt x="2" y="0"/>
                    </a:lnTo>
                    <a:close/>
                  </a:path>
                </a:pathLst>
              </a:custGeom>
              <a:solidFill>
                <a:srgbClr val="A0A070"/>
              </a:solidFill>
              <a:ln>
                <a:noFill/>
                <a:round/>
              </a:ln>
            </p:spPr>
          </p:sp>
          <p:sp>
            <p:nvSpPr>
              <p:cNvPr id="96310" name=""/>
              <p:cNvSpPr/>
              <p:nvPr/>
            </p:nvSpPr>
            <p:spPr>
              <a:xfrm>
                <a:off x="5201" y="2249"/>
                <a:ext cx="6" cy="5"/>
              </a:xfrm>
              <a:custGeom>
                <a:pathLst>
                  <a:path w="12" h="9">
                    <a:moveTo>
                      <a:pt x="0" y="0"/>
                    </a:moveTo>
                    <a:lnTo>
                      <a:pt x="9" y="0"/>
                    </a:lnTo>
                    <a:lnTo>
                      <a:pt x="12" y="0"/>
                    </a:lnTo>
                    <a:lnTo>
                      <a:pt x="12" y="6"/>
                    </a:lnTo>
                    <a:lnTo>
                      <a:pt x="12" y="9"/>
                    </a:lnTo>
                    <a:lnTo>
                      <a:pt x="9" y="9"/>
                    </a:lnTo>
                    <a:lnTo>
                      <a:pt x="0" y="9"/>
                    </a:lnTo>
                    <a:lnTo>
                      <a:pt x="0" y="6"/>
                    </a:lnTo>
                    <a:lnTo>
                      <a:pt x="0" y="0"/>
                    </a:lnTo>
                    <a:close/>
                  </a:path>
                </a:pathLst>
              </a:custGeom>
              <a:solidFill>
                <a:srgbClr val="A0FF00"/>
              </a:solidFill>
              <a:ln>
                <a:noFill/>
                <a:round/>
              </a:ln>
            </p:spPr>
          </p:sp>
          <p:sp>
            <p:nvSpPr>
              <p:cNvPr id="96311" name=""/>
              <p:cNvSpPr/>
              <p:nvPr/>
            </p:nvSpPr>
            <p:spPr>
              <a:xfrm>
                <a:off x="5201" y="2249"/>
                <a:ext cx="3" cy="3"/>
              </a:xfrm>
              <a:prstGeom prst="rect">
                <a:avLst/>
              </a:prstGeom>
              <a:solidFill>
                <a:srgbClr val="FFFFFF"/>
              </a:solidFill>
              <a:ln>
                <a:noFill/>
                <a:miter lim="800000"/>
              </a:ln>
            </p:spPr>
          </p:sp>
          <p:sp>
            <p:nvSpPr>
              <p:cNvPr id="96312" name=""/>
              <p:cNvSpPr/>
              <p:nvPr/>
            </p:nvSpPr>
            <p:spPr>
              <a:xfrm>
                <a:off x="5150" y="2302"/>
                <a:ext cx="6" cy="7"/>
              </a:xfrm>
              <a:custGeom>
                <a:pathLst>
                  <a:path w="12" h="12">
                    <a:moveTo>
                      <a:pt x="2" y="0"/>
                    </a:moveTo>
                    <a:lnTo>
                      <a:pt x="11" y="0"/>
                    </a:lnTo>
                    <a:lnTo>
                      <a:pt x="12" y="3"/>
                    </a:lnTo>
                    <a:lnTo>
                      <a:pt x="12" y="7"/>
                    </a:lnTo>
                    <a:lnTo>
                      <a:pt x="12" y="9"/>
                    </a:lnTo>
                    <a:lnTo>
                      <a:pt x="12" y="12"/>
                    </a:lnTo>
                    <a:lnTo>
                      <a:pt x="2" y="12"/>
                    </a:lnTo>
                    <a:lnTo>
                      <a:pt x="2" y="9"/>
                    </a:lnTo>
                    <a:lnTo>
                      <a:pt x="0" y="9"/>
                    </a:lnTo>
                    <a:lnTo>
                      <a:pt x="0" y="7"/>
                    </a:lnTo>
                    <a:lnTo>
                      <a:pt x="0" y="3"/>
                    </a:lnTo>
                    <a:lnTo>
                      <a:pt x="2" y="3"/>
                    </a:lnTo>
                    <a:lnTo>
                      <a:pt x="2" y="0"/>
                    </a:lnTo>
                    <a:close/>
                  </a:path>
                </a:pathLst>
              </a:custGeom>
              <a:solidFill>
                <a:srgbClr val="A0A070"/>
              </a:solidFill>
              <a:ln>
                <a:noFill/>
                <a:round/>
              </a:ln>
            </p:spPr>
          </p:sp>
          <p:sp>
            <p:nvSpPr>
              <p:cNvPr id="96313" name=""/>
              <p:cNvSpPr/>
              <p:nvPr/>
            </p:nvSpPr>
            <p:spPr>
              <a:xfrm>
                <a:off x="5150" y="2303"/>
                <a:ext cx="6" cy="5"/>
              </a:xfrm>
              <a:custGeom>
                <a:pathLst>
                  <a:path w="12" h="9">
                    <a:moveTo>
                      <a:pt x="5" y="0"/>
                    </a:moveTo>
                    <a:lnTo>
                      <a:pt x="11" y="0"/>
                    </a:lnTo>
                    <a:lnTo>
                      <a:pt x="12" y="0"/>
                    </a:lnTo>
                    <a:lnTo>
                      <a:pt x="12" y="6"/>
                    </a:lnTo>
                    <a:lnTo>
                      <a:pt x="12" y="9"/>
                    </a:lnTo>
                    <a:lnTo>
                      <a:pt x="5" y="9"/>
                    </a:lnTo>
                    <a:lnTo>
                      <a:pt x="2" y="9"/>
                    </a:lnTo>
                    <a:lnTo>
                      <a:pt x="0" y="9"/>
                    </a:lnTo>
                    <a:lnTo>
                      <a:pt x="0" y="6"/>
                    </a:lnTo>
                    <a:lnTo>
                      <a:pt x="2" y="0"/>
                    </a:lnTo>
                    <a:lnTo>
                      <a:pt x="5" y="0"/>
                    </a:lnTo>
                    <a:close/>
                  </a:path>
                </a:pathLst>
              </a:custGeom>
              <a:solidFill>
                <a:srgbClr val="A0FF00"/>
              </a:solidFill>
              <a:ln>
                <a:noFill/>
                <a:round/>
              </a:ln>
            </p:spPr>
          </p:sp>
          <p:sp>
            <p:nvSpPr>
              <p:cNvPr id="96314" name=""/>
              <p:cNvSpPr/>
              <p:nvPr/>
            </p:nvSpPr>
            <p:spPr>
              <a:xfrm>
                <a:off x="5153" y="2303"/>
                <a:ext cx="1" cy="4"/>
              </a:xfrm>
              <a:custGeom>
                <a:pathLst>
                  <a:path w="4" h="8">
                    <a:moveTo>
                      <a:pt x="4" y="0"/>
                    </a:moveTo>
                    <a:lnTo>
                      <a:pt x="4" y="8"/>
                    </a:lnTo>
                    <a:lnTo>
                      <a:pt x="0" y="8"/>
                    </a:lnTo>
                    <a:lnTo>
                      <a:pt x="4" y="0"/>
                    </a:lnTo>
                    <a:close/>
                  </a:path>
                </a:pathLst>
              </a:custGeom>
              <a:solidFill>
                <a:srgbClr val="FFFFFF"/>
              </a:solidFill>
              <a:ln>
                <a:noFill/>
                <a:round/>
              </a:ln>
            </p:spPr>
          </p:sp>
          <p:sp>
            <p:nvSpPr>
              <p:cNvPr id="96315" name=""/>
              <p:cNvSpPr/>
              <p:nvPr/>
            </p:nvSpPr>
            <p:spPr>
              <a:xfrm>
                <a:off x="5128" y="2347"/>
                <a:ext cx="8" cy="6"/>
              </a:xfrm>
              <a:custGeom>
                <a:pathLst>
                  <a:path w="14" h="10">
                    <a:moveTo>
                      <a:pt x="5" y="0"/>
                    </a:moveTo>
                    <a:lnTo>
                      <a:pt x="12" y="0"/>
                    </a:lnTo>
                    <a:lnTo>
                      <a:pt x="12" y="3"/>
                    </a:lnTo>
                    <a:lnTo>
                      <a:pt x="14" y="3"/>
                    </a:lnTo>
                    <a:lnTo>
                      <a:pt x="14" y="5"/>
                    </a:lnTo>
                    <a:lnTo>
                      <a:pt x="12" y="9"/>
                    </a:lnTo>
                    <a:lnTo>
                      <a:pt x="12" y="10"/>
                    </a:lnTo>
                    <a:lnTo>
                      <a:pt x="5" y="10"/>
                    </a:lnTo>
                    <a:lnTo>
                      <a:pt x="2" y="10"/>
                    </a:lnTo>
                    <a:lnTo>
                      <a:pt x="2" y="9"/>
                    </a:lnTo>
                    <a:lnTo>
                      <a:pt x="0" y="9"/>
                    </a:lnTo>
                    <a:lnTo>
                      <a:pt x="0" y="5"/>
                    </a:lnTo>
                    <a:lnTo>
                      <a:pt x="2" y="3"/>
                    </a:lnTo>
                    <a:lnTo>
                      <a:pt x="2" y="0"/>
                    </a:lnTo>
                    <a:lnTo>
                      <a:pt x="5" y="0"/>
                    </a:lnTo>
                    <a:close/>
                  </a:path>
                </a:pathLst>
              </a:custGeom>
              <a:solidFill>
                <a:srgbClr val="A0A070"/>
              </a:solidFill>
              <a:ln>
                <a:noFill/>
                <a:round/>
              </a:ln>
            </p:spPr>
          </p:sp>
          <p:sp>
            <p:nvSpPr>
              <p:cNvPr id="96316" name=""/>
              <p:cNvSpPr/>
              <p:nvPr/>
            </p:nvSpPr>
            <p:spPr>
              <a:xfrm>
                <a:off x="5131" y="2348"/>
                <a:ext cx="5" cy="4"/>
              </a:xfrm>
              <a:custGeom>
                <a:pathLst>
                  <a:path w="9" h="8">
                    <a:moveTo>
                      <a:pt x="0" y="0"/>
                    </a:moveTo>
                    <a:lnTo>
                      <a:pt x="0" y="8"/>
                    </a:lnTo>
                    <a:lnTo>
                      <a:pt x="9" y="8"/>
                    </a:lnTo>
                    <a:lnTo>
                      <a:pt x="0" y="0"/>
                    </a:lnTo>
                    <a:close/>
                  </a:path>
                </a:pathLst>
              </a:custGeom>
              <a:solidFill>
                <a:srgbClr val="A0FF00"/>
              </a:solidFill>
              <a:ln>
                <a:noFill/>
                <a:round/>
              </a:ln>
            </p:spPr>
          </p:sp>
          <p:sp>
            <p:nvSpPr>
              <p:cNvPr id="96317" name=""/>
              <p:cNvSpPr/>
              <p:nvPr/>
            </p:nvSpPr>
            <p:spPr>
              <a:xfrm>
                <a:off x="5131" y="2348"/>
                <a:ext cx="5" cy="4"/>
              </a:xfrm>
              <a:custGeom>
                <a:pathLst>
                  <a:path w="9" h="8">
                    <a:moveTo>
                      <a:pt x="0" y="0"/>
                    </a:moveTo>
                    <a:lnTo>
                      <a:pt x="0" y="8"/>
                    </a:lnTo>
                    <a:lnTo>
                      <a:pt x="9" y="8"/>
                    </a:lnTo>
                    <a:lnTo>
                      <a:pt x="0" y="0"/>
                    </a:lnTo>
                    <a:close/>
                  </a:path>
                </a:pathLst>
              </a:custGeom>
              <a:solidFill>
                <a:srgbClr val="A0FF00"/>
              </a:solidFill>
              <a:ln>
                <a:noFill/>
                <a:round/>
              </a:ln>
            </p:spPr>
          </p:sp>
          <p:sp>
            <p:nvSpPr>
              <p:cNvPr id="96318" name=""/>
              <p:cNvSpPr/>
              <p:nvPr/>
            </p:nvSpPr>
            <p:spPr>
              <a:xfrm>
                <a:off x="5131" y="2347"/>
                <a:ext cx="5" cy="3"/>
              </a:xfrm>
              <a:custGeom>
                <a:pathLst>
                  <a:path w="9" h="5">
                    <a:moveTo>
                      <a:pt x="0" y="0"/>
                    </a:moveTo>
                    <a:lnTo>
                      <a:pt x="0" y="5"/>
                    </a:lnTo>
                    <a:lnTo>
                      <a:pt x="9" y="5"/>
                    </a:lnTo>
                    <a:lnTo>
                      <a:pt x="0" y="0"/>
                    </a:lnTo>
                    <a:close/>
                  </a:path>
                </a:pathLst>
              </a:custGeom>
              <a:solidFill>
                <a:srgbClr val="A0FF00"/>
              </a:solidFill>
              <a:ln>
                <a:noFill/>
                <a:round/>
              </a:ln>
            </p:spPr>
          </p:sp>
          <p:sp>
            <p:nvSpPr>
              <p:cNvPr id="96319" name=""/>
              <p:cNvSpPr/>
              <p:nvPr/>
            </p:nvSpPr>
            <p:spPr>
              <a:xfrm>
                <a:off x="5131" y="2348"/>
                <a:ext cx="4" cy="4"/>
              </a:xfrm>
              <a:custGeom>
                <a:pathLst>
                  <a:path w="7" h="8">
                    <a:moveTo>
                      <a:pt x="0" y="0"/>
                    </a:moveTo>
                    <a:lnTo>
                      <a:pt x="7" y="0"/>
                    </a:lnTo>
                    <a:lnTo>
                      <a:pt x="0" y="8"/>
                    </a:lnTo>
                    <a:lnTo>
                      <a:pt x="0" y="0"/>
                    </a:lnTo>
                    <a:close/>
                  </a:path>
                </a:pathLst>
              </a:custGeom>
              <a:solidFill>
                <a:srgbClr val="FFFFFF"/>
              </a:solidFill>
              <a:ln>
                <a:noFill/>
                <a:round/>
              </a:ln>
            </p:spPr>
          </p:sp>
          <p:sp>
            <p:nvSpPr>
              <p:cNvPr id="96320" name=""/>
              <p:cNvSpPr/>
              <p:nvPr/>
            </p:nvSpPr>
            <p:spPr>
              <a:xfrm>
                <a:off x="5128" y="2266"/>
                <a:ext cx="94" cy="6"/>
              </a:xfrm>
              <a:prstGeom prst="rect">
                <a:avLst/>
              </a:prstGeom>
              <a:solidFill>
                <a:srgbClr val="505020"/>
              </a:solidFill>
              <a:ln>
                <a:noFill/>
                <a:miter lim="800000"/>
              </a:ln>
            </p:spPr>
          </p:sp>
          <p:sp>
            <p:nvSpPr>
              <p:cNvPr id="96321" name=""/>
              <p:cNvSpPr/>
              <p:nvPr/>
            </p:nvSpPr>
            <p:spPr>
              <a:xfrm>
                <a:off x="5149" y="2262"/>
                <a:ext cx="4" cy="8"/>
              </a:xfrm>
              <a:custGeom>
                <a:pathLst>
                  <a:path w="7" h="16">
                    <a:moveTo>
                      <a:pt x="4" y="0"/>
                    </a:moveTo>
                    <a:lnTo>
                      <a:pt x="7" y="1"/>
                    </a:lnTo>
                    <a:lnTo>
                      <a:pt x="7" y="14"/>
                    </a:lnTo>
                    <a:lnTo>
                      <a:pt x="4" y="16"/>
                    </a:lnTo>
                    <a:lnTo>
                      <a:pt x="0" y="1"/>
                    </a:lnTo>
                    <a:lnTo>
                      <a:pt x="4" y="0"/>
                    </a:lnTo>
                    <a:close/>
                  </a:path>
                </a:pathLst>
              </a:custGeom>
              <a:solidFill>
                <a:srgbClr val="E0E0B0"/>
              </a:solidFill>
              <a:ln>
                <a:noFill/>
                <a:round/>
              </a:ln>
            </p:spPr>
          </p:sp>
          <p:sp>
            <p:nvSpPr>
              <p:cNvPr id="96322" name=""/>
              <p:cNvSpPr/>
              <p:nvPr/>
            </p:nvSpPr>
            <p:spPr>
              <a:xfrm>
                <a:off x="5149" y="2271"/>
                <a:ext cx="4" cy="10"/>
              </a:xfrm>
              <a:custGeom>
                <a:pathLst>
                  <a:path w="7" h="19">
                    <a:moveTo>
                      <a:pt x="4" y="0"/>
                    </a:moveTo>
                    <a:lnTo>
                      <a:pt x="7" y="1"/>
                    </a:lnTo>
                    <a:lnTo>
                      <a:pt x="7" y="18"/>
                    </a:lnTo>
                    <a:lnTo>
                      <a:pt x="4" y="19"/>
                    </a:lnTo>
                    <a:lnTo>
                      <a:pt x="0" y="18"/>
                    </a:lnTo>
                    <a:lnTo>
                      <a:pt x="0" y="1"/>
                    </a:lnTo>
                    <a:lnTo>
                      <a:pt x="4" y="0"/>
                    </a:lnTo>
                    <a:close/>
                  </a:path>
                </a:pathLst>
              </a:custGeom>
              <a:solidFill>
                <a:srgbClr val="E0E0B0"/>
              </a:solidFill>
              <a:ln>
                <a:noFill/>
                <a:round/>
              </a:ln>
            </p:spPr>
          </p:sp>
          <p:sp>
            <p:nvSpPr>
              <p:cNvPr id="96323" name=""/>
              <p:cNvSpPr/>
              <p:nvPr/>
            </p:nvSpPr>
            <p:spPr>
              <a:xfrm>
                <a:off x="5153" y="2327"/>
                <a:ext cx="70" cy="15"/>
              </a:xfrm>
              <a:prstGeom prst="rect">
                <a:avLst/>
              </a:prstGeom>
              <a:solidFill>
                <a:srgbClr val="A0A080"/>
              </a:solidFill>
              <a:ln>
                <a:noFill/>
                <a:miter lim="800000"/>
              </a:ln>
            </p:spPr>
          </p:sp>
          <p:sp>
            <p:nvSpPr>
              <p:cNvPr id="96324" name=""/>
              <p:cNvSpPr/>
              <p:nvPr/>
            </p:nvSpPr>
            <p:spPr>
              <a:xfrm>
                <a:off x="5147" y="2349"/>
                <a:ext cx="41" cy="5"/>
              </a:xfrm>
              <a:custGeom>
                <a:pathLst>
                  <a:path w="83" h="9">
                    <a:moveTo>
                      <a:pt x="0" y="0"/>
                    </a:moveTo>
                    <a:lnTo>
                      <a:pt x="81" y="0"/>
                    </a:lnTo>
                    <a:lnTo>
                      <a:pt x="83" y="6"/>
                    </a:lnTo>
                    <a:lnTo>
                      <a:pt x="0" y="9"/>
                    </a:lnTo>
                    <a:lnTo>
                      <a:pt x="0" y="6"/>
                    </a:lnTo>
                    <a:lnTo>
                      <a:pt x="0" y="0"/>
                    </a:lnTo>
                    <a:close/>
                  </a:path>
                </a:pathLst>
              </a:custGeom>
              <a:solidFill>
                <a:srgbClr val="E0E0B0"/>
              </a:solidFill>
              <a:ln>
                <a:noFill/>
                <a:round/>
              </a:ln>
            </p:spPr>
          </p:sp>
          <p:sp>
            <p:nvSpPr>
              <p:cNvPr id="96325" name=""/>
              <p:cNvSpPr/>
              <p:nvPr/>
            </p:nvSpPr>
            <p:spPr>
              <a:xfrm>
                <a:off x="5162" y="2340"/>
                <a:ext cx="27" cy="3"/>
              </a:xfrm>
              <a:prstGeom prst="rect">
                <a:avLst/>
              </a:prstGeom>
              <a:solidFill>
                <a:srgbClr val="E0E0B0"/>
              </a:solidFill>
              <a:ln>
                <a:noFill/>
                <a:miter lim="800000"/>
              </a:ln>
            </p:spPr>
          </p:sp>
          <p:sp>
            <p:nvSpPr>
              <p:cNvPr id="96326" name=""/>
              <p:cNvSpPr/>
              <p:nvPr/>
            </p:nvSpPr>
            <p:spPr>
              <a:xfrm>
                <a:off x="5186" y="2340"/>
                <a:ext cx="39" cy="5"/>
              </a:xfrm>
              <a:custGeom>
                <a:pathLst>
                  <a:path w="78" h="9">
                    <a:moveTo>
                      <a:pt x="3" y="0"/>
                    </a:moveTo>
                    <a:lnTo>
                      <a:pt x="77" y="0"/>
                    </a:lnTo>
                    <a:lnTo>
                      <a:pt x="78" y="4"/>
                    </a:lnTo>
                    <a:lnTo>
                      <a:pt x="77" y="9"/>
                    </a:lnTo>
                    <a:lnTo>
                      <a:pt x="3" y="9"/>
                    </a:lnTo>
                    <a:lnTo>
                      <a:pt x="0" y="4"/>
                    </a:lnTo>
                    <a:lnTo>
                      <a:pt x="3" y="0"/>
                    </a:lnTo>
                    <a:close/>
                  </a:path>
                </a:pathLst>
              </a:custGeom>
              <a:solidFill>
                <a:srgbClr val="E0E0B0"/>
              </a:solidFill>
              <a:ln>
                <a:noFill/>
                <a:round/>
              </a:ln>
            </p:spPr>
          </p:sp>
          <p:sp>
            <p:nvSpPr>
              <p:cNvPr id="96327" name=""/>
              <p:cNvSpPr/>
              <p:nvPr/>
            </p:nvSpPr>
            <p:spPr>
              <a:xfrm>
                <a:off x="5145" y="2291"/>
                <a:ext cx="3" cy="7"/>
              </a:xfrm>
              <a:prstGeom prst="rect">
                <a:avLst/>
              </a:prstGeom>
              <a:solidFill>
                <a:srgbClr val="F0E0C0"/>
              </a:solidFill>
              <a:ln>
                <a:noFill/>
                <a:miter lim="800000"/>
              </a:ln>
            </p:spPr>
          </p:sp>
          <p:sp>
            <p:nvSpPr>
              <p:cNvPr id="96328" name=""/>
              <p:cNvSpPr/>
              <p:nvPr/>
            </p:nvSpPr>
            <p:spPr>
              <a:xfrm>
                <a:off x="5168" y="2291"/>
                <a:ext cx="3" cy="4"/>
              </a:xfrm>
              <a:prstGeom prst="rect">
                <a:avLst/>
              </a:prstGeom>
              <a:solidFill>
                <a:srgbClr val="F0E0C0"/>
              </a:solidFill>
              <a:ln>
                <a:noFill/>
                <a:miter lim="800000"/>
              </a:ln>
            </p:spPr>
          </p:sp>
          <p:sp>
            <p:nvSpPr>
              <p:cNvPr id="96329" name=""/>
              <p:cNvSpPr/>
              <p:nvPr/>
            </p:nvSpPr>
            <p:spPr>
              <a:xfrm>
                <a:off x="5167" y="2295"/>
                <a:ext cx="4" cy="4"/>
              </a:xfrm>
              <a:prstGeom prst="rect">
                <a:avLst/>
              </a:prstGeom>
              <a:solidFill>
                <a:srgbClr val="F0E0C0"/>
              </a:solidFill>
              <a:ln>
                <a:noFill/>
                <a:miter lim="800000"/>
              </a:ln>
            </p:spPr>
          </p:sp>
          <p:sp>
            <p:nvSpPr>
              <p:cNvPr id="96330" name=""/>
              <p:cNvSpPr/>
              <p:nvPr/>
            </p:nvSpPr>
            <p:spPr>
              <a:xfrm>
                <a:off x="5188" y="2295"/>
                <a:ext cx="20" cy="4"/>
              </a:xfrm>
              <a:prstGeom prst="rect">
                <a:avLst/>
              </a:prstGeom>
              <a:solidFill>
                <a:srgbClr val="F0E0C0"/>
              </a:solidFill>
              <a:ln>
                <a:noFill/>
                <a:miter lim="800000"/>
              </a:ln>
            </p:spPr>
          </p:sp>
          <p:sp>
            <p:nvSpPr>
              <p:cNvPr id="96331" name=""/>
              <p:cNvSpPr/>
              <p:nvPr/>
            </p:nvSpPr>
            <p:spPr>
              <a:xfrm>
                <a:off x="5149" y="2296"/>
                <a:ext cx="4" cy="14"/>
              </a:xfrm>
              <a:prstGeom prst="rect">
                <a:avLst/>
              </a:prstGeom>
              <a:solidFill>
                <a:srgbClr val="F0E0C0"/>
              </a:solidFill>
              <a:ln>
                <a:noFill/>
                <a:miter lim="800000"/>
              </a:ln>
            </p:spPr>
          </p:sp>
          <p:sp>
            <p:nvSpPr>
              <p:cNvPr id="96332" name=""/>
              <p:cNvSpPr/>
              <p:nvPr/>
            </p:nvSpPr>
            <p:spPr>
              <a:xfrm>
                <a:off x="5149" y="2307"/>
                <a:ext cx="40" cy="3"/>
              </a:xfrm>
              <a:custGeom>
                <a:pathLst>
                  <a:path w="81" h="7">
                    <a:moveTo>
                      <a:pt x="0" y="0"/>
                    </a:moveTo>
                    <a:lnTo>
                      <a:pt x="79" y="0"/>
                    </a:lnTo>
                    <a:lnTo>
                      <a:pt x="81" y="7"/>
                    </a:lnTo>
                    <a:lnTo>
                      <a:pt x="0" y="7"/>
                    </a:lnTo>
                    <a:lnTo>
                      <a:pt x="0" y="0"/>
                    </a:lnTo>
                    <a:close/>
                  </a:path>
                </a:pathLst>
              </a:custGeom>
              <a:solidFill>
                <a:srgbClr val="F0E0C0"/>
              </a:solidFill>
              <a:ln>
                <a:noFill/>
                <a:round/>
              </a:ln>
            </p:spPr>
          </p:sp>
          <p:sp>
            <p:nvSpPr>
              <p:cNvPr id="96333" name=""/>
              <p:cNvSpPr/>
              <p:nvPr/>
            </p:nvSpPr>
            <p:spPr>
              <a:xfrm>
                <a:off x="5188" y="2296"/>
                <a:ext cx="2" cy="14"/>
              </a:xfrm>
              <a:custGeom>
                <a:pathLst>
                  <a:path w="5" h="29">
                    <a:moveTo>
                      <a:pt x="5" y="0"/>
                    </a:moveTo>
                    <a:lnTo>
                      <a:pt x="5" y="23"/>
                    </a:lnTo>
                    <a:lnTo>
                      <a:pt x="4" y="27"/>
                    </a:lnTo>
                    <a:lnTo>
                      <a:pt x="4" y="29"/>
                    </a:lnTo>
                    <a:lnTo>
                      <a:pt x="0" y="27"/>
                    </a:lnTo>
                    <a:lnTo>
                      <a:pt x="4" y="23"/>
                    </a:lnTo>
                    <a:lnTo>
                      <a:pt x="4" y="0"/>
                    </a:lnTo>
                    <a:lnTo>
                      <a:pt x="5" y="0"/>
                    </a:lnTo>
                    <a:close/>
                  </a:path>
                </a:pathLst>
              </a:custGeom>
              <a:solidFill>
                <a:srgbClr val="808050"/>
              </a:solidFill>
              <a:ln>
                <a:noFill/>
                <a:round/>
              </a:ln>
            </p:spPr>
          </p:sp>
          <p:sp>
            <p:nvSpPr>
              <p:cNvPr id="96334" name=""/>
              <p:cNvSpPr/>
              <p:nvPr/>
            </p:nvSpPr>
            <p:spPr>
              <a:xfrm>
                <a:off x="5188" y="2291"/>
                <a:ext cx="20" cy="5"/>
              </a:xfrm>
              <a:prstGeom prst="rect">
                <a:avLst/>
              </a:prstGeom>
              <a:solidFill>
                <a:srgbClr val="706040"/>
              </a:solidFill>
              <a:ln>
                <a:noFill/>
                <a:miter lim="800000"/>
              </a:ln>
            </p:spPr>
          </p:sp>
          <p:sp>
            <p:nvSpPr>
              <p:cNvPr id="96335" name=""/>
              <p:cNvSpPr/>
              <p:nvPr/>
            </p:nvSpPr>
            <p:spPr>
              <a:xfrm>
                <a:off x="5203" y="2291"/>
                <a:ext cx="5" cy="7"/>
              </a:xfrm>
              <a:prstGeom prst="rect">
                <a:avLst/>
              </a:prstGeom>
              <a:solidFill>
                <a:srgbClr val="706040"/>
              </a:solidFill>
              <a:ln>
                <a:noFill/>
                <a:miter lim="800000"/>
              </a:ln>
            </p:spPr>
          </p:sp>
          <p:sp>
            <p:nvSpPr>
              <p:cNvPr id="96336" name=""/>
              <p:cNvSpPr/>
              <p:nvPr/>
            </p:nvSpPr>
            <p:spPr>
              <a:xfrm>
                <a:off x="5149" y="2288"/>
                <a:ext cx="41" cy="7"/>
              </a:xfrm>
              <a:custGeom>
                <a:pathLst>
                  <a:path w="82" h="14">
                    <a:moveTo>
                      <a:pt x="0" y="5"/>
                    </a:moveTo>
                    <a:lnTo>
                      <a:pt x="4" y="0"/>
                    </a:lnTo>
                    <a:lnTo>
                      <a:pt x="77" y="0"/>
                    </a:lnTo>
                    <a:lnTo>
                      <a:pt x="81" y="0"/>
                    </a:lnTo>
                    <a:lnTo>
                      <a:pt x="82" y="5"/>
                    </a:lnTo>
                    <a:lnTo>
                      <a:pt x="82" y="14"/>
                    </a:lnTo>
                    <a:lnTo>
                      <a:pt x="81" y="5"/>
                    </a:lnTo>
                    <a:lnTo>
                      <a:pt x="79" y="3"/>
                    </a:lnTo>
                    <a:lnTo>
                      <a:pt x="4" y="3"/>
                    </a:lnTo>
                    <a:lnTo>
                      <a:pt x="2" y="5"/>
                    </a:lnTo>
                    <a:lnTo>
                      <a:pt x="0" y="5"/>
                    </a:lnTo>
                    <a:close/>
                  </a:path>
                </a:pathLst>
              </a:custGeom>
              <a:solidFill>
                <a:srgbClr val="808050"/>
              </a:solidFill>
              <a:ln>
                <a:noFill/>
                <a:round/>
              </a:ln>
            </p:spPr>
          </p:sp>
          <p:sp>
            <p:nvSpPr>
              <p:cNvPr id="96337" name=""/>
              <p:cNvSpPr/>
              <p:nvPr/>
            </p:nvSpPr>
            <p:spPr>
              <a:xfrm>
                <a:off x="5147" y="2291"/>
                <a:ext cx="2" cy="7"/>
              </a:xfrm>
              <a:prstGeom prst="rect">
                <a:avLst/>
              </a:prstGeom>
              <a:solidFill>
                <a:srgbClr val="706040"/>
              </a:solidFill>
              <a:ln>
                <a:noFill/>
                <a:miter lim="800000"/>
              </a:ln>
            </p:spPr>
          </p:sp>
          <p:sp>
            <p:nvSpPr>
              <p:cNvPr id="96338" name=""/>
              <p:cNvSpPr/>
              <p:nvPr/>
            </p:nvSpPr>
            <p:spPr>
              <a:xfrm>
                <a:off x="5149" y="2289"/>
                <a:ext cx="4" cy="6"/>
              </a:xfrm>
              <a:custGeom>
                <a:pathLst>
                  <a:path w="7" h="12">
                    <a:moveTo>
                      <a:pt x="0" y="0"/>
                    </a:moveTo>
                    <a:lnTo>
                      <a:pt x="0" y="12"/>
                    </a:lnTo>
                    <a:lnTo>
                      <a:pt x="7" y="0"/>
                    </a:lnTo>
                    <a:lnTo>
                      <a:pt x="0" y="0"/>
                    </a:lnTo>
                    <a:close/>
                  </a:path>
                </a:pathLst>
              </a:custGeom>
              <a:solidFill>
                <a:srgbClr val="F0E0C0"/>
              </a:solidFill>
              <a:ln>
                <a:noFill/>
                <a:round/>
              </a:ln>
            </p:spPr>
          </p:sp>
          <p:sp>
            <p:nvSpPr>
              <p:cNvPr id="96339" name=""/>
              <p:cNvSpPr/>
              <p:nvPr/>
            </p:nvSpPr>
            <p:spPr>
              <a:xfrm>
                <a:off x="5168" y="2296"/>
                <a:ext cx="21" cy="3"/>
              </a:xfrm>
              <a:prstGeom prst="rect">
                <a:avLst/>
              </a:prstGeom>
              <a:solidFill>
                <a:srgbClr val="706040"/>
              </a:solidFill>
              <a:ln>
                <a:noFill/>
                <a:miter lim="800000"/>
              </a:ln>
            </p:spPr>
          </p:sp>
          <p:sp>
            <p:nvSpPr>
              <p:cNvPr id="96340" name=""/>
              <p:cNvSpPr/>
              <p:nvPr/>
            </p:nvSpPr>
            <p:spPr>
              <a:xfrm>
                <a:off x="5186" y="2295"/>
                <a:ext cx="3" cy="4"/>
              </a:xfrm>
              <a:prstGeom prst="rect">
                <a:avLst/>
              </a:prstGeom>
              <a:solidFill>
                <a:srgbClr val="706040"/>
              </a:solidFill>
              <a:ln>
                <a:noFill/>
                <a:miter lim="800000"/>
              </a:ln>
            </p:spPr>
          </p:sp>
          <p:sp>
            <p:nvSpPr>
              <p:cNvPr id="96341" name=""/>
              <p:cNvSpPr/>
              <p:nvPr/>
            </p:nvSpPr>
            <p:spPr>
              <a:xfrm>
                <a:off x="5186" y="2291"/>
                <a:ext cx="3" cy="5"/>
              </a:xfrm>
              <a:prstGeom prst="rect">
                <a:avLst/>
              </a:prstGeom>
              <a:solidFill>
                <a:srgbClr val="706040"/>
              </a:solidFill>
              <a:ln>
                <a:noFill/>
                <a:miter lim="800000"/>
              </a:ln>
            </p:spPr>
          </p:sp>
          <p:sp>
            <p:nvSpPr>
              <p:cNvPr id="96342" name=""/>
              <p:cNvSpPr/>
              <p:nvPr/>
            </p:nvSpPr>
            <p:spPr>
              <a:xfrm>
                <a:off x="5168" y="2291"/>
                <a:ext cx="21" cy="3"/>
              </a:xfrm>
              <a:prstGeom prst="rect">
                <a:avLst/>
              </a:prstGeom>
              <a:solidFill>
                <a:srgbClr val="706040"/>
              </a:solidFill>
              <a:ln>
                <a:noFill/>
                <a:miter lim="800000"/>
              </a:ln>
            </p:spPr>
          </p:sp>
          <p:sp>
            <p:nvSpPr>
              <p:cNvPr id="96343" name=""/>
              <p:cNvSpPr/>
              <p:nvPr/>
            </p:nvSpPr>
            <p:spPr>
              <a:xfrm>
                <a:off x="5193" y="2301"/>
                <a:ext cx="10" cy="4"/>
              </a:xfrm>
              <a:custGeom>
                <a:pathLst>
                  <a:path w="20" h="7">
                    <a:moveTo>
                      <a:pt x="0" y="0"/>
                    </a:moveTo>
                    <a:lnTo>
                      <a:pt x="20" y="0"/>
                    </a:lnTo>
                    <a:lnTo>
                      <a:pt x="0" y="7"/>
                    </a:lnTo>
                    <a:lnTo>
                      <a:pt x="0" y="0"/>
                    </a:lnTo>
                    <a:close/>
                  </a:path>
                </a:pathLst>
              </a:custGeom>
              <a:solidFill>
                <a:srgbClr val="F0E0C0"/>
              </a:solidFill>
              <a:ln>
                <a:noFill/>
                <a:round/>
              </a:ln>
            </p:spPr>
          </p:sp>
          <p:sp>
            <p:nvSpPr>
              <p:cNvPr id="96344" name=""/>
              <p:cNvSpPr/>
              <p:nvPr/>
            </p:nvSpPr>
            <p:spPr>
              <a:xfrm>
                <a:off x="5149" y="2260"/>
                <a:ext cx="40" cy="4"/>
              </a:xfrm>
              <a:prstGeom prst="rect">
                <a:avLst/>
              </a:prstGeom>
              <a:solidFill>
                <a:srgbClr val="706040"/>
              </a:solidFill>
              <a:ln>
                <a:noFill/>
                <a:miter lim="800000"/>
              </a:ln>
            </p:spPr>
          </p:sp>
          <p:sp>
            <p:nvSpPr>
              <p:cNvPr id="96345" name=""/>
              <p:cNvSpPr/>
              <p:nvPr/>
            </p:nvSpPr>
            <p:spPr>
              <a:xfrm>
                <a:off x="5188" y="2260"/>
                <a:ext cx="2" cy="9"/>
              </a:xfrm>
              <a:custGeom>
                <a:pathLst>
                  <a:path w="5" h="18">
                    <a:moveTo>
                      <a:pt x="0" y="0"/>
                    </a:moveTo>
                    <a:lnTo>
                      <a:pt x="5" y="16"/>
                    </a:lnTo>
                    <a:lnTo>
                      <a:pt x="0" y="18"/>
                    </a:lnTo>
                    <a:lnTo>
                      <a:pt x="0" y="2"/>
                    </a:lnTo>
                    <a:lnTo>
                      <a:pt x="0" y="0"/>
                    </a:lnTo>
                    <a:close/>
                  </a:path>
                </a:pathLst>
              </a:custGeom>
              <a:solidFill>
                <a:srgbClr val="706040"/>
              </a:solidFill>
              <a:ln>
                <a:noFill/>
                <a:round/>
              </a:ln>
            </p:spPr>
          </p:sp>
          <p:sp>
            <p:nvSpPr>
              <p:cNvPr id="96346" name=""/>
              <p:cNvSpPr/>
              <p:nvPr/>
            </p:nvSpPr>
            <p:spPr>
              <a:xfrm>
                <a:off x="5188" y="2273"/>
                <a:ext cx="2" cy="8"/>
              </a:xfrm>
              <a:prstGeom prst="rect">
                <a:avLst/>
              </a:prstGeom>
              <a:solidFill>
                <a:srgbClr val="706040"/>
              </a:solidFill>
              <a:ln>
                <a:noFill/>
                <a:miter lim="800000"/>
              </a:ln>
            </p:spPr>
          </p:sp>
          <p:sp>
            <p:nvSpPr>
              <p:cNvPr id="96347" name=""/>
              <p:cNvSpPr/>
              <p:nvPr/>
            </p:nvSpPr>
            <p:spPr>
              <a:xfrm>
                <a:off x="5149" y="2277"/>
                <a:ext cx="40" cy="4"/>
              </a:xfrm>
              <a:prstGeom prst="rect">
                <a:avLst/>
              </a:prstGeom>
              <a:solidFill>
                <a:srgbClr val="E0E0B0"/>
              </a:solidFill>
              <a:ln>
                <a:noFill/>
                <a:miter lim="800000"/>
              </a:ln>
            </p:spPr>
          </p:sp>
          <p:sp>
            <p:nvSpPr>
              <p:cNvPr id="96348" name=""/>
              <p:cNvSpPr/>
              <p:nvPr/>
            </p:nvSpPr>
            <p:spPr>
              <a:xfrm>
                <a:off x="5128" y="2266"/>
                <a:ext cx="3" cy="8"/>
              </a:xfrm>
              <a:custGeom>
                <a:pathLst>
                  <a:path w="7" h="16">
                    <a:moveTo>
                      <a:pt x="5" y="0"/>
                    </a:moveTo>
                    <a:lnTo>
                      <a:pt x="0" y="14"/>
                    </a:lnTo>
                    <a:lnTo>
                      <a:pt x="5" y="16"/>
                    </a:lnTo>
                    <a:lnTo>
                      <a:pt x="7" y="16"/>
                    </a:lnTo>
                    <a:lnTo>
                      <a:pt x="5" y="10"/>
                    </a:lnTo>
                    <a:lnTo>
                      <a:pt x="2" y="9"/>
                    </a:lnTo>
                    <a:lnTo>
                      <a:pt x="2" y="3"/>
                    </a:lnTo>
                    <a:lnTo>
                      <a:pt x="5" y="0"/>
                    </a:lnTo>
                    <a:close/>
                  </a:path>
                </a:pathLst>
              </a:custGeom>
              <a:solidFill>
                <a:srgbClr val="F0E0C0"/>
              </a:solidFill>
              <a:ln>
                <a:noFill/>
                <a:round/>
              </a:ln>
            </p:spPr>
          </p:sp>
          <p:sp>
            <p:nvSpPr>
              <p:cNvPr id="96349" name=""/>
              <p:cNvSpPr/>
              <p:nvPr/>
            </p:nvSpPr>
            <p:spPr>
              <a:xfrm>
                <a:off x="5153" y="2345"/>
                <a:ext cx="11" cy="4"/>
              </a:xfrm>
              <a:prstGeom prst="rect">
                <a:avLst/>
              </a:prstGeom>
              <a:solidFill>
                <a:srgbClr val="F0E0C0"/>
              </a:solidFill>
              <a:ln>
                <a:noFill/>
                <a:miter lim="800000"/>
              </a:ln>
            </p:spPr>
          </p:sp>
          <p:sp>
            <p:nvSpPr>
              <p:cNvPr id="96350" name=""/>
              <p:cNvSpPr/>
              <p:nvPr/>
            </p:nvSpPr>
            <p:spPr>
              <a:xfrm>
                <a:off x="5153" y="2326"/>
                <a:ext cx="70" cy="3"/>
              </a:xfrm>
              <a:prstGeom prst="rect">
                <a:avLst/>
              </a:prstGeom>
              <a:solidFill>
                <a:srgbClr val="706040"/>
              </a:solidFill>
              <a:ln>
                <a:noFill/>
                <a:miter lim="800000"/>
              </a:ln>
            </p:spPr>
          </p:sp>
          <p:sp>
            <p:nvSpPr>
              <p:cNvPr id="96351" name=""/>
              <p:cNvSpPr/>
              <p:nvPr/>
            </p:nvSpPr>
            <p:spPr>
              <a:xfrm>
                <a:off x="5153" y="2327"/>
                <a:ext cx="3" cy="22"/>
              </a:xfrm>
              <a:prstGeom prst="rect">
                <a:avLst/>
              </a:prstGeom>
              <a:solidFill>
                <a:srgbClr val="706040"/>
              </a:solidFill>
              <a:ln>
                <a:noFill/>
                <a:miter lim="800000"/>
              </a:ln>
            </p:spPr>
          </p:sp>
          <p:sp>
            <p:nvSpPr>
              <p:cNvPr id="96352" name=""/>
              <p:cNvSpPr/>
              <p:nvPr/>
            </p:nvSpPr>
            <p:spPr>
              <a:xfrm>
                <a:off x="5153" y="2338"/>
                <a:ext cx="70" cy="4"/>
              </a:xfrm>
              <a:prstGeom prst="rect">
                <a:avLst/>
              </a:prstGeom>
              <a:solidFill>
                <a:srgbClr val="706040"/>
              </a:solidFill>
              <a:ln>
                <a:noFill/>
                <a:miter lim="800000"/>
              </a:ln>
            </p:spPr>
          </p:sp>
          <p:sp>
            <p:nvSpPr>
              <p:cNvPr id="96353" name=""/>
              <p:cNvSpPr/>
              <p:nvPr/>
            </p:nvSpPr>
            <p:spPr>
              <a:xfrm>
                <a:off x="5108" y="2363"/>
                <a:ext cx="131" cy="21"/>
              </a:xfrm>
              <a:prstGeom prst="rect">
                <a:avLst/>
              </a:prstGeom>
              <a:solidFill>
                <a:srgbClr val="D0C0A0"/>
              </a:solidFill>
              <a:ln>
                <a:noFill/>
                <a:miter lim="800000"/>
              </a:ln>
            </p:spPr>
          </p:sp>
          <p:sp>
            <p:nvSpPr>
              <p:cNvPr id="96354" name=""/>
              <p:cNvSpPr/>
              <p:nvPr/>
            </p:nvSpPr>
            <p:spPr>
              <a:xfrm>
                <a:off x="5128" y="2365"/>
                <a:ext cx="93" cy="16"/>
              </a:xfrm>
              <a:custGeom>
                <a:pathLst>
                  <a:path w="186" h="30">
                    <a:moveTo>
                      <a:pt x="4" y="30"/>
                    </a:moveTo>
                    <a:lnTo>
                      <a:pt x="183" y="30"/>
                    </a:lnTo>
                    <a:lnTo>
                      <a:pt x="185" y="30"/>
                    </a:lnTo>
                    <a:lnTo>
                      <a:pt x="185" y="27"/>
                    </a:lnTo>
                    <a:lnTo>
                      <a:pt x="186" y="9"/>
                    </a:lnTo>
                    <a:lnTo>
                      <a:pt x="185" y="3"/>
                    </a:lnTo>
                    <a:lnTo>
                      <a:pt x="183" y="1"/>
                    </a:lnTo>
                    <a:lnTo>
                      <a:pt x="4" y="0"/>
                    </a:lnTo>
                    <a:lnTo>
                      <a:pt x="2" y="1"/>
                    </a:lnTo>
                    <a:lnTo>
                      <a:pt x="0" y="5"/>
                    </a:lnTo>
                    <a:lnTo>
                      <a:pt x="0" y="25"/>
                    </a:lnTo>
                    <a:lnTo>
                      <a:pt x="2" y="28"/>
                    </a:lnTo>
                    <a:lnTo>
                      <a:pt x="4" y="30"/>
                    </a:lnTo>
                    <a:close/>
                  </a:path>
                </a:pathLst>
              </a:custGeom>
              <a:solidFill>
                <a:srgbClr val="404040"/>
              </a:solidFill>
              <a:ln>
                <a:noFill/>
                <a:round/>
              </a:ln>
            </p:spPr>
          </p:sp>
          <p:sp>
            <p:nvSpPr>
              <p:cNvPr id="96355" name=""/>
              <p:cNvSpPr/>
              <p:nvPr/>
            </p:nvSpPr>
            <p:spPr>
              <a:xfrm>
                <a:off x="5170" y="2227"/>
                <a:ext cx="5" cy="3"/>
              </a:xfrm>
              <a:custGeom>
                <a:pathLst>
                  <a:path w="11" h="8">
                    <a:moveTo>
                      <a:pt x="7" y="0"/>
                    </a:moveTo>
                    <a:lnTo>
                      <a:pt x="11" y="0"/>
                    </a:lnTo>
                    <a:lnTo>
                      <a:pt x="11" y="8"/>
                    </a:lnTo>
                    <a:lnTo>
                      <a:pt x="0" y="8"/>
                    </a:lnTo>
                    <a:lnTo>
                      <a:pt x="7" y="0"/>
                    </a:lnTo>
                    <a:close/>
                  </a:path>
                </a:pathLst>
              </a:custGeom>
              <a:solidFill>
                <a:srgbClr val="C0C080"/>
              </a:solidFill>
              <a:ln>
                <a:noFill/>
                <a:round/>
              </a:ln>
            </p:spPr>
          </p:sp>
          <p:sp>
            <p:nvSpPr>
              <p:cNvPr id="96356" name=""/>
              <p:cNvSpPr/>
              <p:nvPr/>
            </p:nvSpPr>
            <p:spPr>
              <a:xfrm>
                <a:off x="5170" y="2227"/>
                <a:ext cx="2" cy="1"/>
              </a:xfrm>
              <a:custGeom>
                <a:pathLst>
                  <a:path w="6" h="2">
                    <a:moveTo>
                      <a:pt x="4" y="0"/>
                    </a:moveTo>
                    <a:lnTo>
                      <a:pt x="6" y="0"/>
                    </a:lnTo>
                    <a:lnTo>
                      <a:pt x="6" y="2"/>
                    </a:lnTo>
                    <a:lnTo>
                      <a:pt x="0" y="2"/>
                    </a:lnTo>
                    <a:lnTo>
                      <a:pt x="4" y="0"/>
                    </a:lnTo>
                  </a:path>
                </a:pathLst>
              </a:custGeom>
              <a:noFill/>
              <a:ln w="11113">
                <a:solidFill>
                  <a:srgbClr val="000000"/>
                </a:solidFill>
                <a:prstDash val="solid"/>
                <a:round/>
              </a:ln>
            </p:spPr>
          </p:sp>
          <p:sp>
            <p:nvSpPr>
              <p:cNvPr id="96357" name=""/>
              <p:cNvSpPr/>
              <p:nvPr/>
            </p:nvSpPr>
            <p:spPr>
              <a:xfrm>
                <a:off x="5120" y="2219"/>
                <a:ext cx="110" cy="19"/>
              </a:xfrm>
              <a:custGeom>
                <a:pathLst>
                  <a:path w="218" h="38">
                    <a:moveTo>
                      <a:pt x="16" y="0"/>
                    </a:moveTo>
                    <a:lnTo>
                      <a:pt x="204" y="0"/>
                    </a:lnTo>
                    <a:lnTo>
                      <a:pt x="208" y="2"/>
                    </a:lnTo>
                    <a:lnTo>
                      <a:pt x="209" y="2"/>
                    </a:lnTo>
                    <a:lnTo>
                      <a:pt x="213" y="5"/>
                    </a:lnTo>
                    <a:lnTo>
                      <a:pt x="215" y="7"/>
                    </a:lnTo>
                    <a:lnTo>
                      <a:pt x="216" y="11"/>
                    </a:lnTo>
                    <a:lnTo>
                      <a:pt x="218" y="13"/>
                    </a:lnTo>
                    <a:lnTo>
                      <a:pt x="218" y="16"/>
                    </a:lnTo>
                    <a:lnTo>
                      <a:pt x="218" y="22"/>
                    </a:lnTo>
                    <a:lnTo>
                      <a:pt x="218" y="25"/>
                    </a:lnTo>
                    <a:lnTo>
                      <a:pt x="216" y="27"/>
                    </a:lnTo>
                    <a:lnTo>
                      <a:pt x="215" y="31"/>
                    </a:lnTo>
                    <a:lnTo>
                      <a:pt x="213" y="34"/>
                    </a:lnTo>
                    <a:lnTo>
                      <a:pt x="209" y="36"/>
                    </a:lnTo>
                    <a:lnTo>
                      <a:pt x="208" y="38"/>
                    </a:lnTo>
                    <a:lnTo>
                      <a:pt x="204" y="38"/>
                    </a:lnTo>
                    <a:lnTo>
                      <a:pt x="202" y="38"/>
                    </a:lnTo>
                    <a:lnTo>
                      <a:pt x="16" y="38"/>
                    </a:lnTo>
                    <a:lnTo>
                      <a:pt x="14" y="38"/>
                    </a:lnTo>
                    <a:lnTo>
                      <a:pt x="11" y="38"/>
                    </a:lnTo>
                    <a:lnTo>
                      <a:pt x="7" y="36"/>
                    </a:lnTo>
                    <a:lnTo>
                      <a:pt x="5" y="34"/>
                    </a:lnTo>
                    <a:lnTo>
                      <a:pt x="2" y="29"/>
                    </a:lnTo>
                    <a:lnTo>
                      <a:pt x="0" y="25"/>
                    </a:lnTo>
                    <a:lnTo>
                      <a:pt x="0" y="23"/>
                    </a:lnTo>
                    <a:lnTo>
                      <a:pt x="0" y="22"/>
                    </a:lnTo>
                    <a:lnTo>
                      <a:pt x="0" y="16"/>
                    </a:lnTo>
                    <a:lnTo>
                      <a:pt x="0" y="14"/>
                    </a:lnTo>
                    <a:lnTo>
                      <a:pt x="0" y="13"/>
                    </a:lnTo>
                    <a:lnTo>
                      <a:pt x="2" y="9"/>
                    </a:lnTo>
                    <a:lnTo>
                      <a:pt x="3" y="5"/>
                    </a:lnTo>
                    <a:lnTo>
                      <a:pt x="7" y="2"/>
                    </a:lnTo>
                    <a:lnTo>
                      <a:pt x="11" y="2"/>
                    </a:lnTo>
                    <a:lnTo>
                      <a:pt x="16" y="0"/>
                    </a:lnTo>
                    <a:close/>
                  </a:path>
                </a:pathLst>
              </a:custGeom>
              <a:solidFill>
                <a:srgbClr val="F0E0C0"/>
              </a:solidFill>
              <a:ln>
                <a:noFill/>
                <a:round/>
              </a:ln>
            </p:spPr>
          </p:sp>
          <p:sp>
            <p:nvSpPr>
              <p:cNvPr id="96358" name=""/>
              <p:cNvSpPr/>
              <p:nvPr/>
            </p:nvSpPr>
            <p:spPr>
              <a:xfrm>
                <a:off x="5120" y="2219"/>
                <a:ext cx="107" cy="17"/>
              </a:xfrm>
              <a:custGeom>
                <a:pathLst>
                  <a:path w="213" h="32">
                    <a:moveTo>
                      <a:pt x="16" y="0"/>
                    </a:moveTo>
                    <a:lnTo>
                      <a:pt x="200" y="0"/>
                    </a:lnTo>
                    <a:lnTo>
                      <a:pt x="204" y="2"/>
                    </a:lnTo>
                    <a:lnTo>
                      <a:pt x="204" y="2"/>
                    </a:lnTo>
                    <a:lnTo>
                      <a:pt x="208" y="4"/>
                    </a:lnTo>
                    <a:lnTo>
                      <a:pt x="209" y="5"/>
                    </a:lnTo>
                    <a:lnTo>
                      <a:pt x="211" y="9"/>
                    </a:lnTo>
                    <a:lnTo>
                      <a:pt x="213" y="11"/>
                    </a:lnTo>
                    <a:lnTo>
                      <a:pt x="213" y="13"/>
                    </a:lnTo>
                    <a:lnTo>
                      <a:pt x="213" y="20"/>
                    </a:lnTo>
                    <a:lnTo>
                      <a:pt x="213" y="22"/>
                    </a:lnTo>
                    <a:lnTo>
                      <a:pt x="211" y="23"/>
                    </a:lnTo>
                    <a:lnTo>
                      <a:pt x="209" y="27"/>
                    </a:lnTo>
                    <a:lnTo>
                      <a:pt x="208" y="29"/>
                    </a:lnTo>
                    <a:lnTo>
                      <a:pt x="204" y="31"/>
                    </a:lnTo>
                    <a:lnTo>
                      <a:pt x="204" y="32"/>
                    </a:lnTo>
                    <a:lnTo>
                      <a:pt x="200" y="32"/>
                    </a:lnTo>
                    <a:lnTo>
                      <a:pt x="16" y="32"/>
                    </a:lnTo>
                    <a:lnTo>
                      <a:pt x="12" y="32"/>
                    </a:lnTo>
                    <a:lnTo>
                      <a:pt x="9" y="32"/>
                    </a:lnTo>
                    <a:lnTo>
                      <a:pt x="7" y="31"/>
                    </a:lnTo>
                    <a:lnTo>
                      <a:pt x="5" y="29"/>
                    </a:lnTo>
                    <a:lnTo>
                      <a:pt x="2" y="25"/>
                    </a:lnTo>
                    <a:lnTo>
                      <a:pt x="0" y="22"/>
                    </a:lnTo>
                    <a:lnTo>
                      <a:pt x="0" y="20"/>
                    </a:lnTo>
                    <a:lnTo>
                      <a:pt x="0" y="13"/>
                    </a:lnTo>
                    <a:lnTo>
                      <a:pt x="0" y="13"/>
                    </a:lnTo>
                    <a:lnTo>
                      <a:pt x="0" y="11"/>
                    </a:lnTo>
                    <a:lnTo>
                      <a:pt x="2" y="7"/>
                    </a:lnTo>
                    <a:lnTo>
                      <a:pt x="3" y="4"/>
                    </a:lnTo>
                    <a:lnTo>
                      <a:pt x="7" y="2"/>
                    </a:lnTo>
                    <a:lnTo>
                      <a:pt x="9" y="2"/>
                    </a:lnTo>
                    <a:lnTo>
                      <a:pt x="16" y="0"/>
                    </a:lnTo>
                  </a:path>
                </a:pathLst>
              </a:custGeom>
              <a:noFill/>
              <a:ln w="11113">
                <a:solidFill>
                  <a:srgbClr val="808060"/>
                </a:solidFill>
                <a:prstDash val="solid"/>
                <a:round/>
              </a:ln>
            </p:spPr>
          </p:sp>
          <p:sp>
            <p:nvSpPr>
              <p:cNvPr id="96359" name=""/>
              <p:cNvSpPr/>
              <p:nvPr/>
            </p:nvSpPr>
            <p:spPr>
              <a:xfrm>
                <a:off x="5121" y="2220"/>
                <a:ext cx="61" cy="17"/>
              </a:xfrm>
              <a:custGeom>
                <a:pathLst>
                  <a:path w="121" h="34">
                    <a:moveTo>
                      <a:pt x="19" y="0"/>
                    </a:moveTo>
                    <a:lnTo>
                      <a:pt x="102" y="0"/>
                    </a:lnTo>
                    <a:lnTo>
                      <a:pt x="105" y="0"/>
                    </a:lnTo>
                    <a:lnTo>
                      <a:pt x="111" y="2"/>
                    </a:lnTo>
                    <a:lnTo>
                      <a:pt x="114" y="2"/>
                    </a:lnTo>
                    <a:lnTo>
                      <a:pt x="116" y="3"/>
                    </a:lnTo>
                    <a:lnTo>
                      <a:pt x="120" y="5"/>
                    </a:lnTo>
                    <a:lnTo>
                      <a:pt x="120" y="7"/>
                    </a:lnTo>
                    <a:lnTo>
                      <a:pt x="121" y="9"/>
                    </a:lnTo>
                    <a:lnTo>
                      <a:pt x="121" y="11"/>
                    </a:lnTo>
                    <a:lnTo>
                      <a:pt x="121" y="12"/>
                    </a:lnTo>
                    <a:lnTo>
                      <a:pt x="121" y="21"/>
                    </a:lnTo>
                    <a:lnTo>
                      <a:pt x="121" y="25"/>
                    </a:lnTo>
                    <a:lnTo>
                      <a:pt x="120" y="29"/>
                    </a:lnTo>
                    <a:lnTo>
                      <a:pt x="118" y="30"/>
                    </a:lnTo>
                    <a:lnTo>
                      <a:pt x="114" y="32"/>
                    </a:lnTo>
                    <a:lnTo>
                      <a:pt x="111" y="34"/>
                    </a:lnTo>
                    <a:lnTo>
                      <a:pt x="103" y="34"/>
                    </a:lnTo>
                    <a:lnTo>
                      <a:pt x="102" y="34"/>
                    </a:lnTo>
                    <a:lnTo>
                      <a:pt x="19" y="34"/>
                    </a:lnTo>
                    <a:lnTo>
                      <a:pt x="16" y="34"/>
                    </a:lnTo>
                    <a:lnTo>
                      <a:pt x="12" y="34"/>
                    </a:lnTo>
                    <a:lnTo>
                      <a:pt x="9" y="32"/>
                    </a:lnTo>
                    <a:lnTo>
                      <a:pt x="5" y="30"/>
                    </a:lnTo>
                    <a:lnTo>
                      <a:pt x="3" y="29"/>
                    </a:lnTo>
                    <a:lnTo>
                      <a:pt x="1" y="25"/>
                    </a:lnTo>
                    <a:lnTo>
                      <a:pt x="0" y="23"/>
                    </a:lnTo>
                    <a:lnTo>
                      <a:pt x="0" y="21"/>
                    </a:lnTo>
                    <a:lnTo>
                      <a:pt x="0" y="12"/>
                    </a:lnTo>
                    <a:lnTo>
                      <a:pt x="0" y="11"/>
                    </a:lnTo>
                    <a:lnTo>
                      <a:pt x="1" y="9"/>
                    </a:lnTo>
                    <a:lnTo>
                      <a:pt x="1" y="7"/>
                    </a:lnTo>
                    <a:lnTo>
                      <a:pt x="1" y="5"/>
                    </a:lnTo>
                    <a:lnTo>
                      <a:pt x="3" y="5"/>
                    </a:lnTo>
                    <a:lnTo>
                      <a:pt x="5" y="3"/>
                    </a:lnTo>
                    <a:lnTo>
                      <a:pt x="7" y="2"/>
                    </a:lnTo>
                    <a:lnTo>
                      <a:pt x="12" y="0"/>
                    </a:lnTo>
                    <a:lnTo>
                      <a:pt x="19" y="0"/>
                    </a:lnTo>
                    <a:close/>
                  </a:path>
                </a:pathLst>
              </a:custGeom>
              <a:solidFill>
                <a:srgbClr val="F0E0C0"/>
              </a:solidFill>
              <a:ln>
                <a:noFill/>
                <a:round/>
              </a:ln>
            </p:spPr>
          </p:sp>
          <p:sp>
            <p:nvSpPr>
              <p:cNvPr id="96360" name=""/>
              <p:cNvSpPr/>
              <p:nvPr/>
            </p:nvSpPr>
            <p:spPr>
              <a:xfrm>
                <a:off x="5121" y="2220"/>
                <a:ext cx="58" cy="14"/>
              </a:xfrm>
              <a:custGeom>
                <a:pathLst>
                  <a:path w="114" h="27">
                    <a:moveTo>
                      <a:pt x="17" y="0"/>
                    </a:moveTo>
                    <a:lnTo>
                      <a:pt x="96" y="0"/>
                    </a:lnTo>
                    <a:lnTo>
                      <a:pt x="100" y="0"/>
                    </a:lnTo>
                    <a:lnTo>
                      <a:pt x="105" y="2"/>
                    </a:lnTo>
                    <a:lnTo>
                      <a:pt x="107" y="2"/>
                    </a:lnTo>
                    <a:lnTo>
                      <a:pt x="109" y="3"/>
                    </a:lnTo>
                    <a:lnTo>
                      <a:pt x="112" y="5"/>
                    </a:lnTo>
                    <a:lnTo>
                      <a:pt x="112" y="5"/>
                    </a:lnTo>
                    <a:lnTo>
                      <a:pt x="114" y="7"/>
                    </a:lnTo>
                    <a:lnTo>
                      <a:pt x="114" y="9"/>
                    </a:lnTo>
                    <a:lnTo>
                      <a:pt x="114" y="11"/>
                    </a:lnTo>
                    <a:lnTo>
                      <a:pt x="114" y="16"/>
                    </a:lnTo>
                    <a:lnTo>
                      <a:pt x="114" y="20"/>
                    </a:lnTo>
                    <a:lnTo>
                      <a:pt x="112" y="23"/>
                    </a:lnTo>
                    <a:lnTo>
                      <a:pt x="111" y="23"/>
                    </a:lnTo>
                    <a:lnTo>
                      <a:pt x="107" y="25"/>
                    </a:lnTo>
                    <a:lnTo>
                      <a:pt x="105" y="27"/>
                    </a:lnTo>
                    <a:lnTo>
                      <a:pt x="98" y="27"/>
                    </a:lnTo>
                    <a:lnTo>
                      <a:pt x="17" y="27"/>
                    </a:lnTo>
                    <a:lnTo>
                      <a:pt x="14" y="27"/>
                    </a:lnTo>
                    <a:lnTo>
                      <a:pt x="10" y="27"/>
                    </a:lnTo>
                    <a:lnTo>
                      <a:pt x="9" y="25"/>
                    </a:lnTo>
                    <a:lnTo>
                      <a:pt x="5" y="23"/>
                    </a:lnTo>
                    <a:lnTo>
                      <a:pt x="3" y="23"/>
                    </a:lnTo>
                    <a:lnTo>
                      <a:pt x="1" y="20"/>
                    </a:lnTo>
                    <a:lnTo>
                      <a:pt x="0" y="18"/>
                    </a:lnTo>
                    <a:lnTo>
                      <a:pt x="0" y="11"/>
                    </a:lnTo>
                    <a:lnTo>
                      <a:pt x="0" y="9"/>
                    </a:lnTo>
                    <a:lnTo>
                      <a:pt x="1" y="7"/>
                    </a:lnTo>
                    <a:lnTo>
                      <a:pt x="1" y="5"/>
                    </a:lnTo>
                    <a:lnTo>
                      <a:pt x="1" y="5"/>
                    </a:lnTo>
                    <a:lnTo>
                      <a:pt x="3" y="5"/>
                    </a:lnTo>
                    <a:lnTo>
                      <a:pt x="5" y="3"/>
                    </a:lnTo>
                    <a:lnTo>
                      <a:pt x="7" y="2"/>
                    </a:lnTo>
                    <a:lnTo>
                      <a:pt x="17" y="0"/>
                    </a:lnTo>
                  </a:path>
                </a:pathLst>
              </a:custGeom>
              <a:noFill/>
              <a:ln w="11113">
                <a:solidFill>
                  <a:srgbClr val="C0C0C0"/>
                </a:solidFill>
                <a:prstDash val="solid"/>
                <a:round/>
              </a:ln>
            </p:spPr>
          </p:sp>
          <p:sp>
            <p:nvSpPr>
              <p:cNvPr id="96361" name=""/>
              <p:cNvSpPr/>
              <p:nvPr/>
            </p:nvSpPr>
            <p:spPr>
              <a:xfrm>
                <a:off x="5170" y="2225"/>
                <a:ext cx="5" cy="5"/>
              </a:xfrm>
              <a:custGeom>
                <a:pathLst>
                  <a:path w="11" h="11">
                    <a:moveTo>
                      <a:pt x="4" y="0"/>
                    </a:moveTo>
                    <a:lnTo>
                      <a:pt x="9" y="0"/>
                    </a:lnTo>
                    <a:lnTo>
                      <a:pt x="11" y="0"/>
                    </a:lnTo>
                    <a:lnTo>
                      <a:pt x="11" y="3"/>
                    </a:lnTo>
                    <a:lnTo>
                      <a:pt x="7" y="9"/>
                    </a:lnTo>
                    <a:lnTo>
                      <a:pt x="7" y="11"/>
                    </a:lnTo>
                    <a:lnTo>
                      <a:pt x="4" y="11"/>
                    </a:lnTo>
                    <a:lnTo>
                      <a:pt x="0" y="11"/>
                    </a:lnTo>
                    <a:lnTo>
                      <a:pt x="0" y="9"/>
                    </a:lnTo>
                    <a:lnTo>
                      <a:pt x="2" y="3"/>
                    </a:lnTo>
                    <a:lnTo>
                      <a:pt x="2" y="0"/>
                    </a:lnTo>
                    <a:lnTo>
                      <a:pt x="4" y="0"/>
                    </a:lnTo>
                    <a:lnTo>
                      <a:pt x="4" y="9"/>
                    </a:lnTo>
                    <a:lnTo>
                      <a:pt x="2" y="9"/>
                    </a:lnTo>
                    <a:lnTo>
                      <a:pt x="4" y="3"/>
                    </a:lnTo>
                    <a:lnTo>
                      <a:pt x="7" y="3"/>
                    </a:lnTo>
                    <a:lnTo>
                      <a:pt x="4" y="9"/>
                    </a:lnTo>
                    <a:lnTo>
                      <a:pt x="4" y="0"/>
                    </a:lnTo>
                    <a:close/>
                  </a:path>
                </a:pathLst>
              </a:custGeom>
              <a:solidFill>
                <a:srgbClr val="C0C080"/>
              </a:solidFill>
              <a:ln>
                <a:noFill/>
                <a:round/>
              </a:ln>
            </p:spPr>
          </p:sp>
          <p:sp>
            <p:nvSpPr>
              <p:cNvPr id="96362" name=""/>
              <p:cNvSpPr/>
              <p:nvPr/>
            </p:nvSpPr>
            <p:spPr>
              <a:xfrm>
                <a:off x="5126" y="2228"/>
                <a:ext cx="49" cy="4"/>
              </a:xfrm>
              <a:custGeom>
                <a:pathLst>
                  <a:path w="98" h="7">
                    <a:moveTo>
                      <a:pt x="0" y="0"/>
                    </a:moveTo>
                    <a:lnTo>
                      <a:pt x="98" y="0"/>
                    </a:lnTo>
                    <a:lnTo>
                      <a:pt x="96" y="7"/>
                    </a:lnTo>
                    <a:lnTo>
                      <a:pt x="0" y="7"/>
                    </a:lnTo>
                    <a:lnTo>
                      <a:pt x="0" y="0"/>
                    </a:lnTo>
                    <a:close/>
                  </a:path>
                </a:pathLst>
              </a:custGeom>
              <a:solidFill>
                <a:srgbClr val="FF6000"/>
              </a:solidFill>
              <a:ln>
                <a:noFill/>
                <a:round/>
              </a:ln>
            </p:spPr>
          </p:sp>
          <p:sp>
            <p:nvSpPr>
              <p:cNvPr id="96363" name=""/>
              <p:cNvSpPr/>
              <p:nvPr/>
            </p:nvSpPr>
            <p:spPr>
              <a:xfrm>
                <a:off x="5163" y="2225"/>
                <a:ext cx="8" cy="5"/>
              </a:xfrm>
              <a:custGeom>
                <a:pathLst>
                  <a:path w="14" h="11">
                    <a:moveTo>
                      <a:pt x="0" y="11"/>
                    </a:moveTo>
                    <a:lnTo>
                      <a:pt x="9" y="0"/>
                    </a:lnTo>
                    <a:lnTo>
                      <a:pt x="14" y="0"/>
                    </a:lnTo>
                    <a:lnTo>
                      <a:pt x="12" y="11"/>
                    </a:lnTo>
                    <a:lnTo>
                      <a:pt x="9" y="11"/>
                    </a:lnTo>
                    <a:lnTo>
                      <a:pt x="9" y="9"/>
                    </a:lnTo>
                    <a:lnTo>
                      <a:pt x="7" y="9"/>
                    </a:lnTo>
                    <a:lnTo>
                      <a:pt x="9" y="5"/>
                    </a:lnTo>
                    <a:lnTo>
                      <a:pt x="9" y="3"/>
                    </a:lnTo>
                    <a:lnTo>
                      <a:pt x="5" y="11"/>
                    </a:lnTo>
                    <a:lnTo>
                      <a:pt x="0" y="11"/>
                    </a:lnTo>
                    <a:close/>
                  </a:path>
                </a:pathLst>
              </a:custGeom>
              <a:solidFill>
                <a:srgbClr val="C0C080"/>
              </a:solidFill>
              <a:ln>
                <a:noFill/>
                <a:round/>
              </a:ln>
            </p:spPr>
          </p:sp>
          <p:sp>
            <p:nvSpPr>
              <p:cNvPr id="96364" name=""/>
              <p:cNvSpPr/>
              <p:nvPr/>
            </p:nvSpPr>
            <p:spPr>
              <a:xfrm>
                <a:off x="5162" y="2225"/>
                <a:ext cx="7" cy="5"/>
              </a:xfrm>
              <a:custGeom>
                <a:pathLst>
                  <a:path w="12" h="11">
                    <a:moveTo>
                      <a:pt x="0" y="11"/>
                    </a:moveTo>
                    <a:lnTo>
                      <a:pt x="5" y="3"/>
                    </a:lnTo>
                    <a:lnTo>
                      <a:pt x="7" y="0"/>
                    </a:lnTo>
                    <a:lnTo>
                      <a:pt x="12" y="0"/>
                    </a:lnTo>
                    <a:lnTo>
                      <a:pt x="12" y="3"/>
                    </a:lnTo>
                    <a:lnTo>
                      <a:pt x="12" y="5"/>
                    </a:lnTo>
                    <a:lnTo>
                      <a:pt x="11" y="5"/>
                    </a:lnTo>
                    <a:lnTo>
                      <a:pt x="11" y="9"/>
                    </a:lnTo>
                    <a:lnTo>
                      <a:pt x="7" y="9"/>
                    </a:lnTo>
                    <a:lnTo>
                      <a:pt x="5" y="9"/>
                    </a:lnTo>
                    <a:lnTo>
                      <a:pt x="7" y="5"/>
                    </a:lnTo>
                    <a:lnTo>
                      <a:pt x="11" y="3"/>
                    </a:lnTo>
                    <a:lnTo>
                      <a:pt x="7" y="3"/>
                    </a:lnTo>
                    <a:lnTo>
                      <a:pt x="2" y="11"/>
                    </a:lnTo>
                    <a:lnTo>
                      <a:pt x="0" y="11"/>
                    </a:lnTo>
                    <a:close/>
                  </a:path>
                </a:pathLst>
              </a:custGeom>
              <a:solidFill>
                <a:srgbClr val="C0C080"/>
              </a:solidFill>
              <a:ln>
                <a:noFill/>
                <a:round/>
              </a:ln>
            </p:spPr>
          </p:sp>
          <p:sp>
            <p:nvSpPr>
              <p:cNvPr id="96365" name=""/>
              <p:cNvSpPr/>
              <p:nvPr/>
            </p:nvSpPr>
            <p:spPr>
              <a:xfrm>
                <a:off x="5157" y="2225"/>
                <a:ext cx="7" cy="5"/>
              </a:xfrm>
              <a:custGeom>
                <a:pathLst>
                  <a:path w="15" h="11">
                    <a:moveTo>
                      <a:pt x="0" y="11"/>
                    </a:moveTo>
                    <a:lnTo>
                      <a:pt x="4" y="3"/>
                    </a:lnTo>
                    <a:lnTo>
                      <a:pt x="6" y="0"/>
                    </a:lnTo>
                    <a:lnTo>
                      <a:pt x="13" y="0"/>
                    </a:lnTo>
                    <a:lnTo>
                      <a:pt x="15" y="0"/>
                    </a:lnTo>
                    <a:lnTo>
                      <a:pt x="15" y="3"/>
                    </a:lnTo>
                    <a:lnTo>
                      <a:pt x="11" y="11"/>
                    </a:lnTo>
                    <a:lnTo>
                      <a:pt x="9" y="11"/>
                    </a:lnTo>
                    <a:lnTo>
                      <a:pt x="13" y="3"/>
                    </a:lnTo>
                    <a:lnTo>
                      <a:pt x="11" y="3"/>
                    </a:lnTo>
                    <a:lnTo>
                      <a:pt x="6" y="11"/>
                    </a:lnTo>
                    <a:lnTo>
                      <a:pt x="4" y="11"/>
                    </a:lnTo>
                    <a:lnTo>
                      <a:pt x="9" y="3"/>
                    </a:lnTo>
                    <a:lnTo>
                      <a:pt x="6" y="3"/>
                    </a:lnTo>
                    <a:lnTo>
                      <a:pt x="2" y="11"/>
                    </a:lnTo>
                    <a:lnTo>
                      <a:pt x="0" y="11"/>
                    </a:lnTo>
                    <a:close/>
                  </a:path>
                </a:pathLst>
              </a:custGeom>
              <a:solidFill>
                <a:srgbClr val="C0C080"/>
              </a:solidFill>
              <a:ln>
                <a:noFill/>
                <a:round/>
              </a:ln>
            </p:spPr>
          </p:sp>
          <p:sp>
            <p:nvSpPr>
              <p:cNvPr id="96366" name=""/>
              <p:cNvSpPr/>
              <p:nvPr/>
            </p:nvSpPr>
            <p:spPr>
              <a:xfrm>
                <a:off x="5154" y="2225"/>
                <a:ext cx="6" cy="5"/>
              </a:xfrm>
              <a:custGeom>
                <a:pathLst>
                  <a:path w="11" h="11">
                    <a:moveTo>
                      <a:pt x="3" y="0"/>
                    </a:moveTo>
                    <a:lnTo>
                      <a:pt x="9" y="0"/>
                    </a:lnTo>
                    <a:lnTo>
                      <a:pt x="11" y="0"/>
                    </a:lnTo>
                    <a:lnTo>
                      <a:pt x="11" y="3"/>
                    </a:lnTo>
                    <a:lnTo>
                      <a:pt x="9" y="9"/>
                    </a:lnTo>
                    <a:lnTo>
                      <a:pt x="7" y="11"/>
                    </a:lnTo>
                    <a:lnTo>
                      <a:pt x="3" y="11"/>
                    </a:lnTo>
                    <a:lnTo>
                      <a:pt x="2" y="11"/>
                    </a:lnTo>
                    <a:lnTo>
                      <a:pt x="0" y="11"/>
                    </a:lnTo>
                    <a:lnTo>
                      <a:pt x="0" y="9"/>
                    </a:lnTo>
                    <a:lnTo>
                      <a:pt x="2" y="3"/>
                    </a:lnTo>
                    <a:lnTo>
                      <a:pt x="3" y="0"/>
                    </a:lnTo>
                    <a:lnTo>
                      <a:pt x="3" y="9"/>
                    </a:lnTo>
                    <a:lnTo>
                      <a:pt x="2" y="9"/>
                    </a:lnTo>
                    <a:lnTo>
                      <a:pt x="3" y="3"/>
                    </a:lnTo>
                    <a:lnTo>
                      <a:pt x="9" y="3"/>
                    </a:lnTo>
                    <a:lnTo>
                      <a:pt x="3" y="9"/>
                    </a:lnTo>
                    <a:lnTo>
                      <a:pt x="3" y="0"/>
                    </a:lnTo>
                    <a:close/>
                  </a:path>
                </a:pathLst>
              </a:custGeom>
              <a:solidFill>
                <a:srgbClr val="C0C080"/>
              </a:solidFill>
              <a:ln>
                <a:noFill/>
                <a:round/>
              </a:ln>
            </p:spPr>
          </p:sp>
          <p:sp>
            <p:nvSpPr>
              <p:cNvPr id="96367" name=""/>
              <p:cNvSpPr/>
              <p:nvPr/>
            </p:nvSpPr>
            <p:spPr>
              <a:xfrm>
                <a:off x="5150" y="2225"/>
                <a:ext cx="6" cy="5"/>
              </a:xfrm>
              <a:custGeom>
                <a:pathLst>
                  <a:path w="12" h="11">
                    <a:moveTo>
                      <a:pt x="12" y="0"/>
                    </a:moveTo>
                    <a:lnTo>
                      <a:pt x="7" y="0"/>
                    </a:lnTo>
                    <a:lnTo>
                      <a:pt x="5" y="0"/>
                    </a:lnTo>
                    <a:lnTo>
                      <a:pt x="5" y="3"/>
                    </a:lnTo>
                    <a:lnTo>
                      <a:pt x="0" y="9"/>
                    </a:lnTo>
                    <a:lnTo>
                      <a:pt x="0" y="11"/>
                    </a:lnTo>
                    <a:lnTo>
                      <a:pt x="2" y="11"/>
                    </a:lnTo>
                    <a:lnTo>
                      <a:pt x="7" y="11"/>
                    </a:lnTo>
                    <a:lnTo>
                      <a:pt x="7" y="9"/>
                    </a:lnTo>
                    <a:lnTo>
                      <a:pt x="5" y="9"/>
                    </a:lnTo>
                    <a:lnTo>
                      <a:pt x="7" y="3"/>
                    </a:lnTo>
                    <a:lnTo>
                      <a:pt x="12" y="3"/>
                    </a:lnTo>
                    <a:lnTo>
                      <a:pt x="12" y="0"/>
                    </a:lnTo>
                    <a:close/>
                  </a:path>
                </a:pathLst>
              </a:custGeom>
              <a:solidFill>
                <a:srgbClr val="C0C080"/>
              </a:solidFill>
              <a:ln>
                <a:noFill/>
                <a:round/>
              </a:ln>
            </p:spPr>
          </p:sp>
          <p:sp>
            <p:nvSpPr>
              <p:cNvPr id="96368" name=""/>
              <p:cNvSpPr/>
              <p:nvPr/>
            </p:nvSpPr>
            <p:spPr>
              <a:xfrm>
                <a:off x="5200" y="2220"/>
                <a:ext cx="7" cy="17"/>
              </a:xfrm>
              <a:custGeom>
                <a:pathLst>
                  <a:path w="14" h="34">
                    <a:moveTo>
                      <a:pt x="14" y="0"/>
                    </a:moveTo>
                    <a:lnTo>
                      <a:pt x="2" y="0"/>
                    </a:lnTo>
                    <a:lnTo>
                      <a:pt x="0" y="5"/>
                    </a:lnTo>
                    <a:lnTo>
                      <a:pt x="0" y="29"/>
                    </a:lnTo>
                    <a:lnTo>
                      <a:pt x="6" y="32"/>
                    </a:lnTo>
                    <a:lnTo>
                      <a:pt x="14" y="34"/>
                    </a:lnTo>
                    <a:lnTo>
                      <a:pt x="13" y="30"/>
                    </a:lnTo>
                    <a:lnTo>
                      <a:pt x="9" y="27"/>
                    </a:lnTo>
                    <a:lnTo>
                      <a:pt x="9" y="7"/>
                    </a:lnTo>
                    <a:lnTo>
                      <a:pt x="9" y="3"/>
                    </a:lnTo>
                    <a:lnTo>
                      <a:pt x="13" y="2"/>
                    </a:lnTo>
                    <a:lnTo>
                      <a:pt x="14" y="0"/>
                    </a:lnTo>
                    <a:close/>
                  </a:path>
                </a:pathLst>
              </a:custGeom>
              <a:solidFill>
                <a:srgbClr val="A0A070"/>
              </a:solidFill>
              <a:ln>
                <a:noFill/>
                <a:round/>
              </a:ln>
            </p:spPr>
          </p:sp>
          <p:sp>
            <p:nvSpPr>
              <p:cNvPr id="96369" name=""/>
              <p:cNvSpPr/>
              <p:nvPr/>
            </p:nvSpPr>
            <p:spPr>
              <a:xfrm>
                <a:off x="5203" y="2219"/>
                <a:ext cx="20" cy="18"/>
              </a:xfrm>
              <a:custGeom>
                <a:pathLst>
                  <a:path w="41" h="36">
                    <a:moveTo>
                      <a:pt x="7" y="36"/>
                    </a:moveTo>
                    <a:lnTo>
                      <a:pt x="34" y="36"/>
                    </a:lnTo>
                    <a:lnTo>
                      <a:pt x="35" y="36"/>
                    </a:lnTo>
                    <a:lnTo>
                      <a:pt x="37" y="34"/>
                    </a:lnTo>
                    <a:lnTo>
                      <a:pt x="39" y="32"/>
                    </a:lnTo>
                    <a:lnTo>
                      <a:pt x="39" y="31"/>
                    </a:lnTo>
                    <a:lnTo>
                      <a:pt x="41" y="31"/>
                    </a:lnTo>
                    <a:lnTo>
                      <a:pt x="41" y="27"/>
                    </a:lnTo>
                    <a:lnTo>
                      <a:pt x="41" y="25"/>
                    </a:lnTo>
                    <a:lnTo>
                      <a:pt x="41" y="11"/>
                    </a:lnTo>
                    <a:lnTo>
                      <a:pt x="41" y="9"/>
                    </a:lnTo>
                    <a:lnTo>
                      <a:pt x="39" y="5"/>
                    </a:lnTo>
                    <a:lnTo>
                      <a:pt x="39" y="4"/>
                    </a:lnTo>
                    <a:lnTo>
                      <a:pt x="37" y="2"/>
                    </a:lnTo>
                    <a:lnTo>
                      <a:pt x="34" y="0"/>
                    </a:lnTo>
                    <a:lnTo>
                      <a:pt x="7" y="0"/>
                    </a:lnTo>
                    <a:lnTo>
                      <a:pt x="3" y="2"/>
                    </a:lnTo>
                    <a:lnTo>
                      <a:pt x="1" y="4"/>
                    </a:lnTo>
                    <a:lnTo>
                      <a:pt x="1" y="5"/>
                    </a:lnTo>
                    <a:lnTo>
                      <a:pt x="0" y="9"/>
                    </a:lnTo>
                    <a:lnTo>
                      <a:pt x="0" y="11"/>
                    </a:lnTo>
                    <a:lnTo>
                      <a:pt x="0" y="25"/>
                    </a:lnTo>
                    <a:lnTo>
                      <a:pt x="0" y="27"/>
                    </a:lnTo>
                    <a:lnTo>
                      <a:pt x="0" y="31"/>
                    </a:lnTo>
                    <a:lnTo>
                      <a:pt x="1" y="31"/>
                    </a:lnTo>
                    <a:lnTo>
                      <a:pt x="1" y="32"/>
                    </a:lnTo>
                    <a:lnTo>
                      <a:pt x="3" y="34"/>
                    </a:lnTo>
                    <a:lnTo>
                      <a:pt x="7" y="36"/>
                    </a:lnTo>
                    <a:close/>
                  </a:path>
                </a:pathLst>
              </a:custGeom>
              <a:solidFill>
                <a:srgbClr val="505020"/>
              </a:solidFill>
              <a:ln>
                <a:noFill/>
                <a:round/>
              </a:ln>
            </p:spPr>
          </p:sp>
          <p:sp>
            <p:nvSpPr>
              <p:cNvPr id="96370" name=""/>
              <p:cNvSpPr/>
              <p:nvPr/>
            </p:nvSpPr>
            <p:spPr>
              <a:xfrm>
                <a:off x="5203" y="2220"/>
                <a:ext cx="20" cy="17"/>
              </a:xfrm>
              <a:custGeom>
                <a:pathLst>
                  <a:path w="41" h="34">
                    <a:moveTo>
                      <a:pt x="3" y="0"/>
                    </a:moveTo>
                    <a:lnTo>
                      <a:pt x="0" y="3"/>
                    </a:lnTo>
                    <a:lnTo>
                      <a:pt x="0" y="30"/>
                    </a:lnTo>
                    <a:lnTo>
                      <a:pt x="1" y="34"/>
                    </a:lnTo>
                    <a:lnTo>
                      <a:pt x="39" y="34"/>
                    </a:lnTo>
                    <a:lnTo>
                      <a:pt x="41" y="30"/>
                    </a:lnTo>
                    <a:lnTo>
                      <a:pt x="41" y="3"/>
                    </a:lnTo>
                    <a:lnTo>
                      <a:pt x="39" y="0"/>
                    </a:lnTo>
                    <a:lnTo>
                      <a:pt x="3" y="0"/>
                    </a:lnTo>
                    <a:close/>
                  </a:path>
                </a:pathLst>
              </a:custGeom>
              <a:solidFill>
                <a:srgbClr val="706040"/>
              </a:solidFill>
              <a:ln>
                <a:noFill/>
                <a:round/>
              </a:ln>
            </p:spPr>
          </p:sp>
          <p:sp>
            <p:nvSpPr>
              <p:cNvPr id="96371" name=""/>
              <p:cNvSpPr/>
              <p:nvPr/>
            </p:nvSpPr>
            <p:spPr>
              <a:xfrm>
                <a:off x="5204" y="2220"/>
                <a:ext cx="19" cy="17"/>
              </a:xfrm>
              <a:custGeom>
                <a:pathLst>
                  <a:path w="40" h="34">
                    <a:moveTo>
                      <a:pt x="4" y="0"/>
                    </a:moveTo>
                    <a:lnTo>
                      <a:pt x="0" y="2"/>
                    </a:lnTo>
                    <a:lnTo>
                      <a:pt x="0" y="30"/>
                    </a:lnTo>
                    <a:lnTo>
                      <a:pt x="2" y="34"/>
                    </a:lnTo>
                    <a:lnTo>
                      <a:pt x="38" y="34"/>
                    </a:lnTo>
                    <a:lnTo>
                      <a:pt x="40" y="30"/>
                    </a:lnTo>
                    <a:lnTo>
                      <a:pt x="40" y="3"/>
                    </a:lnTo>
                    <a:lnTo>
                      <a:pt x="38" y="0"/>
                    </a:lnTo>
                    <a:lnTo>
                      <a:pt x="4" y="0"/>
                    </a:lnTo>
                    <a:close/>
                  </a:path>
                </a:pathLst>
              </a:custGeom>
              <a:solidFill>
                <a:srgbClr val="808060"/>
              </a:solidFill>
              <a:ln>
                <a:noFill/>
                <a:round/>
              </a:ln>
            </p:spPr>
          </p:sp>
          <p:sp>
            <p:nvSpPr>
              <p:cNvPr id="96372" name=""/>
              <p:cNvSpPr/>
              <p:nvPr/>
            </p:nvSpPr>
            <p:spPr>
              <a:xfrm>
                <a:off x="5207" y="2222"/>
                <a:ext cx="15" cy="12"/>
              </a:xfrm>
              <a:custGeom>
                <a:pathLst>
                  <a:path w="29" h="24">
                    <a:moveTo>
                      <a:pt x="2" y="0"/>
                    </a:moveTo>
                    <a:lnTo>
                      <a:pt x="0" y="2"/>
                    </a:lnTo>
                    <a:lnTo>
                      <a:pt x="0" y="22"/>
                    </a:lnTo>
                    <a:lnTo>
                      <a:pt x="2" y="24"/>
                    </a:lnTo>
                    <a:lnTo>
                      <a:pt x="27" y="24"/>
                    </a:lnTo>
                    <a:lnTo>
                      <a:pt x="29" y="22"/>
                    </a:lnTo>
                    <a:lnTo>
                      <a:pt x="29" y="4"/>
                    </a:lnTo>
                    <a:lnTo>
                      <a:pt x="27" y="0"/>
                    </a:lnTo>
                    <a:lnTo>
                      <a:pt x="2" y="0"/>
                    </a:lnTo>
                    <a:close/>
                  </a:path>
                </a:pathLst>
              </a:custGeom>
              <a:solidFill>
                <a:srgbClr val="C0C080"/>
              </a:solidFill>
              <a:ln>
                <a:noFill/>
                <a:round/>
              </a:ln>
            </p:spPr>
          </p:sp>
          <p:sp>
            <p:nvSpPr>
              <p:cNvPr id="96373" name=""/>
              <p:cNvSpPr/>
              <p:nvPr/>
            </p:nvSpPr>
            <p:spPr>
              <a:xfrm>
                <a:off x="5209" y="2225"/>
                <a:ext cx="3" cy="3"/>
              </a:xfrm>
              <a:custGeom>
                <a:pathLst>
                  <a:path w="5" h="7">
                    <a:moveTo>
                      <a:pt x="4" y="0"/>
                    </a:moveTo>
                    <a:lnTo>
                      <a:pt x="4" y="2"/>
                    </a:lnTo>
                    <a:lnTo>
                      <a:pt x="4" y="2"/>
                    </a:lnTo>
                    <a:lnTo>
                      <a:pt x="5" y="3"/>
                    </a:lnTo>
                    <a:lnTo>
                      <a:pt x="5" y="3"/>
                    </a:lnTo>
                    <a:lnTo>
                      <a:pt x="4" y="5"/>
                    </a:lnTo>
                    <a:lnTo>
                      <a:pt x="4" y="7"/>
                    </a:lnTo>
                    <a:lnTo>
                      <a:pt x="2" y="7"/>
                    </a:lnTo>
                    <a:lnTo>
                      <a:pt x="0" y="5"/>
                    </a:lnTo>
                    <a:lnTo>
                      <a:pt x="0" y="3"/>
                    </a:lnTo>
                    <a:lnTo>
                      <a:pt x="0" y="3"/>
                    </a:lnTo>
                    <a:lnTo>
                      <a:pt x="0" y="2"/>
                    </a:lnTo>
                    <a:lnTo>
                      <a:pt x="2" y="2"/>
                    </a:lnTo>
                    <a:lnTo>
                      <a:pt x="4" y="0"/>
                    </a:lnTo>
                  </a:path>
                </a:pathLst>
              </a:custGeom>
              <a:noFill/>
              <a:ln w="11113">
                <a:solidFill>
                  <a:srgbClr val="000000"/>
                </a:solidFill>
                <a:prstDash val="solid"/>
                <a:round/>
              </a:ln>
            </p:spPr>
          </p:sp>
          <p:cxnSp>
            <p:nvCxnSpPr>
              <p:cNvPr id="96374" name=""/>
              <p:cNvCxnSpPr/>
              <p:nvPr/>
            </p:nvCxnSpPr>
            <p:spPr>
              <a:xfrm>
                <a:off x="5216" y="2225"/>
                <a:ext cx="1" cy="7"/>
              </a:xfrm>
              <a:prstGeom prst="line">
                <a:avLst/>
              </a:prstGeom>
              <a:noFill/>
              <a:ln w="11113">
                <a:solidFill>
                  <a:prstClr val="black"/>
                </a:solidFill>
                <a:miter lim="800000"/>
              </a:ln>
            </p:spPr>
          </p:cxnSp>
          <p:sp>
            <p:nvSpPr>
              <p:cNvPr id="96375" name=""/>
              <p:cNvSpPr/>
              <p:nvPr/>
            </p:nvSpPr>
            <p:spPr>
              <a:xfrm>
                <a:off x="5171" y="2219"/>
                <a:ext cx="52" cy="4"/>
              </a:xfrm>
              <a:prstGeom prst="rect">
                <a:avLst/>
              </a:prstGeom>
              <a:solidFill>
                <a:srgbClr val="808060"/>
              </a:solidFill>
              <a:ln>
                <a:noFill/>
                <a:miter lim="800000"/>
              </a:ln>
            </p:spPr>
          </p:sp>
          <p:sp>
            <p:nvSpPr>
              <p:cNvPr id="96376" name=""/>
              <p:cNvSpPr/>
              <p:nvPr/>
            </p:nvSpPr>
            <p:spPr>
              <a:xfrm>
                <a:off x="5171" y="2231"/>
                <a:ext cx="8" cy="7"/>
              </a:xfrm>
              <a:custGeom>
                <a:pathLst>
                  <a:path w="16" h="15">
                    <a:moveTo>
                      <a:pt x="0" y="9"/>
                    </a:moveTo>
                    <a:lnTo>
                      <a:pt x="0" y="15"/>
                    </a:lnTo>
                    <a:lnTo>
                      <a:pt x="5" y="15"/>
                    </a:lnTo>
                    <a:lnTo>
                      <a:pt x="9" y="11"/>
                    </a:lnTo>
                    <a:lnTo>
                      <a:pt x="11" y="6"/>
                    </a:lnTo>
                    <a:lnTo>
                      <a:pt x="14" y="4"/>
                    </a:lnTo>
                    <a:lnTo>
                      <a:pt x="16" y="0"/>
                    </a:lnTo>
                    <a:lnTo>
                      <a:pt x="14" y="0"/>
                    </a:lnTo>
                    <a:lnTo>
                      <a:pt x="7" y="6"/>
                    </a:lnTo>
                    <a:lnTo>
                      <a:pt x="5" y="9"/>
                    </a:lnTo>
                    <a:lnTo>
                      <a:pt x="0" y="9"/>
                    </a:lnTo>
                    <a:close/>
                  </a:path>
                </a:pathLst>
              </a:custGeom>
              <a:solidFill>
                <a:srgbClr val="808060"/>
              </a:solidFill>
              <a:ln>
                <a:noFill/>
                <a:round/>
              </a:ln>
            </p:spPr>
          </p:sp>
          <p:sp>
            <p:nvSpPr>
              <p:cNvPr id="96377" name=""/>
              <p:cNvSpPr/>
              <p:nvPr/>
            </p:nvSpPr>
            <p:spPr>
              <a:xfrm>
                <a:off x="5220" y="2219"/>
                <a:ext cx="10" cy="18"/>
              </a:xfrm>
              <a:custGeom>
                <a:pathLst>
                  <a:path w="19" h="36">
                    <a:moveTo>
                      <a:pt x="10" y="36"/>
                    </a:moveTo>
                    <a:lnTo>
                      <a:pt x="12" y="34"/>
                    </a:lnTo>
                    <a:lnTo>
                      <a:pt x="14" y="32"/>
                    </a:lnTo>
                    <a:lnTo>
                      <a:pt x="17" y="29"/>
                    </a:lnTo>
                    <a:lnTo>
                      <a:pt x="19" y="25"/>
                    </a:lnTo>
                    <a:lnTo>
                      <a:pt x="19" y="20"/>
                    </a:lnTo>
                    <a:lnTo>
                      <a:pt x="19" y="13"/>
                    </a:lnTo>
                    <a:lnTo>
                      <a:pt x="17" y="11"/>
                    </a:lnTo>
                    <a:lnTo>
                      <a:pt x="14" y="7"/>
                    </a:lnTo>
                    <a:lnTo>
                      <a:pt x="12" y="5"/>
                    </a:lnTo>
                    <a:lnTo>
                      <a:pt x="7" y="2"/>
                    </a:lnTo>
                    <a:lnTo>
                      <a:pt x="5" y="2"/>
                    </a:lnTo>
                    <a:lnTo>
                      <a:pt x="0" y="0"/>
                    </a:lnTo>
                    <a:lnTo>
                      <a:pt x="0" y="4"/>
                    </a:lnTo>
                    <a:lnTo>
                      <a:pt x="5" y="5"/>
                    </a:lnTo>
                    <a:lnTo>
                      <a:pt x="7" y="7"/>
                    </a:lnTo>
                    <a:lnTo>
                      <a:pt x="12" y="11"/>
                    </a:lnTo>
                    <a:lnTo>
                      <a:pt x="14" y="13"/>
                    </a:lnTo>
                    <a:lnTo>
                      <a:pt x="14" y="16"/>
                    </a:lnTo>
                    <a:lnTo>
                      <a:pt x="14" y="20"/>
                    </a:lnTo>
                    <a:lnTo>
                      <a:pt x="14" y="23"/>
                    </a:lnTo>
                    <a:lnTo>
                      <a:pt x="14" y="27"/>
                    </a:lnTo>
                    <a:lnTo>
                      <a:pt x="14" y="29"/>
                    </a:lnTo>
                    <a:lnTo>
                      <a:pt x="12" y="32"/>
                    </a:lnTo>
                    <a:lnTo>
                      <a:pt x="10" y="36"/>
                    </a:lnTo>
                    <a:close/>
                  </a:path>
                </a:pathLst>
              </a:custGeom>
              <a:solidFill>
                <a:srgbClr val="808060"/>
              </a:solidFill>
              <a:ln>
                <a:noFill/>
                <a:round/>
              </a:ln>
            </p:spPr>
          </p:sp>
          <p:sp>
            <p:nvSpPr>
              <p:cNvPr id="96378" name=""/>
              <p:cNvSpPr/>
              <p:nvPr/>
            </p:nvSpPr>
            <p:spPr>
              <a:xfrm>
                <a:off x="5180" y="2219"/>
                <a:ext cx="22" cy="18"/>
              </a:xfrm>
              <a:custGeom>
                <a:pathLst>
                  <a:path w="43" h="36">
                    <a:moveTo>
                      <a:pt x="21" y="0"/>
                    </a:moveTo>
                    <a:lnTo>
                      <a:pt x="32" y="0"/>
                    </a:lnTo>
                    <a:lnTo>
                      <a:pt x="36" y="2"/>
                    </a:lnTo>
                    <a:lnTo>
                      <a:pt x="39" y="4"/>
                    </a:lnTo>
                    <a:lnTo>
                      <a:pt x="41" y="7"/>
                    </a:lnTo>
                    <a:lnTo>
                      <a:pt x="41" y="11"/>
                    </a:lnTo>
                    <a:lnTo>
                      <a:pt x="43" y="14"/>
                    </a:lnTo>
                    <a:lnTo>
                      <a:pt x="43" y="16"/>
                    </a:lnTo>
                    <a:lnTo>
                      <a:pt x="43" y="22"/>
                    </a:lnTo>
                    <a:lnTo>
                      <a:pt x="43" y="25"/>
                    </a:lnTo>
                    <a:lnTo>
                      <a:pt x="41" y="27"/>
                    </a:lnTo>
                    <a:lnTo>
                      <a:pt x="41" y="31"/>
                    </a:lnTo>
                    <a:lnTo>
                      <a:pt x="37" y="34"/>
                    </a:lnTo>
                    <a:lnTo>
                      <a:pt x="36" y="36"/>
                    </a:lnTo>
                    <a:lnTo>
                      <a:pt x="34" y="36"/>
                    </a:lnTo>
                    <a:lnTo>
                      <a:pt x="32" y="36"/>
                    </a:lnTo>
                    <a:lnTo>
                      <a:pt x="0" y="36"/>
                    </a:lnTo>
                    <a:lnTo>
                      <a:pt x="21" y="0"/>
                    </a:lnTo>
                    <a:close/>
                  </a:path>
                </a:pathLst>
              </a:custGeom>
              <a:solidFill>
                <a:srgbClr val="C0C080"/>
              </a:solidFill>
              <a:ln>
                <a:noFill/>
                <a:round/>
              </a:ln>
            </p:spPr>
          </p:sp>
          <p:sp>
            <p:nvSpPr>
              <p:cNvPr id="96379" name=""/>
              <p:cNvSpPr/>
              <p:nvPr/>
            </p:nvSpPr>
            <p:spPr>
              <a:xfrm>
                <a:off x="5189" y="2219"/>
                <a:ext cx="7" cy="4"/>
              </a:xfrm>
              <a:custGeom>
                <a:pathLst>
                  <a:path w="14" h="7">
                    <a:moveTo>
                      <a:pt x="14" y="0"/>
                    </a:moveTo>
                    <a:lnTo>
                      <a:pt x="0" y="0"/>
                    </a:lnTo>
                    <a:lnTo>
                      <a:pt x="14" y="7"/>
                    </a:lnTo>
                    <a:lnTo>
                      <a:pt x="14" y="0"/>
                    </a:lnTo>
                    <a:close/>
                  </a:path>
                </a:pathLst>
              </a:custGeom>
              <a:solidFill>
                <a:srgbClr val="808050"/>
              </a:solidFill>
              <a:ln>
                <a:noFill/>
                <a:round/>
              </a:ln>
            </p:spPr>
          </p:sp>
          <p:sp>
            <p:nvSpPr>
              <p:cNvPr id="96380" name=""/>
              <p:cNvSpPr/>
              <p:nvPr/>
            </p:nvSpPr>
            <p:spPr>
              <a:xfrm>
                <a:off x="5195" y="2219"/>
                <a:ext cx="7" cy="10"/>
              </a:xfrm>
              <a:custGeom>
                <a:pathLst>
                  <a:path w="15" h="20">
                    <a:moveTo>
                      <a:pt x="15" y="20"/>
                    </a:moveTo>
                    <a:lnTo>
                      <a:pt x="15" y="18"/>
                    </a:lnTo>
                    <a:lnTo>
                      <a:pt x="15" y="11"/>
                    </a:lnTo>
                    <a:lnTo>
                      <a:pt x="13" y="9"/>
                    </a:lnTo>
                    <a:lnTo>
                      <a:pt x="13" y="7"/>
                    </a:lnTo>
                    <a:lnTo>
                      <a:pt x="9" y="4"/>
                    </a:lnTo>
                    <a:lnTo>
                      <a:pt x="6" y="2"/>
                    </a:lnTo>
                    <a:lnTo>
                      <a:pt x="6" y="0"/>
                    </a:lnTo>
                    <a:lnTo>
                      <a:pt x="2" y="0"/>
                    </a:lnTo>
                    <a:lnTo>
                      <a:pt x="0" y="0"/>
                    </a:lnTo>
                    <a:lnTo>
                      <a:pt x="0" y="2"/>
                    </a:lnTo>
                    <a:lnTo>
                      <a:pt x="2" y="2"/>
                    </a:lnTo>
                    <a:lnTo>
                      <a:pt x="6" y="2"/>
                    </a:lnTo>
                    <a:lnTo>
                      <a:pt x="6" y="4"/>
                    </a:lnTo>
                    <a:lnTo>
                      <a:pt x="8" y="7"/>
                    </a:lnTo>
                    <a:lnTo>
                      <a:pt x="9" y="7"/>
                    </a:lnTo>
                    <a:lnTo>
                      <a:pt x="9" y="9"/>
                    </a:lnTo>
                    <a:lnTo>
                      <a:pt x="13" y="11"/>
                    </a:lnTo>
                    <a:lnTo>
                      <a:pt x="13" y="13"/>
                    </a:lnTo>
                    <a:lnTo>
                      <a:pt x="13" y="18"/>
                    </a:lnTo>
                    <a:lnTo>
                      <a:pt x="13" y="20"/>
                    </a:lnTo>
                    <a:lnTo>
                      <a:pt x="15" y="20"/>
                    </a:lnTo>
                    <a:close/>
                  </a:path>
                </a:pathLst>
              </a:custGeom>
              <a:solidFill>
                <a:srgbClr val="808050"/>
              </a:solidFill>
              <a:ln>
                <a:noFill/>
                <a:round/>
              </a:ln>
            </p:spPr>
          </p:sp>
          <p:sp>
            <p:nvSpPr>
              <p:cNvPr id="96381" name=""/>
              <p:cNvSpPr/>
              <p:nvPr/>
            </p:nvSpPr>
            <p:spPr>
              <a:xfrm>
                <a:off x="5200" y="2226"/>
                <a:ext cx="2" cy="5"/>
              </a:xfrm>
              <a:prstGeom prst="rect">
                <a:avLst/>
              </a:prstGeom>
              <a:solidFill>
                <a:srgbClr val="808050"/>
              </a:solidFill>
              <a:ln>
                <a:noFill/>
                <a:miter lim="800000"/>
              </a:ln>
            </p:spPr>
          </p:sp>
          <p:sp>
            <p:nvSpPr>
              <p:cNvPr id="96382" name=""/>
              <p:cNvSpPr/>
              <p:nvPr/>
            </p:nvSpPr>
            <p:spPr>
              <a:xfrm>
                <a:off x="5195" y="2228"/>
                <a:ext cx="7" cy="10"/>
              </a:xfrm>
              <a:custGeom>
                <a:pathLst>
                  <a:path w="15" h="20">
                    <a:moveTo>
                      <a:pt x="0" y="20"/>
                    </a:moveTo>
                    <a:lnTo>
                      <a:pt x="2" y="20"/>
                    </a:lnTo>
                    <a:lnTo>
                      <a:pt x="6" y="20"/>
                    </a:lnTo>
                    <a:lnTo>
                      <a:pt x="6" y="18"/>
                    </a:lnTo>
                    <a:lnTo>
                      <a:pt x="8" y="18"/>
                    </a:lnTo>
                    <a:lnTo>
                      <a:pt x="9" y="16"/>
                    </a:lnTo>
                    <a:lnTo>
                      <a:pt x="13" y="13"/>
                    </a:lnTo>
                    <a:lnTo>
                      <a:pt x="13" y="11"/>
                    </a:lnTo>
                    <a:lnTo>
                      <a:pt x="15" y="9"/>
                    </a:lnTo>
                    <a:lnTo>
                      <a:pt x="15" y="2"/>
                    </a:lnTo>
                    <a:lnTo>
                      <a:pt x="15" y="0"/>
                    </a:lnTo>
                    <a:lnTo>
                      <a:pt x="13" y="0"/>
                    </a:lnTo>
                    <a:lnTo>
                      <a:pt x="13" y="2"/>
                    </a:lnTo>
                    <a:lnTo>
                      <a:pt x="13" y="7"/>
                    </a:lnTo>
                    <a:lnTo>
                      <a:pt x="13" y="9"/>
                    </a:lnTo>
                    <a:lnTo>
                      <a:pt x="9" y="11"/>
                    </a:lnTo>
                    <a:lnTo>
                      <a:pt x="9" y="13"/>
                    </a:lnTo>
                    <a:lnTo>
                      <a:pt x="8" y="13"/>
                    </a:lnTo>
                    <a:lnTo>
                      <a:pt x="8" y="16"/>
                    </a:lnTo>
                    <a:lnTo>
                      <a:pt x="6" y="16"/>
                    </a:lnTo>
                    <a:lnTo>
                      <a:pt x="6" y="18"/>
                    </a:lnTo>
                    <a:lnTo>
                      <a:pt x="2" y="18"/>
                    </a:lnTo>
                    <a:lnTo>
                      <a:pt x="0" y="18"/>
                    </a:lnTo>
                    <a:lnTo>
                      <a:pt x="0" y="20"/>
                    </a:lnTo>
                    <a:close/>
                  </a:path>
                </a:pathLst>
              </a:custGeom>
              <a:solidFill>
                <a:srgbClr val="808050"/>
              </a:solidFill>
              <a:ln>
                <a:noFill/>
                <a:round/>
              </a:ln>
            </p:spPr>
          </p:sp>
          <p:sp>
            <p:nvSpPr>
              <p:cNvPr id="96383" name=""/>
              <p:cNvSpPr/>
              <p:nvPr/>
            </p:nvSpPr>
            <p:spPr>
              <a:xfrm>
                <a:off x="5189" y="2234"/>
                <a:ext cx="7" cy="4"/>
              </a:xfrm>
              <a:prstGeom prst="rect">
                <a:avLst/>
              </a:prstGeom>
              <a:solidFill>
                <a:srgbClr val="808050"/>
              </a:solidFill>
              <a:ln>
                <a:noFill/>
                <a:miter lim="800000"/>
              </a:ln>
            </p:spPr>
          </p:sp>
          <p:sp>
            <p:nvSpPr>
              <p:cNvPr id="96384" name=""/>
              <p:cNvSpPr/>
              <p:nvPr/>
            </p:nvSpPr>
            <p:spPr>
              <a:xfrm>
                <a:off x="5180" y="2234"/>
                <a:ext cx="12" cy="4"/>
              </a:xfrm>
              <a:custGeom>
                <a:pathLst>
                  <a:path w="23" h="9">
                    <a:moveTo>
                      <a:pt x="0" y="0"/>
                    </a:moveTo>
                    <a:lnTo>
                      <a:pt x="0" y="9"/>
                    </a:lnTo>
                    <a:lnTo>
                      <a:pt x="23" y="9"/>
                    </a:lnTo>
                    <a:lnTo>
                      <a:pt x="23" y="0"/>
                    </a:lnTo>
                    <a:lnTo>
                      <a:pt x="0" y="0"/>
                    </a:lnTo>
                    <a:lnTo>
                      <a:pt x="2" y="0"/>
                    </a:lnTo>
                    <a:lnTo>
                      <a:pt x="0" y="0"/>
                    </a:lnTo>
                    <a:lnTo>
                      <a:pt x="0" y="9"/>
                    </a:lnTo>
                    <a:lnTo>
                      <a:pt x="0" y="0"/>
                    </a:lnTo>
                    <a:close/>
                  </a:path>
                </a:pathLst>
              </a:custGeom>
              <a:solidFill>
                <a:srgbClr val="808050"/>
              </a:solidFill>
              <a:ln>
                <a:noFill/>
                <a:round/>
              </a:ln>
            </p:spPr>
          </p:sp>
          <p:sp>
            <p:nvSpPr>
              <p:cNvPr id="96385" name=""/>
              <p:cNvSpPr/>
              <p:nvPr/>
            </p:nvSpPr>
            <p:spPr>
              <a:xfrm>
                <a:off x="5179" y="2219"/>
                <a:ext cx="4" cy="18"/>
              </a:xfrm>
              <a:custGeom>
                <a:pathLst>
                  <a:path w="9" h="36">
                    <a:moveTo>
                      <a:pt x="6" y="0"/>
                    </a:moveTo>
                    <a:lnTo>
                      <a:pt x="0" y="0"/>
                    </a:lnTo>
                    <a:lnTo>
                      <a:pt x="6" y="36"/>
                    </a:lnTo>
                    <a:lnTo>
                      <a:pt x="9" y="36"/>
                    </a:lnTo>
                    <a:lnTo>
                      <a:pt x="6" y="0"/>
                    </a:lnTo>
                    <a:lnTo>
                      <a:pt x="6" y="2"/>
                    </a:lnTo>
                    <a:lnTo>
                      <a:pt x="6" y="0"/>
                    </a:lnTo>
                    <a:lnTo>
                      <a:pt x="0" y="0"/>
                    </a:lnTo>
                    <a:lnTo>
                      <a:pt x="6" y="0"/>
                    </a:lnTo>
                    <a:close/>
                  </a:path>
                </a:pathLst>
              </a:custGeom>
              <a:solidFill>
                <a:srgbClr val="808050"/>
              </a:solidFill>
              <a:ln>
                <a:noFill/>
                <a:round/>
              </a:ln>
            </p:spPr>
          </p:sp>
          <p:sp>
            <p:nvSpPr>
              <p:cNvPr id="96386" name=""/>
              <p:cNvSpPr/>
              <p:nvPr/>
            </p:nvSpPr>
            <p:spPr>
              <a:xfrm>
                <a:off x="5180" y="2219"/>
                <a:ext cx="12" cy="4"/>
              </a:xfrm>
              <a:custGeom>
                <a:pathLst>
                  <a:path w="23" h="7">
                    <a:moveTo>
                      <a:pt x="23" y="0"/>
                    </a:moveTo>
                    <a:lnTo>
                      <a:pt x="0" y="0"/>
                    </a:lnTo>
                    <a:lnTo>
                      <a:pt x="23" y="7"/>
                    </a:lnTo>
                    <a:lnTo>
                      <a:pt x="23" y="0"/>
                    </a:lnTo>
                    <a:close/>
                  </a:path>
                </a:pathLst>
              </a:custGeom>
              <a:solidFill>
                <a:srgbClr val="808050"/>
              </a:solidFill>
              <a:ln>
                <a:noFill/>
                <a:round/>
              </a:ln>
            </p:spPr>
          </p:sp>
          <p:sp>
            <p:nvSpPr>
              <p:cNvPr id="96387" name=""/>
              <p:cNvSpPr/>
              <p:nvPr/>
            </p:nvSpPr>
            <p:spPr>
              <a:xfrm>
                <a:off x="5188" y="2222"/>
                <a:ext cx="10" cy="15"/>
              </a:xfrm>
              <a:custGeom>
                <a:pathLst>
                  <a:path w="22" h="31">
                    <a:moveTo>
                      <a:pt x="13" y="0"/>
                    </a:moveTo>
                    <a:lnTo>
                      <a:pt x="0" y="27"/>
                    </a:lnTo>
                    <a:lnTo>
                      <a:pt x="0" y="31"/>
                    </a:lnTo>
                    <a:lnTo>
                      <a:pt x="7" y="31"/>
                    </a:lnTo>
                    <a:lnTo>
                      <a:pt x="7" y="27"/>
                    </a:lnTo>
                    <a:lnTo>
                      <a:pt x="22" y="0"/>
                    </a:lnTo>
                    <a:lnTo>
                      <a:pt x="13" y="0"/>
                    </a:lnTo>
                    <a:close/>
                  </a:path>
                </a:pathLst>
              </a:custGeom>
              <a:solidFill>
                <a:srgbClr val="E0E0B0"/>
              </a:solidFill>
              <a:ln>
                <a:noFill/>
                <a:round/>
              </a:ln>
            </p:spPr>
          </p:sp>
          <p:sp>
            <p:nvSpPr>
              <p:cNvPr id="96388" name=""/>
              <p:cNvSpPr/>
              <p:nvPr/>
            </p:nvSpPr>
            <p:spPr>
              <a:xfrm>
                <a:off x="5191" y="2222"/>
                <a:ext cx="10" cy="15"/>
              </a:xfrm>
              <a:custGeom>
                <a:pathLst>
                  <a:path w="20" h="31">
                    <a:moveTo>
                      <a:pt x="13" y="0"/>
                    </a:moveTo>
                    <a:lnTo>
                      <a:pt x="0" y="29"/>
                    </a:lnTo>
                    <a:lnTo>
                      <a:pt x="2" y="31"/>
                    </a:lnTo>
                    <a:lnTo>
                      <a:pt x="11" y="31"/>
                    </a:lnTo>
                    <a:lnTo>
                      <a:pt x="11" y="29"/>
                    </a:lnTo>
                    <a:lnTo>
                      <a:pt x="20" y="11"/>
                    </a:lnTo>
                    <a:lnTo>
                      <a:pt x="20" y="9"/>
                    </a:lnTo>
                    <a:lnTo>
                      <a:pt x="18" y="6"/>
                    </a:lnTo>
                    <a:lnTo>
                      <a:pt x="18" y="4"/>
                    </a:lnTo>
                    <a:lnTo>
                      <a:pt x="13" y="0"/>
                    </a:lnTo>
                    <a:close/>
                  </a:path>
                </a:pathLst>
              </a:custGeom>
              <a:solidFill>
                <a:srgbClr val="E0E0B0"/>
              </a:solidFill>
              <a:ln>
                <a:noFill/>
                <a:round/>
              </a:ln>
            </p:spPr>
          </p:sp>
          <p:sp>
            <p:nvSpPr>
              <p:cNvPr id="96389" name=""/>
              <p:cNvSpPr/>
              <p:nvPr/>
            </p:nvSpPr>
            <p:spPr>
              <a:xfrm>
                <a:off x="5194" y="2228"/>
                <a:ext cx="6" cy="6"/>
              </a:xfrm>
              <a:custGeom>
                <a:pathLst>
                  <a:path w="12" h="11">
                    <a:moveTo>
                      <a:pt x="12" y="0"/>
                    </a:moveTo>
                    <a:lnTo>
                      <a:pt x="12" y="4"/>
                    </a:lnTo>
                    <a:lnTo>
                      <a:pt x="12" y="4"/>
                    </a:lnTo>
                    <a:lnTo>
                      <a:pt x="10" y="7"/>
                    </a:lnTo>
                    <a:lnTo>
                      <a:pt x="9" y="9"/>
                    </a:lnTo>
                    <a:lnTo>
                      <a:pt x="3" y="11"/>
                    </a:lnTo>
                    <a:lnTo>
                      <a:pt x="0" y="11"/>
                    </a:lnTo>
                  </a:path>
                </a:pathLst>
              </a:custGeom>
              <a:noFill/>
              <a:ln w="11113">
                <a:solidFill>
                  <a:srgbClr val="F0E0C0"/>
                </a:solidFill>
                <a:prstDash val="solid"/>
                <a:round/>
              </a:ln>
            </p:spPr>
          </p:sp>
          <p:sp>
            <p:nvSpPr>
              <p:cNvPr id="96390" name=""/>
              <p:cNvSpPr/>
              <p:nvPr/>
            </p:nvSpPr>
            <p:spPr>
              <a:xfrm>
                <a:off x="5182" y="2220"/>
                <a:ext cx="14" cy="3"/>
              </a:xfrm>
              <a:custGeom>
                <a:pathLst>
                  <a:path w="29" h="5">
                    <a:moveTo>
                      <a:pt x="0" y="0"/>
                    </a:moveTo>
                    <a:lnTo>
                      <a:pt x="22" y="0"/>
                    </a:lnTo>
                    <a:lnTo>
                      <a:pt x="25" y="0"/>
                    </a:lnTo>
                    <a:lnTo>
                      <a:pt x="29" y="5"/>
                    </a:lnTo>
                  </a:path>
                </a:pathLst>
              </a:custGeom>
              <a:noFill/>
              <a:ln w="11113">
                <a:solidFill>
                  <a:srgbClr val="F0E0C0"/>
                </a:solidFill>
                <a:prstDash val="solid"/>
                <a:round/>
              </a:ln>
            </p:spPr>
          </p:sp>
          <p:sp>
            <p:nvSpPr>
              <p:cNvPr id="96391" name=""/>
              <p:cNvSpPr/>
              <p:nvPr/>
            </p:nvSpPr>
            <p:spPr>
              <a:xfrm>
                <a:off x="5181" y="2222"/>
                <a:ext cx="4" cy="15"/>
              </a:xfrm>
              <a:custGeom>
                <a:pathLst>
                  <a:path w="7" h="31">
                    <a:moveTo>
                      <a:pt x="3" y="0"/>
                    </a:moveTo>
                    <a:lnTo>
                      <a:pt x="7" y="4"/>
                    </a:lnTo>
                    <a:lnTo>
                      <a:pt x="7" y="17"/>
                    </a:lnTo>
                    <a:lnTo>
                      <a:pt x="7" y="27"/>
                    </a:lnTo>
                    <a:lnTo>
                      <a:pt x="3" y="31"/>
                    </a:lnTo>
                    <a:lnTo>
                      <a:pt x="0" y="22"/>
                    </a:lnTo>
                    <a:lnTo>
                      <a:pt x="0" y="17"/>
                    </a:lnTo>
                    <a:lnTo>
                      <a:pt x="0" y="4"/>
                    </a:lnTo>
                    <a:lnTo>
                      <a:pt x="3" y="2"/>
                    </a:lnTo>
                    <a:lnTo>
                      <a:pt x="3" y="0"/>
                    </a:lnTo>
                    <a:close/>
                  </a:path>
                </a:pathLst>
              </a:custGeom>
              <a:solidFill>
                <a:srgbClr val="706040"/>
              </a:solidFill>
              <a:ln>
                <a:noFill/>
                <a:round/>
              </a:ln>
            </p:spPr>
          </p:sp>
          <p:sp>
            <p:nvSpPr>
              <p:cNvPr id="96392" name=""/>
              <p:cNvSpPr/>
              <p:nvPr/>
            </p:nvSpPr>
            <p:spPr>
              <a:xfrm>
                <a:off x="5181" y="2222"/>
                <a:ext cx="12" cy="15"/>
              </a:xfrm>
              <a:custGeom>
                <a:pathLst>
                  <a:path w="23" h="31">
                    <a:moveTo>
                      <a:pt x="14" y="0"/>
                    </a:moveTo>
                    <a:lnTo>
                      <a:pt x="0" y="26"/>
                    </a:lnTo>
                    <a:lnTo>
                      <a:pt x="1" y="31"/>
                    </a:lnTo>
                    <a:lnTo>
                      <a:pt x="12" y="31"/>
                    </a:lnTo>
                    <a:lnTo>
                      <a:pt x="12" y="27"/>
                    </a:lnTo>
                    <a:lnTo>
                      <a:pt x="23" y="0"/>
                    </a:lnTo>
                    <a:lnTo>
                      <a:pt x="14" y="0"/>
                    </a:lnTo>
                    <a:close/>
                  </a:path>
                </a:pathLst>
              </a:custGeom>
              <a:solidFill>
                <a:srgbClr val="E0E0B0"/>
              </a:solidFill>
              <a:ln>
                <a:noFill/>
                <a:round/>
              </a:ln>
            </p:spPr>
          </p:sp>
        </p:grpSp>
        <p:pic>
          <p:nvPicPr>
            <p:cNvPr id="96394" name=""/>
            <p:cNvPicPr/>
            <p:nvPr/>
          </p:nvPicPr>
          <p:blipFill>
            <a:blip r:embed="rId5"/>
            <a:stretch>
              <a:fillRect/>
            </a:stretch>
          </p:blipFill>
          <p:spPr>
            <a:xfrm>
              <a:off x="5120" y="2223"/>
              <a:ext cx="69" cy="14"/>
            </a:xfrm>
            <a:prstGeom prst="rect">
              <a:avLst/>
            </a:prstGeom>
            <a:noFill/>
            <a:ln>
              <a:noFill/>
              <a:miter lim="800000"/>
            </a:ln>
          </p:spPr>
        </p:pic>
      </p:grpSp>
      <p:grpSp>
        <p:nvGrpSpPr>
          <p:cNvPr id="96398" name=""/>
          <p:cNvGrpSpPr/>
          <p:nvPr/>
        </p:nvGrpSpPr>
        <p:grpSpPr>
          <a:xfrm>
            <a:off x="6253163" y="3352800"/>
            <a:ext cx="1528762" cy="487363"/>
            <a:chOff x="3985" y="2103"/>
            <a:chExt cx="963" cy="280"/>
          </a:xfrm>
        </p:grpSpPr>
        <p:sp>
          <p:nvSpPr>
            <p:cNvPr id="96396" name=""/>
            <p:cNvSpPr/>
            <p:nvPr/>
          </p:nvSpPr>
          <p:spPr>
            <a:xfrm>
              <a:off x="3985" y="2108"/>
              <a:ext cx="963" cy="140"/>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600" b="1">
                  <a:solidFill>
                    <a:srgbClr val="FFFF66"/>
                  </a:solidFill>
                  <a:effectLst>
                    <a:outerShdw blurRad="38100" dist="38100" dir="2700000" algn="tl">
                      <a:srgbClr val="000000"/>
                    </a:outerShdw>
                  </a:effectLst>
                  <a:latin typeface="Univers" pitchFamily="34" charset="0"/>
                </a:rPr>
                <a:t>FDDI Ring No. 2</a:t>
              </a:r>
              <a:endParaRPr sz="3200">
                <a:latin typeface="Arial" pitchFamily="34" charset="0"/>
              </a:endParaRPr>
            </a:p>
          </p:txBody>
        </p:sp>
        <p:sp>
          <p:nvSpPr>
            <p:cNvPr id="96397" name=""/>
            <p:cNvSpPr/>
            <p:nvPr/>
          </p:nvSpPr>
          <p:spPr>
            <a:xfrm flipH="1">
              <a:off x="4457" y="2103"/>
              <a:ext cx="0" cy="280"/>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endParaRPr sz="3200">
                <a:latin typeface="Arial" pitchFamily="34" charset="0"/>
              </a:endParaRPr>
            </a:p>
          </p:txBody>
        </p:sp>
      </p:grpSp>
      <p:sp>
        <p:nvSpPr>
          <p:cNvPr id="48851" name=""/>
          <p:cNvSpPr/>
          <p:nvPr/>
        </p:nvSpPr>
        <p:spPr>
          <a:xfrm>
            <a:off x="3983038" y="4702175"/>
            <a:ext cx="1503362" cy="396875"/>
          </a:xfrm>
          <a:prstGeom prst="rect">
            <a:avLst/>
          </a:prstGeom>
          <a:gradFill rotWithShape="0">
            <a:gsLst>
              <a:gs pos="0">
                <a:srgbClr val="DC00A8"/>
              </a:gs>
              <a:gs pos="100000">
                <a:srgbClr val="DC00A8">
                  <a:gamma/>
                  <a:tint val="30196"/>
                  <a:invGamma/>
                </a:srgbClr>
              </a:gs>
            </a:gsLst>
            <a:lin ang="5400000" scaled="1"/>
          </a:gradFill>
          <a:ln>
            <a:noFill/>
            <a:miter lim="800000"/>
          </a:ln>
          <a:effectLst/>
        </p:spPr>
      </p:sp>
      <p:sp>
        <p:nvSpPr>
          <p:cNvPr id="48852" name=""/>
          <p:cNvSpPr/>
          <p:nvPr/>
        </p:nvSpPr>
        <p:spPr>
          <a:xfrm>
            <a:off x="4205288" y="4756150"/>
            <a:ext cx="1052512" cy="3365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600" b="1">
                <a:solidFill>
                  <a:srgbClr val="FFFFFF"/>
                </a:solidFill>
                <a:effectLst>
                  <a:outerShdw blurRad="38100" dist="38100" dir="2700000" algn="tl">
                    <a:srgbClr val="000000"/>
                  </a:outerShdw>
                </a:effectLst>
                <a:latin typeface="Arial" pitchFamily="34" charset="0"/>
              </a:rPr>
              <a:t>10base T</a:t>
            </a:r>
            <a:endParaRPr sz="1600" b="1">
              <a:solidFill>
                <a:srgbClr val="FFFFFF"/>
              </a:solidFill>
              <a:effectLst>
                <a:outerShdw blurRad="38100" dist="38100" dir="2700000" algn="tl">
                  <a:srgbClr val="000000"/>
                </a:outerShdw>
              </a:effectLst>
              <a:latin typeface="Arial" pitchFamily="34" charset="0"/>
            </a:endParaRPr>
          </a:p>
        </p:txBody>
      </p:sp>
      <p:pic>
        <p:nvPicPr>
          <p:cNvPr id="48853" name=""/>
          <p:cNvPicPr/>
          <p:nvPr/>
        </p:nvPicPr>
        <p:blipFill>
          <a:blip r:embed="rId6"/>
          <a:stretch>
            <a:fillRect/>
          </a:stretch>
        </p:blipFill>
        <p:spPr>
          <a:xfrm>
            <a:off x="3848100" y="5254625"/>
            <a:ext cx="565150" cy="525463"/>
          </a:xfrm>
          <a:prstGeom prst="rect">
            <a:avLst/>
          </a:prstGeom>
          <a:noFill/>
          <a:ln>
            <a:noFill/>
            <a:miter lim="800000"/>
          </a:ln>
          <a:effectLst/>
        </p:spPr>
      </p:pic>
      <p:pic>
        <p:nvPicPr>
          <p:cNvPr id="48854" name=""/>
          <p:cNvPicPr/>
          <p:nvPr/>
        </p:nvPicPr>
        <p:blipFill>
          <a:blip r:embed="rId6"/>
          <a:stretch>
            <a:fillRect/>
          </a:stretch>
        </p:blipFill>
        <p:spPr>
          <a:xfrm>
            <a:off x="4446588" y="5254625"/>
            <a:ext cx="565150" cy="525463"/>
          </a:xfrm>
          <a:prstGeom prst="rect">
            <a:avLst/>
          </a:prstGeom>
          <a:noFill/>
          <a:ln>
            <a:noFill/>
            <a:miter lim="800000"/>
          </a:ln>
          <a:effectLst/>
        </p:spPr>
      </p:pic>
      <p:pic>
        <p:nvPicPr>
          <p:cNvPr id="48855" name=""/>
          <p:cNvPicPr/>
          <p:nvPr/>
        </p:nvPicPr>
        <p:blipFill>
          <a:blip r:embed="rId6"/>
          <a:stretch>
            <a:fillRect/>
          </a:stretch>
        </p:blipFill>
        <p:spPr>
          <a:xfrm>
            <a:off x="5080000" y="5272088"/>
            <a:ext cx="565150" cy="525462"/>
          </a:xfrm>
          <a:prstGeom prst="rect">
            <a:avLst/>
          </a:prstGeom>
          <a:noFill/>
          <a:ln>
            <a:noFill/>
            <a:miter lim="800000"/>
          </a:ln>
          <a:effectLst/>
        </p:spPr>
      </p:pic>
      <p:grpSp>
        <p:nvGrpSpPr>
          <p:cNvPr id="48856" name=""/>
          <p:cNvGrpSpPr/>
          <p:nvPr/>
        </p:nvGrpSpPr>
        <p:grpSpPr>
          <a:xfrm>
            <a:off x="4487863" y="3522663"/>
            <a:ext cx="368300" cy="765175"/>
            <a:chOff x="2830" y="2255"/>
            <a:chExt cx="229" cy="532"/>
          </a:xfrm>
        </p:grpSpPr>
        <p:sp>
          <p:nvSpPr>
            <p:cNvPr id="48857" name=""/>
            <p:cNvSpPr/>
            <p:nvPr/>
          </p:nvSpPr>
          <p:spPr>
            <a:xfrm>
              <a:off x="2866" y="2491"/>
              <a:ext cx="155" cy="287"/>
            </a:xfrm>
            <a:custGeom>
              <a:pathLst>
                <a:path w="155" h="287">
                  <a:moveTo>
                    <a:pt x="2" y="0"/>
                  </a:moveTo>
                  <a:lnTo>
                    <a:pt x="151" y="0"/>
                  </a:lnTo>
                  <a:lnTo>
                    <a:pt x="152" y="0"/>
                  </a:lnTo>
                  <a:lnTo>
                    <a:pt x="154" y="2"/>
                  </a:lnTo>
                  <a:lnTo>
                    <a:pt x="154" y="4"/>
                  </a:lnTo>
                  <a:lnTo>
                    <a:pt x="154" y="282"/>
                  </a:lnTo>
                  <a:lnTo>
                    <a:pt x="154" y="284"/>
                  </a:lnTo>
                  <a:lnTo>
                    <a:pt x="152" y="285"/>
                  </a:lnTo>
                  <a:lnTo>
                    <a:pt x="151" y="286"/>
                  </a:lnTo>
                  <a:lnTo>
                    <a:pt x="2" y="286"/>
                  </a:lnTo>
                  <a:lnTo>
                    <a:pt x="0" y="285"/>
                  </a:lnTo>
                  <a:lnTo>
                    <a:pt x="0" y="284"/>
                  </a:lnTo>
                  <a:lnTo>
                    <a:pt x="0" y="282"/>
                  </a:lnTo>
                  <a:lnTo>
                    <a:pt x="0" y="4"/>
                  </a:lnTo>
                  <a:lnTo>
                    <a:pt x="0" y="2"/>
                  </a:lnTo>
                  <a:lnTo>
                    <a:pt x="0" y="0"/>
                  </a:lnTo>
                  <a:lnTo>
                    <a:pt x="2" y="0"/>
                  </a:lnTo>
                </a:path>
              </a:pathLst>
            </a:custGeom>
            <a:solidFill>
              <a:srgbClr val="F0E0C0"/>
            </a:solidFill>
            <a:ln cap="rnd">
              <a:noFill/>
              <a:round/>
            </a:ln>
            <a:effectLst/>
          </p:spPr>
        </p:sp>
        <p:sp>
          <p:nvSpPr>
            <p:cNvPr id="48858" name=""/>
            <p:cNvSpPr/>
            <p:nvPr/>
          </p:nvSpPr>
          <p:spPr>
            <a:xfrm>
              <a:off x="2866" y="2737"/>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59" name=""/>
            <p:cNvSpPr/>
            <p:nvPr/>
          </p:nvSpPr>
          <p:spPr>
            <a:xfrm>
              <a:off x="2866" y="2729"/>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0" name=""/>
            <p:cNvSpPr/>
            <p:nvPr/>
          </p:nvSpPr>
          <p:spPr>
            <a:xfrm>
              <a:off x="2866" y="2720"/>
              <a:ext cx="155" cy="17"/>
            </a:xfrm>
            <a:custGeom>
              <a:pathLst>
                <a:path w="155" h="17">
                  <a:moveTo>
                    <a:pt x="0" y="0"/>
                  </a:moveTo>
                  <a:lnTo>
                    <a:pt x="154" y="0"/>
                  </a:lnTo>
                  <a:lnTo>
                    <a:pt x="154" y="16"/>
                  </a:lnTo>
                  <a:lnTo>
                    <a:pt x="0" y="16"/>
                  </a:lnTo>
                  <a:lnTo>
                    <a:pt x="0" y="0"/>
                  </a:lnTo>
                </a:path>
              </a:pathLst>
            </a:custGeom>
            <a:solidFill>
              <a:srgbClr val="404040"/>
            </a:solidFill>
            <a:ln cap="rnd">
              <a:noFill/>
              <a:round/>
            </a:ln>
            <a:effectLst/>
          </p:spPr>
        </p:sp>
        <p:sp>
          <p:nvSpPr>
            <p:cNvPr id="48861" name=""/>
            <p:cNvSpPr/>
            <p:nvPr/>
          </p:nvSpPr>
          <p:spPr>
            <a:xfrm>
              <a:off x="2866" y="2720"/>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2" name=""/>
            <p:cNvSpPr/>
            <p:nvPr/>
          </p:nvSpPr>
          <p:spPr>
            <a:xfrm>
              <a:off x="2866" y="2710"/>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3" name=""/>
            <p:cNvSpPr/>
            <p:nvPr/>
          </p:nvSpPr>
          <p:spPr>
            <a:xfrm>
              <a:off x="2866" y="2701"/>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4" name=""/>
            <p:cNvSpPr/>
            <p:nvPr/>
          </p:nvSpPr>
          <p:spPr>
            <a:xfrm>
              <a:off x="2866" y="2692"/>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5" name=""/>
            <p:cNvSpPr/>
            <p:nvPr/>
          </p:nvSpPr>
          <p:spPr>
            <a:xfrm>
              <a:off x="2866" y="2682"/>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6" name=""/>
            <p:cNvSpPr/>
            <p:nvPr/>
          </p:nvSpPr>
          <p:spPr>
            <a:xfrm>
              <a:off x="2866" y="2674"/>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7" name=""/>
            <p:cNvSpPr/>
            <p:nvPr/>
          </p:nvSpPr>
          <p:spPr>
            <a:xfrm>
              <a:off x="2866" y="2666"/>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8" name=""/>
            <p:cNvSpPr/>
            <p:nvPr/>
          </p:nvSpPr>
          <p:spPr>
            <a:xfrm>
              <a:off x="2866" y="2655"/>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69" name=""/>
            <p:cNvSpPr/>
            <p:nvPr/>
          </p:nvSpPr>
          <p:spPr>
            <a:xfrm>
              <a:off x="2866" y="2647"/>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70" name=""/>
            <p:cNvSpPr/>
            <p:nvPr/>
          </p:nvSpPr>
          <p:spPr>
            <a:xfrm>
              <a:off x="2866" y="2637"/>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71" name=""/>
            <p:cNvSpPr/>
            <p:nvPr/>
          </p:nvSpPr>
          <p:spPr>
            <a:xfrm>
              <a:off x="2866" y="2629"/>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72" name=""/>
            <p:cNvSpPr/>
            <p:nvPr/>
          </p:nvSpPr>
          <p:spPr>
            <a:xfrm>
              <a:off x="2866" y="2618"/>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73" name=""/>
            <p:cNvSpPr/>
            <p:nvPr/>
          </p:nvSpPr>
          <p:spPr>
            <a:xfrm>
              <a:off x="2866" y="2610"/>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74" name=""/>
            <p:cNvSpPr/>
            <p:nvPr/>
          </p:nvSpPr>
          <p:spPr>
            <a:xfrm>
              <a:off x="2866" y="2601"/>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48875" name=""/>
            <p:cNvSpPr/>
            <p:nvPr/>
          </p:nvSpPr>
          <p:spPr>
            <a:xfrm>
              <a:off x="2830" y="2766"/>
              <a:ext cx="111" cy="21"/>
            </a:xfrm>
            <a:custGeom>
              <a:pathLst>
                <a:path w="111" h="21">
                  <a:moveTo>
                    <a:pt x="35" y="0"/>
                  </a:moveTo>
                  <a:lnTo>
                    <a:pt x="31" y="0"/>
                  </a:lnTo>
                  <a:lnTo>
                    <a:pt x="31" y="9"/>
                  </a:lnTo>
                  <a:lnTo>
                    <a:pt x="0" y="17"/>
                  </a:lnTo>
                  <a:lnTo>
                    <a:pt x="0" y="20"/>
                  </a:lnTo>
                  <a:lnTo>
                    <a:pt x="110" y="20"/>
                  </a:lnTo>
                  <a:lnTo>
                    <a:pt x="110" y="14"/>
                  </a:lnTo>
                  <a:lnTo>
                    <a:pt x="35" y="14"/>
                  </a:lnTo>
                  <a:lnTo>
                    <a:pt x="35" y="0"/>
                  </a:lnTo>
                </a:path>
              </a:pathLst>
            </a:custGeom>
            <a:solidFill>
              <a:srgbClr val="808060"/>
            </a:solidFill>
            <a:ln cap="rnd">
              <a:noFill/>
              <a:round/>
            </a:ln>
            <a:effectLst/>
          </p:spPr>
        </p:sp>
        <p:sp>
          <p:nvSpPr>
            <p:cNvPr id="48876" name=""/>
            <p:cNvSpPr/>
            <p:nvPr/>
          </p:nvSpPr>
          <p:spPr>
            <a:xfrm>
              <a:off x="2948" y="2766"/>
              <a:ext cx="111" cy="21"/>
            </a:xfrm>
            <a:custGeom>
              <a:pathLst>
                <a:path w="111" h="21">
                  <a:moveTo>
                    <a:pt x="74" y="0"/>
                  </a:moveTo>
                  <a:lnTo>
                    <a:pt x="79" y="0"/>
                  </a:lnTo>
                  <a:lnTo>
                    <a:pt x="79" y="9"/>
                  </a:lnTo>
                  <a:lnTo>
                    <a:pt x="110" y="17"/>
                  </a:lnTo>
                  <a:lnTo>
                    <a:pt x="110" y="20"/>
                  </a:lnTo>
                  <a:lnTo>
                    <a:pt x="0" y="20"/>
                  </a:lnTo>
                  <a:lnTo>
                    <a:pt x="0" y="14"/>
                  </a:lnTo>
                  <a:lnTo>
                    <a:pt x="74" y="14"/>
                  </a:lnTo>
                  <a:lnTo>
                    <a:pt x="74" y="0"/>
                  </a:lnTo>
                </a:path>
              </a:pathLst>
            </a:custGeom>
            <a:solidFill>
              <a:srgbClr val="808060"/>
            </a:solidFill>
            <a:ln cap="rnd">
              <a:noFill/>
              <a:round/>
            </a:ln>
            <a:effectLst/>
          </p:spPr>
        </p:sp>
        <p:sp>
          <p:nvSpPr>
            <p:cNvPr id="48877" name=""/>
            <p:cNvSpPr/>
            <p:nvPr/>
          </p:nvSpPr>
          <p:spPr>
            <a:xfrm>
              <a:off x="2895" y="2677"/>
              <a:ext cx="106" cy="101"/>
            </a:xfrm>
            <a:custGeom>
              <a:pathLst>
                <a:path w="106" h="101">
                  <a:moveTo>
                    <a:pt x="0" y="1"/>
                  </a:moveTo>
                  <a:lnTo>
                    <a:pt x="0" y="100"/>
                  </a:lnTo>
                  <a:lnTo>
                    <a:pt x="105" y="100"/>
                  </a:lnTo>
                  <a:lnTo>
                    <a:pt x="105" y="0"/>
                  </a:lnTo>
                </a:path>
              </a:pathLst>
            </a:custGeom>
            <a:noFill/>
            <a:ln w="12700" cap="rnd" cmpd="sng">
              <a:solidFill>
                <a:srgbClr val="808060"/>
              </a:solidFill>
              <a:prstDash val="solid"/>
              <a:round/>
              <a:headEnd type="none" w="sm" len="sm"/>
              <a:tailEnd type="none" w="sm" len="sm"/>
            </a:ln>
            <a:effectLst/>
          </p:spPr>
        </p:sp>
        <p:sp>
          <p:nvSpPr>
            <p:cNvPr id="48878" name=""/>
            <p:cNvSpPr/>
            <p:nvPr/>
          </p:nvSpPr>
          <p:spPr>
            <a:xfrm>
              <a:off x="2866" y="2255"/>
              <a:ext cx="155" cy="213"/>
            </a:xfrm>
            <a:custGeom>
              <a:pathLst>
                <a:path w="155" h="213">
                  <a:moveTo>
                    <a:pt x="3" y="212"/>
                  </a:moveTo>
                  <a:lnTo>
                    <a:pt x="150" y="212"/>
                  </a:lnTo>
                  <a:lnTo>
                    <a:pt x="152" y="212"/>
                  </a:lnTo>
                  <a:lnTo>
                    <a:pt x="153" y="210"/>
                  </a:lnTo>
                  <a:lnTo>
                    <a:pt x="154" y="208"/>
                  </a:lnTo>
                  <a:lnTo>
                    <a:pt x="154" y="5"/>
                  </a:lnTo>
                  <a:lnTo>
                    <a:pt x="153" y="3"/>
                  </a:lnTo>
                  <a:lnTo>
                    <a:pt x="152" y="1"/>
                  </a:lnTo>
                  <a:lnTo>
                    <a:pt x="151" y="1"/>
                  </a:lnTo>
                  <a:lnTo>
                    <a:pt x="3" y="0"/>
                  </a:lnTo>
                  <a:lnTo>
                    <a:pt x="1" y="1"/>
                  </a:lnTo>
                  <a:lnTo>
                    <a:pt x="0" y="2"/>
                  </a:lnTo>
                  <a:lnTo>
                    <a:pt x="0" y="5"/>
                  </a:lnTo>
                  <a:lnTo>
                    <a:pt x="0" y="208"/>
                  </a:lnTo>
                  <a:lnTo>
                    <a:pt x="0" y="210"/>
                  </a:lnTo>
                  <a:lnTo>
                    <a:pt x="1" y="212"/>
                  </a:lnTo>
                  <a:lnTo>
                    <a:pt x="3" y="212"/>
                  </a:lnTo>
                </a:path>
              </a:pathLst>
            </a:custGeom>
            <a:solidFill>
              <a:srgbClr val="F0E0C0"/>
            </a:solidFill>
            <a:ln cap="rnd">
              <a:noFill/>
              <a:round/>
            </a:ln>
            <a:effectLst/>
          </p:spPr>
        </p:sp>
        <p:sp>
          <p:nvSpPr>
            <p:cNvPr id="48879" name=""/>
            <p:cNvSpPr/>
            <p:nvPr/>
          </p:nvSpPr>
          <p:spPr>
            <a:xfrm>
              <a:off x="2882" y="2318"/>
              <a:ext cx="124" cy="131"/>
            </a:xfrm>
            <a:custGeom>
              <a:pathLst>
                <a:path w="124" h="131">
                  <a:moveTo>
                    <a:pt x="5" y="130"/>
                  </a:moveTo>
                  <a:lnTo>
                    <a:pt x="118" y="130"/>
                  </a:lnTo>
                  <a:lnTo>
                    <a:pt x="119" y="130"/>
                  </a:lnTo>
                  <a:lnTo>
                    <a:pt x="121" y="129"/>
                  </a:lnTo>
                  <a:lnTo>
                    <a:pt x="122" y="128"/>
                  </a:lnTo>
                  <a:lnTo>
                    <a:pt x="123" y="126"/>
                  </a:lnTo>
                  <a:lnTo>
                    <a:pt x="123" y="124"/>
                  </a:lnTo>
                  <a:lnTo>
                    <a:pt x="123" y="6"/>
                  </a:lnTo>
                  <a:lnTo>
                    <a:pt x="123" y="4"/>
                  </a:lnTo>
                  <a:lnTo>
                    <a:pt x="122" y="2"/>
                  </a:lnTo>
                  <a:lnTo>
                    <a:pt x="121" y="0"/>
                  </a:lnTo>
                  <a:lnTo>
                    <a:pt x="119" y="0"/>
                  </a:lnTo>
                  <a:lnTo>
                    <a:pt x="118" y="0"/>
                  </a:lnTo>
                  <a:lnTo>
                    <a:pt x="5" y="0"/>
                  </a:lnTo>
                  <a:lnTo>
                    <a:pt x="3" y="0"/>
                  </a:lnTo>
                  <a:lnTo>
                    <a:pt x="2" y="0"/>
                  </a:lnTo>
                  <a:lnTo>
                    <a:pt x="1" y="2"/>
                  </a:lnTo>
                  <a:lnTo>
                    <a:pt x="0" y="4"/>
                  </a:lnTo>
                  <a:lnTo>
                    <a:pt x="0" y="6"/>
                  </a:lnTo>
                  <a:lnTo>
                    <a:pt x="0" y="124"/>
                  </a:lnTo>
                  <a:lnTo>
                    <a:pt x="0" y="126"/>
                  </a:lnTo>
                  <a:lnTo>
                    <a:pt x="0" y="127"/>
                  </a:lnTo>
                  <a:lnTo>
                    <a:pt x="2" y="129"/>
                  </a:lnTo>
                  <a:lnTo>
                    <a:pt x="3" y="130"/>
                  </a:lnTo>
                  <a:lnTo>
                    <a:pt x="5" y="130"/>
                  </a:lnTo>
                </a:path>
              </a:pathLst>
            </a:custGeom>
            <a:solidFill>
              <a:srgbClr val="F0E0C0"/>
            </a:solidFill>
            <a:ln cap="rnd">
              <a:noFill/>
              <a:round/>
            </a:ln>
            <a:effectLst/>
          </p:spPr>
        </p:sp>
        <p:sp>
          <p:nvSpPr>
            <p:cNvPr id="48880" name=""/>
            <p:cNvSpPr/>
            <p:nvPr/>
          </p:nvSpPr>
          <p:spPr>
            <a:xfrm>
              <a:off x="2885" y="2355"/>
              <a:ext cx="124" cy="17"/>
            </a:xfrm>
            <a:custGeom>
              <a:pathLst>
                <a:path w="124" h="17">
                  <a:moveTo>
                    <a:pt x="0" y="0"/>
                  </a:moveTo>
                  <a:lnTo>
                    <a:pt x="123" y="0"/>
                  </a:lnTo>
                  <a:lnTo>
                    <a:pt x="123" y="16"/>
                  </a:lnTo>
                  <a:lnTo>
                    <a:pt x="0" y="16"/>
                  </a:lnTo>
                  <a:lnTo>
                    <a:pt x="0" y="0"/>
                  </a:lnTo>
                </a:path>
              </a:pathLst>
            </a:custGeom>
            <a:solidFill>
              <a:srgbClr val="505020"/>
            </a:solidFill>
            <a:ln w="12700" cap="rnd" cmpd="sng">
              <a:solidFill>
                <a:srgbClr val="000000"/>
              </a:solidFill>
              <a:prstDash val="solid"/>
              <a:round/>
            </a:ln>
            <a:effectLst/>
          </p:spPr>
        </p:sp>
        <p:sp>
          <p:nvSpPr>
            <p:cNvPr id="48881" name=""/>
            <p:cNvSpPr/>
            <p:nvPr/>
          </p:nvSpPr>
          <p:spPr>
            <a:xfrm>
              <a:off x="2885" y="2394"/>
              <a:ext cx="125" cy="17"/>
            </a:xfrm>
            <a:custGeom>
              <a:pathLst>
                <a:path w="125" h="17">
                  <a:moveTo>
                    <a:pt x="0" y="0"/>
                  </a:moveTo>
                  <a:lnTo>
                    <a:pt x="124" y="0"/>
                  </a:lnTo>
                  <a:lnTo>
                    <a:pt x="124" y="16"/>
                  </a:lnTo>
                  <a:lnTo>
                    <a:pt x="0" y="16"/>
                  </a:lnTo>
                  <a:lnTo>
                    <a:pt x="0" y="0"/>
                  </a:lnTo>
                </a:path>
              </a:pathLst>
            </a:custGeom>
            <a:solidFill>
              <a:srgbClr val="505020"/>
            </a:solidFill>
            <a:ln w="12700" cap="rnd" cmpd="sng">
              <a:solidFill>
                <a:srgbClr val="000000"/>
              </a:solidFill>
              <a:prstDash val="solid"/>
              <a:round/>
            </a:ln>
            <a:effectLst/>
          </p:spPr>
        </p:sp>
        <p:sp>
          <p:nvSpPr>
            <p:cNvPr id="48882" name=""/>
            <p:cNvSpPr/>
            <p:nvPr/>
          </p:nvSpPr>
          <p:spPr>
            <a:xfrm>
              <a:off x="2884" y="2322"/>
              <a:ext cx="121" cy="30"/>
            </a:xfrm>
            <a:custGeom>
              <a:pathLst>
                <a:path w="121" h="30">
                  <a:moveTo>
                    <a:pt x="2" y="29"/>
                  </a:moveTo>
                  <a:lnTo>
                    <a:pt x="118" y="29"/>
                  </a:lnTo>
                  <a:lnTo>
                    <a:pt x="119" y="29"/>
                  </a:lnTo>
                  <a:lnTo>
                    <a:pt x="120" y="27"/>
                  </a:lnTo>
                  <a:lnTo>
                    <a:pt x="120" y="3"/>
                  </a:lnTo>
                  <a:lnTo>
                    <a:pt x="120" y="1"/>
                  </a:lnTo>
                  <a:lnTo>
                    <a:pt x="118" y="0"/>
                  </a:lnTo>
                  <a:lnTo>
                    <a:pt x="2" y="0"/>
                  </a:lnTo>
                  <a:lnTo>
                    <a:pt x="0" y="1"/>
                  </a:lnTo>
                  <a:lnTo>
                    <a:pt x="0" y="2"/>
                  </a:lnTo>
                  <a:lnTo>
                    <a:pt x="0" y="27"/>
                  </a:lnTo>
                  <a:lnTo>
                    <a:pt x="0" y="28"/>
                  </a:lnTo>
                  <a:lnTo>
                    <a:pt x="1" y="29"/>
                  </a:lnTo>
                  <a:lnTo>
                    <a:pt x="2" y="29"/>
                  </a:lnTo>
                </a:path>
              </a:pathLst>
            </a:custGeom>
            <a:solidFill>
              <a:srgbClr val="C0C080"/>
            </a:solidFill>
            <a:ln cap="rnd">
              <a:noFill/>
              <a:round/>
            </a:ln>
            <a:effectLst/>
          </p:spPr>
        </p:sp>
        <p:sp>
          <p:nvSpPr>
            <p:cNvPr id="48883" name=""/>
            <p:cNvSpPr/>
            <p:nvPr/>
          </p:nvSpPr>
          <p:spPr>
            <a:xfrm>
              <a:off x="2916" y="2324"/>
              <a:ext cx="44" cy="20"/>
            </a:xfrm>
            <a:custGeom>
              <a:pathLst>
                <a:path w="44" h="20">
                  <a:moveTo>
                    <a:pt x="1" y="0"/>
                  </a:moveTo>
                  <a:lnTo>
                    <a:pt x="41" y="0"/>
                  </a:lnTo>
                  <a:lnTo>
                    <a:pt x="42" y="0"/>
                  </a:lnTo>
                  <a:lnTo>
                    <a:pt x="43" y="2"/>
                  </a:lnTo>
                  <a:lnTo>
                    <a:pt x="43" y="17"/>
                  </a:lnTo>
                  <a:lnTo>
                    <a:pt x="42" y="19"/>
                  </a:lnTo>
                  <a:lnTo>
                    <a:pt x="41" y="19"/>
                  </a:lnTo>
                  <a:lnTo>
                    <a:pt x="1" y="19"/>
                  </a:lnTo>
                  <a:lnTo>
                    <a:pt x="0" y="19"/>
                  </a:lnTo>
                  <a:lnTo>
                    <a:pt x="0" y="17"/>
                  </a:lnTo>
                  <a:lnTo>
                    <a:pt x="0" y="2"/>
                  </a:lnTo>
                  <a:lnTo>
                    <a:pt x="0" y="0"/>
                  </a:lnTo>
                  <a:lnTo>
                    <a:pt x="1" y="0"/>
                  </a:lnTo>
                </a:path>
              </a:pathLst>
            </a:custGeom>
            <a:solidFill>
              <a:srgbClr val="00DFCA"/>
            </a:solidFill>
            <a:ln cap="rnd">
              <a:noFill/>
              <a:round/>
            </a:ln>
            <a:effectLst/>
          </p:spPr>
        </p:sp>
        <p:sp>
          <p:nvSpPr>
            <p:cNvPr id="48884" name=""/>
            <p:cNvSpPr/>
            <p:nvPr/>
          </p:nvSpPr>
          <p:spPr>
            <a:xfrm>
              <a:off x="2981" y="2324"/>
              <a:ext cx="17" cy="1"/>
            </a:xfrm>
            <a:custGeom>
              <a:pathLst>
                <a:path w="17" h="1">
                  <a:moveTo>
                    <a:pt x="1" y="0"/>
                  </a:moveTo>
                  <a:lnTo>
                    <a:pt x="14" y="0"/>
                  </a:lnTo>
                  <a:lnTo>
                    <a:pt x="14" y="0"/>
                  </a:lnTo>
                  <a:lnTo>
                    <a:pt x="16" y="0"/>
                  </a:lnTo>
                  <a:lnTo>
                    <a:pt x="14" y="0"/>
                  </a:lnTo>
                  <a:lnTo>
                    <a:pt x="1" y="0"/>
                  </a:lnTo>
                  <a:lnTo>
                    <a:pt x="1" y="0"/>
                  </a:lnTo>
                  <a:lnTo>
                    <a:pt x="0" y="0"/>
                  </a:lnTo>
                  <a:lnTo>
                    <a:pt x="1" y="0"/>
                  </a:lnTo>
                </a:path>
              </a:pathLst>
            </a:custGeom>
            <a:solidFill>
              <a:srgbClr val="808050"/>
            </a:solidFill>
            <a:ln cap="rnd">
              <a:noFill/>
              <a:round/>
            </a:ln>
            <a:effectLst/>
          </p:spPr>
        </p:sp>
        <p:sp>
          <p:nvSpPr>
            <p:cNvPr id="48885" name=""/>
            <p:cNvSpPr/>
            <p:nvPr/>
          </p:nvSpPr>
          <p:spPr>
            <a:xfrm>
              <a:off x="2981" y="2324"/>
              <a:ext cx="17" cy="1"/>
            </a:xfrm>
            <a:custGeom>
              <a:pathLst>
                <a:path w="17" h="1">
                  <a:moveTo>
                    <a:pt x="1" y="0"/>
                  </a:moveTo>
                  <a:lnTo>
                    <a:pt x="14" y="0"/>
                  </a:lnTo>
                  <a:lnTo>
                    <a:pt x="16" y="0"/>
                  </a:lnTo>
                  <a:lnTo>
                    <a:pt x="16" y="0"/>
                  </a:lnTo>
                  <a:lnTo>
                    <a:pt x="14" y="0"/>
                  </a:lnTo>
                  <a:lnTo>
                    <a:pt x="1" y="0"/>
                  </a:lnTo>
                  <a:lnTo>
                    <a:pt x="0" y="0"/>
                  </a:lnTo>
                  <a:lnTo>
                    <a:pt x="0" y="0"/>
                  </a:lnTo>
                  <a:lnTo>
                    <a:pt x="1" y="0"/>
                  </a:lnTo>
                </a:path>
              </a:pathLst>
            </a:custGeom>
            <a:solidFill>
              <a:srgbClr val="C0C080"/>
            </a:solidFill>
            <a:ln cap="rnd">
              <a:noFill/>
              <a:round/>
            </a:ln>
            <a:effectLst/>
          </p:spPr>
        </p:sp>
        <p:sp>
          <p:nvSpPr>
            <p:cNvPr id="48886" name=""/>
            <p:cNvSpPr/>
            <p:nvPr/>
          </p:nvSpPr>
          <p:spPr>
            <a:xfrm>
              <a:off x="2890" y="2333"/>
              <a:ext cx="111" cy="1"/>
            </a:xfrm>
            <a:custGeom>
              <a:pathLst>
                <a:path w="111" h="1">
                  <a:moveTo>
                    <a:pt x="1" y="0"/>
                  </a:moveTo>
                  <a:lnTo>
                    <a:pt x="108" y="0"/>
                  </a:lnTo>
                  <a:lnTo>
                    <a:pt x="110" y="0"/>
                  </a:lnTo>
                  <a:lnTo>
                    <a:pt x="110" y="0"/>
                  </a:lnTo>
                  <a:lnTo>
                    <a:pt x="110" y="0"/>
                  </a:lnTo>
                  <a:lnTo>
                    <a:pt x="110" y="0"/>
                  </a:lnTo>
                  <a:lnTo>
                    <a:pt x="108"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48887" name=""/>
            <p:cNvSpPr/>
            <p:nvPr/>
          </p:nvSpPr>
          <p:spPr>
            <a:xfrm>
              <a:off x="2885" y="2358"/>
              <a:ext cx="120" cy="32"/>
            </a:xfrm>
            <a:custGeom>
              <a:pathLst>
                <a:path w="120" h="32">
                  <a:moveTo>
                    <a:pt x="0" y="31"/>
                  </a:moveTo>
                  <a:lnTo>
                    <a:pt x="117" y="31"/>
                  </a:lnTo>
                  <a:lnTo>
                    <a:pt x="119" y="31"/>
                  </a:lnTo>
                  <a:lnTo>
                    <a:pt x="119" y="29"/>
                  </a:lnTo>
                  <a:lnTo>
                    <a:pt x="119" y="3"/>
                  </a:lnTo>
                  <a:lnTo>
                    <a:pt x="118" y="1"/>
                  </a:lnTo>
                  <a:lnTo>
                    <a:pt x="117" y="0"/>
                  </a:lnTo>
                  <a:lnTo>
                    <a:pt x="0" y="0"/>
                  </a:lnTo>
                  <a:lnTo>
                    <a:pt x="0" y="1"/>
                  </a:lnTo>
                  <a:lnTo>
                    <a:pt x="0" y="3"/>
                  </a:lnTo>
                  <a:lnTo>
                    <a:pt x="0" y="29"/>
                  </a:lnTo>
                  <a:lnTo>
                    <a:pt x="0" y="31"/>
                  </a:lnTo>
                  <a:lnTo>
                    <a:pt x="0" y="31"/>
                  </a:lnTo>
                </a:path>
              </a:pathLst>
            </a:custGeom>
            <a:solidFill>
              <a:srgbClr val="C0C080"/>
            </a:solidFill>
            <a:ln cap="rnd">
              <a:noFill/>
              <a:round/>
            </a:ln>
            <a:effectLst/>
          </p:spPr>
        </p:sp>
        <p:sp>
          <p:nvSpPr>
            <p:cNvPr id="48888" name=""/>
            <p:cNvSpPr/>
            <p:nvPr/>
          </p:nvSpPr>
          <p:spPr>
            <a:xfrm>
              <a:off x="2916" y="2362"/>
              <a:ext cx="44" cy="23"/>
            </a:xfrm>
            <a:custGeom>
              <a:pathLst>
                <a:path w="44" h="23">
                  <a:moveTo>
                    <a:pt x="2" y="0"/>
                  </a:moveTo>
                  <a:lnTo>
                    <a:pt x="40" y="0"/>
                  </a:lnTo>
                  <a:lnTo>
                    <a:pt x="42" y="0"/>
                  </a:lnTo>
                  <a:lnTo>
                    <a:pt x="43" y="2"/>
                  </a:lnTo>
                  <a:lnTo>
                    <a:pt x="43" y="3"/>
                  </a:lnTo>
                  <a:lnTo>
                    <a:pt x="43" y="19"/>
                  </a:lnTo>
                  <a:lnTo>
                    <a:pt x="43" y="21"/>
                  </a:lnTo>
                  <a:lnTo>
                    <a:pt x="41" y="22"/>
                  </a:lnTo>
                  <a:lnTo>
                    <a:pt x="40" y="22"/>
                  </a:lnTo>
                  <a:lnTo>
                    <a:pt x="2" y="22"/>
                  </a:lnTo>
                  <a:lnTo>
                    <a:pt x="0" y="22"/>
                  </a:lnTo>
                  <a:lnTo>
                    <a:pt x="0" y="21"/>
                  </a:lnTo>
                  <a:lnTo>
                    <a:pt x="0" y="19"/>
                  </a:lnTo>
                  <a:lnTo>
                    <a:pt x="0" y="3"/>
                  </a:lnTo>
                  <a:lnTo>
                    <a:pt x="0" y="1"/>
                  </a:lnTo>
                  <a:lnTo>
                    <a:pt x="1" y="0"/>
                  </a:lnTo>
                  <a:lnTo>
                    <a:pt x="2" y="0"/>
                  </a:lnTo>
                </a:path>
              </a:pathLst>
            </a:custGeom>
            <a:solidFill>
              <a:srgbClr val="00DFCA"/>
            </a:solidFill>
            <a:ln cap="rnd">
              <a:noFill/>
              <a:round/>
            </a:ln>
            <a:effectLst/>
          </p:spPr>
        </p:sp>
        <p:sp>
          <p:nvSpPr>
            <p:cNvPr id="48889" name=""/>
            <p:cNvSpPr/>
            <p:nvPr/>
          </p:nvSpPr>
          <p:spPr>
            <a:xfrm>
              <a:off x="2969" y="2381"/>
              <a:ext cx="17" cy="1"/>
            </a:xfrm>
            <a:custGeom>
              <a:pathLst>
                <a:path w="17" h="1">
                  <a:moveTo>
                    <a:pt x="2" y="0"/>
                  </a:moveTo>
                  <a:lnTo>
                    <a:pt x="13" y="0"/>
                  </a:lnTo>
                  <a:lnTo>
                    <a:pt x="13" y="0"/>
                  </a:lnTo>
                  <a:lnTo>
                    <a:pt x="16" y="0"/>
                  </a:lnTo>
                  <a:lnTo>
                    <a:pt x="16" y="0"/>
                  </a:lnTo>
                  <a:lnTo>
                    <a:pt x="14" y="0"/>
                  </a:lnTo>
                  <a:lnTo>
                    <a:pt x="13" y="0"/>
                  </a:lnTo>
                  <a:lnTo>
                    <a:pt x="2" y="0"/>
                  </a:lnTo>
                  <a:lnTo>
                    <a:pt x="1" y="0"/>
                  </a:lnTo>
                  <a:lnTo>
                    <a:pt x="0" y="0"/>
                  </a:lnTo>
                  <a:lnTo>
                    <a:pt x="0" y="0"/>
                  </a:lnTo>
                  <a:lnTo>
                    <a:pt x="1" y="0"/>
                  </a:lnTo>
                  <a:lnTo>
                    <a:pt x="2" y="0"/>
                  </a:lnTo>
                </a:path>
              </a:pathLst>
            </a:custGeom>
            <a:solidFill>
              <a:srgbClr val="808050"/>
            </a:solidFill>
            <a:ln cap="rnd">
              <a:noFill/>
              <a:round/>
            </a:ln>
            <a:effectLst/>
          </p:spPr>
        </p:sp>
        <p:sp>
          <p:nvSpPr>
            <p:cNvPr id="48890" name=""/>
            <p:cNvSpPr/>
            <p:nvPr/>
          </p:nvSpPr>
          <p:spPr>
            <a:xfrm>
              <a:off x="2969" y="2381"/>
              <a:ext cx="17" cy="1"/>
            </a:xfrm>
            <a:custGeom>
              <a:pathLst>
                <a:path w="17" h="1">
                  <a:moveTo>
                    <a:pt x="2" y="0"/>
                  </a:moveTo>
                  <a:lnTo>
                    <a:pt x="13" y="0"/>
                  </a:lnTo>
                  <a:lnTo>
                    <a:pt x="13" y="0"/>
                  </a:lnTo>
                  <a:lnTo>
                    <a:pt x="16" y="0"/>
                  </a:lnTo>
                  <a:lnTo>
                    <a:pt x="16" y="0"/>
                  </a:lnTo>
                  <a:lnTo>
                    <a:pt x="14" y="0"/>
                  </a:lnTo>
                  <a:lnTo>
                    <a:pt x="13" y="0"/>
                  </a:lnTo>
                  <a:lnTo>
                    <a:pt x="2" y="0"/>
                  </a:lnTo>
                  <a:lnTo>
                    <a:pt x="1" y="0"/>
                  </a:lnTo>
                  <a:lnTo>
                    <a:pt x="0" y="0"/>
                  </a:lnTo>
                  <a:lnTo>
                    <a:pt x="0" y="0"/>
                  </a:lnTo>
                  <a:lnTo>
                    <a:pt x="1" y="0"/>
                  </a:lnTo>
                  <a:lnTo>
                    <a:pt x="2" y="0"/>
                  </a:lnTo>
                </a:path>
              </a:pathLst>
            </a:custGeom>
            <a:solidFill>
              <a:srgbClr val="C0C080"/>
            </a:solidFill>
            <a:ln cap="rnd">
              <a:noFill/>
              <a:round/>
            </a:ln>
            <a:effectLst/>
          </p:spPr>
        </p:sp>
        <p:sp>
          <p:nvSpPr>
            <p:cNvPr id="48891" name=""/>
            <p:cNvSpPr/>
            <p:nvPr/>
          </p:nvSpPr>
          <p:spPr>
            <a:xfrm>
              <a:off x="2913" y="2366"/>
              <a:ext cx="69" cy="17"/>
            </a:xfrm>
            <a:custGeom>
              <a:pathLst>
                <a:path w="69" h="17">
                  <a:moveTo>
                    <a:pt x="0" y="16"/>
                  </a:moveTo>
                  <a:lnTo>
                    <a:pt x="23" y="16"/>
                  </a:lnTo>
                  <a:lnTo>
                    <a:pt x="23" y="16"/>
                  </a:lnTo>
                  <a:lnTo>
                    <a:pt x="46" y="16"/>
                  </a:lnTo>
                  <a:lnTo>
                    <a:pt x="46" y="16"/>
                  </a:lnTo>
                  <a:lnTo>
                    <a:pt x="68" y="16"/>
                  </a:lnTo>
                  <a:lnTo>
                    <a:pt x="68" y="8"/>
                  </a:lnTo>
                  <a:lnTo>
                    <a:pt x="46" y="8"/>
                  </a:lnTo>
                  <a:lnTo>
                    <a:pt x="46" y="0"/>
                  </a:lnTo>
                  <a:lnTo>
                    <a:pt x="24" y="0"/>
                  </a:lnTo>
                  <a:lnTo>
                    <a:pt x="24" y="0"/>
                  </a:lnTo>
                  <a:lnTo>
                    <a:pt x="0" y="0"/>
                  </a:lnTo>
                  <a:lnTo>
                    <a:pt x="0" y="16"/>
                  </a:lnTo>
                </a:path>
              </a:pathLst>
            </a:custGeom>
            <a:solidFill>
              <a:srgbClr val="A08060"/>
            </a:solidFill>
            <a:ln cap="rnd">
              <a:noFill/>
              <a:round/>
            </a:ln>
            <a:effectLst/>
          </p:spPr>
        </p:sp>
        <p:sp>
          <p:nvSpPr>
            <p:cNvPr id="48892" name=""/>
            <p:cNvSpPr/>
            <p:nvPr/>
          </p:nvSpPr>
          <p:spPr>
            <a:xfrm>
              <a:off x="2885" y="2403"/>
              <a:ext cx="119" cy="17"/>
            </a:xfrm>
            <a:custGeom>
              <a:pathLst>
                <a:path w="119" h="17">
                  <a:moveTo>
                    <a:pt x="0" y="16"/>
                  </a:moveTo>
                  <a:lnTo>
                    <a:pt x="118" y="16"/>
                  </a:lnTo>
                  <a:lnTo>
                    <a:pt x="118" y="0"/>
                  </a:lnTo>
                  <a:lnTo>
                    <a:pt x="0" y="0"/>
                  </a:lnTo>
                  <a:lnTo>
                    <a:pt x="0" y="16"/>
                  </a:lnTo>
                </a:path>
              </a:pathLst>
            </a:custGeom>
            <a:solidFill>
              <a:srgbClr val="505020"/>
            </a:solidFill>
            <a:ln cap="rnd">
              <a:noFill/>
              <a:round/>
            </a:ln>
            <a:effectLst/>
          </p:spPr>
        </p:sp>
        <p:sp>
          <p:nvSpPr>
            <p:cNvPr id="48893" name=""/>
            <p:cNvSpPr/>
            <p:nvPr/>
          </p:nvSpPr>
          <p:spPr>
            <a:xfrm>
              <a:off x="2885" y="2399"/>
              <a:ext cx="120" cy="17"/>
            </a:xfrm>
            <a:custGeom>
              <a:pathLst>
                <a:path w="120" h="17">
                  <a:moveTo>
                    <a:pt x="119" y="16"/>
                  </a:moveTo>
                  <a:lnTo>
                    <a:pt x="118" y="16"/>
                  </a:lnTo>
                  <a:lnTo>
                    <a:pt x="0" y="16"/>
                  </a:lnTo>
                  <a:lnTo>
                    <a:pt x="0" y="0"/>
                  </a:lnTo>
                  <a:lnTo>
                    <a:pt x="118" y="0"/>
                  </a:lnTo>
                  <a:lnTo>
                    <a:pt x="117" y="16"/>
                  </a:lnTo>
                  <a:lnTo>
                    <a:pt x="119" y="16"/>
                  </a:lnTo>
                  <a:lnTo>
                    <a:pt x="118" y="16"/>
                  </a:lnTo>
                  <a:lnTo>
                    <a:pt x="119" y="16"/>
                  </a:lnTo>
                </a:path>
              </a:pathLst>
            </a:custGeom>
            <a:solidFill>
              <a:srgbClr val="000000"/>
            </a:solidFill>
            <a:ln cap="rnd">
              <a:noFill/>
              <a:round/>
            </a:ln>
            <a:effectLst/>
          </p:spPr>
        </p:sp>
        <p:sp>
          <p:nvSpPr>
            <p:cNvPr id="48894" name=""/>
            <p:cNvSpPr/>
            <p:nvPr/>
          </p:nvSpPr>
          <p:spPr>
            <a:xfrm>
              <a:off x="3004" y="2403"/>
              <a:ext cx="17" cy="17"/>
            </a:xfrm>
            <a:custGeom>
              <a:pathLst>
                <a:path w="17" h="17">
                  <a:moveTo>
                    <a:pt x="6" y="0"/>
                  </a:moveTo>
                  <a:lnTo>
                    <a:pt x="0" y="0"/>
                  </a:lnTo>
                  <a:lnTo>
                    <a:pt x="0" y="16"/>
                  </a:lnTo>
                  <a:lnTo>
                    <a:pt x="16" y="16"/>
                  </a:lnTo>
                  <a:lnTo>
                    <a:pt x="16" y="0"/>
                  </a:lnTo>
                  <a:lnTo>
                    <a:pt x="6" y="0"/>
                  </a:lnTo>
                  <a:lnTo>
                    <a:pt x="6" y="0"/>
                  </a:lnTo>
                  <a:lnTo>
                    <a:pt x="0" y="0"/>
                  </a:lnTo>
                  <a:lnTo>
                    <a:pt x="0" y="0"/>
                  </a:lnTo>
                  <a:lnTo>
                    <a:pt x="6" y="0"/>
                  </a:lnTo>
                </a:path>
              </a:pathLst>
            </a:custGeom>
            <a:solidFill>
              <a:srgbClr val="000000"/>
            </a:solidFill>
            <a:ln cap="rnd">
              <a:noFill/>
              <a:round/>
            </a:ln>
            <a:effectLst/>
          </p:spPr>
        </p:sp>
        <p:sp>
          <p:nvSpPr>
            <p:cNvPr id="48895" name=""/>
            <p:cNvSpPr/>
            <p:nvPr/>
          </p:nvSpPr>
          <p:spPr>
            <a:xfrm>
              <a:off x="2884" y="2403"/>
              <a:ext cx="120" cy="17"/>
            </a:xfrm>
            <a:custGeom>
              <a:pathLst>
                <a:path w="120" h="17">
                  <a:moveTo>
                    <a:pt x="0" y="16"/>
                  </a:moveTo>
                  <a:lnTo>
                    <a:pt x="0" y="0"/>
                  </a:lnTo>
                  <a:lnTo>
                    <a:pt x="119" y="0"/>
                  </a:lnTo>
                  <a:lnTo>
                    <a:pt x="119" y="16"/>
                  </a:lnTo>
                  <a:lnTo>
                    <a:pt x="0" y="16"/>
                  </a:lnTo>
                  <a:lnTo>
                    <a:pt x="0" y="16"/>
                  </a:lnTo>
                  <a:lnTo>
                    <a:pt x="0" y="0"/>
                  </a:lnTo>
                  <a:lnTo>
                    <a:pt x="0" y="0"/>
                  </a:lnTo>
                  <a:lnTo>
                    <a:pt x="0" y="16"/>
                  </a:lnTo>
                </a:path>
              </a:pathLst>
            </a:custGeom>
            <a:solidFill>
              <a:srgbClr val="000000"/>
            </a:solidFill>
            <a:ln cap="rnd">
              <a:noFill/>
              <a:round/>
            </a:ln>
            <a:effectLst/>
          </p:spPr>
        </p:sp>
        <p:sp>
          <p:nvSpPr>
            <p:cNvPr id="48896" name=""/>
            <p:cNvSpPr/>
            <p:nvPr/>
          </p:nvSpPr>
          <p:spPr>
            <a:xfrm>
              <a:off x="2878" y="2403"/>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48897" name=""/>
            <p:cNvSpPr/>
            <p:nvPr/>
          </p:nvSpPr>
          <p:spPr>
            <a:xfrm>
              <a:off x="2885" y="2408"/>
              <a:ext cx="120" cy="39"/>
            </a:xfrm>
            <a:custGeom>
              <a:pathLst>
                <a:path w="120" h="39">
                  <a:moveTo>
                    <a:pt x="1" y="0"/>
                  </a:moveTo>
                  <a:lnTo>
                    <a:pt x="117" y="0"/>
                  </a:lnTo>
                  <a:lnTo>
                    <a:pt x="118" y="0"/>
                  </a:lnTo>
                  <a:lnTo>
                    <a:pt x="119" y="1"/>
                  </a:lnTo>
                  <a:lnTo>
                    <a:pt x="119" y="2"/>
                  </a:lnTo>
                  <a:lnTo>
                    <a:pt x="119" y="35"/>
                  </a:lnTo>
                  <a:lnTo>
                    <a:pt x="119" y="36"/>
                  </a:lnTo>
                  <a:lnTo>
                    <a:pt x="119" y="37"/>
                  </a:lnTo>
                  <a:lnTo>
                    <a:pt x="118" y="37"/>
                  </a:lnTo>
                  <a:lnTo>
                    <a:pt x="118" y="38"/>
                  </a:lnTo>
                  <a:lnTo>
                    <a:pt x="117" y="38"/>
                  </a:lnTo>
                  <a:lnTo>
                    <a:pt x="1" y="38"/>
                  </a:lnTo>
                  <a:lnTo>
                    <a:pt x="0" y="38"/>
                  </a:lnTo>
                  <a:lnTo>
                    <a:pt x="0" y="38"/>
                  </a:lnTo>
                  <a:lnTo>
                    <a:pt x="0" y="37"/>
                  </a:lnTo>
                  <a:lnTo>
                    <a:pt x="0" y="36"/>
                  </a:lnTo>
                  <a:lnTo>
                    <a:pt x="0" y="35"/>
                  </a:lnTo>
                  <a:lnTo>
                    <a:pt x="0" y="2"/>
                  </a:lnTo>
                  <a:lnTo>
                    <a:pt x="0" y="1"/>
                  </a:lnTo>
                  <a:lnTo>
                    <a:pt x="0" y="0"/>
                  </a:lnTo>
                  <a:lnTo>
                    <a:pt x="1" y="0"/>
                  </a:lnTo>
                </a:path>
              </a:pathLst>
            </a:custGeom>
            <a:solidFill>
              <a:srgbClr val="C0C080"/>
            </a:solidFill>
            <a:ln cap="rnd">
              <a:noFill/>
              <a:round/>
            </a:ln>
            <a:effectLst/>
          </p:spPr>
        </p:sp>
        <p:sp>
          <p:nvSpPr>
            <p:cNvPr id="48898" name=""/>
            <p:cNvSpPr/>
            <p:nvPr/>
          </p:nvSpPr>
          <p:spPr>
            <a:xfrm>
              <a:off x="2915" y="2414"/>
              <a:ext cx="43" cy="31"/>
            </a:xfrm>
            <a:custGeom>
              <a:pathLst>
                <a:path w="43" h="31">
                  <a:moveTo>
                    <a:pt x="2" y="0"/>
                  </a:moveTo>
                  <a:lnTo>
                    <a:pt x="39" y="0"/>
                  </a:lnTo>
                  <a:lnTo>
                    <a:pt x="40" y="0"/>
                  </a:lnTo>
                  <a:lnTo>
                    <a:pt x="41" y="1"/>
                  </a:lnTo>
                  <a:lnTo>
                    <a:pt x="41" y="2"/>
                  </a:lnTo>
                  <a:lnTo>
                    <a:pt x="42" y="3"/>
                  </a:lnTo>
                  <a:lnTo>
                    <a:pt x="42" y="3"/>
                  </a:lnTo>
                  <a:lnTo>
                    <a:pt x="42" y="27"/>
                  </a:lnTo>
                  <a:lnTo>
                    <a:pt x="41" y="28"/>
                  </a:lnTo>
                  <a:lnTo>
                    <a:pt x="41" y="29"/>
                  </a:lnTo>
                  <a:lnTo>
                    <a:pt x="41" y="30"/>
                  </a:lnTo>
                  <a:lnTo>
                    <a:pt x="40" y="30"/>
                  </a:lnTo>
                  <a:lnTo>
                    <a:pt x="39" y="30"/>
                  </a:lnTo>
                  <a:lnTo>
                    <a:pt x="2" y="30"/>
                  </a:lnTo>
                  <a:lnTo>
                    <a:pt x="1" y="30"/>
                  </a:lnTo>
                  <a:lnTo>
                    <a:pt x="0" y="29"/>
                  </a:lnTo>
                  <a:lnTo>
                    <a:pt x="0" y="28"/>
                  </a:lnTo>
                  <a:lnTo>
                    <a:pt x="0" y="27"/>
                  </a:lnTo>
                  <a:lnTo>
                    <a:pt x="0" y="3"/>
                  </a:lnTo>
                  <a:lnTo>
                    <a:pt x="0" y="3"/>
                  </a:lnTo>
                  <a:lnTo>
                    <a:pt x="0" y="2"/>
                  </a:lnTo>
                  <a:lnTo>
                    <a:pt x="0" y="1"/>
                  </a:lnTo>
                  <a:lnTo>
                    <a:pt x="1" y="0"/>
                  </a:lnTo>
                  <a:lnTo>
                    <a:pt x="2" y="0"/>
                  </a:lnTo>
                </a:path>
              </a:pathLst>
            </a:custGeom>
            <a:solidFill>
              <a:srgbClr val="00DFCA"/>
            </a:solidFill>
            <a:ln cap="rnd">
              <a:noFill/>
              <a:round/>
            </a:ln>
            <a:effectLst/>
          </p:spPr>
        </p:sp>
        <p:sp>
          <p:nvSpPr>
            <p:cNvPr id="48899" name=""/>
            <p:cNvSpPr/>
            <p:nvPr/>
          </p:nvSpPr>
          <p:spPr>
            <a:xfrm>
              <a:off x="2921" y="2415"/>
              <a:ext cx="80" cy="24"/>
            </a:xfrm>
            <a:custGeom>
              <a:pathLst>
                <a:path w="80" h="24">
                  <a:moveTo>
                    <a:pt x="0" y="0"/>
                  </a:moveTo>
                  <a:lnTo>
                    <a:pt x="79" y="0"/>
                  </a:lnTo>
                  <a:lnTo>
                    <a:pt x="79" y="16"/>
                  </a:lnTo>
                  <a:lnTo>
                    <a:pt x="10" y="16"/>
                  </a:lnTo>
                  <a:lnTo>
                    <a:pt x="10" y="23"/>
                  </a:lnTo>
                  <a:lnTo>
                    <a:pt x="0" y="23"/>
                  </a:lnTo>
                  <a:lnTo>
                    <a:pt x="0" y="0"/>
                  </a:lnTo>
                </a:path>
              </a:pathLst>
            </a:custGeom>
            <a:solidFill>
              <a:srgbClr val="404010"/>
            </a:solidFill>
            <a:ln cap="rnd">
              <a:noFill/>
              <a:round/>
            </a:ln>
            <a:effectLst/>
          </p:spPr>
        </p:sp>
        <p:sp>
          <p:nvSpPr>
            <p:cNvPr id="48900" name=""/>
            <p:cNvSpPr/>
            <p:nvPr/>
          </p:nvSpPr>
          <p:spPr>
            <a:xfrm>
              <a:off x="2885" y="2397"/>
              <a:ext cx="120" cy="17"/>
            </a:xfrm>
            <a:custGeom>
              <a:pathLst>
                <a:path w="120" h="17">
                  <a:moveTo>
                    <a:pt x="0" y="16"/>
                  </a:moveTo>
                  <a:lnTo>
                    <a:pt x="119" y="16"/>
                  </a:lnTo>
                  <a:lnTo>
                    <a:pt x="119" y="0"/>
                  </a:lnTo>
                  <a:lnTo>
                    <a:pt x="0" y="0"/>
                  </a:lnTo>
                  <a:lnTo>
                    <a:pt x="0" y="16"/>
                  </a:lnTo>
                </a:path>
              </a:pathLst>
            </a:custGeom>
            <a:solidFill>
              <a:srgbClr val="C0C080"/>
            </a:solidFill>
            <a:ln cap="rnd">
              <a:noFill/>
              <a:round/>
            </a:ln>
            <a:effectLst/>
          </p:spPr>
        </p:sp>
        <p:sp>
          <p:nvSpPr>
            <p:cNvPr id="48901" name=""/>
            <p:cNvSpPr/>
            <p:nvPr/>
          </p:nvSpPr>
          <p:spPr>
            <a:xfrm>
              <a:off x="2882" y="2305"/>
              <a:ext cx="127" cy="1"/>
            </a:xfrm>
            <a:custGeom>
              <a:pathLst>
                <a:path w="127" h="1">
                  <a:moveTo>
                    <a:pt x="1" y="0"/>
                  </a:moveTo>
                  <a:lnTo>
                    <a:pt x="124" y="0"/>
                  </a:lnTo>
                  <a:lnTo>
                    <a:pt x="125" y="0"/>
                  </a:lnTo>
                  <a:lnTo>
                    <a:pt x="126" y="0"/>
                  </a:lnTo>
                  <a:lnTo>
                    <a:pt x="126" y="0"/>
                  </a:lnTo>
                  <a:lnTo>
                    <a:pt x="124" y="0"/>
                  </a:lnTo>
                  <a:lnTo>
                    <a:pt x="1" y="0"/>
                  </a:lnTo>
                  <a:lnTo>
                    <a:pt x="0" y="0"/>
                  </a:lnTo>
                  <a:lnTo>
                    <a:pt x="0" y="0"/>
                  </a:lnTo>
                  <a:lnTo>
                    <a:pt x="0" y="0"/>
                  </a:lnTo>
                  <a:lnTo>
                    <a:pt x="1" y="0"/>
                  </a:lnTo>
                </a:path>
              </a:pathLst>
            </a:custGeom>
            <a:solidFill>
              <a:srgbClr val="E0D0A0"/>
            </a:solidFill>
            <a:ln cap="rnd">
              <a:noFill/>
              <a:round/>
            </a:ln>
            <a:effectLst/>
          </p:spPr>
        </p:sp>
        <p:sp>
          <p:nvSpPr>
            <p:cNvPr id="48902" name=""/>
            <p:cNvSpPr/>
            <p:nvPr/>
          </p:nvSpPr>
          <p:spPr>
            <a:xfrm>
              <a:off x="2890" y="2334"/>
              <a:ext cx="19" cy="17"/>
            </a:xfrm>
            <a:custGeom>
              <a:pathLst>
                <a:path w="19" h="17">
                  <a:moveTo>
                    <a:pt x="0" y="16"/>
                  </a:moveTo>
                  <a:lnTo>
                    <a:pt x="18" y="16"/>
                  </a:lnTo>
                  <a:lnTo>
                    <a:pt x="18" y="12"/>
                  </a:lnTo>
                  <a:lnTo>
                    <a:pt x="18" y="0"/>
                  </a:lnTo>
                  <a:lnTo>
                    <a:pt x="0" y="0"/>
                  </a:lnTo>
                  <a:lnTo>
                    <a:pt x="0" y="4"/>
                  </a:lnTo>
                  <a:lnTo>
                    <a:pt x="0" y="16"/>
                  </a:lnTo>
                  <a:lnTo>
                    <a:pt x="0" y="16"/>
                  </a:lnTo>
                </a:path>
              </a:pathLst>
            </a:custGeom>
            <a:solidFill>
              <a:srgbClr val="E0E0B0"/>
            </a:solidFill>
            <a:ln cap="rnd">
              <a:noFill/>
              <a:round/>
            </a:ln>
            <a:effectLst/>
          </p:spPr>
        </p:sp>
        <p:sp>
          <p:nvSpPr>
            <p:cNvPr id="48903" name=""/>
            <p:cNvSpPr/>
            <p:nvPr/>
          </p:nvSpPr>
          <p:spPr>
            <a:xfrm>
              <a:off x="2915" y="2334"/>
              <a:ext cx="45" cy="17"/>
            </a:xfrm>
            <a:custGeom>
              <a:pathLst>
                <a:path w="45" h="17">
                  <a:moveTo>
                    <a:pt x="0" y="16"/>
                  </a:moveTo>
                  <a:lnTo>
                    <a:pt x="44" y="16"/>
                  </a:lnTo>
                  <a:lnTo>
                    <a:pt x="0" y="0"/>
                  </a:lnTo>
                  <a:lnTo>
                    <a:pt x="0" y="16"/>
                  </a:lnTo>
                </a:path>
              </a:pathLst>
            </a:custGeom>
            <a:solidFill>
              <a:srgbClr val="E0E0B0"/>
            </a:solidFill>
            <a:ln cap="rnd">
              <a:noFill/>
              <a:round/>
            </a:ln>
            <a:effectLst/>
          </p:spPr>
        </p:sp>
        <p:sp>
          <p:nvSpPr>
            <p:cNvPr id="48904" name=""/>
            <p:cNvSpPr/>
            <p:nvPr/>
          </p:nvSpPr>
          <p:spPr>
            <a:xfrm>
              <a:off x="2966" y="2334"/>
              <a:ext cx="35" cy="17"/>
            </a:xfrm>
            <a:custGeom>
              <a:pathLst>
                <a:path w="35" h="17">
                  <a:moveTo>
                    <a:pt x="0" y="16"/>
                  </a:moveTo>
                  <a:lnTo>
                    <a:pt x="33" y="16"/>
                  </a:lnTo>
                  <a:lnTo>
                    <a:pt x="34" y="12"/>
                  </a:lnTo>
                  <a:lnTo>
                    <a:pt x="33" y="0"/>
                  </a:lnTo>
                  <a:lnTo>
                    <a:pt x="0" y="0"/>
                  </a:lnTo>
                  <a:lnTo>
                    <a:pt x="0" y="12"/>
                  </a:lnTo>
                  <a:lnTo>
                    <a:pt x="0" y="16"/>
                  </a:lnTo>
                </a:path>
              </a:pathLst>
            </a:custGeom>
            <a:solidFill>
              <a:srgbClr val="E0E0B0"/>
            </a:solidFill>
            <a:ln cap="rnd">
              <a:noFill/>
              <a:round/>
            </a:ln>
            <a:effectLst/>
          </p:spPr>
        </p:sp>
        <p:sp>
          <p:nvSpPr>
            <p:cNvPr id="48905" name=""/>
            <p:cNvSpPr/>
            <p:nvPr/>
          </p:nvSpPr>
          <p:spPr>
            <a:xfrm>
              <a:off x="2916" y="2341"/>
              <a:ext cx="44" cy="17"/>
            </a:xfrm>
            <a:custGeom>
              <a:pathLst>
                <a:path w="44" h="17">
                  <a:moveTo>
                    <a:pt x="0" y="0"/>
                  </a:moveTo>
                  <a:lnTo>
                    <a:pt x="42" y="0"/>
                  </a:lnTo>
                  <a:lnTo>
                    <a:pt x="43" y="0"/>
                  </a:lnTo>
                  <a:lnTo>
                    <a:pt x="43" y="16"/>
                  </a:lnTo>
                  <a:lnTo>
                    <a:pt x="42" y="16"/>
                  </a:lnTo>
                  <a:lnTo>
                    <a:pt x="0" y="16"/>
                  </a:lnTo>
                  <a:lnTo>
                    <a:pt x="0" y="16"/>
                  </a:lnTo>
                  <a:lnTo>
                    <a:pt x="0" y="0"/>
                  </a:lnTo>
                  <a:lnTo>
                    <a:pt x="0" y="0"/>
                  </a:lnTo>
                </a:path>
              </a:pathLst>
            </a:custGeom>
            <a:solidFill>
              <a:srgbClr val="00DFCA"/>
            </a:solidFill>
            <a:ln cap="rnd">
              <a:noFill/>
              <a:round/>
            </a:ln>
            <a:effectLst/>
          </p:spPr>
        </p:sp>
        <p:sp>
          <p:nvSpPr>
            <p:cNvPr id="48906" name=""/>
            <p:cNvSpPr/>
            <p:nvPr/>
          </p:nvSpPr>
          <p:spPr>
            <a:xfrm>
              <a:off x="2983" y="231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48907" name=""/>
            <p:cNvSpPr/>
            <p:nvPr/>
          </p:nvSpPr>
          <p:spPr>
            <a:xfrm>
              <a:off x="2974" y="2324"/>
              <a:ext cx="17" cy="17"/>
            </a:xfrm>
            <a:custGeom>
              <a:pathLst>
                <a:path w="17" h="17">
                  <a:moveTo>
                    <a:pt x="4" y="0"/>
                  </a:moveTo>
                  <a:lnTo>
                    <a:pt x="0" y="13"/>
                  </a:lnTo>
                  <a:lnTo>
                    <a:pt x="0" y="16"/>
                  </a:lnTo>
                  <a:lnTo>
                    <a:pt x="13" y="16"/>
                  </a:lnTo>
                  <a:lnTo>
                    <a:pt x="16" y="8"/>
                  </a:lnTo>
                  <a:lnTo>
                    <a:pt x="5" y="8"/>
                  </a:lnTo>
                  <a:lnTo>
                    <a:pt x="4" y="0"/>
                  </a:lnTo>
                </a:path>
              </a:pathLst>
            </a:custGeom>
            <a:solidFill>
              <a:srgbClr val="808060"/>
            </a:solidFill>
            <a:ln cap="rnd">
              <a:noFill/>
              <a:round/>
            </a:ln>
            <a:effectLst/>
          </p:spPr>
        </p:sp>
        <p:sp>
          <p:nvSpPr>
            <p:cNvPr id="48908" name=""/>
            <p:cNvSpPr/>
            <p:nvPr/>
          </p:nvSpPr>
          <p:spPr>
            <a:xfrm>
              <a:off x="2917" y="2341"/>
              <a:ext cx="17" cy="17"/>
            </a:xfrm>
            <a:custGeom>
              <a:pathLst>
                <a:path w="17" h="17">
                  <a:moveTo>
                    <a:pt x="16" y="16"/>
                  </a:moveTo>
                  <a:lnTo>
                    <a:pt x="0" y="16"/>
                  </a:lnTo>
                  <a:lnTo>
                    <a:pt x="0" y="16"/>
                  </a:lnTo>
                  <a:lnTo>
                    <a:pt x="0" y="8"/>
                  </a:lnTo>
                  <a:lnTo>
                    <a:pt x="0" y="8"/>
                  </a:lnTo>
                  <a:lnTo>
                    <a:pt x="0" y="0"/>
                  </a:lnTo>
                  <a:lnTo>
                    <a:pt x="16" y="0"/>
                  </a:lnTo>
                  <a:lnTo>
                    <a:pt x="16" y="8"/>
                  </a:lnTo>
                  <a:lnTo>
                    <a:pt x="16" y="8"/>
                  </a:lnTo>
                  <a:lnTo>
                    <a:pt x="16" y="16"/>
                  </a:lnTo>
                  <a:lnTo>
                    <a:pt x="16" y="16"/>
                  </a:lnTo>
                </a:path>
              </a:pathLst>
            </a:custGeom>
            <a:solidFill>
              <a:srgbClr val="A0A070"/>
            </a:solidFill>
            <a:ln cap="rnd">
              <a:noFill/>
              <a:round/>
            </a:ln>
            <a:effectLst/>
          </p:spPr>
        </p:sp>
        <p:sp>
          <p:nvSpPr>
            <p:cNvPr id="48909" name=""/>
            <p:cNvSpPr/>
            <p:nvPr/>
          </p:nvSpPr>
          <p:spPr>
            <a:xfrm>
              <a:off x="2917" y="2340"/>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5"/>
                  </a:lnTo>
                  <a:lnTo>
                    <a:pt x="16" y="16"/>
                  </a:lnTo>
                  <a:lnTo>
                    <a:pt x="16" y="16"/>
                  </a:lnTo>
                </a:path>
              </a:pathLst>
            </a:custGeom>
            <a:solidFill>
              <a:srgbClr val="A0FF00"/>
            </a:solidFill>
            <a:ln cap="rnd">
              <a:noFill/>
              <a:round/>
            </a:ln>
            <a:effectLst/>
          </p:spPr>
        </p:sp>
        <p:sp>
          <p:nvSpPr>
            <p:cNvPr id="48910" name=""/>
            <p:cNvSpPr/>
            <p:nvPr/>
          </p:nvSpPr>
          <p:spPr>
            <a:xfrm>
              <a:off x="2915" y="2339"/>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911" name=""/>
            <p:cNvSpPr/>
            <p:nvPr/>
          </p:nvSpPr>
          <p:spPr>
            <a:xfrm>
              <a:off x="2900" y="2305"/>
              <a:ext cx="1" cy="17"/>
            </a:xfrm>
            <a:custGeom>
              <a:pathLst>
                <a:path w="1" h="17">
                  <a:moveTo>
                    <a:pt x="0" y="16"/>
                  </a:moveTo>
                  <a:lnTo>
                    <a:pt x="0" y="16"/>
                  </a:lnTo>
                  <a:lnTo>
                    <a:pt x="0" y="16"/>
                  </a:lnTo>
                  <a:lnTo>
                    <a:pt x="0" y="12"/>
                  </a:lnTo>
                  <a:lnTo>
                    <a:pt x="0" y="4"/>
                  </a:lnTo>
                  <a:lnTo>
                    <a:pt x="0" y="0"/>
                  </a:lnTo>
                  <a:lnTo>
                    <a:pt x="0" y="0"/>
                  </a:lnTo>
                  <a:lnTo>
                    <a:pt x="0" y="4"/>
                  </a:lnTo>
                  <a:lnTo>
                    <a:pt x="0" y="12"/>
                  </a:lnTo>
                  <a:lnTo>
                    <a:pt x="0" y="16"/>
                  </a:lnTo>
                  <a:lnTo>
                    <a:pt x="0" y="16"/>
                  </a:lnTo>
                </a:path>
              </a:pathLst>
            </a:custGeom>
            <a:solidFill>
              <a:srgbClr val="A0A070"/>
            </a:solidFill>
            <a:ln cap="rnd">
              <a:noFill/>
              <a:round/>
            </a:ln>
            <a:effectLst/>
          </p:spPr>
        </p:sp>
        <p:sp>
          <p:nvSpPr>
            <p:cNvPr id="48912" name=""/>
            <p:cNvSpPr/>
            <p:nvPr/>
          </p:nvSpPr>
          <p:spPr>
            <a:xfrm>
              <a:off x="2900" y="2305"/>
              <a:ext cx="1" cy="17"/>
            </a:xfrm>
            <a:custGeom>
              <a:pathLst>
                <a:path w="1" h="17">
                  <a:moveTo>
                    <a:pt x="0" y="16"/>
                  </a:moveTo>
                  <a:lnTo>
                    <a:pt x="0" y="16"/>
                  </a:lnTo>
                  <a:lnTo>
                    <a:pt x="0" y="12"/>
                  </a:lnTo>
                  <a:lnTo>
                    <a:pt x="0" y="4"/>
                  </a:lnTo>
                  <a:lnTo>
                    <a:pt x="0" y="4"/>
                  </a:lnTo>
                  <a:lnTo>
                    <a:pt x="0" y="0"/>
                  </a:lnTo>
                  <a:lnTo>
                    <a:pt x="0" y="0"/>
                  </a:lnTo>
                  <a:lnTo>
                    <a:pt x="0" y="4"/>
                  </a:lnTo>
                  <a:lnTo>
                    <a:pt x="0" y="4"/>
                  </a:lnTo>
                  <a:lnTo>
                    <a:pt x="0" y="12"/>
                  </a:lnTo>
                  <a:lnTo>
                    <a:pt x="0" y="12"/>
                  </a:lnTo>
                  <a:lnTo>
                    <a:pt x="0" y="16"/>
                  </a:lnTo>
                </a:path>
              </a:pathLst>
            </a:custGeom>
            <a:solidFill>
              <a:srgbClr val="A0FF00"/>
            </a:solidFill>
            <a:ln cap="rnd">
              <a:noFill/>
              <a:round/>
            </a:ln>
            <a:effectLst/>
          </p:spPr>
        </p:sp>
        <p:cxnSp>
          <p:nvCxnSpPr>
            <p:cNvPr id="48913" name=""/>
            <p:cNvCxnSpPr/>
            <p:nvPr/>
          </p:nvCxnSpPr>
          <p:spPr>
            <a:xfrm>
              <a:off x="2900" y="2309"/>
              <a:ext cx="2" cy="0"/>
            </a:xfrm>
            <a:prstGeom prst="line">
              <a:avLst/>
            </a:prstGeom>
            <a:noFill/>
            <a:ln>
              <a:noFill/>
              <a:miter lim="800000"/>
            </a:ln>
            <a:effectLst/>
          </p:spPr>
        </p:cxnSp>
        <p:sp>
          <p:nvSpPr>
            <p:cNvPr id="48914" name=""/>
            <p:cNvSpPr/>
            <p:nvPr/>
          </p:nvSpPr>
          <p:spPr>
            <a:xfrm>
              <a:off x="2981" y="2305"/>
              <a:ext cx="1" cy="17"/>
            </a:xfrm>
            <a:custGeom>
              <a:pathLst>
                <a:path w="1" h="17">
                  <a:moveTo>
                    <a:pt x="0" y="16"/>
                  </a:moveTo>
                  <a:lnTo>
                    <a:pt x="0" y="16"/>
                  </a:lnTo>
                  <a:lnTo>
                    <a:pt x="0" y="16"/>
                  </a:lnTo>
                  <a:lnTo>
                    <a:pt x="0" y="12"/>
                  </a:lnTo>
                  <a:lnTo>
                    <a:pt x="0" y="4"/>
                  </a:lnTo>
                  <a:lnTo>
                    <a:pt x="0" y="0"/>
                  </a:lnTo>
                  <a:lnTo>
                    <a:pt x="0" y="0"/>
                  </a:lnTo>
                  <a:lnTo>
                    <a:pt x="0" y="4"/>
                  </a:lnTo>
                  <a:lnTo>
                    <a:pt x="0" y="4"/>
                  </a:lnTo>
                  <a:lnTo>
                    <a:pt x="0" y="12"/>
                  </a:lnTo>
                  <a:lnTo>
                    <a:pt x="0" y="16"/>
                  </a:lnTo>
                </a:path>
              </a:pathLst>
            </a:custGeom>
            <a:solidFill>
              <a:srgbClr val="A0A070"/>
            </a:solidFill>
            <a:ln cap="rnd">
              <a:noFill/>
              <a:round/>
            </a:ln>
            <a:effectLst/>
          </p:spPr>
        </p:sp>
        <p:sp>
          <p:nvSpPr>
            <p:cNvPr id="48915" name=""/>
            <p:cNvSpPr/>
            <p:nvPr/>
          </p:nvSpPr>
          <p:spPr>
            <a:xfrm>
              <a:off x="2980" y="2305"/>
              <a:ext cx="17" cy="17"/>
            </a:xfrm>
            <a:custGeom>
              <a:pathLst>
                <a:path w="17" h="17">
                  <a:moveTo>
                    <a:pt x="16" y="16"/>
                  </a:moveTo>
                  <a:lnTo>
                    <a:pt x="0" y="16"/>
                  </a:lnTo>
                  <a:lnTo>
                    <a:pt x="0" y="16"/>
                  </a:lnTo>
                  <a:lnTo>
                    <a:pt x="0" y="8"/>
                  </a:lnTo>
                  <a:lnTo>
                    <a:pt x="0" y="0"/>
                  </a:lnTo>
                  <a:lnTo>
                    <a:pt x="0" y="0"/>
                  </a:lnTo>
                  <a:lnTo>
                    <a:pt x="16" y="0"/>
                  </a:lnTo>
                  <a:lnTo>
                    <a:pt x="16" y="8"/>
                  </a:lnTo>
                  <a:lnTo>
                    <a:pt x="16" y="16"/>
                  </a:lnTo>
                </a:path>
              </a:pathLst>
            </a:custGeom>
            <a:solidFill>
              <a:srgbClr val="A0FF00"/>
            </a:solidFill>
            <a:ln cap="rnd">
              <a:noFill/>
              <a:round/>
            </a:ln>
            <a:effectLst/>
          </p:spPr>
        </p:sp>
        <p:sp>
          <p:nvSpPr>
            <p:cNvPr id="48916" name=""/>
            <p:cNvSpPr/>
            <p:nvPr/>
          </p:nvSpPr>
          <p:spPr>
            <a:xfrm>
              <a:off x="2976" y="2303"/>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48917" name=""/>
            <p:cNvSpPr/>
            <p:nvPr/>
          </p:nvSpPr>
          <p:spPr>
            <a:xfrm>
              <a:off x="2917" y="2381"/>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48918" name=""/>
            <p:cNvSpPr/>
            <p:nvPr/>
          </p:nvSpPr>
          <p:spPr>
            <a:xfrm>
              <a:off x="2917" y="2380"/>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16"/>
                  </a:lnTo>
                  <a:lnTo>
                    <a:pt x="16" y="16"/>
                  </a:lnTo>
                </a:path>
              </a:pathLst>
            </a:custGeom>
            <a:solidFill>
              <a:srgbClr val="A0FF00"/>
            </a:solidFill>
            <a:ln cap="rnd">
              <a:noFill/>
              <a:round/>
            </a:ln>
            <a:effectLst/>
          </p:spPr>
        </p:sp>
        <p:sp>
          <p:nvSpPr>
            <p:cNvPr id="48919" name=""/>
            <p:cNvSpPr/>
            <p:nvPr/>
          </p:nvSpPr>
          <p:spPr>
            <a:xfrm>
              <a:off x="2915" y="2379"/>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48920" name=""/>
            <p:cNvSpPr/>
            <p:nvPr/>
          </p:nvSpPr>
          <p:spPr>
            <a:xfrm>
              <a:off x="2892" y="2442"/>
              <a:ext cx="1" cy="17"/>
            </a:xfrm>
            <a:custGeom>
              <a:pathLst>
                <a:path w="1" h="17">
                  <a:moveTo>
                    <a:pt x="0" y="16"/>
                  </a:moveTo>
                  <a:lnTo>
                    <a:pt x="0" y="16"/>
                  </a:lnTo>
                  <a:lnTo>
                    <a:pt x="0" y="10"/>
                  </a:lnTo>
                  <a:lnTo>
                    <a:pt x="0" y="10"/>
                  </a:lnTo>
                  <a:lnTo>
                    <a:pt x="0" y="5"/>
                  </a:lnTo>
                  <a:lnTo>
                    <a:pt x="0" y="5"/>
                  </a:lnTo>
                  <a:lnTo>
                    <a:pt x="0" y="0"/>
                  </a:lnTo>
                  <a:lnTo>
                    <a:pt x="0" y="0"/>
                  </a:lnTo>
                  <a:lnTo>
                    <a:pt x="0" y="0"/>
                  </a:lnTo>
                  <a:lnTo>
                    <a:pt x="0" y="5"/>
                  </a:lnTo>
                  <a:lnTo>
                    <a:pt x="0" y="5"/>
                  </a:lnTo>
                  <a:lnTo>
                    <a:pt x="0" y="5"/>
                  </a:lnTo>
                  <a:lnTo>
                    <a:pt x="0" y="10"/>
                  </a:lnTo>
                  <a:lnTo>
                    <a:pt x="0" y="16"/>
                  </a:lnTo>
                  <a:lnTo>
                    <a:pt x="0" y="16"/>
                  </a:lnTo>
                </a:path>
              </a:pathLst>
            </a:custGeom>
            <a:solidFill>
              <a:srgbClr val="A0A070"/>
            </a:solidFill>
            <a:ln cap="rnd">
              <a:noFill/>
              <a:round/>
            </a:ln>
            <a:effectLst/>
          </p:spPr>
        </p:sp>
        <p:cxnSp>
          <p:nvCxnSpPr>
            <p:cNvPr id="48921" name=""/>
            <p:cNvCxnSpPr/>
            <p:nvPr/>
          </p:nvCxnSpPr>
          <p:spPr>
            <a:xfrm>
              <a:off x="2894" y="2447"/>
              <a:ext cx="4" cy="0"/>
            </a:xfrm>
            <a:prstGeom prst="line">
              <a:avLst/>
            </a:prstGeom>
            <a:noFill/>
            <a:ln>
              <a:noFill/>
              <a:miter lim="800000"/>
            </a:ln>
            <a:effectLst/>
          </p:spPr>
        </p:cxnSp>
        <p:cxnSp>
          <p:nvCxnSpPr>
            <p:cNvPr id="48922" name=""/>
            <p:cNvCxnSpPr/>
            <p:nvPr/>
          </p:nvCxnSpPr>
          <p:spPr>
            <a:xfrm>
              <a:off x="2894" y="2447"/>
              <a:ext cx="4" cy="0"/>
            </a:xfrm>
            <a:prstGeom prst="line">
              <a:avLst/>
            </a:prstGeom>
            <a:noFill/>
            <a:ln>
              <a:noFill/>
              <a:miter lim="800000"/>
            </a:ln>
            <a:effectLst/>
          </p:spPr>
        </p:cxnSp>
        <p:cxnSp>
          <p:nvCxnSpPr>
            <p:cNvPr id="48923" name=""/>
            <p:cNvCxnSpPr/>
            <p:nvPr/>
          </p:nvCxnSpPr>
          <p:spPr>
            <a:xfrm>
              <a:off x="2894" y="2447"/>
              <a:ext cx="4" cy="0"/>
            </a:xfrm>
            <a:prstGeom prst="line">
              <a:avLst/>
            </a:prstGeom>
            <a:noFill/>
            <a:ln>
              <a:noFill/>
              <a:miter lim="800000"/>
            </a:ln>
            <a:effectLst/>
          </p:spPr>
        </p:cxnSp>
        <p:cxnSp>
          <p:nvCxnSpPr>
            <p:cNvPr id="48924" name=""/>
            <p:cNvCxnSpPr/>
            <p:nvPr/>
          </p:nvCxnSpPr>
          <p:spPr>
            <a:xfrm>
              <a:off x="2894" y="2447"/>
              <a:ext cx="4" cy="0"/>
            </a:xfrm>
            <a:prstGeom prst="line">
              <a:avLst/>
            </a:prstGeom>
            <a:noFill/>
            <a:ln>
              <a:noFill/>
              <a:miter lim="800000"/>
            </a:ln>
            <a:effectLst/>
          </p:spPr>
        </p:cxnSp>
        <p:cxnSp>
          <p:nvCxnSpPr>
            <p:cNvPr id="48925" name=""/>
            <p:cNvCxnSpPr/>
            <p:nvPr/>
          </p:nvCxnSpPr>
          <p:spPr>
            <a:xfrm>
              <a:off x="2894" y="2447"/>
              <a:ext cx="4" cy="0"/>
            </a:xfrm>
            <a:prstGeom prst="line">
              <a:avLst/>
            </a:prstGeom>
            <a:noFill/>
            <a:ln>
              <a:noFill/>
              <a:miter lim="800000"/>
            </a:ln>
            <a:effectLst/>
          </p:spPr>
        </p:cxnSp>
        <p:cxnSp>
          <p:nvCxnSpPr>
            <p:cNvPr id="48926" name=""/>
            <p:cNvCxnSpPr/>
            <p:nvPr/>
          </p:nvCxnSpPr>
          <p:spPr>
            <a:xfrm>
              <a:off x="2894" y="2447"/>
              <a:ext cx="4" cy="0"/>
            </a:xfrm>
            <a:prstGeom prst="line">
              <a:avLst/>
            </a:prstGeom>
            <a:noFill/>
            <a:ln>
              <a:noFill/>
              <a:miter lim="800000"/>
            </a:ln>
            <a:effectLst/>
          </p:spPr>
        </p:cxnSp>
        <p:cxnSp>
          <p:nvCxnSpPr>
            <p:cNvPr id="48927" name=""/>
            <p:cNvCxnSpPr/>
            <p:nvPr/>
          </p:nvCxnSpPr>
          <p:spPr>
            <a:xfrm>
              <a:off x="2894" y="2447"/>
              <a:ext cx="4" cy="0"/>
            </a:xfrm>
            <a:prstGeom prst="line">
              <a:avLst/>
            </a:prstGeom>
            <a:noFill/>
            <a:ln>
              <a:noFill/>
              <a:miter lim="800000"/>
            </a:ln>
            <a:effectLst/>
          </p:spPr>
        </p:cxnSp>
        <p:sp>
          <p:nvSpPr>
            <p:cNvPr id="48928" name=""/>
            <p:cNvSpPr/>
            <p:nvPr/>
          </p:nvSpPr>
          <p:spPr>
            <a:xfrm>
              <a:off x="2892" y="244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929" name=""/>
            <p:cNvCxnSpPr/>
            <p:nvPr/>
          </p:nvCxnSpPr>
          <p:spPr>
            <a:xfrm>
              <a:off x="2894" y="2446"/>
              <a:ext cx="4" cy="0"/>
            </a:xfrm>
            <a:prstGeom prst="line">
              <a:avLst/>
            </a:prstGeom>
            <a:noFill/>
            <a:ln>
              <a:noFill/>
              <a:miter lim="800000"/>
            </a:ln>
            <a:effectLst/>
          </p:spPr>
        </p:cxnSp>
        <p:cxnSp>
          <p:nvCxnSpPr>
            <p:cNvPr id="48930" name=""/>
            <p:cNvCxnSpPr/>
            <p:nvPr/>
          </p:nvCxnSpPr>
          <p:spPr>
            <a:xfrm>
              <a:off x="2894" y="2446"/>
              <a:ext cx="4" cy="0"/>
            </a:xfrm>
            <a:prstGeom prst="line">
              <a:avLst/>
            </a:prstGeom>
            <a:noFill/>
            <a:ln>
              <a:noFill/>
              <a:miter lim="800000"/>
            </a:ln>
            <a:effectLst/>
          </p:spPr>
        </p:cxnSp>
        <p:cxnSp>
          <p:nvCxnSpPr>
            <p:cNvPr id="48931" name=""/>
            <p:cNvCxnSpPr/>
            <p:nvPr/>
          </p:nvCxnSpPr>
          <p:spPr>
            <a:xfrm>
              <a:off x="2894" y="2446"/>
              <a:ext cx="4" cy="0"/>
            </a:xfrm>
            <a:prstGeom prst="line">
              <a:avLst/>
            </a:prstGeom>
            <a:noFill/>
            <a:ln>
              <a:noFill/>
              <a:miter lim="800000"/>
            </a:ln>
            <a:effectLst/>
          </p:spPr>
        </p:cxnSp>
        <p:cxnSp>
          <p:nvCxnSpPr>
            <p:cNvPr id="48932" name=""/>
            <p:cNvCxnSpPr/>
            <p:nvPr/>
          </p:nvCxnSpPr>
          <p:spPr>
            <a:xfrm>
              <a:off x="2894" y="2446"/>
              <a:ext cx="4" cy="0"/>
            </a:xfrm>
            <a:prstGeom prst="line">
              <a:avLst/>
            </a:prstGeom>
            <a:noFill/>
            <a:ln>
              <a:noFill/>
              <a:miter lim="800000"/>
            </a:ln>
            <a:effectLst/>
          </p:spPr>
        </p:cxnSp>
        <p:cxnSp>
          <p:nvCxnSpPr>
            <p:cNvPr id="48933" name=""/>
            <p:cNvCxnSpPr/>
            <p:nvPr/>
          </p:nvCxnSpPr>
          <p:spPr>
            <a:xfrm>
              <a:off x="2894" y="2446"/>
              <a:ext cx="4" cy="0"/>
            </a:xfrm>
            <a:prstGeom prst="line">
              <a:avLst/>
            </a:prstGeom>
            <a:noFill/>
            <a:ln>
              <a:noFill/>
              <a:miter lim="800000"/>
            </a:ln>
            <a:effectLst/>
          </p:spPr>
        </p:cxnSp>
        <p:cxnSp>
          <p:nvCxnSpPr>
            <p:cNvPr id="48934" name=""/>
            <p:cNvCxnSpPr/>
            <p:nvPr/>
          </p:nvCxnSpPr>
          <p:spPr>
            <a:xfrm>
              <a:off x="2894" y="2446"/>
              <a:ext cx="4" cy="0"/>
            </a:xfrm>
            <a:prstGeom prst="line">
              <a:avLst/>
            </a:prstGeom>
            <a:noFill/>
            <a:ln>
              <a:noFill/>
              <a:miter lim="800000"/>
            </a:ln>
            <a:effectLst/>
          </p:spPr>
        </p:cxnSp>
        <p:cxnSp>
          <p:nvCxnSpPr>
            <p:cNvPr id="48935" name=""/>
            <p:cNvCxnSpPr/>
            <p:nvPr/>
          </p:nvCxnSpPr>
          <p:spPr>
            <a:xfrm>
              <a:off x="2894" y="2446"/>
              <a:ext cx="4" cy="0"/>
            </a:xfrm>
            <a:prstGeom prst="line">
              <a:avLst/>
            </a:prstGeom>
            <a:noFill/>
            <a:ln>
              <a:noFill/>
              <a:miter lim="800000"/>
            </a:ln>
            <a:effectLst/>
          </p:spPr>
        </p:cxnSp>
        <p:cxnSp>
          <p:nvCxnSpPr>
            <p:cNvPr id="48936" name=""/>
            <p:cNvCxnSpPr/>
            <p:nvPr/>
          </p:nvCxnSpPr>
          <p:spPr>
            <a:xfrm>
              <a:off x="2894" y="2446"/>
              <a:ext cx="4" cy="0"/>
            </a:xfrm>
            <a:prstGeom prst="line">
              <a:avLst/>
            </a:prstGeom>
            <a:noFill/>
            <a:ln>
              <a:noFill/>
              <a:miter lim="800000"/>
            </a:ln>
            <a:effectLst/>
          </p:spPr>
        </p:cxnSp>
        <p:cxnSp>
          <p:nvCxnSpPr>
            <p:cNvPr id="48937" name=""/>
            <p:cNvCxnSpPr/>
            <p:nvPr/>
          </p:nvCxnSpPr>
          <p:spPr>
            <a:xfrm>
              <a:off x="2894" y="2446"/>
              <a:ext cx="4" cy="0"/>
            </a:xfrm>
            <a:prstGeom prst="line">
              <a:avLst/>
            </a:prstGeom>
            <a:noFill/>
            <a:ln>
              <a:noFill/>
              <a:miter lim="800000"/>
            </a:ln>
            <a:effectLst/>
          </p:spPr>
        </p:cxnSp>
        <p:sp>
          <p:nvSpPr>
            <p:cNvPr id="48938" name=""/>
            <p:cNvSpPr/>
            <p:nvPr/>
          </p:nvSpPr>
          <p:spPr>
            <a:xfrm>
              <a:off x="2892" y="244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939" name=""/>
            <p:cNvCxnSpPr/>
            <p:nvPr/>
          </p:nvCxnSpPr>
          <p:spPr>
            <a:xfrm>
              <a:off x="2894" y="2446"/>
              <a:ext cx="4" cy="0"/>
            </a:xfrm>
            <a:prstGeom prst="line">
              <a:avLst/>
            </a:prstGeom>
            <a:noFill/>
            <a:ln>
              <a:noFill/>
              <a:miter lim="800000"/>
            </a:ln>
            <a:effectLst/>
          </p:spPr>
        </p:cxnSp>
        <p:cxnSp>
          <p:nvCxnSpPr>
            <p:cNvPr id="48940" name=""/>
            <p:cNvCxnSpPr/>
            <p:nvPr/>
          </p:nvCxnSpPr>
          <p:spPr>
            <a:xfrm>
              <a:off x="2894" y="2446"/>
              <a:ext cx="4" cy="0"/>
            </a:xfrm>
            <a:prstGeom prst="line">
              <a:avLst/>
            </a:prstGeom>
            <a:noFill/>
            <a:ln>
              <a:noFill/>
              <a:miter lim="800000"/>
            </a:ln>
            <a:effectLst/>
          </p:spPr>
        </p:cxnSp>
        <p:cxnSp>
          <p:nvCxnSpPr>
            <p:cNvPr id="48941" name=""/>
            <p:cNvCxnSpPr/>
            <p:nvPr/>
          </p:nvCxnSpPr>
          <p:spPr>
            <a:xfrm>
              <a:off x="2894" y="2446"/>
              <a:ext cx="4" cy="0"/>
            </a:xfrm>
            <a:prstGeom prst="line">
              <a:avLst/>
            </a:prstGeom>
            <a:noFill/>
            <a:ln>
              <a:noFill/>
              <a:miter lim="800000"/>
            </a:ln>
            <a:effectLst/>
          </p:spPr>
        </p:cxnSp>
        <p:cxnSp>
          <p:nvCxnSpPr>
            <p:cNvPr id="48942" name=""/>
            <p:cNvCxnSpPr/>
            <p:nvPr/>
          </p:nvCxnSpPr>
          <p:spPr>
            <a:xfrm>
              <a:off x="2894" y="2446"/>
              <a:ext cx="4" cy="0"/>
            </a:xfrm>
            <a:prstGeom prst="line">
              <a:avLst/>
            </a:prstGeom>
            <a:noFill/>
            <a:ln>
              <a:noFill/>
              <a:miter lim="800000"/>
            </a:ln>
            <a:effectLst/>
          </p:spPr>
        </p:cxnSp>
        <p:cxnSp>
          <p:nvCxnSpPr>
            <p:cNvPr id="48943" name=""/>
            <p:cNvCxnSpPr/>
            <p:nvPr/>
          </p:nvCxnSpPr>
          <p:spPr>
            <a:xfrm>
              <a:off x="2894" y="2446"/>
              <a:ext cx="4" cy="0"/>
            </a:xfrm>
            <a:prstGeom prst="line">
              <a:avLst/>
            </a:prstGeom>
            <a:noFill/>
            <a:ln>
              <a:noFill/>
              <a:miter lim="800000"/>
            </a:ln>
            <a:effectLst/>
          </p:spPr>
        </p:cxnSp>
        <p:sp>
          <p:nvSpPr>
            <p:cNvPr id="48944" name=""/>
            <p:cNvSpPr/>
            <p:nvPr/>
          </p:nvSpPr>
          <p:spPr>
            <a:xfrm>
              <a:off x="2892" y="243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48945" name=""/>
            <p:cNvCxnSpPr/>
            <p:nvPr/>
          </p:nvCxnSpPr>
          <p:spPr>
            <a:xfrm>
              <a:off x="2894" y="2445"/>
              <a:ext cx="4" cy="0"/>
            </a:xfrm>
            <a:prstGeom prst="line">
              <a:avLst/>
            </a:prstGeom>
            <a:noFill/>
            <a:ln>
              <a:noFill/>
              <a:miter lim="800000"/>
            </a:ln>
            <a:effectLst/>
          </p:spPr>
        </p:cxnSp>
        <p:sp>
          <p:nvSpPr>
            <p:cNvPr id="48946" name=""/>
            <p:cNvSpPr/>
            <p:nvPr/>
          </p:nvSpPr>
          <p:spPr>
            <a:xfrm>
              <a:off x="2890" y="2441"/>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48947" name=""/>
            <p:cNvSpPr/>
            <p:nvPr/>
          </p:nvSpPr>
          <p:spPr>
            <a:xfrm>
              <a:off x="2892" y="2330"/>
              <a:ext cx="107" cy="17"/>
            </a:xfrm>
            <a:custGeom>
              <a:pathLst>
                <a:path w="107" h="17">
                  <a:moveTo>
                    <a:pt x="0" y="16"/>
                  </a:moveTo>
                  <a:lnTo>
                    <a:pt x="0" y="0"/>
                  </a:lnTo>
                  <a:lnTo>
                    <a:pt x="106" y="0"/>
                  </a:lnTo>
                  <a:lnTo>
                    <a:pt x="106" y="16"/>
                  </a:lnTo>
                  <a:lnTo>
                    <a:pt x="0" y="16"/>
                  </a:lnTo>
                </a:path>
              </a:pathLst>
            </a:custGeom>
            <a:solidFill>
              <a:srgbClr val="505020"/>
            </a:solidFill>
            <a:ln cap="rnd">
              <a:noFill/>
              <a:round/>
            </a:ln>
            <a:effectLst/>
          </p:spPr>
        </p:sp>
        <p:sp>
          <p:nvSpPr>
            <p:cNvPr id="48948" name=""/>
            <p:cNvSpPr/>
            <p:nvPr/>
          </p:nvSpPr>
          <p:spPr>
            <a:xfrm>
              <a:off x="2912" y="2326"/>
              <a:ext cx="17" cy="17"/>
            </a:xfrm>
            <a:custGeom>
              <a:pathLst>
                <a:path w="17" h="17">
                  <a:moveTo>
                    <a:pt x="6" y="0"/>
                  </a:moveTo>
                  <a:lnTo>
                    <a:pt x="0" y="0"/>
                  </a:lnTo>
                  <a:lnTo>
                    <a:pt x="0" y="16"/>
                  </a:lnTo>
                  <a:lnTo>
                    <a:pt x="6" y="16"/>
                  </a:lnTo>
                  <a:lnTo>
                    <a:pt x="16" y="0"/>
                  </a:lnTo>
                  <a:lnTo>
                    <a:pt x="6" y="0"/>
                  </a:lnTo>
                </a:path>
              </a:pathLst>
            </a:custGeom>
            <a:solidFill>
              <a:srgbClr val="E0E0B0"/>
            </a:solidFill>
            <a:ln cap="rnd">
              <a:noFill/>
              <a:round/>
            </a:ln>
            <a:effectLst/>
          </p:spPr>
        </p:sp>
        <p:sp>
          <p:nvSpPr>
            <p:cNvPr id="48949" name=""/>
            <p:cNvSpPr/>
            <p:nvPr/>
          </p:nvSpPr>
          <p:spPr>
            <a:xfrm>
              <a:off x="2912" y="2339"/>
              <a:ext cx="17" cy="17"/>
            </a:xfrm>
            <a:custGeom>
              <a:pathLst>
                <a:path w="17" h="17">
                  <a:moveTo>
                    <a:pt x="6" y="0"/>
                  </a:moveTo>
                  <a:lnTo>
                    <a:pt x="0" y="0"/>
                  </a:lnTo>
                  <a:lnTo>
                    <a:pt x="0" y="16"/>
                  </a:lnTo>
                  <a:lnTo>
                    <a:pt x="6" y="16"/>
                  </a:lnTo>
                  <a:lnTo>
                    <a:pt x="16" y="16"/>
                  </a:lnTo>
                  <a:lnTo>
                    <a:pt x="16" y="0"/>
                  </a:lnTo>
                  <a:lnTo>
                    <a:pt x="6" y="0"/>
                  </a:lnTo>
                </a:path>
              </a:pathLst>
            </a:custGeom>
            <a:solidFill>
              <a:srgbClr val="E0E0B0"/>
            </a:solidFill>
            <a:ln cap="rnd">
              <a:noFill/>
              <a:round/>
            </a:ln>
            <a:effectLst/>
          </p:spPr>
        </p:sp>
        <p:sp>
          <p:nvSpPr>
            <p:cNvPr id="48950" name=""/>
            <p:cNvSpPr/>
            <p:nvPr/>
          </p:nvSpPr>
          <p:spPr>
            <a:xfrm>
              <a:off x="2921" y="2417"/>
              <a:ext cx="80" cy="17"/>
            </a:xfrm>
            <a:custGeom>
              <a:pathLst>
                <a:path w="80" h="17">
                  <a:moveTo>
                    <a:pt x="0" y="0"/>
                  </a:moveTo>
                  <a:lnTo>
                    <a:pt x="0" y="16"/>
                  </a:lnTo>
                  <a:lnTo>
                    <a:pt x="79" y="16"/>
                  </a:lnTo>
                  <a:lnTo>
                    <a:pt x="79" y="0"/>
                  </a:lnTo>
                  <a:lnTo>
                    <a:pt x="0" y="0"/>
                  </a:lnTo>
                </a:path>
              </a:pathLst>
            </a:custGeom>
            <a:solidFill>
              <a:srgbClr val="A0A080"/>
            </a:solidFill>
            <a:ln cap="rnd">
              <a:noFill/>
              <a:round/>
            </a:ln>
            <a:effectLst/>
          </p:spPr>
        </p:sp>
        <p:sp>
          <p:nvSpPr>
            <p:cNvPr id="48951" name=""/>
            <p:cNvSpPr/>
            <p:nvPr/>
          </p:nvSpPr>
          <p:spPr>
            <a:xfrm>
              <a:off x="2915" y="2444"/>
              <a:ext cx="42" cy="17"/>
            </a:xfrm>
            <a:custGeom>
              <a:pathLst>
                <a:path w="42" h="17">
                  <a:moveTo>
                    <a:pt x="0" y="16"/>
                  </a:moveTo>
                  <a:lnTo>
                    <a:pt x="40" y="16"/>
                  </a:lnTo>
                  <a:lnTo>
                    <a:pt x="41" y="5"/>
                  </a:lnTo>
                  <a:lnTo>
                    <a:pt x="0" y="0"/>
                  </a:lnTo>
                  <a:lnTo>
                    <a:pt x="0" y="5"/>
                  </a:lnTo>
                  <a:lnTo>
                    <a:pt x="0" y="16"/>
                  </a:lnTo>
                </a:path>
              </a:pathLst>
            </a:custGeom>
            <a:solidFill>
              <a:srgbClr val="E0E0B0"/>
            </a:solidFill>
            <a:ln cap="rnd">
              <a:noFill/>
              <a:round/>
            </a:ln>
            <a:effectLst/>
          </p:spPr>
        </p:sp>
        <p:sp>
          <p:nvSpPr>
            <p:cNvPr id="48952" name=""/>
            <p:cNvSpPr/>
            <p:nvPr/>
          </p:nvSpPr>
          <p:spPr>
            <a:xfrm>
              <a:off x="2933" y="2429"/>
              <a:ext cx="25" cy="17"/>
            </a:xfrm>
            <a:custGeom>
              <a:pathLst>
                <a:path w="25" h="17">
                  <a:moveTo>
                    <a:pt x="0" y="16"/>
                  </a:moveTo>
                  <a:lnTo>
                    <a:pt x="0" y="0"/>
                  </a:lnTo>
                  <a:lnTo>
                    <a:pt x="24" y="0"/>
                  </a:lnTo>
                  <a:lnTo>
                    <a:pt x="24" y="16"/>
                  </a:lnTo>
                  <a:lnTo>
                    <a:pt x="0" y="16"/>
                  </a:lnTo>
                </a:path>
              </a:pathLst>
            </a:custGeom>
            <a:solidFill>
              <a:srgbClr val="E0E0B0"/>
            </a:solidFill>
            <a:ln cap="rnd">
              <a:noFill/>
              <a:round/>
            </a:ln>
            <a:effectLst/>
          </p:spPr>
        </p:sp>
        <p:sp>
          <p:nvSpPr>
            <p:cNvPr id="48953" name=""/>
            <p:cNvSpPr/>
            <p:nvPr/>
          </p:nvSpPr>
          <p:spPr>
            <a:xfrm>
              <a:off x="2963" y="2431"/>
              <a:ext cx="41" cy="17"/>
            </a:xfrm>
            <a:custGeom>
              <a:pathLst>
                <a:path w="41" h="17">
                  <a:moveTo>
                    <a:pt x="1" y="16"/>
                  </a:moveTo>
                  <a:lnTo>
                    <a:pt x="39" y="16"/>
                  </a:lnTo>
                  <a:lnTo>
                    <a:pt x="40" y="12"/>
                  </a:lnTo>
                  <a:lnTo>
                    <a:pt x="39" y="0"/>
                  </a:lnTo>
                  <a:lnTo>
                    <a:pt x="1" y="0"/>
                  </a:lnTo>
                  <a:lnTo>
                    <a:pt x="0" y="12"/>
                  </a:lnTo>
                  <a:lnTo>
                    <a:pt x="1" y="16"/>
                  </a:lnTo>
                </a:path>
              </a:pathLst>
            </a:custGeom>
            <a:solidFill>
              <a:srgbClr val="E0E0B0"/>
            </a:solidFill>
            <a:ln cap="rnd">
              <a:noFill/>
              <a:round/>
            </a:ln>
            <a:effectLst/>
          </p:spPr>
        </p:sp>
        <p:cxnSp>
          <p:nvCxnSpPr>
            <p:cNvPr id="48954" name=""/>
            <p:cNvCxnSpPr/>
            <p:nvPr/>
          </p:nvCxnSpPr>
          <p:spPr>
            <a:xfrm flipH="1">
              <a:off x="2916" y="2373"/>
              <a:ext cx="0" cy="16"/>
            </a:xfrm>
            <a:prstGeom prst="line">
              <a:avLst/>
            </a:prstGeom>
            <a:noFill/>
            <a:ln>
              <a:noFill/>
              <a:miter lim="800000"/>
            </a:ln>
            <a:effectLst/>
          </p:spPr>
        </p:cxnSp>
        <p:cxnSp>
          <p:nvCxnSpPr>
            <p:cNvPr id="48955" name=""/>
            <p:cNvCxnSpPr/>
            <p:nvPr/>
          </p:nvCxnSpPr>
          <p:spPr>
            <a:xfrm flipH="1">
              <a:off x="2916" y="2366"/>
              <a:ext cx="0" cy="2"/>
            </a:xfrm>
            <a:prstGeom prst="line">
              <a:avLst/>
            </a:prstGeom>
            <a:noFill/>
            <a:ln>
              <a:noFill/>
              <a:miter lim="800000"/>
            </a:ln>
            <a:effectLst/>
          </p:spPr>
        </p:cxnSp>
        <p:sp>
          <p:nvSpPr>
            <p:cNvPr id="48956" name=""/>
            <p:cNvSpPr/>
            <p:nvPr/>
          </p:nvSpPr>
          <p:spPr>
            <a:xfrm>
              <a:off x="2907" y="2366"/>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957" name=""/>
            <p:cNvSpPr/>
            <p:nvPr/>
          </p:nvSpPr>
          <p:spPr>
            <a:xfrm>
              <a:off x="2935" y="2362"/>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958" name=""/>
            <p:cNvSpPr/>
            <p:nvPr/>
          </p:nvSpPr>
          <p:spPr>
            <a:xfrm>
              <a:off x="2935" y="236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48959" name=""/>
            <p:cNvSpPr/>
            <p:nvPr/>
          </p:nvSpPr>
          <p:spPr>
            <a:xfrm>
              <a:off x="2964" y="2368"/>
              <a:ext cx="18" cy="17"/>
            </a:xfrm>
            <a:custGeom>
              <a:pathLst>
                <a:path w="18" h="17">
                  <a:moveTo>
                    <a:pt x="0" y="16"/>
                  </a:moveTo>
                  <a:lnTo>
                    <a:pt x="17" y="16"/>
                  </a:lnTo>
                  <a:lnTo>
                    <a:pt x="17" y="0"/>
                  </a:lnTo>
                  <a:lnTo>
                    <a:pt x="0" y="0"/>
                  </a:lnTo>
                  <a:lnTo>
                    <a:pt x="0" y="16"/>
                  </a:lnTo>
                </a:path>
              </a:pathLst>
            </a:custGeom>
            <a:solidFill>
              <a:srgbClr val="F0E0C0"/>
            </a:solidFill>
            <a:ln cap="rnd">
              <a:noFill/>
              <a:round/>
            </a:ln>
            <a:effectLst/>
          </p:spPr>
        </p:sp>
        <p:sp>
          <p:nvSpPr>
            <p:cNvPr id="48960" name=""/>
            <p:cNvSpPr/>
            <p:nvPr/>
          </p:nvSpPr>
          <p:spPr>
            <a:xfrm>
              <a:off x="2912" y="2374"/>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48961" name=""/>
            <p:cNvSpPr/>
            <p:nvPr/>
          </p:nvSpPr>
          <p:spPr>
            <a:xfrm>
              <a:off x="2916" y="2384"/>
              <a:ext cx="42" cy="17"/>
            </a:xfrm>
            <a:custGeom>
              <a:pathLst>
                <a:path w="42" h="17">
                  <a:moveTo>
                    <a:pt x="0" y="16"/>
                  </a:moveTo>
                  <a:lnTo>
                    <a:pt x="40" y="16"/>
                  </a:lnTo>
                  <a:lnTo>
                    <a:pt x="41" y="0"/>
                  </a:lnTo>
                  <a:lnTo>
                    <a:pt x="0" y="0"/>
                  </a:lnTo>
                  <a:lnTo>
                    <a:pt x="0" y="16"/>
                  </a:lnTo>
                </a:path>
              </a:pathLst>
            </a:custGeom>
            <a:solidFill>
              <a:srgbClr val="F0E0C0"/>
            </a:solidFill>
            <a:ln cap="rnd">
              <a:noFill/>
              <a:round/>
            </a:ln>
            <a:effectLst/>
          </p:spPr>
        </p:sp>
        <p:sp>
          <p:nvSpPr>
            <p:cNvPr id="48962" name=""/>
            <p:cNvSpPr/>
            <p:nvPr/>
          </p:nvSpPr>
          <p:spPr>
            <a:xfrm>
              <a:off x="2959" y="2374"/>
              <a:ext cx="17" cy="17"/>
            </a:xfrm>
            <a:custGeom>
              <a:pathLst>
                <a:path w="17" h="17">
                  <a:moveTo>
                    <a:pt x="0" y="0"/>
                  </a:moveTo>
                  <a:lnTo>
                    <a:pt x="0" y="12"/>
                  </a:lnTo>
                  <a:lnTo>
                    <a:pt x="8" y="14"/>
                  </a:lnTo>
                  <a:lnTo>
                    <a:pt x="8" y="16"/>
                  </a:lnTo>
                  <a:lnTo>
                    <a:pt x="16" y="14"/>
                  </a:lnTo>
                  <a:lnTo>
                    <a:pt x="8" y="12"/>
                  </a:lnTo>
                  <a:lnTo>
                    <a:pt x="8" y="0"/>
                  </a:lnTo>
                  <a:lnTo>
                    <a:pt x="0" y="0"/>
                  </a:lnTo>
                </a:path>
              </a:pathLst>
            </a:custGeom>
            <a:solidFill>
              <a:srgbClr val="808050"/>
            </a:solidFill>
            <a:ln cap="rnd">
              <a:noFill/>
              <a:round/>
            </a:ln>
            <a:effectLst/>
          </p:spPr>
        </p:sp>
        <p:sp>
          <p:nvSpPr>
            <p:cNvPr id="48963" name=""/>
            <p:cNvSpPr/>
            <p:nvPr/>
          </p:nvSpPr>
          <p:spPr>
            <a:xfrm>
              <a:off x="2964" y="2364"/>
              <a:ext cx="18" cy="17"/>
            </a:xfrm>
            <a:custGeom>
              <a:pathLst>
                <a:path w="18" h="17">
                  <a:moveTo>
                    <a:pt x="0" y="16"/>
                  </a:moveTo>
                  <a:lnTo>
                    <a:pt x="0" y="0"/>
                  </a:lnTo>
                  <a:lnTo>
                    <a:pt x="17" y="0"/>
                  </a:lnTo>
                  <a:lnTo>
                    <a:pt x="17" y="16"/>
                  </a:lnTo>
                  <a:lnTo>
                    <a:pt x="0" y="16"/>
                  </a:lnTo>
                </a:path>
              </a:pathLst>
            </a:custGeom>
            <a:solidFill>
              <a:srgbClr val="706040"/>
            </a:solidFill>
            <a:ln cap="rnd">
              <a:noFill/>
              <a:round/>
            </a:ln>
            <a:effectLst/>
          </p:spPr>
        </p:sp>
        <p:sp>
          <p:nvSpPr>
            <p:cNvPr id="48964" name=""/>
            <p:cNvSpPr/>
            <p:nvPr/>
          </p:nvSpPr>
          <p:spPr>
            <a:xfrm>
              <a:off x="2981" y="2366"/>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965" name=""/>
            <p:cNvSpPr/>
            <p:nvPr/>
          </p:nvSpPr>
          <p:spPr>
            <a:xfrm>
              <a:off x="2916" y="2362"/>
              <a:ext cx="44" cy="1"/>
            </a:xfrm>
            <a:custGeom>
              <a:pathLst>
                <a:path w="44" h="1">
                  <a:moveTo>
                    <a:pt x="0" y="0"/>
                  </a:moveTo>
                  <a:lnTo>
                    <a:pt x="1" y="0"/>
                  </a:lnTo>
                  <a:lnTo>
                    <a:pt x="40" y="0"/>
                  </a:lnTo>
                  <a:lnTo>
                    <a:pt x="42" y="0"/>
                  </a:lnTo>
                  <a:lnTo>
                    <a:pt x="43" y="0"/>
                  </a:lnTo>
                  <a:lnTo>
                    <a:pt x="43" y="0"/>
                  </a:lnTo>
                  <a:lnTo>
                    <a:pt x="42" y="0"/>
                  </a:lnTo>
                  <a:lnTo>
                    <a:pt x="41" y="0"/>
                  </a:lnTo>
                  <a:lnTo>
                    <a:pt x="1" y="0"/>
                  </a:lnTo>
                  <a:lnTo>
                    <a:pt x="0" y="0"/>
                  </a:lnTo>
                  <a:lnTo>
                    <a:pt x="0" y="0"/>
                  </a:lnTo>
                </a:path>
              </a:pathLst>
            </a:custGeom>
            <a:solidFill>
              <a:srgbClr val="808050"/>
            </a:solidFill>
            <a:ln cap="rnd">
              <a:noFill/>
              <a:round/>
            </a:ln>
            <a:effectLst/>
          </p:spPr>
        </p:sp>
        <p:sp>
          <p:nvSpPr>
            <p:cNvPr id="48966" name=""/>
            <p:cNvSpPr/>
            <p:nvPr/>
          </p:nvSpPr>
          <p:spPr>
            <a:xfrm>
              <a:off x="2908" y="2366"/>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967" name=""/>
            <p:cNvSpPr/>
            <p:nvPr/>
          </p:nvSpPr>
          <p:spPr>
            <a:xfrm>
              <a:off x="2912" y="2362"/>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48968" name=""/>
            <p:cNvCxnSpPr/>
            <p:nvPr/>
          </p:nvCxnSpPr>
          <p:spPr>
            <a:xfrm>
              <a:off x="2915" y="2368"/>
              <a:ext cx="25" cy="0"/>
            </a:xfrm>
            <a:prstGeom prst="line">
              <a:avLst/>
            </a:prstGeom>
            <a:noFill/>
            <a:ln>
              <a:noFill/>
              <a:miter lim="800000"/>
            </a:ln>
            <a:effectLst/>
          </p:spPr>
        </p:cxnSp>
        <p:cxnSp>
          <p:nvCxnSpPr>
            <p:cNvPr id="48969" name=""/>
            <p:cNvCxnSpPr/>
            <p:nvPr/>
          </p:nvCxnSpPr>
          <p:spPr>
            <a:xfrm flipH="1">
              <a:off x="2940" y="2373"/>
              <a:ext cx="0" cy="2"/>
            </a:xfrm>
            <a:prstGeom prst="line">
              <a:avLst/>
            </a:prstGeom>
            <a:noFill/>
            <a:ln>
              <a:noFill/>
              <a:miter lim="800000"/>
            </a:ln>
            <a:effectLst/>
          </p:spPr>
        </p:cxnSp>
        <p:sp>
          <p:nvSpPr>
            <p:cNvPr id="48970" name=""/>
            <p:cNvSpPr/>
            <p:nvPr/>
          </p:nvSpPr>
          <p:spPr>
            <a:xfrm>
              <a:off x="2940" y="2368"/>
              <a:ext cx="18" cy="17"/>
            </a:xfrm>
            <a:custGeom>
              <a:pathLst>
                <a:path w="18" h="17">
                  <a:moveTo>
                    <a:pt x="0" y="16"/>
                  </a:moveTo>
                  <a:lnTo>
                    <a:pt x="0" y="0"/>
                  </a:lnTo>
                  <a:lnTo>
                    <a:pt x="17" y="0"/>
                  </a:lnTo>
                  <a:lnTo>
                    <a:pt x="17" y="16"/>
                  </a:lnTo>
                  <a:lnTo>
                    <a:pt x="0" y="16"/>
                  </a:lnTo>
                </a:path>
              </a:pathLst>
            </a:custGeom>
            <a:solidFill>
              <a:srgbClr val="706040"/>
            </a:solidFill>
            <a:ln cap="rnd">
              <a:noFill/>
              <a:round/>
            </a:ln>
            <a:effectLst/>
          </p:spPr>
        </p:sp>
        <p:sp>
          <p:nvSpPr>
            <p:cNvPr id="48971" name=""/>
            <p:cNvSpPr/>
            <p:nvPr/>
          </p:nvSpPr>
          <p:spPr>
            <a:xfrm>
              <a:off x="2957" y="236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48972" name=""/>
            <p:cNvSpPr/>
            <p:nvPr/>
          </p:nvSpPr>
          <p:spPr>
            <a:xfrm>
              <a:off x="2957" y="2364"/>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48973" name=""/>
            <p:cNvSpPr/>
            <p:nvPr/>
          </p:nvSpPr>
          <p:spPr>
            <a:xfrm>
              <a:off x="2940" y="2361"/>
              <a:ext cx="18" cy="17"/>
            </a:xfrm>
            <a:custGeom>
              <a:pathLst>
                <a:path w="18" h="17">
                  <a:moveTo>
                    <a:pt x="0" y="16"/>
                  </a:moveTo>
                  <a:lnTo>
                    <a:pt x="0" y="0"/>
                  </a:lnTo>
                  <a:lnTo>
                    <a:pt x="17" y="0"/>
                  </a:lnTo>
                  <a:lnTo>
                    <a:pt x="17" y="16"/>
                  </a:lnTo>
                  <a:lnTo>
                    <a:pt x="0" y="16"/>
                  </a:lnTo>
                </a:path>
              </a:pathLst>
            </a:custGeom>
            <a:solidFill>
              <a:srgbClr val="706040"/>
            </a:solidFill>
            <a:ln cap="rnd">
              <a:noFill/>
              <a:round/>
            </a:ln>
            <a:effectLst/>
          </p:spPr>
        </p:sp>
        <p:sp>
          <p:nvSpPr>
            <p:cNvPr id="48974" name=""/>
            <p:cNvSpPr/>
            <p:nvPr/>
          </p:nvSpPr>
          <p:spPr>
            <a:xfrm>
              <a:off x="2972" y="2376"/>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48975" name=""/>
            <p:cNvSpPr/>
            <p:nvPr/>
          </p:nvSpPr>
          <p:spPr>
            <a:xfrm>
              <a:off x="2916" y="2320"/>
              <a:ext cx="42" cy="17"/>
            </a:xfrm>
            <a:custGeom>
              <a:pathLst>
                <a:path w="42" h="17">
                  <a:moveTo>
                    <a:pt x="0" y="16"/>
                  </a:moveTo>
                  <a:lnTo>
                    <a:pt x="0" y="0"/>
                  </a:lnTo>
                  <a:lnTo>
                    <a:pt x="41" y="0"/>
                  </a:lnTo>
                  <a:lnTo>
                    <a:pt x="41" y="16"/>
                  </a:lnTo>
                  <a:lnTo>
                    <a:pt x="0" y="16"/>
                  </a:lnTo>
                </a:path>
              </a:pathLst>
            </a:custGeom>
            <a:solidFill>
              <a:srgbClr val="706040"/>
            </a:solidFill>
            <a:ln cap="rnd">
              <a:noFill/>
              <a:round/>
            </a:ln>
            <a:effectLst/>
          </p:spPr>
        </p:sp>
        <p:sp>
          <p:nvSpPr>
            <p:cNvPr id="48976" name=""/>
            <p:cNvSpPr/>
            <p:nvPr/>
          </p:nvSpPr>
          <p:spPr>
            <a:xfrm>
              <a:off x="2959" y="2324"/>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48977" name=""/>
            <p:cNvSpPr/>
            <p:nvPr/>
          </p:nvSpPr>
          <p:spPr>
            <a:xfrm>
              <a:off x="2959" y="2341"/>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48978" name=""/>
            <p:cNvSpPr/>
            <p:nvPr/>
          </p:nvSpPr>
          <p:spPr>
            <a:xfrm>
              <a:off x="2917" y="2343"/>
              <a:ext cx="41" cy="17"/>
            </a:xfrm>
            <a:custGeom>
              <a:pathLst>
                <a:path w="41" h="17">
                  <a:moveTo>
                    <a:pt x="0" y="16"/>
                  </a:moveTo>
                  <a:lnTo>
                    <a:pt x="40" y="16"/>
                  </a:lnTo>
                  <a:lnTo>
                    <a:pt x="40" y="0"/>
                  </a:lnTo>
                  <a:lnTo>
                    <a:pt x="0" y="0"/>
                  </a:lnTo>
                  <a:lnTo>
                    <a:pt x="0" y="16"/>
                  </a:lnTo>
                </a:path>
              </a:pathLst>
            </a:custGeom>
            <a:solidFill>
              <a:srgbClr val="E0E0B0"/>
            </a:solidFill>
            <a:ln cap="rnd">
              <a:noFill/>
              <a:round/>
            </a:ln>
            <a:effectLst/>
          </p:spPr>
        </p:sp>
        <p:sp>
          <p:nvSpPr>
            <p:cNvPr id="48979" name=""/>
            <p:cNvSpPr/>
            <p:nvPr/>
          </p:nvSpPr>
          <p:spPr>
            <a:xfrm>
              <a:off x="2886" y="2333"/>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48980" name=""/>
            <p:cNvSpPr/>
            <p:nvPr/>
          </p:nvSpPr>
          <p:spPr>
            <a:xfrm>
              <a:off x="2921" y="2438"/>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48981" name=""/>
            <p:cNvCxnSpPr/>
            <p:nvPr/>
          </p:nvCxnSpPr>
          <p:spPr>
            <a:xfrm flipH="1">
              <a:off x="3008" y="2417"/>
              <a:ext cx="0" cy="18"/>
            </a:xfrm>
            <a:prstGeom prst="line">
              <a:avLst/>
            </a:prstGeom>
            <a:noFill/>
            <a:ln>
              <a:noFill/>
              <a:miter lim="800000"/>
            </a:ln>
            <a:effectLst/>
          </p:spPr>
        </p:cxnSp>
        <p:sp>
          <p:nvSpPr>
            <p:cNvPr id="48982" name=""/>
            <p:cNvSpPr/>
            <p:nvPr/>
          </p:nvSpPr>
          <p:spPr>
            <a:xfrm>
              <a:off x="2921" y="2410"/>
              <a:ext cx="80" cy="17"/>
            </a:xfrm>
            <a:custGeom>
              <a:pathLst>
                <a:path w="80" h="17">
                  <a:moveTo>
                    <a:pt x="0" y="16"/>
                  </a:moveTo>
                  <a:lnTo>
                    <a:pt x="0" y="0"/>
                  </a:lnTo>
                  <a:lnTo>
                    <a:pt x="79" y="0"/>
                  </a:lnTo>
                  <a:lnTo>
                    <a:pt x="79" y="16"/>
                  </a:lnTo>
                  <a:lnTo>
                    <a:pt x="0" y="16"/>
                  </a:lnTo>
                </a:path>
              </a:pathLst>
            </a:custGeom>
            <a:solidFill>
              <a:srgbClr val="706040"/>
            </a:solidFill>
            <a:ln cap="rnd">
              <a:noFill/>
              <a:round/>
            </a:ln>
            <a:effectLst/>
          </p:spPr>
        </p:sp>
        <p:sp>
          <p:nvSpPr>
            <p:cNvPr id="48983" name=""/>
            <p:cNvSpPr/>
            <p:nvPr/>
          </p:nvSpPr>
          <p:spPr>
            <a:xfrm>
              <a:off x="2916" y="2417"/>
              <a:ext cx="17" cy="21"/>
            </a:xfrm>
            <a:custGeom>
              <a:pathLst>
                <a:path w="17" h="21">
                  <a:moveTo>
                    <a:pt x="16" y="0"/>
                  </a:moveTo>
                  <a:lnTo>
                    <a:pt x="16" y="20"/>
                  </a:lnTo>
                  <a:lnTo>
                    <a:pt x="0" y="20"/>
                  </a:lnTo>
                  <a:lnTo>
                    <a:pt x="0" y="0"/>
                  </a:lnTo>
                  <a:lnTo>
                    <a:pt x="16" y="0"/>
                  </a:lnTo>
                </a:path>
              </a:pathLst>
            </a:custGeom>
            <a:solidFill>
              <a:srgbClr val="706040"/>
            </a:solidFill>
            <a:ln cap="rnd">
              <a:noFill/>
              <a:round/>
            </a:ln>
            <a:effectLst/>
          </p:spPr>
        </p:sp>
        <p:sp>
          <p:nvSpPr>
            <p:cNvPr id="48984" name=""/>
            <p:cNvSpPr/>
            <p:nvPr/>
          </p:nvSpPr>
          <p:spPr>
            <a:xfrm>
              <a:off x="2921" y="2427"/>
              <a:ext cx="80" cy="17"/>
            </a:xfrm>
            <a:custGeom>
              <a:pathLst>
                <a:path w="80" h="17">
                  <a:moveTo>
                    <a:pt x="0" y="0"/>
                  </a:moveTo>
                  <a:lnTo>
                    <a:pt x="0" y="16"/>
                  </a:lnTo>
                  <a:lnTo>
                    <a:pt x="79" y="16"/>
                  </a:lnTo>
                  <a:lnTo>
                    <a:pt x="79" y="0"/>
                  </a:lnTo>
                  <a:lnTo>
                    <a:pt x="0" y="0"/>
                  </a:lnTo>
                </a:path>
              </a:pathLst>
            </a:custGeom>
            <a:solidFill>
              <a:srgbClr val="706040"/>
            </a:solidFill>
            <a:ln cap="rnd">
              <a:noFill/>
              <a:round/>
            </a:ln>
            <a:effectLst/>
          </p:spPr>
        </p:sp>
        <p:sp>
          <p:nvSpPr>
            <p:cNvPr id="48985" name=""/>
            <p:cNvSpPr/>
            <p:nvPr/>
          </p:nvSpPr>
          <p:spPr>
            <a:xfrm>
              <a:off x="2866" y="2467"/>
              <a:ext cx="155" cy="20"/>
            </a:xfrm>
            <a:custGeom>
              <a:pathLst>
                <a:path w="155" h="20">
                  <a:moveTo>
                    <a:pt x="0" y="0"/>
                  </a:moveTo>
                  <a:lnTo>
                    <a:pt x="0" y="19"/>
                  </a:lnTo>
                  <a:lnTo>
                    <a:pt x="154" y="19"/>
                  </a:lnTo>
                  <a:lnTo>
                    <a:pt x="154" y="0"/>
                  </a:lnTo>
                  <a:lnTo>
                    <a:pt x="0" y="0"/>
                  </a:lnTo>
                </a:path>
              </a:pathLst>
            </a:custGeom>
            <a:solidFill>
              <a:srgbClr val="D0C0A0"/>
            </a:solidFill>
            <a:ln cap="rnd">
              <a:noFill/>
              <a:round/>
            </a:ln>
            <a:effectLst/>
          </p:spPr>
        </p:sp>
        <p:sp>
          <p:nvSpPr>
            <p:cNvPr id="48986" name=""/>
            <p:cNvSpPr/>
            <p:nvPr/>
          </p:nvSpPr>
          <p:spPr>
            <a:xfrm>
              <a:off x="2890" y="2470"/>
              <a:ext cx="107" cy="17"/>
            </a:xfrm>
            <a:custGeom>
              <a:pathLst>
                <a:path w="107" h="17">
                  <a:moveTo>
                    <a:pt x="1" y="16"/>
                  </a:moveTo>
                  <a:lnTo>
                    <a:pt x="104" y="16"/>
                  </a:lnTo>
                  <a:lnTo>
                    <a:pt x="105" y="16"/>
                  </a:lnTo>
                  <a:lnTo>
                    <a:pt x="105" y="14"/>
                  </a:lnTo>
                  <a:lnTo>
                    <a:pt x="106" y="4"/>
                  </a:lnTo>
                  <a:lnTo>
                    <a:pt x="105" y="1"/>
                  </a:lnTo>
                  <a:lnTo>
                    <a:pt x="104" y="1"/>
                  </a:lnTo>
                  <a:lnTo>
                    <a:pt x="1" y="0"/>
                  </a:lnTo>
                  <a:lnTo>
                    <a:pt x="0" y="1"/>
                  </a:lnTo>
                  <a:lnTo>
                    <a:pt x="0" y="2"/>
                  </a:lnTo>
                  <a:lnTo>
                    <a:pt x="0" y="13"/>
                  </a:lnTo>
                  <a:lnTo>
                    <a:pt x="0" y="14"/>
                  </a:lnTo>
                  <a:lnTo>
                    <a:pt x="1" y="16"/>
                  </a:lnTo>
                </a:path>
              </a:pathLst>
            </a:custGeom>
            <a:solidFill>
              <a:srgbClr val="404040"/>
            </a:solidFill>
            <a:ln cap="rnd">
              <a:noFill/>
              <a:round/>
            </a:ln>
            <a:effectLst/>
          </p:spPr>
        </p:sp>
        <p:sp>
          <p:nvSpPr>
            <p:cNvPr id="48987" name=""/>
            <p:cNvSpPr/>
            <p:nvPr/>
          </p:nvSpPr>
          <p:spPr>
            <a:xfrm>
              <a:off x="2940" y="2273"/>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48988" name=""/>
            <p:cNvSpPr/>
            <p:nvPr/>
          </p:nvSpPr>
          <p:spPr>
            <a:xfrm>
              <a:off x="2942" y="2277"/>
              <a:ext cx="17" cy="17"/>
            </a:xfrm>
            <a:custGeom>
              <a:pathLst>
                <a:path w="17" h="17">
                  <a:moveTo>
                    <a:pt x="12" y="0"/>
                  </a:moveTo>
                  <a:lnTo>
                    <a:pt x="16" y="0"/>
                  </a:lnTo>
                  <a:lnTo>
                    <a:pt x="16" y="16"/>
                  </a:lnTo>
                  <a:lnTo>
                    <a:pt x="0" y="16"/>
                  </a:lnTo>
                  <a:lnTo>
                    <a:pt x="12" y="0"/>
                  </a:lnTo>
                </a:path>
              </a:pathLst>
            </a:custGeom>
            <a:noFill/>
            <a:ln w="12700" cap="rnd" cmpd="sng">
              <a:solidFill>
                <a:srgbClr val="000000"/>
              </a:solidFill>
              <a:prstDash val="solid"/>
              <a:round/>
            </a:ln>
            <a:effectLst/>
          </p:spPr>
        </p:sp>
        <p:sp>
          <p:nvSpPr>
            <p:cNvPr id="48989" name=""/>
            <p:cNvSpPr/>
            <p:nvPr/>
          </p:nvSpPr>
          <p:spPr>
            <a:xfrm>
              <a:off x="2882" y="2267"/>
              <a:ext cx="127" cy="18"/>
            </a:xfrm>
            <a:custGeom>
              <a:pathLst>
                <a:path w="127" h="18">
                  <a:moveTo>
                    <a:pt x="9" y="0"/>
                  </a:moveTo>
                  <a:lnTo>
                    <a:pt x="118" y="0"/>
                  </a:lnTo>
                  <a:lnTo>
                    <a:pt x="119" y="1"/>
                  </a:lnTo>
                  <a:lnTo>
                    <a:pt x="121" y="1"/>
                  </a:lnTo>
                  <a:lnTo>
                    <a:pt x="123" y="2"/>
                  </a:lnTo>
                  <a:lnTo>
                    <a:pt x="124" y="3"/>
                  </a:lnTo>
                  <a:lnTo>
                    <a:pt x="125" y="5"/>
                  </a:lnTo>
                  <a:lnTo>
                    <a:pt x="126" y="5"/>
                  </a:lnTo>
                  <a:lnTo>
                    <a:pt x="126" y="7"/>
                  </a:lnTo>
                  <a:lnTo>
                    <a:pt x="126" y="10"/>
                  </a:lnTo>
                  <a:lnTo>
                    <a:pt x="126" y="12"/>
                  </a:lnTo>
                  <a:lnTo>
                    <a:pt x="125" y="12"/>
                  </a:lnTo>
                  <a:lnTo>
                    <a:pt x="124" y="14"/>
                  </a:lnTo>
                  <a:lnTo>
                    <a:pt x="123" y="15"/>
                  </a:lnTo>
                  <a:lnTo>
                    <a:pt x="121" y="16"/>
                  </a:lnTo>
                  <a:lnTo>
                    <a:pt x="119" y="17"/>
                  </a:lnTo>
                  <a:lnTo>
                    <a:pt x="118" y="17"/>
                  </a:lnTo>
                  <a:lnTo>
                    <a:pt x="116" y="17"/>
                  </a:lnTo>
                  <a:lnTo>
                    <a:pt x="9" y="17"/>
                  </a:lnTo>
                  <a:lnTo>
                    <a:pt x="7" y="17"/>
                  </a:lnTo>
                  <a:lnTo>
                    <a:pt x="6" y="17"/>
                  </a:lnTo>
                  <a:lnTo>
                    <a:pt x="3" y="16"/>
                  </a:lnTo>
                  <a:lnTo>
                    <a:pt x="2" y="15"/>
                  </a:lnTo>
                  <a:lnTo>
                    <a:pt x="0" y="13"/>
                  </a:lnTo>
                  <a:lnTo>
                    <a:pt x="0" y="12"/>
                  </a:lnTo>
                  <a:lnTo>
                    <a:pt x="0" y="11"/>
                  </a:lnTo>
                  <a:lnTo>
                    <a:pt x="0" y="10"/>
                  </a:lnTo>
                  <a:lnTo>
                    <a:pt x="0" y="7"/>
                  </a:lnTo>
                  <a:lnTo>
                    <a:pt x="0" y="6"/>
                  </a:lnTo>
                  <a:lnTo>
                    <a:pt x="0" y="5"/>
                  </a:lnTo>
                  <a:lnTo>
                    <a:pt x="0" y="4"/>
                  </a:lnTo>
                  <a:lnTo>
                    <a:pt x="1" y="2"/>
                  </a:lnTo>
                  <a:lnTo>
                    <a:pt x="3" y="1"/>
                  </a:lnTo>
                  <a:lnTo>
                    <a:pt x="6" y="1"/>
                  </a:lnTo>
                  <a:lnTo>
                    <a:pt x="9" y="0"/>
                  </a:lnTo>
                </a:path>
              </a:pathLst>
            </a:custGeom>
            <a:solidFill>
              <a:srgbClr val="F0E0C0"/>
            </a:solidFill>
            <a:ln cap="rnd">
              <a:noFill/>
              <a:round/>
            </a:ln>
            <a:effectLst/>
          </p:spPr>
        </p:sp>
        <p:sp>
          <p:nvSpPr>
            <p:cNvPr id="48990" name=""/>
            <p:cNvSpPr/>
            <p:nvPr/>
          </p:nvSpPr>
          <p:spPr>
            <a:xfrm>
              <a:off x="2882" y="2267"/>
              <a:ext cx="132" cy="24"/>
            </a:xfrm>
            <a:custGeom>
              <a:pathLst>
                <a:path w="132" h="24">
                  <a:moveTo>
                    <a:pt x="9" y="0"/>
                  </a:moveTo>
                  <a:lnTo>
                    <a:pt x="123" y="0"/>
                  </a:lnTo>
                  <a:lnTo>
                    <a:pt x="124" y="1"/>
                  </a:lnTo>
                  <a:lnTo>
                    <a:pt x="125" y="1"/>
                  </a:lnTo>
                  <a:lnTo>
                    <a:pt x="128" y="3"/>
                  </a:lnTo>
                  <a:lnTo>
                    <a:pt x="129" y="4"/>
                  </a:lnTo>
                  <a:lnTo>
                    <a:pt x="130" y="6"/>
                  </a:lnTo>
                  <a:lnTo>
                    <a:pt x="131" y="7"/>
                  </a:lnTo>
                  <a:lnTo>
                    <a:pt x="131" y="9"/>
                  </a:lnTo>
                  <a:lnTo>
                    <a:pt x="131" y="14"/>
                  </a:lnTo>
                  <a:lnTo>
                    <a:pt x="131" y="16"/>
                  </a:lnTo>
                  <a:lnTo>
                    <a:pt x="130" y="17"/>
                  </a:lnTo>
                  <a:lnTo>
                    <a:pt x="129" y="19"/>
                  </a:lnTo>
                  <a:lnTo>
                    <a:pt x="128" y="21"/>
                  </a:lnTo>
                  <a:lnTo>
                    <a:pt x="125" y="22"/>
                  </a:lnTo>
                  <a:lnTo>
                    <a:pt x="124" y="23"/>
                  </a:lnTo>
                  <a:lnTo>
                    <a:pt x="123" y="23"/>
                  </a:lnTo>
                  <a:lnTo>
                    <a:pt x="9" y="23"/>
                  </a:lnTo>
                  <a:lnTo>
                    <a:pt x="7" y="23"/>
                  </a:lnTo>
                  <a:lnTo>
                    <a:pt x="6" y="23"/>
                  </a:lnTo>
                  <a:lnTo>
                    <a:pt x="4" y="22"/>
                  </a:lnTo>
                  <a:lnTo>
                    <a:pt x="2" y="21"/>
                  </a:lnTo>
                  <a:lnTo>
                    <a:pt x="0" y="18"/>
                  </a:lnTo>
                  <a:lnTo>
                    <a:pt x="0" y="16"/>
                  </a:lnTo>
                  <a:lnTo>
                    <a:pt x="0" y="15"/>
                  </a:lnTo>
                  <a:lnTo>
                    <a:pt x="0" y="9"/>
                  </a:lnTo>
                  <a:lnTo>
                    <a:pt x="0" y="8"/>
                  </a:lnTo>
                  <a:lnTo>
                    <a:pt x="0" y="7"/>
                  </a:lnTo>
                  <a:lnTo>
                    <a:pt x="0" y="5"/>
                  </a:lnTo>
                  <a:lnTo>
                    <a:pt x="1" y="3"/>
                  </a:lnTo>
                  <a:lnTo>
                    <a:pt x="4" y="1"/>
                  </a:lnTo>
                  <a:lnTo>
                    <a:pt x="6" y="1"/>
                  </a:lnTo>
                  <a:lnTo>
                    <a:pt x="9" y="0"/>
                  </a:lnTo>
                </a:path>
              </a:pathLst>
            </a:custGeom>
            <a:noFill/>
            <a:ln w="12700" cap="rnd" cmpd="sng">
              <a:solidFill>
                <a:srgbClr val="808060"/>
              </a:solidFill>
              <a:prstDash val="solid"/>
              <a:round/>
            </a:ln>
            <a:effectLst/>
          </p:spPr>
        </p:sp>
        <p:sp>
          <p:nvSpPr>
            <p:cNvPr id="48991" name=""/>
            <p:cNvSpPr/>
            <p:nvPr/>
          </p:nvSpPr>
          <p:spPr>
            <a:xfrm>
              <a:off x="2883" y="2269"/>
              <a:ext cx="66" cy="17"/>
            </a:xfrm>
            <a:custGeom>
              <a:pathLst>
                <a:path w="66" h="17">
                  <a:moveTo>
                    <a:pt x="10" y="0"/>
                  </a:moveTo>
                  <a:lnTo>
                    <a:pt x="54" y="0"/>
                  </a:lnTo>
                  <a:lnTo>
                    <a:pt x="56" y="0"/>
                  </a:lnTo>
                  <a:lnTo>
                    <a:pt x="59" y="1"/>
                  </a:lnTo>
                  <a:lnTo>
                    <a:pt x="61" y="1"/>
                  </a:lnTo>
                  <a:lnTo>
                    <a:pt x="62" y="1"/>
                  </a:lnTo>
                  <a:lnTo>
                    <a:pt x="64" y="2"/>
                  </a:lnTo>
                  <a:lnTo>
                    <a:pt x="64" y="3"/>
                  </a:lnTo>
                  <a:lnTo>
                    <a:pt x="65" y="4"/>
                  </a:lnTo>
                  <a:lnTo>
                    <a:pt x="65" y="4"/>
                  </a:lnTo>
                  <a:lnTo>
                    <a:pt x="65" y="6"/>
                  </a:lnTo>
                  <a:lnTo>
                    <a:pt x="65" y="9"/>
                  </a:lnTo>
                  <a:lnTo>
                    <a:pt x="65" y="11"/>
                  </a:lnTo>
                  <a:lnTo>
                    <a:pt x="64" y="13"/>
                  </a:lnTo>
                  <a:lnTo>
                    <a:pt x="63" y="14"/>
                  </a:lnTo>
                  <a:lnTo>
                    <a:pt x="61" y="14"/>
                  </a:lnTo>
                  <a:lnTo>
                    <a:pt x="59" y="16"/>
                  </a:lnTo>
                  <a:lnTo>
                    <a:pt x="55" y="16"/>
                  </a:lnTo>
                  <a:lnTo>
                    <a:pt x="54" y="16"/>
                  </a:lnTo>
                  <a:lnTo>
                    <a:pt x="10" y="16"/>
                  </a:lnTo>
                  <a:lnTo>
                    <a:pt x="8" y="16"/>
                  </a:lnTo>
                  <a:lnTo>
                    <a:pt x="6" y="16"/>
                  </a:lnTo>
                  <a:lnTo>
                    <a:pt x="4" y="14"/>
                  </a:lnTo>
                  <a:lnTo>
                    <a:pt x="2" y="14"/>
                  </a:lnTo>
                  <a:lnTo>
                    <a:pt x="1" y="13"/>
                  </a:lnTo>
                  <a:lnTo>
                    <a:pt x="0" y="11"/>
                  </a:lnTo>
                  <a:lnTo>
                    <a:pt x="0" y="11"/>
                  </a:lnTo>
                  <a:lnTo>
                    <a:pt x="0" y="9"/>
                  </a:lnTo>
                  <a:lnTo>
                    <a:pt x="0" y="6"/>
                  </a:lnTo>
                  <a:lnTo>
                    <a:pt x="0" y="4"/>
                  </a:lnTo>
                  <a:lnTo>
                    <a:pt x="0" y="4"/>
                  </a:lnTo>
                  <a:lnTo>
                    <a:pt x="0" y="3"/>
                  </a:lnTo>
                  <a:lnTo>
                    <a:pt x="0" y="2"/>
                  </a:lnTo>
                  <a:lnTo>
                    <a:pt x="1" y="2"/>
                  </a:lnTo>
                  <a:lnTo>
                    <a:pt x="2" y="1"/>
                  </a:lnTo>
                  <a:lnTo>
                    <a:pt x="3" y="1"/>
                  </a:lnTo>
                  <a:lnTo>
                    <a:pt x="6" y="0"/>
                  </a:lnTo>
                  <a:lnTo>
                    <a:pt x="10" y="0"/>
                  </a:lnTo>
                </a:path>
              </a:pathLst>
            </a:custGeom>
            <a:solidFill>
              <a:srgbClr val="F0E0C0"/>
            </a:solidFill>
            <a:ln cap="rnd">
              <a:noFill/>
              <a:round/>
            </a:ln>
            <a:effectLst/>
          </p:spPr>
        </p:sp>
        <p:sp>
          <p:nvSpPr>
            <p:cNvPr id="48992" name=""/>
            <p:cNvSpPr/>
            <p:nvPr/>
          </p:nvSpPr>
          <p:spPr>
            <a:xfrm>
              <a:off x="2883" y="2269"/>
              <a:ext cx="71" cy="20"/>
            </a:xfrm>
            <a:custGeom>
              <a:pathLst>
                <a:path w="71" h="20">
                  <a:moveTo>
                    <a:pt x="10" y="0"/>
                  </a:moveTo>
                  <a:lnTo>
                    <a:pt x="59" y="0"/>
                  </a:lnTo>
                  <a:lnTo>
                    <a:pt x="61" y="0"/>
                  </a:lnTo>
                  <a:lnTo>
                    <a:pt x="63" y="1"/>
                  </a:lnTo>
                  <a:lnTo>
                    <a:pt x="65" y="1"/>
                  </a:lnTo>
                  <a:lnTo>
                    <a:pt x="67" y="2"/>
                  </a:lnTo>
                  <a:lnTo>
                    <a:pt x="69" y="3"/>
                  </a:lnTo>
                  <a:lnTo>
                    <a:pt x="69" y="4"/>
                  </a:lnTo>
                  <a:lnTo>
                    <a:pt x="70" y="5"/>
                  </a:lnTo>
                  <a:lnTo>
                    <a:pt x="70" y="6"/>
                  </a:lnTo>
                  <a:lnTo>
                    <a:pt x="70" y="7"/>
                  </a:lnTo>
                  <a:lnTo>
                    <a:pt x="70" y="12"/>
                  </a:lnTo>
                  <a:lnTo>
                    <a:pt x="70" y="14"/>
                  </a:lnTo>
                  <a:lnTo>
                    <a:pt x="69" y="16"/>
                  </a:lnTo>
                  <a:lnTo>
                    <a:pt x="68" y="17"/>
                  </a:lnTo>
                  <a:lnTo>
                    <a:pt x="65" y="18"/>
                  </a:lnTo>
                  <a:lnTo>
                    <a:pt x="63" y="19"/>
                  </a:lnTo>
                  <a:lnTo>
                    <a:pt x="60" y="19"/>
                  </a:lnTo>
                  <a:lnTo>
                    <a:pt x="10" y="19"/>
                  </a:lnTo>
                  <a:lnTo>
                    <a:pt x="8" y="19"/>
                  </a:lnTo>
                  <a:lnTo>
                    <a:pt x="7" y="19"/>
                  </a:lnTo>
                  <a:lnTo>
                    <a:pt x="5" y="18"/>
                  </a:lnTo>
                  <a:lnTo>
                    <a:pt x="2" y="17"/>
                  </a:lnTo>
                  <a:lnTo>
                    <a:pt x="1" y="16"/>
                  </a:lnTo>
                  <a:lnTo>
                    <a:pt x="0" y="14"/>
                  </a:lnTo>
                  <a:lnTo>
                    <a:pt x="0" y="13"/>
                  </a:lnTo>
                  <a:lnTo>
                    <a:pt x="0" y="7"/>
                  </a:lnTo>
                  <a:lnTo>
                    <a:pt x="0" y="6"/>
                  </a:lnTo>
                  <a:lnTo>
                    <a:pt x="0" y="5"/>
                  </a:lnTo>
                  <a:lnTo>
                    <a:pt x="0" y="4"/>
                  </a:lnTo>
                  <a:lnTo>
                    <a:pt x="0" y="3"/>
                  </a:lnTo>
                  <a:lnTo>
                    <a:pt x="1" y="3"/>
                  </a:lnTo>
                  <a:lnTo>
                    <a:pt x="2" y="2"/>
                  </a:lnTo>
                  <a:lnTo>
                    <a:pt x="4" y="1"/>
                  </a:lnTo>
                  <a:lnTo>
                    <a:pt x="10" y="0"/>
                  </a:lnTo>
                </a:path>
              </a:pathLst>
            </a:custGeom>
            <a:noFill/>
            <a:ln w="12700" cap="rnd" cmpd="sng">
              <a:solidFill>
                <a:srgbClr val="C0C0C0"/>
              </a:solidFill>
              <a:prstDash val="solid"/>
              <a:round/>
            </a:ln>
            <a:effectLst/>
          </p:spPr>
        </p:sp>
        <p:sp>
          <p:nvSpPr>
            <p:cNvPr id="48993" name=""/>
            <p:cNvSpPr/>
            <p:nvPr/>
          </p:nvSpPr>
          <p:spPr>
            <a:xfrm>
              <a:off x="2940" y="2273"/>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48994" name=""/>
            <p:cNvSpPr/>
            <p:nvPr/>
          </p:nvSpPr>
          <p:spPr>
            <a:xfrm>
              <a:off x="2888" y="2275"/>
              <a:ext cx="53" cy="17"/>
            </a:xfrm>
            <a:custGeom>
              <a:pathLst>
                <a:path w="53" h="17">
                  <a:moveTo>
                    <a:pt x="0" y="16"/>
                  </a:moveTo>
                  <a:lnTo>
                    <a:pt x="52" y="16"/>
                  </a:lnTo>
                  <a:lnTo>
                    <a:pt x="51" y="0"/>
                  </a:lnTo>
                  <a:lnTo>
                    <a:pt x="0" y="0"/>
                  </a:lnTo>
                  <a:lnTo>
                    <a:pt x="0" y="16"/>
                  </a:lnTo>
                </a:path>
              </a:pathLst>
            </a:custGeom>
            <a:solidFill>
              <a:srgbClr val="FF6000"/>
            </a:solidFill>
            <a:ln cap="rnd">
              <a:noFill/>
              <a:round/>
            </a:ln>
            <a:effectLst/>
          </p:spPr>
        </p:sp>
        <p:sp>
          <p:nvSpPr>
            <p:cNvPr id="48995" name=""/>
            <p:cNvSpPr/>
            <p:nvPr/>
          </p:nvSpPr>
          <p:spPr>
            <a:xfrm>
              <a:off x="2935" y="2273"/>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48996" name=""/>
            <p:cNvSpPr/>
            <p:nvPr/>
          </p:nvSpPr>
          <p:spPr>
            <a:xfrm>
              <a:off x="2932" y="2273"/>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48997" name=""/>
            <p:cNvSpPr/>
            <p:nvPr/>
          </p:nvSpPr>
          <p:spPr>
            <a:xfrm>
              <a:off x="2927" y="2273"/>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48998" name=""/>
            <p:cNvSpPr/>
            <p:nvPr/>
          </p:nvSpPr>
          <p:spPr>
            <a:xfrm>
              <a:off x="2922" y="2273"/>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48999" name=""/>
            <p:cNvSpPr/>
            <p:nvPr/>
          </p:nvSpPr>
          <p:spPr>
            <a:xfrm>
              <a:off x="2917" y="2273"/>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49000" name=""/>
            <p:cNvSpPr/>
            <p:nvPr/>
          </p:nvSpPr>
          <p:spPr>
            <a:xfrm>
              <a:off x="2980" y="2269"/>
              <a:ext cx="1" cy="17"/>
            </a:xfrm>
            <a:custGeom>
              <a:pathLst>
                <a:path w="1" h="17">
                  <a:moveTo>
                    <a:pt x="0" y="0"/>
                  </a:moveTo>
                  <a:lnTo>
                    <a:pt x="0" y="0"/>
                  </a:lnTo>
                  <a:lnTo>
                    <a:pt x="0" y="2"/>
                  </a:lnTo>
                  <a:lnTo>
                    <a:pt x="0" y="13"/>
                  </a:lnTo>
                  <a:lnTo>
                    <a:pt x="0" y="14"/>
                  </a:lnTo>
                  <a:lnTo>
                    <a:pt x="0" y="16"/>
                  </a:lnTo>
                  <a:lnTo>
                    <a:pt x="0" y="14"/>
                  </a:lnTo>
                  <a:lnTo>
                    <a:pt x="0" y="12"/>
                  </a:lnTo>
                  <a:lnTo>
                    <a:pt x="0" y="3"/>
                  </a:lnTo>
                  <a:lnTo>
                    <a:pt x="0" y="1"/>
                  </a:lnTo>
                  <a:lnTo>
                    <a:pt x="0" y="1"/>
                  </a:lnTo>
                  <a:lnTo>
                    <a:pt x="0" y="0"/>
                  </a:lnTo>
                </a:path>
              </a:pathLst>
            </a:custGeom>
            <a:solidFill>
              <a:srgbClr val="A0A070"/>
            </a:solidFill>
            <a:ln cap="rnd">
              <a:noFill/>
              <a:round/>
            </a:ln>
            <a:effectLst/>
          </p:spPr>
        </p:sp>
        <p:sp>
          <p:nvSpPr>
            <p:cNvPr id="49001" name=""/>
            <p:cNvSpPr/>
            <p:nvPr/>
          </p:nvSpPr>
          <p:spPr>
            <a:xfrm>
              <a:off x="2983" y="2268"/>
              <a:ext cx="18" cy="17"/>
            </a:xfrm>
            <a:custGeom>
              <a:pathLst>
                <a:path w="18" h="17">
                  <a:moveTo>
                    <a:pt x="2" y="16"/>
                  </a:moveTo>
                  <a:lnTo>
                    <a:pt x="14" y="16"/>
                  </a:lnTo>
                  <a:lnTo>
                    <a:pt x="15" y="16"/>
                  </a:lnTo>
                  <a:lnTo>
                    <a:pt x="15" y="14"/>
                  </a:lnTo>
                  <a:lnTo>
                    <a:pt x="16" y="14"/>
                  </a:lnTo>
                  <a:lnTo>
                    <a:pt x="16" y="13"/>
                  </a:lnTo>
                  <a:lnTo>
                    <a:pt x="17" y="13"/>
                  </a:lnTo>
                  <a:lnTo>
                    <a:pt x="17" y="12"/>
                  </a:lnTo>
                  <a:lnTo>
                    <a:pt x="17" y="11"/>
                  </a:lnTo>
                  <a:lnTo>
                    <a:pt x="17" y="4"/>
                  </a:lnTo>
                  <a:lnTo>
                    <a:pt x="17" y="4"/>
                  </a:lnTo>
                  <a:lnTo>
                    <a:pt x="16" y="2"/>
                  </a:lnTo>
                  <a:lnTo>
                    <a:pt x="16" y="1"/>
                  </a:lnTo>
                  <a:lnTo>
                    <a:pt x="15" y="1"/>
                  </a:lnTo>
                  <a:lnTo>
                    <a:pt x="14" y="0"/>
                  </a:lnTo>
                  <a:lnTo>
                    <a:pt x="2" y="0"/>
                  </a:lnTo>
                  <a:lnTo>
                    <a:pt x="1" y="1"/>
                  </a:lnTo>
                  <a:lnTo>
                    <a:pt x="0" y="1"/>
                  </a:lnTo>
                  <a:lnTo>
                    <a:pt x="0" y="2"/>
                  </a:lnTo>
                  <a:lnTo>
                    <a:pt x="0" y="4"/>
                  </a:lnTo>
                  <a:lnTo>
                    <a:pt x="0" y="4"/>
                  </a:lnTo>
                  <a:lnTo>
                    <a:pt x="0" y="11"/>
                  </a:lnTo>
                  <a:lnTo>
                    <a:pt x="0" y="12"/>
                  </a:lnTo>
                  <a:lnTo>
                    <a:pt x="0" y="13"/>
                  </a:lnTo>
                  <a:lnTo>
                    <a:pt x="0" y="13"/>
                  </a:lnTo>
                  <a:lnTo>
                    <a:pt x="0" y="14"/>
                  </a:lnTo>
                  <a:lnTo>
                    <a:pt x="1" y="14"/>
                  </a:lnTo>
                  <a:lnTo>
                    <a:pt x="2" y="16"/>
                  </a:lnTo>
                </a:path>
              </a:pathLst>
            </a:custGeom>
            <a:solidFill>
              <a:srgbClr val="505020"/>
            </a:solidFill>
            <a:ln cap="rnd">
              <a:noFill/>
              <a:round/>
            </a:ln>
            <a:effectLst/>
          </p:spPr>
        </p:sp>
        <p:sp>
          <p:nvSpPr>
            <p:cNvPr id="49002" name=""/>
            <p:cNvSpPr/>
            <p:nvPr/>
          </p:nvSpPr>
          <p:spPr>
            <a:xfrm>
              <a:off x="2983" y="2269"/>
              <a:ext cx="18" cy="17"/>
            </a:xfrm>
            <a:custGeom>
              <a:pathLst>
                <a:path w="18" h="17">
                  <a:moveTo>
                    <a:pt x="1" y="0"/>
                  </a:moveTo>
                  <a:lnTo>
                    <a:pt x="0" y="1"/>
                  </a:lnTo>
                  <a:lnTo>
                    <a:pt x="0" y="14"/>
                  </a:lnTo>
                  <a:lnTo>
                    <a:pt x="0" y="16"/>
                  </a:lnTo>
                  <a:lnTo>
                    <a:pt x="16" y="16"/>
                  </a:lnTo>
                  <a:lnTo>
                    <a:pt x="17" y="14"/>
                  </a:lnTo>
                  <a:lnTo>
                    <a:pt x="17" y="1"/>
                  </a:lnTo>
                  <a:lnTo>
                    <a:pt x="16" y="0"/>
                  </a:lnTo>
                  <a:lnTo>
                    <a:pt x="1" y="0"/>
                  </a:lnTo>
                </a:path>
              </a:pathLst>
            </a:custGeom>
            <a:solidFill>
              <a:srgbClr val="706040"/>
            </a:solidFill>
            <a:ln cap="rnd">
              <a:noFill/>
              <a:round/>
            </a:ln>
            <a:effectLst/>
          </p:spPr>
        </p:sp>
        <p:sp>
          <p:nvSpPr>
            <p:cNvPr id="49003" name=""/>
            <p:cNvSpPr/>
            <p:nvPr/>
          </p:nvSpPr>
          <p:spPr>
            <a:xfrm>
              <a:off x="2984" y="2269"/>
              <a:ext cx="17" cy="17"/>
            </a:xfrm>
            <a:custGeom>
              <a:pathLst>
                <a:path w="17" h="17">
                  <a:moveTo>
                    <a:pt x="1" y="0"/>
                  </a:moveTo>
                  <a:lnTo>
                    <a:pt x="0" y="1"/>
                  </a:lnTo>
                  <a:lnTo>
                    <a:pt x="0" y="13"/>
                  </a:lnTo>
                  <a:lnTo>
                    <a:pt x="0" y="16"/>
                  </a:lnTo>
                  <a:lnTo>
                    <a:pt x="15" y="16"/>
                  </a:lnTo>
                  <a:lnTo>
                    <a:pt x="16" y="13"/>
                  </a:lnTo>
                  <a:lnTo>
                    <a:pt x="16" y="2"/>
                  </a:lnTo>
                  <a:lnTo>
                    <a:pt x="15" y="0"/>
                  </a:lnTo>
                  <a:lnTo>
                    <a:pt x="1" y="0"/>
                  </a:lnTo>
                </a:path>
              </a:pathLst>
            </a:custGeom>
            <a:solidFill>
              <a:srgbClr val="808060"/>
            </a:solidFill>
            <a:ln cap="rnd">
              <a:noFill/>
              <a:round/>
            </a:ln>
            <a:effectLst/>
          </p:spPr>
        </p:sp>
        <p:sp>
          <p:nvSpPr>
            <p:cNvPr id="49004" name=""/>
            <p:cNvSpPr/>
            <p:nvPr/>
          </p:nvSpPr>
          <p:spPr>
            <a:xfrm>
              <a:off x="2988" y="2271"/>
              <a:ext cx="17" cy="17"/>
            </a:xfrm>
            <a:custGeom>
              <a:pathLst>
                <a:path w="17" h="17">
                  <a:moveTo>
                    <a:pt x="1" y="0"/>
                  </a:moveTo>
                  <a:lnTo>
                    <a:pt x="0" y="0"/>
                  </a:lnTo>
                  <a:lnTo>
                    <a:pt x="0" y="16"/>
                  </a:lnTo>
                  <a:lnTo>
                    <a:pt x="1" y="16"/>
                  </a:lnTo>
                  <a:lnTo>
                    <a:pt x="14" y="16"/>
                  </a:lnTo>
                  <a:lnTo>
                    <a:pt x="16" y="16"/>
                  </a:lnTo>
                  <a:lnTo>
                    <a:pt x="16" y="2"/>
                  </a:lnTo>
                  <a:lnTo>
                    <a:pt x="14" y="0"/>
                  </a:lnTo>
                  <a:lnTo>
                    <a:pt x="1" y="0"/>
                  </a:lnTo>
                </a:path>
              </a:pathLst>
            </a:custGeom>
            <a:solidFill>
              <a:srgbClr val="C0C080"/>
            </a:solidFill>
            <a:ln cap="rnd">
              <a:noFill/>
              <a:round/>
            </a:ln>
            <a:effectLst/>
          </p:spPr>
        </p:sp>
        <p:sp>
          <p:nvSpPr>
            <p:cNvPr id="49005" name=""/>
            <p:cNvSpPr/>
            <p:nvPr/>
          </p:nvSpPr>
          <p:spPr>
            <a:xfrm>
              <a:off x="2991" y="2275"/>
              <a:ext cx="17" cy="17"/>
            </a:xfrm>
            <a:custGeom>
              <a:pathLst>
                <a:path w="17" h="17">
                  <a:moveTo>
                    <a:pt x="8" y="0"/>
                  </a:moveTo>
                  <a:lnTo>
                    <a:pt x="8" y="3"/>
                  </a:lnTo>
                  <a:lnTo>
                    <a:pt x="12" y="3"/>
                  </a:lnTo>
                  <a:lnTo>
                    <a:pt x="16" y="6"/>
                  </a:lnTo>
                  <a:lnTo>
                    <a:pt x="16" y="9"/>
                  </a:lnTo>
                  <a:lnTo>
                    <a:pt x="12" y="12"/>
                  </a:lnTo>
                  <a:lnTo>
                    <a:pt x="8" y="16"/>
                  </a:lnTo>
                  <a:lnTo>
                    <a:pt x="4" y="16"/>
                  </a:lnTo>
                  <a:lnTo>
                    <a:pt x="0" y="12"/>
                  </a:lnTo>
                  <a:lnTo>
                    <a:pt x="0" y="9"/>
                  </a:lnTo>
                  <a:lnTo>
                    <a:pt x="0" y="6"/>
                  </a:lnTo>
                  <a:lnTo>
                    <a:pt x="0" y="3"/>
                  </a:lnTo>
                  <a:lnTo>
                    <a:pt x="4" y="3"/>
                  </a:lnTo>
                  <a:lnTo>
                    <a:pt x="8" y="0"/>
                  </a:lnTo>
                </a:path>
              </a:pathLst>
            </a:custGeom>
            <a:noFill/>
            <a:ln w="12700" cap="rnd" cmpd="sng">
              <a:solidFill>
                <a:srgbClr val="000000"/>
              </a:solidFill>
              <a:prstDash val="solid"/>
              <a:round/>
            </a:ln>
            <a:effectLst/>
          </p:spPr>
        </p:sp>
        <p:cxnSp>
          <p:nvCxnSpPr>
            <p:cNvPr id="49006" name=""/>
            <p:cNvCxnSpPr/>
            <p:nvPr/>
          </p:nvCxnSpPr>
          <p:spPr>
            <a:xfrm flipH="1">
              <a:off x="3000" y="2275"/>
              <a:ext cx="0" cy="5"/>
            </a:xfrm>
            <a:prstGeom prst="line">
              <a:avLst/>
            </a:prstGeom>
            <a:noFill/>
            <a:ln w="12700">
              <a:solidFill>
                <a:prstClr val="black"/>
              </a:solidFill>
              <a:miter lim="800000"/>
            </a:ln>
            <a:effectLst/>
          </p:spPr>
        </p:cxnSp>
        <p:sp>
          <p:nvSpPr>
            <p:cNvPr id="49007" name=""/>
            <p:cNvSpPr/>
            <p:nvPr/>
          </p:nvSpPr>
          <p:spPr>
            <a:xfrm>
              <a:off x="2944" y="2263"/>
              <a:ext cx="57" cy="17"/>
            </a:xfrm>
            <a:custGeom>
              <a:pathLst>
                <a:path w="57" h="17">
                  <a:moveTo>
                    <a:pt x="0" y="16"/>
                  </a:moveTo>
                  <a:lnTo>
                    <a:pt x="56" y="16"/>
                  </a:lnTo>
                  <a:lnTo>
                    <a:pt x="56" y="0"/>
                  </a:lnTo>
                  <a:lnTo>
                    <a:pt x="0" y="0"/>
                  </a:lnTo>
                  <a:lnTo>
                    <a:pt x="0" y="16"/>
                  </a:lnTo>
                </a:path>
              </a:pathLst>
            </a:custGeom>
            <a:solidFill>
              <a:srgbClr val="808060"/>
            </a:solidFill>
            <a:ln cap="rnd">
              <a:noFill/>
              <a:round/>
            </a:ln>
            <a:effectLst/>
          </p:spPr>
        </p:sp>
        <p:sp>
          <p:nvSpPr>
            <p:cNvPr id="49008" name=""/>
            <p:cNvSpPr/>
            <p:nvPr/>
          </p:nvSpPr>
          <p:spPr>
            <a:xfrm>
              <a:off x="2944" y="2284"/>
              <a:ext cx="17" cy="1"/>
            </a:xfrm>
            <a:custGeom>
              <a:pathLst>
                <a:path w="17" h="1">
                  <a:moveTo>
                    <a:pt x="0" y="0"/>
                  </a:moveTo>
                  <a:lnTo>
                    <a:pt x="0" y="0"/>
                  </a:lnTo>
                  <a:lnTo>
                    <a:pt x="8" y="0"/>
                  </a:lnTo>
                  <a:lnTo>
                    <a:pt x="8" y="0"/>
                  </a:lnTo>
                  <a:lnTo>
                    <a:pt x="8" y="0"/>
                  </a:lnTo>
                  <a:lnTo>
                    <a:pt x="16" y="0"/>
                  </a:lnTo>
                  <a:lnTo>
                    <a:pt x="16" y="0"/>
                  </a:lnTo>
                  <a:lnTo>
                    <a:pt x="16" y="0"/>
                  </a:lnTo>
                  <a:lnTo>
                    <a:pt x="8" y="0"/>
                  </a:lnTo>
                  <a:lnTo>
                    <a:pt x="8" y="0"/>
                  </a:lnTo>
                  <a:lnTo>
                    <a:pt x="0" y="0"/>
                  </a:lnTo>
                </a:path>
              </a:pathLst>
            </a:custGeom>
            <a:solidFill>
              <a:srgbClr val="808060"/>
            </a:solidFill>
            <a:ln cap="rnd">
              <a:noFill/>
              <a:round/>
            </a:ln>
            <a:effectLst/>
          </p:spPr>
        </p:sp>
        <p:sp>
          <p:nvSpPr>
            <p:cNvPr id="49009" name=""/>
            <p:cNvSpPr/>
            <p:nvPr/>
          </p:nvSpPr>
          <p:spPr>
            <a:xfrm>
              <a:off x="3004" y="2267"/>
              <a:ext cx="17" cy="17"/>
            </a:xfrm>
            <a:custGeom>
              <a:pathLst>
                <a:path w="17" h="17">
                  <a:moveTo>
                    <a:pt x="8" y="16"/>
                  </a:moveTo>
                  <a:lnTo>
                    <a:pt x="12" y="14"/>
                  </a:lnTo>
                  <a:lnTo>
                    <a:pt x="12" y="14"/>
                  </a:lnTo>
                  <a:lnTo>
                    <a:pt x="16" y="12"/>
                  </a:lnTo>
                  <a:lnTo>
                    <a:pt x="16" y="11"/>
                  </a:lnTo>
                  <a:lnTo>
                    <a:pt x="16" y="8"/>
                  </a:lnTo>
                  <a:lnTo>
                    <a:pt x="16" y="5"/>
                  </a:lnTo>
                  <a:lnTo>
                    <a:pt x="16" y="5"/>
                  </a:lnTo>
                  <a:lnTo>
                    <a:pt x="12" y="3"/>
                  </a:lnTo>
                  <a:lnTo>
                    <a:pt x="12" y="2"/>
                  </a:lnTo>
                  <a:lnTo>
                    <a:pt x="8" y="1"/>
                  </a:lnTo>
                  <a:lnTo>
                    <a:pt x="4" y="1"/>
                  </a:lnTo>
                  <a:lnTo>
                    <a:pt x="0" y="0"/>
                  </a:lnTo>
                  <a:lnTo>
                    <a:pt x="0" y="2"/>
                  </a:lnTo>
                  <a:lnTo>
                    <a:pt x="4" y="2"/>
                  </a:lnTo>
                  <a:lnTo>
                    <a:pt x="8" y="3"/>
                  </a:lnTo>
                  <a:lnTo>
                    <a:pt x="12" y="5"/>
                  </a:lnTo>
                  <a:lnTo>
                    <a:pt x="12" y="5"/>
                  </a:lnTo>
                  <a:lnTo>
                    <a:pt x="12" y="7"/>
                  </a:lnTo>
                  <a:lnTo>
                    <a:pt x="12" y="8"/>
                  </a:lnTo>
                  <a:lnTo>
                    <a:pt x="12" y="10"/>
                  </a:lnTo>
                  <a:lnTo>
                    <a:pt x="12" y="11"/>
                  </a:lnTo>
                  <a:lnTo>
                    <a:pt x="12" y="12"/>
                  </a:lnTo>
                  <a:lnTo>
                    <a:pt x="12" y="14"/>
                  </a:lnTo>
                  <a:lnTo>
                    <a:pt x="8" y="16"/>
                  </a:lnTo>
                </a:path>
              </a:pathLst>
            </a:custGeom>
            <a:solidFill>
              <a:srgbClr val="808060"/>
            </a:solidFill>
            <a:ln cap="rnd">
              <a:noFill/>
              <a:round/>
            </a:ln>
            <a:effectLst/>
          </p:spPr>
        </p:sp>
        <p:sp>
          <p:nvSpPr>
            <p:cNvPr id="49010" name=""/>
            <p:cNvSpPr/>
            <p:nvPr/>
          </p:nvSpPr>
          <p:spPr>
            <a:xfrm>
              <a:off x="2956" y="2268"/>
              <a:ext cx="18" cy="17"/>
            </a:xfrm>
            <a:custGeom>
              <a:pathLst>
                <a:path w="18" h="17">
                  <a:moveTo>
                    <a:pt x="8" y="0"/>
                  </a:moveTo>
                  <a:lnTo>
                    <a:pt x="12" y="0"/>
                  </a:lnTo>
                  <a:lnTo>
                    <a:pt x="14" y="1"/>
                  </a:lnTo>
                  <a:lnTo>
                    <a:pt x="15" y="1"/>
                  </a:lnTo>
                  <a:lnTo>
                    <a:pt x="16" y="3"/>
                  </a:lnTo>
                  <a:lnTo>
                    <a:pt x="16" y="4"/>
                  </a:lnTo>
                  <a:lnTo>
                    <a:pt x="17" y="6"/>
                  </a:lnTo>
                  <a:lnTo>
                    <a:pt x="17" y="6"/>
                  </a:lnTo>
                  <a:lnTo>
                    <a:pt x="17" y="9"/>
                  </a:lnTo>
                  <a:lnTo>
                    <a:pt x="17" y="11"/>
                  </a:lnTo>
                  <a:lnTo>
                    <a:pt x="16" y="12"/>
                  </a:lnTo>
                  <a:lnTo>
                    <a:pt x="16" y="13"/>
                  </a:lnTo>
                  <a:lnTo>
                    <a:pt x="15" y="14"/>
                  </a:lnTo>
                  <a:lnTo>
                    <a:pt x="14" y="16"/>
                  </a:lnTo>
                  <a:lnTo>
                    <a:pt x="13" y="16"/>
                  </a:lnTo>
                  <a:lnTo>
                    <a:pt x="12" y="16"/>
                  </a:lnTo>
                  <a:lnTo>
                    <a:pt x="0" y="16"/>
                  </a:lnTo>
                  <a:lnTo>
                    <a:pt x="8" y="0"/>
                  </a:lnTo>
                </a:path>
              </a:pathLst>
            </a:custGeom>
            <a:solidFill>
              <a:srgbClr val="C0C080"/>
            </a:solidFill>
            <a:ln cap="rnd">
              <a:noFill/>
              <a:round/>
            </a:ln>
            <a:effectLst/>
          </p:spPr>
        </p:sp>
        <p:sp>
          <p:nvSpPr>
            <p:cNvPr id="49011" name=""/>
            <p:cNvSpPr/>
            <p:nvPr/>
          </p:nvSpPr>
          <p:spPr>
            <a:xfrm>
              <a:off x="2967" y="2263"/>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49012" name=""/>
            <p:cNvSpPr/>
            <p:nvPr/>
          </p:nvSpPr>
          <p:spPr>
            <a:xfrm>
              <a:off x="2973" y="226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49013" name=""/>
            <p:cNvSpPr/>
            <p:nvPr/>
          </p:nvSpPr>
          <p:spPr>
            <a:xfrm>
              <a:off x="2973" y="2274"/>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49014" name=""/>
            <p:cNvSpPr/>
            <p:nvPr/>
          </p:nvSpPr>
          <p:spPr>
            <a:xfrm>
              <a:off x="2973" y="2280"/>
              <a:ext cx="1" cy="17"/>
            </a:xfrm>
            <a:custGeom>
              <a:pathLst>
                <a:path w="1" h="17">
                  <a:moveTo>
                    <a:pt x="0" y="16"/>
                  </a:moveTo>
                  <a:lnTo>
                    <a:pt x="0" y="16"/>
                  </a:lnTo>
                  <a:lnTo>
                    <a:pt x="0" y="16"/>
                  </a:lnTo>
                  <a:lnTo>
                    <a:pt x="0" y="16"/>
                  </a:lnTo>
                  <a:lnTo>
                    <a:pt x="0" y="16"/>
                  </a:lnTo>
                  <a:lnTo>
                    <a:pt x="0" y="12"/>
                  </a:lnTo>
                  <a:lnTo>
                    <a:pt x="0" y="12"/>
                  </a:lnTo>
                  <a:lnTo>
                    <a:pt x="0" y="8"/>
                  </a:lnTo>
                  <a:lnTo>
                    <a:pt x="0" y="8"/>
                  </a:lnTo>
                  <a:lnTo>
                    <a:pt x="0" y="0"/>
                  </a:lnTo>
                  <a:lnTo>
                    <a:pt x="0" y="0"/>
                  </a:lnTo>
                  <a:lnTo>
                    <a:pt x="0" y="0"/>
                  </a:lnTo>
                  <a:lnTo>
                    <a:pt x="0" y="0"/>
                  </a:lnTo>
                  <a:lnTo>
                    <a:pt x="0" y="4"/>
                  </a:lnTo>
                  <a:lnTo>
                    <a:pt x="0" y="8"/>
                  </a:lnTo>
                  <a:lnTo>
                    <a:pt x="0" y="8"/>
                  </a:lnTo>
                  <a:lnTo>
                    <a:pt x="0" y="12"/>
                  </a:lnTo>
                  <a:lnTo>
                    <a:pt x="0" y="12"/>
                  </a:lnTo>
                  <a:lnTo>
                    <a:pt x="0" y="12"/>
                  </a:lnTo>
                  <a:lnTo>
                    <a:pt x="0" y="12"/>
                  </a:lnTo>
                  <a:lnTo>
                    <a:pt x="0" y="16"/>
                  </a:lnTo>
                  <a:lnTo>
                    <a:pt x="0" y="16"/>
                  </a:lnTo>
                  <a:lnTo>
                    <a:pt x="0" y="16"/>
                  </a:lnTo>
                  <a:lnTo>
                    <a:pt x="0" y="16"/>
                  </a:lnTo>
                </a:path>
              </a:pathLst>
            </a:custGeom>
            <a:solidFill>
              <a:srgbClr val="808050"/>
            </a:solidFill>
            <a:ln cap="rnd">
              <a:noFill/>
              <a:round/>
            </a:ln>
            <a:effectLst/>
          </p:spPr>
        </p:sp>
        <p:sp>
          <p:nvSpPr>
            <p:cNvPr id="49015" name=""/>
            <p:cNvSpPr/>
            <p:nvPr/>
          </p:nvSpPr>
          <p:spPr>
            <a:xfrm>
              <a:off x="2967" y="2284"/>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49016" name=""/>
            <p:cNvSpPr/>
            <p:nvPr/>
          </p:nvSpPr>
          <p:spPr>
            <a:xfrm>
              <a:off x="2956" y="2284"/>
              <a:ext cx="17" cy="17"/>
            </a:xfrm>
            <a:custGeom>
              <a:pathLst>
                <a:path w="17" h="17">
                  <a:moveTo>
                    <a:pt x="0" y="16"/>
                  </a:moveTo>
                  <a:lnTo>
                    <a:pt x="0" y="0"/>
                  </a:lnTo>
                  <a:lnTo>
                    <a:pt x="16" y="0"/>
                  </a:lnTo>
                  <a:lnTo>
                    <a:pt x="16" y="16"/>
                  </a:lnTo>
                  <a:lnTo>
                    <a:pt x="0" y="16"/>
                  </a:lnTo>
                  <a:lnTo>
                    <a:pt x="2" y="16"/>
                  </a:lnTo>
                  <a:lnTo>
                    <a:pt x="0" y="16"/>
                  </a:lnTo>
                  <a:lnTo>
                    <a:pt x="0" y="0"/>
                  </a:lnTo>
                  <a:lnTo>
                    <a:pt x="0" y="16"/>
                  </a:lnTo>
                </a:path>
              </a:pathLst>
            </a:custGeom>
            <a:solidFill>
              <a:srgbClr val="808050"/>
            </a:solidFill>
            <a:ln cap="rnd">
              <a:noFill/>
              <a:round/>
            </a:ln>
            <a:effectLst/>
          </p:spPr>
        </p:sp>
        <p:sp>
          <p:nvSpPr>
            <p:cNvPr id="49017" name=""/>
            <p:cNvSpPr/>
            <p:nvPr/>
          </p:nvSpPr>
          <p:spPr>
            <a:xfrm>
              <a:off x="2950" y="2268"/>
              <a:ext cx="17" cy="17"/>
            </a:xfrm>
            <a:custGeom>
              <a:pathLst>
                <a:path w="17" h="17">
                  <a:moveTo>
                    <a:pt x="8" y="0"/>
                  </a:moveTo>
                  <a:lnTo>
                    <a:pt x="16" y="0"/>
                  </a:lnTo>
                  <a:lnTo>
                    <a:pt x="8" y="16"/>
                  </a:lnTo>
                  <a:lnTo>
                    <a:pt x="0" y="16"/>
                  </a:lnTo>
                  <a:lnTo>
                    <a:pt x="8" y="0"/>
                  </a:lnTo>
                  <a:lnTo>
                    <a:pt x="8" y="1"/>
                  </a:lnTo>
                  <a:lnTo>
                    <a:pt x="8" y="0"/>
                  </a:lnTo>
                  <a:lnTo>
                    <a:pt x="16" y="0"/>
                  </a:lnTo>
                  <a:lnTo>
                    <a:pt x="8" y="0"/>
                  </a:lnTo>
                </a:path>
              </a:pathLst>
            </a:custGeom>
            <a:solidFill>
              <a:srgbClr val="808050"/>
            </a:solidFill>
            <a:ln cap="rnd">
              <a:noFill/>
              <a:round/>
            </a:ln>
            <a:effectLst/>
          </p:spPr>
        </p:sp>
        <p:sp>
          <p:nvSpPr>
            <p:cNvPr id="49018" name=""/>
            <p:cNvSpPr/>
            <p:nvPr/>
          </p:nvSpPr>
          <p:spPr>
            <a:xfrm>
              <a:off x="2956" y="2263"/>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49019" name=""/>
            <p:cNvSpPr/>
            <p:nvPr/>
          </p:nvSpPr>
          <p:spPr>
            <a:xfrm>
              <a:off x="2964" y="2271"/>
              <a:ext cx="17" cy="17"/>
            </a:xfrm>
            <a:custGeom>
              <a:pathLst>
                <a:path w="17" h="17">
                  <a:moveTo>
                    <a:pt x="9" y="0"/>
                  </a:moveTo>
                  <a:lnTo>
                    <a:pt x="0" y="14"/>
                  </a:lnTo>
                  <a:lnTo>
                    <a:pt x="0" y="16"/>
                  </a:lnTo>
                  <a:lnTo>
                    <a:pt x="6" y="16"/>
                  </a:lnTo>
                  <a:lnTo>
                    <a:pt x="6" y="14"/>
                  </a:lnTo>
                  <a:lnTo>
                    <a:pt x="16" y="0"/>
                  </a:lnTo>
                  <a:lnTo>
                    <a:pt x="9" y="0"/>
                  </a:lnTo>
                </a:path>
              </a:pathLst>
            </a:custGeom>
            <a:solidFill>
              <a:srgbClr val="E0E0B0"/>
            </a:solidFill>
            <a:ln cap="rnd">
              <a:noFill/>
              <a:round/>
            </a:ln>
            <a:effectLst/>
          </p:spPr>
        </p:sp>
        <p:sp>
          <p:nvSpPr>
            <p:cNvPr id="49020" name=""/>
            <p:cNvSpPr/>
            <p:nvPr/>
          </p:nvSpPr>
          <p:spPr>
            <a:xfrm>
              <a:off x="2969" y="2271"/>
              <a:ext cx="17" cy="17"/>
            </a:xfrm>
            <a:custGeom>
              <a:pathLst>
                <a:path w="17" h="17">
                  <a:moveTo>
                    <a:pt x="12" y="0"/>
                  </a:moveTo>
                  <a:lnTo>
                    <a:pt x="0" y="14"/>
                  </a:lnTo>
                  <a:lnTo>
                    <a:pt x="0" y="16"/>
                  </a:lnTo>
                  <a:lnTo>
                    <a:pt x="8" y="16"/>
                  </a:lnTo>
                  <a:lnTo>
                    <a:pt x="8" y="14"/>
                  </a:lnTo>
                  <a:lnTo>
                    <a:pt x="16" y="5"/>
                  </a:lnTo>
                  <a:lnTo>
                    <a:pt x="16" y="4"/>
                  </a:lnTo>
                  <a:lnTo>
                    <a:pt x="16" y="2"/>
                  </a:lnTo>
                  <a:lnTo>
                    <a:pt x="16" y="1"/>
                  </a:lnTo>
                  <a:lnTo>
                    <a:pt x="12" y="0"/>
                  </a:lnTo>
                </a:path>
              </a:pathLst>
            </a:custGeom>
            <a:solidFill>
              <a:srgbClr val="E0E0B0"/>
            </a:solidFill>
            <a:ln cap="rnd">
              <a:noFill/>
              <a:round/>
            </a:ln>
            <a:effectLst/>
          </p:spPr>
        </p:sp>
        <p:sp>
          <p:nvSpPr>
            <p:cNvPr id="49021" name=""/>
            <p:cNvSpPr/>
            <p:nvPr/>
          </p:nvSpPr>
          <p:spPr>
            <a:xfrm>
              <a:off x="2972" y="2280"/>
              <a:ext cx="17" cy="17"/>
            </a:xfrm>
            <a:custGeom>
              <a:pathLst>
                <a:path w="17" h="17">
                  <a:moveTo>
                    <a:pt x="16" y="0"/>
                  </a:moveTo>
                  <a:lnTo>
                    <a:pt x="16" y="4"/>
                  </a:lnTo>
                  <a:lnTo>
                    <a:pt x="16" y="6"/>
                  </a:lnTo>
                  <a:lnTo>
                    <a:pt x="14" y="10"/>
                  </a:lnTo>
                  <a:lnTo>
                    <a:pt x="10" y="14"/>
                  </a:lnTo>
                  <a:lnTo>
                    <a:pt x="6" y="16"/>
                  </a:lnTo>
                  <a:lnTo>
                    <a:pt x="0" y="16"/>
                  </a:lnTo>
                </a:path>
              </a:pathLst>
            </a:custGeom>
            <a:noFill/>
            <a:ln w="12700" cap="rnd" cmpd="sng">
              <a:solidFill>
                <a:srgbClr val="F0E0C0"/>
              </a:solidFill>
              <a:prstDash val="solid"/>
              <a:round/>
              <a:headEnd type="none" w="sm" len="sm"/>
              <a:tailEnd type="none" w="sm" len="sm"/>
            </a:ln>
            <a:effectLst/>
          </p:spPr>
        </p:sp>
        <p:sp>
          <p:nvSpPr>
            <p:cNvPr id="49022" name=""/>
            <p:cNvSpPr/>
            <p:nvPr/>
          </p:nvSpPr>
          <p:spPr>
            <a:xfrm>
              <a:off x="2957" y="2269"/>
              <a:ext cx="20" cy="17"/>
            </a:xfrm>
            <a:custGeom>
              <a:pathLst>
                <a:path w="20" h="17">
                  <a:moveTo>
                    <a:pt x="0" y="0"/>
                  </a:moveTo>
                  <a:lnTo>
                    <a:pt x="14" y="0"/>
                  </a:lnTo>
                  <a:lnTo>
                    <a:pt x="16" y="0"/>
                  </a:lnTo>
                  <a:lnTo>
                    <a:pt x="19" y="16"/>
                  </a:lnTo>
                </a:path>
              </a:pathLst>
            </a:custGeom>
            <a:noFill/>
            <a:ln w="12700" cap="rnd" cmpd="sng">
              <a:solidFill>
                <a:srgbClr val="F0E0C0"/>
              </a:solidFill>
              <a:prstDash val="solid"/>
              <a:round/>
              <a:headEnd type="none" w="sm" len="sm"/>
              <a:tailEnd type="none" w="sm" len="sm"/>
            </a:ln>
            <a:effectLst/>
          </p:spPr>
        </p:sp>
        <p:sp>
          <p:nvSpPr>
            <p:cNvPr id="49023" name=""/>
            <p:cNvSpPr/>
            <p:nvPr/>
          </p:nvSpPr>
          <p:spPr>
            <a:xfrm>
              <a:off x="2952" y="2271"/>
              <a:ext cx="17" cy="17"/>
            </a:xfrm>
            <a:custGeom>
              <a:pathLst>
                <a:path w="17" h="17">
                  <a:moveTo>
                    <a:pt x="6" y="0"/>
                  </a:moveTo>
                  <a:lnTo>
                    <a:pt x="0" y="1"/>
                  </a:lnTo>
                  <a:lnTo>
                    <a:pt x="0" y="8"/>
                  </a:lnTo>
                  <a:lnTo>
                    <a:pt x="0" y="14"/>
                  </a:lnTo>
                  <a:lnTo>
                    <a:pt x="6" y="16"/>
                  </a:lnTo>
                  <a:lnTo>
                    <a:pt x="16" y="11"/>
                  </a:lnTo>
                  <a:lnTo>
                    <a:pt x="16" y="8"/>
                  </a:lnTo>
                  <a:lnTo>
                    <a:pt x="16" y="1"/>
                  </a:lnTo>
                  <a:lnTo>
                    <a:pt x="6" y="1"/>
                  </a:lnTo>
                  <a:lnTo>
                    <a:pt x="6" y="0"/>
                  </a:lnTo>
                </a:path>
              </a:pathLst>
            </a:custGeom>
            <a:solidFill>
              <a:srgbClr val="706040"/>
            </a:solidFill>
            <a:ln cap="rnd">
              <a:noFill/>
              <a:round/>
            </a:ln>
            <a:effectLst/>
          </p:spPr>
        </p:sp>
        <p:sp>
          <p:nvSpPr>
            <p:cNvPr id="49024" name=""/>
            <p:cNvSpPr/>
            <p:nvPr/>
          </p:nvSpPr>
          <p:spPr>
            <a:xfrm>
              <a:off x="2956" y="2271"/>
              <a:ext cx="17" cy="17"/>
            </a:xfrm>
            <a:custGeom>
              <a:pathLst>
                <a:path w="17" h="17">
                  <a:moveTo>
                    <a:pt x="9" y="0"/>
                  </a:moveTo>
                  <a:lnTo>
                    <a:pt x="0" y="13"/>
                  </a:lnTo>
                  <a:lnTo>
                    <a:pt x="2" y="16"/>
                  </a:lnTo>
                  <a:lnTo>
                    <a:pt x="9" y="16"/>
                  </a:lnTo>
                  <a:lnTo>
                    <a:pt x="9" y="14"/>
                  </a:lnTo>
                  <a:lnTo>
                    <a:pt x="16" y="0"/>
                  </a:lnTo>
                  <a:lnTo>
                    <a:pt x="9" y="0"/>
                  </a:lnTo>
                </a:path>
              </a:pathLst>
            </a:custGeom>
            <a:solidFill>
              <a:srgbClr val="E0E0B0"/>
            </a:solidFill>
            <a:ln cap="rnd">
              <a:noFill/>
              <a:round/>
            </a:ln>
            <a:effectLst/>
          </p:spPr>
        </p:sp>
      </p:grpSp>
      <p:sp>
        <p:nvSpPr>
          <p:cNvPr id="49025" name=""/>
          <p:cNvSpPr/>
          <p:nvPr/>
        </p:nvSpPr>
        <p:spPr>
          <a:xfrm>
            <a:off x="4321175" y="5851525"/>
            <a:ext cx="755650" cy="36671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800" b="1"/>
              <a:t>LANs</a:t>
            </a:r>
            <a:endParaRPr sz="1800" b="1"/>
          </a:p>
        </p:txBody>
      </p:sp>
      <p:sp>
        <p:nvSpPr>
          <p:cNvPr id="49026" name=""/>
          <p:cNvSpPr/>
          <p:nvPr/>
        </p:nvSpPr>
        <p:spPr>
          <a:xfrm>
            <a:off x="5330825" y="1982788"/>
            <a:ext cx="1816100" cy="6413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800" b="1"/>
              <a:t>Enterprise-class </a:t>
            </a:r>
            <a:br>
              <a:rPr sz="1800" b="1"/>
            </a:br>
            <a:r>
              <a:rPr sz="1800" b="1"/>
              <a:t>UNIX server</a:t>
            </a:r>
            <a:endParaRPr sz="1800" b="1"/>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cxnSp>
        <p:nvCxnSpPr>
          <p:cNvPr id="50194" name=""/>
          <p:cNvCxnSpPr/>
          <p:nvPr/>
        </p:nvCxnSpPr>
        <p:spPr>
          <a:xfrm flipV="1">
            <a:off x="1917700" y="3048000"/>
            <a:ext cx="368300" cy="209550"/>
          </a:xfrm>
          <a:prstGeom prst="line">
            <a:avLst/>
          </a:prstGeom>
          <a:noFill/>
          <a:ln w="12700">
            <a:solidFill>
              <a:schemeClr val="tx2"/>
            </a:solidFill>
            <a:miter lim="800000"/>
          </a:ln>
          <a:effectLst/>
        </p:spPr>
      </p:cxnSp>
      <p:cxnSp>
        <p:nvCxnSpPr>
          <p:cNvPr id="50206" name=""/>
          <p:cNvCxnSpPr/>
          <p:nvPr/>
        </p:nvCxnSpPr>
        <p:spPr>
          <a:xfrm>
            <a:off x="1447800" y="3048000"/>
            <a:ext cx="382588" cy="209550"/>
          </a:xfrm>
          <a:prstGeom prst="line">
            <a:avLst/>
          </a:prstGeom>
          <a:noFill/>
          <a:ln w="12700">
            <a:solidFill>
              <a:schemeClr val="tx2"/>
            </a:solidFill>
            <a:miter lim="800000"/>
          </a:ln>
          <a:effectLst/>
        </p:spPr>
      </p:cxnSp>
      <p:sp>
        <p:nvSpPr>
          <p:cNvPr id="50179" name=""/>
          <p:cNvSpPr/>
          <p:nvPr/>
        </p:nvSpPr>
        <p:spPr>
          <a:xfrm>
            <a:off x="2211388" y="3459163"/>
            <a:ext cx="336550" cy="415925"/>
          </a:xfrm>
          <a:custGeom>
            <a:pathLst>
              <a:path w="491" h="445">
                <a:moveTo>
                  <a:pt x="490" y="0"/>
                </a:moveTo>
                <a:lnTo>
                  <a:pt x="490" y="444"/>
                </a:lnTo>
                <a:lnTo>
                  <a:pt x="0" y="444"/>
                </a:lnTo>
              </a:path>
            </a:pathLst>
          </a:custGeom>
          <a:noFill/>
          <a:ln w="12700" cap="rnd" cmpd="sng">
            <a:solidFill>
              <a:srgbClr val="00DFCA"/>
            </a:solidFill>
            <a:prstDash val="sysDot"/>
            <a:round/>
            <a:headEnd type="none" w="sm" len="sm"/>
            <a:tailEnd type="none" w="sm" len="sm"/>
          </a:ln>
          <a:effectLst/>
        </p:spPr>
      </p:sp>
      <p:sp>
        <p:nvSpPr>
          <p:cNvPr id="50180" name=""/>
          <p:cNvSpPr/>
          <p:nvPr/>
        </p:nvSpPr>
        <p:spPr>
          <a:xfrm>
            <a:off x="2198688" y="3254375"/>
            <a:ext cx="63500" cy="569913"/>
          </a:xfrm>
          <a:custGeom>
            <a:pathLst>
              <a:path w="93" h="610">
                <a:moveTo>
                  <a:pt x="92" y="0"/>
                </a:moveTo>
                <a:lnTo>
                  <a:pt x="92" y="609"/>
                </a:lnTo>
                <a:lnTo>
                  <a:pt x="0" y="609"/>
                </a:lnTo>
              </a:path>
            </a:pathLst>
          </a:custGeom>
          <a:noFill/>
          <a:ln w="12700" cap="rnd" cmpd="sng">
            <a:solidFill>
              <a:srgbClr val="00DFCA"/>
            </a:solidFill>
            <a:prstDash val="sysDot"/>
            <a:round/>
            <a:headEnd type="none" w="sm" len="sm"/>
            <a:tailEnd type="none" w="sm" len="sm"/>
          </a:ln>
          <a:effectLst/>
        </p:spPr>
      </p:sp>
      <p:sp>
        <p:nvSpPr>
          <p:cNvPr id="50181" name=""/>
          <p:cNvSpPr/>
          <p:nvPr/>
        </p:nvSpPr>
        <p:spPr>
          <a:xfrm>
            <a:off x="2171700" y="3397250"/>
            <a:ext cx="227013" cy="452438"/>
          </a:xfrm>
          <a:custGeom>
            <a:pathLst>
              <a:path w="332" h="484">
                <a:moveTo>
                  <a:pt x="331" y="0"/>
                </a:moveTo>
                <a:lnTo>
                  <a:pt x="331" y="483"/>
                </a:lnTo>
                <a:lnTo>
                  <a:pt x="0" y="483"/>
                </a:lnTo>
              </a:path>
            </a:pathLst>
          </a:custGeom>
          <a:noFill/>
          <a:ln w="12700" cap="rnd" cmpd="sng">
            <a:solidFill>
              <a:srgbClr val="00DFCA"/>
            </a:solidFill>
            <a:prstDash val="sysDot"/>
            <a:round/>
            <a:headEnd type="none" w="sm" len="sm"/>
            <a:tailEnd type="none" w="sm" len="sm"/>
          </a:ln>
          <a:effectLst/>
        </p:spPr>
      </p:sp>
      <p:sp>
        <p:nvSpPr>
          <p:cNvPr id="50183" name=""/>
          <p:cNvSpPr/>
          <p:nvPr/>
        </p:nvSpPr>
        <p:spPr>
          <a:xfrm>
            <a:off x="2138363" y="3484563"/>
            <a:ext cx="1146175" cy="515937"/>
          </a:xfrm>
          <a:custGeom>
            <a:pathLst>
              <a:path w="1676" h="553">
                <a:moveTo>
                  <a:pt x="1675" y="0"/>
                </a:moveTo>
                <a:lnTo>
                  <a:pt x="1675" y="552"/>
                </a:lnTo>
                <a:lnTo>
                  <a:pt x="0" y="552"/>
                </a:lnTo>
              </a:path>
            </a:pathLst>
          </a:custGeom>
          <a:noFill/>
          <a:ln w="12700" cap="rnd" cmpd="sng">
            <a:solidFill>
              <a:srgbClr val="00DFCA"/>
            </a:solidFill>
            <a:prstDash val="sysDot"/>
            <a:round/>
            <a:headEnd type="none" w="sm" len="sm"/>
            <a:tailEnd type="none" w="sm" len="sm"/>
          </a:ln>
          <a:effectLst/>
        </p:spPr>
      </p:sp>
      <p:sp>
        <p:nvSpPr>
          <p:cNvPr id="50184" name=""/>
          <p:cNvSpPr/>
          <p:nvPr/>
        </p:nvSpPr>
        <p:spPr>
          <a:xfrm>
            <a:off x="2189163" y="3643313"/>
            <a:ext cx="657225" cy="280987"/>
          </a:xfrm>
          <a:custGeom>
            <a:pathLst>
              <a:path w="961" h="301">
                <a:moveTo>
                  <a:pt x="960" y="0"/>
                </a:moveTo>
                <a:lnTo>
                  <a:pt x="960" y="300"/>
                </a:lnTo>
                <a:lnTo>
                  <a:pt x="0" y="300"/>
                </a:lnTo>
              </a:path>
            </a:pathLst>
          </a:custGeom>
          <a:noFill/>
          <a:ln w="12700" cap="rnd" cmpd="sng">
            <a:solidFill>
              <a:srgbClr val="00DFCA"/>
            </a:solidFill>
            <a:prstDash val="sysDot"/>
            <a:round/>
            <a:headEnd type="none" w="sm" len="sm"/>
            <a:tailEnd type="none" w="sm" len="sm"/>
          </a:ln>
          <a:effectLst/>
        </p:spPr>
      </p:sp>
      <p:sp>
        <p:nvSpPr>
          <p:cNvPr id="50185" name=""/>
          <p:cNvSpPr/>
          <p:nvPr/>
        </p:nvSpPr>
        <p:spPr>
          <a:xfrm>
            <a:off x="2198688" y="3565525"/>
            <a:ext cx="490537" cy="333375"/>
          </a:xfrm>
          <a:custGeom>
            <a:pathLst>
              <a:path w="716" h="358">
                <a:moveTo>
                  <a:pt x="715" y="0"/>
                </a:moveTo>
                <a:lnTo>
                  <a:pt x="715" y="357"/>
                </a:lnTo>
                <a:lnTo>
                  <a:pt x="0" y="357"/>
                </a:lnTo>
              </a:path>
            </a:pathLst>
          </a:custGeom>
          <a:noFill/>
          <a:ln w="12700" cap="rnd" cmpd="sng">
            <a:solidFill>
              <a:srgbClr val="00DFCA"/>
            </a:solidFill>
            <a:prstDash val="sysDot"/>
            <a:round/>
            <a:headEnd type="none" w="sm" len="sm"/>
            <a:tailEnd type="none" w="sm" len="sm"/>
          </a:ln>
          <a:effectLst/>
        </p:spPr>
      </p:sp>
      <p:sp>
        <p:nvSpPr>
          <p:cNvPr id="50186" name=""/>
          <p:cNvSpPr/>
          <p:nvPr/>
        </p:nvSpPr>
        <p:spPr>
          <a:xfrm>
            <a:off x="2143125" y="3646488"/>
            <a:ext cx="847725" cy="303212"/>
          </a:xfrm>
          <a:custGeom>
            <a:pathLst>
              <a:path w="1238" h="325">
                <a:moveTo>
                  <a:pt x="1237" y="0"/>
                </a:moveTo>
                <a:lnTo>
                  <a:pt x="1237" y="324"/>
                </a:lnTo>
                <a:lnTo>
                  <a:pt x="0" y="324"/>
                </a:lnTo>
              </a:path>
            </a:pathLst>
          </a:custGeom>
          <a:noFill/>
          <a:ln w="12700" cap="rnd" cmpd="sng">
            <a:solidFill>
              <a:srgbClr val="00DFCA"/>
            </a:solidFill>
            <a:prstDash val="sysDot"/>
            <a:round/>
            <a:headEnd type="none" w="sm" len="sm"/>
            <a:tailEnd type="none" w="sm" len="sm"/>
          </a:ln>
          <a:effectLst/>
        </p:spPr>
      </p:sp>
      <p:sp>
        <p:nvSpPr>
          <p:cNvPr id="50187" name=""/>
          <p:cNvSpPr/>
          <p:nvPr/>
        </p:nvSpPr>
        <p:spPr>
          <a:xfrm>
            <a:off x="2154238" y="3514725"/>
            <a:ext cx="985837" cy="460375"/>
          </a:xfrm>
          <a:custGeom>
            <a:pathLst>
              <a:path w="1441" h="493">
                <a:moveTo>
                  <a:pt x="1440" y="0"/>
                </a:moveTo>
                <a:lnTo>
                  <a:pt x="1440" y="492"/>
                </a:lnTo>
                <a:lnTo>
                  <a:pt x="0" y="492"/>
                </a:lnTo>
              </a:path>
            </a:pathLst>
          </a:custGeom>
          <a:noFill/>
          <a:ln w="12700" cap="rnd" cmpd="sng">
            <a:solidFill>
              <a:srgbClr val="00DFCA"/>
            </a:solidFill>
            <a:prstDash val="sysDot"/>
            <a:round/>
            <a:headEnd type="none" w="sm" len="sm"/>
            <a:tailEnd type="none" w="sm" len="sm"/>
          </a:ln>
          <a:effectLst/>
        </p:spPr>
      </p:sp>
      <p:sp>
        <p:nvSpPr>
          <p:cNvPr id="50188" name=""/>
          <p:cNvSpPr/>
          <p:nvPr/>
        </p:nvSpPr>
        <p:spPr>
          <a:xfrm>
            <a:off x="2152650" y="3352800"/>
            <a:ext cx="1255713" cy="673100"/>
          </a:xfrm>
          <a:custGeom>
            <a:pathLst>
              <a:path w="1836" h="721">
                <a:moveTo>
                  <a:pt x="1835" y="0"/>
                </a:moveTo>
                <a:lnTo>
                  <a:pt x="1835" y="720"/>
                </a:lnTo>
                <a:lnTo>
                  <a:pt x="0" y="720"/>
                </a:lnTo>
              </a:path>
            </a:pathLst>
          </a:custGeom>
          <a:noFill/>
          <a:ln w="12700" cap="rnd" cmpd="sng">
            <a:solidFill>
              <a:srgbClr val="00DFCA"/>
            </a:solidFill>
            <a:prstDash val="sysDot"/>
            <a:round/>
            <a:headEnd type="none" w="sm" len="sm"/>
            <a:tailEnd type="none" w="sm" len="sm"/>
          </a:ln>
          <a:effectLst/>
        </p:spPr>
      </p:sp>
      <p:sp>
        <p:nvSpPr>
          <p:cNvPr id="50189" name=""/>
          <p:cNvSpPr/>
          <p:nvPr/>
        </p:nvSpPr>
        <p:spPr>
          <a:xfrm>
            <a:off x="2395538" y="4065588"/>
            <a:ext cx="184150" cy="3365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endParaRPr sz="1600">
              <a:solidFill>
                <a:schemeClr val="tx2"/>
              </a:solidFill>
              <a:effectLst>
                <a:outerShdw blurRad="38100" dist="38100" dir="2700000" algn="tl">
                  <a:srgbClr val="000000">
                    <a:alpha val="43137"/>
                  </a:srgbClr>
                </a:outerShdw>
              </a:effectLst>
              <a:latin typeface="Arial" pitchFamily="34" charset="0"/>
            </a:endParaRPr>
          </a:p>
        </p:txBody>
      </p:sp>
      <p:sp>
        <p:nvSpPr>
          <p:cNvPr id="52096" name=""/>
          <p:cNvSpPr/>
          <p:nvPr/>
        </p:nvSpPr>
        <p:spPr>
          <a:xfrm>
            <a:off x="2286000" y="2743200"/>
            <a:ext cx="1143000" cy="835025"/>
          </a:xfrm>
          <a:prstGeom prst="ellipse">
            <a:avLst/>
          </a:prstGeom>
          <a:noFill/>
          <a:ln>
            <a:solidFill>
              <a:srgbClr val="FFFF66"/>
            </a:solidFill>
            <a:miter lim="800000"/>
          </a:ln>
        </p:spPr>
      </p:sp>
      <p:grpSp>
        <p:nvGrpSpPr>
          <p:cNvPr id="93199" name=""/>
          <p:cNvGrpSpPr/>
          <p:nvPr/>
        </p:nvGrpSpPr>
        <p:grpSpPr>
          <a:xfrm>
            <a:off x="2192338" y="2917825"/>
            <a:ext cx="128587" cy="401638"/>
            <a:chOff x="1381" y="1838"/>
            <a:chExt cx="81" cy="253"/>
          </a:xfrm>
        </p:grpSpPr>
        <p:grpSp>
          <p:nvGrpSpPr>
            <p:cNvPr id="93197" name=""/>
            <p:cNvGrpSpPr/>
            <p:nvPr/>
          </p:nvGrpSpPr>
          <p:grpSpPr>
            <a:xfrm>
              <a:off x="1381" y="1838"/>
              <a:ext cx="81" cy="253"/>
              <a:chOff x="1381" y="1838"/>
              <a:chExt cx="81" cy="253"/>
            </a:xfrm>
          </p:grpSpPr>
          <p:sp>
            <p:nvSpPr>
              <p:cNvPr id="52097" name=""/>
              <p:cNvSpPr/>
              <p:nvPr/>
            </p:nvSpPr>
            <p:spPr>
              <a:xfrm>
                <a:off x="1393" y="1949"/>
                <a:ext cx="56" cy="138"/>
              </a:xfrm>
              <a:custGeom>
                <a:pathLst>
                  <a:path w="168" h="277">
                    <a:moveTo>
                      <a:pt x="3" y="0"/>
                    </a:moveTo>
                    <a:lnTo>
                      <a:pt x="165" y="0"/>
                    </a:lnTo>
                    <a:lnTo>
                      <a:pt x="166" y="0"/>
                    </a:lnTo>
                    <a:lnTo>
                      <a:pt x="168" y="2"/>
                    </a:lnTo>
                    <a:lnTo>
                      <a:pt x="168" y="3"/>
                    </a:lnTo>
                    <a:lnTo>
                      <a:pt x="168" y="273"/>
                    </a:lnTo>
                    <a:lnTo>
                      <a:pt x="168" y="274"/>
                    </a:lnTo>
                    <a:lnTo>
                      <a:pt x="166" y="276"/>
                    </a:lnTo>
                    <a:lnTo>
                      <a:pt x="165" y="277"/>
                    </a:lnTo>
                    <a:lnTo>
                      <a:pt x="3" y="277"/>
                    </a:lnTo>
                    <a:lnTo>
                      <a:pt x="1" y="276"/>
                    </a:lnTo>
                    <a:lnTo>
                      <a:pt x="0" y="274"/>
                    </a:lnTo>
                    <a:lnTo>
                      <a:pt x="0" y="273"/>
                    </a:lnTo>
                    <a:lnTo>
                      <a:pt x="0" y="3"/>
                    </a:lnTo>
                    <a:lnTo>
                      <a:pt x="0" y="2"/>
                    </a:lnTo>
                    <a:lnTo>
                      <a:pt x="1" y="0"/>
                    </a:lnTo>
                    <a:lnTo>
                      <a:pt x="3" y="0"/>
                    </a:lnTo>
                    <a:close/>
                  </a:path>
                </a:pathLst>
              </a:custGeom>
              <a:solidFill>
                <a:srgbClr val="F0E0C0"/>
              </a:solidFill>
              <a:ln>
                <a:noFill/>
                <a:round/>
              </a:ln>
            </p:spPr>
          </p:sp>
          <p:sp>
            <p:nvSpPr>
              <p:cNvPr id="52098" name=""/>
              <p:cNvSpPr/>
              <p:nvPr/>
            </p:nvSpPr>
            <p:spPr>
              <a:xfrm>
                <a:off x="1393" y="2065"/>
                <a:ext cx="56" cy="4"/>
              </a:xfrm>
              <a:prstGeom prst="rect">
                <a:avLst/>
              </a:prstGeom>
              <a:solidFill>
                <a:srgbClr val="A0A080"/>
              </a:solidFill>
              <a:ln>
                <a:noFill/>
                <a:miter lim="800000"/>
              </a:ln>
            </p:spPr>
          </p:sp>
          <p:sp>
            <p:nvSpPr>
              <p:cNvPr id="52099" name=""/>
              <p:cNvSpPr/>
              <p:nvPr/>
            </p:nvSpPr>
            <p:spPr>
              <a:xfrm>
                <a:off x="1393" y="2061"/>
                <a:ext cx="56" cy="4"/>
              </a:xfrm>
              <a:prstGeom prst="rect">
                <a:avLst/>
              </a:prstGeom>
              <a:solidFill>
                <a:srgbClr val="A0A080"/>
              </a:solidFill>
              <a:ln>
                <a:noFill/>
                <a:miter lim="800000"/>
              </a:ln>
            </p:spPr>
          </p:sp>
          <p:sp>
            <p:nvSpPr>
              <p:cNvPr id="52100" name=""/>
              <p:cNvSpPr/>
              <p:nvPr/>
            </p:nvSpPr>
            <p:spPr>
              <a:xfrm>
                <a:off x="1393" y="2058"/>
                <a:ext cx="56" cy="2"/>
              </a:xfrm>
              <a:prstGeom prst="rect">
                <a:avLst/>
              </a:prstGeom>
              <a:solidFill>
                <a:srgbClr val="404040"/>
              </a:solidFill>
              <a:ln>
                <a:noFill/>
                <a:miter lim="800000"/>
              </a:ln>
            </p:spPr>
          </p:sp>
          <p:sp>
            <p:nvSpPr>
              <p:cNvPr id="52101" name=""/>
              <p:cNvSpPr/>
              <p:nvPr/>
            </p:nvSpPr>
            <p:spPr>
              <a:xfrm>
                <a:off x="1393" y="2058"/>
                <a:ext cx="56" cy="2"/>
              </a:xfrm>
              <a:prstGeom prst="rect">
                <a:avLst/>
              </a:prstGeom>
              <a:solidFill>
                <a:srgbClr val="A0A080"/>
              </a:solidFill>
              <a:ln>
                <a:noFill/>
                <a:miter lim="800000"/>
              </a:ln>
            </p:spPr>
          </p:sp>
          <p:sp>
            <p:nvSpPr>
              <p:cNvPr id="52102" name=""/>
              <p:cNvSpPr/>
              <p:nvPr/>
            </p:nvSpPr>
            <p:spPr>
              <a:xfrm>
                <a:off x="1393" y="2053"/>
                <a:ext cx="56" cy="3"/>
              </a:xfrm>
              <a:prstGeom prst="rect">
                <a:avLst/>
              </a:prstGeom>
              <a:solidFill>
                <a:srgbClr val="A0A080"/>
              </a:solidFill>
              <a:ln>
                <a:noFill/>
                <a:miter lim="800000"/>
              </a:ln>
            </p:spPr>
          </p:sp>
          <p:sp>
            <p:nvSpPr>
              <p:cNvPr id="52103" name=""/>
              <p:cNvSpPr/>
              <p:nvPr/>
            </p:nvSpPr>
            <p:spPr>
              <a:xfrm>
                <a:off x="1393" y="2049"/>
                <a:ext cx="56" cy="3"/>
              </a:xfrm>
              <a:prstGeom prst="rect">
                <a:avLst/>
              </a:prstGeom>
              <a:solidFill>
                <a:srgbClr val="A0A080"/>
              </a:solidFill>
              <a:ln>
                <a:noFill/>
                <a:miter lim="800000"/>
              </a:ln>
            </p:spPr>
          </p:sp>
          <p:sp>
            <p:nvSpPr>
              <p:cNvPr id="52104" name=""/>
              <p:cNvSpPr/>
              <p:nvPr/>
            </p:nvSpPr>
            <p:spPr>
              <a:xfrm>
                <a:off x="1393" y="2045"/>
                <a:ext cx="56" cy="3"/>
              </a:xfrm>
              <a:prstGeom prst="rect">
                <a:avLst/>
              </a:prstGeom>
              <a:solidFill>
                <a:srgbClr val="A0A080"/>
              </a:solidFill>
              <a:ln>
                <a:noFill/>
                <a:miter lim="800000"/>
              </a:ln>
            </p:spPr>
          </p:sp>
          <p:sp>
            <p:nvSpPr>
              <p:cNvPr id="52105" name=""/>
              <p:cNvSpPr/>
              <p:nvPr/>
            </p:nvSpPr>
            <p:spPr>
              <a:xfrm>
                <a:off x="1393" y="2041"/>
                <a:ext cx="56" cy="2"/>
              </a:xfrm>
              <a:prstGeom prst="rect">
                <a:avLst/>
              </a:prstGeom>
              <a:solidFill>
                <a:srgbClr val="A0A080"/>
              </a:solidFill>
              <a:ln>
                <a:noFill/>
                <a:miter lim="800000"/>
              </a:ln>
            </p:spPr>
          </p:sp>
          <p:sp>
            <p:nvSpPr>
              <p:cNvPr id="52106" name=""/>
              <p:cNvSpPr/>
              <p:nvPr/>
            </p:nvSpPr>
            <p:spPr>
              <a:xfrm>
                <a:off x="1393" y="2036"/>
                <a:ext cx="56" cy="3"/>
              </a:xfrm>
              <a:prstGeom prst="rect">
                <a:avLst/>
              </a:prstGeom>
              <a:solidFill>
                <a:srgbClr val="A0A080"/>
              </a:solidFill>
              <a:ln>
                <a:noFill/>
                <a:miter lim="800000"/>
              </a:ln>
            </p:spPr>
          </p:sp>
          <p:sp>
            <p:nvSpPr>
              <p:cNvPr id="52107" name=""/>
              <p:cNvSpPr/>
              <p:nvPr/>
            </p:nvSpPr>
            <p:spPr>
              <a:xfrm>
                <a:off x="1393" y="2032"/>
                <a:ext cx="56" cy="3"/>
              </a:xfrm>
              <a:prstGeom prst="rect">
                <a:avLst/>
              </a:prstGeom>
              <a:solidFill>
                <a:srgbClr val="A0A080"/>
              </a:solidFill>
              <a:ln>
                <a:noFill/>
                <a:miter lim="800000"/>
              </a:ln>
            </p:spPr>
          </p:sp>
          <p:sp>
            <p:nvSpPr>
              <p:cNvPr id="52108" name=""/>
              <p:cNvSpPr/>
              <p:nvPr/>
            </p:nvSpPr>
            <p:spPr>
              <a:xfrm>
                <a:off x="1393" y="2027"/>
                <a:ext cx="56" cy="3"/>
              </a:xfrm>
              <a:prstGeom prst="rect">
                <a:avLst/>
              </a:prstGeom>
              <a:solidFill>
                <a:srgbClr val="A0A080"/>
              </a:solidFill>
              <a:ln>
                <a:noFill/>
                <a:miter lim="800000"/>
              </a:ln>
            </p:spPr>
          </p:sp>
          <p:sp>
            <p:nvSpPr>
              <p:cNvPr id="52109" name=""/>
              <p:cNvSpPr/>
              <p:nvPr/>
            </p:nvSpPr>
            <p:spPr>
              <a:xfrm>
                <a:off x="1393" y="2024"/>
                <a:ext cx="56" cy="3"/>
              </a:xfrm>
              <a:prstGeom prst="rect">
                <a:avLst/>
              </a:prstGeom>
              <a:solidFill>
                <a:srgbClr val="A0A080"/>
              </a:solidFill>
              <a:ln>
                <a:noFill/>
                <a:miter lim="800000"/>
              </a:ln>
            </p:spPr>
          </p:sp>
          <p:sp>
            <p:nvSpPr>
              <p:cNvPr id="52110" name=""/>
              <p:cNvSpPr/>
              <p:nvPr/>
            </p:nvSpPr>
            <p:spPr>
              <a:xfrm>
                <a:off x="1393" y="2020"/>
                <a:ext cx="56" cy="2"/>
              </a:xfrm>
              <a:prstGeom prst="rect">
                <a:avLst/>
              </a:prstGeom>
              <a:solidFill>
                <a:srgbClr val="A0A080"/>
              </a:solidFill>
              <a:ln>
                <a:noFill/>
                <a:miter lim="800000"/>
              </a:ln>
            </p:spPr>
          </p:sp>
          <p:sp>
            <p:nvSpPr>
              <p:cNvPr id="52111" name=""/>
              <p:cNvSpPr/>
              <p:nvPr/>
            </p:nvSpPr>
            <p:spPr>
              <a:xfrm>
                <a:off x="1393" y="2015"/>
                <a:ext cx="56" cy="3"/>
              </a:xfrm>
              <a:prstGeom prst="rect">
                <a:avLst/>
              </a:prstGeom>
              <a:solidFill>
                <a:srgbClr val="A0A080"/>
              </a:solidFill>
              <a:ln>
                <a:noFill/>
                <a:miter lim="800000"/>
              </a:ln>
            </p:spPr>
          </p:sp>
          <p:sp>
            <p:nvSpPr>
              <p:cNvPr id="52112" name=""/>
              <p:cNvSpPr/>
              <p:nvPr/>
            </p:nvSpPr>
            <p:spPr>
              <a:xfrm>
                <a:off x="1393" y="2011"/>
                <a:ext cx="56" cy="2"/>
              </a:xfrm>
              <a:prstGeom prst="rect">
                <a:avLst/>
              </a:prstGeom>
              <a:solidFill>
                <a:srgbClr val="A0A080"/>
              </a:solidFill>
              <a:ln>
                <a:noFill/>
                <a:miter lim="800000"/>
              </a:ln>
            </p:spPr>
          </p:sp>
          <p:sp>
            <p:nvSpPr>
              <p:cNvPr id="52113" name=""/>
              <p:cNvSpPr/>
              <p:nvPr/>
            </p:nvSpPr>
            <p:spPr>
              <a:xfrm>
                <a:off x="1393" y="2007"/>
                <a:ext cx="56" cy="2"/>
              </a:xfrm>
              <a:prstGeom prst="rect">
                <a:avLst/>
              </a:prstGeom>
              <a:solidFill>
                <a:srgbClr val="A0A080"/>
              </a:solidFill>
              <a:ln>
                <a:noFill/>
                <a:miter lim="800000"/>
              </a:ln>
            </p:spPr>
          </p:sp>
          <p:sp>
            <p:nvSpPr>
              <p:cNvPr id="52114" name=""/>
              <p:cNvSpPr/>
              <p:nvPr/>
            </p:nvSpPr>
            <p:spPr>
              <a:xfrm>
                <a:off x="1393" y="2002"/>
                <a:ext cx="56" cy="3"/>
              </a:xfrm>
              <a:prstGeom prst="rect">
                <a:avLst/>
              </a:prstGeom>
              <a:solidFill>
                <a:srgbClr val="A0A080"/>
              </a:solidFill>
              <a:ln>
                <a:noFill/>
                <a:miter lim="800000"/>
              </a:ln>
            </p:spPr>
          </p:sp>
          <p:sp>
            <p:nvSpPr>
              <p:cNvPr id="52115" name=""/>
              <p:cNvSpPr/>
              <p:nvPr/>
            </p:nvSpPr>
            <p:spPr>
              <a:xfrm>
                <a:off x="1381" y="2077"/>
                <a:ext cx="41" cy="14"/>
              </a:xfrm>
              <a:custGeom>
                <a:pathLst>
                  <a:path w="123" h="28">
                    <a:moveTo>
                      <a:pt x="39" y="0"/>
                    </a:moveTo>
                    <a:lnTo>
                      <a:pt x="34" y="0"/>
                    </a:lnTo>
                    <a:lnTo>
                      <a:pt x="34" y="13"/>
                    </a:lnTo>
                    <a:lnTo>
                      <a:pt x="0" y="23"/>
                    </a:lnTo>
                    <a:lnTo>
                      <a:pt x="0" y="28"/>
                    </a:lnTo>
                    <a:lnTo>
                      <a:pt x="123" y="28"/>
                    </a:lnTo>
                    <a:lnTo>
                      <a:pt x="123" y="20"/>
                    </a:lnTo>
                    <a:lnTo>
                      <a:pt x="39" y="20"/>
                    </a:lnTo>
                    <a:lnTo>
                      <a:pt x="39" y="0"/>
                    </a:lnTo>
                    <a:close/>
                  </a:path>
                </a:pathLst>
              </a:custGeom>
              <a:solidFill>
                <a:srgbClr val="808060"/>
              </a:solidFill>
              <a:ln>
                <a:noFill/>
                <a:round/>
              </a:ln>
            </p:spPr>
          </p:sp>
          <p:sp>
            <p:nvSpPr>
              <p:cNvPr id="52116" name=""/>
              <p:cNvSpPr/>
              <p:nvPr/>
            </p:nvSpPr>
            <p:spPr>
              <a:xfrm>
                <a:off x="1422" y="2077"/>
                <a:ext cx="40" cy="14"/>
              </a:xfrm>
              <a:custGeom>
                <a:pathLst>
                  <a:path w="121" h="28">
                    <a:moveTo>
                      <a:pt x="82" y="0"/>
                    </a:moveTo>
                    <a:lnTo>
                      <a:pt x="88" y="0"/>
                    </a:lnTo>
                    <a:lnTo>
                      <a:pt x="88" y="13"/>
                    </a:lnTo>
                    <a:lnTo>
                      <a:pt x="121" y="23"/>
                    </a:lnTo>
                    <a:lnTo>
                      <a:pt x="121" y="28"/>
                    </a:lnTo>
                    <a:lnTo>
                      <a:pt x="0" y="28"/>
                    </a:lnTo>
                    <a:lnTo>
                      <a:pt x="0" y="20"/>
                    </a:lnTo>
                    <a:lnTo>
                      <a:pt x="82" y="20"/>
                    </a:lnTo>
                    <a:lnTo>
                      <a:pt x="82" y="0"/>
                    </a:lnTo>
                    <a:close/>
                  </a:path>
                </a:pathLst>
              </a:custGeom>
              <a:solidFill>
                <a:srgbClr val="808060"/>
              </a:solidFill>
              <a:ln>
                <a:noFill/>
                <a:round/>
              </a:ln>
            </p:spPr>
          </p:sp>
          <p:sp>
            <p:nvSpPr>
              <p:cNvPr id="52117" name=""/>
              <p:cNvSpPr/>
              <p:nvPr/>
            </p:nvSpPr>
            <p:spPr>
              <a:xfrm>
                <a:off x="1403" y="2036"/>
                <a:ext cx="36" cy="47"/>
              </a:xfrm>
              <a:custGeom>
                <a:pathLst>
                  <a:path w="109" h="93">
                    <a:moveTo>
                      <a:pt x="0" y="1"/>
                    </a:moveTo>
                    <a:lnTo>
                      <a:pt x="0" y="93"/>
                    </a:lnTo>
                    <a:lnTo>
                      <a:pt x="109" y="93"/>
                    </a:lnTo>
                    <a:lnTo>
                      <a:pt x="109" y="0"/>
                    </a:lnTo>
                  </a:path>
                </a:pathLst>
              </a:custGeom>
              <a:noFill/>
              <a:ln w="4763">
                <a:solidFill>
                  <a:srgbClr val="808060"/>
                </a:solidFill>
                <a:prstDash val="solid"/>
                <a:round/>
              </a:ln>
            </p:spPr>
          </p:sp>
          <p:sp>
            <p:nvSpPr>
              <p:cNvPr id="52118" name=""/>
              <p:cNvSpPr/>
              <p:nvPr/>
            </p:nvSpPr>
            <p:spPr>
              <a:xfrm>
                <a:off x="1393" y="1838"/>
                <a:ext cx="56" cy="104"/>
              </a:xfrm>
              <a:custGeom>
                <a:pathLst>
                  <a:path w="168" h="208">
                    <a:moveTo>
                      <a:pt x="4" y="208"/>
                    </a:moveTo>
                    <a:lnTo>
                      <a:pt x="164" y="208"/>
                    </a:lnTo>
                    <a:lnTo>
                      <a:pt x="166" y="208"/>
                    </a:lnTo>
                    <a:lnTo>
                      <a:pt x="167" y="206"/>
                    </a:lnTo>
                    <a:lnTo>
                      <a:pt x="168" y="204"/>
                    </a:lnTo>
                    <a:lnTo>
                      <a:pt x="168" y="4"/>
                    </a:lnTo>
                    <a:lnTo>
                      <a:pt x="167" y="2"/>
                    </a:lnTo>
                    <a:lnTo>
                      <a:pt x="166" y="1"/>
                    </a:lnTo>
                    <a:lnTo>
                      <a:pt x="165" y="1"/>
                    </a:lnTo>
                    <a:lnTo>
                      <a:pt x="4" y="0"/>
                    </a:lnTo>
                    <a:lnTo>
                      <a:pt x="2" y="1"/>
                    </a:lnTo>
                    <a:lnTo>
                      <a:pt x="1" y="2"/>
                    </a:lnTo>
                    <a:lnTo>
                      <a:pt x="0" y="4"/>
                    </a:lnTo>
                    <a:lnTo>
                      <a:pt x="0" y="204"/>
                    </a:lnTo>
                    <a:lnTo>
                      <a:pt x="0" y="206"/>
                    </a:lnTo>
                    <a:lnTo>
                      <a:pt x="2" y="208"/>
                    </a:lnTo>
                    <a:lnTo>
                      <a:pt x="4" y="208"/>
                    </a:lnTo>
                    <a:close/>
                  </a:path>
                </a:pathLst>
              </a:custGeom>
              <a:solidFill>
                <a:srgbClr val="F0E0C0"/>
              </a:solidFill>
              <a:ln>
                <a:noFill/>
                <a:round/>
              </a:ln>
            </p:spPr>
          </p:sp>
          <p:sp>
            <p:nvSpPr>
              <p:cNvPr id="52119" name=""/>
              <p:cNvSpPr/>
              <p:nvPr/>
            </p:nvSpPr>
            <p:spPr>
              <a:xfrm>
                <a:off x="1398" y="1868"/>
                <a:ext cx="46" cy="65"/>
              </a:xfrm>
              <a:custGeom>
                <a:pathLst>
                  <a:path w="137" h="131">
                    <a:moveTo>
                      <a:pt x="6" y="131"/>
                    </a:moveTo>
                    <a:lnTo>
                      <a:pt x="132" y="131"/>
                    </a:lnTo>
                    <a:lnTo>
                      <a:pt x="133" y="131"/>
                    </a:lnTo>
                    <a:lnTo>
                      <a:pt x="135" y="130"/>
                    </a:lnTo>
                    <a:lnTo>
                      <a:pt x="136" y="129"/>
                    </a:lnTo>
                    <a:lnTo>
                      <a:pt x="137" y="128"/>
                    </a:lnTo>
                    <a:lnTo>
                      <a:pt x="137" y="125"/>
                    </a:lnTo>
                    <a:lnTo>
                      <a:pt x="137" y="6"/>
                    </a:lnTo>
                    <a:lnTo>
                      <a:pt x="137" y="4"/>
                    </a:lnTo>
                    <a:lnTo>
                      <a:pt x="136" y="3"/>
                    </a:lnTo>
                    <a:lnTo>
                      <a:pt x="135" y="0"/>
                    </a:lnTo>
                    <a:lnTo>
                      <a:pt x="133" y="0"/>
                    </a:lnTo>
                    <a:lnTo>
                      <a:pt x="132" y="0"/>
                    </a:lnTo>
                    <a:lnTo>
                      <a:pt x="6" y="0"/>
                    </a:lnTo>
                    <a:lnTo>
                      <a:pt x="4" y="0"/>
                    </a:lnTo>
                    <a:lnTo>
                      <a:pt x="3" y="0"/>
                    </a:lnTo>
                    <a:lnTo>
                      <a:pt x="2" y="3"/>
                    </a:lnTo>
                    <a:lnTo>
                      <a:pt x="1" y="4"/>
                    </a:lnTo>
                    <a:lnTo>
                      <a:pt x="0" y="6"/>
                    </a:lnTo>
                    <a:lnTo>
                      <a:pt x="0" y="125"/>
                    </a:lnTo>
                    <a:lnTo>
                      <a:pt x="1" y="128"/>
                    </a:lnTo>
                    <a:lnTo>
                      <a:pt x="1" y="128"/>
                    </a:lnTo>
                    <a:lnTo>
                      <a:pt x="3" y="130"/>
                    </a:lnTo>
                    <a:lnTo>
                      <a:pt x="4" y="131"/>
                    </a:lnTo>
                    <a:lnTo>
                      <a:pt x="6" y="131"/>
                    </a:lnTo>
                    <a:close/>
                  </a:path>
                </a:pathLst>
              </a:custGeom>
              <a:solidFill>
                <a:srgbClr val="F0E0C0"/>
              </a:solidFill>
              <a:ln>
                <a:noFill/>
                <a:round/>
              </a:ln>
            </p:spPr>
          </p:sp>
          <p:sp>
            <p:nvSpPr>
              <p:cNvPr id="52120" name=""/>
              <p:cNvSpPr/>
              <p:nvPr/>
            </p:nvSpPr>
            <p:spPr>
              <a:xfrm>
                <a:off x="1401" y="1886"/>
                <a:ext cx="40" cy="0"/>
              </a:xfrm>
              <a:prstGeom prst="rect">
                <a:avLst/>
              </a:prstGeom>
              <a:solidFill>
                <a:srgbClr val="505020"/>
              </a:solidFill>
              <a:ln w="4763">
                <a:solidFill>
                  <a:prstClr val="black"/>
                </a:solidFill>
                <a:miter lim="800000"/>
              </a:ln>
            </p:spPr>
          </p:sp>
          <p:sp>
            <p:nvSpPr>
              <p:cNvPr id="52121" name=""/>
              <p:cNvSpPr/>
              <p:nvPr/>
            </p:nvSpPr>
            <p:spPr>
              <a:xfrm>
                <a:off x="1401" y="1904"/>
                <a:ext cx="40" cy="0"/>
              </a:xfrm>
              <a:prstGeom prst="rect">
                <a:avLst/>
              </a:prstGeom>
              <a:solidFill>
                <a:srgbClr val="505020"/>
              </a:solidFill>
              <a:ln w="4763">
                <a:solidFill>
                  <a:prstClr val="black"/>
                </a:solidFill>
                <a:miter lim="800000"/>
              </a:ln>
            </p:spPr>
          </p:sp>
          <p:sp>
            <p:nvSpPr>
              <p:cNvPr id="52122" name=""/>
              <p:cNvSpPr/>
              <p:nvPr/>
            </p:nvSpPr>
            <p:spPr>
              <a:xfrm>
                <a:off x="1399" y="1870"/>
                <a:ext cx="44" cy="18"/>
              </a:xfrm>
              <a:custGeom>
                <a:pathLst>
                  <a:path w="133" h="36">
                    <a:moveTo>
                      <a:pt x="3" y="36"/>
                    </a:moveTo>
                    <a:lnTo>
                      <a:pt x="131" y="36"/>
                    </a:lnTo>
                    <a:lnTo>
                      <a:pt x="132" y="36"/>
                    </a:lnTo>
                    <a:lnTo>
                      <a:pt x="133" y="34"/>
                    </a:lnTo>
                    <a:lnTo>
                      <a:pt x="133" y="3"/>
                    </a:lnTo>
                    <a:lnTo>
                      <a:pt x="133" y="1"/>
                    </a:lnTo>
                    <a:lnTo>
                      <a:pt x="131" y="0"/>
                    </a:lnTo>
                    <a:lnTo>
                      <a:pt x="3" y="0"/>
                    </a:lnTo>
                    <a:lnTo>
                      <a:pt x="1" y="1"/>
                    </a:lnTo>
                    <a:lnTo>
                      <a:pt x="0" y="2"/>
                    </a:lnTo>
                    <a:lnTo>
                      <a:pt x="0" y="34"/>
                    </a:lnTo>
                    <a:lnTo>
                      <a:pt x="1" y="35"/>
                    </a:lnTo>
                    <a:lnTo>
                      <a:pt x="2" y="36"/>
                    </a:lnTo>
                    <a:lnTo>
                      <a:pt x="3" y="36"/>
                    </a:lnTo>
                    <a:close/>
                  </a:path>
                </a:pathLst>
              </a:custGeom>
              <a:solidFill>
                <a:srgbClr val="C0C080"/>
              </a:solidFill>
              <a:ln>
                <a:noFill/>
                <a:round/>
              </a:ln>
            </p:spPr>
          </p:sp>
          <p:sp>
            <p:nvSpPr>
              <p:cNvPr id="52123" name=""/>
              <p:cNvSpPr/>
              <p:nvPr/>
            </p:nvSpPr>
            <p:spPr>
              <a:xfrm>
                <a:off x="1410" y="1871"/>
                <a:ext cx="18" cy="13"/>
              </a:xfrm>
              <a:custGeom>
                <a:pathLst>
                  <a:path w="53" h="27">
                    <a:moveTo>
                      <a:pt x="3" y="0"/>
                    </a:moveTo>
                    <a:lnTo>
                      <a:pt x="51" y="0"/>
                    </a:lnTo>
                    <a:lnTo>
                      <a:pt x="52" y="0"/>
                    </a:lnTo>
                    <a:lnTo>
                      <a:pt x="53" y="2"/>
                    </a:lnTo>
                    <a:lnTo>
                      <a:pt x="53" y="25"/>
                    </a:lnTo>
                    <a:lnTo>
                      <a:pt x="52" y="27"/>
                    </a:lnTo>
                    <a:lnTo>
                      <a:pt x="51" y="27"/>
                    </a:lnTo>
                    <a:lnTo>
                      <a:pt x="3" y="27"/>
                    </a:lnTo>
                    <a:lnTo>
                      <a:pt x="0" y="27"/>
                    </a:lnTo>
                    <a:lnTo>
                      <a:pt x="0" y="25"/>
                    </a:lnTo>
                    <a:lnTo>
                      <a:pt x="0" y="2"/>
                    </a:lnTo>
                    <a:lnTo>
                      <a:pt x="0" y="0"/>
                    </a:lnTo>
                    <a:lnTo>
                      <a:pt x="3" y="0"/>
                    </a:lnTo>
                    <a:close/>
                  </a:path>
                </a:pathLst>
              </a:custGeom>
              <a:solidFill>
                <a:srgbClr val="00DFCA"/>
              </a:solidFill>
              <a:ln>
                <a:noFill/>
                <a:round/>
              </a:ln>
            </p:spPr>
          </p:sp>
          <p:sp>
            <p:nvSpPr>
              <p:cNvPr id="52124" name=""/>
              <p:cNvSpPr/>
              <p:nvPr/>
            </p:nvSpPr>
            <p:spPr>
              <a:xfrm>
                <a:off x="1433" y="1871"/>
                <a:ext cx="5" cy="4"/>
              </a:xfrm>
              <a:custGeom>
                <a:pathLst>
                  <a:path w="17" h="9">
                    <a:moveTo>
                      <a:pt x="2" y="9"/>
                    </a:moveTo>
                    <a:lnTo>
                      <a:pt x="15" y="9"/>
                    </a:lnTo>
                    <a:lnTo>
                      <a:pt x="16" y="7"/>
                    </a:lnTo>
                    <a:lnTo>
                      <a:pt x="17" y="2"/>
                    </a:lnTo>
                    <a:lnTo>
                      <a:pt x="15" y="0"/>
                    </a:lnTo>
                    <a:lnTo>
                      <a:pt x="2" y="0"/>
                    </a:lnTo>
                    <a:lnTo>
                      <a:pt x="1" y="0"/>
                    </a:lnTo>
                    <a:lnTo>
                      <a:pt x="0" y="7"/>
                    </a:lnTo>
                    <a:lnTo>
                      <a:pt x="2" y="9"/>
                    </a:lnTo>
                    <a:close/>
                  </a:path>
                </a:pathLst>
              </a:custGeom>
              <a:solidFill>
                <a:srgbClr val="808050"/>
              </a:solidFill>
              <a:ln>
                <a:noFill/>
                <a:round/>
              </a:ln>
            </p:spPr>
          </p:sp>
          <p:sp>
            <p:nvSpPr>
              <p:cNvPr id="52125" name=""/>
              <p:cNvSpPr/>
              <p:nvPr/>
            </p:nvSpPr>
            <p:spPr>
              <a:xfrm>
                <a:off x="1433" y="1871"/>
                <a:ext cx="5" cy="4"/>
              </a:xfrm>
              <a:custGeom>
                <a:pathLst>
                  <a:path w="17" h="9">
                    <a:moveTo>
                      <a:pt x="1" y="9"/>
                    </a:moveTo>
                    <a:lnTo>
                      <a:pt x="15" y="9"/>
                    </a:lnTo>
                    <a:lnTo>
                      <a:pt x="17" y="7"/>
                    </a:lnTo>
                    <a:lnTo>
                      <a:pt x="17" y="2"/>
                    </a:lnTo>
                    <a:lnTo>
                      <a:pt x="15" y="0"/>
                    </a:lnTo>
                    <a:lnTo>
                      <a:pt x="1" y="0"/>
                    </a:lnTo>
                    <a:lnTo>
                      <a:pt x="0" y="0"/>
                    </a:lnTo>
                    <a:lnTo>
                      <a:pt x="0" y="7"/>
                    </a:lnTo>
                    <a:lnTo>
                      <a:pt x="1" y="9"/>
                    </a:lnTo>
                    <a:close/>
                  </a:path>
                </a:pathLst>
              </a:custGeom>
              <a:solidFill>
                <a:srgbClr val="C0C080"/>
              </a:solidFill>
              <a:ln>
                <a:noFill/>
                <a:round/>
              </a:ln>
            </p:spPr>
          </p:sp>
          <p:sp>
            <p:nvSpPr>
              <p:cNvPr id="52126" name=""/>
              <p:cNvSpPr/>
              <p:nvPr/>
            </p:nvSpPr>
            <p:spPr>
              <a:xfrm>
                <a:off x="1401" y="1875"/>
                <a:ext cx="41" cy="4"/>
              </a:xfrm>
              <a:custGeom>
                <a:pathLst>
                  <a:path w="123" h="10">
                    <a:moveTo>
                      <a:pt x="2" y="10"/>
                    </a:moveTo>
                    <a:lnTo>
                      <a:pt x="120" y="10"/>
                    </a:lnTo>
                    <a:lnTo>
                      <a:pt x="123" y="8"/>
                    </a:lnTo>
                    <a:lnTo>
                      <a:pt x="123" y="6"/>
                    </a:lnTo>
                    <a:lnTo>
                      <a:pt x="123" y="4"/>
                    </a:lnTo>
                    <a:lnTo>
                      <a:pt x="123" y="0"/>
                    </a:lnTo>
                    <a:lnTo>
                      <a:pt x="120" y="0"/>
                    </a:lnTo>
                    <a:lnTo>
                      <a:pt x="2" y="0"/>
                    </a:lnTo>
                    <a:lnTo>
                      <a:pt x="1" y="0"/>
                    </a:lnTo>
                    <a:lnTo>
                      <a:pt x="0" y="4"/>
                    </a:lnTo>
                    <a:lnTo>
                      <a:pt x="0" y="6"/>
                    </a:lnTo>
                    <a:lnTo>
                      <a:pt x="1" y="8"/>
                    </a:lnTo>
                    <a:lnTo>
                      <a:pt x="2" y="10"/>
                    </a:lnTo>
                    <a:close/>
                  </a:path>
                </a:pathLst>
              </a:custGeom>
              <a:solidFill>
                <a:srgbClr val="A0A080"/>
              </a:solidFill>
              <a:ln>
                <a:noFill/>
                <a:round/>
              </a:ln>
            </p:spPr>
          </p:sp>
          <p:sp>
            <p:nvSpPr>
              <p:cNvPr id="52127" name=""/>
              <p:cNvSpPr/>
              <p:nvPr/>
            </p:nvSpPr>
            <p:spPr>
              <a:xfrm>
                <a:off x="1400" y="1886"/>
                <a:ext cx="43" cy="20"/>
              </a:xfrm>
              <a:custGeom>
                <a:pathLst>
                  <a:path w="131" h="38">
                    <a:moveTo>
                      <a:pt x="1" y="38"/>
                    </a:moveTo>
                    <a:lnTo>
                      <a:pt x="129" y="38"/>
                    </a:lnTo>
                    <a:lnTo>
                      <a:pt x="131" y="38"/>
                    </a:lnTo>
                    <a:lnTo>
                      <a:pt x="131" y="36"/>
                    </a:lnTo>
                    <a:lnTo>
                      <a:pt x="131" y="3"/>
                    </a:lnTo>
                    <a:lnTo>
                      <a:pt x="130" y="1"/>
                    </a:lnTo>
                    <a:lnTo>
                      <a:pt x="129" y="0"/>
                    </a:lnTo>
                    <a:lnTo>
                      <a:pt x="1" y="0"/>
                    </a:lnTo>
                    <a:lnTo>
                      <a:pt x="0" y="1"/>
                    </a:lnTo>
                    <a:lnTo>
                      <a:pt x="0" y="3"/>
                    </a:lnTo>
                    <a:lnTo>
                      <a:pt x="0" y="36"/>
                    </a:lnTo>
                    <a:lnTo>
                      <a:pt x="0" y="38"/>
                    </a:lnTo>
                    <a:lnTo>
                      <a:pt x="1" y="38"/>
                    </a:lnTo>
                    <a:close/>
                  </a:path>
                </a:pathLst>
              </a:custGeom>
              <a:solidFill>
                <a:srgbClr val="C0C080"/>
              </a:solidFill>
              <a:ln>
                <a:noFill/>
                <a:round/>
              </a:ln>
            </p:spPr>
          </p:sp>
          <p:sp>
            <p:nvSpPr>
              <p:cNvPr id="52128" name=""/>
              <p:cNvSpPr/>
              <p:nvPr/>
            </p:nvSpPr>
            <p:spPr>
              <a:xfrm>
                <a:off x="1410" y="1889"/>
                <a:ext cx="18" cy="14"/>
              </a:xfrm>
              <a:custGeom>
                <a:pathLst>
                  <a:path w="53" h="30">
                    <a:moveTo>
                      <a:pt x="4" y="0"/>
                    </a:moveTo>
                    <a:lnTo>
                      <a:pt x="50" y="0"/>
                    </a:lnTo>
                    <a:lnTo>
                      <a:pt x="52" y="0"/>
                    </a:lnTo>
                    <a:lnTo>
                      <a:pt x="53" y="3"/>
                    </a:lnTo>
                    <a:lnTo>
                      <a:pt x="53" y="4"/>
                    </a:lnTo>
                    <a:lnTo>
                      <a:pt x="53" y="26"/>
                    </a:lnTo>
                    <a:lnTo>
                      <a:pt x="53" y="28"/>
                    </a:lnTo>
                    <a:lnTo>
                      <a:pt x="51" y="30"/>
                    </a:lnTo>
                    <a:lnTo>
                      <a:pt x="50" y="30"/>
                    </a:lnTo>
                    <a:lnTo>
                      <a:pt x="4" y="30"/>
                    </a:lnTo>
                    <a:lnTo>
                      <a:pt x="1" y="30"/>
                    </a:lnTo>
                    <a:lnTo>
                      <a:pt x="0" y="28"/>
                    </a:lnTo>
                    <a:lnTo>
                      <a:pt x="0" y="26"/>
                    </a:lnTo>
                    <a:lnTo>
                      <a:pt x="0" y="4"/>
                    </a:lnTo>
                    <a:lnTo>
                      <a:pt x="0" y="1"/>
                    </a:lnTo>
                    <a:lnTo>
                      <a:pt x="3" y="0"/>
                    </a:lnTo>
                    <a:lnTo>
                      <a:pt x="4" y="0"/>
                    </a:lnTo>
                    <a:close/>
                  </a:path>
                </a:pathLst>
              </a:custGeom>
              <a:solidFill>
                <a:srgbClr val="00DFCA"/>
              </a:solidFill>
              <a:ln>
                <a:noFill/>
                <a:round/>
              </a:ln>
            </p:spPr>
          </p:sp>
          <p:sp>
            <p:nvSpPr>
              <p:cNvPr id="52129" name=""/>
              <p:cNvSpPr/>
              <p:nvPr/>
            </p:nvSpPr>
            <p:spPr>
              <a:xfrm>
                <a:off x="1428" y="1897"/>
                <a:ext cx="7" cy="5"/>
              </a:xfrm>
              <a:custGeom>
                <a:pathLst>
                  <a:path w="21" h="9">
                    <a:moveTo>
                      <a:pt x="3" y="9"/>
                    </a:moveTo>
                    <a:lnTo>
                      <a:pt x="16" y="9"/>
                    </a:lnTo>
                    <a:lnTo>
                      <a:pt x="19" y="9"/>
                    </a:lnTo>
                    <a:lnTo>
                      <a:pt x="21" y="6"/>
                    </a:lnTo>
                    <a:lnTo>
                      <a:pt x="21" y="5"/>
                    </a:lnTo>
                    <a:lnTo>
                      <a:pt x="20" y="1"/>
                    </a:lnTo>
                    <a:lnTo>
                      <a:pt x="19" y="0"/>
                    </a:lnTo>
                    <a:lnTo>
                      <a:pt x="3" y="0"/>
                    </a:lnTo>
                    <a:lnTo>
                      <a:pt x="1" y="0"/>
                    </a:lnTo>
                    <a:lnTo>
                      <a:pt x="0" y="3"/>
                    </a:lnTo>
                    <a:lnTo>
                      <a:pt x="0" y="6"/>
                    </a:lnTo>
                    <a:lnTo>
                      <a:pt x="1" y="8"/>
                    </a:lnTo>
                    <a:lnTo>
                      <a:pt x="3" y="9"/>
                    </a:lnTo>
                    <a:close/>
                  </a:path>
                </a:pathLst>
              </a:custGeom>
              <a:solidFill>
                <a:srgbClr val="808050"/>
              </a:solidFill>
              <a:ln>
                <a:noFill/>
                <a:round/>
              </a:ln>
            </p:spPr>
          </p:sp>
          <p:sp>
            <p:nvSpPr>
              <p:cNvPr id="52130" name=""/>
              <p:cNvSpPr/>
              <p:nvPr/>
            </p:nvSpPr>
            <p:spPr>
              <a:xfrm>
                <a:off x="1428" y="1897"/>
                <a:ext cx="7" cy="5"/>
              </a:xfrm>
              <a:custGeom>
                <a:pathLst>
                  <a:path w="21" h="9">
                    <a:moveTo>
                      <a:pt x="3" y="9"/>
                    </a:moveTo>
                    <a:lnTo>
                      <a:pt x="16" y="9"/>
                    </a:lnTo>
                    <a:lnTo>
                      <a:pt x="19" y="9"/>
                    </a:lnTo>
                    <a:lnTo>
                      <a:pt x="21" y="6"/>
                    </a:lnTo>
                    <a:lnTo>
                      <a:pt x="21" y="5"/>
                    </a:lnTo>
                    <a:lnTo>
                      <a:pt x="20" y="1"/>
                    </a:lnTo>
                    <a:lnTo>
                      <a:pt x="19" y="0"/>
                    </a:lnTo>
                    <a:lnTo>
                      <a:pt x="3" y="0"/>
                    </a:lnTo>
                    <a:lnTo>
                      <a:pt x="1" y="0"/>
                    </a:lnTo>
                    <a:lnTo>
                      <a:pt x="0" y="3"/>
                    </a:lnTo>
                    <a:lnTo>
                      <a:pt x="0" y="6"/>
                    </a:lnTo>
                    <a:lnTo>
                      <a:pt x="1" y="8"/>
                    </a:lnTo>
                    <a:lnTo>
                      <a:pt x="3" y="9"/>
                    </a:lnTo>
                    <a:close/>
                  </a:path>
                </a:pathLst>
              </a:custGeom>
              <a:solidFill>
                <a:srgbClr val="C0C080"/>
              </a:solidFill>
              <a:ln>
                <a:noFill/>
                <a:round/>
              </a:ln>
            </p:spPr>
          </p:sp>
          <p:sp>
            <p:nvSpPr>
              <p:cNvPr id="52131" name=""/>
              <p:cNvSpPr/>
              <p:nvPr/>
            </p:nvSpPr>
            <p:spPr>
              <a:xfrm>
                <a:off x="1409" y="1890"/>
                <a:ext cx="27" cy="6"/>
              </a:xfrm>
              <a:custGeom>
                <a:pathLst>
                  <a:path w="80" h="10">
                    <a:moveTo>
                      <a:pt x="0" y="8"/>
                    </a:moveTo>
                    <a:lnTo>
                      <a:pt x="28" y="8"/>
                    </a:lnTo>
                    <a:lnTo>
                      <a:pt x="28" y="10"/>
                    </a:lnTo>
                    <a:lnTo>
                      <a:pt x="55" y="10"/>
                    </a:lnTo>
                    <a:lnTo>
                      <a:pt x="55" y="8"/>
                    </a:lnTo>
                    <a:lnTo>
                      <a:pt x="80" y="8"/>
                    </a:lnTo>
                    <a:lnTo>
                      <a:pt x="80" y="2"/>
                    </a:lnTo>
                    <a:lnTo>
                      <a:pt x="55" y="2"/>
                    </a:lnTo>
                    <a:lnTo>
                      <a:pt x="55" y="0"/>
                    </a:lnTo>
                    <a:lnTo>
                      <a:pt x="30" y="0"/>
                    </a:lnTo>
                    <a:lnTo>
                      <a:pt x="30" y="1"/>
                    </a:lnTo>
                    <a:lnTo>
                      <a:pt x="0" y="1"/>
                    </a:lnTo>
                    <a:lnTo>
                      <a:pt x="0" y="8"/>
                    </a:lnTo>
                    <a:close/>
                  </a:path>
                </a:pathLst>
              </a:custGeom>
              <a:solidFill>
                <a:srgbClr val="A08060"/>
              </a:solidFill>
              <a:ln>
                <a:noFill/>
                <a:round/>
              </a:ln>
            </p:spPr>
          </p:sp>
          <p:sp>
            <p:nvSpPr>
              <p:cNvPr id="52132" name=""/>
              <p:cNvSpPr/>
              <p:nvPr/>
            </p:nvSpPr>
            <p:spPr>
              <a:xfrm>
                <a:off x="1400" y="1908"/>
                <a:ext cx="43" cy="4"/>
              </a:xfrm>
              <a:prstGeom prst="rect">
                <a:avLst/>
              </a:prstGeom>
              <a:solidFill>
                <a:srgbClr val="505020"/>
              </a:solidFill>
              <a:ln>
                <a:noFill/>
                <a:miter lim="800000"/>
              </a:ln>
            </p:spPr>
          </p:sp>
          <p:sp>
            <p:nvSpPr>
              <p:cNvPr id="52133" name=""/>
              <p:cNvSpPr/>
              <p:nvPr/>
            </p:nvSpPr>
            <p:spPr>
              <a:xfrm>
                <a:off x="1400" y="1908"/>
                <a:ext cx="43" cy="2"/>
              </a:xfrm>
              <a:custGeom>
                <a:pathLst>
                  <a:path w="131" h="5">
                    <a:moveTo>
                      <a:pt x="131" y="0"/>
                    </a:moveTo>
                    <a:lnTo>
                      <a:pt x="130" y="0"/>
                    </a:lnTo>
                    <a:lnTo>
                      <a:pt x="0" y="0"/>
                    </a:lnTo>
                    <a:lnTo>
                      <a:pt x="0" y="5"/>
                    </a:lnTo>
                    <a:lnTo>
                      <a:pt x="130" y="5"/>
                    </a:lnTo>
                    <a:lnTo>
                      <a:pt x="129" y="0"/>
                    </a:lnTo>
                    <a:lnTo>
                      <a:pt x="131" y="0"/>
                    </a:lnTo>
                    <a:lnTo>
                      <a:pt x="130" y="0"/>
                    </a:lnTo>
                    <a:lnTo>
                      <a:pt x="131" y="0"/>
                    </a:lnTo>
                    <a:close/>
                  </a:path>
                </a:pathLst>
              </a:custGeom>
              <a:solidFill>
                <a:srgbClr val="000000"/>
              </a:solidFill>
              <a:ln>
                <a:noFill/>
                <a:round/>
              </a:ln>
            </p:spPr>
          </p:sp>
          <p:sp>
            <p:nvSpPr>
              <p:cNvPr id="52134" name=""/>
              <p:cNvSpPr/>
              <p:nvPr/>
            </p:nvSpPr>
            <p:spPr>
              <a:xfrm>
                <a:off x="1442" y="1908"/>
                <a:ext cx="1" cy="4"/>
              </a:xfrm>
              <a:custGeom>
                <a:pathLst>
                  <a:path w="5" h="8">
                    <a:moveTo>
                      <a:pt x="3" y="8"/>
                    </a:moveTo>
                    <a:lnTo>
                      <a:pt x="5" y="7"/>
                    </a:lnTo>
                    <a:lnTo>
                      <a:pt x="5" y="0"/>
                    </a:lnTo>
                    <a:lnTo>
                      <a:pt x="0" y="0"/>
                    </a:lnTo>
                    <a:lnTo>
                      <a:pt x="0" y="7"/>
                    </a:lnTo>
                    <a:lnTo>
                      <a:pt x="3" y="7"/>
                    </a:lnTo>
                    <a:lnTo>
                      <a:pt x="3" y="8"/>
                    </a:lnTo>
                    <a:lnTo>
                      <a:pt x="5" y="8"/>
                    </a:lnTo>
                    <a:lnTo>
                      <a:pt x="5" y="7"/>
                    </a:lnTo>
                    <a:lnTo>
                      <a:pt x="3" y="8"/>
                    </a:lnTo>
                    <a:close/>
                  </a:path>
                </a:pathLst>
              </a:custGeom>
              <a:solidFill>
                <a:srgbClr val="000000"/>
              </a:solidFill>
              <a:ln>
                <a:noFill/>
                <a:round/>
              </a:ln>
            </p:spPr>
          </p:sp>
          <p:sp>
            <p:nvSpPr>
              <p:cNvPr id="52135" name=""/>
              <p:cNvSpPr/>
              <p:nvPr/>
            </p:nvSpPr>
            <p:spPr>
              <a:xfrm>
                <a:off x="1399" y="1910"/>
                <a:ext cx="44" cy="2"/>
              </a:xfrm>
              <a:custGeom>
                <a:pathLst>
                  <a:path w="132" h="5">
                    <a:moveTo>
                      <a:pt x="0" y="0"/>
                    </a:moveTo>
                    <a:lnTo>
                      <a:pt x="1" y="5"/>
                    </a:lnTo>
                    <a:lnTo>
                      <a:pt x="132" y="5"/>
                    </a:lnTo>
                    <a:lnTo>
                      <a:pt x="132" y="0"/>
                    </a:lnTo>
                    <a:lnTo>
                      <a:pt x="1" y="0"/>
                    </a:lnTo>
                    <a:lnTo>
                      <a:pt x="0" y="0"/>
                    </a:lnTo>
                    <a:lnTo>
                      <a:pt x="0" y="5"/>
                    </a:lnTo>
                    <a:lnTo>
                      <a:pt x="1" y="5"/>
                    </a:lnTo>
                    <a:lnTo>
                      <a:pt x="0" y="0"/>
                    </a:lnTo>
                    <a:close/>
                  </a:path>
                </a:pathLst>
              </a:custGeom>
              <a:solidFill>
                <a:srgbClr val="000000"/>
              </a:solidFill>
              <a:ln>
                <a:noFill/>
                <a:round/>
              </a:ln>
            </p:spPr>
          </p:sp>
          <p:sp>
            <p:nvSpPr>
              <p:cNvPr id="52136" name=""/>
              <p:cNvSpPr/>
              <p:nvPr/>
            </p:nvSpPr>
            <p:spPr>
              <a:xfrm>
                <a:off x="1399" y="1908"/>
                <a:ext cx="1" cy="4"/>
              </a:xfrm>
              <a:custGeom>
                <a:pathLst>
                  <a:path w="3" h="8">
                    <a:moveTo>
                      <a:pt x="3" y="0"/>
                    </a:moveTo>
                    <a:lnTo>
                      <a:pt x="0" y="0"/>
                    </a:lnTo>
                    <a:lnTo>
                      <a:pt x="0" y="8"/>
                    </a:lnTo>
                    <a:lnTo>
                      <a:pt x="3" y="8"/>
                    </a:lnTo>
                    <a:lnTo>
                      <a:pt x="3" y="0"/>
                    </a:lnTo>
                    <a:lnTo>
                      <a:pt x="3" y="2"/>
                    </a:lnTo>
                    <a:lnTo>
                      <a:pt x="3" y="0"/>
                    </a:lnTo>
                    <a:lnTo>
                      <a:pt x="0" y="0"/>
                    </a:lnTo>
                    <a:lnTo>
                      <a:pt x="3" y="0"/>
                    </a:lnTo>
                    <a:close/>
                  </a:path>
                </a:pathLst>
              </a:custGeom>
              <a:solidFill>
                <a:srgbClr val="000000"/>
              </a:solidFill>
              <a:ln>
                <a:noFill/>
                <a:round/>
              </a:ln>
            </p:spPr>
          </p:sp>
          <p:sp>
            <p:nvSpPr>
              <p:cNvPr id="52137" name=""/>
              <p:cNvSpPr/>
              <p:nvPr/>
            </p:nvSpPr>
            <p:spPr>
              <a:xfrm>
                <a:off x="1400" y="1910"/>
                <a:ext cx="43" cy="22"/>
              </a:xfrm>
              <a:custGeom>
                <a:pathLst>
                  <a:path w="131" h="46">
                    <a:moveTo>
                      <a:pt x="2" y="0"/>
                    </a:moveTo>
                    <a:lnTo>
                      <a:pt x="129" y="0"/>
                    </a:lnTo>
                    <a:lnTo>
                      <a:pt x="130" y="0"/>
                    </a:lnTo>
                    <a:lnTo>
                      <a:pt x="131" y="2"/>
                    </a:lnTo>
                    <a:lnTo>
                      <a:pt x="131" y="3"/>
                    </a:lnTo>
                    <a:lnTo>
                      <a:pt x="131" y="42"/>
                    </a:lnTo>
                    <a:lnTo>
                      <a:pt x="131" y="44"/>
                    </a:lnTo>
                    <a:lnTo>
                      <a:pt x="131" y="45"/>
                    </a:lnTo>
                    <a:lnTo>
                      <a:pt x="130" y="45"/>
                    </a:lnTo>
                    <a:lnTo>
                      <a:pt x="130" y="46"/>
                    </a:lnTo>
                    <a:lnTo>
                      <a:pt x="129" y="46"/>
                    </a:lnTo>
                    <a:lnTo>
                      <a:pt x="2" y="46"/>
                    </a:lnTo>
                    <a:lnTo>
                      <a:pt x="1" y="46"/>
                    </a:lnTo>
                    <a:lnTo>
                      <a:pt x="0" y="46"/>
                    </a:lnTo>
                    <a:lnTo>
                      <a:pt x="0" y="45"/>
                    </a:lnTo>
                    <a:lnTo>
                      <a:pt x="0" y="44"/>
                    </a:lnTo>
                    <a:lnTo>
                      <a:pt x="0" y="42"/>
                    </a:lnTo>
                    <a:lnTo>
                      <a:pt x="0" y="3"/>
                    </a:lnTo>
                    <a:lnTo>
                      <a:pt x="0" y="2"/>
                    </a:lnTo>
                    <a:lnTo>
                      <a:pt x="0" y="0"/>
                    </a:lnTo>
                    <a:lnTo>
                      <a:pt x="2" y="0"/>
                    </a:lnTo>
                    <a:close/>
                  </a:path>
                </a:pathLst>
              </a:custGeom>
              <a:solidFill>
                <a:srgbClr val="C0C080"/>
              </a:solidFill>
              <a:ln>
                <a:noFill/>
                <a:round/>
              </a:ln>
            </p:spPr>
          </p:sp>
          <p:sp>
            <p:nvSpPr>
              <p:cNvPr id="52138" name=""/>
              <p:cNvSpPr/>
              <p:nvPr/>
            </p:nvSpPr>
            <p:spPr>
              <a:xfrm>
                <a:off x="1410" y="1913"/>
                <a:ext cx="18" cy="18"/>
              </a:xfrm>
              <a:custGeom>
                <a:pathLst>
                  <a:path w="54" h="38">
                    <a:moveTo>
                      <a:pt x="3" y="0"/>
                    </a:moveTo>
                    <a:lnTo>
                      <a:pt x="50" y="0"/>
                    </a:lnTo>
                    <a:lnTo>
                      <a:pt x="52" y="0"/>
                    </a:lnTo>
                    <a:lnTo>
                      <a:pt x="53" y="1"/>
                    </a:lnTo>
                    <a:lnTo>
                      <a:pt x="53" y="3"/>
                    </a:lnTo>
                    <a:lnTo>
                      <a:pt x="54" y="4"/>
                    </a:lnTo>
                    <a:lnTo>
                      <a:pt x="54" y="5"/>
                    </a:lnTo>
                    <a:lnTo>
                      <a:pt x="54" y="34"/>
                    </a:lnTo>
                    <a:lnTo>
                      <a:pt x="53" y="35"/>
                    </a:lnTo>
                    <a:lnTo>
                      <a:pt x="53" y="36"/>
                    </a:lnTo>
                    <a:lnTo>
                      <a:pt x="53" y="38"/>
                    </a:lnTo>
                    <a:lnTo>
                      <a:pt x="52" y="38"/>
                    </a:lnTo>
                    <a:lnTo>
                      <a:pt x="50" y="38"/>
                    </a:lnTo>
                    <a:lnTo>
                      <a:pt x="3" y="38"/>
                    </a:lnTo>
                    <a:lnTo>
                      <a:pt x="2" y="38"/>
                    </a:lnTo>
                    <a:lnTo>
                      <a:pt x="1" y="36"/>
                    </a:lnTo>
                    <a:lnTo>
                      <a:pt x="0" y="35"/>
                    </a:lnTo>
                    <a:lnTo>
                      <a:pt x="0" y="34"/>
                    </a:lnTo>
                    <a:lnTo>
                      <a:pt x="0" y="5"/>
                    </a:lnTo>
                    <a:lnTo>
                      <a:pt x="0" y="4"/>
                    </a:lnTo>
                    <a:lnTo>
                      <a:pt x="1" y="3"/>
                    </a:lnTo>
                    <a:lnTo>
                      <a:pt x="1" y="1"/>
                    </a:lnTo>
                    <a:lnTo>
                      <a:pt x="2" y="0"/>
                    </a:lnTo>
                    <a:lnTo>
                      <a:pt x="3" y="0"/>
                    </a:lnTo>
                    <a:close/>
                  </a:path>
                </a:pathLst>
              </a:custGeom>
              <a:solidFill>
                <a:srgbClr val="00DFCA"/>
              </a:solidFill>
              <a:ln>
                <a:noFill/>
                <a:round/>
              </a:ln>
            </p:spPr>
          </p:sp>
          <p:sp>
            <p:nvSpPr>
              <p:cNvPr id="52139" name=""/>
              <p:cNvSpPr/>
              <p:nvPr/>
            </p:nvSpPr>
            <p:spPr>
              <a:xfrm>
                <a:off x="1412" y="1913"/>
                <a:ext cx="30" cy="15"/>
              </a:xfrm>
              <a:custGeom>
                <a:pathLst>
                  <a:path w="91" h="31">
                    <a:moveTo>
                      <a:pt x="0" y="0"/>
                    </a:moveTo>
                    <a:lnTo>
                      <a:pt x="91" y="0"/>
                    </a:lnTo>
                    <a:lnTo>
                      <a:pt x="91" y="21"/>
                    </a:lnTo>
                    <a:lnTo>
                      <a:pt x="13" y="21"/>
                    </a:lnTo>
                    <a:lnTo>
                      <a:pt x="13" y="31"/>
                    </a:lnTo>
                    <a:lnTo>
                      <a:pt x="0" y="31"/>
                    </a:lnTo>
                    <a:lnTo>
                      <a:pt x="0" y="0"/>
                    </a:lnTo>
                    <a:close/>
                  </a:path>
                </a:pathLst>
              </a:custGeom>
              <a:solidFill>
                <a:srgbClr val="404010"/>
              </a:solidFill>
              <a:ln>
                <a:noFill/>
                <a:round/>
              </a:ln>
            </p:spPr>
          </p:sp>
          <p:sp>
            <p:nvSpPr>
              <p:cNvPr id="52140" name=""/>
              <p:cNvSpPr/>
              <p:nvPr/>
            </p:nvSpPr>
            <p:spPr>
              <a:xfrm>
                <a:off x="1400" y="1905"/>
                <a:ext cx="43" cy="5"/>
              </a:xfrm>
              <a:prstGeom prst="rect">
                <a:avLst/>
              </a:prstGeom>
              <a:solidFill>
                <a:srgbClr val="C0C080"/>
              </a:solidFill>
              <a:ln>
                <a:noFill/>
                <a:miter lim="800000"/>
              </a:ln>
            </p:spPr>
          </p:sp>
          <p:sp>
            <p:nvSpPr>
              <p:cNvPr id="52141" name=""/>
              <p:cNvSpPr/>
              <p:nvPr/>
            </p:nvSpPr>
            <p:spPr>
              <a:xfrm>
                <a:off x="1398" y="1862"/>
                <a:ext cx="47" cy="4"/>
              </a:xfrm>
              <a:custGeom>
                <a:pathLst>
                  <a:path w="140" h="9">
                    <a:moveTo>
                      <a:pt x="2" y="0"/>
                    </a:moveTo>
                    <a:lnTo>
                      <a:pt x="137" y="0"/>
                    </a:lnTo>
                    <a:lnTo>
                      <a:pt x="138" y="0"/>
                    </a:lnTo>
                    <a:lnTo>
                      <a:pt x="140" y="3"/>
                    </a:lnTo>
                    <a:lnTo>
                      <a:pt x="140" y="7"/>
                    </a:lnTo>
                    <a:lnTo>
                      <a:pt x="137" y="9"/>
                    </a:lnTo>
                    <a:lnTo>
                      <a:pt x="2" y="9"/>
                    </a:lnTo>
                    <a:lnTo>
                      <a:pt x="1" y="7"/>
                    </a:lnTo>
                    <a:lnTo>
                      <a:pt x="0" y="5"/>
                    </a:lnTo>
                    <a:lnTo>
                      <a:pt x="0" y="2"/>
                    </a:lnTo>
                    <a:lnTo>
                      <a:pt x="2" y="0"/>
                    </a:lnTo>
                    <a:close/>
                  </a:path>
                </a:pathLst>
              </a:custGeom>
              <a:solidFill>
                <a:srgbClr val="E0D0A0"/>
              </a:solidFill>
              <a:ln>
                <a:noFill/>
                <a:round/>
              </a:ln>
            </p:spPr>
          </p:sp>
          <p:sp>
            <p:nvSpPr>
              <p:cNvPr id="52142" name=""/>
              <p:cNvSpPr/>
              <p:nvPr/>
            </p:nvSpPr>
            <p:spPr>
              <a:xfrm>
                <a:off x="1401" y="1877"/>
                <a:ext cx="9" cy="3"/>
              </a:xfrm>
              <a:custGeom>
                <a:pathLst>
                  <a:path w="27" h="6">
                    <a:moveTo>
                      <a:pt x="1" y="0"/>
                    </a:moveTo>
                    <a:lnTo>
                      <a:pt x="27" y="0"/>
                    </a:lnTo>
                    <a:lnTo>
                      <a:pt x="27" y="2"/>
                    </a:lnTo>
                    <a:lnTo>
                      <a:pt x="27" y="6"/>
                    </a:lnTo>
                    <a:lnTo>
                      <a:pt x="1" y="6"/>
                    </a:lnTo>
                    <a:lnTo>
                      <a:pt x="0" y="3"/>
                    </a:lnTo>
                    <a:lnTo>
                      <a:pt x="0" y="0"/>
                    </a:lnTo>
                    <a:lnTo>
                      <a:pt x="1" y="0"/>
                    </a:lnTo>
                    <a:close/>
                  </a:path>
                </a:pathLst>
              </a:custGeom>
              <a:solidFill>
                <a:srgbClr val="E0E0B0"/>
              </a:solidFill>
              <a:ln>
                <a:noFill/>
                <a:round/>
              </a:ln>
            </p:spPr>
          </p:sp>
          <p:sp>
            <p:nvSpPr>
              <p:cNvPr id="52143" name=""/>
              <p:cNvSpPr/>
              <p:nvPr/>
            </p:nvSpPr>
            <p:spPr>
              <a:xfrm>
                <a:off x="1410" y="1878"/>
                <a:ext cx="18" cy="2"/>
              </a:xfrm>
              <a:custGeom>
                <a:pathLst>
                  <a:path w="55" h="5">
                    <a:moveTo>
                      <a:pt x="0" y="0"/>
                    </a:moveTo>
                    <a:lnTo>
                      <a:pt x="55" y="0"/>
                    </a:lnTo>
                    <a:lnTo>
                      <a:pt x="0" y="5"/>
                    </a:lnTo>
                    <a:lnTo>
                      <a:pt x="0" y="0"/>
                    </a:lnTo>
                    <a:close/>
                  </a:path>
                </a:pathLst>
              </a:custGeom>
              <a:solidFill>
                <a:srgbClr val="E0E0B0"/>
              </a:solidFill>
              <a:ln>
                <a:noFill/>
                <a:round/>
              </a:ln>
            </p:spPr>
          </p:sp>
          <p:sp>
            <p:nvSpPr>
              <p:cNvPr id="52144" name=""/>
              <p:cNvSpPr/>
              <p:nvPr/>
            </p:nvSpPr>
            <p:spPr>
              <a:xfrm>
                <a:off x="1428" y="1877"/>
                <a:ext cx="14" cy="3"/>
              </a:xfrm>
              <a:custGeom>
                <a:pathLst>
                  <a:path w="44" h="6">
                    <a:moveTo>
                      <a:pt x="1" y="0"/>
                    </a:moveTo>
                    <a:lnTo>
                      <a:pt x="42" y="0"/>
                    </a:lnTo>
                    <a:lnTo>
                      <a:pt x="44" y="2"/>
                    </a:lnTo>
                    <a:lnTo>
                      <a:pt x="42" y="6"/>
                    </a:lnTo>
                    <a:lnTo>
                      <a:pt x="1" y="6"/>
                    </a:lnTo>
                    <a:lnTo>
                      <a:pt x="0" y="2"/>
                    </a:lnTo>
                    <a:lnTo>
                      <a:pt x="1" y="0"/>
                    </a:lnTo>
                    <a:close/>
                  </a:path>
                </a:pathLst>
              </a:custGeom>
              <a:solidFill>
                <a:srgbClr val="E0E0B0"/>
              </a:solidFill>
              <a:ln>
                <a:noFill/>
                <a:round/>
              </a:ln>
            </p:spPr>
          </p:sp>
          <p:sp>
            <p:nvSpPr>
              <p:cNvPr id="52145" name=""/>
              <p:cNvSpPr/>
              <p:nvPr/>
            </p:nvSpPr>
            <p:spPr>
              <a:xfrm>
                <a:off x="1410" y="1879"/>
                <a:ext cx="18" cy="5"/>
              </a:xfrm>
              <a:custGeom>
                <a:pathLst>
                  <a:path w="53" h="11">
                    <a:moveTo>
                      <a:pt x="0" y="0"/>
                    </a:moveTo>
                    <a:lnTo>
                      <a:pt x="52" y="0"/>
                    </a:lnTo>
                    <a:lnTo>
                      <a:pt x="53" y="2"/>
                    </a:lnTo>
                    <a:lnTo>
                      <a:pt x="53" y="10"/>
                    </a:lnTo>
                    <a:lnTo>
                      <a:pt x="52" y="11"/>
                    </a:lnTo>
                    <a:lnTo>
                      <a:pt x="0" y="11"/>
                    </a:lnTo>
                    <a:lnTo>
                      <a:pt x="0" y="10"/>
                    </a:lnTo>
                    <a:lnTo>
                      <a:pt x="0" y="2"/>
                    </a:lnTo>
                    <a:lnTo>
                      <a:pt x="0" y="0"/>
                    </a:lnTo>
                    <a:close/>
                  </a:path>
                </a:pathLst>
              </a:custGeom>
              <a:solidFill>
                <a:srgbClr val="00DFCA"/>
              </a:solidFill>
              <a:ln>
                <a:noFill/>
                <a:round/>
              </a:ln>
            </p:spPr>
          </p:sp>
          <p:sp>
            <p:nvSpPr>
              <p:cNvPr id="52146" name=""/>
              <p:cNvSpPr/>
              <p:nvPr/>
            </p:nvSpPr>
            <p:spPr>
              <a:xfrm>
                <a:off x="1433" y="1871"/>
                <a:ext cx="5" cy="1"/>
              </a:xfrm>
              <a:prstGeom prst="rect">
                <a:avLst/>
              </a:prstGeom>
              <a:solidFill>
                <a:srgbClr val="F0E0C0"/>
              </a:solidFill>
              <a:ln>
                <a:noFill/>
                <a:miter lim="800000"/>
              </a:ln>
            </p:spPr>
          </p:sp>
          <p:sp>
            <p:nvSpPr>
              <p:cNvPr id="52147" name=""/>
              <p:cNvSpPr/>
              <p:nvPr/>
            </p:nvSpPr>
            <p:spPr>
              <a:xfrm>
                <a:off x="1430" y="1871"/>
                <a:ext cx="8" cy="7"/>
              </a:xfrm>
              <a:custGeom>
                <a:pathLst>
                  <a:path w="24" h="15">
                    <a:moveTo>
                      <a:pt x="7" y="0"/>
                    </a:moveTo>
                    <a:lnTo>
                      <a:pt x="0" y="13"/>
                    </a:lnTo>
                    <a:lnTo>
                      <a:pt x="0" y="15"/>
                    </a:lnTo>
                    <a:lnTo>
                      <a:pt x="19" y="15"/>
                    </a:lnTo>
                    <a:lnTo>
                      <a:pt x="24" y="7"/>
                    </a:lnTo>
                    <a:lnTo>
                      <a:pt x="8" y="7"/>
                    </a:lnTo>
                    <a:lnTo>
                      <a:pt x="7" y="0"/>
                    </a:lnTo>
                    <a:close/>
                  </a:path>
                </a:pathLst>
              </a:custGeom>
              <a:solidFill>
                <a:srgbClr val="808060"/>
              </a:solidFill>
              <a:ln>
                <a:noFill/>
                <a:round/>
              </a:ln>
            </p:spPr>
          </p:sp>
          <p:sp>
            <p:nvSpPr>
              <p:cNvPr id="52148" name=""/>
              <p:cNvSpPr/>
              <p:nvPr/>
            </p:nvSpPr>
            <p:spPr>
              <a:xfrm>
                <a:off x="1411" y="1879"/>
                <a:ext cx="2" cy="4"/>
              </a:xfrm>
              <a:custGeom>
                <a:pathLst>
                  <a:path w="8" h="8">
                    <a:moveTo>
                      <a:pt x="2" y="0"/>
                    </a:moveTo>
                    <a:lnTo>
                      <a:pt x="7" y="0"/>
                    </a:lnTo>
                    <a:lnTo>
                      <a:pt x="8" y="0"/>
                    </a:lnTo>
                    <a:lnTo>
                      <a:pt x="8" y="2"/>
                    </a:lnTo>
                    <a:lnTo>
                      <a:pt x="8" y="5"/>
                    </a:lnTo>
                    <a:lnTo>
                      <a:pt x="8" y="8"/>
                    </a:lnTo>
                    <a:lnTo>
                      <a:pt x="2" y="8"/>
                    </a:lnTo>
                    <a:lnTo>
                      <a:pt x="0" y="5"/>
                    </a:lnTo>
                    <a:lnTo>
                      <a:pt x="0" y="2"/>
                    </a:lnTo>
                    <a:lnTo>
                      <a:pt x="0" y="0"/>
                    </a:lnTo>
                    <a:lnTo>
                      <a:pt x="2" y="0"/>
                    </a:lnTo>
                    <a:close/>
                  </a:path>
                </a:pathLst>
              </a:custGeom>
              <a:solidFill>
                <a:srgbClr val="A0A070"/>
              </a:solidFill>
              <a:ln>
                <a:noFill/>
                <a:round/>
              </a:ln>
            </p:spPr>
          </p:sp>
          <p:sp>
            <p:nvSpPr>
              <p:cNvPr id="52149" name=""/>
              <p:cNvSpPr/>
              <p:nvPr/>
            </p:nvSpPr>
            <p:spPr>
              <a:xfrm>
                <a:off x="1411" y="1879"/>
                <a:ext cx="2" cy="4"/>
              </a:xfrm>
              <a:custGeom>
                <a:pathLst>
                  <a:path w="8" h="7">
                    <a:moveTo>
                      <a:pt x="4" y="0"/>
                    </a:moveTo>
                    <a:lnTo>
                      <a:pt x="7" y="0"/>
                    </a:lnTo>
                    <a:lnTo>
                      <a:pt x="8" y="0"/>
                    </a:lnTo>
                    <a:lnTo>
                      <a:pt x="8" y="3"/>
                    </a:lnTo>
                    <a:lnTo>
                      <a:pt x="8" y="7"/>
                    </a:lnTo>
                    <a:lnTo>
                      <a:pt x="4" y="7"/>
                    </a:lnTo>
                    <a:lnTo>
                      <a:pt x="2" y="7"/>
                    </a:lnTo>
                    <a:lnTo>
                      <a:pt x="0" y="7"/>
                    </a:lnTo>
                    <a:lnTo>
                      <a:pt x="0" y="3"/>
                    </a:lnTo>
                    <a:lnTo>
                      <a:pt x="2" y="3"/>
                    </a:lnTo>
                    <a:lnTo>
                      <a:pt x="2" y="0"/>
                    </a:lnTo>
                    <a:lnTo>
                      <a:pt x="4" y="0"/>
                    </a:lnTo>
                    <a:close/>
                  </a:path>
                </a:pathLst>
              </a:custGeom>
              <a:solidFill>
                <a:srgbClr val="A0FF00"/>
              </a:solidFill>
              <a:ln>
                <a:noFill/>
                <a:round/>
              </a:ln>
            </p:spPr>
          </p:sp>
          <p:sp>
            <p:nvSpPr>
              <p:cNvPr id="52150" name=""/>
              <p:cNvSpPr/>
              <p:nvPr/>
            </p:nvSpPr>
            <p:spPr>
              <a:xfrm>
                <a:off x="1412" y="1879"/>
                <a:ext cx="1" cy="3"/>
              </a:xfrm>
              <a:custGeom>
                <a:pathLst>
                  <a:path w="2" h="5">
                    <a:moveTo>
                      <a:pt x="2" y="0"/>
                    </a:moveTo>
                    <a:lnTo>
                      <a:pt x="2" y="5"/>
                    </a:lnTo>
                    <a:lnTo>
                      <a:pt x="0" y="5"/>
                    </a:lnTo>
                    <a:lnTo>
                      <a:pt x="2" y="0"/>
                    </a:lnTo>
                    <a:close/>
                  </a:path>
                </a:pathLst>
              </a:custGeom>
              <a:solidFill>
                <a:srgbClr val="FFFFFF"/>
              </a:solidFill>
              <a:ln>
                <a:noFill/>
                <a:round/>
              </a:ln>
            </p:spPr>
          </p:sp>
          <p:sp>
            <p:nvSpPr>
              <p:cNvPr id="52151" name=""/>
              <p:cNvSpPr/>
              <p:nvPr/>
            </p:nvSpPr>
            <p:spPr>
              <a:xfrm>
                <a:off x="1404" y="1864"/>
                <a:ext cx="3" cy="2"/>
              </a:xfrm>
              <a:custGeom>
                <a:pathLst>
                  <a:path w="9" h="6">
                    <a:moveTo>
                      <a:pt x="2" y="0"/>
                    </a:moveTo>
                    <a:lnTo>
                      <a:pt x="7" y="0"/>
                    </a:lnTo>
                    <a:lnTo>
                      <a:pt x="9" y="0"/>
                    </a:lnTo>
                    <a:lnTo>
                      <a:pt x="9" y="2"/>
                    </a:lnTo>
                    <a:lnTo>
                      <a:pt x="9" y="4"/>
                    </a:lnTo>
                    <a:lnTo>
                      <a:pt x="7" y="6"/>
                    </a:lnTo>
                    <a:lnTo>
                      <a:pt x="2" y="6"/>
                    </a:lnTo>
                    <a:lnTo>
                      <a:pt x="0" y="4"/>
                    </a:lnTo>
                    <a:lnTo>
                      <a:pt x="0" y="2"/>
                    </a:lnTo>
                    <a:lnTo>
                      <a:pt x="0" y="0"/>
                    </a:lnTo>
                    <a:lnTo>
                      <a:pt x="2" y="0"/>
                    </a:lnTo>
                    <a:close/>
                  </a:path>
                </a:pathLst>
              </a:custGeom>
              <a:solidFill>
                <a:srgbClr val="A0A070"/>
              </a:solidFill>
              <a:ln>
                <a:noFill/>
                <a:round/>
              </a:ln>
            </p:spPr>
          </p:sp>
          <p:sp>
            <p:nvSpPr>
              <p:cNvPr id="52152" name=""/>
              <p:cNvSpPr/>
              <p:nvPr/>
            </p:nvSpPr>
            <p:spPr>
              <a:xfrm>
                <a:off x="1404" y="1864"/>
                <a:ext cx="3" cy="2"/>
              </a:xfrm>
              <a:custGeom>
                <a:pathLst>
                  <a:path w="9" h="6">
                    <a:moveTo>
                      <a:pt x="2" y="0"/>
                    </a:moveTo>
                    <a:lnTo>
                      <a:pt x="7" y="0"/>
                    </a:lnTo>
                    <a:lnTo>
                      <a:pt x="9" y="2"/>
                    </a:lnTo>
                    <a:lnTo>
                      <a:pt x="9" y="4"/>
                    </a:lnTo>
                    <a:lnTo>
                      <a:pt x="7" y="4"/>
                    </a:lnTo>
                    <a:lnTo>
                      <a:pt x="7" y="6"/>
                    </a:lnTo>
                    <a:lnTo>
                      <a:pt x="2" y="6"/>
                    </a:lnTo>
                    <a:lnTo>
                      <a:pt x="2" y="4"/>
                    </a:lnTo>
                    <a:lnTo>
                      <a:pt x="0" y="4"/>
                    </a:lnTo>
                    <a:lnTo>
                      <a:pt x="0" y="2"/>
                    </a:lnTo>
                    <a:lnTo>
                      <a:pt x="2" y="2"/>
                    </a:lnTo>
                    <a:lnTo>
                      <a:pt x="2" y="0"/>
                    </a:lnTo>
                    <a:close/>
                  </a:path>
                </a:pathLst>
              </a:custGeom>
              <a:solidFill>
                <a:srgbClr val="A0FF00"/>
              </a:solidFill>
              <a:ln>
                <a:noFill/>
                <a:round/>
              </a:ln>
            </p:spPr>
          </p:sp>
          <p:sp>
            <p:nvSpPr>
              <p:cNvPr id="52153" name=""/>
              <p:cNvSpPr/>
              <p:nvPr/>
            </p:nvSpPr>
            <p:spPr>
              <a:xfrm>
                <a:off x="1433" y="1864"/>
                <a:ext cx="3" cy="2"/>
              </a:xfrm>
              <a:custGeom>
                <a:pathLst>
                  <a:path w="9" h="6">
                    <a:moveTo>
                      <a:pt x="1" y="0"/>
                    </a:moveTo>
                    <a:lnTo>
                      <a:pt x="6" y="0"/>
                    </a:lnTo>
                    <a:lnTo>
                      <a:pt x="8" y="0"/>
                    </a:lnTo>
                    <a:lnTo>
                      <a:pt x="9" y="2"/>
                    </a:lnTo>
                    <a:lnTo>
                      <a:pt x="8" y="4"/>
                    </a:lnTo>
                    <a:lnTo>
                      <a:pt x="8" y="6"/>
                    </a:lnTo>
                    <a:lnTo>
                      <a:pt x="1" y="6"/>
                    </a:lnTo>
                    <a:lnTo>
                      <a:pt x="1" y="4"/>
                    </a:lnTo>
                    <a:lnTo>
                      <a:pt x="0" y="4"/>
                    </a:lnTo>
                    <a:lnTo>
                      <a:pt x="0" y="2"/>
                    </a:lnTo>
                    <a:lnTo>
                      <a:pt x="1" y="0"/>
                    </a:lnTo>
                    <a:close/>
                  </a:path>
                </a:pathLst>
              </a:custGeom>
              <a:solidFill>
                <a:srgbClr val="A0A070"/>
              </a:solidFill>
              <a:ln>
                <a:noFill/>
                <a:round/>
              </a:ln>
            </p:spPr>
          </p:sp>
          <p:sp>
            <p:nvSpPr>
              <p:cNvPr id="52154" name=""/>
              <p:cNvSpPr/>
              <p:nvPr/>
            </p:nvSpPr>
            <p:spPr>
              <a:xfrm>
                <a:off x="1433" y="1864"/>
                <a:ext cx="2" cy="2"/>
              </a:xfrm>
              <a:custGeom>
                <a:pathLst>
                  <a:path w="8" h="6">
                    <a:moveTo>
                      <a:pt x="0" y="0"/>
                    </a:moveTo>
                    <a:lnTo>
                      <a:pt x="6" y="0"/>
                    </a:lnTo>
                    <a:lnTo>
                      <a:pt x="8" y="0"/>
                    </a:lnTo>
                    <a:lnTo>
                      <a:pt x="8" y="4"/>
                    </a:lnTo>
                    <a:lnTo>
                      <a:pt x="8" y="6"/>
                    </a:lnTo>
                    <a:lnTo>
                      <a:pt x="6" y="6"/>
                    </a:lnTo>
                    <a:lnTo>
                      <a:pt x="0" y="6"/>
                    </a:lnTo>
                    <a:lnTo>
                      <a:pt x="0" y="4"/>
                    </a:lnTo>
                    <a:lnTo>
                      <a:pt x="0" y="0"/>
                    </a:lnTo>
                    <a:close/>
                  </a:path>
                </a:pathLst>
              </a:custGeom>
              <a:solidFill>
                <a:srgbClr val="A0FF00"/>
              </a:solidFill>
              <a:ln>
                <a:noFill/>
                <a:round/>
              </a:ln>
            </p:spPr>
          </p:sp>
          <p:sp>
            <p:nvSpPr>
              <p:cNvPr id="52155" name=""/>
              <p:cNvSpPr/>
              <p:nvPr/>
            </p:nvSpPr>
            <p:spPr>
              <a:xfrm>
                <a:off x="1433" y="1864"/>
                <a:ext cx="1" cy="1"/>
              </a:xfrm>
              <a:prstGeom prst="rect">
                <a:avLst/>
              </a:prstGeom>
              <a:solidFill>
                <a:srgbClr val="FFFFFF"/>
              </a:solidFill>
              <a:ln>
                <a:noFill/>
                <a:miter lim="800000"/>
              </a:ln>
            </p:spPr>
          </p:sp>
          <p:sp>
            <p:nvSpPr>
              <p:cNvPr id="52156" name=""/>
              <p:cNvSpPr/>
              <p:nvPr/>
            </p:nvSpPr>
            <p:spPr>
              <a:xfrm>
                <a:off x="1411" y="1898"/>
                <a:ext cx="2" cy="4"/>
              </a:xfrm>
              <a:custGeom>
                <a:pathLst>
                  <a:path w="8" h="8">
                    <a:moveTo>
                      <a:pt x="2" y="0"/>
                    </a:moveTo>
                    <a:lnTo>
                      <a:pt x="7" y="0"/>
                    </a:lnTo>
                    <a:lnTo>
                      <a:pt x="8" y="2"/>
                    </a:lnTo>
                    <a:lnTo>
                      <a:pt x="8" y="5"/>
                    </a:lnTo>
                    <a:lnTo>
                      <a:pt x="8" y="6"/>
                    </a:lnTo>
                    <a:lnTo>
                      <a:pt x="8" y="8"/>
                    </a:lnTo>
                    <a:lnTo>
                      <a:pt x="2" y="8"/>
                    </a:lnTo>
                    <a:lnTo>
                      <a:pt x="2" y="6"/>
                    </a:lnTo>
                    <a:lnTo>
                      <a:pt x="0" y="6"/>
                    </a:lnTo>
                    <a:lnTo>
                      <a:pt x="0" y="5"/>
                    </a:lnTo>
                    <a:lnTo>
                      <a:pt x="0" y="2"/>
                    </a:lnTo>
                    <a:lnTo>
                      <a:pt x="2" y="2"/>
                    </a:lnTo>
                    <a:lnTo>
                      <a:pt x="2" y="0"/>
                    </a:lnTo>
                    <a:close/>
                  </a:path>
                </a:pathLst>
              </a:custGeom>
              <a:solidFill>
                <a:srgbClr val="A0A070"/>
              </a:solidFill>
              <a:ln>
                <a:noFill/>
                <a:round/>
              </a:ln>
            </p:spPr>
          </p:sp>
          <p:sp>
            <p:nvSpPr>
              <p:cNvPr id="52157" name=""/>
              <p:cNvSpPr/>
              <p:nvPr/>
            </p:nvSpPr>
            <p:spPr>
              <a:xfrm>
                <a:off x="1411" y="1899"/>
                <a:ext cx="2" cy="3"/>
              </a:xfrm>
              <a:custGeom>
                <a:pathLst>
                  <a:path w="8" h="6">
                    <a:moveTo>
                      <a:pt x="4" y="0"/>
                    </a:moveTo>
                    <a:lnTo>
                      <a:pt x="7" y="0"/>
                    </a:lnTo>
                    <a:lnTo>
                      <a:pt x="8" y="0"/>
                    </a:lnTo>
                    <a:lnTo>
                      <a:pt x="8" y="4"/>
                    </a:lnTo>
                    <a:lnTo>
                      <a:pt x="8" y="6"/>
                    </a:lnTo>
                    <a:lnTo>
                      <a:pt x="4" y="6"/>
                    </a:lnTo>
                    <a:lnTo>
                      <a:pt x="2" y="6"/>
                    </a:lnTo>
                    <a:lnTo>
                      <a:pt x="0" y="6"/>
                    </a:lnTo>
                    <a:lnTo>
                      <a:pt x="0" y="4"/>
                    </a:lnTo>
                    <a:lnTo>
                      <a:pt x="2" y="0"/>
                    </a:lnTo>
                    <a:lnTo>
                      <a:pt x="4" y="0"/>
                    </a:lnTo>
                    <a:close/>
                  </a:path>
                </a:pathLst>
              </a:custGeom>
              <a:solidFill>
                <a:srgbClr val="A0FF00"/>
              </a:solidFill>
              <a:ln>
                <a:noFill/>
                <a:round/>
              </a:ln>
            </p:spPr>
          </p:sp>
          <p:sp>
            <p:nvSpPr>
              <p:cNvPr id="52158" name=""/>
              <p:cNvSpPr/>
              <p:nvPr/>
            </p:nvSpPr>
            <p:spPr>
              <a:xfrm>
                <a:off x="1412" y="1899"/>
                <a:ext cx="1" cy="2"/>
              </a:xfrm>
              <a:custGeom>
                <a:pathLst>
                  <a:path w="2" h="5">
                    <a:moveTo>
                      <a:pt x="2" y="0"/>
                    </a:moveTo>
                    <a:lnTo>
                      <a:pt x="2" y="5"/>
                    </a:lnTo>
                    <a:lnTo>
                      <a:pt x="0" y="5"/>
                    </a:lnTo>
                    <a:lnTo>
                      <a:pt x="2" y="0"/>
                    </a:lnTo>
                    <a:close/>
                  </a:path>
                </a:pathLst>
              </a:custGeom>
              <a:solidFill>
                <a:srgbClr val="FFFFFF"/>
              </a:solidFill>
              <a:ln>
                <a:noFill/>
                <a:round/>
              </a:ln>
            </p:spPr>
          </p:sp>
          <p:sp>
            <p:nvSpPr>
              <p:cNvPr id="52159" name=""/>
              <p:cNvSpPr/>
              <p:nvPr/>
            </p:nvSpPr>
            <p:spPr>
              <a:xfrm>
                <a:off x="1402" y="1927"/>
                <a:ext cx="3" cy="4"/>
              </a:xfrm>
              <a:custGeom>
                <a:pathLst>
                  <a:path w="9" h="7">
                    <a:moveTo>
                      <a:pt x="3" y="0"/>
                    </a:moveTo>
                    <a:lnTo>
                      <a:pt x="8" y="0"/>
                    </a:lnTo>
                    <a:lnTo>
                      <a:pt x="8" y="3"/>
                    </a:lnTo>
                    <a:lnTo>
                      <a:pt x="9" y="3"/>
                    </a:lnTo>
                    <a:lnTo>
                      <a:pt x="9" y="4"/>
                    </a:lnTo>
                    <a:lnTo>
                      <a:pt x="8" y="6"/>
                    </a:lnTo>
                    <a:lnTo>
                      <a:pt x="8" y="7"/>
                    </a:lnTo>
                    <a:lnTo>
                      <a:pt x="3" y="7"/>
                    </a:lnTo>
                    <a:lnTo>
                      <a:pt x="1" y="7"/>
                    </a:lnTo>
                    <a:lnTo>
                      <a:pt x="1" y="6"/>
                    </a:lnTo>
                    <a:lnTo>
                      <a:pt x="0" y="6"/>
                    </a:lnTo>
                    <a:lnTo>
                      <a:pt x="0" y="4"/>
                    </a:lnTo>
                    <a:lnTo>
                      <a:pt x="1" y="3"/>
                    </a:lnTo>
                    <a:lnTo>
                      <a:pt x="1" y="0"/>
                    </a:lnTo>
                    <a:lnTo>
                      <a:pt x="3" y="0"/>
                    </a:lnTo>
                    <a:close/>
                  </a:path>
                </a:pathLst>
              </a:custGeom>
              <a:solidFill>
                <a:srgbClr val="A0A070"/>
              </a:solidFill>
              <a:ln>
                <a:noFill/>
                <a:round/>
              </a:ln>
            </p:spPr>
          </p:sp>
          <p:sp>
            <p:nvSpPr>
              <p:cNvPr id="52160" name=""/>
              <p:cNvSpPr/>
              <p:nvPr/>
            </p:nvSpPr>
            <p:spPr>
              <a:xfrm>
                <a:off x="1403" y="1928"/>
                <a:ext cx="2" cy="2"/>
              </a:xfrm>
              <a:custGeom>
                <a:pathLst>
                  <a:path w="6" h="4">
                    <a:moveTo>
                      <a:pt x="0" y="0"/>
                    </a:moveTo>
                    <a:lnTo>
                      <a:pt x="0" y="4"/>
                    </a:lnTo>
                    <a:lnTo>
                      <a:pt x="6" y="4"/>
                    </a:lnTo>
                    <a:lnTo>
                      <a:pt x="0" y="0"/>
                    </a:lnTo>
                    <a:close/>
                  </a:path>
                </a:pathLst>
              </a:custGeom>
              <a:solidFill>
                <a:srgbClr val="A0FF00"/>
              </a:solidFill>
              <a:ln>
                <a:noFill/>
                <a:round/>
              </a:ln>
            </p:spPr>
          </p:sp>
          <p:sp>
            <p:nvSpPr>
              <p:cNvPr id="52161" name=""/>
              <p:cNvSpPr/>
              <p:nvPr/>
            </p:nvSpPr>
            <p:spPr>
              <a:xfrm>
                <a:off x="1403" y="1928"/>
                <a:ext cx="2" cy="2"/>
              </a:xfrm>
              <a:custGeom>
                <a:pathLst>
                  <a:path w="6" h="4">
                    <a:moveTo>
                      <a:pt x="0" y="0"/>
                    </a:moveTo>
                    <a:lnTo>
                      <a:pt x="0" y="4"/>
                    </a:lnTo>
                    <a:lnTo>
                      <a:pt x="6" y="4"/>
                    </a:lnTo>
                    <a:lnTo>
                      <a:pt x="0" y="0"/>
                    </a:lnTo>
                    <a:close/>
                  </a:path>
                </a:pathLst>
              </a:custGeom>
              <a:solidFill>
                <a:srgbClr val="A0FF00"/>
              </a:solidFill>
              <a:ln>
                <a:noFill/>
                <a:round/>
              </a:ln>
            </p:spPr>
          </p:sp>
          <p:sp>
            <p:nvSpPr>
              <p:cNvPr id="52162" name=""/>
              <p:cNvSpPr/>
              <p:nvPr/>
            </p:nvSpPr>
            <p:spPr>
              <a:xfrm>
                <a:off x="1403" y="1927"/>
                <a:ext cx="2" cy="2"/>
              </a:xfrm>
              <a:custGeom>
                <a:pathLst>
                  <a:path w="6" h="4">
                    <a:moveTo>
                      <a:pt x="0" y="0"/>
                    </a:moveTo>
                    <a:lnTo>
                      <a:pt x="0" y="4"/>
                    </a:lnTo>
                    <a:lnTo>
                      <a:pt x="6" y="4"/>
                    </a:lnTo>
                    <a:lnTo>
                      <a:pt x="0" y="0"/>
                    </a:lnTo>
                    <a:close/>
                  </a:path>
                </a:pathLst>
              </a:custGeom>
              <a:solidFill>
                <a:srgbClr val="A0FF00"/>
              </a:solidFill>
              <a:ln>
                <a:noFill/>
                <a:round/>
              </a:ln>
            </p:spPr>
          </p:sp>
          <p:sp>
            <p:nvSpPr>
              <p:cNvPr id="52163" name=""/>
              <p:cNvSpPr/>
              <p:nvPr/>
            </p:nvSpPr>
            <p:spPr>
              <a:xfrm>
                <a:off x="1403" y="1928"/>
                <a:ext cx="1" cy="2"/>
              </a:xfrm>
              <a:custGeom>
                <a:pathLst>
                  <a:path w="5" h="4">
                    <a:moveTo>
                      <a:pt x="0" y="0"/>
                    </a:moveTo>
                    <a:lnTo>
                      <a:pt x="5" y="0"/>
                    </a:lnTo>
                    <a:lnTo>
                      <a:pt x="0" y="4"/>
                    </a:lnTo>
                    <a:lnTo>
                      <a:pt x="0" y="0"/>
                    </a:lnTo>
                    <a:close/>
                  </a:path>
                </a:pathLst>
              </a:custGeom>
              <a:solidFill>
                <a:srgbClr val="FFFFFF"/>
              </a:solidFill>
              <a:ln>
                <a:noFill/>
                <a:round/>
              </a:ln>
            </p:spPr>
          </p:sp>
          <p:sp>
            <p:nvSpPr>
              <p:cNvPr id="52164" name=""/>
              <p:cNvSpPr/>
              <p:nvPr/>
            </p:nvSpPr>
            <p:spPr>
              <a:xfrm>
                <a:off x="1402" y="1875"/>
                <a:ext cx="39" cy="3"/>
              </a:xfrm>
              <a:prstGeom prst="rect">
                <a:avLst/>
              </a:prstGeom>
              <a:solidFill>
                <a:srgbClr val="505020"/>
              </a:solidFill>
              <a:ln>
                <a:noFill/>
                <a:miter lim="800000"/>
              </a:ln>
            </p:spPr>
          </p:sp>
          <p:sp>
            <p:nvSpPr>
              <p:cNvPr id="52165" name=""/>
              <p:cNvSpPr/>
              <p:nvPr/>
            </p:nvSpPr>
            <p:spPr>
              <a:xfrm>
                <a:off x="1410" y="1872"/>
                <a:ext cx="2" cy="5"/>
              </a:xfrm>
              <a:custGeom>
                <a:pathLst>
                  <a:path w="5" h="11">
                    <a:moveTo>
                      <a:pt x="3" y="0"/>
                    </a:moveTo>
                    <a:lnTo>
                      <a:pt x="5" y="2"/>
                    </a:lnTo>
                    <a:lnTo>
                      <a:pt x="5" y="10"/>
                    </a:lnTo>
                    <a:lnTo>
                      <a:pt x="3" y="11"/>
                    </a:lnTo>
                    <a:lnTo>
                      <a:pt x="0" y="2"/>
                    </a:lnTo>
                    <a:lnTo>
                      <a:pt x="3" y="0"/>
                    </a:lnTo>
                    <a:close/>
                  </a:path>
                </a:pathLst>
              </a:custGeom>
              <a:solidFill>
                <a:srgbClr val="E0E0B0"/>
              </a:solidFill>
              <a:ln>
                <a:noFill/>
                <a:round/>
              </a:ln>
            </p:spPr>
          </p:sp>
          <p:sp>
            <p:nvSpPr>
              <p:cNvPr id="52166" name=""/>
              <p:cNvSpPr/>
              <p:nvPr/>
            </p:nvSpPr>
            <p:spPr>
              <a:xfrm>
                <a:off x="1410" y="1878"/>
                <a:ext cx="2" cy="6"/>
              </a:xfrm>
              <a:custGeom>
                <a:pathLst>
                  <a:path w="5" h="13">
                    <a:moveTo>
                      <a:pt x="3" y="0"/>
                    </a:moveTo>
                    <a:lnTo>
                      <a:pt x="5" y="1"/>
                    </a:lnTo>
                    <a:lnTo>
                      <a:pt x="5" y="12"/>
                    </a:lnTo>
                    <a:lnTo>
                      <a:pt x="3" y="13"/>
                    </a:lnTo>
                    <a:lnTo>
                      <a:pt x="0" y="12"/>
                    </a:lnTo>
                    <a:lnTo>
                      <a:pt x="0" y="1"/>
                    </a:lnTo>
                    <a:lnTo>
                      <a:pt x="3" y="0"/>
                    </a:lnTo>
                    <a:close/>
                  </a:path>
                </a:pathLst>
              </a:custGeom>
              <a:solidFill>
                <a:srgbClr val="E0E0B0"/>
              </a:solidFill>
              <a:ln>
                <a:noFill/>
                <a:round/>
              </a:ln>
            </p:spPr>
          </p:sp>
          <p:sp>
            <p:nvSpPr>
              <p:cNvPr id="52167" name=""/>
              <p:cNvSpPr/>
              <p:nvPr/>
            </p:nvSpPr>
            <p:spPr>
              <a:xfrm>
                <a:off x="1412" y="1914"/>
                <a:ext cx="30" cy="10"/>
              </a:xfrm>
              <a:prstGeom prst="rect">
                <a:avLst/>
              </a:prstGeom>
              <a:solidFill>
                <a:srgbClr val="A0A080"/>
              </a:solidFill>
              <a:ln>
                <a:noFill/>
                <a:miter lim="800000"/>
              </a:ln>
            </p:spPr>
          </p:sp>
          <p:sp>
            <p:nvSpPr>
              <p:cNvPr id="52168" name=""/>
              <p:cNvSpPr/>
              <p:nvPr/>
            </p:nvSpPr>
            <p:spPr>
              <a:xfrm>
                <a:off x="1410" y="1928"/>
                <a:ext cx="17" cy="3"/>
              </a:xfrm>
              <a:custGeom>
                <a:pathLst>
                  <a:path w="53" h="6">
                    <a:moveTo>
                      <a:pt x="0" y="0"/>
                    </a:moveTo>
                    <a:lnTo>
                      <a:pt x="52" y="0"/>
                    </a:lnTo>
                    <a:lnTo>
                      <a:pt x="53" y="3"/>
                    </a:lnTo>
                    <a:lnTo>
                      <a:pt x="0" y="6"/>
                    </a:lnTo>
                    <a:lnTo>
                      <a:pt x="0" y="3"/>
                    </a:lnTo>
                    <a:lnTo>
                      <a:pt x="0" y="0"/>
                    </a:lnTo>
                    <a:close/>
                  </a:path>
                </a:pathLst>
              </a:custGeom>
              <a:solidFill>
                <a:srgbClr val="E0E0B0"/>
              </a:solidFill>
              <a:ln>
                <a:noFill/>
                <a:round/>
              </a:ln>
            </p:spPr>
          </p:sp>
          <p:sp>
            <p:nvSpPr>
              <p:cNvPr id="52169" name=""/>
              <p:cNvSpPr/>
              <p:nvPr/>
            </p:nvSpPr>
            <p:spPr>
              <a:xfrm>
                <a:off x="1416" y="1923"/>
                <a:ext cx="12" cy="1"/>
              </a:xfrm>
              <a:prstGeom prst="rect">
                <a:avLst/>
              </a:prstGeom>
              <a:solidFill>
                <a:srgbClr val="E0E0B0"/>
              </a:solidFill>
              <a:ln>
                <a:noFill/>
                <a:miter lim="800000"/>
              </a:ln>
            </p:spPr>
          </p:sp>
          <p:sp>
            <p:nvSpPr>
              <p:cNvPr id="52170" name=""/>
              <p:cNvSpPr/>
              <p:nvPr/>
            </p:nvSpPr>
            <p:spPr>
              <a:xfrm>
                <a:off x="1426" y="1923"/>
                <a:ext cx="17" cy="2"/>
              </a:xfrm>
              <a:custGeom>
                <a:pathLst>
                  <a:path w="51" h="6">
                    <a:moveTo>
                      <a:pt x="3" y="0"/>
                    </a:moveTo>
                    <a:lnTo>
                      <a:pt x="50" y="0"/>
                    </a:lnTo>
                    <a:lnTo>
                      <a:pt x="51" y="2"/>
                    </a:lnTo>
                    <a:lnTo>
                      <a:pt x="50" y="6"/>
                    </a:lnTo>
                    <a:lnTo>
                      <a:pt x="3" y="6"/>
                    </a:lnTo>
                    <a:lnTo>
                      <a:pt x="0" y="2"/>
                    </a:lnTo>
                    <a:lnTo>
                      <a:pt x="3" y="0"/>
                    </a:lnTo>
                    <a:close/>
                  </a:path>
                </a:pathLst>
              </a:custGeom>
              <a:solidFill>
                <a:srgbClr val="E0E0B0"/>
              </a:solidFill>
              <a:ln>
                <a:noFill/>
                <a:round/>
              </a:ln>
            </p:spPr>
          </p:sp>
          <p:sp>
            <p:nvSpPr>
              <p:cNvPr id="52171" name=""/>
              <p:cNvSpPr/>
              <p:nvPr/>
            </p:nvSpPr>
            <p:spPr>
              <a:xfrm>
                <a:off x="1409" y="1891"/>
                <a:ext cx="1" cy="4"/>
              </a:xfrm>
              <a:prstGeom prst="rect">
                <a:avLst/>
              </a:prstGeom>
              <a:solidFill>
                <a:srgbClr val="F0E0C0"/>
              </a:solidFill>
              <a:ln>
                <a:noFill/>
                <a:miter lim="800000"/>
              </a:ln>
            </p:spPr>
          </p:sp>
          <p:sp>
            <p:nvSpPr>
              <p:cNvPr id="52172" name=""/>
              <p:cNvSpPr/>
              <p:nvPr/>
            </p:nvSpPr>
            <p:spPr>
              <a:xfrm>
                <a:off x="1418" y="1890"/>
                <a:ext cx="2" cy="3"/>
              </a:xfrm>
              <a:prstGeom prst="rect">
                <a:avLst/>
              </a:prstGeom>
              <a:solidFill>
                <a:srgbClr val="F0E0C0"/>
              </a:solidFill>
              <a:ln>
                <a:noFill/>
                <a:miter lim="800000"/>
              </a:ln>
            </p:spPr>
          </p:sp>
          <p:sp>
            <p:nvSpPr>
              <p:cNvPr id="52173" name=""/>
              <p:cNvSpPr/>
              <p:nvPr/>
            </p:nvSpPr>
            <p:spPr>
              <a:xfrm>
                <a:off x="1418" y="1893"/>
                <a:ext cx="2" cy="3"/>
              </a:xfrm>
              <a:prstGeom prst="rect">
                <a:avLst/>
              </a:prstGeom>
              <a:solidFill>
                <a:srgbClr val="F0E0C0"/>
              </a:solidFill>
              <a:ln>
                <a:noFill/>
                <a:miter lim="800000"/>
              </a:ln>
            </p:spPr>
          </p:sp>
          <p:sp>
            <p:nvSpPr>
              <p:cNvPr id="52174" name=""/>
              <p:cNvSpPr/>
              <p:nvPr/>
            </p:nvSpPr>
            <p:spPr>
              <a:xfrm>
                <a:off x="1427" y="1893"/>
                <a:ext cx="9" cy="3"/>
              </a:xfrm>
              <a:prstGeom prst="rect">
                <a:avLst/>
              </a:prstGeom>
              <a:solidFill>
                <a:srgbClr val="F0E0C0"/>
              </a:solidFill>
              <a:ln>
                <a:noFill/>
                <a:miter lim="800000"/>
              </a:ln>
            </p:spPr>
          </p:sp>
          <p:sp>
            <p:nvSpPr>
              <p:cNvPr id="52175" name=""/>
              <p:cNvSpPr/>
              <p:nvPr/>
            </p:nvSpPr>
            <p:spPr>
              <a:xfrm>
                <a:off x="1410" y="1894"/>
                <a:ext cx="2" cy="9"/>
              </a:xfrm>
              <a:prstGeom prst="rect">
                <a:avLst/>
              </a:prstGeom>
              <a:solidFill>
                <a:srgbClr val="F0E0C0"/>
              </a:solidFill>
              <a:ln>
                <a:noFill/>
                <a:miter lim="800000"/>
              </a:ln>
            </p:spPr>
          </p:sp>
          <p:sp>
            <p:nvSpPr>
              <p:cNvPr id="52176" name=""/>
              <p:cNvSpPr/>
              <p:nvPr/>
            </p:nvSpPr>
            <p:spPr>
              <a:xfrm>
                <a:off x="1410" y="1901"/>
                <a:ext cx="18" cy="2"/>
              </a:xfrm>
              <a:custGeom>
                <a:pathLst>
                  <a:path w="52" h="5">
                    <a:moveTo>
                      <a:pt x="0" y="0"/>
                    </a:moveTo>
                    <a:lnTo>
                      <a:pt x="51" y="0"/>
                    </a:lnTo>
                    <a:lnTo>
                      <a:pt x="52" y="5"/>
                    </a:lnTo>
                    <a:lnTo>
                      <a:pt x="0" y="5"/>
                    </a:lnTo>
                    <a:lnTo>
                      <a:pt x="0" y="0"/>
                    </a:lnTo>
                    <a:close/>
                  </a:path>
                </a:pathLst>
              </a:custGeom>
              <a:solidFill>
                <a:srgbClr val="F0E0C0"/>
              </a:solidFill>
              <a:ln>
                <a:noFill/>
                <a:round/>
              </a:ln>
            </p:spPr>
          </p:sp>
          <p:sp>
            <p:nvSpPr>
              <p:cNvPr id="52177" name=""/>
              <p:cNvSpPr/>
              <p:nvPr/>
            </p:nvSpPr>
            <p:spPr>
              <a:xfrm>
                <a:off x="1427" y="1894"/>
                <a:ext cx="1" cy="9"/>
              </a:xfrm>
              <a:custGeom>
                <a:pathLst>
                  <a:path w="3" h="19">
                    <a:moveTo>
                      <a:pt x="3" y="0"/>
                    </a:moveTo>
                    <a:lnTo>
                      <a:pt x="3" y="15"/>
                    </a:lnTo>
                    <a:lnTo>
                      <a:pt x="2" y="17"/>
                    </a:lnTo>
                    <a:lnTo>
                      <a:pt x="2" y="19"/>
                    </a:lnTo>
                    <a:lnTo>
                      <a:pt x="0" y="17"/>
                    </a:lnTo>
                    <a:lnTo>
                      <a:pt x="2" y="15"/>
                    </a:lnTo>
                    <a:lnTo>
                      <a:pt x="2" y="0"/>
                    </a:lnTo>
                    <a:lnTo>
                      <a:pt x="3" y="0"/>
                    </a:lnTo>
                    <a:close/>
                  </a:path>
                </a:pathLst>
              </a:custGeom>
              <a:solidFill>
                <a:srgbClr val="808050"/>
              </a:solidFill>
              <a:ln>
                <a:noFill/>
                <a:round/>
              </a:ln>
            </p:spPr>
          </p:sp>
          <p:sp>
            <p:nvSpPr>
              <p:cNvPr id="52178" name=""/>
              <p:cNvSpPr/>
              <p:nvPr/>
            </p:nvSpPr>
            <p:spPr>
              <a:xfrm>
                <a:off x="1427" y="1891"/>
                <a:ext cx="9" cy="3"/>
              </a:xfrm>
              <a:prstGeom prst="rect">
                <a:avLst/>
              </a:prstGeom>
              <a:solidFill>
                <a:srgbClr val="706040"/>
              </a:solidFill>
              <a:ln>
                <a:noFill/>
                <a:miter lim="800000"/>
              </a:ln>
            </p:spPr>
          </p:sp>
          <p:sp>
            <p:nvSpPr>
              <p:cNvPr id="52179" name=""/>
              <p:cNvSpPr/>
              <p:nvPr/>
            </p:nvSpPr>
            <p:spPr>
              <a:xfrm>
                <a:off x="1433" y="1891"/>
                <a:ext cx="3" cy="4"/>
              </a:xfrm>
              <a:prstGeom prst="rect">
                <a:avLst/>
              </a:prstGeom>
              <a:solidFill>
                <a:srgbClr val="706040"/>
              </a:solidFill>
              <a:ln>
                <a:noFill/>
                <a:miter lim="800000"/>
              </a:ln>
            </p:spPr>
          </p:sp>
          <p:sp>
            <p:nvSpPr>
              <p:cNvPr id="52180" name=""/>
              <p:cNvSpPr/>
              <p:nvPr/>
            </p:nvSpPr>
            <p:spPr>
              <a:xfrm>
                <a:off x="1410" y="1889"/>
                <a:ext cx="18" cy="4"/>
              </a:xfrm>
              <a:custGeom>
                <a:pathLst>
                  <a:path w="53" h="10">
                    <a:moveTo>
                      <a:pt x="0" y="4"/>
                    </a:moveTo>
                    <a:lnTo>
                      <a:pt x="3" y="0"/>
                    </a:lnTo>
                    <a:lnTo>
                      <a:pt x="50" y="0"/>
                    </a:lnTo>
                    <a:lnTo>
                      <a:pt x="52" y="0"/>
                    </a:lnTo>
                    <a:lnTo>
                      <a:pt x="53" y="4"/>
                    </a:lnTo>
                    <a:lnTo>
                      <a:pt x="53" y="10"/>
                    </a:lnTo>
                    <a:lnTo>
                      <a:pt x="52" y="4"/>
                    </a:lnTo>
                    <a:lnTo>
                      <a:pt x="51" y="3"/>
                    </a:lnTo>
                    <a:lnTo>
                      <a:pt x="3" y="3"/>
                    </a:lnTo>
                    <a:lnTo>
                      <a:pt x="1" y="4"/>
                    </a:lnTo>
                    <a:lnTo>
                      <a:pt x="0" y="4"/>
                    </a:lnTo>
                    <a:close/>
                  </a:path>
                </a:pathLst>
              </a:custGeom>
              <a:solidFill>
                <a:srgbClr val="808050"/>
              </a:solidFill>
              <a:ln>
                <a:noFill/>
                <a:round/>
              </a:ln>
            </p:spPr>
          </p:sp>
          <p:sp>
            <p:nvSpPr>
              <p:cNvPr id="52181" name=""/>
              <p:cNvSpPr/>
              <p:nvPr/>
            </p:nvSpPr>
            <p:spPr>
              <a:xfrm flipH="1">
                <a:off x="1410" y="1891"/>
                <a:ext cx="0" cy="4"/>
              </a:xfrm>
              <a:prstGeom prst="rect">
                <a:avLst/>
              </a:prstGeom>
              <a:solidFill>
                <a:srgbClr val="706040"/>
              </a:solidFill>
              <a:ln>
                <a:noFill/>
                <a:miter lim="800000"/>
              </a:ln>
            </p:spPr>
          </p:sp>
          <p:sp>
            <p:nvSpPr>
              <p:cNvPr id="52182" name=""/>
              <p:cNvSpPr/>
              <p:nvPr/>
            </p:nvSpPr>
            <p:spPr>
              <a:xfrm>
                <a:off x="1410" y="1889"/>
                <a:ext cx="2" cy="4"/>
              </a:xfrm>
              <a:custGeom>
                <a:pathLst>
                  <a:path w="5" h="9">
                    <a:moveTo>
                      <a:pt x="0" y="0"/>
                    </a:moveTo>
                    <a:lnTo>
                      <a:pt x="0" y="9"/>
                    </a:lnTo>
                    <a:lnTo>
                      <a:pt x="5" y="0"/>
                    </a:lnTo>
                    <a:lnTo>
                      <a:pt x="0" y="0"/>
                    </a:lnTo>
                    <a:close/>
                  </a:path>
                </a:pathLst>
              </a:custGeom>
              <a:solidFill>
                <a:srgbClr val="F0E0C0"/>
              </a:solidFill>
              <a:ln>
                <a:noFill/>
                <a:round/>
              </a:ln>
            </p:spPr>
          </p:sp>
          <p:sp>
            <p:nvSpPr>
              <p:cNvPr id="52183" name=""/>
              <p:cNvSpPr/>
              <p:nvPr/>
            </p:nvSpPr>
            <p:spPr>
              <a:xfrm>
                <a:off x="1418" y="1894"/>
                <a:ext cx="10" cy="2"/>
              </a:xfrm>
              <a:prstGeom prst="rect">
                <a:avLst/>
              </a:prstGeom>
              <a:solidFill>
                <a:srgbClr val="706040"/>
              </a:solidFill>
              <a:ln>
                <a:noFill/>
                <a:miter lim="800000"/>
              </a:ln>
            </p:spPr>
          </p:sp>
          <p:sp>
            <p:nvSpPr>
              <p:cNvPr id="52184" name=""/>
              <p:cNvSpPr/>
              <p:nvPr/>
            </p:nvSpPr>
            <p:spPr>
              <a:xfrm>
                <a:off x="1426" y="1893"/>
                <a:ext cx="2" cy="3"/>
              </a:xfrm>
              <a:prstGeom prst="rect">
                <a:avLst/>
              </a:prstGeom>
              <a:solidFill>
                <a:srgbClr val="706040"/>
              </a:solidFill>
              <a:ln>
                <a:noFill/>
                <a:miter lim="800000"/>
              </a:ln>
            </p:spPr>
          </p:sp>
          <p:sp>
            <p:nvSpPr>
              <p:cNvPr id="52185" name=""/>
              <p:cNvSpPr/>
              <p:nvPr/>
            </p:nvSpPr>
            <p:spPr>
              <a:xfrm>
                <a:off x="1426" y="1890"/>
                <a:ext cx="2" cy="4"/>
              </a:xfrm>
              <a:prstGeom prst="rect">
                <a:avLst/>
              </a:prstGeom>
              <a:solidFill>
                <a:srgbClr val="706040"/>
              </a:solidFill>
              <a:ln>
                <a:noFill/>
                <a:miter lim="800000"/>
              </a:ln>
            </p:spPr>
          </p:sp>
          <p:sp>
            <p:nvSpPr>
              <p:cNvPr id="52186" name=""/>
              <p:cNvSpPr/>
              <p:nvPr/>
            </p:nvSpPr>
            <p:spPr>
              <a:xfrm>
                <a:off x="1418" y="1890"/>
                <a:ext cx="10" cy="3"/>
              </a:xfrm>
              <a:prstGeom prst="rect">
                <a:avLst/>
              </a:prstGeom>
              <a:solidFill>
                <a:srgbClr val="706040"/>
              </a:solidFill>
              <a:ln>
                <a:noFill/>
                <a:miter lim="800000"/>
              </a:ln>
            </p:spPr>
          </p:sp>
          <p:sp>
            <p:nvSpPr>
              <p:cNvPr id="52187" name=""/>
              <p:cNvSpPr/>
              <p:nvPr/>
            </p:nvSpPr>
            <p:spPr>
              <a:xfrm>
                <a:off x="1429" y="1897"/>
                <a:ext cx="4" cy="3"/>
              </a:xfrm>
              <a:custGeom>
                <a:pathLst>
                  <a:path w="12" h="5">
                    <a:moveTo>
                      <a:pt x="0" y="0"/>
                    </a:moveTo>
                    <a:lnTo>
                      <a:pt x="12" y="0"/>
                    </a:lnTo>
                    <a:lnTo>
                      <a:pt x="0" y="5"/>
                    </a:lnTo>
                    <a:lnTo>
                      <a:pt x="0" y="0"/>
                    </a:lnTo>
                    <a:close/>
                  </a:path>
                </a:pathLst>
              </a:custGeom>
              <a:solidFill>
                <a:srgbClr val="F0E0C0"/>
              </a:solidFill>
              <a:ln>
                <a:noFill/>
                <a:round/>
              </a:ln>
            </p:spPr>
          </p:sp>
          <p:sp>
            <p:nvSpPr>
              <p:cNvPr id="52188" name=""/>
              <p:cNvSpPr/>
              <p:nvPr/>
            </p:nvSpPr>
            <p:spPr>
              <a:xfrm>
                <a:off x="1410" y="1871"/>
                <a:ext cx="18" cy="2"/>
              </a:xfrm>
              <a:prstGeom prst="rect">
                <a:avLst/>
              </a:prstGeom>
              <a:solidFill>
                <a:srgbClr val="706040"/>
              </a:solidFill>
              <a:ln>
                <a:noFill/>
                <a:miter lim="800000"/>
              </a:ln>
            </p:spPr>
          </p:sp>
          <p:sp>
            <p:nvSpPr>
              <p:cNvPr id="52189" name=""/>
              <p:cNvSpPr/>
              <p:nvPr/>
            </p:nvSpPr>
            <p:spPr>
              <a:xfrm>
                <a:off x="1427" y="1871"/>
                <a:ext cx="1" cy="5"/>
              </a:xfrm>
              <a:custGeom>
                <a:pathLst>
                  <a:path w="3" h="12">
                    <a:moveTo>
                      <a:pt x="0" y="0"/>
                    </a:moveTo>
                    <a:lnTo>
                      <a:pt x="3" y="11"/>
                    </a:lnTo>
                    <a:lnTo>
                      <a:pt x="0" y="12"/>
                    </a:lnTo>
                    <a:lnTo>
                      <a:pt x="0" y="1"/>
                    </a:lnTo>
                    <a:lnTo>
                      <a:pt x="0" y="0"/>
                    </a:lnTo>
                    <a:close/>
                  </a:path>
                </a:pathLst>
              </a:custGeom>
              <a:solidFill>
                <a:srgbClr val="706040"/>
              </a:solidFill>
              <a:ln>
                <a:noFill/>
                <a:round/>
              </a:ln>
            </p:spPr>
          </p:sp>
          <p:sp>
            <p:nvSpPr>
              <p:cNvPr id="52190" name=""/>
              <p:cNvSpPr/>
              <p:nvPr/>
            </p:nvSpPr>
            <p:spPr>
              <a:xfrm>
                <a:off x="1427" y="1879"/>
                <a:ext cx="1" cy="5"/>
              </a:xfrm>
              <a:prstGeom prst="rect">
                <a:avLst/>
              </a:prstGeom>
              <a:solidFill>
                <a:srgbClr val="706040"/>
              </a:solidFill>
              <a:ln>
                <a:noFill/>
                <a:miter lim="800000"/>
              </a:ln>
            </p:spPr>
          </p:sp>
          <p:sp>
            <p:nvSpPr>
              <p:cNvPr id="52191" name=""/>
              <p:cNvSpPr/>
              <p:nvPr/>
            </p:nvSpPr>
            <p:spPr>
              <a:xfrm>
                <a:off x="1410" y="1882"/>
                <a:ext cx="18" cy="2"/>
              </a:xfrm>
              <a:prstGeom prst="rect">
                <a:avLst/>
              </a:prstGeom>
              <a:solidFill>
                <a:srgbClr val="E0E0B0"/>
              </a:solidFill>
              <a:ln>
                <a:noFill/>
                <a:miter lim="800000"/>
              </a:ln>
            </p:spPr>
          </p:sp>
          <p:sp>
            <p:nvSpPr>
              <p:cNvPr id="52192" name=""/>
              <p:cNvSpPr/>
              <p:nvPr/>
            </p:nvSpPr>
            <p:spPr>
              <a:xfrm>
                <a:off x="1401" y="1875"/>
                <a:ext cx="2" cy="5"/>
              </a:xfrm>
              <a:custGeom>
                <a:pathLst>
                  <a:path w="4" h="11">
                    <a:moveTo>
                      <a:pt x="3" y="0"/>
                    </a:moveTo>
                    <a:lnTo>
                      <a:pt x="0" y="10"/>
                    </a:lnTo>
                    <a:lnTo>
                      <a:pt x="3" y="11"/>
                    </a:lnTo>
                    <a:lnTo>
                      <a:pt x="4" y="11"/>
                    </a:lnTo>
                    <a:lnTo>
                      <a:pt x="3" y="7"/>
                    </a:lnTo>
                    <a:lnTo>
                      <a:pt x="1" y="6"/>
                    </a:lnTo>
                    <a:lnTo>
                      <a:pt x="1" y="3"/>
                    </a:lnTo>
                    <a:lnTo>
                      <a:pt x="3" y="0"/>
                    </a:lnTo>
                    <a:close/>
                  </a:path>
                </a:pathLst>
              </a:custGeom>
              <a:solidFill>
                <a:srgbClr val="F0E0C0"/>
              </a:solidFill>
              <a:ln>
                <a:noFill/>
                <a:round/>
              </a:ln>
            </p:spPr>
          </p:sp>
          <p:sp>
            <p:nvSpPr>
              <p:cNvPr id="52193" name=""/>
              <p:cNvSpPr/>
              <p:nvPr/>
            </p:nvSpPr>
            <p:spPr>
              <a:xfrm>
                <a:off x="1412" y="1926"/>
                <a:ext cx="5" cy="2"/>
              </a:xfrm>
              <a:prstGeom prst="rect">
                <a:avLst/>
              </a:prstGeom>
              <a:solidFill>
                <a:srgbClr val="F0E0C0"/>
              </a:solidFill>
              <a:ln>
                <a:noFill/>
                <a:miter lim="800000"/>
              </a:ln>
            </p:spPr>
          </p:sp>
          <p:sp>
            <p:nvSpPr>
              <p:cNvPr id="52194" name=""/>
              <p:cNvSpPr/>
              <p:nvPr/>
            </p:nvSpPr>
            <p:spPr>
              <a:xfrm>
                <a:off x="1412" y="1913"/>
                <a:ext cx="30" cy="3"/>
              </a:xfrm>
              <a:prstGeom prst="rect">
                <a:avLst/>
              </a:prstGeom>
              <a:solidFill>
                <a:srgbClr val="706040"/>
              </a:solidFill>
              <a:ln>
                <a:noFill/>
                <a:miter lim="800000"/>
              </a:ln>
            </p:spPr>
          </p:sp>
          <p:sp>
            <p:nvSpPr>
              <p:cNvPr id="52195" name=""/>
              <p:cNvSpPr/>
              <p:nvPr/>
            </p:nvSpPr>
            <p:spPr>
              <a:xfrm>
                <a:off x="1412" y="1914"/>
                <a:ext cx="1" cy="14"/>
              </a:xfrm>
              <a:prstGeom prst="rect">
                <a:avLst/>
              </a:prstGeom>
              <a:solidFill>
                <a:srgbClr val="706040"/>
              </a:solidFill>
              <a:ln>
                <a:noFill/>
                <a:miter lim="800000"/>
              </a:ln>
            </p:spPr>
          </p:sp>
          <p:sp>
            <p:nvSpPr>
              <p:cNvPr id="52196" name=""/>
              <p:cNvSpPr/>
              <p:nvPr/>
            </p:nvSpPr>
            <p:spPr>
              <a:xfrm>
                <a:off x="1412" y="1921"/>
                <a:ext cx="30" cy="3"/>
              </a:xfrm>
              <a:prstGeom prst="rect">
                <a:avLst/>
              </a:prstGeom>
              <a:solidFill>
                <a:srgbClr val="706040"/>
              </a:solidFill>
              <a:ln>
                <a:noFill/>
                <a:miter lim="800000"/>
              </a:ln>
            </p:spPr>
          </p:sp>
          <p:sp>
            <p:nvSpPr>
              <p:cNvPr id="52197" name=""/>
              <p:cNvSpPr/>
              <p:nvPr/>
            </p:nvSpPr>
            <p:spPr>
              <a:xfrm>
                <a:off x="1393" y="1938"/>
                <a:ext cx="56" cy="13"/>
              </a:xfrm>
              <a:prstGeom prst="rect">
                <a:avLst/>
              </a:prstGeom>
              <a:solidFill>
                <a:srgbClr val="D0C0A0"/>
              </a:solidFill>
              <a:ln>
                <a:noFill/>
                <a:miter lim="800000"/>
              </a:ln>
            </p:spPr>
          </p:sp>
          <p:sp>
            <p:nvSpPr>
              <p:cNvPr id="52198" name=""/>
              <p:cNvSpPr/>
              <p:nvPr/>
            </p:nvSpPr>
            <p:spPr>
              <a:xfrm>
                <a:off x="1401" y="1939"/>
                <a:ext cx="40" cy="10"/>
              </a:xfrm>
              <a:custGeom>
                <a:pathLst>
                  <a:path w="119" h="20">
                    <a:moveTo>
                      <a:pt x="2" y="20"/>
                    </a:moveTo>
                    <a:lnTo>
                      <a:pt x="117" y="20"/>
                    </a:lnTo>
                    <a:lnTo>
                      <a:pt x="118" y="20"/>
                    </a:lnTo>
                    <a:lnTo>
                      <a:pt x="118" y="17"/>
                    </a:lnTo>
                    <a:lnTo>
                      <a:pt x="119" y="6"/>
                    </a:lnTo>
                    <a:lnTo>
                      <a:pt x="118" y="2"/>
                    </a:lnTo>
                    <a:lnTo>
                      <a:pt x="117" y="1"/>
                    </a:lnTo>
                    <a:lnTo>
                      <a:pt x="2" y="0"/>
                    </a:lnTo>
                    <a:lnTo>
                      <a:pt x="1" y="1"/>
                    </a:lnTo>
                    <a:lnTo>
                      <a:pt x="0" y="3"/>
                    </a:lnTo>
                    <a:lnTo>
                      <a:pt x="0" y="16"/>
                    </a:lnTo>
                    <a:lnTo>
                      <a:pt x="1" y="19"/>
                    </a:lnTo>
                    <a:lnTo>
                      <a:pt x="2" y="20"/>
                    </a:lnTo>
                    <a:close/>
                  </a:path>
                </a:pathLst>
              </a:custGeom>
              <a:solidFill>
                <a:srgbClr val="404040"/>
              </a:solidFill>
              <a:ln>
                <a:noFill/>
                <a:round/>
              </a:ln>
            </p:spPr>
          </p:sp>
          <p:sp>
            <p:nvSpPr>
              <p:cNvPr id="52199" name=""/>
              <p:cNvSpPr/>
              <p:nvPr/>
            </p:nvSpPr>
            <p:spPr>
              <a:xfrm>
                <a:off x="1419" y="1849"/>
                <a:ext cx="3" cy="2"/>
              </a:xfrm>
              <a:custGeom>
                <a:pathLst>
                  <a:path w="7" h="5">
                    <a:moveTo>
                      <a:pt x="4" y="0"/>
                    </a:moveTo>
                    <a:lnTo>
                      <a:pt x="7" y="0"/>
                    </a:lnTo>
                    <a:lnTo>
                      <a:pt x="7" y="5"/>
                    </a:lnTo>
                    <a:lnTo>
                      <a:pt x="0" y="5"/>
                    </a:lnTo>
                    <a:lnTo>
                      <a:pt x="4" y="0"/>
                    </a:lnTo>
                    <a:close/>
                  </a:path>
                </a:pathLst>
              </a:custGeom>
              <a:solidFill>
                <a:srgbClr val="C0C080"/>
              </a:solidFill>
              <a:ln>
                <a:noFill/>
                <a:round/>
              </a:ln>
            </p:spPr>
          </p:sp>
          <p:sp>
            <p:nvSpPr>
              <p:cNvPr id="52200" name=""/>
              <p:cNvSpPr/>
              <p:nvPr/>
            </p:nvSpPr>
            <p:spPr>
              <a:xfrm>
                <a:off x="1419" y="1849"/>
                <a:ext cx="1" cy="1"/>
              </a:xfrm>
              <a:custGeom>
                <a:pathLst>
                  <a:path w="3" h="1">
                    <a:moveTo>
                      <a:pt x="2" y="0"/>
                    </a:moveTo>
                    <a:lnTo>
                      <a:pt x="3" y="0"/>
                    </a:lnTo>
                    <a:lnTo>
                      <a:pt x="3" y="1"/>
                    </a:lnTo>
                    <a:lnTo>
                      <a:pt x="0" y="1"/>
                    </a:lnTo>
                    <a:lnTo>
                      <a:pt x="2" y="0"/>
                    </a:lnTo>
                  </a:path>
                </a:pathLst>
              </a:custGeom>
              <a:noFill/>
              <a:ln w="4763">
                <a:solidFill>
                  <a:srgbClr val="000000"/>
                </a:solidFill>
                <a:prstDash val="solid"/>
                <a:round/>
              </a:ln>
            </p:spPr>
          </p:sp>
          <p:sp>
            <p:nvSpPr>
              <p:cNvPr id="52201" name=""/>
              <p:cNvSpPr/>
              <p:nvPr/>
            </p:nvSpPr>
            <p:spPr>
              <a:xfrm>
                <a:off x="1398" y="1844"/>
                <a:ext cx="47" cy="13"/>
              </a:xfrm>
              <a:custGeom>
                <a:pathLst>
                  <a:path w="140" h="25">
                    <a:moveTo>
                      <a:pt x="10" y="0"/>
                    </a:moveTo>
                    <a:lnTo>
                      <a:pt x="130" y="0"/>
                    </a:lnTo>
                    <a:lnTo>
                      <a:pt x="133" y="2"/>
                    </a:lnTo>
                    <a:lnTo>
                      <a:pt x="134" y="2"/>
                    </a:lnTo>
                    <a:lnTo>
                      <a:pt x="136" y="4"/>
                    </a:lnTo>
                    <a:lnTo>
                      <a:pt x="137" y="5"/>
                    </a:lnTo>
                    <a:lnTo>
                      <a:pt x="138" y="8"/>
                    </a:lnTo>
                    <a:lnTo>
                      <a:pt x="140" y="9"/>
                    </a:lnTo>
                    <a:lnTo>
                      <a:pt x="140" y="11"/>
                    </a:lnTo>
                    <a:lnTo>
                      <a:pt x="140" y="15"/>
                    </a:lnTo>
                    <a:lnTo>
                      <a:pt x="140" y="17"/>
                    </a:lnTo>
                    <a:lnTo>
                      <a:pt x="138" y="18"/>
                    </a:lnTo>
                    <a:lnTo>
                      <a:pt x="137" y="20"/>
                    </a:lnTo>
                    <a:lnTo>
                      <a:pt x="136" y="23"/>
                    </a:lnTo>
                    <a:lnTo>
                      <a:pt x="134" y="24"/>
                    </a:lnTo>
                    <a:lnTo>
                      <a:pt x="133" y="25"/>
                    </a:lnTo>
                    <a:lnTo>
                      <a:pt x="130" y="25"/>
                    </a:lnTo>
                    <a:lnTo>
                      <a:pt x="129" y="25"/>
                    </a:lnTo>
                    <a:lnTo>
                      <a:pt x="10" y="25"/>
                    </a:lnTo>
                    <a:lnTo>
                      <a:pt x="9" y="25"/>
                    </a:lnTo>
                    <a:lnTo>
                      <a:pt x="6" y="25"/>
                    </a:lnTo>
                    <a:lnTo>
                      <a:pt x="4" y="24"/>
                    </a:lnTo>
                    <a:lnTo>
                      <a:pt x="3" y="23"/>
                    </a:lnTo>
                    <a:lnTo>
                      <a:pt x="1" y="19"/>
                    </a:lnTo>
                    <a:lnTo>
                      <a:pt x="0" y="17"/>
                    </a:lnTo>
                    <a:lnTo>
                      <a:pt x="0" y="16"/>
                    </a:lnTo>
                    <a:lnTo>
                      <a:pt x="0" y="15"/>
                    </a:lnTo>
                    <a:lnTo>
                      <a:pt x="0" y="11"/>
                    </a:lnTo>
                    <a:lnTo>
                      <a:pt x="0" y="10"/>
                    </a:lnTo>
                    <a:lnTo>
                      <a:pt x="0" y="9"/>
                    </a:lnTo>
                    <a:lnTo>
                      <a:pt x="1" y="6"/>
                    </a:lnTo>
                    <a:lnTo>
                      <a:pt x="2" y="4"/>
                    </a:lnTo>
                    <a:lnTo>
                      <a:pt x="4" y="2"/>
                    </a:lnTo>
                    <a:lnTo>
                      <a:pt x="6" y="2"/>
                    </a:lnTo>
                    <a:lnTo>
                      <a:pt x="10" y="0"/>
                    </a:lnTo>
                    <a:close/>
                  </a:path>
                </a:pathLst>
              </a:custGeom>
              <a:solidFill>
                <a:srgbClr val="F0E0C0"/>
              </a:solidFill>
              <a:ln>
                <a:noFill/>
                <a:round/>
              </a:ln>
            </p:spPr>
          </p:sp>
          <p:sp>
            <p:nvSpPr>
              <p:cNvPr id="52202" name=""/>
              <p:cNvSpPr/>
              <p:nvPr/>
            </p:nvSpPr>
            <p:spPr>
              <a:xfrm>
                <a:off x="1398" y="1844"/>
                <a:ext cx="46" cy="11"/>
              </a:xfrm>
              <a:custGeom>
                <a:pathLst>
                  <a:path w="136" h="22">
                    <a:moveTo>
                      <a:pt x="10" y="0"/>
                    </a:moveTo>
                    <a:lnTo>
                      <a:pt x="128" y="0"/>
                    </a:lnTo>
                    <a:lnTo>
                      <a:pt x="130" y="2"/>
                    </a:lnTo>
                    <a:lnTo>
                      <a:pt x="130" y="2"/>
                    </a:lnTo>
                    <a:lnTo>
                      <a:pt x="133" y="3"/>
                    </a:lnTo>
                    <a:lnTo>
                      <a:pt x="134" y="4"/>
                    </a:lnTo>
                    <a:lnTo>
                      <a:pt x="135" y="6"/>
                    </a:lnTo>
                    <a:lnTo>
                      <a:pt x="136" y="8"/>
                    </a:lnTo>
                    <a:lnTo>
                      <a:pt x="136" y="9"/>
                    </a:lnTo>
                    <a:lnTo>
                      <a:pt x="136" y="13"/>
                    </a:lnTo>
                    <a:lnTo>
                      <a:pt x="136" y="15"/>
                    </a:lnTo>
                    <a:lnTo>
                      <a:pt x="135" y="16"/>
                    </a:lnTo>
                    <a:lnTo>
                      <a:pt x="134" y="18"/>
                    </a:lnTo>
                    <a:lnTo>
                      <a:pt x="133" y="19"/>
                    </a:lnTo>
                    <a:lnTo>
                      <a:pt x="130" y="20"/>
                    </a:lnTo>
                    <a:lnTo>
                      <a:pt x="130" y="22"/>
                    </a:lnTo>
                    <a:lnTo>
                      <a:pt x="128" y="22"/>
                    </a:lnTo>
                    <a:lnTo>
                      <a:pt x="10" y="22"/>
                    </a:lnTo>
                    <a:lnTo>
                      <a:pt x="8" y="22"/>
                    </a:lnTo>
                    <a:lnTo>
                      <a:pt x="5" y="22"/>
                    </a:lnTo>
                    <a:lnTo>
                      <a:pt x="4" y="20"/>
                    </a:lnTo>
                    <a:lnTo>
                      <a:pt x="3" y="19"/>
                    </a:lnTo>
                    <a:lnTo>
                      <a:pt x="1" y="17"/>
                    </a:lnTo>
                    <a:lnTo>
                      <a:pt x="0" y="15"/>
                    </a:lnTo>
                    <a:lnTo>
                      <a:pt x="0" y="13"/>
                    </a:lnTo>
                    <a:lnTo>
                      <a:pt x="0" y="9"/>
                    </a:lnTo>
                    <a:lnTo>
                      <a:pt x="0" y="9"/>
                    </a:lnTo>
                    <a:lnTo>
                      <a:pt x="0" y="8"/>
                    </a:lnTo>
                    <a:lnTo>
                      <a:pt x="1" y="5"/>
                    </a:lnTo>
                    <a:lnTo>
                      <a:pt x="2" y="3"/>
                    </a:lnTo>
                    <a:lnTo>
                      <a:pt x="4" y="2"/>
                    </a:lnTo>
                    <a:lnTo>
                      <a:pt x="5" y="2"/>
                    </a:lnTo>
                    <a:lnTo>
                      <a:pt x="10" y="0"/>
                    </a:lnTo>
                  </a:path>
                </a:pathLst>
              </a:custGeom>
              <a:noFill/>
              <a:ln w="4763">
                <a:solidFill>
                  <a:srgbClr val="808060"/>
                </a:solidFill>
                <a:prstDash val="solid"/>
                <a:round/>
              </a:ln>
            </p:spPr>
          </p:sp>
          <p:sp>
            <p:nvSpPr>
              <p:cNvPr id="52203" name=""/>
              <p:cNvSpPr/>
              <p:nvPr/>
            </p:nvSpPr>
            <p:spPr>
              <a:xfrm>
                <a:off x="1399" y="1845"/>
                <a:ext cx="26" cy="11"/>
              </a:xfrm>
              <a:custGeom>
                <a:pathLst>
                  <a:path w="78" h="22">
                    <a:moveTo>
                      <a:pt x="12" y="0"/>
                    </a:moveTo>
                    <a:lnTo>
                      <a:pt x="65" y="0"/>
                    </a:lnTo>
                    <a:lnTo>
                      <a:pt x="67" y="0"/>
                    </a:lnTo>
                    <a:lnTo>
                      <a:pt x="71" y="1"/>
                    </a:lnTo>
                    <a:lnTo>
                      <a:pt x="73" y="1"/>
                    </a:lnTo>
                    <a:lnTo>
                      <a:pt x="74" y="2"/>
                    </a:lnTo>
                    <a:lnTo>
                      <a:pt x="77" y="3"/>
                    </a:lnTo>
                    <a:lnTo>
                      <a:pt x="77" y="4"/>
                    </a:lnTo>
                    <a:lnTo>
                      <a:pt x="78" y="6"/>
                    </a:lnTo>
                    <a:lnTo>
                      <a:pt x="78" y="7"/>
                    </a:lnTo>
                    <a:lnTo>
                      <a:pt x="78" y="8"/>
                    </a:lnTo>
                    <a:lnTo>
                      <a:pt x="78" y="14"/>
                    </a:lnTo>
                    <a:lnTo>
                      <a:pt x="78" y="16"/>
                    </a:lnTo>
                    <a:lnTo>
                      <a:pt x="77" y="18"/>
                    </a:lnTo>
                    <a:lnTo>
                      <a:pt x="75" y="20"/>
                    </a:lnTo>
                    <a:lnTo>
                      <a:pt x="73" y="21"/>
                    </a:lnTo>
                    <a:lnTo>
                      <a:pt x="71" y="22"/>
                    </a:lnTo>
                    <a:lnTo>
                      <a:pt x="66" y="22"/>
                    </a:lnTo>
                    <a:lnTo>
                      <a:pt x="65" y="22"/>
                    </a:lnTo>
                    <a:lnTo>
                      <a:pt x="12" y="22"/>
                    </a:lnTo>
                    <a:lnTo>
                      <a:pt x="10" y="22"/>
                    </a:lnTo>
                    <a:lnTo>
                      <a:pt x="8" y="22"/>
                    </a:lnTo>
                    <a:lnTo>
                      <a:pt x="5" y="21"/>
                    </a:lnTo>
                    <a:lnTo>
                      <a:pt x="3" y="20"/>
                    </a:lnTo>
                    <a:lnTo>
                      <a:pt x="2" y="18"/>
                    </a:lnTo>
                    <a:lnTo>
                      <a:pt x="1" y="16"/>
                    </a:lnTo>
                    <a:lnTo>
                      <a:pt x="0" y="15"/>
                    </a:lnTo>
                    <a:lnTo>
                      <a:pt x="0" y="14"/>
                    </a:lnTo>
                    <a:lnTo>
                      <a:pt x="0" y="8"/>
                    </a:lnTo>
                    <a:lnTo>
                      <a:pt x="0" y="7"/>
                    </a:lnTo>
                    <a:lnTo>
                      <a:pt x="1" y="6"/>
                    </a:lnTo>
                    <a:lnTo>
                      <a:pt x="1" y="4"/>
                    </a:lnTo>
                    <a:lnTo>
                      <a:pt x="1" y="3"/>
                    </a:lnTo>
                    <a:lnTo>
                      <a:pt x="2" y="3"/>
                    </a:lnTo>
                    <a:lnTo>
                      <a:pt x="3" y="2"/>
                    </a:lnTo>
                    <a:lnTo>
                      <a:pt x="4" y="1"/>
                    </a:lnTo>
                    <a:lnTo>
                      <a:pt x="8" y="0"/>
                    </a:lnTo>
                    <a:lnTo>
                      <a:pt x="12" y="0"/>
                    </a:lnTo>
                    <a:close/>
                  </a:path>
                </a:pathLst>
              </a:custGeom>
              <a:solidFill>
                <a:srgbClr val="F0E0C0"/>
              </a:solidFill>
              <a:ln>
                <a:noFill/>
                <a:round/>
              </a:ln>
            </p:spPr>
          </p:sp>
          <p:sp>
            <p:nvSpPr>
              <p:cNvPr id="52204" name=""/>
              <p:cNvSpPr/>
              <p:nvPr/>
            </p:nvSpPr>
            <p:spPr>
              <a:xfrm>
                <a:off x="1399" y="1845"/>
                <a:ext cx="24" cy="9"/>
              </a:xfrm>
              <a:custGeom>
                <a:pathLst>
                  <a:path w="73" h="17">
                    <a:moveTo>
                      <a:pt x="11" y="0"/>
                    </a:moveTo>
                    <a:lnTo>
                      <a:pt x="62" y="0"/>
                    </a:lnTo>
                    <a:lnTo>
                      <a:pt x="64" y="0"/>
                    </a:lnTo>
                    <a:lnTo>
                      <a:pt x="67" y="1"/>
                    </a:lnTo>
                    <a:lnTo>
                      <a:pt x="69" y="1"/>
                    </a:lnTo>
                    <a:lnTo>
                      <a:pt x="70" y="2"/>
                    </a:lnTo>
                    <a:lnTo>
                      <a:pt x="72" y="3"/>
                    </a:lnTo>
                    <a:lnTo>
                      <a:pt x="72" y="3"/>
                    </a:lnTo>
                    <a:lnTo>
                      <a:pt x="73" y="4"/>
                    </a:lnTo>
                    <a:lnTo>
                      <a:pt x="73" y="6"/>
                    </a:lnTo>
                    <a:lnTo>
                      <a:pt x="73" y="7"/>
                    </a:lnTo>
                    <a:lnTo>
                      <a:pt x="73" y="10"/>
                    </a:lnTo>
                    <a:lnTo>
                      <a:pt x="73" y="13"/>
                    </a:lnTo>
                    <a:lnTo>
                      <a:pt x="72" y="15"/>
                    </a:lnTo>
                    <a:lnTo>
                      <a:pt x="71" y="15"/>
                    </a:lnTo>
                    <a:lnTo>
                      <a:pt x="69" y="16"/>
                    </a:lnTo>
                    <a:lnTo>
                      <a:pt x="67" y="17"/>
                    </a:lnTo>
                    <a:lnTo>
                      <a:pt x="63" y="17"/>
                    </a:lnTo>
                    <a:lnTo>
                      <a:pt x="11" y="17"/>
                    </a:lnTo>
                    <a:lnTo>
                      <a:pt x="9" y="17"/>
                    </a:lnTo>
                    <a:lnTo>
                      <a:pt x="7" y="17"/>
                    </a:lnTo>
                    <a:lnTo>
                      <a:pt x="5" y="16"/>
                    </a:lnTo>
                    <a:lnTo>
                      <a:pt x="3" y="15"/>
                    </a:lnTo>
                    <a:lnTo>
                      <a:pt x="2" y="15"/>
                    </a:lnTo>
                    <a:lnTo>
                      <a:pt x="1" y="13"/>
                    </a:lnTo>
                    <a:lnTo>
                      <a:pt x="0" y="11"/>
                    </a:lnTo>
                    <a:lnTo>
                      <a:pt x="0" y="7"/>
                    </a:lnTo>
                    <a:lnTo>
                      <a:pt x="0" y="6"/>
                    </a:lnTo>
                    <a:lnTo>
                      <a:pt x="1" y="4"/>
                    </a:lnTo>
                    <a:lnTo>
                      <a:pt x="1" y="3"/>
                    </a:lnTo>
                    <a:lnTo>
                      <a:pt x="1" y="3"/>
                    </a:lnTo>
                    <a:lnTo>
                      <a:pt x="2" y="3"/>
                    </a:lnTo>
                    <a:lnTo>
                      <a:pt x="3" y="2"/>
                    </a:lnTo>
                    <a:lnTo>
                      <a:pt x="4" y="1"/>
                    </a:lnTo>
                    <a:lnTo>
                      <a:pt x="11" y="0"/>
                    </a:lnTo>
                  </a:path>
                </a:pathLst>
              </a:custGeom>
              <a:noFill/>
              <a:ln w="4763">
                <a:solidFill>
                  <a:srgbClr val="C0C0C0"/>
                </a:solidFill>
                <a:prstDash val="solid"/>
                <a:round/>
              </a:ln>
            </p:spPr>
          </p:sp>
          <p:sp>
            <p:nvSpPr>
              <p:cNvPr id="52205" name=""/>
              <p:cNvSpPr/>
              <p:nvPr/>
            </p:nvSpPr>
            <p:spPr>
              <a:xfrm>
                <a:off x="1419" y="1848"/>
                <a:ext cx="3" cy="3"/>
              </a:xfrm>
              <a:custGeom>
                <a:pathLst>
                  <a:path w="7" h="7">
                    <a:moveTo>
                      <a:pt x="2" y="0"/>
                    </a:moveTo>
                    <a:lnTo>
                      <a:pt x="5" y="0"/>
                    </a:lnTo>
                    <a:lnTo>
                      <a:pt x="7" y="0"/>
                    </a:lnTo>
                    <a:lnTo>
                      <a:pt x="7" y="2"/>
                    </a:lnTo>
                    <a:lnTo>
                      <a:pt x="4" y="5"/>
                    </a:lnTo>
                    <a:lnTo>
                      <a:pt x="4" y="7"/>
                    </a:lnTo>
                    <a:lnTo>
                      <a:pt x="2" y="7"/>
                    </a:lnTo>
                    <a:lnTo>
                      <a:pt x="0" y="7"/>
                    </a:lnTo>
                    <a:lnTo>
                      <a:pt x="0" y="5"/>
                    </a:lnTo>
                    <a:lnTo>
                      <a:pt x="1" y="2"/>
                    </a:lnTo>
                    <a:lnTo>
                      <a:pt x="1" y="0"/>
                    </a:lnTo>
                    <a:lnTo>
                      <a:pt x="2" y="0"/>
                    </a:lnTo>
                    <a:lnTo>
                      <a:pt x="2" y="5"/>
                    </a:lnTo>
                    <a:lnTo>
                      <a:pt x="1" y="5"/>
                    </a:lnTo>
                    <a:lnTo>
                      <a:pt x="2" y="2"/>
                    </a:lnTo>
                    <a:lnTo>
                      <a:pt x="4" y="2"/>
                    </a:lnTo>
                    <a:lnTo>
                      <a:pt x="2" y="5"/>
                    </a:lnTo>
                    <a:lnTo>
                      <a:pt x="2" y="0"/>
                    </a:lnTo>
                    <a:close/>
                  </a:path>
                </a:pathLst>
              </a:custGeom>
              <a:solidFill>
                <a:srgbClr val="C0C080"/>
              </a:solidFill>
              <a:ln>
                <a:noFill/>
                <a:round/>
              </a:ln>
            </p:spPr>
          </p:sp>
          <p:sp>
            <p:nvSpPr>
              <p:cNvPr id="52206" name=""/>
              <p:cNvSpPr/>
              <p:nvPr/>
            </p:nvSpPr>
            <p:spPr>
              <a:xfrm>
                <a:off x="1400" y="1850"/>
                <a:ext cx="22" cy="2"/>
              </a:xfrm>
              <a:custGeom>
                <a:pathLst>
                  <a:path w="64" h="5">
                    <a:moveTo>
                      <a:pt x="0" y="0"/>
                    </a:moveTo>
                    <a:lnTo>
                      <a:pt x="64" y="0"/>
                    </a:lnTo>
                    <a:lnTo>
                      <a:pt x="62" y="5"/>
                    </a:lnTo>
                    <a:lnTo>
                      <a:pt x="0" y="5"/>
                    </a:lnTo>
                    <a:lnTo>
                      <a:pt x="0" y="0"/>
                    </a:lnTo>
                    <a:close/>
                  </a:path>
                </a:pathLst>
              </a:custGeom>
              <a:solidFill>
                <a:srgbClr val="FF6000"/>
              </a:solidFill>
              <a:ln>
                <a:noFill/>
                <a:round/>
              </a:ln>
            </p:spPr>
          </p:sp>
          <p:sp>
            <p:nvSpPr>
              <p:cNvPr id="52207" name=""/>
              <p:cNvSpPr/>
              <p:nvPr/>
            </p:nvSpPr>
            <p:spPr>
              <a:xfrm>
                <a:off x="1417" y="1848"/>
                <a:ext cx="3" cy="3"/>
              </a:xfrm>
              <a:custGeom>
                <a:pathLst>
                  <a:path w="9" h="7">
                    <a:moveTo>
                      <a:pt x="0" y="7"/>
                    </a:moveTo>
                    <a:lnTo>
                      <a:pt x="5" y="0"/>
                    </a:lnTo>
                    <a:lnTo>
                      <a:pt x="9" y="0"/>
                    </a:lnTo>
                    <a:lnTo>
                      <a:pt x="8" y="7"/>
                    </a:lnTo>
                    <a:lnTo>
                      <a:pt x="5" y="7"/>
                    </a:lnTo>
                    <a:lnTo>
                      <a:pt x="5" y="5"/>
                    </a:lnTo>
                    <a:lnTo>
                      <a:pt x="4" y="5"/>
                    </a:lnTo>
                    <a:lnTo>
                      <a:pt x="5" y="3"/>
                    </a:lnTo>
                    <a:lnTo>
                      <a:pt x="5" y="2"/>
                    </a:lnTo>
                    <a:lnTo>
                      <a:pt x="3" y="7"/>
                    </a:lnTo>
                    <a:lnTo>
                      <a:pt x="0" y="7"/>
                    </a:lnTo>
                    <a:close/>
                  </a:path>
                </a:pathLst>
              </a:custGeom>
              <a:solidFill>
                <a:srgbClr val="C0C080"/>
              </a:solidFill>
              <a:ln>
                <a:noFill/>
                <a:round/>
              </a:ln>
            </p:spPr>
          </p:sp>
          <p:sp>
            <p:nvSpPr>
              <p:cNvPr id="52208" name=""/>
              <p:cNvSpPr/>
              <p:nvPr/>
            </p:nvSpPr>
            <p:spPr>
              <a:xfrm>
                <a:off x="1416" y="1848"/>
                <a:ext cx="3" cy="3"/>
              </a:xfrm>
              <a:custGeom>
                <a:pathLst>
                  <a:path w="8" h="7">
                    <a:moveTo>
                      <a:pt x="0" y="7"/>
                    </a:moveTo>
                    <a:lnTo>
                      <a:pt x="3" y="2"/>
                    </a:lnTo>
                    <a:lnTo>
                      <a:pt x="4" y="0"/>
                    </a:lnTo>
                    <a:lnTo>
                      <a:pt x="8" y="0"/>
                    </a:lnTo>
                    <a:lnTo>
                      <a:pt x="8" y="2"/>
                    </a:lnTo>
                    <a:lnTo>
                      <a:pt x="8" y="3"/>
                    </a:lnTo>
                    <a:lnTo>
                      <a:pt x="6" y="3"/>
                    </a:lnTo>
                    <a:lnTo>
                      <a:pt x="6" y="5"/>
                    </a:lnTo>
                    <a:lnTo>
                      <a:pt x="4" y="5"/>
                    </a:lnTo>
                    <a:lnTo>
                      <a:pt x="3" y="5"/>
                    </a:lnTo>
                    <a:lnTo>
                      <a:pt x="4" y="3"/>
                    </a:lnTo>
                    <a:lnTo>
                      <a:pt x="6" y="2"/>
                    </a:lnTo>
                    <a:lnTo>
                      <a:pt x="4" y="2"/>
                    </a:lnTo>
                    <a:lnTo>
                      <a:pt x="1" y="7"/>
                    </a:lnTo>
                    <a:lnTo>
                      <a:pt x="0" y="7"/>
                    </a:lnTo>
                    <a:close/>
                  </a:path>
                </a:pathLst>
              </a:custGeom>
              <a:solidFill>
                <a:srgbClr val="C0C080"/>
              </a:solidFill>
              <a:ln>
                <a:noFill/>
                <a:round/>
              </a:ln>
            </p:spPr>
          </p:sp>
          <p:sp>
            <p:nvSpPr>
              <p:cNvPr id="52209" name=""/>
              <p:cNvSpPr/>
              <p:nvPr/>
            </p:nvSpPr>
            <p:spPr>
              <a:xfrm>
                <a:off x="1414" y="1848"/>
                <a:ext cx="3" cy="3"/>
              </a:xfrm>
              <a:custGeom>
                <a:pathLst>
                  <a:path w="9" h="7">
                    <a:moveTo>
                      <a:pt x="0" y="7"/>
                    </a:moveTo>
                    <a:lnTo>
                      <a:pt x="2" y="2"/>
                    </a:lnTo>
                    <a:lnTo>
                      <a:pt x="3" y="0"/>
                    </a:lnTo>
                    <a:lnTo>
                      <a:pt x="8" y="0"/>
                    </a:lnTo>
                    <a:lnTo>
                      <a:pt x="9" y="0"/>
                    </a:lnTo>
                    <a:lnTo>
                      <a:pt x="9" y="2"/>
                    </a:lnTo>
                    <a:lnTo>
                      <a:pt x="7" y="7"/>
                    </a:lnTo>
                    <a:lnTo>
                      <a:pt x="5" y="7"/>
                    </a:lnTo>
                    <a:lnTo>
                      <a:pt x="8" y="2"/>
                    </a:lnTo>
                    <a:lnTo>
                      <a:pt x="7" y="2"/>
                    </a:lnTo>
                    <a:lnTo>
                      <a:pt x="3" y="7"/>
                    </a:lnTo>
                    <a:lnTo>
                      <a:pt x="2" y="7"/>
                    </a:lnTo>
                    <a:lnTo>
                      <a:pt x="5" y="2"/>
                    </a:lnTo>
                    <a:lnTo>
                      <a:pt x="3" y="2"/>
                    </a:lnTo>
                    <a:lnTo>
                      <a:pt x="1" y="7"/>
                    </a:lnTo>
                    <a:lnTo>
                      <a:pt x="0" y="7"/>
                    </a:lnTo>
                    <a:close/>
                  </a:path>
                </a:pathLst>
              </a:custGeom>
              <a:solidFill>
                <a:srgbClr val="C0C080"/>
              </a:solidFill>
              <a:ln>
                <a:noFill/>
                <a:round/>
              </a:ln>
            </p:spPr>
          </p:sp>
          <p:sp>
            <p:nvSpPr>
              <p:cNvPr id="52210" name=""/>
              <p:cNvSpPr/>
              <p:nvPr/>
            </p:nvSpPr>
            <p:spPr>
              <a:xfrm>
                <a:off x="1413" y="1848"/>
                <a:ext cx="2" cy="3"/>
              </a:xfrm>
              <a:custGeom>
                <a:pathLst>
                  <a:path w="7" h="7">
                    <a:moveTo>
                      <a:pt x="2" y="0"/>
                    </a:moveTo>
                    <a:lnTo>
                      <a:pt x="6" y="0"/>
                    </a:lnTo>
                    <a:lnTo>
                      <a:pt x="7" y="0"/>
                    </a:lnTo>
                    <a:lnTo>
                      <a:pt x="7" y="2"/>
                    </a:lnTo>
                    <a:lnTo>
                      <a:pt x="6" y="5"/>
                    </a:lnTo>
                    <a:lnTo>
                      <a:pt x="5" y="7"/>
                    </a:lnTo>
                    <a:lnTo>
                      <a:pt x="2" y="7"/>
                    </a:lnTo>
                    <a:lnTo>
                      <a:pt x="1" y="7"/>
                    </a:lnTo>
                    <a:lnTo>
                      <a:pt x="0" y="7"/>
                    </a:lnTo>
                    <a:lnTo>
                      <a:pt x="0" y="5"/>
                    </a:lnTo>
                    <a:lnTo>
                      <a:pt x="1" y="2"/>
                    </a:lnTo>
                    <a:lnTo>
                      <a:pt x="2" y="0"/>
                    </a:lnTo>
                    <a:lnTo>
                      <a:pt x="2" y="5"/>
                    </a:lnTo>
                    <a:lnTo>
                      <a:pt x="1" y="5"/>
                    </a:lnTo>
                    <a:lnTo>
                      <a:pt x="2" y="2"/>
                    </a:lnTo>
                    <a:lnTo>
                      <a:pt x="6" y="2"/>
                    </a:lnTo>
                    <a:lnTo>
                      <a:pt x="2" y="5"/>
                    </a:lnTo>
                    <a:lnTo>
                      <a:pt x="2" y="0"/>
                    </a:lnTo>
                    <a:close/>
                  </a:path>
                </a:pathLst>
              </a:custGeom>
              <a:solidFill>
                <a:srgbClr val="C0C080"/>
              </a:solidFill>
              <a:ln>
                <a:noFill/>
                <a:round/>
              </a:ln>
            </p:spPr>
          </p:sp>
          <p:sp>
            <p:nvSpPr>
              <p:cNvPr id="52211" name=""/>
              <p:cNvSpPr/>
              <p:nvPr/>
            </p:nvSpPr>
            <p:spPr>
              <a:xfrm>
                <a:off x="1411" y="1848"/>
                <a:ext cx="2" cy="3"/>
              </a:xfrm>
              <a:custGeom>
                <a:pathLst>
                  <a:path w="8" h="7">
                    <a:moveTo>
                      <a:pt x="8" y="0"/>
                    </a:moveTo>
                    <a:lnTo>
                      <a:pt x="5" y="0"/>
                    </a:lnTo>
                    <a:lnTo>
                      <a:pt x="4" y="0"/>
                    </a:lnTo>
                    <a:lnTo>
                      <a:pt x="4" y="2"/>
                    </a:lnTo>
                    <a:lnTo>
                      <a:pt x="0" y="5"/>
                    </a:lnTo>
                    <a:lnTo>
                      <a:pt x="0" y="7"/>
                    </a:lnTo>
                    <a:lnTo>
                      <a:pt x="2" y="7"/>
                    </a:lnTo>
                    <a:lnTo>
                      <a:pt x="5" y="7"/>
                    </a:lnTo>
                    <a:lnTo>
                      <a:pt x="5" y="5"/>
                    </a:lnTo>
                    <a:lnTo>
                      <a:pt x="4" y="5"/>
                    </a:lnTo>
                    <a:lnTo>
                      <a:pt x="5" y="2"/>
                    </a:lnTo>
                    <a:lnTo>
                      <a:pt x="8" y="2"/>
                    </a:lnTo>
                    <a:lnTo>
                      <a:pt x="8" y="0"/>
                    </a:lnTo>
                    <a:close/>
                  </a:path>
                </a:pathLst>
              </a:custGeom>
              <a:solidFill>
                <a:srgbClr val="C0C080"/>
              </a:solidFill>
              <a:ln>
                <a:noFill/>
                <a:round/>
              </a:ln>
            </p:spPr>
          </p:sp>
          <p:sp>
            <p:nvSpPr>
              <p:cNvPr id="52212" name=""/>
              <p:cNvSpPr/>
              <p:nvPr/>
            </p:nvSpPr>
            <p:spPr>
              <a:xfrm>
                <a:off x="1432" y="1845"/>
                <a:ext cx="3" cy="11"/>
              </a:xfrm>
              <a:custGeom>
                <a:pathLst>
                  <a:path w="9" h="22">
                    <a:moveTo>
                      <a:pt x="9" y="0"/>
                    </a:moveTo>
                    <a:lnTo>
                      <a:pt x="1" y="0"/>
                    </a:lnTo>
                    <a:lnTo>
                      <a:pt x="0" y="3"/>
                    </a:lnTo>
                    <a:lnTo>
                      <a:pt x="0" y="18"/>
                    </a:lnTo>
                    <a:lnTo>
                      <a:pt x="3" y="21"/>
                    </a:lnTo>
                    <a:lnTo>
                      <a:pt x="9" y="22"/>
                    </a:lnTo>
                    <a:lnTo>
                      <a:pt x="8" y="20"/>
                    </a:lnTo>
                    <a:lnTo>
                      <a:pt x="5" y="17"/>
                    </a:lnTo>
                    <a:lnTo>
                      <a:pt x="5" y="4"/>
                    </a:lnTo>
                    <a:lnTo>
                      <a:pt x="5" y="2"/>
                    </a:lnTo>
                    <a:lnTo>
                      <a:pt x="8" y="1"/>
                    </a:lnTo>
                    <a:lnTo>
                      <a:pt x="9" y="0"/>
                    </a:lnTo>
                    <a:close/>
                  </a:path>
                </a:pathLst>
              </a:custGeom>
              <a:solidFill>
                <a:srgbClr val="A0A070"/>
              </a:solidFill>
              <a:ln>
                <a:noFill/>
                <a:round/>
              </a:ln>
            </p:spPr>
          </p:sp>
          <p:sp>
            <p:nvSpPr>
              <p:cNvPr id="52213" name=""/>
              <p:cNvSpPr/>
              <p:nvPr/>
            </p:nvSpPr>
            <p:spPr>
              <a:xfrm>
                <a:off x="1433" y="1844"/>
                <a:ext cx="9" cy="12"/>
              </a:xfrm>
              <a:custGeom>
                <a:pathLst>
                  <a:path w="27" h="24">
                    <a:moveTo>
                      <a:pt x="5" y="24"/>
                    </a:moveTo>
                    <a:lnTo>
                      <a:pt x="22" y="24"/>
                    </a:lnTo>
                    <a:lnTo>
                      <a:pt x="23" y="24"/>
                    </a:lnTo>
                    <a:lnTo>
                      <a:pt x="24" y="23"/>
                    </a:lnTo>
                    <a:lnTo>
                      <a:pt x="25" y="22"/>
                    </a:lnTo>
                    <a:lnTo>
                      <a:pt x="25" y="20"/>
                    </a:lnTo>
                    <a:lnTo>
                      <a:pt x="27" y="20"/>
                    </a:lnTo>
                    <a:lnTo>
                      <a:pt x="27" y="18"/>
                    </a:lnTo>
                    <a:lnTo>
                      <a:pt x="27" y="17"/>
                    </a:lnTo>
                    <a:lnTo>
                      <a:pt x="27" y="8"/>
                    </a:lnTo>
                    <a:lnTo>
                      <a:pt x="27" y="6"/>
                    </a:lnTo>
                    <a:lnTo>
                      <a:pt x="25" y="4"/>
                    </a:lnTo>
                    <a:lnTo>
                      <a:pt x="25" y="3"/>
                    </a:lnTo>
                    <a:lnTo>
                      <a:pt x="24" y="2"/>
                    </a:lnTo>
                    <a:lnTo>
                      <a:pt x="22" y="0"/>
                    </a:lnTo>
                    <a:lnTo>
                      <a:pt x="5" y="0"/>
                    </a:lnTo>
                    <a:lnTo>
                      <a:pt x="2" y="2"/>
                    </a:lnTo>
                    <a:lnTo>
                      <a:pt x="1" y="3"/>
                    </a:lnTo>
                    <a:lnTo>
                      <a:pt x="1" y="4"/>
                    </a:lnTo>
                    <a:lnTo>
                      <a:pt x="0" y="6"/>
                    </a:lnTo>
                    <a:lnTo>
                      <a:pt x="0" y="8"/>
                    </a:lnTo>
                    <a:lnTo>
                      <a:pt x="0" y="17"/>
                    </a:lnTo>
                    <a:lnTo>
                      <a:pt x="0" y="18"/>
                    </a:lnTo>
                    <a:lnTo>
                      <a:pt x="0" y="20"/>
                    </a:lnTo>
                    <a:lnTo>
                      <a:pt x="1" y="20"/>
                    </a:lnTo>
                    <a:lnTo>
                      <a:pt x="1" y="22"/>
                    </a:lnTo>
                    <a:lnTo>
                      <a:pt x="2" y="23"/>
                    </a:lnTo>
                    <a:lnTo>
                      <a:pt x="5" y="24"/>
                    </a:lnTo>
                    <a:close/>
                  </a:path>
                </a:pathLst>
              </a:custGeom>
              <a:solidFill>
                <a:srgbClr val="505020"/>
              </a:solidFill>
              <a:ln>
                <a:noFill/>
                <a:round/>
              </a:ln>
            </p:spPr>
          </p:sp>
          <p:sp>
            <p:nvSpPr>
              <p:cNvPr id="52214" name=""/>
              <p:cNvSpPr/>
              <p:nvPr/>
            </p:nvSpPr>
            <p:spPr>
              <a:xfrm>
                <a:off x="1433" y="1845"/>
                <a:ext cx="9" cy="11"/>
              </a:xfrm>
              <a:custGeom>
                <a:pathLst>
                  <a:path w="27" h="22">
                    <a:moveTo>
                      <a:pt x="2" y="0"/>
                    </a:moveTo>
                    <a:lnTo>
                      <a:pt x="0" y="2"/>
                    </a:lnTo>
                    <a:lnTo>
                      <a:pt x="0" y="20"/>
                    </a:lnTo>
                    <a:lnTo>
                      <a:pt x="1" y="22"/>
                    </a:lnTo>
                    <a:lnTo>
                      <a:pt x="25" y="22"/>
                    </a:lnTo>
                    <a:lnTo>
                      <a:pt x="27" y="20"/>
                    </a:lnTo>
                    <a:lnTo>
                      <a:pt x="27" y="2"/>
                    </a:lnTo>
                    <a:lnTo>
                      <a:pt x="25" y="0"/>
                    </a:lnTo>
                    <a:lnTo>
                      <a:pt x="2" y="0"/>
                    </a:lnTo>
                    <a:close/>
                  </a:path>
                </a:pathLst>
              </a:custGeom>
              <a:solidFill>
                <a:srgbClr val="706040"/>
              </a:solidFill>
              <a:ln>
                <a:noFill/>
                <a:round/>
              </a:ln>
            </p:spPr>
          </p:sp>
          <p:sp>
            <p:nvSpPr>
              <p:cNvPr id="52215" name=""/>
              <p:cNvSpPr/>
              <p:nvPr/>
            </p:nvSpPr>
            <p:spPr>
              <a:xfrm>
                <a:off x="1434" y="1845"/>
                <a:ext cx="8" cy="11"/>
              </a:xfrm>
              <a:custGeom>
                <a:pathLst>
                  <a:path w="26" h="22">
                    <a:moveTo>
                      <a:pt x="3" y="0"/>
                    </a:moveTo>
                    <a:lnTo>
                      <a:pt x="0" y="1"/>
                    </a:lnTo>
                    <a:lnTo>
                      <a:pt x="0" y="20"/>
                    </a:lnTo>
                    <a:lnTo>
                      <a:pt x="1" y="22"/>
                    </a:lnTo>
                    <a:lnTo>
                      <a:pt x="24" y="22"/>
                    </a:lnTo>
                    <a:lnTo>
                      <a:pt x="26" y="20"/>
                    </a:lnTo>
                    <a:lnTo>
                      <a:pt x="26" y="2"/>
                    </a:lnTo>
                    <a:lnTo>
                      <a:pt x="24" y="0"/>
                    </a:lnTo>
                    <a:lnTo>
                      <a:pt x="3" y="0"/>
                    </a:lnTo>
                    <a:close/>
                  </a:path>
                </a:pathLst>
              </a:custGeom>
              <a:solidFill>
                <a:srgbClr val="808060"/>
              </a:solidFill>
              <a:ln>
                <a:noFill/>
                <a:round/>
              </a:ln>
            </p:spPr>
          </p:sp>
          <p:sp>
            <p:nvSpPr>
              <p:cNvPr id="52216" name=""/>
              <p:cNvSpPr/>
              <p:nvPr/>
            </p:nvSpPr>
            <p:spPr>
              <a:xfrm>
                <a:off x="1435" y="1846"/>
                <a:ext cx="6" cy="8"/>
              </a:xfrm>
              <a:custGeom>
                <a:pathLst>
                  <a:path w="18" h="15">
                    <a:moveTo>
                      <a:pt x="1" y="0"/>
                    </a:moveTo>
                    <a:lnTo>
                      <a:pt x="0" y="1"/>
                    </a:lnTo>
                    <a:lnTo>
                      <a:pt x="0" y="14"/>
                    </a:lnTo>
                    <a:lnTo>
                      <a:pt x="1" y="15"/>
                    </a:lnTo>
                    <a:lnTo>
                      <a:pt x="17" y="15"/>
                    </a:lnTo>
                    <a:lnTo>
                      <a:pt x="18" y="14"/>
                    </a:lnTo>
                    <a:lnTo>
                      <a:pt x="18" y="2"/>
                    </a:lnTo>
                    <a:lnTo>
                      <a:pt x="17" y="0"/>
                    </a:lnTo>
                    <a:lnTo>
                      <a:pt x="1" y="0"/>
                    </a:lnTo>
                    <a:close/>
                  </a:path>
                </a:pathLst>
              </a:custGeom>
              <a:solidFill>
                <a:srgbClr val="C0C080"/>
              </a:solidFill>
              <a:ln>
                <a:noFill/>
                <a:round/>
              </a:ln>
            </p:spPr>
          </p:sp>
          <p:sp>
            <p:nvSpPr>
              <p:cNvPr id="52217" name=""/>
              <p:cNvSpPr/>
              <p:nvPr/>
            </p:nvSpPr>
            <p:spPr>
              <a:xfrm>
                <a:off x="1436" y="1848"/>
                <a:ext cx="1" cy="2"/>
              </a:xfrm>
              <a:custGeom>
                <a:pathLst>
                  <a:path w="4" h="4">
                    <a:moveTo>
                      <a:pt x="2" y="0"/>
                    </a:moveTo>
                    <a:lnTo>
                      <a:pt x="2" y="1"/>
                    </a:lnTo>
                    <a:lnTo>
                      <a:pt x="2" y="1"/>
                    </a:lnTo>
                    <a:lnTo>
                      <a:pt x="4" y="2"/>
                    </a:lnTo>
                    <a:lnTo>
                      <a:pt x="4" y="2"/>
                    </a:lnTo>
                    <a:lnTo>
                      <a:pt x="2" y="3"/>
                    </a:lnTo>
                    <a:lnTo>
                      <a:pt x="2" y="4"/>
                    </a:lnTo>
                    <a:lnTo>
                      <a:pt x="1" y="4"/>
                    </a:lnTo>
                    <a:lnTo>
                      <a:pt x="0" y="3"/>
                    </a:lnTo>
                    <a:lnTo>
                      <a:pt x="0" y="2"/>
                    </a:lnTo>
                    <a:lnTo>
                      <a:pt x="0" y="2"/>
                    </a:lnTo>
                    <a:lnTo>
                      <a:pt x="0" y="1"/>
                    </a:lnTo>
                    <a:lnTo>
                      <a:pt x="1" y="1"/>
                    </a:lnTo>
                    <a:lnTo>
                      <a:pt x="2" y="0"/>
                    </a:lnTo>
                  </a:path>
                </a:pathLst>
              </a:custGeom>
              <a:noFill/>
              <a:ln w="4763">
                <a:solidFill>
                  <a:srgbClr val="000000"/>
                </a:solidFill>
                <a:prstDash val="solid"/>
                <a:round/>
              </a:ln>
            </p:spPr>
          </p:sp>
          <p:cxnSp>
            <p:nvCxnSpPr>
              <p:cNvPr id="52218" name=""/>
              <p:cNvCxnSpPr/>
              <p:nvPr/>
            </p:nvCxnSpPr>
            <p:spPr>
              <a:xfrm>
                <a:off x="1439" y="1848"/>
                <a:ext cx="1" cy="4"/>
              </a:xfrm>
              <a:prstGeom prst="line">
                <a:avLst/>
              </a:prstGeom>
              <a:noFill/>
              <a:ln w="4763">
                <a:solidFill>
                  <a:prstClr val="black"/>
                </a:solidFill>
                <a:miter lim="800000"/>
              </a:ln>
            </p:spPr>
          </p:cxnSp>
          <p:sp>
            <p:nvSpPr>
              <p:cNvPr id="52219" name=""/>
              <p:cNvSpPr/>
              <p:nvPr/>
            </p:nvSpPr>
            <p:spPr>
              <a:xfrm>
                <a:off x="1420" y="1844"/>
                <a:ext cx="22" cy="3"/>
              </a:xfrm>
              <a:prstGeom prst="rect">
                <a:avLst/>
              </a:prstGeom>
              <a:solidFill>
                <a:srgbClr val="808060"/>
              </a:solidFill>
              <a:ln>
                <a:noFill/>
                <a:miter lim="800000"/>
              </a:ln>
            </p:spPr>
          </p:sp>
          <p:sp>
            <p:nvSpPr>
              <p:cNvPr id="52220" name=""/>
              <p:cNvSpPr/>
              <p:nvPr/>
            </p:nvSpPr>
            <p:spPr>
              <a:xfrm>
                <a:off x="1420" y="1852"/>
                <a:ext cx="3" cy="5"/>
              </a:xfrm>
              <a:custGeom>
                <a:pathLst>
                  <a:path w="10" h="9">
                    <a:moveTo>
                      <a:pt x="0" y="6"/>
                    </a:moveTo>
                    <a:lnTo>
                      <a:pt x="0" y="9"/>
                    </a:lnTo>
                    <a:lnTo>
                      <a:pt x="3" y="9"/>
                    </a:lnTo>
                    <a:lnTo>
                      <a:pt x="6" y="7"/>
                    </a:lnTo>
                    <a:lnTo>
                      <a:pt x="7" y="3"/>
                    </a:lnTo>
                    <a:lnTo>
                      <a:pt x="9" y="2"/>
                    </a:lnTo>
                    <a:lnTo>
                      <a:pt x="10" y="0"/>
                    </a:lnTo>
                    <a:lnTo>
                      <a:pt x="9" y="0"/>
                    </a:lnTo>
                    <a:lnTo>
                      <a:pt x="5" y="3"/>
                    </a:lnTo>
                    <a:lnTo>
                      <a:pt x="3" y="6"/>
                    </a:lnTo>
                    <a:lnTo>
                      <a:pt x="0" y="6"/>
                    </a:lnTo>
                    <a:close/>
                  </a:path>
                </a:pathLst>
              </a:custGeom>
              <a:solidFill>
                <a:srgbClr val="808060"/>
              </a:solidFill>
              <a:ln>
                <a:noFill/>
                <a:round/>
              </a:ln>
            </p:spPr>
          </p:sp>
          <p:sp>
            <p:nvSpPr>
              <p:cNvPr id="52221" name=""/>
              <p:cNvSpPr/>
              <p:nvPr/>
            </p:nvSpPr>
            <p:spPr>
              <a:xfrm>
                <a:off x="1441" y="1844"/>
                <a:ext cx="4" cy="12"/>
              </a:xfrm>
              <a:custGeom>
                <a:pathLst>
                  <a:path w="13" h="24">
                    <a:moveTo>
                      <a:pt x="7" y="24"/>
                    </a:moveTo>
                    <a:lnTo>
                      <a:pt x="8" y="23"/>
                    </a:lnTo>
                    <a:lnTo>
                      <a:pt x="9" y="22"/>
                    </a:lnTo>
                    <a:lnTo>
                      <a:pt x="11" y="19"/>
                    </a:lnTo>
                    <a:lnTo>
                      <a:pt x="13" y="17"/>
                    </a:lnTo>
                    <a:lnTo>
                      <a:pt x="13" y="13"/>
                    </a:lnTo>
                    <a:lnTo>
                      <a:pt x="13" y="9"/>
                    </a:lnTo>
                    <a:lnTo>
                      <a:pt x="11" y="8"/>
                    </a:lnTo>
                    <a:lnTo>
                      <a:pt x="9" y="5"/>
                    </a:lnTo>
                    <a:lnTo>
                      <a:pt x="8" y="4"/>
                    </a:lnTo>
                    <a:lnTo>
                      <a:pt x="5" y="2"/>
                    </a:lnTo>
                    <a:lnTo>
                      <a:pt x="3" y="2"/>
                    </a:lnTo>
                    <a:lnTo>
                      <a:pt x="0" y="0"/>
                    </a:lnTo>
                    <a:lnTo>
                      <a:pt x="0" y="3"/>
                    </a:lnTo>
                    <a:lnTo>
                      <a:pt x="3" y="4"/>
                    </a:lnTo>
                    <a:lnTo>
                      <a:pt x="5" y="5"/>
                    </a:lnTo>
                    <a:lnTo>
                      <a:pt x="8" y="8"/>
                    </a:lnTo>
                    <a:lnTo>
                      <a:pt x="9" y="9"/>
                    </a:lnTo>
                    <a:lnTo>
                      <a:pt x="9" y="11"/>
                    </a:lnTo>
                    <a:lnTo>
                      <a:pt x="9" y="13"/>
                    </a:lnTo>
                    <a:lnTo>
                      <a:pt x="9" y="16"/>
                    </a:lnTo>
                    <a:lnTo>
                      <a:pt x="9" y="18"/>
                    </a:lnTo>
                    <a:lnTo>
                      <a:pt x="9" y="19"/>
                    </a:lnTo>
                    <a:lnTo>
                      <a:pt x="8" y="22"/>
                    </a:lnTo>
                    <a:lnTo>
                      <a:pt x="7" y="24"/>
                    </a:lnTo>
                    <a:close/>
                  </a:path>
                </a:pathLst>
              </a:custGeom>
              <a:solidFill>
                <a:srgbClr val="808060"/>
              </a:solidFill>
              <a:ln>
                <a:noFill/>
                <a:round/>
              </a:ln>
            </p:spPr>
          </p:sp>
          <p:sp>
            <p:nvSpPr>
              <p:cNvPr id="52222" name=""/>
              <p:cNvSpPr/>
              <p:nvPr/>
            </p:nvSpPr>
            <p:spPr>
              <a:xfrm>
                <a:off x="1424" y="1844"/>
                <a:ext cx="9" cy="12"/>
              </a:xfrm>
              <a:custGeom>
                <a:pathLst>
                  <a:path w="28" h="24">
                    <a:moveTo>
                      <a:pt x="14" y="0"/>
                    </a:moveTo>
                    <a:lnTo>
                      <a:pt x="21" y="0"/>
                    </a:lnTo>
                    <a:lnTo>
                      <a:pt x="23" y="2"/>
                    </a:lnTo>
                    <a:lnTo>
                      <a:pt x="26" y="3"/>
                    </a:lnTo>
                    <a:lnTo>
                      <a:pt x="27" y="5"/>
                    </a:lnTo>
                    <a:lnTo>
                      <a:pt x="27" y="8"/>
                    </a:lnTo>
                    <a:lnTo>
                      <a:pt x="28" y="10"/>
                    </a:lnTo>
                    <a:lnTo>
                      <a:pt x="28" y="11"/>
                    </a:lnTo>
                    <a:lnTo>
                      <a:pt x="28" y="15"/>
                    </a:lnTo>
                    <a:lnTo>
                      <a:pt x="28" y="17"/>
                    </a:lnTo>
                    <a:lnTo>
                      <a:pt x="27" y="18"/>
                    </a:lnTo>
                    <a:lnTo>
                      <a:pt x="27" y="20"/>
                    </a:lnTo>
                    <a:lnTo>
                      <a:pt x="25" y="23"/>
                    </a:lnTo>
                    <a:lnTo>
                      <a:pt x="23" y="24"/>
                    </a:lnTo>
                    <a:lnTo>
                      <a:pt x="22" y="24"/>
                    </a:lnTo>
                    <a:lnTo>
                      <a:pt x="21" y="24"/>
                    </a:lnTo>
                    <a:lnTo>
                      <a:pt x="0" y="24"/>
                    </a:lnTo>
                    <a:lnTo>
                      <a:pt x="14" y="0"/>
                    </a:lnTo>
                    <a:close/>
                  </a:path>
                </a:pathLst>
              </a:custGeom>
              <a:solidFill>
                <a:srgbClr val="C0C080"/>
              </a:solidFill>
              <a:ln>
                <a:noFill/>
                <a:round/>
              </a:ln>
            </p:spPr>
          </p:sp>
          <p:sp>
            <p:nvSpPr>
              <p:cNvPr id="52223" name=""/>
              <p:cNvSpPr/>
              <p:nvPr/>
            </p:nvSpPr>
            <p:spPr>
              <a:xfrm>
                <a:off x="1428" y="1844"/>
                <a:ext cx="3" cy="3"/>
              </a:xfrm>
              <a:custGeom>
                <a:pathLst>
                  <a:path w="9" h="5">
                    <a:moveTo>
                      <a:pt x="9" y="0"/>
                    </a:moveTo>
                    <a:lnTo>
                      <a:pt x="0" y="0"/>
                    </a:lnTo>
                    <a:lnTo>
                      <a:pt x="9" y="5"/>
                    </a:lnTo>
                    <a:lnTo>
                      <a:pt x="9" y="0"/>
                    </a:lnTo>
                    <a:close/>
                  </a:path>
                </a:pathLst>
              </a:custGeom>
              <a:solidFill>
                <a:srgbClr val="808050"/>
              </a:solidFill>
              <a:ln>
                <a:noFill/>
                <a:round/>
              </a:ln>
            </p:spPr>
          </p:sp>
          <p:sp>
            <p:nvSpPr>
              <p:cNvPr id="93184" name=""/>
              <p:cNvSpPr/>
              <p:nvPr/>
            </p:nvSpPr>
            <p:spPr>
              <a:xfrm>
                <a:off x="1430" y="1844"/>
                <a:ext cx="3" cy="7"/>
              </a:xfrm>
              <a:custGeom>
                <a:pathLst>
                  <a:path w="9" h="13">
                    <a:moveTo>
                      <a:pt x="9" y="13"/>
                    </a:moveTo>
                    <a:lnTo>
                      <a:pt x="9" y="12"/>
                    </a:lnTo>
                    <a:lnTo>
                      <a:pt x="9" y="8"/>
                    </a:lnTo>
                    <a:lnTo>
                      <a:pt x="8" y="6"/>
                    </a:lnTo>
                    <a:lnTo>
                      <a:pt x="8" y="5"/>
                    </a:lnTo>
                    <a:lnTo>
                      <a:pt x="6" y="3"/>
                    </a:lnTo>
                    <a:lnTo>
                      <a:pt x="3" y="2"/>
                    </a:lnTo>
                    <a:lnTo>
                      <a:pt x="3" y="0"/>
                    </a:lnTo>
                    <a:lnTo>
                      <a:pt x="1" y="0"/>
                    </a:lnTo>
                    <a:lnTo>
                      <a:pt x="0" y="0"/>
                    </a:lnTo>
                    <a:lnTo>
                      <a:pt x="0" y="2"/>
                    </a:lnTo>
                    <a:lnTo>
                      <a:pt x="1" y="2"/>
                    </a:lnTo>
                    <a:lnTo>
                      <a:pt x="3" y="2"/>
                    </a:lnTo>
                    <a:lnTo>
                      <a:pt x="3" y="3"/>
                    </a:lnTo>
                    <a:lnTo>
                      <a:pt x="4" y="5"/>
                    </a:lnTo>
                    <a:lnTo>
                      <a:pt x="6" y="5"/>
                    </a:lnTo>
                    <a:lnTo>
                      <a:pt x="6" y="6"/>
                    </a:lnTo>
                    <a:lnTo>
                      <a:pt x="8" y="8"/>
                    </a:lnTo>
                    <a:lnTo>
                      <a:pt x="8" y="9"/>
                    </a:lnTo>
                    <a:lnTo>
                      <a:pt x="8" y="12"/>
                    </a:lnTo>
                    <a:lnTo>
                      <a:pt x="8" y="13"/>
                    </a:lnTo>
                    <a:lnTo>
                      <a:pt x="9" y="13"/>
                    </a:lnTo>
                    <a:close/>
                  </a:path>
                </a:pathLst>
              </a:custGeom>
              <a:solidFill>
                <a:srgbClr val="808050"/>
              </a:solidFill>
              <a:ln>
                <a:noFill/>
                <a:round/>
              </a:ln>
            </p:spPr>
          </p:sp>
          <p:sp>
            <p:nvSpPr>
              <p:cNvPr id="93185" name=""/>
              <p:cNvSpPr/>
              <p:nvPr/>
            </p:nvSpPr>
            <p:spPr>
              <a:xfrm>
                <a:off x="1432" y="1848"/>
                <a:ext cx="1" cy="4"/>
              </a:xfrm>
              <a:prstGeom prst="rect">
                <a:avLst/>
              </a:prstGeom>
              <a:solidFill>
                <a:srgbClr val="808050"/>
              </a:solidFill>
              <a:ln>
                <a:noFill/>
                <a:miter lim="800000"/>
              </a:ln>
            </p:spPr>
          </p:sp>
          <p:sp>
            <p:nvSpPr>
              <p:cNvPr id="93186" name=""/>
              <p:cNvSpPr/>
              <p:nvPr/>
            </p:nvSpPr>
            <p:spPr>
              <a:xfrm>
                <a:off x="1430" y="1850"/>
                <a:ext cx="3" cy="7"/>
              </a:xfrm>
              <a:custGeom>
                <a:pathLst>
                  <a:path w="9" h="13">
                    <a:moveTo>
                      <a:pt x="0" y="13"/>
                    </a:moveTo>
                    <a:lnTo>
                      <a:pt x="1" y="13"/>
                    </a:lnTo>
                    <a:lnTo>
                      <a:pt x="3" y="13"/>
                    </a:lnTo>
                    <a:lnTo>
                      <a:pt x="3" y="12"/>
                    </a:lnTo>
                    <a:lnTo>
                      <a:pt x="4" y="12"/>
                    </a:lnTo>
                    <a:lnTo>
                      <a:pt x="6" y="11"/>
                    </a:lnTo>
                    <a:lnTo>
                      <a:pt x="8" y="8"/>
                    </a:lnTo>
                    <a:lnTo>
                      <a:pt x="8" y="7"/>
                    </a:lnTo>
                    <a:lnTo>
                      <a:pt x="9" y="6"/>
                    </a:lnTo>
                    <a:lnTo>
                      <a:pt x="9" y="1"/>
                    </a:lnTo>
                    <a:lnTo>
                      <a:pt x="9" y="0"/>
                    </a:lnTo>
                    <a:lnTo>
                      <a:pt x="8" y="0"/>
                    </a:lnTo>
                    <a:lnTo>
                      <a:pt x="8" y="1"/>
                    </a:lnTo>
                    <a:lnTo>
                      <a:pt x="8" y="5"/>
                    </a:lnTo>
                    <a:lnTo>
                      <a:pt x="8" y="6"/>
                    </a:lnTo>
                    <a:lnTo>
                      <a:pt x="6" y="7"/>
                    </a:lnTo>
                    <a:lnTo>
                      <a:pt x="6" y="8"/>
                    </a:lnTo>
                    <a:lnTo>
                      <a:pt x="4" y="8"/>
                    </a:lnTo>
                    <a:lnTo>
                      <a:pt x="4" y="11"/>
                    </a:lnTo>
                    <a:lnTo>
                      <a:pt x="3" y="11"/>
                    </a:lnTo>
                    <a:lnTo>
                      <a:pt x="3" y="12"/>
                    </a:lnTo>
                    <a:lnTo>
                      <a:pt x="1" y="12"/>
                    </a:lnTo>
                    <a:lnTo>
                      <a:pt x="0" y="12"/>
                    </a:lnTo>
                    <a:lnTo>
                      <a:pt x="0" y="13"/>
                    </a:lnTo>
                    <a:close/>
                  </a:path>
                </a:pathLst>
              </a:custGeom>
              <a:solidFill>
                <a:srgbClr val="808050"/>
              </a:solidFill>
              <a:ln>
                <a:noFill/>
                <a:round/>
              </a:ln>
            </p:spPr>
          </p:sp>
          <p:sp>
            <p:nvSpPr>
              <p:cNvPr id="93187" name=""/>
              <p:cNvSpPr/>
              <p:nvPr/>
            </p:nvSpPr>
            <p:spPr>
              <a:xfrm>
                <a:off x="1428" y="1854"/>
                <a:ext cx="3" cy="3"/>
              </a:xfrm>
              <a:prstGeom prst="rect">
                <a:avLst/>
              </a:prstGeom>
              <a:solidFill>
                <a:srgbClr val="808050"/>
              </a:solidFill>
              <a:ln>
                <a:noFill/>
                <a:miter lim="800000"/>
              </a:ln>
            </p:spPr>
          </p:sp>
          <p:sp>
            <p:nvSpPr>
              <p:cNvPr id="93188" name=""/>
              <p:cNvSpPr/>
              <p:nvPr/>
            </p:nvSpPr>
            <p:spPr>
              <a:xfrm>
                <a:off x="1424" y="1854"/>
                <a:ext cx="5" cy="3"/>
              </a:xfrm>
              <a:custGeom>
                <a:pathLst>
                  <a:path w="15" h="6">
                    <a:moveTo>
                      <a:pt x="0" y="0"/>
                    </a:moveTo>
                    <a:lnTo>
                      <a:pt x="0" y="6"/>
                    </a:lnTo>
                    <a:lnTo>
                      <a:pt x="15" y="6"/>
                    </a:lnTo>
                    <a:lnTo>
                      <a:pt x="15" y="0"/>
                    </a:lnTo>
                    <a:lnTo>
                      <a:pt x="0" y="0"/>
                    </a:lnTo>
                    <a:lnTo>
                      <a:pt x="2" y="0"/>
                    </a:lnTo>
                    <a:lnTo>
                      <a:pt x="0" y="0"/>
                    </a:lnTo>
                    <a:lnTo>
                      <a:pt x="0" y="6"/>
                    </a:lnTo>
                    <a:lnTo>
                      <a:pt x="0" y="0"/>
                    </a:lnTo>
                    <a:close/>
                  </a:path>
                </a:pathLst>
              </a:custGeom>
              <a:solidFill>
                <a:srgbClr val="808050"/>
              </a:solidFill>
              <a:ln>
                <a:noFill/>
                <a:round/>
              </a:ln>
            </p:spPr>
          </p:sp>
          <p:sp>
            <p:nvSpPr>
              <p:cNvPr id="93189" name=""/>
              <p:cNvSpPr/>
              <p:nvPr/>
            </p:nvSpPr>
            <p:spPr>
              <a:xfrm>
                <a:off x="1423" y="1844"/>
                <a:ext cx="2" cy="12"/>
              </a:xfrm>
              <a:custGeom>
                <a:pathLst>
                  <a:path w="6" h="24">
                    <a:moveTo>
                      <a:pt x="4" y="0"/>
                    </a:moveTo>
                    <a:lnTo>
                      <a:pt x="0" y="0"/>
                    </a:lnTo>
                    <a:lnTo>
                      <a:pt x="4" y="24"/>
                    </a:lnTo>
                    <a:lnTo>
                      <a:pt x="6" y="24"/>
                    </a:lnTo>
                    <a:lnTo>
                      <a:pt x="4" y="0"/>
                    </a:lnTo>
                    <a:lnTo>
                      <a:pt x="4" y="2"/>
                    </a:lnTo>
                    <a:lnTo>
                      <a:pt x="4" y="0"/>
                    </a:lnTo>
                    <a:lnTo>
                      <a:pt x="0" y="0"/>
                    </a:lnTo>
                    <a:lnTo>
                      <a:pt x="4" y="0"/>
                    </a:lnTo>
                    <a:close/>
                  </a:path>
                </a:pathLst>
              </a:custGeom>
              <a:solidFill>
                <a:srgbClr val="808050"/>
              </a:solidFill>
              <a:ln>
                <a:noFill/>
                <a:round/>
              </a:ln>
            </p:spPr>
          </p:sp>
          <p:sp>
            <p:nvSpPr>
              <p:cNvPr id="93190" name=""/>
              <p:cNvSpPr/>
              <p:nvPr/>
            </p:nvSpPr>
            <p:spPr>
              <a:xfrm>
                <a:off x="1424" y="1844"/>
                <a:ext cx="5" cy="3"/>
              </a:xfrm>
              <a:custGeom>
                <a:pathLst>
                  <a:path w="15" h="5">
                    <a:moveTo>
                      <a:pt x="15" y="0"/>
                    </a:moveTo>
                    <a:lnTo>
                      <a:pt x="0" y="0"/>
                    </a:lnTo>
                    <a:lnTo>
                      <a:pt x="15" y="5"/>
                    </a:lnTo>
                    <a:lnTo>
                      <a:pt x="15" y="0"/>
                    </a:lnTo>
                    <a:close/>
                  </a:path>
                </a:pathLst>
              </a:custGeom>
              <a:solidFill>
                <a:srgbClr val="808050"/>
              </a:solidFill>
              <a:ln>
                <a:noFill/>
                <a:round/>
              </a:ln>
            </p:spPr>
          </p:sp>
          <p:sp>
            <p:nvSpPr>
              <p:cNvPr id="93191" name=""/>
              <p:cNvSpPr/>
              <p:nvPr/>
            </p:nvSpPr>
            <p:spPr>
              <a:xfrm>
                <a:off x="1427" y="1846"/>
                <a:ext cx="4" cy="10"/>
              </a:xfrm>
              <a:custGeom>
                <a:pathLst>
                  <a:path w="13" h="20">
                    <a:moveTo>
                      <a:pt x="8" y="0"/>
                    </a:moveTo>
                    <a:lnTo>
                      <a:pt x="0" y="18"/>
                    </a:lnTo>
                    <a:lnTo>
                      <a:pt x="0" y="20"/>
                    </a:lnTo>
                    <a:lnTo>
                      <a:pt x="4" y="20"/>
                    </a:lnTo>
                    <a:lnTo>
                      <a:pt x="4" y="18"/>
                    </a:lnTo>
                    <a:lnTo>
                      <a:pt x="13" y="0"/>
                    </a:lnTo>
                    <a:lnTo>
                      <a:pt x="8" y="0"/>
                    </a:lnTo>
                    <a:close/>
                  </a:path>
                </a:pathLst>
              </a:custGeom>
              <a:solidFill>
                <a:srgbClr val="E0E0B0"/>
              </a:solidFill>
              <a:ln>
                <a:noFill/>
                <a:round/>
              </a:ln>
            </p:spPr>
          </p:sp>
          <p:sp>
            <p:nvSpPr>
              <p:cNvPr id="93192" name=""/>
              <p:cNvSpPr/>
              <p:nvPr/>
            </p:nvSpPr>
            <p:spPr>
              <a:xfrm>
                <a:off x="1428" y="1846"/>
                <a:ext cx="5" cy="10"/>
              </a:xfrm>
              <a:custGeom>
                <a:pathLst>
                  <a:path w="13" h="20">
                    <a:moveTo>
                      <a:pt x="8" y="0"/>
                    </a:moveTo>
                    <a:lnTo>
                      <a:pt x="0" y="19"/>
                    </a:lnTo>
                    <a:lnTo>
                      <a:pt x="1" y="20"/>
                    </a:lnTo>
                    <a:lnTo>
                      <a:pt x="7" y="20"/>
                    </a:lnTo>
                    <a:lnTo>
                      <a:pt x="7" y="19"/>
                    </a:lnTo>
                    <a:lnTo>
                      <a:pt x="13" y="7"/>
                    </a:lnTo>
                    <a:lnTo>
                      <a:pt x="13" y="6"/>
                    </a:lnTo>
                    <a:lnTo>
                      <a:pt x="12" y="4"/>
                    </a:lnTo>
                    <a:lnTo>
                      <a:pt x="12" y="2"/>
                    </a:lnTo>
                    <a:lnTo>
                      <a:pt x="8" y="0"/>
                    </a:lnTo>
                    <a:close/>
                  </a:path>
                </a:pathLst>
              </a:custGeom>
              <a:solidFill>
                <a:srgbClr val="E0E0B0"/>
              </a:solidFill>
              <a:ln>
                <a:noFill/>
                <a:round/>
              </a:ln>
            </p:spPr>
          </p:sp>
          <p:sp>
            <p:nvSpPr>
              <p:cNvPr id="93193" name=""/>
              <p:cNvSpPr/>
              <p:nvPr/>
            </p:nvSpPr>
            <p:spPr>
              <a:xfrm>
                <a:off x="1430" y="1850"/>
                <a:ext cx="2" cy="4"/>
              </a:xfrm>
              <a:custGeom>
                <a:pathLst>
                  <a:path w="8" h="7">
                    <a:moveTo>
                      <a:pt x="8" y="0"/>
                    </a:moveTo>
                    <a:lnTo>
                      <a:pt x="8" y="3"/>
                    </a:lnTo>
                    <a:lnTo>
                      <a:pt x="8" y="3"/>
                    </a:lnTo>
                    <a:lnTo>
                      <a:pt x="7" y="5"/>
                    </a:lnTo>
                    <a:lnTo>
                      <a:pt x="5" y="6"/>
                    </a:lnTo>
                    <a:lnTo>
                      <a:pt x="2" y="7"/>
                    </a:lnTo>
                    <a:lnTo>
                      <a:pt x="0" y="7"/>
                    </a:lnTo>
                  </a:path>
                </a:pathLst>
              </a:custGeom>
              <a:noFill/>
              <a:ln w="4763">
                <a:solidFill>
                  <a:srgbClr val="F0E0C0"/>
                </a:solidFill>
                <a:prstDash val="solid"/>
                <a:round/>
              </a:ln>
            </p:spPr>
          </p:sp>
          <p:sp>
            <p:nvSpPr>
              <p:cNvPr id="93194" name=""/>
              <p:cNvSpPr/>
              <p:nvPr/>
            </p:nvSpPr>
            <p:spPr>
              <a:xfrm>
                <a:off x="1425" y="1845"/>
                <a:ext cx="6" cy="2"/>
              </a:xfrm>
              <a:custGeom>
                <a:pathLst>
                  <a:path w="18" h="3">
                    <a:moveTo>
                      <a:pt x="0" y="0"/>
                    </a:moveTo>
                    <a:lnTo>
                      <a:pt x="14" y="0"/>
                    </a:lnTo>
                    <a:lnTo>
                      <a:pt x="16" y="0"/>
                    </a:lnTo>
                    <a:lnTo>
                      <a:pt x="18" y="3"/>
                    </a:lnTo>
                  </a:path>
                </a:pathLst>
              </a:custGeom>
              <a:noFill/>
              <a:ln w="4763">
                <a:solidFill>
                  <a:srgbClr val="F0E0C0"/>
                </a:solidFill>
                <a:prstDash val="solid"/>
                <a:round/>
              </a:ln>
            </p:spPr>
          </p:sp>
          <p:sp>
            <p:nvSpPr>
              <p:cNvPr id="93195" name=""/>
              <p:cNvSpPr/>
              <p:nvPr/>
            </p:nvSpPr>
            <p:spPr>
              <a:xfrm>
                <a:off x="1424" y="1846"/>
                <a:ext cx="2" cy="10"/>
              </a:xfrm>
              <a:custGeom>
                <a:pathLst>
                  <a:path w="4" h="20">
                    <a:moveTo>
                      <a:pt x="2" y="0"/>
                    </a:moveTo>
                    <a:lnTo>
                      <a:pt x="4" y="2"/>
                    </a:lnTo>
                    <a:lnTo>
                      <a:pt x="4" y="11"/>
                    </a:lnTo>
                    <a:lnTo>
                      <a:pt x="4" y="18"/>
                    </a:lnTo>
                    <a:lnTo>
                      <a:pt x="2" y="20"/>
                    </a:lnTo>
                    <a:lnTo>
                      <a:pt x="0" y="14"/>
                    </a:lnTo>
                    <a:lnTo>
                      <a:pt x="0" y="11"/>
                    </a:lnTo>
                    <a:lnTo>
                      <a:pt x="0" y="2"/>
                    </a:lnTo>
                    <a:lnTo>
                      <a:pt x="2" y="1"/>
                    </a:lnTo>
                    <a:lnTo>
                      <a:pt x="2" y="0"/>
                    </a:lnTo>
                    <a:close/>
                  </a:path>
                </a:pathLst>
              </a:custGeom>
              <a:solidFill>
                <a:srgbClr val="706040"/>
              </a:solidFill>
              <a:ln>
                <a:noFill/>
                <a:round/>
              </a:ln>
            </p:spPr>
          </p:sp>
          <p:sp>
            <p:nvSpPr>
              <p:cNvPr id="93196" name=""/>
              <p:cNvSpPr/>
              <p:nvPr/>
            </p:nvSpPr>
            <p:spPr>
              <a:xfrm>
                <a:off x="1424" y="1846"/>
                <a:ext cx="5" cy="10"/>
              </a:xfrm>
              <a:custGeom>
                <a:pathLst>
                  <a:path w="15" h="20">
                    <a:moveTo>
                      <a:pt x="9" y="0"/>
                    </a:moveTo>
                    <a:lnTo>
                      <a:pt x="0" y="16"/>
                    </a:lnTo>
                    <a:lnTo>
                      <a:pt x="1" y="20"/>
                    </a:lnTo>
                    <a:lnTo>
                      <a:pt x="8" y="20"/>
                    </a:lnTo>
                    <a:lnTo>
                      <a:pt x="8" y="18"/>
                    </a:lnTo>
                    <a:lnTo>
                      <a:pt x="15" y="0"/>
                    </a:lnTo>
                    <a:lnTo>
                      <a:pt x="9" y="0"/>
                    </a:lnTo>
                    <a:close/>
                  </a:path>
                </a:pathLst>
              </a:custGeom>
              <a:solidFill>
                <a:srgbClr val="E0E0B0"/>
              </a:solidFill>
              <a:ln>
                <a:noFill/>
                <a:round/>
              </a:ln>
            </p:spPr>
          </p:sp>
        </p:grpSp>
        <p:pic>
          <p:nvPicPr>
            <p:cNvPr id="93198" name=""/>
            <p:cNvPicPr/>
            <p:nvPr/>
          </p:nvPicPr>
          <p:blipFill>
            <a:blip r:embed="rId3"/>
            <a:stretch>
              <a:fillRect/>
            </a:stretch>
          </p:blipFill>
          <p:spPr>
            <a:xfrm>
              <a:off x="1398" y="1847"/>
              <a:ext cx="30" cy="9"/>
            </a:xfrm>
            <a:prstGeom prst="rect">
              <a:avLst/>
            </a:prstGeom>
            <a:noFill/>
            <a:ln>
              <a:noFill/>
              <a:miter lim="800000"/>
            </a:ln>
          </p:spPr>
        </p:pic>
      </p:grpSp>
      <p:grpSp>
        <p:nvGrpSpPr>
          <p:cNvPr id="93342" name=""/>
          <p:cNvGrpSpPr/>
          <p:nvPr/>
        </p:nvGrpSpPr>
        <p:grpSpPr>
          <a:xfrm>
            <a:off x="2330450" y="3059113"/>
            <a:ext cx="128588" cy="401637"/>
            <a:chOff x="1468" y="1927"/>
            <a:chExt cx="81" cy="253"/>
          </a:xfrm>
        </p:grpSpPr>
        <p:grpSp>
          <p:nvGrpSpPr>
            <p:cNvPr id="93340" name=""/>
            <p:cNvGrpSpPr/>
            <p:nvPr/>
          </p:nvGrpSpPr>
          <p:grpSpPr>
            <a:xfrm>
              <a:off x="1468" y="1927"/>
              <a:ext cx="81" cy="253"/>
              <a:chOff x="1468" y="1927"/>
              <a:chExt cx="81" cy="253"/>
            </a:xfrm>
          </p:grpSpPr>
          <p:sp>
            <p:nvSpPr>
              <p:cNvPr id="93200" name=""/>
              <p:cNvSpPr/>
              <p:nvPr/>
            </p:nvSpPr>
            <p:spPr>
              <a:xfrm>
                <a:off x="1480" y="2038"/>
                <a:ext cx="56" cy="138"/>
              </a:xfrm>
              <a:custGeom>
                <a:pathLst>
                  <a:path w="169" h="277">
                    <a:moveTo>
                      <a:pt x="3" y="0"/>
                    </a:moveTo>
                    <a:lnTo>
                      <a:pt x="165" y="0"/>
                    </a:lnTo>
                    <a:lnTo>
                      <a:pt x="166" y="0"/>
                    </a:lnTo>
                    <a:lnTo>
                      <a:pt x="169" y="3"/>
                    </a:lnTo>
                    <a:lnTo>
                      <a:pt x="169" y="4"/>
                    </a:lnTo>
                    <a:lnTo>
                      <a:pt x="169" y="274"/>
                    </a:lnTo>
                    <a:lnTo>
                      <a:pt x="169" y="275"/>
                    </a:lnTo>
                    <a:lnTo>
                      <a:pt x="166" y="276"/>
                    </a:lnTo>
                    <a:lnTo>
                      <a:pt x="165" y="277"/>
                    </a:lnTo>
                    <a:lnTo>
                      <a:pt x="3" y="277"/>
                    </a:lnTo>
                    <a:lnTo>
                      <a:pt x="1" y="276"/>
                    </a:lnTo>
                    <a:lnTo>
                      <a:pt x="0" y="275"/>
                    </a:lnTo>
                    <a:lnTo>
                      <a:pt x="0" y="274"/>
                    </a:lnTo>
                    <a:lnTo>
                      <a:pt x="0" y="4"/>
                    </a:lnTo>
                    <a:lnTo>
                      <a:pt x="0" y="3"/>
                    </a:lnTo>
                    <a:lnTo>
                      <a:pt x="1" y="0"/>
                    </a:lnTo>
                    <a:lnTo>
                      <a:pt x="3" y="0"/>
                    </a:lnTo>
                    <a:close/>
                  </a:path>
                </a:pathLst>
              </a:custGeom>
              <a:solidFill>
                <a:srgbClr val="F0E0C0"/>
              </a:solidFill>
              <a:ln>
                <a:noFill/>
                <a:round/>
              </a:ln>
            </p:spPr>
          </p:sp>
          <p:sp>
            <p:nvSpPr>
              <p:cNvPr id="93201" name=""/>
              <p:cNvSpPr/>
              <p:nvPr/>
            </p:nvSpPr>
            <p:spPr>
              <a:xfrm>
                <a:off x="1480" y="2153"/>
                <a:ext cx="56" cy="5"/>
              </a:xfrm>
              <a:prstGeom prst="rect">
                <a:avLst/>
              </a:prstGeom>
              <a:solidFill>
                <a:srgbClr val="A0A080"/>
              </a:solidFill>
              <a:ln>
                <a:noFill/>
                <a:miter lim="800000"/>
              </a:ln>
            </p:spPr>
          </p:sp>
          <p:sp>
            <p:nvSpPr>
              <p:cNvPr id="93202" name=""/>
              <p:cNvSpPr/>
              <p:nvPr/>
            </p:nvSpPr>
            <p:spPr>
              <a:xfrm>
                <a:off x="1480" y="2150"/>
                <a:ext cx="56" cy="3"/>
              </a:xfrm>
              <a:prstGeom prst="rect">
                <a:avLst/>
              </a:prstGeom>
              <a:solidFill>
                <a:srgbClr val="A0A080"/>
              </a:solidFill>
              <a:ln>
                <a:noFill/>
                <a:miter lim="800000"/>
              </a:ln>
            </p:spPr>
          </p:sp>
          <p:sp>
            <p:nvSpPr>
              <p:cNvPr id="93203" name=""/>
              <p:cNvSpPr/>
              <p:nvPr/>
            </p:nvSpPr>
            <p:spPr>
              <a:xfrm>
                <a:off x="1480" y="2146"/>
                <a:ext cx="56" cy="3"/>
              </a:xfrm>
              <a:prstGeom prst="rect">
                <a:avLst/>
              </a:prstGeom>
              <a:solidFill>
                <a:srgbClr val="404040"/>
              </a:solidFill>
              <a:ln>
                <a:noFill/>
                <a:miter lim="800000"/>
              </a:ln>
            </p:spPr>
          </p:sp>
          <p:sp>
            <p:nvSpPr>
              <p:cNvPr id="93204" name=""/>
              <p:cNvSpPr/>
              <p:nvPr/>
            </p:nvSpPr>
            <p:spPr>
              <a:xfrm>
                <a:off x="1480" y="2146"/>
                <a:ext cx="56" cy="3"/>
              </a:xfrm>
              <a:prstGeom prst="rect">
                <a:avLst/>
              </a:prstGeom>
              <a:solidFill>
                <a:srgbClr val="A0A080"/>
              </a:solidFill>
              <a:ln>
                <a:noFill/>
                <a:miter lim="800000"/>
              </a:ln>
            </p:spPr>
          </p:sp>
          <p:sp>
            <p:nvSpPr>
              <p:cNvPr id="93205" name=""/>
              <p:cNvSpPr/>
              <p:nvPr/>
            </p:nvSpPr>
            <p:spPr>
              <a:xfrm>
                <a:off x="1480" y="2142"/>
                <a:ext cx="56" cy="3"/>
              </a:xfrm>
              <a:prstGeom prst="rect">
                <a:avLst/>
              </a:prstGeom>
              <a:solidFill>
                <a:srgbClr val="A0A080"/>
              </a:solidFill>
              <a:ln>
                <a:noFill/>
                <a:miter lim="800000"/>
              </a:ln>
            </p:spPr>
          </p:sp>
          <p:sp>
            <p:nvSpPr>
              <p:cNvPr id="93206" name=""/>
              <p:cNvSpPr/>
              <p:nvPr/>
            </p:nvSpPr>
            <p:spPr>
              <a:xfrm>
                <a:off x="1480" y="2138"/>
                <a:ext cx="56" cy="3"/>
              </a:xfrm>
              <a:prstGeom prst="rect">
                <a:avLst/>
              </a:prstGeom>
              <a:solidFill>
                <a:srgbClr val="A0A080"/>
              </a:solidFill>
              <a:ln>
                <a:noFill/>
                <a:miter lim="800000"/>
              </a:ln>
            </p:spPr>
          </p:sp>
          <p:sp>
            <p:nvSpPr>
              <p:cNvPr id="93207" name=""/>
              <p:cNvSpPr/>
              <p:nvPr/>
            </p:nvSpPr>
            <p:spPr>
              <a:xfrm>
                <a:off x="1480" y="2134"/>
                <a:ext cx="56" cy="2"/>
              </a:xfrm>
              <a:prstGeom prst="rect">
                <a:avLst/>
              </a:prstGeom>
              <a:solidFill>
                <a:srgbClr val="A0A080"/>
              </a:solidFill>
              <a:ln>
                <a:noFill/>
                <a:miter lim="800000"/>
              </a:ln>
            </p:spPr>
          </p:sp>
          <p:sp>
            <p:nvSpPr>
              <p:cNvPr id="93208" name=""/>
              <p:cNvSpPr/>
              <p:nvPr/>
            </p:nvSpPr>
            <p:spPr>
              <a:xfrm>
                <a:off x="1480" y="2129"/>
                <a:ext cx="56" cy="3"/>
              </a:xfrm>
              <a:prstGeom prst="rect">
                <a:avLst/>
              </a:prstGeom>
              <a:solidFill>
                <a:srgbClr val="A0A080"/>
              </a:solidFill>
              <a:ln>
                <a:noFill/>
                <a:miter lim="800000"/>
              </a:ln>
            </p:spPr>
          </p:sp>
          <p:sp>
            <p:nvSpPr>
              <p:cNvPr id="93209" name=""/>
              <p:cNvSpPr/>
              <p:nvPr/>
            </p:nvSpPr>
            <p:spPr>
              <a:xfrm>
                <a:off x="1480" y="2125"/>
                <a:ext cx="56" cy="3"/>
              </a:xfrm>
              <a:prstGeom prst="rect">
                <a:avLst/>
              </a:prstGeom>
              <a:solidFill>
                <a:srgbClr val="A0A080"/>
              </a:solidFill>
              <a:ln>
                <a:noFill/>
                <a:miter lim="800000"/>
              </a:ln>
            </p:spPr>
          </p:sp>
          <p:sp>
            <p:nvSpPr>
              <p:cNvPr id="93210" name=""/>
              <p:cNvSpPr/>
              <p:nvPr/>
            </p:nvSpPr>
            <p:spPr>
              <a:xfrm>
                <a:off x="1480" y="2121"/>
                <a:ext cx="56" cy="3"/>
              </a:xfrm>
              <a:prstGeom prst="rect">
                <a:avLst/>
              </a:prstGeom>
              <a:solidFill>
                <a:srgbClr val="A0A080"/>
              </a:solidFill>
              <a:ln>
                <a:noFill/>
                <a:miter lim="800000"/>
              </a:ln>
            </p:spPr>
          </p:sp>
          <p:sp>
            <p:nvSpPr>
              <p:cNvPr id="93211" name=""/>
              <p:cNvSpPr/>
              <p:nvPr/>
            </p:nvSpPr>
            <p:spPr>
              <a:xfrm>
                <a:off x="1480" y="2116"/>
                <a:ext cx="56" cy="3"/>
              </a:xfrm>
              <a:prstGeom prst="rect">
                <a:avLst/>
              </a:prstGeom>
              <a:solidFill>
                <a:srgbClr val="A0A080"/>
              </a:solidFill>
              <a:ln>
                <a:noFill/>
                <a:miter lim="800000"/>
              </a:ln>
            </p:spPr>
          </p:sp>
          <p:sp>
            <p:nvSpPr>
              <p:cNvPr id="93212" name=""/>
              <p:cNvSpPr/>
              <p:nvPr/>
            </p:nvSpPr>
            <p:spPr>
              <a:xfrm>
                <a:off x="1480" y="2113"/>
                <a:ext cx="56" cy="2"/>
              </a:xfrm>
              <a:prstGeom prst="rect">
                <a:avLst/>
              </a:prstGeom>
              <a:solidFill>
                <a:srgbClr val="A0A080"/>
              </a:solidFill>
              <a:ln>
                <a:noFill/>
                <a:miter lim="800000"/>
              </a:ln>
            </p:spPr>
          </p:sp>
          <p:sp>
            <p:nvSpPr>
              <p:cNvPr id="93213" name=""/>
              <p:cNvSpPr/>
              <p:nvPr/>
            </p:nvSpPr>
            <p:spPr>
              <a:xfrm>
                <a:off x="1480" y="2109"/>
                <a:ext cx="56" cy="2"/>
              </a:xfrm>
              <a:prstGeom prst="rect">
                <a:avLst/>
              </a:prstGeom>
              <a:solidFill>
                <a:srgbClr val="A0A080"/>
              </a:solidFill>
              <a:ln>
                <a:noFill/>
                <a:miter lim="800000"/>
              </a:ln>
            </p:spPr>
          </p:sp>
          <p:sp>
            <p:nvSpPr>
              <p:cNvPr id="93214" name=""/>
              <p:cNvSpPr/>
              <p:nvPr/>
            </p:nvSpPr>
            <p:spPr>
              <a:xfrm>
                <a:off x="1480" y="2104"/>
                <a:ext cx="56" cy="3"/>
              </a:xfrm>
              <a:prstGeom prst="rect">
                <a:avLst/>
              </a:prstGeom>
              <a:solidFill>
                <a:srgbClr val="A0A080"/>
              </a:solidFill>
              <a:ln>
                <a:noFill/>
                <a:miter lim="800000"/>
              </a:ln>
            </p:spPr>
          </p:sp>
          <p:sp>
            <p:nvSpPr>
              <p:cNvPr id="93215" name=""/>
              <p:cNvSpPr/>
              <p:nvPr/>
            </p:nvSpPr>
            <p:spPr>
              <a:xfrm>
                <a:off x="1480" y="2100"/>
                <a:ext cx="56" cy="2"/>
              </a:xfrm>
              <a:prstGeom prst="rect">
                <a:avLst/>
              </a:prstGeom>
              <a:solidFill>
                <a:srgbClr val="A0A080"/>
              </a:solidFill>
              <a:ln>
                <a:noFill/>
                <a:miter lim="800000"/>
              </a:ln>
            </p:spPr>
          </p:sp>
          <p:sp>
            <p:nvSpPr>
              <p:cNvPr id="93216" name=""/>
              <p:cNvSpPr/>
              <p:nvPr/>
            </p:nvSpPr>
            <p:spPr>
              <a:xfrm>
                <a:off x="1480" y="2096"/>
                <a:ext cx="56" cy="2"/>
              </a:xfrm>
              <a:prstGeom prst="rect">
                <a:avLst/>
              </a:prstGeom>
              <a:solidFill>
                <a:srgbClr val="A0A080"/>
              </a:solidFill>
              <a:ln>
                <a:noFill/>
                <a:miter lim="800000"/>
              </a:ln>
            </p:spPr>
          </p:sp>
          <p:sp>
            <p:nvSpPr>
              <p:cNvPr id="93217" name=""/>
              <p:cNvSpPr/>
              <p:nvPr/>
            </p:nvSpPr>
            <p:spPr>
              <a:xfrm>
                <a:off x="1480" y="2091"/>
                <a:ext cx="56" cy="3"/>
              </a:xfrm>
              <a:prstGeom prst="rect">
                <a:avLst/>
              </a:prstGeom>
              <a:solidFill>
                <a:srgbClr val="A0A080"/>
              </a:solidFill>
              <a:ln>
                <a:noFill/>
                <a:miter lim="800000"/>
              </a:ln>
            </p:spPr>
          </p:sp>
          <p:sp>
            <p:nvSpPr>
              <p:cNvPr id="93218" name=""/>
              <p:cNvSpPr/>
              <p:nvPr/>
            </p:nvSpPr>
            <p:spPr>
              <a:xfrm>
                <a:off x="1468" y="2166"/>
                <a:ext cx="41" cy="14"/>
              </a:xfrm>
              <a:custGeom>
                <a:pathLst>
                  <a:path w="123" h="28">
                    <a:moveTo>
                      <a:pt x="39" y="0"/>
                    </a:moveTo>
                    <a:lnTo>
                      <a:pt x="35" y="0"/>
                    </a:lnTo>
                    <a:lnTo>
                      <a:pt x="35" y="12"/>
                    </a:lnTo>
                    <a:lnTo>
                      <a:pt x="0" y="23"/>
                    </a:lnTo>
                    <a:lnTo>
                      <a:pt x="0" y="28"/>
                    </a:lnTo>
                    <a:lnTo>
                      <a:pt x="123" y="28"/>
                    </a:lnTo>
                    <a:lnTo>
                      <a:pt x="123" y="19"/>
                    </a:lnTo>
                    <a:lnTo>
                      <a:pt x="39" y="19"/>
                    </a:lnTo>
                    <a:lnTo>
                      <a:pt x="39" y="0"/>
                    </a:lnTo>
                    <a:close/>
                  </a:path>
                </a:pathLst>
              </a:custGeom>
              <a:solidFill>
                <a:srgbClr val="808060"/>
              </a:solidFill>
              <a:ln>
                <a:noFill/>
                <a:round/>
              </a:ln>
            </p:spPr>
          </p:sp>
          <p:sp>
            <p:nvSpPr>
              <p:cNvPr id="93219" name=""/>
              <p:cNvSpPr/>
              <p:nvPr/>
            </p:nvSpPr>
            <p:spPr>
              <a:xfrm>
                <a:off x="1509" y="2166"/>
                <a:ext cx="40" cy="14"/>
              </a:xfrm>
              <a:custGeom>
                <a:pathLst>
                  <a:path w="122" h="28">
                    <a:moveTo>
                      <a:pt x="83" y="0"/>
                    </a:moveTo>
                    <a:lnTo>
                      <a:pt x="88" y="0"/>
                    </a:lnTo>
                    <a:lnTo>
                      <a:pt x="88" y="12"/>
                    </a:lnTo>
                    <a:lnTo>
                      <a:pt x="122" y="23"/>
                    </a:lnTo>
                    <a:lnTo>
                      <a:pt x="122" y="28"/>
                    </a:lnTo>
                    <a:lnTo>
                      <a:pt x="0" y="28"/>
                    </a:lnTo>
                    <a:lnTo>
                      <a:pt x="0" y="19"/>
                    </a:lnTo>
                    <a:lnTo>
                      <a:pt x="83" y="19"/>
                    </a:lnTo>
                    <a:lnTo>
                      <a:pt x="83" y="0"/>
                    </a:lnTo>
                    <a:close/>
                  </a:path>
                </a:pathLst>
              </a:custGeom>
              <a:solidFill>
                <a:srgbClr val="808060"/>
              </a:solidFill>
              <a:ln>
                <a:noFill/>
                <a:round/>
              </a:ln>
            </p:spPr>
          </p:sp>
          <p:sp>
            <p:nvSpPr>
              <p:cNvPr id="93220" name=""/>
              <p:cNvSpPr/>
              <p:nvPr/>
            </p:nvSpPr>
            <p:spPr>
              <a:xfrm>
                <a:off x="1490" y="2125"/>
                <a:ext cx="36" cy="47"/>
              </a:xfrm>
              <a:custGeom>
                <a:pathLst>
                  <a:path w="109" h="93">
                    <a:moveTo>
                      <a:pt x="0" y="1"/>
                    </a:moveTo>
                    <a:lnTo>
                      <a:pt x="0" y="93"/>
                    </a:lnTo>
                    <a:lnTo>
                      <a:pt x="109" y="93"/>
                    </a:lnTo>
                    <a:lnTo>
                      <a:pt x="109" y="0"/>
                    </a:lnTo>
                  </a:path>
                </a:pathLst>
              </a:custGeom>
              <a:noFill/>
              <a:ln w="4763">
                <a:solidFill>
                  <a:srgbClr val="808060"/>
                </a:solidFill>
                <a:prstDash val="solid"/>
                <a:round/>
              </a:ln>
            </p:spPr>
          </p:sp>
          <p:sp>
            <p:nvSpPr>
              <p:cNvPr id="93221" name=""/>
              <p:cNvSpPr/>
              <p:nvPr/>
            </p:nvSpPr>
            <p:spPr>
              <a:xfrm>
                <a:off x="1480" y="1927"/>
                <a:ext cx="56" cy="104"/>
              </a:xfrm>
              <a:custGeom>
                <a:pathLst>
                  <a:path w="169" h="209">
                    <a:moveTo>
                      <a:pt x="5" y="209"/>
                    </a:moveTo>
                    <a:lnTo>
                      <a:pt x="164" y="209"/>
                    </a:lnTo>
                    <a:lnTo>
                      <a:pt x="166" y="209"/>
                    </a:lnTo>
                    <a:lnTo>
                      <a:pt x="167" y="206"/>
                    </a:lnTo>
                    <a:lnTo>
                      <a:pt x="169" y="205"/>
                    </a:lnTo>
                    <a:lnTo>
                      <a:pt x="169" y="5"/>
                    </a:lnTo>
                    <a:lnTo>
                      <a:pt x="167" y="3"/>
                    </a:lnTo>
                    <a:lnTo>
                      <a:pt x="166" y="2"/>
                    </a:lnTo>
                    <a:lnTo>
                      <a:pt x="165" y="2"/>
                    </a:lnTo>
                    <a:lnTo>
                      <a:pt x="5" y="0"/>
                    </a:lnTo>
                    <a:lnTo>
                      <a:pt x="2" y="2"/>
                    </a:lnTo>
                    <a:lnTo>
                      <a:pt x="1" y="3"/>
                    </a:lnTo>
                    <a:lnTo>
                      <a:pt x="0" y="5"/>
                    </a:lnTo>
                    <a:lnTo>
                      <a:pt x="0" y="205"/>
                    </a:lnTo>
                    <a:lnTo>
                      <a:pt x="0" y="206"/>
                    </a:lnTo>
                    <a:lnTo>
                      <a:pt x="2" y="209"/>
                    </a:lnTo>
                    <a:lnTo>
                      <a:pt x="5" y="209"/>
                    </a:lnTo>
                    <a:close/>
                  </a:path>
                </a:pathLst>
              </a:custGeom>
              <a:solidFill>
                <a:srgbClr val="F0E0C0"/>
              </a:solidFill>
              <a:ln>
                <a:noFill/>
                <a:round/>
              </a:ln>
            </p:spPr>
          </p:sp>
          <p:sp>
            <p:nvSpPr>
              <p:cNvPr id="93222" name=""/>
              <p:cNvSpPr/>
              <p:nvPr/>
            </p:nvSpPr>
            <p:spPr>
              <a:xfrm>
                <a:off x="1485" y="1956"/>
                <a:ext cx="46" cy="66"/>
              </a:xfrm>
              <a:custGeom>
                <a:pathLst>
                  <a:path w="138" h="131">
                    <a:moveTo>
                      <a:pt x="7" y="131"/>
                    </a:moveTo>
                    <a:lnTo>
                      <a:pt x="132" y="131"/>
                    </a:lnTo>
                    <a:lnTo>
                      <a:pt x="133" y="131"/>
                    </a:lnTo>
                    <a:lnTo>
                      <a:pt x="135" y="130"/>
                    </a:lnTo>
                    <a:lnTo>
                      <a:pt x="137" y="128"/>
                    </a:lnTo>
                    <a:lnTo>
                      <a:pt x="138" y="127"/>
                    </a:lnTo>
                    <a:lnTo>
                      <a:pt x="138" y="125"/>
                    </a:lnTo>
                    <a:lnTo>
                      <a:pt x="138" y="6"/>
                    </a:lnTo>
                    <a:lnTo>
                      <a:pt x="138" y="3"/>
                    </a:lnTo>
                    <a:lnTo>
                      <a:pt x="137" y="2"/>
                    </a:lnTo>
                    <a:lnTo>
                      <a:pt x="135" y="0"/>
                    </a:lnTo>
                    <a:lnTo>
                      <a:pt x="133" y="0"/>
                    </a:lnTo>
                    <a:lnTo>
                      <a:pt x="132" y="0"/>
                    </a:lnTo>
                    <a:lnTo>
                      <a:pt x="7" y="0"/>
                    </a:lnTo>
                    <a:lnTo>
                      <a:pt x="5" y="0"/>
                    </a:lnTo>
                    <a:lnTo>
                      <a:pt x="4" y="0"/>
                    </a:lnTo>
                    <a:lnTo>
                      <a:pt x="2" y="2"/>
                    </a:lnTo>
                    <a:lnTo>
                      <a:pt x="1" y="3"/>
                    </a:lnTo>
                    <a:lnTo>
                      <a:pt x="0" y="6"/>
                    </a:lnTo>
                    <a:lnTo>
                      <a:pt x="0" y="125"/>
                    </a:lnTo>
                    <a:lnTo>
                      <a:pt x="1" y="127"/>
                    </a:lnTo>
                    <a:lnTo>
                      <a:pt x="1" y="127"/>
                    </a:lnTo>
                    <a:lnTo>
                      <a:pt x="4" y="130"/>
                    </a:lnTo>
                    <a:lnTo>
                      <a:pt x="5" y="131"/>
                    </a:lnTo>
                    <a:lnTo>
                      <a:pt x="7" y="131"/>
                    </a:lnTo>
                    <a:close/>
                  </a:path>
                </a:pathLst>
              </a:custGeom>
              <a:solidFill>
                <a:srgbClr val="F0E0C0"/>
              </a:solidFill>
              <a:ln>
                <a:noFill/>
                <a:round/>
              </a:ln>
            </p:spPr>
          </p:sp>
          <p:sp>
            <p:nvSpPr>
              <p:cNvPr id="93223" name=""/>
              <p:cNvSpPr/>
              <p:nvPr/>
            </p:nvSpPr>
            <p:spPr>
              <a:xfrm>
                <a:off x="1488" y="1975"/>
                <a:ext cx="40" cy="0"/>
              </a:xfrm>
              <a:prstGeom prst="rect">
                <a:avLst/>
              </a:prstGeom>
              <a:solidFill>
                <a:srgbClr val="505020"/>
              </a:solidFill>
              <a:ln w="4763">
                <a:solidFill>
                  <a:prstClr val="black"/>
                </a:solidFill>
                <a:miter lim="800000"/>
              </a:ln>
            </p:spPr>
          </p:sp>
          <p:sp>
            <p:nvSpPr>
              <p:cNvPr id="93224" name=""/>
              <p:cNvSpPr/>
              <p:nvPr/>
            </p:nvSpPr>
            <p:spPr>
              <a:xfrm>
                <a:off x="1488" y="1993"/>
                <a:ext cx="40" cy="0"/>
              </a:xfrm>
              <a:prstGeom prst="rect">
                <a:avLst/>
              </a:prstGeom>
              <a:solidFill>
                <a:srgbClr val="505020"/>
              </a:solidFill>
              <a:ln w="4763">
                <a:solidFill>
                  <a:prstClr val="black"/>
                </a:solidFill>
                <a:miter lim="800000"/>
              </a:ln>
            </p:spPr>
          </p:sp>
          <p:sp>
            <p:nvSpPr>
              <p:cNvPr id="93225" name=""/>
              <p:cNvSpPr/>
              <p:nvPr/>
            </p:nvSpPr>
            <p:spPr>
              <a:xfrm>
                <a:off x="1486" y="1959"/>
                <a:ext cx="44" cy="18"/>
              </a:xfrm>
              <a:custGeom>
                <a:pathLst>
                  <a:path w="133" h="36">
                    <a:moveTo>
                      <a:pt x="4" y="36"/>
                    </a:moveTo>
                    <a:lnTo>
                      <a:pt x="131" y="36"/>
                    </a:lnTo>
                    <a:lnTo>
                      <a:pt x="132" y="36"/>
                    </a:lnTo>
                    <a:lnTo>
                      <a:pt x="133" y="33"/>
                    </a:lnTo>
                    <a:lnTo>
                      <a:pt x="133" y="3"/>
                    </a:lnTo>
                    <a:lnTo>
                      <a:pt x="133" y="1"/>
                    </a:lnTo>
                    <a:lnTo>
                      <a:pt x="131" y="0"/>
                    </a:lnTo>
                    <a:lnTo>
                      <a:pt x="4" y="0"/>
                    </a:lnTo>
                    <a:lnTo>
                      <a:pt x="2" y="1"/>
                    </a:lnTo>
                    <a:lnTo>
                      <a:pt x="0" y="2"/>
                    </a:lnTo>
                    <a:lnTo>
                      <a:pt x="0" y="33"/>
                    </a:lnTo>
                    <a:lnTo>
                      <a:pt x="2" y="35"/>
                    </a:lnTo>
                    <a:lnTo>
                      <a:pt x="3" y="36"/>
                    </a:lnTo>
                    <a:lnTo>
                      <a:pt x="4" y="36"/>
                    </a:lnTo>
                    <a:close/>
                  </a:path>
                </a:pathLst>
              </a:custGeom>
              <a:solidFill>
                <a:srgbClr val="C0C080"/>
              </a:solidFill>
              <a:ln>
                <a:noFill/>
                <a:round/>
              </a:ln>
            </p:spPr>
          </p:sp>
          <p:sp>
            <p:nvSpPr>
              <p:cNvPr id="93226" name=""/>
              <p:cNvSpPr/>
              <p:nvPr/>
            </p:nvSpPr>
            <p:spPr>
              <a:xfrm>
                <a:off x="1498" y="1959"/>
                <a:ext cx="17" cy="14"/>
              </a:xfrm>
              <a:custGeom>
                <a:pathLst>
                  <a:path w="53" h="27">
                    <a:moveTo>
                      <a:pt x="2" y="0"/>
                    </a:moveTo>
                    <a:lnTo>
                      <a:pt x="50" y="0"/>
                    </a:lnTo>
                    <a:lnTo>
                      <a:pt x="51" y="0"/>
                    </a:lnTo>
                    <a:lnTo>
                      <a:pt x="53" y="2"/>
                    </a:lnTo>
                    <a:lnTo>
                      <a:pt x="53" y="24"/>
                    </a:lnTo>
                    <a:lnTo>
                      <a:pt x="51" y="27"/>
                    </a:lnTo>
                    <a:lnTo>
                      <a:pt x="50" y="27"/>
                    </a:lnTo>
                    <a:lnTo>
                      <a:pt x="2" y="27"/>
                    </a:lnTo>
                    <a:lnTo>
                      <a:pt x="0" y="27"/>
                    </a:lnTo>
                    <a:lnTo>
                      <a:pt x="0" y="24"/>
                    </a:lnTo>
                    <a:lnTo>
                      <a:pt x="0" y="2"/>
                    </a:lnTo>
                    <a:lnTo>
                      <a:pt x="0" y="0"/>
                    </a:lnTo>
                    <a:lnTo>
                      <a:pt x="2" y="0"/>
                    </a:lnTo>
                    <a:close/>
                  </a:path>
                </a:pathLst>
              </a:custGeom>
              <a:solidFill>
                <a:srgbClr val="00DFCA"/>
              </a:solidFill>
              <a:ln>
                <a:noFill/>
                <a:round/>
              </a:ln>
            </p:spPr>
          </p:sp>
          <p:sp>
            <p:nvSpPr>
              <p:cNvPr id="93227" name=""/>
              <p:cNvSpPr/>
              <p:nvPr/>
            </p:nvSpPr>
            <p:spPr>
              <a:xfrm>
                <a:off x="1520" y="1959"/>
                <a:ext cx="6" cy="5"/>
              </a:xfrm>
              <a:custGeom>
                <a:pathLst>
                  <a:path w="18" h="9">
                    <a:moveTo>
                      <a:pt x="3" y="9"/>
                    </a:moveTo>
                    <a:lnTo>
                      <a:pt x="15" y="9"/>
                    </a:lnTo>
                    <a:lnTo>
                      <a:pt x="16" y="7"/>
                    </a:lnTo>
                    <a:lnTo>
                      <a:pt x="18" y="2"/>
                    </a:lnTo>
                    <a:lnTo>
                      <a:pt x="15" y="0"/>
                    </a:lnTo>
                    <a:lnTo>
                      <a:pt x="3" y="0"/>
                    </a:lnTo>
                    <a:lnTo>
                      <a:pt x="1" y="0"/>
                    </a:lnTo>
                    <a:lnTo>
                      <a:pt x="0" y="7"/>
                    </a:lnTo>
                    <a:lnTo>
                      <a:pt x="3" y="9"/>
                    </a:lnTo>
                    <a:close/>
                  </a:path>
                </a:pathLst>
              </a:custGeom>
              <a:solidFill>
                <a:srgbClr val="808050"/>
              </a:solidFill>
              <a:ln>
                <a:noFill/>
                <a:round/>
              </a:ln>
            </p:spPr>
          </p:sp>
          <p:sp>
            <p:nvSpPr>
              <p:cNvPr id="93228" name=""/>
              <p:cNvSpPr/>
              <p:nvPr/>
            </p:nvSpPr>
            <p:spPr>
              <a:xfrm>
                <a:off x="1520" y="1959"/>
                <a:ext cx="6" cy="5"/>
              </a:xfrm>
              <a:custGeom>
                <a:pathLst>
                  <a:path w="18" h="9">
                    <a:moveTo>
                      <a:pt x="1" y="9"/>
                    </a:moveTo>
                    <a:lnTo>
                      <a:pt x="15" y="9"/>
                    </a:lnTo>
                    <a:lnTo>
                      <a:pt x="18" y="7"/>
                    </a:lnTo>
                    <a:lnTo>
                      <a:pt x="18" y="2"/>
                    </a:lnTo>
                    <a:lnTo>
                      <a:pt x="15" y="0"/>
                    </a:lnTo>
                    <a:lnTo>
                      <a:pt x="1" y="0"/>
                    </a:lnTo>
                    <a:lnTo>
                      <a:pt x="0" y="0"/>
                    </a:lnTo>
                    <a:lnTo>
                      <a:pt x="0" y="7"/>
                    </a:lnTo>
                    <a:lnTo>
                      <a:pt x="1" y="9"/>
                    </a:lnTo>
                    <a:close/>
                  </a:path>
                </a:pathLst>
              </a:custGeom>
              <a:solidFill>
                <a:srgbClr val="C0C080"/>
              </a:solidFill>
              <a:ln>
                <a:noFill/>
                <a:round/>
              </a:ln>
            </p:spPr>
          </p:sp>
          <p:sp>
            <p:nvSpPr>
              <p:cNvPr id="93229" name=""/>
              <p:cNvSpPr/>
              <p:nvPr/>
            </p:nvSpPr>
            <p:spPr>
              <a:xfrm>
                <a:off x="1488" y="1963"/>
                <a:ext cx="41" cy="5"/>
              </a:xfrm>
              <a:custGeom>
                <a:pathLst>
                  <a:path w="123" h="9">
                    <a:moveTo>
                      <a:pt x="3" y="9"/>
                    </a:moveTo>
                    <a:lnTo>
                      <a:pt x="121" y="9"/>
                    </a:lnTo>
                    <a:lnTo>
                      <a:pt x="123" y="8"/>
                    </a:lnTo>
                    <a:lnTo>
                      <a:pt x="123" y="6"/>
                    </a:lnTo>
                    <a:lnTo>
                      <a:pt x="123" y="3"/>
                    </a:lnTo>
                    <a:lnTo>
                      <a:pt x="123" y="0"/>
                    </a:lnTo>
                    <a:lnTo>
                      <a:pt x="121" y="0"/>
                    </a:lnTo>
                    <a:lnTo>
                      <a:pt x="3" y="0"/>
                    </a:lnTo>
                    <a:lnTo>
                      <a:pt x="1" y="0"/>
                    </a:lnTo>
                    <a:lnTo>
                      <a:pt x="0" y="3"/>
                    </a:lnTo>
                    <a:lnTo>
                      <a:pt x="0" y="6"/>
                    </a:lnTo>
                    <a:lnTo>
                      <a:pt x="1" y="8"/>
                    </a:lnTo>
                    <a:lnTo>
                      <a:pt x="3" y="9"/>
                    </a:lnTo>
                    <a:close/>
                  </a:path>
                </a:pathLst>
              </a:custGeom>
              <a:solidFill>
                <a:srgbClr val="A0A080"/>
              </a:solidFill>
              <a:ln>
                <a:noFill/>
                <a:round/>
              </a:ln>
            </p:spPr>
          </p:sp>
          <p:sp>
            <p:nvSpPr>
              <p:cNvPr id="93230" name=""/>
              <p:cNvSpPr/>
              <p:nvPr/>
            </p:nvSpPr>
            <p:spPr>
              <a:xfrm>
                <a:off x="1487" y="1975"/>
                <a:ext cx="43" cy="19"/>
              </a:xfrm>
              <a:custGeom>
                <a:pathLst>
                  <a:path w="130" h="39">
                    <a:moveTo>
                      <a:pt x="1" y="39"/>
                    </a:moveTo>
                    <a:lnTo>
                      <a:pt x="128" y="39"/>
                    </a:lnTo>
                    <a:lnTo>
                      <a:pt x="130" y="39"/>
                    </a:lnTo>
                    <a:lnTo>
                      <a:pt x="130" y="37"/>
                    </a:lnTo>
                    <a:lnTo>
                      <a:pt x="130" y="4"/>
                    </a:lnTo>
                    <a:lnTo>
                      <a:pt x="129" y="1"/>
                    </a:lnTo>
                    <a:lnTo>
                      <a:pt x="128" y="0"/>
                    </a:lnTo>
                    <a:lnTo>
                      <a:pt x="1" y="0"/>
                    </a:lnTo>
                    <a:lnTo>
                      <a:pt x="0" y="1"/>
                    </a:lnTo>
                    <a:lnTo>
                      <a:pt x="0" y="4"/>
                    </a:lnTo>
                    <a:lnTo>
                      <a:pt x="0" y="37"/>
                    </a:lnTo>
                    <a:lnTo>
                      <a:pt x="0" y="39"/>
                    </a:lnTo>
                    <a:lnTo>
                      <a:pt x="1" y="39"/>
                    </a:lnTo>
                    <a:close/>
                  </a:path>
                </a:pathLst>
              </a:custGeom>
              <a:solidFill>
                <a:srgbClr val="C0C080"/>
              </a:solidFill>
              <a:ln>
                <a:noFill/>
                <a:round/>
              </a:ln>
            </p:spPr>
          </p:sp>
          <p:sp>
            <p:nvSpPr>
              <p:cNvPr id="93231" name=""/>
              <p:cNvSpPr/>
              <p:nvPr/>
            </p:nvSpPr>
            <p:spPr>
              <a:xfrm>
                <a:off x="1498" y="1977"/>
                <a:ext cx="17" cy="15"/>
              </a:xfrm>
              <a:custGeom>
                <a:pathLst>
                  <a:path w="53" h="29">
                    <a:moveTo>
                      <a:pt x="3" y="0"/>
                    </a:moveTo>
                    <a:lnTo>
                      <a:pt x="49" y="0"/>
                    </a:lnTo>
                    <a:lnTo>
                      <a:pt x="51" y="0"/>
                    </a:lnTo>
                    <a:lnTo>
                      <a:pt x="53" y="2"/>
                    </a:lnTo>
                    <a:lnTo>
                      <a:pt x="53" y="4"/>
                    </a:lnTo>
                    <a:lnTo>
                      <a:pt x="53" y="26"/>
                    </a:lnTo>
                    <a:lnTo>
                      <a:pt x="53" y="28"/>
                    </a:lnTo>
                    <a:lnTo>
                      <a:pt x="50" y="29"/>
                    </a:lnTo>
                    <a:lnTo>
                      <a:pt x="49" y="29"/>
                    </a:lnTo>
                    <a:lnTo>
                      <a:pt x="3" y="29"/>
                    </a:lnTo>
                    <a:lnTo>
                      <a:pt x="1" y="29"/>
                    </a:lnTo>
                    <a:lnTo>
                      <a:pt x="0" y="28"/>
                    </a:lnTo>
                    <a:lnTo>
                      <a:pt x="0" y="26"/>
                    </a:lnTo>
                    <a:lnTo>
                      <a:pt x="0" y="4"/>
                    </a:lnTo>
                    <a:lnTo>
                      <a:pt x="0" y="1"/>
                    </a:lnTo>
                    <a:lnTo>
                      <a:pt x="2" y="0"/>
                    </a:lnTo>
                    <a:lnTo>
                      <a:pt x="3" y="0"/>
                    </a:lnTo>
                    <a:close/>
                  </a:path>
                </a:pathLst>
              </a:custGeom>
              <a:solidFill>
                <a:srgbClr val="00DFCA"/>
              </a:solidFill>
              <a:ln>
                <a:noFill/>
                <a:round/>
              </a:ln>
            </p:spPr>
          </p:sp>
          <p:sp>
            <p:nvSpPr>
              <p:cNvPr id="93232" name=""/>
              <p:cNvSpPr/>
              <p:nvPr/>
            </p:nvSpPr>
            <p:spPr>
              <a:xfrm>
                <a:off x="1516" y="1986"/>
                <a:ext cx="6" cy="5"/>
              </a:xfrm>
              <a:custGeom>
                <a:pathLst>
                  <a:path w="20" h="9">
                    <a:moveTo>
                      <a:pt x="2" y="9"/>
                    </a:moveTo>
                    <a:lnTo>
                      <a:pt x="16" y="9"/>
                    </a:lnTo>
                    <a:lnTo>
                      <a:pt x="18" y="9"/>
                    </a:lnTo>
                    <a:lnTo>
                      <a:pt x="20" y="5"/>
                    </a:lnTo>
                    <a:lnTo>
                      <a:pt x="20" y="4"/>
                    </a:lnTo>
                    <a:lnTo>
                      <a:pt x="19" y="1"/>
                    </a:lnTo>
                    <a:lnTo>
                      <a:pt x="18" y="0"/>
                    </a:lnTo>
                    <a:lnTo>
                      <a:pt x="2" y="0"/>
                    </a:lnTo>
                    <a:lnTo>
                      <a:pt x="1" y="0"/>
                    </a:lnTo>
                    <a:lnTo>
                      <a:pt x="0" y="3"/>
                    </a:lnTo>
                    <a:lnTo>
                      <a:pt x="0" y="5"/>
                    </a:lnTo>
                    <a:lnTo>
                      <a:pt x="1" y="8"/>
                    </a:lnTo>
                    <a:lnTo>
                      <a:pt x="2" y="9"/>
                    </a:lnTo>
                    <a:close/>
                  </a:path>
                </a:pathLst>
              </a:custGeom>
              <a:solidFill>
                <a:srgbClr val="808050"/>
              </a:solidFill>
              <a:ln>
                <a:noFill/>
                <a:round/>
              </a:ln>
            </p:spPr>
          </p:sp>
          <p:sp>
            <p:nvSpPr>
              <p:cNvPr id="93233" name=""/>
              <p:cNvSpPr/>
              <p:nvPr/>
            </p:nvSpPr>
            <p:spPr>
              <a:xfrm>
                <a:off x="1516" y="1986"/>
                <a:ext cx="6" cy="5"/>
              </a:xfrm>
              <a:custGeom>
                <a:pathLst>
                  <a:path w="20" h="9">
                    <a:moveTo>
                      <a:pt x="2" y="9"/>
                    </a:moveTo>
                    <a:lnTo>
                      <a:pt x="16" y="9"/>
                    </a:lnTo>
                    <a:lnTo>
                      <a:pt x="18" y="9"/>
                    </a:lnTo>
                    <a:lnTo>
                      <a:pt x="20" y="5"/>
                    </a:lnTo>
                    <a:lnTo>
                      <a:pt x="20" y="4"/>
                    </a:lnTo>
                    <a:lnTo>
                      <a:pt x="19" y="1"/>
                    </a:lnTo>
                    <a:lnTo>
                      <a:pt x="18" y="0"/>
                    </a:lnTo>
                    <a:lnTo>
                      <a:pt x="2" y="0"/>
                    </a:lnTo>
                    <a:lnTo>
                      <a:pt x="1" y="0"/>
                    </a:lnTo>
                    <a:lnTo>
                      <a:pt x="0" y="3"/>
                    </a:lnTo>
                    <a:lnTo>
                      <a:pt x="0" y="5"/>
                    </a:lnTo>
                    <a:lnTo>
                      <a:pt x="1" y="8"/>
                    </a:lnTo>
                    <a:lnTo>
                      <a:pt x="2" y="9"/>
                    </a:lnTo>
                    <a:close/>
                  </a:path>
                </a:pathLst>
              </a:custGeom>
              <a:solidFill>
                <a:srgbClr val="C0C080"/>
              </a:solidFill>
              <a:ln>
                <a:noFill/>
                <a:round/>
              </a:ln>
            </p:spPr>
          </p:sp>
          <p:sp>
            <p:nvSpPr>
              <p:cNvPr id="93234" name=""/>
              <p:cNvSpPr/>
              <p:nvPr/>
            </p:nvSpPr>
            <p:spPr>
              <a:xfrm>
                <a:off x="1496" y="1979"/>
                <a:ext cx="27" cy="6"/>
              </a:xfrm>
              <a:custGeom>
                <a:pathLst>
                  <a:path w="80" h="10">
                    <a:moveTo>
                      <a:pt x="0" y="8"/>
                    </a:moveTo>
                    <a:lnTo>
                      <a:pt x="29" y="8"/>
                    </a:lnTo>
                    <a:lnTo>
                      <a:pt x="29" y="10"/>
                    </a:lnTo>
                    <a:lnTo>
                      <a:pt x="55" y="10"/>
                    </a:lnTo>
                    <a:lnTo>
                      <a:pt x="55" y="8"/>
                    </a:lnTo>
                    <a:lnTo>
                      <a:pt x="80" y="8"/>
                    </a:lnTo>
                    <a:lnTo>
                      <a:pt x="80" y="2"/>
                    </a:lnTo>
                    <a:lnTo>
                      <a:pt x="55" y="2"/>
                    </a:lnTo>
                    <a:lnTo>
                      <a:pt x="55" y="0"/>
                    </a:lnTo>
                    <a:lnTo>
                      <a:pt x="30" y="0"/>
                    </a:lnTo>
                    <a:lnTo>
                      <a:pt x="30" y="1"/>
                    </a:lnTo>
                    <a:lnTo>
                      <a:pt x="0" y="1"/>
                    </a:lnTo>
                    <a:lnTo>
                      <a:pt x="0" y="8"/>
                    </a:lnTo>
                    <a:close/>
                  </a:path>
                </a:pathLst>
              </a:custGeom>
              <a:solidFill>
                <a:srgbClr val="A08060"/>
              </a:solidFill>
              <a:ln>
                <a:noFill/>
                <a:round/>
              </a:ln>
            </p:spPr>
          </p:sp>
          <p:sp>
            <p:nvSpPr>
              <p:cNvPr id="93235" name=""/>
              <p:cNvSpPr/>
              <p:nvPr/>
            </p:nvSpPr>
            <p:spPr>
              <a:xfrm>
                <a:off x="1487" y="1997"/>
                <a:ext cx="43" cy="4"/>
              </a:xfrm>
              <a:prstGeom prst="rect">
                <a:avLst/>
              </a:prstGeom>
              <a:solidFill>
                <a:srgbClr val="505020"/>
              </a:solidFill>
              <a:ln>
                <a:noFill/>
                <a:miter lim="800000"/>
              </a:ln>
            </p:spPr>
          </p:sp>
          <p:sp>
            <p:nvSpPr>
              <p:cNvPr id="93236" name=""/>
              <p:cNvSpPr/>
              <p:nvPr/>
            </p:nvSpPr>
            <p:spPr>
              <a:xfrm>
                <a:off x="1487" y="1997"/>
                <a:ext cx="43" cy="2"/>
              </a:xfrm>
              <a:custGeom>
                <a:pathLst>
                  <a:path w="130" h="4">
                    <a:moveTo>
                      <a:pt x="130" y="0"/>
                    </a:moveTo>
                    <a:lnTo>
                      <a:pt x="129" y="0"/>
                    </a:lnTo>
                    <a:lnTo>
                      <a:pt x="0" y="0"/>
                    </a:lnTo>
                    <a:lnTo>
                      <a:pt x="0" y="4"/>
                    </a:lnTo>
                    <a:lnTo>
                      <a:pt x="129" y="4"/>
                    </a:lnTo>
                    <a:lnTo>
                      <a:pt x="128" y="0"/>
                    </a:lnTo>
                    <a:lnTo>
                      <a:pt x="130" y="0"/>
                    </a:lnTo>
                    <a:lnTo>
                      <a:pt x="129" y="0"/>
                    </a:lnTo>
                    <a:lnTo>
                      <a:pt x="130" y="0"/>
                    </a:lnTo>
                    <a:close/>
                  </a:path>
                </a:pathLst>
              </a:custGeom>
              <a:solidFill>
                <a:srgbClr val="000000"/>
              </a:solidFill>
              <a:ln>
                <a:noFill/>
                <a:round/>
              </a:ln>
            </p:spPr>
          </p:sp>
          <p:sp>
            <p:nvSpPr>
              <p:cNvPr id="93237" name=""/>
              <p:cNvSpPr/>
              <p:nvPr/>
            </p:nvSpPr>
            <p:spPr>
              <a:xfrm>
                <a:off x="1529" y="1997"/>
                <a:ext cx="1" cy="4"/>
              </a:xfrm>
              <a:custGeom>
                <a:pathLst>
                  <a:path w="4" h="8">
                    <a:moveTo>
                      <a:pt x="2" y="8"/>
                    </a:moveTo>
                    <a:lnTo>
                      <a:pt x="4" y="7"/>
                    </a:lnTo>
                    <a:lnTo>
                      <a:pt x="4" y="0"/>
                    </a:lnTo>
                    <a:lnTo>
                      <a:pt x="0" y="0"/>
                    </a:lnTo>
                    <a:lnTo>
                      <a:pt x="0" y="7"/>
                    </a:lnTo>
                    <a:lnTo>
                      <a:pt x="2" y="7"/>
                    </a:lnTo>
                    <a:lnTo>
                      <a:pt x="2" y="8"/>
                    </a:lnTo>
                    <a:lnTo>
                      <a:pt x="4" y="8"/>
                    </a:lnTo>
                    <a:lnTo>
                      <a:pt x="4" y="7"/>
                    </a:lnTo>
                    <a:lnTo>
                      <a:pt x="2" y="8"/>
                    </a:lnTo>
                    <a:close/>
                  </a:path>
                </a:pathLst>
              </a:custGeom>
              <a:solidFill>
                <a:srgbClr val="000000"/>
              </a:solidFill>
              <a:ln>
                <a:noFill/>
                <a:round/>
              </a:ln>
            </p:spPr>
          </p:sp>
          <p:sp>
            <p:nvSpPr>
              <p:cNvPr id="93238" name=""/>
              <p:cNvSpPr/>
              <p:nvPr/>
            </p:nvSpPr>
            <p:spPr>
              <a:xfrm>
                <a:off x="1486" y="1999"/>
                <a:ext cx="44" cy="2"/>
              </a:xfrm>
              <a:custGeom>
                <a:pathLst>
                  <a:path w="132" h="5">
                    <a:moveTo>
                      <a:pt x="0" y="0"/>
                    </a:moveTo>
                    <a:lnTo>
                      <a:pt x="2" y="5"/>
                    </a:lnTo>
                    <a:lnTo>
                      <a:pt x="132" y="5"/>
                    </a:lnTo>
                    <a:lnTo>
                      <a:pt x="132" y="0"/>
                    </a:lnTo>
                    <a:lnTo>
                      <a:pt x="2" y="0"/>
                    </a:lnTo>
                    <a:lnTo>
                      <a:pt x="0" y="0"/>
                    </a:lnTo>
                    <a:lnTo>
                      <a:pt x="0" y="5"/>
                    </a:lnTo>
                    <a:lnTo>
                      <a:pt x="2" y="5"/>
                    </a:lnTo>
                    <a:lnTo>
                      <a:pt x="0" y="0"/>
                    </a:lnTo>
                    <a:close/>
                  </a:path>
                </a:pathLst>
              </a:custGeom>
              <a:solidFill>
                <a:srgbClr val="000000"/>
              </a:solidFill>
              <a:ln>
                <a:noFill/>
                <a:round/>
              </a:ln>
            </p:spPr>
          </p:sp>
          <p:sp>
            <p:nvSpPr>
              <p:cNvPr id="93239" name=""/>
              <p:cNvSpPr/>
              <p:nvPr/>
            </p:nvSpPr>
            <p:spPr>
              <a:xfrm>
                <a:off x="1486" y="1997"/>
                <a:ext cx="1" cy="4"/>
              </a:xfrm>
              <a:custGeom>
                <a:pathLst>
                  <a:path w="4" h="8">
                    <a:moveTo>
                      <a:pt x="4" y="0"/>
                    </a:moveTo>
                    <a:lnTo>
                      <a:pt x="0" y="0"/>
                    </a:lnTo>
                    <a:lnTo>
                      <a:pt x="0" y="8"/>
                    </a:lnTo>
                    <a:lnTo>
                      <a:pt x="4" y="8"/>
                    </a:lnTo>
                    <a:lnTo>
                      <a:pt x="4" y="0"/>
                    </a:lnTo>
                    <a:lnTo>
                      <a:pt x="4" y="2"/>
                    </a:lnTo>
                    <a:lnTo>
                      <a:pt x="4" y="0"/>
                    </a:lnTo>
                    <a:lnTo>
                      <a:pt x="0" y="0"/>
                    </a:lnTo>
                    <a:lnTo>
                      <a:pt x="4" y="0"/>
                    </a:lnTo>
                    <a:close/>
                  </a:path>
                </a:pathLst>
              </a:custGeom>
              <a:solidFill>
                <a:srgbClr val="000000"/>
              </a:solidFill>
              <a:ln>
                <a:noFill/>
                <a:round/>
              </a:ln>
            </p:spPr>
          </p:sp>
          <p:sp>
            <p:nvSpPr>
              <p:cNvPr id="93240" name=""/>
              <p:cNvSpPr/>
              <p:nvPr/>
            </p:nvSpPr>
            <p:spPr>
              <a:xfrm>
                <a:off x="1487" y="1999"/>
                <a:ext cx="43" cy="22"/>
              </a:xfrm>
              <a:custGeom>
                <a:pathLst>
                  <a:path w="130" h="46">
                    <a:moveTo>
                      <a:pt x="2" y="0"/>
                    </a:moveTo>
                    <a:lnTo>
                      <a:pt x="128" y="0"/>
                    </a:lnTo>
                    <a:lnTo>
                      <a:pt x="129" y="0"/>
                    </a:lnTo>
                    <a:lnTo>
                      <a:pt x="130" y="1"/>
                    </a:lnTo>
                    <a:lnTo>
                      <a:pt x="130" y="2"/>
                    </a:lnTo>
                    <a:lnTo>
                      <a:pt x="130" y="42"/>
                    </a:lnTo>
                    <a:lnTo>
                      <a:pt x="130" y="43"/>
                    </a:lnTo>
                    <a:lnTo>
                      <a:pt x="130" y="44"/>
                    </a:lnTo>
                    <a:lnTo>
                      <a:pt x="129" y="44"/>
                    </a:lnTo>
                    <a:lnTo>
                      <a:pt x="129" y="46"/>
                    </a:lnTo>
                    <a:lnTo>
                      <a:pt x="128" y="46"/>
                    </a:lnTo>
                    <a:lnTo>
                      <a:pt x="2" y="46"/>
                    </a:lnTo>
                    <a:lnTo>
                      <a:pt x="1" y="46"/>
                    </a:lnTo>
                    <a:lnTo>
                      <a:pt x="0" y="46"/>
                    </a:lnTo>
                    <a:lnTo>
                      <a:pt x="0" y="44"/>
                    </a:lnTo>
                    <a:lnTo>
                      <a:pt x="0" y="43"/>
                    </a:lnTo>
                    <a:lnTo>
                      <a:pt x="0" y="42"/>
                    </a:lnTo>
                    <a:lnTo>
                      <a:pt x="0" y="2"/>
                    </a:lnTo>
                    <a:lnTo>
                      <a:pt x="0" y="1"/>
                    </a:lnTo>
                    <a:lnTo>
                      <a:pt x="0" y="0"/>
                    </a:lnTo>
                    <a:lnTo>
                      <a:pt x="2" y="0"/>
                    </a:lnTo>
                    <a:close/>
                  </a:path>
                </a:pathLst>
              </a:custGeom>
              <a:solidFill>
                <a:srgbClr val="C0C080"/>
              </a:solidFill>
              <a:ln>
                <a:noFill/>
                <a:round/>
              </a:ln>
            </p:spPr>
          </p:sp>
          <p:sp>
            <p:nvSpPr>
              <p:cNvPr id="93241" name=""/>
              <p:cNvSpPr/>
              <p:nvPr/>
            </p:nvSpPr>
            <p:spPr>
              <a:xfrm>
                <a:off x="1497" y="2001"/>
                <a:ext cx="18" cy="19"/>
              </a:xfrm>
              <a:custGeom>
                <a:pathLst>
                  <a:path w="53" h="37">
                    <a:moveTo>
                      <a:pt x="3" y="0"/>
                    </a:moveTo>
                    <a:lnTo>
                      <a:pt x="50" y="0"/>
                    </a:lnTo>
                    <a:lnTo>
                      <a:pt x="51" y="0"/>
                    </a:lnTo>
                    <a:lnTo>
                      <a:pt x="52" y="1"/>
                    </a:lnTo>
                    <a:lnTo>
                      <a:pt x="52" y="2"/>
                    </a:lnTo>
                    <a:lnTo>
                      <a:pt x="53" y="3"/>
                    </a:lnTo>
                    <a:lnTo>
                      <a:pt x="53" y="5"/>
                    </a:lnTo>
                    <a:lnTo>
                      <a:pt x="53" y="34"/>
                    </a:lnTo>
                    <a:lnTo>
                      <a:pt x="52" y="35"/>
                    </a:lnTo>
                    <a:lnTo>
                      <a:pt x="52" y="36"/>
                    </a:lnTo>
                    <a:lnTo>
                      <a:pt x="52" y="37"/>
                    </a:lnTo>
                    <a:lnTo>
                      <a:pt x="51" y="37"/>
                    </a:lnTo>
                    <a:lnTo>
                      <a:pt x="50" y="37"/>
                    </a:lnTo>
                    <a:lnTo>
                      <a:pt x="3" y="37"/>
                    </a:lnTo>
                    <a:lnTo>
                      <a:pt x="2" y="37"/>
                    </a:lnTo>
                    <a:lnTo>
                      <a:pt x="1" y="36"/>
                    </a:lnTo>
                    <a:lnTo>
                      <a:pt x="0" y="35"/>
                    </a:lnTo>
                    <a:lnTo>
                      <a:pt x="0" y="34"/>
                    </a:lnTo>
                    <a:lnTo>
                      <a:pt x="0" y="5"/>
                    </a:lnTo>
                    <a:lnTo>
                      <a:pt x="0" y="3"/>
                    </a:lnTo>
                    <a:lnTo>
                      <a:pt x="1" y="2"/>
                    </a:lnTo>
                    <a:lnTo>
                      <a:pt x="1" y="1"/>
                    </a:lnTo>
                    <a:lnTo>
                      <a:pt x="2" y="0"/>
                    </a:lnTo>
                    <a:lnTo>
                      <a:pt x="3" y="0"/>
                    </a:lnTo>
                    <a:close/>
                  </a:path>
                </a:pathLst>
              </a:custGeom>
              <a:solidFill>
                <a:srgbClr val="00DFCA"/>
              </a:solidFill>
              <a:ln>
                <a:noFill/>
                <a:round/>
              </a:ln>
            </p:spPr>
          </p:sp>
          <p:sp>
            <p:nvSpPr>
              <p:cNvPr id="93242" name=""/>
              <p:cNvSpPr/>
              <p:nvPr/>
            </p:nvSpPr>
            <p:spPr>
              <a:xfrm>
                <a:off x="1499" y="2002"/>
                <a:ext cx="30" cy="15"/>
              </a:xfrm>
              <a:custGeom>
                <a:pathLst>
                  <a:path w="91" h="30">
                    <a:moveTo>
                      <a:pt x="0" y="0"/>
                    </a:moveTo>
                    <a:lnTo>
                      <a:pt x="91" y="0"/>
                    </a:lnTo>
                    <a:lnTo>
                      <a:pt x="91" y="21"/>
                    </a:lnTo>
                    <a:lnTo>
                      <a:pt x="13" y="21"/>
                    </a:lnTo>
                    <a:lnTo>
                      <a:pt x="13" y="30"/>
                    </a:lnTo>
                    <a:lnTo>
                      <a:pt x="0" y="30"/>
                    </a:lnTo>
                    <a:lnTo>
                      <a:pt x="0" y="0"/>
                    </a:lnTo>
                    <a:close/>
                  </a:path>
                </a:pathLst>
              </a:custGeom>
              <a:solidFill>
                <a:srgbClr val="404010"/>
              </a:solidFill>
              <a:ln>
                <a:noFill/>
                <a:round/>
              </a:ln>
            </p:spPr>
          </p:sp>
          <p:sp>
            <p:nvSpPr>
              <p:cNvPr id="93243" name=""/>
              <p:cNvSpPr/>
              <p:nvPr/>
            </p:nvSpPr>
            <p:spPr>
              <a:xfrm>
                <a:off x="1487" y="1994"/>
                <a:ext cx="43" cy="5"/>
              </a:xfrm>
              <a:prstGeom prst="rect">
                <a:avLst/>
              </a:prstGeom>
              <a:solidFill>
                <a:srgbClr val="C0C080"/>
              </a:solidFill>
              <a:ln>
                <a:noFill/>
                <a:miter lim="800000"/>
              </a:ln>
            </p:spPr>
          </p:sp>
          <p:sp>
            <p:nvSpPr>
              <p:cNvPr id="93244" name=""/>
              <p:cNvSpPr/>
              <p:nvPr/>
            </p:nvSpPr>
            <p:spPr>
              <a:xfrm>
                <a:off x="1485" y="1951"/>
                <a:ext cx="47" cy="4"/>
              </a:xfrm>
              <a:custGeom>
                <a:pathLst>
                  <a:path w="140" h="10">
                    <a:moveTo>
                      <a:pt x="2" y="0"/>
                    </a:moveTo>
                    <a:lnTo>
                      <a:pt x="138" y="0"/>
                    </a:lnTo>
                    <a:lnTo>
                      <a:pt x="139" y="0"/>
                    </a:lnTo>
                    <a:lnTo>
                      <a:pt x="140" y="4"/>
                    </a:lnTo>
                    <a:lnTo>
                      <a:pt x="140" y="7"/>
                    </a:lnTo>
                    <a:lnTo>
                      <a:pt x="138" y="10"/>
                    </a:lnTo>
                    <a:lnTo>
                      <a:pt x="2" y="10"/>
                    </a:lnTo>
                    <a:lnTo>
                      <a:pt x="1" y="7"/>
                    </a:lnTo>
                    <a:lnTo>
                      <a:pt x="0" y="6"/>
                    </a:lnTo>
                    <a:lnTo>
                      <a:pt x="0" y="3"/>
                    </a:lnTo>
                    <a:lnTo>
                      <a:pt x="2" y="0"/>
                    </a:lnTo>
                    <a:close/>
                  </a:path>
                </a:pathLst>
              </a:custGeom>
              <a:solidFill>
                <a:srgbClr val="E0D0A0"/>
              </a:solidFill>
              <a:ln>
                <a:noFill/>
                <a:round/>
              </a:ln>
            </p:spPr>
          </p:sp>
          <p:sp>
            <p:nvSpPr>
              <p:cNvPr id="93245" name=""/>
              <p:cNvSpPr/>
              <p:nvPr/>
            </p:nvSpPr>
            <p:spPr>
              <a:xfrm>
                <a:off x="1488" y="1966"/>
                <a:ext cx="10" cy="3"/>
              </a:xfrm>
              <a:custGeom>
                <a:pathLst>
                  <a:path w="28" h="5">
                    <a:moveTo>
                      <a:pt x="1" y="0"/>
                    </a:moveTo>
                    <a:lnTo>
                      <a:pt x="28" y="0"/>
                    </a:lnTo>
                    <a:lnTo>
                      <a:pt x="28" y="2"/>
                    </a:lnTo>
                    <a:lnTo>
                      <a:pt x="28" y="5"/>
                    </a:lnTo>
                    <a:lnTo>
                      <a:pt x="1" y="5"/>
                    </a:lnTo>
                    <a:lnTo>
                      <a:pt x="0" y="3"/>
                    </a:lnTo>
                    <a:lnTo>
                      <a:pt x="0" y="0"/>
                    </a:lnTo>
                    <a:lnTo>
                      <a:pt x="1" y="0"/>
                    </a:lnTo>
                    <a:close/>
                  </a:path>
                </a:pathLst>
              </a:custGeom>
              <a:solidFill>
                <a:srgbClr val="E0E0B0"/>
              </a:solidFill>
              <a:ln>
                <a:noFill/>
                <a:round/>
              </a:ln>
            </p:spPr>
          </p:sp>
          <p:sp>
            <p:nvSpPr>
              <p:cNvPr id="93246" name=""/>
              <p:cNvSpPr/>
              <p:nvPr/>
            </p:nvSpPr>
            <p:spPr>
              <a:xfrm>
                <a:off x="1497" y="1966"/>
                <a:ext cx="18" cy="3"/>
              </a:xfrm>
              <a:custGeom>
                <a:pathLst>
                  <a:path w="55" h="4">
                    <a:moveTo>
                      <a:pt x="0" y="0"/>
                    </a:moveTo>
                    <a:lnTo>
                      <a:pt x="55" y="0"/>
                    </a:lnTo>
                    <a:lnTo>
                      <a:pt x="0" y="4"/>
                    </a:lnTo>
                    <a:lnTo>
                      <a:pt x="0" y="0"/>
                    </a:lnTo>
                    <a:close/>
                  </a:path>
                </a:pathLst>
              </a:custGeom>
              <a:solidFill>
                <a:srgbClr val="E0E0B0"/>
              </a:solidFill>
              <a:ln>
                <a:noFill/>
                <a:round/>
              </a:ln>
            </p:spPr>
          </p:sp>
          <p:sp>
            <p:nvSpPr>
              <p:cNvPr id="93247" name=""/>
              <p:cNvSpPr/>
              <p:nvPr/>
            </p:nvSpPr>
            <p:spPr>
              <a:xfrm>
                <a:off x="1515" y="1966"/>
                <a:ext cx="14" cy="3"/>
              </a:xfrm>
              <a:custGeom>
                <a:pathLst>
                  <a:path w="44" h="5">
                    <a:moveTo>
                      <a:pt x="2" y="0"/>
                    </a:moveTo>
                    <a:lnTo>
                      <a:pt x="43" y="0"/>
                    </a:lnTo>
                    <a:lnTo>
                      <a:pt x="44" y="2"/>
                    </a:lnTo>
                    <a:lnTo>
                      <a:pt x="43" y="5"/>
                    </a:lnTo>
                    <a:lnTo>
                      <a:pt x="2" y="5"/>
                    </a:lnTo>
                    <a:lnTo>
                      <a:pt x="0" y="2"/>
                    </a:lnTo>
                    <a:lnTo>
                      <a:pt x="2" y="0"/>
                    </a:lnTo>
                    <a:close/>
                  </a:path>
                </a:pathLst>
              </a:custGeom>
              <a:solidFill>
                <a:srgbClr val="E0E0B0"/>
              </a:solidFill>
              <a:ln>
                <a:noFill/>
                <a:round/>
              </a:ln>
            </p:spPr>
          </p:sp>
          <p:sp>
            <p:nvSpPr>
              <p:cNvPr id="93248" name=""/>
              <p:cNvSpPr/>
              <p:nvPr/>
            </p:nvSpPr>
            <p:spPr>
              <a:xfrm>
                <a:off x="1498" y="1968"/>
                <a:ext cx="17" cy="5"/>
              </a:xfrm>
              <a:custGeom>
                <a:pathLst>
                  <a:path w="53" h="11">
                    <a:moveTo>
                      <a:pt x="0" y="0"/>
                    </a:moveTo>
                    <a:lnTo>
                      <a:pt x="51" y="0"/>
                    </a:lnTo>
                    <a:lnTo>
                      <a:pt x="53" y="1"/>
                    </a:lnTo>
                    <a:lnTo>
                      <a:pt x="53" y="9"/>
                    </a:lnTo>
                    <a:lnTo>
                      <a:pt x="51" y="11"/>
                    </a:lnTo>
                    <a:lnTo>
                      <a:pt x="0" y="11"/>
                    </a:lnTo>
                    <a:lnTo>
                      <a:pt x="0" y="9"/>
                    </a:lnTo>
                    <a:lnTo>
                      <a:pt x="0" y="1"/>
                    </a:lnTo>
                    <a:lnTo>
                      <a:pt x="0" y="0"/>
                    </a:lnTo>
                    <a:close/>
                  </a:path>
                </a:pathLst>
              </a:custGeom>
              <a:solidFill>
                <a:srgbClr val="00DFCA"/>
              </a:solidFill>
              <a:ln>
                <a:noFill/>
                <a:round/>
              </a:ln>
            </p:spPr>
          </p:sp>
          <p:sp>
            <p:nvSpPr>
              <p:cNvPr id="93249" name=""/>
              <p:cNvSpPr/>
              <p:nvPr/>
            </p:nvSpPr>
            <p:spPr>
              <a:xfrm>
                <a:off x="1521" y="1959"/>
                <a:ext cx="5" cy="2"/>
              </a:xfrm>
              <a:prstGeom prst="rect">
                <a:avLst/>
              </a:prstGeom>
              <a:solidFill>
                <a:srgbClr val="F0E0C0"/>
              </a:solidFill>
              <a:ln>
                <a:noFill/>
                <a:miter lim="800000"/>
              </a:ln>
            </p:spPr>
          </p:sp>
          <p:sp>
            <p:nvSpPr>
              <p:cNvPr id="93250" name=""/>
              <p:cNvSpPr/>
              <p:nvPr/>
            </p:nvSpPr>
            <p:spPr>
              <a:xfrm>
                <a:off x="1517" y="1959"/>
                <a:ext cx="9" cy="8"/>
              </a:xfrm>
              <a:custGeom>
                <a:pathLst>
                  <a:path w="25" h="15">
                    <a:moveTo>
                      <a:pt x="7" y="0"/>
                    </a:moveTo>
                    <a:lnTo>
                      <a:pt x="0" y="13"/>
                    </a:lnTo>
                    <a:lnTo>
                      <a:pt x="0" y="15"/>
                    </a:lnTo>
                    <a:lnTo>
                      <a:pt x="20" y="15"/>
                    </a:lnTo>
                    <a:lnTo>
                      <a:pt x="25" y="7"/>
                    </a:lnTo>
                    <a:lnTo>
                      <a:pt x="8" y="7"/>
                    </a:lnTo>
                    <a:lnTo>
                      <a:pt x="7" y="0"/>
                    </a:lnTo>
                    <a:close/>
                  </a:path>
                </a:pathLst>
              </a:custGeom>
              <a:solidFill>
                <a:srgbClr val="808060"/>
              </a:solidFill>
              <a:ln>
                <a:noFill/>
                <a:round/>
              </a:ln>
            </p:spPr>
          </p:sp>
          <p:sp>
            <p:nvSpPr>
              <p:cNvPr id="93251" name=""/>
              <p:cNvSpPr/>
              <p:nvPr/>
            </p:nvSpPr>
            <p:spPr>
              <a:xfrm>
                <a:off x="1498" y="1968"/>
                <a:ext cx="3" cy="4"/>
              </a:xfrm>
              <a:custGeom>
                <a:pathLst>
                  <a:path w="8" h="8">
                    <a:moveTo>
                      <a:pt x="1" y="0"/>
                    </a:moveTo>
                    <a:lnTo>
                      <a:pt x="7" y="0"/>
                    </a:lnTo>
                    <a:lnTo>
                      <a:pt x="8" y="0"/>
                    </a:lnTo>
                    <a:lnTo>
                      <a:pt x="8" y="3"/>
                    </a:lnTo>
                    <a:lnTo>
                      <a:pt x="8" y="6"/>
                    </a:lnTo>
                    <a:lnTo>
                      <a:pt x="8" y="8"/>
                    </a:lnTo>
                    <a:lnTo>
                      <a:pt x="1" y="8"/>
                    </a:lnTo>
                    <a:lnTo>
                      <a:pt x="0" y="6"/>
                    </a:lnTo>
                    <a:lnTo>
                      <a:pt x="0" y="3"/>
                    </a:lnTo>
                    <a:lnTo>
                      <a:pt x="0" y="0"/>
                    </a:lnTo>
                    <a:lnTo>
                      <a:pt x="1" y="0"/>
                    </a:lnTo>
                    <a:close/>
                  </a:path>
                </a:pathLst>
              </a:custGeom>
              <a:solidFill>
                <a:srgbClr val="A0A070"/>
              </a:solidFill>
              <a:ln>
                <a:noFill/>
                <a:round/>
              </a:ln>
            </p:spPr>
          </p:sp>
          <p:sp>
            <p:nvSpPr>
              <p:cNvPr id="93252" name=""/>
              <p:cNvSpPr/>
              <p:nvPr/>
            </p:nvSpPr>
            <p:spPr>
              <a:xfrm>
                <a:off x="1498" y="1968"/>
                <a:ext cx="3" cy="4"/>
              </a:xfrm>
              <a:custGeom>
                <a:pathLst>
                  <a:path w="8" h="7">
                    <a:moveTo>
                      <a:pt x="3" y="0"/>
                    </a:moveTo>
                    <a:lnTo>
                      <a:pt x="7" y="0"/>
                    </a:lnTo>
                    <a:lnTo>
                      <a:pt x="8" y="0"/>
                    </a:lnTo>
                    <a:lnTo>
                      <a:pt x="8" y="4"/>
                    </a:lnTo>
                    <a:lnTo>
                      <a:pt x="8" y="7"/>
                    </a:lnTo>
                    <a:lnTo>
                      <a:pt x="3" y="7"/>
                    </a:lnTo>
                    <a:lnTo>
                      <a:pt x="1" y="7"/>
                    </a:lnTo>
                    <a:lnTo>
                      <a:pt x="0" y="7"/>
                    </a:lnTo>
                    <a:lnTo>
                      <a:pt x="0" y="4"/>
                    </a:lnTo>
                    <a:lnTo>
                      <a:pt x="1" y="4"/>
                    </a:lnTo>
                    <a:lnTo>
                      <a:pt x="1" y="0"/>
                    </a:lnTo>
                    <a:lnTo>
                      <a:pt x="3" y="0"/>
                    </a:lnTo>
                    <a:close/>
                  </a:path>
                </a:pathLst>
              </a:custGeom>
              <a:solidFill>
                <a:srgbClr val="A0FF00"/>
              </a:solidFill>
              <a:ln>
                <a:noFill/>
                <a:round/>
              </a:ln>
            </p:spPr>
          </p:sp>
          <p:sp>
            <p:nvSpPr>
              <p:cNvPr id="93253" name=""/>
              <p:cNvSpPr/>
              <p:nvPr/>
            </p:nvSpPr>
            <p:spPr>
              <a:xfrm>
                <a:off x="1499" y="1968"/>
                <a:ext cx="1" cy="3"/>
              </a:xfrm>
              <a:custGeom>
                <a:pathLst>
                  <a:path w="3" h="6">
                    <a:moveTo>
                      <a:pt x="3" y="0"/>
                    </a:moveTo>
                    <a:lnTo>
                      <a:pt x="3" y="6"/>
                    </a:lnTo>
                    <a:lnTo>
                      <a:pt x="0" y="6"/>
                    </a:lnTo>
                    <a:lnTo>
                      <a:pt x="3" y="0"/>
                    </a:lnTo>
                    <a:close/>
                  </a:path>
                </a:pathLst>
              </a:custGeom>
              <a:solidFill>
                <a:srgbClr val="FFFFFF"/>
              </a:solidFill>
              <a:ln>
                <a:noFill/>
                <a:round/>
              </a:ln>
            </p:spPr>
          </p:sp>
          <p:sp>
            <p:nvSpPr>
              <p:cNvPr id="93254" name=""/>
              <p:cNvSpPr/>
              <p:nvPr/>
            </p:nvSpPr>
            <p:spPr>
              <a:xfrm>
                <a:off x="1491" y="1952"/>
                <a:ext cx="4" cy="3"/>
              </a:xfrm>
              <a:custGeom>
                <a:pathLst>
                  <a:path w="10" h="6">
                    <a:moveTo>
                      <a:pt x="3" y="0"/>
                    </a:moveTo>
                    <a:lnTo>
                      <a:pt x="7" y="0"/>
                    </a:lnTo>
                    <a:lnTo>
                      <a:pt x="10" y="0"/>
                    </a:lnTo>
                    <a:lnTo>
                      <a:pt x="10" y="2"/>
                    </a:lnTo>
                    <a:lnTo>
                      <a:pt x="10" y="3"/>
                    </a:lnTo>
                    <a:lnTo>
                      <a:pt x="7" y="6"/>
                    </a:lnTo>
                    <a:lnTo>
                      <a:pt x="3" y="6"/>
                    </a:lnTo>
                    <a:lnTo>
                      <a:pt x="0" y="3"/>
                    </a:lnTo>
                    <a:lnTo>
                      <a:pt x="0" y="2"/>
                    </a:lnTo>
                    <a:lnTo>
                      <a:pt x="0" y="0"/>
                    </a:lnTo>
                    <a:lnTo>
                      <a:pt x="3" y="0"/>
                    </a:lnTo>
                    <a:close/>
                  </a:path>
                </a:pathLst>
              </a:custGeom>
              <a:solidFill>
                <a:srgbClr val="A0A070"/>
              </a:solidFill>
              <a:ln>
                <a:noFill/>
                <a:round/>
              </a:ln>
            </p:spPr>
          </p:sp>
          <p:sp>
            <p:nvSpPr>
              <p:cNvPr id="93255" name=""/>
              <p:cNvSpPr/>
              <p:nvPr/>
            </p:nvSpPr>
            <p:spPr>
              <a:xfrm>
                <a:off x="1491" y="1952"/>
                <a:ext cx="4" cy="3"/>
              </a:xfrm>
              <a:custGeom>
                <a:pathLst>
                  <a:path w="10" h="6">
                    <a:moveTo>
                      <a:pt x="3" y="0"/>
                    </a:moveTo>
                    <a:lnTo>
                      <a:pt x="7" y="0"/>
                    </a:lnTo>
                    <a:lnTo>
                      <a:pt x="10" y="2"/>
                    </a:lnTo>
                    <a:lnTo>
                      <a:pt x="10" y="3"/>
                    </a:lnTo>
                    <a:lnTo>
                      <a:pt x="7" y="3"/>
                    </a:lnTo>
                    <a:lnTo>
                      <a:pt x="7" y="6"/>
                    </a:lnTo>
                    <a:lnTo>
                      <a:pt x="3" y="6"/>
                    </a:lnTo>
                    <a:lnTo>
                      <a:pt x="3" y="3"/>
                    </a:lnTo>
                    <a:lnTo>
                      <a:pt x="0" y="3"/>
                    </a:lnTo>
                    <a:lnTo>
                      <a:pt x="0" y="2"/>
                    </a:lnTo>
                    <a:lnTo>
                      <a:pt x="3" y="2"/>
                    </a:lnTo>
                    <a:lnTo>
                      <a:pt x="3" y="0"/>
                    </a:lnTo>
                    <a:close/>
                  </a:path>
                </a:pathLst>
              </a:custGeom>
              <a:solidFill>
                <a:srgbClr val="A0FF00"/>
              </a:solidFill>
              <a:ln>
                <a:noFill/>
                <a:round/>
              </a:ln>
            </p:spPr>
          </p:sp>
          <p:sp>
            <p:nvSpPr>
              <p:cNvPr id="93256" name=""/>
              <p:cNvSpPr/>
              <p:nvPr/>
            </p:nvSpPr>
            <p:spPr>
              <a:xfrm>
                <a:off x="1520" y="1952"/>
                <a:ext cx="3" cy="3"/>
              </a:xfrm>
              <a:custGeom>
                <a:pathLst>
                  <a:path w="9" h="6">
                    <a:moveTo>
                      <a:pt x="1" y="0"/>
                    </a:moveTo>
                    <a:lnTo>
                      <a:pt x="6" y="0"/>
                    </a:lnTo>
                    <a:lnTo>
                      <a:pt x="8" y="0"/>
                    </a:lnTo>
                    <a:lnTo>
                      <a:pt x="9" y="2"/>
                    </a:lnTo>
                    <a:lnTo>
                      <a:pt x="8" y="3"/>
                    </a:lnTo>
                    <a:lnTo>
                      <a:pt x="8" y="6"/>
                    </a:lnTo>
                    <a:lnTo>
                      <a:pt x="1" y="6"/>
                    </a:lnTo>
                    <a:lnTo>
                      <a:pt x="1" y="3"/>
                    </a:lnTo>
                    <a:lnTo>
                      <a:pt x="0" y="3"/>
                    </a:lnTo>
                    <a:lnTo>
                      <a:pt x="0" y="2"/>
                    </a:lnTo>
                    <a:lnTo>
                      <a:pt x="1" y="0"/>
                    </a:lnTo>
                    <a:close/>
                  </a:path>
                </a:pathLst>
              </a:custGeom>
              <a:solidFill>
                <a:srgbClr val="A0A070"/>
              </a:solidFill>
              <a:ln>
                <a:noFill/>
                <a:round/>
              </a:ln>
            </p:spPr>
          </p:sp>
          <p:sp>
            <p:nvSpPr>
              <p:cNvPr id="93257" name=""/>
              <p:cNvSpPr/>
              <p:nvPr/>
            </p:nvSpPr>
            <p:spPr>
              <a:xfrm>
                <a:off x="1520" y="1952"/>
                <a:ext cx="2" cy="3"/>
              </a:xfrm>
              <a:custGeom>
                <a:pathLst>
                  <a:path w="8" h="6">
                    <a:moveTo>
                      <a:pt x="0" y="0"/>
                    </a:moveTo>
                    <a:lnTo>
                      <a:pt x="6" y="0"/>
                    </a:lnTo>
                    <a:lnTo>
                      <a:pt x="8" y="0"/>
                    </a:lnTo>
                    <a:lnTo>
                      <a:pt x="8" y="3"/>
                    </a:lnTo>
                    <a:lnTo>
                      <a:pt x="8" y="6"/>
                    </a:lnTo>
                    <a:lnTo>
                      <a:pt x="6" y="6"/>
                    </a:lnTo>
                    <a:lnTo>
                      <a:pt x="0" y="6"/>
                    </a:lnTo>
                    <a:lnTo>
                      <a:pt x="0" y="3"/>
                    </a:lnTo>
                    <a:lnTo>
                      <a:pt x="0" y="0"/>
                    </a:lnTo>
                    <a:close/>
                  </a:path>
                </a:pathLst>
              </a:custGeom>
              <a:solidFill>
                <a:srgbClr val="A0FF00"/>
              </a:solidFill>
              <a:ln>
                <a:noFill/>
                <a:round/>
              </a:ln>
            </p:spPr>
          </p:sp>
          <p:sp>
            <p:nvSpPr>
              <p:cNvPr id="93258" name=""/>
              <p:cNvSpPr/>
              <p:nvPr/>
            </p:nvSpPr>
            <p:spPr>
              <a:xfrm>
                <a:off x="1520" y="1952"/>
                <a:ext cx="1" cy="2"/>
              </a:xfrm>
              <a:prstGeom prst="rect">
                <a:avLst/>
              </a:prstGeom>
              <a:solidFill>
                <a:srgbClr val="FFFFFF"/>
              </a:solidFill>
              <a:ln>
                <a:noFill/>
                <a:miter lim="800000"/>
              </a:ln>
            </p:spPr>
          </p:sp>
          <p:sp>
            <p:nvSpPr>
              <p:cNvPr id="93259" name=""/>
              <p:cNvSpPr/>
              <p:nvPr/>
            </p:nvSpPr>
            <p:spPr>
              <a:xfrm>
                <a:off x="1498" y="1987"/>
                <a:ext cx="3" cy="4"/>
              </a:xfrm>
              <a:custGeom>
                <a:pathLst>
                  <a:path w="8" h="8">
                    <a:moveTo>
                      <a:pt x="1" y="0"/>
                    </a:moveTo>
                    <a:lnTo>
                      <a:pt x="7" y="0"/>
                    </a:lnTo>
                    <a:lnTo>
                      <a:pt x="8" y="2"/>
                    </a:lnTo>
                    <a:lnTo>
                      <a:pt x="8" y="4"/>
                    </a:lnTo>
                    <a:lnTo>
                      <a:pt x="8" y="6"/>
                    </a:lnTo>
                    <a:lnTo>
                      <a:pt x="8" y="8"/>
                    </a:lnTo>
                    <a:lnTo>
                      <a:pt x="1" y="8"/>
                    </a:lnTo>
                    <a:lnTo>
                      <a:pt x="1" y="6"/>
                    </a:lnTo>
                    <a:lnTo>
                      <a:pt x="0" y="6"/>
                    </a:lnTo>
                    <a:lnTo>
                      <a:pt x="0" y="4"/>
                    </a:lnTo>
                    <a:lnTo>
                      <a:pt x="0" y="2"/>
                    </a:lnTo>
                    <a:lnTo>
                      <a:pt x="1" y="2"/>
                    </a:lnTo>
                    <a:lnTo>
                      <a:pt x="1" y="0"/>
                    </a:lnTo>
                    <a:close/>
                  </a:path>
                </a:pathLst>
              </a:custGeom>
              <a:solidFill>
                <a:srgbClr val="A0A070"/>
              </a:solidFill>
              <a:ln>
                <a:noFill/>
                <a:round/>
              </a:ln>
            </p:spPr>
          </p:sp>
          <p:sp>
            <p:nvSpPr>
              <p:cNvPr id="93260" name=""/>
              <p:cNvSpPr/>
              <p:nvPr/>
            </p:nvSpPr>
            <p:spPr>
              <a:xfrm>
                <a:off x="1498" y="1987"/>
                <a:ext cx="3" cy="3"/>
              </a:xfrm>
              <a:custGeom>
                <a:pathLst>
                  <a:path w="8" h="6">
                    <a:moveTo>
                      <a:pt x="3" y="0"/>
                    </a:moveTo>
                    <a:lnTo>
                      <a:pt x="7" y="0"/>
                    </a:lnTo>
                    <a:lnTo>
                      <a:pt x="8" y="0"/>
                    </a:lnTo>
                    <a:lnTo>
                      <a:pt x="8" y="3"/>
                    </a:lnTo>
                    <a:lnTo>
                      <a:pt x="8" y="6"/>
                    </a:lnTo>
                    <a:lnTo>
                      <a:pt x="3" y="6"/>
                    </a:lnTo>
                    <a:lnTo>
                      <a:pt x="1" y="6"/>
                    </a:lnTo>
                    <a:lnTo>
                      <a:pt x="0" y="6"/>
                    </a:lnTo>
                    <a:lnTo>
                      <a:pt x="0" y="3"/>
                    </a:lnTo>
                    <a:lnTo>
                      <a:pt x="1" y="0"/>
                    </a:lnTo>
                    <a:lnTo>
                      <a:pt x="3" y="0"/>
                    </a:lnTo>
                    <a:close/>
                  </a:path>
                </a:pathLst>
              </a:custGeom>
              <a:solidFill>
                <a:srgbClr val="A0FF00"/>
              </a:solidFill>
              <a:ln>
                <a:noFill/>
                <a:round/>
              </a:ln>
            </p:spPr>
          </p:sp>
          <p:sp>
            <p:nvSpPr>
              <p:cNvPr id="93261" name=""/>
              <p:cNvSpPr/>
              <p:nvPr/>
            </p:nvSpPr>
            <p:spPr>
              <a:xfrm>
                <a:off x="1499" y="1987"/>
                <a:ext cx="1" cy="3"/>
              </a:xfrm>
              <a:custGeom>
                <a:pathLst>
                  <a:path w="3" h="5">
                    <a:moveTo>
                      <a:pt x="3" y="0"/>
                    </a:moveTo>
                    <a:lnTo>
                      <a:pt x="3" y="5"/>
                    </a:lnTo>
                    <a:lnTo>
                      <a:pt x="0" y="5"/>
                    </a:lnTo>
                    <a:lnTo>
                      <a:pt x="3" y="0"/>
                    </a:lnTo>
                    <a:close/>
                  </a:path>
                </a:pathLst>
              </a:custGeom>
              <a:solidFill>
                <a:srgbClr val="FFFFFF"/>
              </a:solidFill>
              <a:ln>
                <a:noFill/>
                <a:round/>
              </a:ln>
            </p:spPr>
          </p:sp>
          <p:sp>
            <p:nvSpPr>
              <p:cNvPr id="93262" name=""/>
              <p:cNvSpPr/>
              <p:nvPr/>
            </p:nvSpPr>
            <p:spPr>
              <a:xfrm>
                <a:off x="1489" y="2016"/>
                <a:ext cx="3" cy="4"/>
              </a:xfrm>
              <a:custGeom>
                <a:pathLst>
                  <a:path w="10" h="7">
                    <a:moveTo>
                      <a:pt x="4" y="0"/>
                    </a:moveTo>
                    <a:lnTo>
                      <a:pt x="8" y="0"/>
                    </a:lnTo>
                    <a:lnTo>
                      <a:pt x="8" y="2"/>
                    </a:lnTo>
                    <a:lnTo>
                      <a:pt x="10" y="2"/>
                    </a:lnTo>
                    <a:lnTo>
                      <a:pt x="10" y="4"/>
                    </a:lnTo>
                    <a:lnTo>
                      <a:pt x="8" y="6"/>
                    </a:lnTo>
                    <a:lnTo>
                      <a:pt x="8" y="7"/>
                    </a:lnTo>
                    <a:lnTo>
                      <a:pt x="4" y="7"/>
                    </a:lnTo>
                    <a:lnTo>
                      <a:pt x="2" y="7"/>
                    </a:lnTo>
                    <a:lnTo>
                      <a:pt x="2" y="6"/>
                    </a:lnTo>
                    <a:lnTo>
                      <a:pt x="0" y="6"/>
                    </a:lnTo>
                    <a:lnTo>
                      <a:pt x="0" y="4"/>
                    </a:lnTo>
                    <a:lnTo>
                      <a:pt x="2" y="2"/>
                    </a:lnTo>
                    <a:lnTo>
                      <a:pt x="2" y="0"/>
                    </a:lnTo>
                    <a:lnTo>
                      <a:pt x="4" y="0"/>
                    </a:lnTo>
                    <a:close/>
                  </a:path>
                </a:pathLst>
              </a:custGeom>
              <a:solidFill>
                <a:srgbClr val="A0A070"/>
              </a:solidFill>
              <a:ln>
                <a:noFill/>
                <a:round/>
              </a:ln>
            </p:spPr>
          </p:sp>
          <p:sp>
            <p:nvSpPr>
              <p:cNvPr id="93263" name=""/>
              <p:cNvSpPr/>
              <p:nvPr/>
            </p:nvSpPr>
            <p:spPr>
              <a:xfrm>
                <a:off x="1490" y="2017"/>
                <a:ext cx="2" cy="2"/>
              </a:xfrm>
              <a:custGeom>
                <a:pathLst>
                  <a:path w="6" h="5">
                    <a:moveTo>
                      <a:pt x="0" y="0"/>
                    </a:moveTo>
                    <a:lnTo>
                      <a:pt x="0" y="5"/>
                    </a:lnTo>
                    <a:lnTo>
                      <a:pt x="6" y="5"/>
                    </a:lnTo>
                    <a:lnTo>
                      <a:pt x="0" y="0"/>
                    </a:lnTo>
                    <a:close/>
                  </a:path>
                </a:pathLst>
              </a:custGeom>
              <a:solidFill>
                <a:srgbClr val="A0FF00"/>
              </a:solidFill>
              <a:ln>
                <a:noFill/>
                <a:round/>
              </a:ln>
            </p:spPr>
          </p:sp>
          <p:sp>
            <p:nvSpPr>
              <p:cNvPr id="93264" name=""/>
              <p:cNvSpPr/>
              <p:nvPr/>
            </p:nvSpPr>
            <p:spPr>
              <a:xfrm>
                <a:off x="1490" y="2017"/>
                <a:ext cx="2" cy="2"/>
              </a:xfrm>
              <a:custGeom>
                <a:pathLst>
                  <a:path w="6" h="5">
                    <a:moveTo>
                      <a:pt x="0" y="0"/>
                    </a:moveTo>
                    <a:lnTo>
                      <a:pt x="0" y="5"/>
                    </a:lnTo>
                    <a:lnTo>
                      <a:pt x="6" y="5"/>
                    </a:lnTo>
                    <a:lnTo>
                      <a:pt x="0" y="0"/>
                    </a:lnTo>
                    <a:close/>
                  </a:path>
                </a:pathLst>
              </a:custGeom>
              <a:solidFill>
                <a:srgbClr val="A0FF00"/>
              </a:solidFill>
              <a:ln>
                <a:noFill/>
                <a:round/>
              </a:ln>
            </p:spPr>
          </p:sp>
          <p:sp>
            <p:nvSpPr>
              <p:cNvPr id="93265" name=""/>
              <p:cNvSpPr/>
              <p:nvPr/>
            </p:nvSpPr>
            <p:spPr>
              <a:xfrm>
                <a:off x="1490" y="2016"/>
                <a:ext cx="2" cy="2"/>
              </a:xfrm>
              <a:custGeom>
                <a:pathLst>
                  <a:path w="6" h="4">
                    <a:moveTo>
                      <a:pt x="0" y="0"/>
                    </a:moveTo>
                    <a:lnTo>
                      <a:pt x="0" y="4"/>
                    </a:lnTo>
                    <a:lnTo>
                      <a:pt x="6" y="4"/>
                    </a:lnTo>
                    <a:lnTo>
                      <a:pt x="0" y="0"/>
                    </a:lnTo>
                    <a:close/>
                  </a:path>
                </a:pathLst>
              </a:custGeom>
              <a:solidFill>
                <a:srgbClr val="A0FF00"/>
              </a:solidFill>
              <a:ln>
                <a:noFill/>
                <a:round/>
              </a:ln>
            </p:spPr>
          </p:sp>
          <p:sp>
            <p:nvSpPr>
              <p:cNvPr id="93266" name=""/>
              <p:cNvSpPr/>
              <p:nvPr/>
            </p:nvSpPr>
            <p:spPr>
              <a:xfrm>
                <a:off x="1490" y="2017"/>
                <a:ext cx="1" cy="2"/>
              </a:xfrm>
              <a:custGeom>
                <a:pathLst>
                  <a:path w="4" h="5">
                    <a:moveTo>
                      <a:pt x="0" y="0"/>
                    </a:moveTo>
                    <a:lnTo>
                      <a:pt x="4" y="0"/>
                    </a:lnTo>
                    <a:lnTo>
                      <a:pt x="0" y="5"/>
                    </a:lnTo>
                    <a:lnTo>
                      <a:pt x="0" y="0"/>
                    </a:lnTo>
                    <a:close/>
                  </a:path>
                </a:pathLst>
              </a:custGeom>
              <a:solidFill>
                <a:srgbClr val="FFFFFF"/>
              </a:solidFill>
              <a:ln>
                <a:noFill/>
                <a:round/>
              </a:ln>
            </p:spPr>
          </p:sp>
          <p:sp>
            <p:nvSpPr>
              <p:cNvPr id="93267" name=""/>
              <p:cNvSpPr/>
              <p:nvPr/>
            </p:nvSpPr>
            <p:spPr>
              <a:xfrm>
                <a:off x="1489" y="1963"/>
                <a:ext cx="40" cy="4"/>
              </a:xfrm>
              <a:prstGeom prst="rect">
                <a:avLst/>
              </a:prstGeom>
              <a:solidFill>
                <a:srgbClr val="505020"/>
              </a:solidFill>
              <a:ln>
                <a:noFill/>
                <a:miter lim="800000"/>
              </a:ln>
            </p:spPr>
          </p:sp>
          <p:sp>
            <p:nvSpPr>
              <p:cNvPr id="93268" name=""/>
              <p:cNvSpPr/>
              <p:nvPr/>
            </p:nvSpPr>
            <p:spPr>
              <a:xfrm>
                <a:off x="1498" y="1961"/>
                <a:ext cx="1" cy="5"/>
              </a:xfrm>
              <a:custGeom>
                <a:pathLst>
                  <a:path w="4" h="11">
                    <a:moveTo>
                      <a:pt x="2" y="0"/>
                    </a:moveTo>
                    <a:lnTo>
                      <a:pt x="4" y="1"/>
                    </a:lnTo>
                    <a:lnTo>
                      <a:pt x="4" y="9"/>
                    </a:lnTo>
                    <a:lnTo>
                      <a:pt x="2" y="11"/>
                    </a:lnTo>
                    <a:lnTo>
                      <a:pt x="0" y="1"/>
                    </a:lnTo>
                    <a:lnTo>
                      <a:pt x="2" y="0"/>
                    </a:lnTo>
                    <a:close/>
                  </a:path>
                </a:pathLst>
              </a:custGeom>
              <a:solidFill>
                <a:srgbClr val="E0E0B0"/>
              </a:solidFill>
              <a:ln>
                <a:noFill/>
                <a:round/>
              </a:ln>
            </p:spPr>
          </p:sp>
          <p:sp>
            <p:nvSpPr>
              <p:cNvPr id="93269" name=""/>
              <p:cNvSpPr/>
              <p:nvPr/>
            </p:nvSpPr>
            <p:spPr>
              <a:xfrm>
                <a:off x="1498" y="1966"/>
                <a:ext cx="1" cy="7"/>
              </a:xfrm>
              <a:custGeom>
                <a:pathLst>
                  <a:path w="4" h="13">
                    <a:moveTo>
                      <a:pt x="2" y="0"/>
                    </a:moveTo>
                    <a:lnTo>
                      <a:pt x="4" y="1"/>
                    </a:lnTo>
                    <a:lnTo>
                      <a:pt x="4" y="11"/>
                    </a:lnTo>
                    <a:lnTo>
                      <a:pt x="2" y="13"/>
                    </a:lnTo>
                    <a:lnTo>
                      <a:pt x="0" y="11"/>
                    </a:lnTo>
                    <a:lnTo>
                      <a:pt x="0" y="1"/>
                    </a:lnTo>
                    <a:lnTo>
                      <a:pt x="2" y="0"/>
                    </a:lnTo>
                    <a:close/>
                  </a:path>
                </a:pathLst>
              </a:custGeom>
              <a:solidFill>
                <a:srgbClr val="E0E0B0"/>
              </a:solidFill>
              <a:ln>
                <a:noFill/>
                <a:round/>
              </a:ln>
            </p:spPr>
          </p:sp>
          <p:sp>
            <p:nvSpPr>
              <p:cNvPr id="93270" name=""/>
              <p:cNvSpPr/>
              <p:nvPr/>
            </p:nvSpPr>
            <p:spPr>
              <a:xfrm>
                <a:off x="1499" y="2003"/>
                <a:ext cx="30" cy="10"/>
              </a:xfrm>
              <a:prstGeom prst="rect">
                <a:avLst/>
              </a:prstGeom>
              <a:solidFill>
                <a:srgbClr val="A0A080"/>
              </a:solidFill>
              <a:ln>
                <a:noFill/>
                <a:miter lim="800000"/>
              </a:ln>
            </p:spPr>
          </p:sp>
          <p:sp>
            <p:nvSpPr>
              <p:cNvPr id="93271" name=""/>
              <p:cNvSpPr/>
              <p:nvPr/>
            </p:nvSpPr>
            <p:spPr>
              <a:xfrm>
                <a:off x="1497" y="2017"/>
                <a:ext cx="17" cy="3"/>
              </a:xfrm>
              <a:custGeom>
                <a:pathLst>
                  <a:path w="52" h="6">
                    <a:moveTo>
                      <a:pt x="0" y="0"/>
                    </a:moveTo>
                    <a:lnTo>
                      <a:pt x="51" y="0"/>
                    </a:lnTo>
                    <a:lnTo>
                      <a:pt x="52" y="4"/>
                    </a:lnTo>
                    <a:lnTo>
                      <a:pt x="0" y="6"/>
                    </a:lnTo>
                    <a:lnTo>
                      <a:pt x="0" y="4"/>
                    </a:lnTo>
                    <a:lnTo>
                      <a:pt x="0" y="0"/>
                    </a:lnTo>
                    <a:close/>
                  </a:path>
                </a:pathLst>
              </a:custGeom>
              <a:solidFill>
                <a:srgbClr val="E0E0B0"/>
              </a:solidFill>
              <a:ln>
                <a:noFill/>
                <a:round/>
              </a:ln>
            </p:spPr>
          </p:sp>
          <p:sp>
            <p:nvSpPr>
              <p:cNvPr id="93272" name=""/>
              <p:cNvSpPr/>
              <p:nvPr/>
            </p:nvSpPr>
            <p:spPr>
              <a:xfrm>
                <a:off x="1503" y="2011"/>
                <a:ext cx="12" cy="2"/>
              </a:xfrm>
              <a:prstGeom prst="rect">
                <a:avLst/>
              </a:prstGeom>
              <a:solidFill>
                <a:srgbClr val="E0E0B0"/>
              </a:solidFill>
              <a:ln>
                <a:noFill/>
                <a:miter lim="800000"/>
              </a:ln>
            </p:spPr>
          </p:sp>
          <p:sp>
            <p:nvSpPr>
              <p:cNvPr id="93273" name=""/>
              <p:cNvSpPr/>
              <p:nvPr/>
            </p:nvSpPr>
            <p:spPr>
              <a:xfrm>
                <a:off x="1513" y="2011"/>
                <a:ext cx="17" cy="3"/>
              </a:xfrm>
              <a:custGeom>
                <a:pathLst>
                  <a:path w="50" h="6">
                    <a:moveTo>
                      <a:pt x="2" y="0"/>
                    </a:moveTo>
                    <a:lnTo>
                      <a:pt x="49" y="0"/>
                    </a:lnTo>
                    <a:lnTo>
                      <a:pt x="50" y="2"/>
                    </a:lnTo>
                    <a:lnTo>
                      <a:pt x="49" y="6"/>
                    </a:lnTo>
                    <a:lnTo>
                      <a:pt x="2" y="6"/>
                    </a:lnTo>
                    <a:lnTo>
                      <a:pt x="0" y="2"/>
                    </a:lnTo>
                    <a:lnTo>
                      <a:pt x="2" y="0"/>
                    </a:lnTo>
                    <a:close/>
                  </a:path>
                </a:pathLst>
              </a:custGeom>
              <a:solidFill>
                <a:srgbClr val="E0E0B0"/>
              </a:solidFill>
              <a:ln>
                <a:noFill/>
                <a:round/>
              </a:ln>
            </p:spPr>
          </p:sp>
          <p:sp>
            <p:nvSpPr>
              <p:cNvPr id="93274" name=""/>
              <p:cNvSpPr/>
              <p:nvPr/>
            </p:nvSpPr>
            <p:spPr>
              <a:xfrm>
                <a:off x="1496" y="1980"/>
                <a:ext cx="1" cy="4"/>
              </a:xfrm>
              <a:prstGeom prst="rect">
                <a:avLst/>
              </a:prstGeom>
              <a:solidFill>
                <a:srgbClr val="F0E0C0"/>
              </a:solidFill>
              <a:ln>
                <a:noFill/>
                <a:miter lim="800000"/>
              </a:ln>
            </p:spPr>
          </p:sp>
          <p:sp>
            <p:nvSpPr>
              <p:cNvPr id="93275" name=""/>
              <p:cNvSpPr/>
              <p:nvPr/>
            </p:nvSpPr>
            <p:spPr>
              <a:xfrm>
                <a:off x="1506" y="1979"/>
                <a:ext cx="1" cy="3"/>
              </a:xfrm>
              <a:prstGeom prst="rect">
                <a:avLst/>
              </a:prstGeom>
              <a:solidFill>
                <a:srgbClr val="F0E0C0"/>
              </a:solidFill>
              <a:ln>
                <a:noFill/>
                <a:miter lim="800000"/>
              </a:ln>
            </p:spPr>
          </p:sp>
          <p:sp>
            <p:nvSpPr>
              <p:cNvPr id="93276" name=""/>
              <p:cNvSpPr/>
              <p:nvPr/>
            </p:nvSpPr>
            <p:spPr>
              <a:xfrm>
                <a:off x="1505" y="1982"/>
                <a:ext cx="2" cy="3"/>
              </a:xfrm>
              <a:prstGeom prst="rect">
                <a:avLst/>
              </a:prstGeom>
              <a:solidFill>
                <a:srgbClr val="F0E0C0"/>
              </a:solidFill>
              <a:ln>
                <a:noFill/>
                <a:miter lim="800000"/>
              </a:ln>
            </p:spPr>
          </p:sp>
          <p:sp>
            <p:nvSpPr>
              <p:cNvPr id="93277" name=""/>
              <p:cNvSpPr/>
              <p:nvPr/>
            </p:nvSpPr>
            <p:spPr>
              <a:xfrm>
                <a:off x="1514" y="1982"/>
                <a:ext cx="9" cy="3"/>
              </a:xfrm>
              <a:prstGeom prst="rect">
                <a:avLst/>
              </a:prstGeom>
              <a:solidFill>
                <a:srgbClr val="F0E0C0"/>
              </a:solidFill>
              <a:ln>
                <a:noFill/>
                <a:miter lim="800000"/>
              </a:ln>
            </p:spPr>
          </p:sp>
          <p:sp>
            <p:nvSpPr>
              <p:cNvPr id="93278" name=""/>
              <p:cNvSpPr/>
              <p:nvPr/>
            </p:nvSpPr>
            <p:spPr>
              <a:xfrm>
                <a:off x="1498" y="1983"/>
                <a:ext cx="1" cy="9"/>
              </a:xfrm>
              <a:prstGeom prst="rect">
                <a:avLst/>
              </a:prstGeom>
              <a:solidFill>
                <a:srgbClr val="F0E0C0"/>
              </a:solidFill>
              <a:ln>
                <a:noFill/>
                <a:miter lim="800000"/>
              </a:ln>
            </p:spPr>
          </p:sp>
          <p:sp>
            <p:nvSpPr>
              <p:cNvPr id="93279" name=""/>
              <p:cNvSpPr/>
              <p:nvPr/>
            </p:nvSpPr>
            <p:spPr>
              <a:xfrm>
                <a:off x="1498" y="1990"/>
                <a:ext cx="17" cy="2"/>
              </a:xfrm>
              <a:custGeom>
                <a:pathLst>
                  <a:path w="51" h="4">
                    <a:moveTo>
                      <a:pt x="0" y="0"/>
                    </a:moveTo>
                    <a:lnTo>
                      <a:pt x="50" y="0"/>
                    </a:lnTo>
                    <a:lnTo>
                      <a:pt x="51" y="4"/>
                    </a:lnTo>
                    <a:lnTo>
                      <a:pt x="0" y="4"/>
                    </a:lnTo>
                    <a:lnTo>
                      <a:pt x="0" y="0"/>
                    </a:lnTo>
                    <a:close/>
                  </a:path>
                </a:pathLst>
              </a:custGeom>
              <a:solidFill>
                <a:srgbClr val="F0E0C0"/>
              </a:solidFill>
              <a:ln>
                <a:noFill/>
                <a:round/>
              </a:ln>
            </p:spPr>
          </p:sp>
          <p:sp>
            <p:nvSpPr>
              <p:cNvPr id="93280" name=""/>
              <p:cNvSpPr/>
              <p:nvPr/>
            </p:nvSpPr>
            <p:spPr>
              <a:xfrm>
                <a:off x="1514" y="1983"/>
                <a:ext cx="1" cy="9"/>
              </a:xfrm>
              <a:custGeom>
                <a:pathLst>
                  <a:path w="4" h="18">
                    <a:moveTo>
                      <a:pt x="4" y="0"/>
                    </a:moveTo>
                    <a:lnTo>
                      <a:pt x="4" y="15"/>
                    </a:lnTo>
                    <a:lnTo>
                      <a:pt x="2" y="17"/>
                    </a:lnTo>
                    <a:lnTo>
                      <a:pt x="2" y="18"/>
                    </a:lnTo>
                    <a:lnTo>
                      <a:pt x="0" y="17"/>
                    </a:lnTo>
                    <a:lnTo>
                      <a:pt x="2" y="15"/>
                    </a:lnTo>
                    <a:lnTo>
                      <a:pt x="2" y="0"/>
                    </a:lnTo>
                    <a:lnTo>
                      <a:pt x="4" y="0"/>
                    </a:lnTo>
                    <a:close/>
                  </a:path>
                </a:pathLst>
              </a:custGeom>
              <a:solidFill>
                <a:srgbClr val="808050"/>
              </a:solidFill>
              <a:ln>
                <a:noFill/>
                <a:round/>
              </a:ln>
            </p:spPr>
          </p:sp>
          <p:sp>
            <p:nvSpPr>
              <p:cNvPr id="93281" name=""/>
              <p:cNvSpPr/>
              <p:nvPr/>
            </p:nvSpPr>
            <p:spPr>
              <a:xfrm>
                <a:off x="1514" y="1980"/>
                <a:ext cx="9" cy="3"/>
              </a:xfrm>
              <a:prstGeom prst="rect">
                <a:avLst/>
              </a:prstGeom>
              <a:solidFill>
                <a:srgbClr val="706040"/>
              </a:solidFill>
              <a:ln>
                <a:noFill/>
                <a:miter lim="800000"/>
              </a:ln>
            </p:spPr>
          </p:sp>
          <p:sp>
            <p:nvSpPr>
              <p:cNvPr id="93282" name=""/>
              <p:cNvSpPr/>
              <p:nvPr/>
            </p:nvSpPr>
            <p:spPr>
              <a:xfrm>
                <a:off x="1521" y="1980"/>
                <a:ext cx="2" cy="4"/>
              </a:xfrm>
              <a:prstGeom prst="rect">
                <a:avLst/>
              </a:prstGeom>
              <a:solidFill>
                <a:srgbClr val="706040"/>
              </a:solidFill>
              <a:ln>
                <a:noFill/>
                <a:miter lim="800000"/>
              </a:ln>
            </p:spPr>
          </p:sp>
          <p:sp>
            <p:nvSpPr>
              <p:cNvPr id="93283" name=""/>
              <p:cNvSpPr/>
              <p:nvPr/>
            </p:nvSpPr>
            <p:spPr>
              <a:xfrm>
                <a:off x="1498" y="1977"/>
                <a:ext cx="17" cy="5"/>
              </a:xfrm>
              <a:custGeom>
                <a:pathLst>
                  <a:path w="53" h="9">
                    <a:moveTo>
                      <a:pt x="0" y="4"/>
                    </a:moveTo>
                    <a:lnTo>
                      <a:pt x="2" y="0"/>
                    </a:lnTo>
                    <a:lnTo>
                      <a:pt x="49" y="0"/>
                    </a:lnTo>
                    <a:lnTo>
                      <a:pt x="51" y="0"/>
                    </a:lnTo>
                    <a:lnTo>
                      <a:pt x="53" y="4"/>
                    </a:lnTo>
                    <a:lnTo>
                      <a:pt x="53" y="9"/>
                    </a:lnTo>
                    <a:lnTo>
                      <a:pt x="51" y="4"/>
                    </a:lnTo>
                    <a:lnTo>
                      <a:pt x="50" y="2"/>
                    </a:lnTo>
                    <a:lnTo>
                      <a:pt x="2" y="2"/>
                    </a:lnTo>
                    <a:lnTo>
                      <a:pt x="1" y="4"/>
                    </a:lnTo>
                    <a:lnTo>
                      <a:pt x="0" y="4"/>
                    </a:lnTo>
                    <a:close/>
                  </a:path>
                </a:pathLst>
              </a:custGeom>
              <a:solidFill>
                <a:srgbClr val="808050"/>
              </a:solidFill>
              <a:ln>
                <a:noFill/>
                <a:round/>
              </a:ln>
            </p:spPr>
          </p:sp>
          <p:sp>
            <p:nvSpPr>
              <p:cNvPr id="93284" name=""/>
              <p:cNvSpPr/>
              <p:nvPr/>
            </p:nvSpPr>
            <p:spPr>
              <a:xfrm>
                <a:off x="1497" y="1980"/>
                <a:ext cx="1" cy="4"/>
              </a:xfrm>
              <a:prstGeom prst="rect">
                <a:avLst/>
              </a:prstGeom>
              <a:solidFill>
                <a:srgbClr val="706040"/>
              </a:solidFill>
              <a:ln>
                <a:noFill/>
                <a:miter lim="800000"/>
              </a:ln>
            </p:spPr>
          </p:sp>
          <p:sp>
            <p:nvSpPr>
              <p:cNvPr id="93285" name=""/>
              <p:cNvSpPr/>
              <p:nvPr/>
            </p:nvSpPr>
            <p:spPr>
              <a:xfrm>
                <a:off x="1498" y="1978"/>
                <a:ext cx="1" cy="4"/>
              </a:xfrm>
              <a:custGeom>
                <a:pathLst>
                  <a:path w="4" h="8">
                    <a:moveTo>
                      <a:pt x="0" y="0"/>
                    </a:moveTo>
                    <a:lnTo>
                      <a:pt x="0" y="8"/>
                    </a:lnTo>
                    <a:lnTo>
                      <a:pt x="4" y="0"/>
                    </a:lnTo>
                    <a:lnTo>
                      <a:pt x="0" y="0"/>
                    </a:lnTo>
                    <a:close/>
                  </a:path>
                </a:pathLst>
              </a:custGeom>
              <a:solidFill>
                <a:srgbClr val="F0E0C0"/>
              </a:solidFill>
              <a:ln>
                <a:noFill/>
                <a:round/>
              </a:ln>
            </p:spPr>
          </p:sp>
          <p:sp>
            <p:nvSpPr>
              <p:cNvPr id="93286" name=""/>
              <p:cNvSpPr/>
              <p:nvPr/>
            </p:nvSpPr>
            <p:spPr>
              <a:xfrm>
                <a:off x="1506" y="1983"/>
                <a:ext cx="9" cy="2"/>
              </a:xfrm>
              <a:prstGeom prst="rect">
                <a:avLst/>
              </a:prstGeom>
              <a:solidFill>
                <a:srgbClr val="706040"/>
              </a:solidFill>
              <a:ln>
                <a:noFill/>
                <a:miter lim="800000"/>
              </a:ln>
            </p:spPr>
          </p:sp>
          <p:sp>
            <p:nvSpPr>
              <p:cNvPr id="93287" name=""/>
              <p:cNvSpPr/>
              <p:nvPr/>
            </p:nvSpPr>
            <p:spPr>
              <a:xfrm>
                <a:off x="1513" y="1982"/>
                <a:ext cx="2" cy="3"/>
              </a:xfrm>
              <a:prstGeom prst="rect">
                <a:avLst/>
              </a:prstGeom>
              <a:solidFill>
                <a:srgbClr val="706040"/>
              </a:solidFill>
              <a:ln>
                <a:noFill/>
                <a:miter lim="800000"/>
              </a:ln>
            </p:spPr>
          </p:sp>
          <p:sp>
            <p:nvSpPr>
              <p:cNvPr id="93288" name=""/>
              <p:cNvSpPr/>
              <p:nvPr/>
            </p:nvSpPr>
            <p:spPr>
              <a:xfrm>
                <a:off x="1513" y="1979"/>
                <a:ext cx="2" cy="4"/>
              </a:xfrm>
              <a:prstGeom prst="rect">
                <a:avLst/>
              </a:prstGeom>
              <a:solidFill>
                <a:srgbClr val="706040"/>
              </a:solidFill>
              <a:ln>
                <a:noFill/>
                <a:miter lim="800000"/>
              </a:ln>
            </p:spPr>
          </p:sp>
          <p:sp>
            <p:nvSpPr>
              <p:cNvPr id="93289" name=""/>
              <p:cNvSpPr/>
              <p:nvPr/>
            </p:nvSpPr>
            <p:spPr>
              <a:xfrm>
                <a:off x="1506" y="1979"/>
                <a:ext cx="9" cy="3"/>
              </a:xfrm>
              <a:prstGeom prst="rect">
                <a:avLst/>
              </a:prstGeom>
              <a:solidFill>
                <a:srgbClr val="706040"/>
              </a:solidFill>
              <a:ln>
                <a:noFill/>
                <a:miter lim="800000"/>
              </a:ln>
            </p:spPr>
          </p:sp>
          <p:sp>
            <p:nvSpPr>
              <p:cNvPr id="93290" name=""/>
              <p:cNvSpPr/>
              <p:nvPr/>
            </p:nvSpPr>
            <p:spPr>
              <a:xfrm>
                <a:off x="1516" y="1986"/>
                <a:ext cx="5" cy="3"/>
              </a:xfrm>
              <a:custGeom>
                <a:pathLst>
                  <a:path w="13" h="4">
                    <a:moveTo>
                      <a:pt x="0" y="0"/>
                    </a:moveTo>
                    <a:lnTo>
                      <a:pt x="13" y="0"/>
                    </a:lnTo>
                    <a:lnTo>
                      <a:pt x="0" y="4"/>
                    </a:lnTo>
                    <a:lnTo>
                      <a:pt x="0" y="0"/>
                    </a:lnTo>
                    <a:close/>
                  </a:path>
                </a:pathLst>
              </a:custGeom>
              <a:solidFill>
                <a:srgbClr val="F0E0C0"/>
              </a:solidFill>
              <a:ln>
                <a:noFill/>
                <a:round/>
              </a:ln>
            </p:spPr>
          </p:sp>
          <p:sp>
            <p:nvSpPr>
              <p:cNvPr id="93291" name=""/>
              <p:cNvSpPr/>
              <p:nvPr/>
            </p:nvSpPr>
            <p:spPr>
              <a:xfrm>
                <a:off x="1498" y="1959"/>
                <a:ext cx="17" cy="3"/>
              </a:xfrm>
              <a:prstGeom prst="rect">
                <a:avLst/>
              </a:prstGeom>
              <a:solidFill>
                <a:srgbClr val="706040"/>
              </a:solidFill>
              <a:ln>
                <a:noFill/>
                <a:miter lim="800000"/>
              </a:ln>
            </p:spPr>
          </p:sp>
          <p:sp>
            <p:nvSpPr>
              <p:cNvPr id="93292" name=""/>
              <p:cNvSpPr/>
              <p:nvPr/>
            </p:nvSpPr>
            <p:spPr>
              <a:xfrm>
                <a:off x="1514" y="1959"/>
                <a:ext cx="1" cy="6"/>
              </a:xfrm>
              <a:custGeom>
                <a:pathLst>
                  <a:path w="4" h="11">
                    <a:moveTo>
                      <a:pt x="0" y="0"/>
                    </a:moveTo>
                    <a:lnTo>
                      <a:pt x="4" y="10"/>
                    </a:lnTo>
                    <a:lnTo>
                      <a:pt x="0" y="11"/>
                    </a:lnTo>
                    <a:lnTo>
                      <a:pt x="0" y="1"/>
                    </a:lnTo>
                    <a:lnTo>
                      <a:pt x="0" y="0"/>
                    </a:lnTo>
                    <a:close/>
                  </a:path>
                </a:pathLst>
              </a:custGeom>
              <a:solidFill>
                <a:srgbClr val="706040"/>
              </a:solidFill>
              <a:ln>
                <a:noFill/>
                <a:round/>
              </a:ln>
            </p:spPr>
          </p:sp>
          <p:sp>
            <p:nvSpPr>
              <p:cNvPr id="93293" name=""/>
              <p:cNvSpPr/>
              <p:nvPr/>
            </p:nvSpPr>
            <p:spPr>
              <a:xfrm>
                <a:off x="1514" y="1968"/>
                <a:ext cx="1" cy="5"/>
              </a:xfrm>
              <a:prstGeom prst="rect">
                <a:avLst/>
              </a:prstGeom>
              <a:solidFill>
                <a:srgbClr val="706040"/>
              </a:solidFill>
              <a:ln>
                <a:noFill/>
                <a:miter lim="800000"/>
              </a:ln>
            </p:spPr>
          </p:sp>
          <p:sp>
            <p:nvSpPr>
              <p:cNvPr id="93294" name=""/>
              <p:cNvSpPr/>
              <p:nvPr/>
            </p:nvSpPr>
            <p:spPr>
              <a:xfrm>
                <a:off x="1498" y="1970"/>
                <a:ext cx="17" cy="3"/>
              </a:xfrm>
              <a:prstGeom prst="rect">
                <a:avLst/>
              </a:prstGeom>
              <a:solidFill>
                <a:srgbClr val="E0E0B0"/>
              </a:solidFill>
              <a:ln>
                <a:noFill/>
                <a:miter lim="800000"/>
              </a:ln>
            </p:spPr>
          </p:sp>
          <p:sp>
            <p:nvSpPr>
              <p:cNvPr id="93295" name=""/>
              <p:cNvSpPr/>
              <p:nvPr/>
            </p:nvSpPr>
            <p:spPr>
              <a:xfrm>
                <a:off x="1488" y="1963"/>
                <a:ext cx="2" cy="6"/>
              </a:xfrm>
              <a:custGeom>
                <a:pathLst>
                  <a:path w="5" h="10">
                    <a:moveTo>
                      <a:pt x="4" y="0"/>
                    </a:moveTo>
                    <a:lnTo>
                      <a:pt x="0" y="9"/>
                    </a:lnTo>
                    <a:lnTo>
                      <a:pt x="4" y="10"/>
                    </a:lnTo>
                    <a:lnTo>
                      <a:pt x="5" y="10"/>
                    </a:lnTo>
                    <a:lnTo>
                      <a:pt x="4" y="7"/>
                    </a:lnTo>
                    <a:lnTo>
                      <a:pt x="1" y="6"/>
                    </a:lnTo>
                    <a:lnTo>
                      <a:pt x="1" y="2"/>
                    </a:lnTo>
                    <a:lnTo>
                      <a:pt x="4" y="0"/>
                    </a:lnTo>
                    <a:close/>
                  </a:path>
                </a:pathLst>
              </a:custGeom>
              <a:solidFill>
                <a:srgbClr val="F0E0C0"/>
              </a:solidFill>
              <a:ln>
                <a:noFill/>
                <a:round/>
              </a:ln>
            </p:spPr>
          </p:sp>
          <p:sp>
            <p:nvSpPr>
              <p:cNvPr id="93296" name=""/>
              <p:cNvSpPr/>
              <p:nvPr/>
            </p:nvSpPr>
            <p:spPr>
              <a:xfrm>
                <a:off x="1499" y="2015"/>
                <a:ext cx="5" cy="2"/>
              </a:xfrm>
              <a:prstGeom prst="rect">
                <a:avLst/>
              </a:prstGeom>
              <a:solidFill>
                <a:srgbClr val="F0E0C0"/>
              </a:solidFill>
              <a:ln>
                <a:noFill/>
                <a:miter lim="800000"/>
              </a:ln>
            </p:spPr>
          </p:sp>
          <p:sp>
            <p:nvSpPr>
              <p:cNvPr id="93297" name=""/>
              <p:cNvSpPr/>
              <p:nvPr/>
            </p:nvSpPr>
            <p:spPr>
              <a:xfrm>
                <a:off x="1499" y="2002"/>
                <a:ext cx="30" cy="2"/>
              </a:xfrm>
              <a:prstGeom prst="rect">
                <a:avLst/>
              </a:prstGeom>
              <a:solidFill>
                <a:srgbClr val="706040"/>
              </a:solidFill>
              <a:ln>
                <a:noFill/>
                <a:miter lim="800000"/>
              </a:ln>
            </p:spPr>
          </p:sp>
          <p:sp>
            <p:nvSpPr>
              <p:cNvPr id="93298" name=""/>
              <p:cNvSpPr/>
              <p:nvPr/>
            </p:nvSpPr>
            <p:spPr>
              <a:xfrm>
                <a:off x="1499" y="2003"/>
                <a:ext cx="2" cy="14"/>
              </a:xfrm>
              <a:prstGeom prst="rect">
                <a:avLst/>
              </a:prstGeom>
              <a:solidFill>
                <a:srgbClr val="706040"/>
              </a:solidFill>
              <a:ln>
                <a:noFill/>
                <a:miter lim="800000"/>
              </a:ln>
            </p:spPr>
          </p:sp>
          <p:sp>
            <p:nvSpPr>
              <p:cNvPr id="93299" name=""/>
              <p:cNvSpPr/>
              <p:nvPr/>
            </p:nvSpPr>
            <p:spPr>
              <a:xfrm>
                <a:off x="1499" y="2010"/>
                <a:ext cx="30" cy="3"/>
              </a:xfrm>
              <a:prstGeom prst="rect">
                <a:avLst/>
              </a:prstGeom>
              <a:solidFill>
                <a:srgbClr val="706040"/>
              </a:solidFill>
              <a:ln>
                <a:noFill/>
                <a:miter lim="800000"/>
              </a:ln>
            </p:spPr>
          </p:sp>
          <p:sp>
            <p:nvSpPr>
              <p:cNvPr id="93300" name=""/>
              <p:cNvSpPr/>
              <p:nvPr/>
            </p:nvSpPr>
            <p:spPr>
              <a:xfrm>
                <a:off x="1480" y="2027"/>
                <a:ext cx="56" cy="13"/>
              </a:xfrm>
              <a:prstGeom prst="rect">
                <a:avLst/>
              </a:prstGeom>
              <a:solidFill>
                <a:srgbClr val="D0C0A0"/>
              </a:solidFill>
              <a:ln>
                <a:noFill/>
                <a:miter lim="800000"/>
              </a:ln>
            </p:spPr>
          </p:sp>
          <p:sp>
            <p:nvSpPr>
              <p:cNvPr id="93301" name=""/>
              <p:cNvSpPr/>
              <p:nvPr/>
            </p:nvSpPr>
            <p:spPr>
              <a:xfrm>
                <a:off x="1488" y="2028"/>
                <a:ext cx="40" cy="10"/>
              </a:xfrm>
              <a:custGeom>
                <a:pathLst>
                  <a:path w="120" h="19">
                    <a:moveTo>
                      <a:pt x="3" y="19"/>
                    </a:moveTo>
                    <a:lnTo>
                      <a:pt x="117" y="19"/>
                    </a:lnTo>
                    <a:lnTo>
                      <a:pt x="118" y="19"/>
                    </a:lnTo>
                    <a:lnTo>
                      <a:pt x="118" y="17"/>
                    </a:lnTo>
                    <a:lnTo>
                      <a:pt x="120" y="5"/>
                    </a:lnTo>
                    <a:lnTo>
                      <a:pt x="118" y="2"/>
                    </a:lnTo>
                    <a:lnTo>
                      <a:pt x="117" y="1"/>
                    </a:lnTo>
                    <a:lnTo>
                      <a:pt x="3" y="0"/>
                    </a:lnTo>
                    <a:lnTo>
                      <a:pt x="1" y="1"/>
                    </a:lnTo>
                    <a:lnTo>
                      <a:pt x="0" y="3"/>
                    </a:lnTo>
                    <a:lnTo>
                      <a:pt x="0" y="16"/>
                    </a:lnTo>
                    <a:lnTo>
                      <a:pt x="1" y="18"/>
                    </a:lnTo>
                    <a:lnTo>
                      <a:pt x="3" y="19"/>
                    </a:lnTo>
                    <a:close/>
                  </a:path>
                </a:pathLst>
              </a:custGeom>
              <a:solidFill>
                <a:srgbClr val="404040"/>
              </a:solidFill>
              <a:ln>
                <a:noFill/>
                <a:round/>
              </a:ln>
            </p:spPr>
          </p:sp>
          <p:sp>
            <p:nvSpPr>
              <p:cNvPr id="93302" name=""/>
              <p:cNvSpPr/>
              <p:nvPr/>
            </p:nvSpPr>
            <p:spPr>
              <a:xfrm>
                <a:off x="1506" y="1938"/>
                <a:ext cx="3" cy="2"/>
              </a:xfrm>
              <a:custGeom>
                <a:pathLst>
                  <a:path w="7" h="4">
                    <a:moveTo>
                      <a:pt x="5" y="0"/>
                    </a:moveTo>
                    <a:lnTo>
                      <a:pt x="7" y="0"/>
                    </a:lnTo>
                    <a:lnTo>
                      <a:pt x="7" y="4"/>
                    </a:lnTo>
                    <a:lnTo>
                      <a:pt x="0" y="4"/>
                    </a:lnTo>
                    <a:lnTo>
                      <a:pt x="5" y="0"/>
                    </a:lnTo>
                    <a:close/>
                  </a:path>
                </a:pathLst>
              </a:custGeom>
              <a:solidFill>
                <a:srgbClr val="C0C080"/>
              </a:solidFill>
              <a:ln>
                <a:noFill/>
                <a:round/>
              </a:ln>
            </p:spPr>
          </p:sp>
          <p:sp>
            <p:nvSpPr>
              <p:cNvPr id="93303" name=""/>
              <p:cNvSpPr/>
              <p:nvPr/>
            </p:nvSpPr>
            <p:spPr>
              <a:xfrm>
                <a:off x="1506" y="1938"/>
                <a:ext cx="2" cy="1"/>
              </a:xfrm>
              <a:custGeom>
                <a:pathLst>
                  <a:path w="4" h="1">
                    <a:moveTo>
                      <a:pt x="2" y="0"/>
                    </a:moveTo>
                    <a:lnTo>
                      <a:pt x="4" y="0"/>
                    </a:lnTo>
                    <a:lnTo>
                      <a:pt x="4" y="1"/>
                    </a:lnTo>
                    <a:lnTo>
                      <a:pt x="0" y="1"/>
                    </a:lnTo>
                    <a:lnTo>
                      <a:pt x="2" y="0"/>
                    </a:lnTo>
                  </a:path>
                </a:pathLst>
              </a:custGeom>
              <a:noFill/>
              <a:ln w="4763">
                <a:solidFill>
                  <a:srgbClr val="000000"/>
                </a:solidFill>
                <a:prstDash val="solid"/>
                <a:round/>
              </a:ln>
            </p:spPr>
          </p:sp>
          <p:sp>
            <p:nvSpPr>
              <p:cNvPr id="93304" name=""/>
              <p:cNvSpPr/>
              <p:nvPr/>
            </p:nvSpPr>
            <p:spPr>
              <a:xfrm>
                <a:off x="1485" y="1933"/>
                <a:ext cx="47" cy="12"/>
              </a:xfrm>
              <a:custGeom>
                <a:pathLst>
                  <a:path w="140" h="25">
                    <a:moveTo>
                      <a:pt x="10" y="0"/>
                    </a:moveTo>
                    <a:lnTo>
                      <a:pt x="131" y="0"/>
                    </a:lnTo>
                    <a:lnTo>
                      <a:pt x="133" y="1"/>
                    </a:lnTo>
                    <a:lnTo>
                      <a:pt x="134" y="1"/>
                    </a:lnTo>
                    <a:lnTo>
                      <a:pt x="137" y="4"/>
                    </a:lnTo>
                    <a:lnTo>
                      <a:pt x="138" y="5"/>
                    </a:lnTo>
                    <a:lnTo>
                      <a:pt x="139" y="7"/>
                    </a:lnTo>
                    <a:lnTo>
                      <a:pt x="140" y="8"/>
                    </a:lnTo>
                    <a:lnTo>
                      <a:pt x="140" y="11"/>
                    </a:lnTo>
                    <a:lnTo>
                      <a:pt x="140" y="14"/>
                    </a:lnTo>
                    <a:lnTo>
                      <a:pt x="140" y="17"/>
                    </a:lnTo>
                    <a:lnTo>
                      <a:pt x="139" y="18"/>
                    </a:lnTo>
                    <a:lnTo>
                      <a:pt x="138" y="20"/>
                    </a:lnTo>
                    <a:lnTo>
                      <a:pt x="137" y="22"/>
                    </a:lnTo>
                    <a:lnTo>
                      <a:pt x="134" y="24"/>
                    </a:lnTo>
                    <a:lnTo>
                      <a:pt x="133" y="25"/>
                    </a:lnTo>
                    <a:lnTo>
                      <a:pt x="131" y="25"/>
                    </a:lnTo>
                    <a:lnTo>
                      <a:pt x="130" y="25"/>
                    </a:lnTo>
                    <a:lnTo>
                      <a:pt x="10" y="25"/>
                    </a:lnTo>
                    <a:lnTo>
                      <a:pt x="9" y="25"/>
                    </a:lnTo>
                    <a:lnTo>
                      <a:pt x="7" y="25"/>
                    </a:lnTo>
                    <a:lnTo>
                      <a:pt x="5" y="24"/>
                    </a:lnTo>
                    <a:lnTo>
                      <a:pt x="4" y="22"/>
                    </a:lnTo>
                    <a:lnTo>
                      <a:pt x="1" y="19"/>
                    </a:lnTo>
                    <a:lnTo>
                      <a:pt x="0" y="17"/>
                    </a:lnTo>
                    <a:lnTo>
                      <a:pt x="0" y="15"/>
                    </a:lnTo>
                    <a:lnTo>
                      <a:pt x="0" y="14"/>
                    </a:lnTo>
                    <a:lnTo>
                      <a:pt x="0" y="11"/>
                    </a:lnTo>
                    <a:lnTo>
                      <a:pt x="0" y="10"/>
                    </a:lnTo>
                    <a:lnTo>
                      <a:pt x="0" y="8"/>
                    </a:lnTo>
                    <a:lnTo>
                      <a:pt x="1" y="6"/>
                    </a:lnTo>
                    <a:lnTo>
                      <a:pt x="2" y="4"/>
                    </a:lnTo>
                    <a:lnTo>
                      <a:pt x="5" y="1"/>
                    </a:lnTo>
                    <a:lnTo>
                      <a:pt x="7" y="1"/>
                    </a:lnTo>
                    <a:lnTo>
                      <a:pt x="10" y="0"/>
                    </a:lnTo>
                    <a:close/>
                  </a:path>
                </a:pathLst>
              </a:custGeom>
              <a:solidFill>
                <a:srgbClr val="F0E0C0"/>
              </a:solidFill>
              <a:ln>
                <a:noFill/>
                <a:round/>
              </a:ln>
            </p:spPr>
          </p:sp>
          <p:sp>
            <p:nvSpPr>
              <p:cNvPr id="93305" name=""/>
              <p:cNvSpPr/>
              <p:nvPr/>
            </p:nvSpPr>
            <p:spPr>
              <a:xfrm>
                <a:off x="1485" y="1933"/>
                <a:ext cx="46" cy="11"/>
              </a:xfrm>
              <a:custGeom>
                <a:pathLst>
                  <a:path w="137" h="21">
                    <a:moveTo>
                      <a:pt x="10" y="0"/>
                    </a:moveTo>
                    <a:lnTo>
                      <a:pt x="129" y="0"/>
                    </a:lnTo>
                    <a:lnTo>
                      <a:pt x="131" y="1"/>
                    </a:lnTo>
                    <a:lnTo>
                      <a:pt x="131" y="1"/>
                    </a:lnTo>
                    <a:lnTo>
                      <a:pt x="133" y="3"/>
                    </a:lnTo>
                    <a:lnTo>
                      <a:pt x="134" y="4"/>
                    </a:lnTo>
                    <a:lnTo>
                      <a:pt x="135" y="6"/>
                    </a:lnTo>
                    <a:lnTo>
                      <a:pt x="137" y="7"/>
                    </a:lnTo>
                    <a:lnTo>
                      <a:pt x="137" y="8"/>
                    </a:lnTo>
                    <a:lnTo>
                      <a:pt x="137" y="13"/>
                    </a:lnTo>
                    <a:lnTo>
                      <a:pt x="137" y="14"/>
                    </a:lnTo>
                    <a:lnTo>
                      <a:pt x="135" y="15"/>
                    </a:lnTo>
                    <a:lnTo>
                      <a:pt x="134" y="18"/>
                    </a:lnTo>
                    <a:lnTo>
                      <a:pt x="133" y="19"/>
                    </a:lnTo>
                    <a:lnTo>
                      <a:pt x="131" y="20"/>
                    </a:lnTo>
                    <a:lnTo>
                      <a:pt x="131" y="21"/>
                    </a:lnTo>
                    <a:lnTo>
                      <a:pt x="129" y="21"/>
                    </a:lnTo>
                    <a:lnTo>
                      <a:pt x="10" y="21"/>
                    </a:lnTo>
                    <a:lnTo>
                      <a:pt x="8" y="21"/>
                    </a:lnTo>
                    <a:lnTo>
                      <a:pt x="6" y="21"/>
                    </a:lnTo>
                    <a:lnTo>
                      <a:pt x="5" y="20"/>
                    </a:lnTo>
                    <a:lnTo>
                      <a:pt x="4" y="19"/>
                    </a:lnTo>
                    <a:lnTo>
                      <a:pt x="1" y="17"/>
                    </a:lnTo>
                    <a:lnTo>
                      <a:pt x="0" y="14"/>
                    </a:lnTo>
                    <a:lnTo>
                      <a:pt x="0" y="13"/>
                    </a:lnTo>
                    <a:lnTo>
                      <a:pt x="0" y="8"/>
                    </a:lnTo>
                    <a:lnTo>
                      <a:pt x="0" y="8"/>
                    </a:lnTo>
                    <a:lnTo>
                      <a:pt x="0" y="7"/>
                    </a:lnTo>
                    <a:lnTo>
                      <a:pt x="1" y="5"/>
                    </a:lnTo>
                    <a:lnTo>
                      <a:pt x="2" y="3"/>
                    </a:lnTo>
                    <a:lnTo>
                      <a:pt x="5" y="1"/>
                    </a:lnTo>
                    <a:lnTo>
                      <a:pt x="6" y="1"/>
                    </a:lnTo>
                    <a:lnTo>
                      <a:pt x="10" y="0"/>
                    </a:lnTo>
                  </a:path>
                </a:pathLst>
              </a:custGeom>
              <a:noFill/>
              <a:ln w="4763">
                <a:solidFill>
                  <a:srgbClr val="808060"/>
                </a:solidFill>
                <a:prstDash val="solid"/>
                <a:round/>
              </a:ln>
            </p:spPr>
          </p:sp>
          <p:sp>
            <p:nvSpPr>
              <p:cNvPr id="93306" name=""/>
              <p:cNvSpPr/>
              <p:nvPr/>
            </p:nvSpPr>
            <p:spPr>
              <a:xfrm>
                <a:off x="1486" y="1934"/>
                <a:ext cx="26" cy="11"/>
              </a:xfrm>
              <a:custGeom>
                <a:pathLst>
                  <a:path w="78" h="23">
                    <a:moveTo>
                      <a:pt x="13" y="0"/>
                    </a:moveTo>
                    <a:lnTo>
                      <a:pt x="66" y="0"/>
                    </a:lnTo>
                    <a:lnTo>
                      <a:pt x="68" y="0"/>
                    </a:lnTo>
                    <a:lnTo>
                      <a:pt x="71" y="2"/>
                    </a:lnTo>
                    <a:lnTo>
                      <a:pt x="74" y="2"/>
                    </a:lnTo>
                    <a:lnTo>
                      <a:pt x="75" y="3"/>
                    </a:lnTo>
                    <a:lnTo>
                      <a:pt x="77" y="4"/>
                    </a:lnTo>
                    <a:lnTo>
                      <a:pt x="77" y="5"/>
                    </a:lnTo>
                    <a:lnTo>
                      <a:pt x="78" y="6"/>
                    </a:lnTo>
                    <a:lnTo>
                      <a:pt x="78" y="7"/>
                    </a:lnTo>
                    <a:lnTo>
                      <a:pt x="78" y="9"/>
                    </a:lnTo>
                    <a:lnTo>
                      <a:pt x="78" y="14"/>
                    </a:lnTo>
                    <a:lnTo>
                      <a:pt x="78" y="17"/>
                    </a:lnTo>
                    <a:lnTo>
                      <a:pt x="77" y="19"/>
                    </a:lnTo>
                    <a:lnTo>
                      <a:pt x="76" y="20"/>
                    </a:lnTo>
                    <a:lnTo>
                      <a:pt x="74" y="21"/>
                    </a:lnTo>
                    <a:lnTo>
                      <a:pt x="71" y="23"/>
                    </a:lnTo>
                    <a:lnTo>
                      <a:pt x="67" y="23"/>
                    </a:lnTo>
                    <a:lnTo>
                      <a:pt x="66" y="23"/>
                    </a:lnTo>
                    <a:lnTo>
                      <a:pt x="13" y="23"/>
                    </a:lnTo>
                    <a:lnTo>
                      <a:pt x="11" y="23"/>
                    </a:lnTo>
                    <a:lnTo>
                      <a:pt x="8" y="23"/>
                    </a:lnTo>
                    <a:lnTo>
                      <a:pt x="6" y="21"/>
                    </a:lnTo>
                    <a:lnTo>
                      <a:pt x="4" y="20"/>
                    </a:lnTo>
                    <a:lnTo>
                      <a:pt x="3" y="19"/>
                    </a:lnTo>
                    <a:lnTo>
                      <a:pt x="1" y="17"/>
                    </a:lnTo>
                    <a:lnTo>
                      <a:pt x="0" y="16"/>
                    </a:lnTo>
                    <a:lnTo>
                      <a:pt x="0" y="14"/>
                    </a:lnTo>
                    <a:lnTo>
                      <a:pt x="0" y="9"/>
                    </a:lnTo>
                    <a:lnTo>
                      <a:pt x="0" y="7"/>
                    </a:lnTo>
                    <a:lnTo>
                      <a:pt x="1" y="6"/>
                    </a:lnTo>
                    <a:lnTo>
                      <a:pt x="1" y="5"/>
                    </a:lnTo>
                    <a:lnTo>
                      <a:pt x="1" y="4"/>
                    </a:lnTo>
                    <a:lnTo>
                      <a:pt x="3" y="4"/>
                    </a:lnTo>
                    <a:lnTo>
                      <a:pt x="4" y="3"/>
                    </a:lnTo>
                    <a:lnTo>
                      <a:pt x="5" y="2"/>
                    </a:lnTo>
                    <a:lnTo>
                      <a:pt x="8" y="0"/>
                    </a:lnTo>
                    <a:lnTo>
                      <a:pt x="13" y="0"/>
                    </a:lnTo>
                    <a:close/>
                  </a:path>
                </a:pathLst>
              </a:custGeom>
              <a:solidFill>
                <a:srgbClr val="F0E0C0"/>
              </a:solidFill>
              <a:ln>
                <a:noFill/>
                <a:round/>
              </a:ln>
            </p:spPr>
          </p:sp>
          <p:sp>
            <p:nvSpPr>
              <p:cNvPr id="93307" name=""/>
              <p:cNvSpPr/>
              <p:nvPr/>
            </p:nvSpPr>
            <p:spPr>
              <a:xfrm>
                <a:off x="1486" y="1934"/>
                <a:ext cx="24" cy="8"/>
              </a:xfrm>
              <a:custGeom>
                <a:pathLst>
                  <a:path w="74" h="18">
                    <a:moveTo>
                      <a:pt x="12" y="0"/>
                    </a:moveTo>
                    <a:lnTo>
                      <a:pt x="62" y="0"/>
                    </a:lnTo>
                    <a:lnTo>
                      <a:pt x="64" y="0"/>
                    </a:lnTo>
                    <a:lnTo>
                      <a:pt x="68" y="2"/>
                    </a:lnTo>
                    <a:lnTo>
                      <a:pt x="69" y="2"/>
                    </a:lnTo>
                    <a:lnTo>
                      <a:pt x="70" y="3"/>
                    </a:lnTo>
                    <a:lnTo>
                      <a:pt x="73" y="4"/>
                    </a:lnTo>
                    <a:lnTo>
                      <a:pt x="73" y="4"/>
                    </a:lnTo>
                    <a:lnTo>
                      <a:pt x="74" y="5"/>
                    </a:lnTo>
                    <a:lnTo>
                      <a:pt x="74" y="6"/>
                    </a:lnTo>
                    <a:lnTo>
                      <a:pt x="74" y="7"/>
                    </a:lnTo>
                    <a:lnTo>
                      <a:pt x="74" y="11"/>
                    </a:lnTo>
                    <a:lnTo>
                      <a:pt x="74" y="13"/>
                    </a:lnTo>
                    <a:lnTo>
                      <a:pt x="73" y="16"/>
                    </a:lnTo>
                    <a:lnTo>
                      <a:pt x="71" y="16"/>
                    </a:lnTo>
                    <a:lnTo>
                      <a:pt x="69" y="17"/>
                    </a:lnTo>
                    <a:lnTo>
                      <a:pt x="68" y="18"/>
                    </a:lnTo>
                    <a:lnTo>
                      <a:pt x="63" y="18"/>
                    </a:lnTo>
                    <a:lnTo>
                      <a:pt x="12" y="18"/>
                    </a:lnTo>
                    <a:lnTo>
                      <a:pt x="9" y="18"/>
                    </a:lnTo>
                    <a:lnTo>
                      <a:pt x="7" y="18"/>
                    </a:lnTo>
                    <a:lnTo>
                      <a:pt x="6" y="17"/>
                    </a:lnTo>
                    <a:lnTo>
                      <a:pt x="4" y="16"/>
                    </a:lnTo>
                    <a:lnTo>
                      <a:pt x="3" y="16"/>
                    </a:lnTo>
                    <a:lnTo>
                      <a:pt x="1" y="13"/>
                    </a:lnTo>
                    <a:lnTo>
                      <a:pt x="0" y="12"/>
                    </a:lnTo>
                    <a:lnTo>
                      <a:pt x="0" y="7"/>
                    </a:lnTo>
                    <a:lnTo>
                      <a:pt x="0" y="6"/>
                    </a:lnTo>
                    <a:lnTo>
                      <a:pt x="1" y="5"/>
                    </a:lnTo>
                    <a:lnTo>
                      <a:pt x="1" y="4"/>
                    </a:lnTo>
                    <a:lnTo>
                      <a:pt x="1" y="4"/>
                    </a:lnTo>
                    <a:lnTo>
                      <a:pt x="3" y="4"/>
                    </a:lnTo>
                    <a:lnTo>
                      <a:pt x="4" y="3"/>
                    </a:lnTo>
                    <a:lnTo>
                      <a:pt x="5" y="2"/>
                    </a:lnTo>
                    <a:lnTo>
                      <a:pt x="12" y="0"/>
                    </a:lnTo>
                  </a:path>
                </a:pathLst>
              </a:custGeom>
              <a:noFill/>
              <a:ln w="4763">
                <a:solidFill>
                  <a:srgbClr val="C0C0C0"/>
                </a:solidFill>
                <a:prstDash val="solid"/>
                <a:round/>
              </a:ln>
            </p:spPr>
          </p:sp>
          <p:sp>
            <p:nvSpPr>
              <p:cNvPr id="93308" name=""/>
              <p:cNvSpPr/>
              <p:nvPr/>
            </p:nvSpPr>
            <p:spPr>
              <a:xfrm>
                <a:off x="1506" y="1937"/>
                <a:ext cx="3" cy="3"/>
              </a:xfrm>
              <a:custGeom>
                <a:pathLst>
                  <a:path w="7" h="7">
                    <a:moveTo>
                      <a:pt x="2" y="0"/>
                    </a:moveTo>
                    <a:lnTo>
                      <a:pt x="6" y="0"/>
                    </a:lnTo>
                    <a:lnTo>
                      <a:pt x="7" y="0"/>
                    </a:lnTo>
                    <a:lnTo>
                      <a:pt x="7" y="3"/>
                    </a:lnTo>
                    <a:lnTo>
                      <a:pt x="5" y="6"/>
                    </a:lnTo>
                    <a:lnTo>
                      <a:pt x="5" y="7"/>
                    </a:lnTo>
                    <a:lnTo>
                      <a:pt x="2" y="7"/>
                    </a:lnTo>
                    <a:lnTo>
                      <a:pt x="0" y="7"/>
                    </a:lnTo>
                    <a:lnTo>
                      <a:pt x="0" y="6"/>
                    </a:lnTo>
                    <a:lnTo>
                      <a:pt x="1" y="3"/>
                    </a:lnTo>
                    <a:lnTo>
                      <a:pt x="1" y="0"/>
                    </a:lnTo>
                    <a:lnTo>
                      <a:pt x="2" y="0"/>
                    </a:lnTo>
                    <a:lnTo>
                      <a:pt x="2" y="6"/>
                    </a:lnTo>
                    <a:lnTo>
                      <a:pt x="1" y="6"/>
                    </a:lnTo>
                    <a:lnTo>
                      <a:pt x="2" y="3"/>
                    </a:lnTo>
                    <a:lnTo>
                      <a:pt x="5" y="3"/>
                    </a:lnTo>
                    <a:lnTo>
                      <a:pt x="2" y="6"/>
                    </a:lnTo>
                    <a:lnTo>
                      <a:pt x="2" y="0"/>
                    </a:lnTo>
                    <a:close/>
                  </a:path>
                </a:pathLst>
              </a:custGeom>
              <a:solidFill>
                <a:srgbClr val="C0C080"/>
              </a:solidFill>
              <a:ln>
                <a:noFill/>
                <a:round/>
              </a:ln>
            </p:spPr>
          </p:sp>
          <p:sp>
            <p:nvSpPr>
              <p:cNvPr id="93309" name=""/>
              <p:cNvSpPr/>
              <p:nvPr/>
            </p:nvSpPr>
            <p:spPr>
              <a:xfrm>
                <a:off x="1488" y="1939"/>
                <a:ext cx="21" cy="2"/>
              </a:xfrm>
              <a:custGeom>
                <a:pathLst>
                  <a:path w="63" h="5">
                    <a:moveTo>
                      <a:pt x="0" y="0"/>
                    </a:moveTo>
                    <a:lnTo>
                      <a:pt x="63" y="0"/>
                    </a:lnTo>
                    <a:lnTo>
                      <a:pt x="62" y="5"/>
                    </a:lnTo>
                    <a:lnTo>
                      <a:pt x="0" y="5"/>
                    </a:lnTo>
                    <a:lnTo>
                      <a:pt x="0" y="0"/>
                    </a:lnTo>
                    <a:close/>
                  </a:path>
                </a:pathLst>
              </a:custGeom>
              <a:solidFill>
                <a:srgbClr val="FF6000"/>
              </a:solidFill>
              <a:ln>
                <a:noFill/>
                <a:round/>
              </a:ln>
            </p:spPr>
          </p:sp>
          <p:sp>
            <p:nvSpPr>
              <p:cNvPr id="93310" name=""/>
              <p:cNvSpPr/>
              <p:nvPr/>
            </p:nvSpPr>
            <p:spPr>
              <a:xfrm>
                <a:off x="1504" y="1937"/>
                <a:ext cx="3" cy="3"/>
              </a:xfrm>
              <a:custGeom>
                <a:pathLst>
                  <a:path w="9" h="7">
                    <a:moveTo>
                      <a:pt x="0" y="7"/>
                    </a:moveTo>
                    <a:lnTo>
                      <a:pt x="6" y="0"/>
                    </a:lnTo>
                    <a:lnTo>
                      <a:pt x="9" y="0"/>
                    </a:lnTo>
                    <a:lnTo>
                      <a:pt x="8" y="7"/>
                    </a:lnTo>
                    <a:lnTo>
                      <a:pt x="6" y="7"/>
                    </a:lnTo>
                    <a:lnTo>
                      <a:pt x="6" y="6"/>
                    </a:lnTo>
                    <a:lnTo>
                      <a:pt x="5" y="6"/>
                    </a:lnTo>
                    <a:lnTo>
                      <a:pt x="6" y="4"/>
                    </a:lnTo>
                    <a:lnTo>
                      <a:pt x="6" y="3"/>
                    </a:lnTo>
                    <a:lnTo>
                      <a:pt x="4" y="7"/>
                    </a:lnTo>
                    <a:lnTo>
                      <a:pt x="0" y="7"/>
                    </a:lnTo>
                    <a:close/>
                  </a:path>
                </a:pathLst>
              </a:custGeom>
              <a:solidFill>
                <a:srgbClr val="C0C080"/>
              </a:solidFill>
              <a:ln>
                <a:noFill/>
                <a:round/>
              </a:ln>
            </p:spPr>
          </p:sp>
          <p:sp>
            <p:nvSpPr>
              <p:cNvPr id="93311" name=""/>
              <p:cNvSpPr/>
              <p:nvPr/>
            </p:nvSpPr>
            <p:spPr>
              <a:xfrm>
                <a:off x="1503" y="1937"/>
                <a:ext cx="3" cy="3"/>
              </a:xfrm>
              <a:custGeom>
                <a:pathLst>
                  <a:path w="8" h="7">
                    <a:moveTo>
                      <a:pt x="0" y="7"/>
                    </a:moveTo>
                    <a:lnTo>
                      <a:pt x="3" y="3"/>
                    </a:lnTo>
                    <a:lnTo>
                      <a:pt x="5" y="0"/>
                    </a:lnTo>
                    <a:lnTo>
                      <a:pt x="8" y="0"/>
                    </a:lnTo>
                    <a:lnTo>
                      <a:pt x="8" y="3"/>
                    </a:lnTo>
                    <a:lnTo>
                      <a:pt x="8" y="4"/>
                    </a:lnTo>
                    <a:lnTo>
                      <a:pt x="7" y="4"/>
                    </a:lnTo>
                    <a:lnTo>
                      <a:pt x="7" y="6"/>
                    </a:lnTo>
                    <a:lnTo>
                      <a:pt x="5" y="6"/>
                    </a:lnTo>
                    <a:lnTo>
                      <a:pt x="3" y="6"/>
                    </a:lnTo>
                    <a:lnTo>
                      <a:pt x="5" y="4"/>
                    </a:lnTo>
                    <a:lnTo>
                      <a:pt x="7" y="3"/>
                    </a:lnTo>
                    <a:lnTo>
                      <a:pt x="5" y="3"/>
                    </a:lnTo>
                    <a:lnTo>
                      <a:pt x="1" y="7"/>
                    </a:lnTo>
                    <a:lnTo>
                      <a:pt x="0" y="7"/>
                    </a:lnTo>
                    <a:close/>
                  </a:path>
                </a:pathLst>
              </a:custGeom>
              <a:solidFill>
                <a:srgbClr val="C0C080"/>
              </a:solidFill>
              <a:ln>
                <a:noFill/>
                <a:round/>
              </a:ln>
            </p:spPr>
          </p:sp>
          <p:sp>
            <p:nvSpPr>
              <p:cNvPr id="93312" name=""/>
              <p:cNvSpPr/>
              <p:nvPr/>
            </p:nvSpPr>
            <p:spPr>
              <a:xfrm>
                <a:off x="1501" y="1937"/>
                <a:ext cx="3" cy="3"/>
              </a:xfrm>
              <a:custGeom>
                <a:pathLst>
                  <a:path w="9" h="7">
                    <a:moveTo>
                      <a:pt x="0" y="7"/>
                    </a:moveTo>
                    <a:lnTo>
                      <a:pt x="2" y="3"/>
                    </a:lnTo>
                    <a:lnTo>
                      <a:pt x="4" y="0"/>
                    </a:lnTo>
                    <a:lnTo>
                      <a:pt x="8" y="0"/>
                    </a:lnTo>
                    <a:lnTo>
                      <a:pt x="9" y="0"/>
                    </a:lnTo>
                    <a:lnTo>
                      <a:pt x="9" y="3"/>
                    </a:lnTo>
                    <a:lnTo>
                      <a:pt x="7" y="7"/>
                    </a:lnTo>
                    <a:lnTo>
                      <a:pt x="6" y="7"/>
                    </a:lnTo>
                    <a:lnTo>
                      <a:pt x="8" y="3"/>
                    </a:lnTo>
                    <a:lnTo>
                      <a:pt x="7" y="3"/>
                    </a:lnTo>
                    <a:lnTo>
                      <a:pt x="4" y="7"/>
                    </a:lnTo>
                    <a:lnTo>
                      <a:pt x="2" y="7"/>
                    </a:lnTo>
                    <a:lnTo>
                      <a:pt x="6" y="3"/>
                    </a:lnTo>
                    <a:lnTo>
                      <a:pt x="4" y="3"/>
                    </a:lnTo>
                    <a:lnTo>
                      <a:pt x="1" y="7"/>
                    </a:lnTo>
                    <a:lnTo>
                      <a:pt x="0" y="7"/>
                    </a:lnTo>
                    <a:close/>
                  </a:path>
                </a:pathLst>
              </a:custGeom>
              <a:solidFill>
                <a:srgbClr val="C0C080"/>
              </a:solidFill>
              <a:ln>
                <a:noFill/>
                <a:round/>
              </a:ln>
            </p:spPr>
          </p:sp>
          <p:sp>
            <p:nvSpPr>
              <p:cNvPr id="93313" name=""/>
              <p:cNvSpPr/>
              <p:nvPr/>
            </p:nvSpPr>
            <p:spPr>
              <a:xfrm>
                <a:off x="1500" y="1937"/>
                <a:ext cx="2" cy="3"/>
              </a:xfrm>
              <a:custGeom>
                <a:pathLst>
                  <a:path w="7" h="7">
                    <a:moveTo>
                      <a:pt x="2" y="0"/>
                    </a:moveTo>
                    <a:lnTo>
                      <a:pt x="5" y="0"/>
                    </a:lnTo>
                    <a:lnTo>
                      <a:pt x="7" y="0"/>
                    </a:lnTo>
                    <a:lnTo>
                      <a:pt x="7" y="3"/>
                    </a:lnTo>
                    <a:lnTo>
                      <a:pt x="5" y="6"/>
                    </a:lnTo>
                    <a:lnTo>
                      <a:pt x="4" y="7"/>
                    </a:lnTo>
                    <a:lnTo>
                      <a:pt x="2" y="7"/>
                    </a:lnTo>
                    <a:lnTo>
                      <a:pt x="1" y="7"/>
                    </a:lnTo>
                    <a:lnTo>
                      <a:pt x="0" y="7"/>
                    </a:lnTo>
                    <a:lnTo>
                      <a:pt x="0" y="6"/>
                    </a:lnTo>
                    <a:lnTo>
                      <a:pt x="1" y="3"/>
                    </a:lnTo>
                    <a:lnTo>
                      <a:pt x="2" y="0"/>
                    </a:lnTo>
                    <a:lnTo>
                      <a:pt x="2" y="6"/>
                    </a:lnTo>
                    <a:lnTo>
                      <a:pt x="1" y="6"/>
                    </a:lnTo>
                    <a:lnTo>
                      <a:pt x="2" y="3"/>
                    </a:lnTo>
                    <a:lnTo>
                      <a:pt x="5" y="3"/>
                    </a:lnTo>
                    <a:lnTo>
                      <a:pt x="2" y="6"/>
                    </a:lnTo>
                    <a:lnTo>
                      <a:pt x="2" y="0"/>
                    </a:lnTo>
                    <a:close/>
                  </a:path>
                </a:pathLst>
              </a:custGeom>
              <a:solidFill>
                <a:srgbClr val="C0C080"/>
              </a:solidFill>
              <a:ln>
                <a:noFill/>
                <a:round/>
              </a:ln>
            </p:spPr>
          </p:sp>
          <p:sp>
            <p:nvSpPr>
              <p:cNvPr id="93314" name=""/>
              <p:cNvSpPr/>
              <p:nvPr/>
            </p:nvSpPr>
            <p:spPr>
              <a:xfrm>
                <a:off x="1498" y="1937"/>
                <a:ext cx="3" cy="3"/>
              </a:xfrm>
              <a:custGeom>
                <a:pathLst>
                  <a:path w="8" h="7">
                    <a:moveTo>
                      <a:pt x="8" y="0"/>
                    </a:moveTo>
                    <a:lnTo>
                      <a:pt x="5" y="0"/>
                    </a:lnTo>
                    <a:lnTo>
                      <a:pt x="3" y="0"/>
                    </a:lnTo>
                    <a:lnTo>
                      <a:pt x="3" y="3"/>
                    </a:lnTo>
                    <a:lnTo>
                      <a:pt x="0" y="6"/>
                    </a:lnTo>
                    <a:lnTo>
                      <a:pt x="0" y="7"/>
                    </a:lnTo>
                    <a:lnTo>
                      <a:pt x="1" y="7"/>
                    </a:lnTo>
                    <a:lnTo>
                      <a:pt x="5" y="7"/>
                    </a:lnTo>
                    <a:lnTo>
                      <a:pt x="5" y="6"/>
                    </a:lnTo>
                    <a:lnTo>
                      <a:pt x="3" y="6"/>
                    </a:lnTo>
                    <a:lnTo>
                      <a:pt x="5" y="3"/>
                    </a:lnTo>
                    <a:lnTo>
                      <a:pt x="8" y="3"/>
                    </a:lnTo>
                    <a:lnTo>
                      <a:pt x="8" y="0"/>
                    </a:lnTo>
                    <a:close/>
                  </a:path>
                </a:pathLst>
              </a:custGeom>
              <a:solidFill>
                <a:srgbClr val="C0C080"/>
              </a:solidFill>
              <a:ln>
                <a:noFill/>
                <a:round/>
              </a:ln>
            </p:spPr>
          </p:sp>
          <p:sp>
            <p:nvSpPr>
              <p:cNvPr id="93315" name=""/>
              <p:cNvSpPr/>
              <p:nvPr/>
            </p:nvSpPr>
            <p:spPr>
              <a:xfrm>
                <a:off x="1519" y="1934"/>
                <a:ext cx="3" cy="11"/>
              </a:xfrm>
              <a:custGeom>
                <a:pathLst>
                  <a:path w="9" h="23">
                    <a:moveTo>
                      <a:pt x="9" y="0"/>
                    </a:moveTo>
                    <a:lnTo>
                      <a:pt x="1" y="0"/>
                    </a:lnTo>
                    <a:lnTo>
                      <a:pt x="0" y="4"/>
                    </a:lnTo>
                    <a:lnTo>
                      <a:pt x="0" y="19"/>
                    </a:lnTo>
                    <a:lnTo>
                      <a:pt x="4" y="21"/>
                    </a:lnTo>
                    <a:lnTo>
                      <a:pt x="9" y="23"/>
                    </a:lnTo>
                    <a:lnTo>
                      <a:pt x="8" y="20"/>
                    </a:lnTo>
                    <a:lnTo>
                      <a:pt x="6" y="18"/>
                    </a:lnTo>
                    <a:lnTo>
                      <a:pt x="6" y="5"/>
                    </a:lnTo>
                    <a:lnTo>
                      <a:pt x="6" y="3"/>
                    </a:lnTo>
                    <a:lnTo>
                      <a:pt x="8" y="2"/>
                    </a:lnTo>
                    <a:lnTo>
                      <a:pt x="9" y="0"/>
                    </a:lnTo>
                    <a:close/>
                  </a:path>
                </a:pathLst>
              </a:custGeom>
              <a:solidFill>
                <a:srgbClr val="A0A070"/>
              </a:solidFill>
              <a:ln>
                <a:noFill/>
                <a:round/>
              </a:ln>
            </p:spPr>
          </p:sp>
          <p:sp>
            <p:nvSpPr>
              <p:cNvPr id="93316" name=""/>
              <p:cNvSpPr/>
              <p:nvPr/>
            </p:nvSpPr>
            <p:spPr>
              <a:xfrm>
                <a:off x="1521" y="1933"/>
                <a:ext cx="8" cy="12"/>
              </a:xfrm>
              <a:custGeom>
                <a:pathLst>
                  <a:path w="26" h="24">
                    <a:moveTo>
                      <a:pt x="4" y="24"/>
                    </a:moveTo>
                    <a:lnTo>
                      <a:pt x="21" y="24"/>
                    </a:lnTo>
                    <a:lnTo>
                      <a:pt x="23" y="24"/>
                    </a:lnTo>
                    <a:lnTo>
                      <a:pt x="24" y="22"/>
                    </a:lnTo>
                    <a:lnTo>
                      <a:pt x="25" y="21"/>
                    </a:lnTo>
                    <a:lnTo>
                      <a:pt x="25" y="20"/>
                    </a:lnTo>
                    <a:lnTo>
                      <a:pt x="26" y="20"/>
                    </a:lnTo>
                    <a:lnTo>
                      <a:pt x="26" y="18"/>
                    </a:lnTo>
                    <a:lnTo>
                      <a:pt x="26" y="17"/>
                    </a:lnTo>
                    <a:lnTo>
                      <a:pt x="26" y="7"/>
                    </a:lnTo>
                    <a:lnTo>
                      <a:pt x="26" y="6"/>
                    </a:lnTo>
                    <a:lnTo>
                      <a:pt x="25" y="4"/>
                    </a:lnTo>
                    <a:lnTo>
                      <a:pt x="25" y="3"/>
                    </a:lnTo>
                    <a:lnTo>
                      <a:pt x="24" y="1"/>
                    </a:lnTo>
                    <a:lnTo>
                      <a:pt x="21" y="0"/>
                    </a:lnTo>
                    <a:lnTo>
                      <a:pt x="4" y="0"/>
                    </a:lnTo>
                    <a:lnTo>
                      <a:pt x="2" y="1"/>
                    </a:lnTo>
                    <a:lnTo>
                      <a:pt x="1" y="3"/>
                    </a:lnTo>
                    <a:lnTo>
                      <a:pt x="1" y="4"/>
                    </a:lnTo>
                    <a:lnTo>
                      <a:pt x="0" y="6"/>
                    </a:lnTo>
                    <a:lnTo>
                      <a:pt x="0" y="7"/>
                    </a:lnTo>
                    <a:lnTo>
                      <a:pt x="0" y="17"/>
                    </a:lnTo>
                    <a:lnTo>
                      <a:pt x="0" y="18"/>
                    </a:lnTo>
                    <a:lnTo>
                      <a:pt x="0" y="20"/>
                    </a:lnTo>
                    <a:lnTo>
                      <a:pt x="1" y="20"/>
                    </a:lnTo>
                    <a:lnTo>
                      <a:pt x="1" y="21"/>
                    </a:lnTo>
                    <a:lnTo>
                      <a:pt x="2" y="22"/>
                    </a:lnTo>
                    <a:lnTo>
                      <a:pt x="4" y="24"/>
                    </a:lnTo>
                    <a:close/>
                  </a:path>
                </a:pathLst>
              </a:custGeom>
              <a:solidFill>
                <a:srgbClr val="505020"/>
              </a:solidFill>
              <a:ln>
                <a:noFill/>
                <a:round/>
              </a:ln>
            </p:spPr>
          </p:sp>
          <p:sp>
            <p:nvSpPr>
              <p:cNvPr id="93317" name=""/>
              <p:cNvSpPr/>
              <p:nvPr/>
            </p:nvSpPr>
            <p:spPr>
              <a:xfrm>
                <a:off x="1521" y="1934"/>
                <a:ext cx="8" cy="11"/>
              </a:xfrm>
              <a:custGeom>
                <a:pathLst>
                  <a:path w="26" h="23">
                    <a:moveTo>
                      <a:pt x="2" y="0"/>
                    </a:moveTo>
                    <a:lnTo>
                      <a:pt x="0" y="3"/>
                    </a:lnTo>
                    <a:lnTo>
                      <a:pt x="0" y="20"/>
                    </a:lnTo>
                    <a:lnTo>
                      <a:pt x="1" y="23"/>
                    </a:lnTo>
                    <a:lnTo>
                      <a:pt x="25" y="23"/>
                    </a:lnTo>
                    <a:lnTo>
                      <a:pt x="26" y="20"/>
                    </a:lnTo>
                    <a:lnTo>
                      <a:pt x="26" y="3"/>
                    </a:lnTo>
                    <a:lnTo>
                      <a:pt x="25" y="0"/>
                    </a:lnTo>
                    <a:lnTo>
                      <a:pt x="2" y="0"/>
                    </a:lnTo>
                    <a:close/>
                  </a:path>
                </a:pathLst>
              </a:custGeom>
              <a:solidFill>
                <a:srgbClr val="706040"/>
              </a:solidFill>
              <a:ln>
                <a:noFill/>
                <a:round/>
              </a:ln>
            </p:spPr>
          </p:sp>
          <p:sp>
            <p:nvSpPr>
              <p:cNvPr id="93318" name=""/>
              <p:cNvSpPr/>
              <p:nvPr/>
            </p:nvSpPr>
            <p:spPr>
              <a:xfrm>
                <a:off x="1521" y="1934"/>
                <a:ext cx="8" cy="11"/>
              </a:xfrm>
              <a:custGeom>
                <a:pathLst>
                  <a:path w="25" h="23">
                    <a:moveTo>
                      <a:pt x="2" y="0"/>
                    </a:moveTo>
                    <a:lnTo>
                      <a:pt x="0" y="2"/>
                    </a:lnTo>
                    <a:lnTo>
                      <a:pt x="0" y="20"/>
                    </a:lnTo>
                    <a:lnTo>
                      <a:pt x="1" y="23"/>
                    </a:lnTo>
                    <a:lnTo>
                      <a:pt x="24" y="23"/>
                    </a:lnTo>
                    <a:lnTo>
                      <a:pt x="25" y="20"/>
                    </a:lnTo>
                    <a:lnTo>
                      <a:pt x="25" y="3"/>
                    </a:lnTo>
                    <a:lnTo>
                      <a:pt x="24" y="0"/>
                    </a:lnTo>
                    <a:lnTo>
                      <a:pt x="2" y="0"/>
                    </a:lnTo>
                    <a:close/>
                  </a:path>
                </a:pathLst>
              </a:custGeom>
              <a:solidFill>
                <a:srgbClr val="808060"/>
              </a:solidFill>
              <a:ln>
                <a:noFill/>
                <a:round/>
              </a:ln>
            </p:spPr>
          </p:sp>
          <p:sp>
            <p:nvSpPr>
              <p:cNvPr id="93319" name=""/>
              <p:cNvSpPr/>
              <p:nvPr/>
            </p:nvSpPr>
            <p:spPr>
              <a:xfrm>
                <a:off x="1522" y="1935"/>
                <a:ext cx="7" cy="7"/>
              </a:xfrm>
              <a:custGeom>
                <a:pathLst>
                  <a:path w="19" h="15">
                    <a:moveTo>
                      <a:pt x="1" y="0"/>
                    </a:moveTo>
                    <a:lnTo>
                      <a:pt x="0" y="1"/>
                    </a:lnTo>
                    <a:lnTo>
                      <a:pt x="0" y="14"/>
                    </a:lnTo>
                    <a:lnTo>
                      <a:pt x="1" y="15"/>
                    </a:lnTo>
                    <a:lnTo>
                      <a:pt x="18" y="15"/>
                    </a:lnTo>
                    <a:lnTo>
                      <a:pt x="19" y="14"/>
                    </a:lnTo>
                    <a:lnTo>
                      <a:pt x="19" y="2"/>
                    </a:lnTo>
                    <a:lnTo>
                      <a:pt x="18" y="0"/>
                    </a:lnTo>
                    <a:lnTo>
                      <a:pt x="1" y="0"/>
                    </a:lnTo>
                    <a:close/>
                  </a:path>
                </a:pathLst>
              </a:custGeom>
              <a:solidFill>
                <a:srgbClr val="C0C080"/>
              </a:solidFill>
              <a:ln>
                <a:noFill/>
                <a:round/>
              </a:ln>
            </p:spPr>
          </p:sp>
          <p:sp>
            <p:nvSpPr>
              <p:cNvPr id="93320" name=""/>
              <p:cNvSpPr/>
              <p:nvPr/>
            </p:nvSpPr>
            <p:spPr>
              <a:xfrm>
                <a:off x="1523" y="1937"/>
                <a:ext cx="1" cy="2"/>
              </a:xfrm>
              <a:custGeom>
                <a:pathLst>
                  <a:path w="3" h="5">
                    <a:moveTo>
                      <a:pt x="2" y="0"/>
                    </a:moveTo>
                    <a:lnTo>
                      <a:pt x="2" y="1"/>
                    </a:lnTo>
                    <a:lnTo>
                      <a:pt x="2" y="1"/>
                    </a:lnTo>
                    <a:lnTo>
                      <a:pt x="3" y="3"/>
                    </a:lnTo>
                    <a:lnTo>
                      <a:pt x="3" y="3"/>
                    </a:lnTo>
                    <a:lnTo>
                      <a:pt x="2" y="4"/>
                    </a:lnTo>
                    <a:lnTo>
                      <a:pt x="2" y="5"/>
                    </a:lnTo>
                    <a:lnTo>
                      <a:pt x="1" y="5"/>
                    </a:lnTo>
                    <a:lnTo>
                      <a:pt x="0" y="4"/>
                    </a:lnTo>
                    <a:lnTo>
                      <a:pt x="0" y="3"/>
                    </a:lnTo>
                    <a:lnTo>
                      <a:pt x="0" y="3"/>
                    </a:lnTo>
                    <a:lnTo>
                      <a:pt x="0" y="1"/>
                    </a:lnTo>
                    <a:lnTo>
                      <a:pt x="1" y="1"/>
                    </a:lnTo>
                    <a:lnTo>
                      <a:pt x="2" y="0"/>
                    </a:lnTo>
                  </a:path>
                </a:pathLst>
              </a:custGeom>
              <a:noFill/>
              <a:ln w="4763">
                <a:solidFill>
                  <a:srgbClr val="000000"/>
                </a:solidFill>
                <a:prstDash val="solid"/>
                <a:round/>
              </a:ln>
            </p:spPr>
          </p:sp>
          <p:cxnSp>
            <p:nvCxnSpPr>
              <p:cNvPr id="93321" name=""/>
              <p:cNvCxnSpPr/>
              <p:nvPr/>
            </p:nvCxnSpPr>
            <p:spPr>
              <a:xfrm>
                <a:off x="1526" y="1937"/>
                <a:ext cx="1" cy="4"/>
              </a:xfrm>
              <a:prstGeom prst="line">
                <a:avLst/>
              </a:prstGeom>
              <a:noFill/>
              <a:ln w="4763">
                <a:solidFill>
                  <a:prstClr val="black"/>
                </a:solidFill>
                <a:miter lim="800000"/>
              </a:ln>
            </p:spPr>
          </p:cxnSp>
          <p:sp>
            <p:nvSpPr>
              <p:cNvPr id="93322" name=""/>
              <p:cNvSpPr/>
              <p:nvPr/>
            </p:nvSpPr>
            <p:spPr>
              <a:xfrm>
                <a:off x="1507" y="1933"/>
                <a:ext cx="22" cy="2"/>
              </a:xfrm>
              <a:prstGeom prst="rect">
                <a:avLst/>
              </a:prstGeom>
              <a:solidFill>
                <a:srgbClr val="808060"/>
              </a:solidFill>
              <a:ln>
                <a:noFill/>
                <a:miter lim="800000"/>
              </a:ln>
            </p:spPr>
          </p:sp>
          <p:sp>
            <p:nvSpPr>
              <p:cNvPr id="93323" name=""/>
              <p:cNvSpPr/>
              <p:nvPr/>
            </p:nvSpPr>
            <p:spPr>
              <a:xfrm>
                <a:off x="1507" y="1941"/>
                <a:ext cx="4" cy="4"/>
              </a:xfrm>
              <a:custGeom>
                <a:pathLst>
                  <a:path w="11" h="10">
                    <a:moveTo>
                      <a:pt x="0" y="6"/>
                    </a:moveTo>
                    <a:lnTo>
                      <a:pt x="0" y="10"/>
                    </a:lnTo>
                    <a:lnTo>
                      <a:pt x="4" y="10"/>
                    </a:lnTo>
                    <a:lnTo>
                      <a:pt x="6" y="7"/>
                    </a:lnTo>
                    <a:lnTo>
                      <a:pt x="7" y="4"/>
                    </a:lnTo>
                    <a:lnTo>
                      <a:pt x="10" y="3"/>
                    </a:lnTo>
                    <a:lnTo>
                      <a:pt x="11" y="0"/>
                    </a:lnTo>
                    <a:lnTo>
                      <a:pt x="10" y="0"/>
                    </a:lnTo>
                    <a:lnTo>
                      <a:pt x="5" y="4"/>
                    </a:lnTo>
                    <a:lnTo>
                      <a:pt x="4" y="6"/>
                    </a:lnTo>
                    <a:lnTo>
                      <a:pt x="0" y="6"/>
                    </a:lnTo>
                    <a:close/>
                  </a:path>
                </a:pathLst>
              </a:custGeom>
              <a:solidFill>
                <a:srgbClr val="808060"/>
              </a:solidFill>
              <a:ln>
                <a:noFill/>
                <a:round/>
              </a:ln>
            </p:spPr>
          </p:sp>
          <p:sp>
            <p:nvSpPr>
              <p:cNvPr id="93324" name=""/>
              <p:cNvSpPr/>
              <p:nvPr/>
            </p:nvSpPr>
            <p:spPr>
              <a:xfrm>
                <a:off x="1528" y="1933"/>
                <a:ext cx="4" cy="12"/>
              </a:xfrm>
              <a:custGeom>
                <a:pathLst>
                  <a:path w="13" h="24">
                    <a:moveTo>
                      <a:pt x="7" y="24"/>
                    </a:moveTo>
                    <a:lnTo>
                      <a:pt x="8" y="22"/>
                    </a:lnTo>
                    <a:lnTo>
                      <a:pt x="10" y="21"/>
                    </a:lnTo>
                    <a:lnTo>
                      <a:pt x="12" y="19"/>
                    </a:lnTo>
                    <a:lnTo>
                      <a:pt x="13" y="17"/>
                    </a:lnTo>
                    <a:lnTo>
                      <a:pt x="13" y="13"/>
                    </a:lnTo>
                    <a:lnTo>
                      <a:pt x="13" y="8"/>
                    </a:lnTo>
                    <a:lnTo>
                      <a:pt x="12" y="7"/>
                    </a:lnTo>
                    <a:lnTo>
                      <a:pt x="10" y="5"/>
                    </a:lnTo>
                    <a:lnTo>
                      <a:pt x="8" y="4"/>
                    </a:lnTo>
                    <a:lnTo>
                      <a:pt x="5" y="1"/>
                    </a:lnTo>
                    <a:lnTo>
                      <a:pt x="4" y="1"/>
                    </a:lnTo>
                    <a:lnTo>
                      <a:pt x="0" y="0"/>
                    </a:lnTo>
                    <a:lnTo>
                      <a:pt x="0" y="3"/>
                    </a:lnTo>
                    <a:lnTo>
                      <a:pt x="4" y="4"/>
                    </a:lnTo>
                    <a:lnTo>
                      <a:pt x="5" y="5"/>
                    </a:lnTo>
                    <a:lnTo>
                      <a:pt x="8" y="7"/>
                    </a:lnTo>
                    <a:lnTo>
                      <a:pt x="10" y="8"/>
                    </a:lnTo>
                    <a:lnTo>
                      <a:pt x="10" y="11"/>
                    </a:lnTo>
                    <a:lnTo>
                      <a:pt x="10" y="13"/>
                    </a:lnTo>
                    <a:lnTo>
                      <a:pt x="10" y="15"/>
                    </a:lnTo>
                    <a:lnTo>
                      <a:pt x="10" y="18"/>
                    </a:lnTo>
                    <a:lnTo>
                      <a:pt x="10" y="19"/>
                    </a:lnTo>
                    <a:lnTo>
                      <a:pt x="8" y="21"/>
                    </a:lnTo>
                    <a:lnTo>
                      <a:pt x="7" y="24"/>
                    </a:lnTo>
                    <a:close/>
                  </a:path>
                </a:pathLst>
              </a:custGeom>
              <a:solidFill>
                <a:srgbClr val="808060"/>
              </a:solidFill>
              <a:ln>
                <a:noFill/>
                <a:round/>
              </a:ln>
            </p:spPr>
          </p:sp>
          <p:sp>
            <p:nvSpPr>
              <p:cNvPr id="93325" name=""/>
              <p:cNvSpPr/>
              <p:nvPr/>
            </p:nvSpPr>
            <p:spPr>
              <a:xfrm>
                <a:off x="1511" y="1933"/>
                <a:ext cx="9" cy="12"/>
              </a:xfrm>
              <a:custGeom>
                <a:pathLst>
                  <a:path w="27" h="24">
                    <a:moveTo>
                      <a:pt x="14" y="0"/>
                    </a:moveTo>
                    <a:lnTo>
                      <a:pt x="21" y="0"/>
                    </a:lnTo>
                    <a:lnTo>
                      <a:pt x="23" y="1"/>
                    </a:lnTo>
                    <a:lnTo>
                      <a:pt x="25" y="3"/>
                    </a:lnTo>
                    <a:lnTo>
                      <a:pt x="26" y="5"/>
                    </a:lnTo>
                    <a:lnTo>
                      <a:pt x="26" y="7"/>
                    </a:lnTo>
                    <a:lnTo>
                      <a:pt x="27" y="10"/>
                    </a:lnTo>
                    <a:lnTo>
                      <a:pt x="27" y="11"/>
                    </a:lnTo>
                    <a:lnTo>
                      <a:pt x="27" y="14"/>
                    </a:lnTo>
                    <a:lnTo>
                      <a:pt x="27" y="17"/>
                    </a:lnTo>
                    <a:lnTo>
                      <a:pt x="26" y="18"/>
                    </a:lnTo>
                    <a:lnTo>
                      <a:pt x="26" y="20"/>
                    </a:lnTo>
                    <a:lnTo>
                      <a:pt x="24" y="22"/>
                    </a:lnTo>
                    <a:lnTo>
                      <a:pt x="23" y="24"/>
                    </a:lnTo>
                    <a:lnTo>
                      <a:pt x="22" y="24"/>
                    </a:lnTo>
                    <a:lnTo>
                      <a:pt x="21" y="24"/>
                    </a:lnTo>
                    <a:lnTo>
                      <a:pt x="0" y="24"/>
                    </a:lnTo>
                    <a:lnTo>
                      <a:pt x="14" y="0"/>
                    </a:lnTo>
                    <a:close/>
                  </a:path>
                </a:pathLst>
              </a:custGeom>
              <a:solidFill>
                <a:srgbClr val="C0C080"/>
              </a:solidFill>
              <a:ln>
                <a:noFill/>
                <a:round/>
              </a:ln>
            </p:spPr>
          </p:sp>
          <p:sp>
            <p:nvSpPr>
              <p:cNvPr id="93326" name=""/>
              <p:cNvSpPr/>
              <p:nvPr/>
            </p:nvSpPr>
            <p:spPr>
              <a:xfrm>
                <a:off x="1515" y="1933"/>
                <a:ext cx="3" cy="2"/>
              </a:xfrm>
              <a:custGeom>
                <a:pathLst>
                  <a:path w="10" h="5">
                    <a:moveTo>
                      <a:pt x="10" y="0"/>
                    </a:moveTo>
                    <a:lnTo>
                      <a:pt x="0" y="0"/>
                    </a:lnTo>
                    <a:lnTo>
                      <a:pt x="10" y="5"/>
                    </a:lnTo>
                    <a:lnTo>
                      <a:pt x="10" y="0"/>
                    </a:lnTo>
                    <a:close/>
                  </a:path>
                </a:pathLst>
              </a:custGeom>
              <a:solidFill>
                <a:srgbClr val="808050"/>
              </a:solidFill>
              <a:ln>
                <a:noFill/>
                <a:round/>
              </a:ln>
            </p:spPr>
          </p:sp>
          <p:sp>
            <p:nvSpPr>
              <p:cNvPr id="93327" name=""/>
              <p:cNvSpPr/>
              <p:nvPr/>
            </p:nvSpPr>
            <p:spPr>
              <a:xfrm>
                <a:off x="1517" y="1933"/>
                <a:ext cx="3" cy="7"/>
              </a:xfrm>
              <a:custGeom>
                <a:pathLst>
                  <a:path w="9" h="13">
                    <a:moveTo>
                      <a:pt x="9" y="13"/>
                    </a:moveTo>
                    <a:lnTo>
                      <a:pt x="9" y="12"/>
                    </a:lnTo>
                    <a:lnTo>
                      <a:pt x="9" y="7"/>
                    </a:lnTo>
                    <a:lnTo>
                      <a:pt x="8" y="6"/>
                    </a:lnTo>
                    <a:lnTo>
                      <a:pt x="8" y="5"/>
                    </a:lnTo>
                    <a:lnTo>
                      <a:pt x="6" y="3"/>
                    </a:lnTo>
                    <a:lnTo>
                      <a:pt x="4" y="1"/>
                    </a:lnTo>
                    <a:lnTo>
                      <a:pt x="4" y="0"/>
                    </a:lnTo>
                    <a:lnTo>
                      <a:pt x="1" y="0"/>
                    </a:lnTo>
                    <a:lnTo>
                      <a:pt x="0" y="0"/>
                    </a:lnTo>
                    <a:lnTo>
                      <a:pt x="0" y="1"/>
                    </a:lnTo>
                    <a:lnTo>
                      <a:pt x="1" y="1"/>
                    </a:lnTo>
                    <a:lnTo>
                      <a:pt x="4" y="1"/>
                    </a:lnTo>
                    <a:lnTo>
                      <a:pt x="4" y="3"/>
                    </a:lnTo>
                    <a:lnTo>
                      <a:pt x="5" y="5"/>
                    </a:lnTo>
                    <a:lnTo>
                      <a:pt x="6" y="5"/>
                    </a:lnTo>
                    <a:lnTo>
                      <a:pt x="6" y="6"/>
                    </a:lnTo>
                    <a:lnTo>
                      <a:pt x="8" y="7"/>
                    </a:lnTo>
                    <a:lnTo>
                      <a:pt x="8" y="8"/>
                    </a:lnTo>
                    <a:lnTo>
                      <a:pt x="8" y="12"/>
                    </a:lnTo>
                    <a:lnTo>
                      <a:pt x="8" y="13"/>
                    </a:lnTo>
                    <a:lnTo>
                      <a:pt x="9" y="13"/>
                    </a:lnTo>
                    <a:close/>
                  </a:path>
                </a:pathLst>
              </a:custGeom>
              <a:solidFill>
                <a:srgbClr val="808050"/>
              </a:solidFill>
              <a:ln>
                <a:noFill/>
                <a:round/>
              </a:ln>
            </p:spPr>
          </p:sp>
          <p:sp>
            <p:nvSpPr>
              <p:cNvPr id="93328" name=""/>
              <p:cNvSpPr/>
              <p:nvPr/>
            </p:nvSpPr>
            <p:spPr>
              <a:xfrm>
                <a:off x="1519" y="1937"/>
                <a:ext cx="1" cy="4"/>
              </a:xfrm>
              <a:prstGeom prst="rect">
                <a:avLst/>
              </a:prstGeom>
              <a:solidFill>
                <a:srgbClr val="808050"/>
              </a:solidFill>
              <a:ln>
                <a:noFill/>
                <a:miter lim="800000"/>
              </a:ln>
            </p:spPr>
          </p:sp>
          <p:sp>
            <p:nvSpPr>
              <p:cNvPr id="93329" name=""/>
              <p:cNvSpPr/>
              <p:nvPr/>
            </p:nvSpPr>
            <p:spPr>
              <a:xfrm>
                <a:off x="1517" y="1939"/>
                <a:ext cx="3" cy="6"/>
              </a:xfrm>
              <a:custGeom>
                <a:pathLst>
                  <a:path w="9" h="13">
                    <a:moveTo>
                      <a:pt x="0" y="13"/>
                    </a:moveTo>
                    <a:lnTo>
                      <a:pt x="1" y="13"/>
                    </a:lnTo>
                    <a:lnTo>
                      <a:pt x="4" y="13"/>
                    </a:lnTo>
                    <a:lnTo>
                      <a:pt x="4" y="12"/>
                    </a:lnTo>
                    <a:lnTo>
                      <a:pt x="5" y="12"/>
                    </a:lnTo>
                    <a:lnTo>
                      <a:pt x="6" y="10"/>
                    </a:lnTo>
                    <a:lnTo>
                      <a:pt x="8" y="8"/>
                    </a:lnTo>
                    <a:lnTo>
                      <a:pt x="8" y="7"/>
                    </a:lnTo>
                    <a:lnTo>
                      <a:pt x="9" y="6"/>
                    </a:lnTo>
                    <a:lnTo>
                      <a:pt x="9" y="1"/>
                    </a:lnTo>
                    <a:lnTo>
                      <a:pt x="9" y="0"/>
                    </a:lnTo>
                    <a:lnTo>
                      <a:pt x="8" y="0"/>
                    </a:lnTo>
                    <a:lnTo>
                      <a:pt x="8" y="1"/>
                    </a:lnTo>
                    <a:lnTo>
                      <a:pt x="8" y="5"/>
                    </a:lnTo>
                    <a:lnTo>
                      <a:pt x="8" y="6"/>
                    </a:lnTo>
                    <a:lnTo>
                      <a:pt x="6" y="7"/>
                    </a:lnTo>
                    <a:lnTo>
                      <a:pt x="6" y="8"/>
                    </a:lnTo>
                    <a:lnTo>
                      <a:pt x="5" y="8"/>
                    </a:lnTo>
                    <a:lnTo>
                      <a:pt x="5" y="10"/>
                    </a:lnTo>
                    <a:lnTo>
                      <a:pt x="4" y="10"/>
                    </a:lnTo>
                    <a:lnTo>
                      <a:pt x="4" y="12"/>
                    </a:lnTo>
                    <a:lnTo>
                      <a:pt x="1" y="12"/>
                    </a:lnTo>
                    <a:lnTo>
                      <a:pt x="0" y="12"/>
                    </a:lnTo>
                    <a:lnTo>
                      <a:pt x="0" y="13"/>
                    </a:lnTo>
                    <a:close/>
                  </a:path>
                </a:pathLst>
              </a:custGeom>
              <a:solidFill>
                <a:srgbClr val="808050"/>
              </a:solidFill>
              <a:ln>
                <a:noFill/>
                <a:round/>
              </a:ln>
            </p:spPr>
          </p:sp>
          <p:sp>
            <p:nvSpPr>
              <p:cNvPr id="93330" name=""/>
              <p:cNvSpPr/>
              <p:nvPr/>
            </p:nvSpPr>
            <p:spPr>
              <a:xfrm>
                <a:off x="1515" y="1942"/>
                <a:ext cx="3" cy="3"/>
              </a:xfrm>
              <a:prstGeom prst="rect">
                <a:avLst/>
              </a:prstGeom>
              <a:solidFill>
                <a:srgbClr val="808050"/>
              </a:solidFill>
              <a:ln>
                <a:noFill/>
                <a:miter lim="800000"/>
              </a:ln>
            </p:spPr>
          </p:sp>
          <p:sp>
            <p:nvSpPr>
              <p:cNvPr id="93331" name=""/>
              <p:cNvSpPr/>
              <p:nvPr/>
            </p:nvSpPr>
            <p:spPr>
              <a:xfrm>
                <a:off x="1511" y="1942"/>
                <a:ext cx="5" cy="3"/>
              </a:xfrm>
              <a:custGeom>
                <a:pathLst>
                  <a:path w="15" h="6">
                    <a:moveTo>
                      <a:pt x="0" y="0"/>
                    </a:moveTo>
                    <a:lnTo>
                      <a:pt x="0" y="6"/>
                    </a:lnTo>
                    <a:lnTo>
                      <a:pt x="15" y="6"/>
                    </a:lnTo>
                    <a:lnTo>
                      <a:pt x="15" y="0"/>
                    </a:lnTo>
                    <a:lnTo>
                      <a:pt x="0" y="0"/>
                    </a:lnTo>
                    <a:lnTo>
                      <a:pt x="1" y="0"/>
                    </a:lnTo>
                    <a:lnTo>
                      <a:pt x="0" y="0"/>
                    </a:lnTo>
                    <a:lnTo>
                      <a:pt x="0" y="6"/>
                    </a:lnTo>
                    <a:lnTo>
                      <a:pt x="0" y="0"/>
                    </a:lnTo>
                    <a:close/>
                  </a:path>
                </a:pathLst>
              </a:custGeom>
              <a:solidFill>
                <a:srgbClr val="808050"/>
              </a:solidFill>
              <a:ln>
                <a:noFill/>
                <a:round/>
              </a:ln>
            </p:spPr>
          </p:sp>
          <p:sp>
            <p:nvSpPr>
              <p:cNvPr id="93332" name=""/>
              <p:cNvSpPr/>
              <p:nvPr/>
            </p:nvSpPr>
            <p:spPr>
              <a:xfrm>
                <a:off x="1510" y="1933"/>
                <a:ext cx="2" cy="12"/>
              </a:xfrm>
              <a:custGeom>
                <a:pathLst>
                  <a:path w="5" h="24">
                    <a:moveTo>
                      <a:pt x="3" y="0"/>
                    </a:moveTo>
                    <a:lnTo>
                      <a:pt x="0" y="0"/>
                    </a:lnTo>
                    <a:lnTo>
                      <a:pt x="3" y="24"/>
                    </a:lnTo>
                    <a:lnTo>
                      <a:pt x="5" y="24"/>
                    </a:lnTo>
                    <a:lnTo>
                      <a:pt x="3" y="0"/>
                    </a:lnTo>
                    <a:lnTo>
                      <a:pt x="3" y="1"/>
                    </a:lnTo>
                    <a:lnTo>
                      <a:pt x="3" y="0"/>
                    </a:lnTo>
                    <a:lnTo>
                      <a:pt x="0" y="0"/>
                    </a:lnTo>
                    <a:lnTo>
                      <a:pt x="3" y="0"/>
                    </a:lnTo>
                    <a:close/>
                  </a:path>
                </a:pathLst>
              </a:custGeom>
              <a:solidFill>
                <a:srgbClr val="808050"/>
              </a:solidFill>
              <a:ln>
                <a:noFill/>
                <a:round/>
              </a:ln>
            </p:spPr>
          </p:sp>
          <p:sp>
            <p:nvSpPr>
              <p:cNvPr id="93333" name=""/>
              <p:cNvSpPr/>
              <p:nvPr/>
            </p:nvSpPr>
            <p:spPr>
              <a:xfrm>
                <a:off x="1511" y="1933"/>
                <a:ext cx="5" cy="2"/>
              </a:xfrm>
              <a:custGeom>
                <a:pathLst>
                  <a:path w="15" h="5">
                    <a:moveTo>
                      <a:pt x="15" y="0"/>
                    </a:moveTo>
                    <a:lnTo>
                      <a:pt x="0" y="0"/>
                    </a:lnTo>
                    <a:lnTo>
                      <a:pt x="15" y="5"/>
                    </a:lnTo>
                    <a:lnTo>
                      <a:pt x="15" y="0"/>
                    </a:lnTo>
                    <a:close/>
                  </a:path>
                </a:pathLst>
              </a:custGeom>
              <a:solidFill>
                <a:srgbClr val="808050"/>
              </a:solidFill>
              <a:ln>
                <a:noFill/>
                <a:round/>
              </a:ln>
            </p:spPr>
          </p:sp>
          <p:sp>
            <p:nvSpPr>
              <p:cNvPr id="93334" name=""/>
              <p:cNvSpPr/>
              <p:nvPr/>
            </p:nvSpPr>
            <p:spPr>
              <a:xfrm>
                <a:off x="1514" y="1935"/>
                <a:ext cx="5" cy="10"/>
              </a:xfrm>
              <a:custGeom>
                <a:pathLst>
                  <a:path w="14" h="20">
                    <a:moveTo>
                      <a:pt x="8" y="0"/>
                    </a:moveTo>
                    <a:lnTo>
                      <a:pt x="0" y="17"/>
                    </a:lnTo>
                    <a:lnTo>
                      <a:pt x="0" y="20"/>
                    </a:lnTo>
                    <a:lnTo>
                      <a:pt x="5" y="20"/>
                    </a:lnTo>
                    <a:lnTo>
                      <a:pt x="5" y="17"/>
                    </a:lnTo>
                    <a:lnTo>
                      <a:pt x="14" y="0"/>
                    </a:lnTo>
                    <a:lnTo>
                      <a:pt x="8" y="0"/>
                    </a:lnTo>
                    <a:close/>
                  </a:path>
                </a:pathLst>
              </a:custGeom>
              <a:solidFill>
                <a:srgbClr val="E0E0B0"/>
              </a:solidFill>
              <a:ln>
                <a:noFill/>
                <a:round/>
              </a:ln>
            </p:spPr>
          </p:sp>
          <p:sp>
            <p:nvSpPr>
              <p:cNvPr id="93335" name=""/>
              <p:cNvSpPr/>
              <p:nvPr/>
            </p:nvSpPr>
            <p:spPr>
              <a:xfrm>
                <a:off x="1516" y="1935"/>
                <a:ext cx="4" cy="10"/>
              </a:xfrm>
              <a:custGeom>
                <a:pathLst>
                  <a:path w="12" h="20">
                    <a:moveTo>
                      <a:pt x="8" y="0"/>
                    </a:moveTo>
                    <a:lnTo>
                      <a:pt x="0" y="18"/>
                    </a:lnTo>
                    <a:lnTo>
                      <a:pt x="1" y="20"/>
                    </a:lnTo>
                    <a:lnTo>
                      <a:pt x="7" y="20"/>
                    </a:lnTo>
                    <a:lnTo>
                      <a:pt x="7" y="18"/>
                    </a:lnTo>
                    <a:lnTo>
                      <a:pt x="12" y="7"/>
                    </a:lnTo>
                    <a:lnTo>
                      <a:pt x="12" y="6"/>
                    </a:lnTo>
                    <a:lnTo>
                      <a:pt x="11" y="3"/>
                    </a:lnTo>
                    <a:lnTo>
                      <a:pt x="11" y="2"/>
                    </a:lnTo>
                    <a:lnTo>
                      <a:pt x="8" y="0"/>
                    </a:lnTo>
                    <a:close/>
                  </a:path>
                </a:pathLst>
              </a:custGeom>
              <a:solidFill>
                <a:srgbClr val="E0E0B0"/>
              </a:solidFill>
              <a:ln>
                <a:noFill/>
                <a:round/>
              </a:ln>
            </p:spPr>
          </p:sp>
          <p:sp>
            <p:nvSpPr>
              <p:cNvPr id="93336" name=""/>
              <p:cNvSpPr/>
              <p:nvPr/>
            </p:nvSpPr>
            <p:spPr>
              <a:xfrm>
                <a:off x="1517" y="1939"/>
                <a:ext cx="2" cy="3"/>
              </a:xfrm>
              <a:custGeom>
                <a:pathLst>
                  <a:path w="8" h="7">
                    <a:moveTo>
                      <a:pt x="8" y="0"/>
                    </a:moveTo>
                    <a:lnTo>
                      <a:pt x="8" y="2"/>
                    </a:lnTo>
                    <a:lnTo>
                      <a:pt x="8" y="2"/>
                    </a:lnTo>
                    <a:lnTo>
                      <a:pt x="7" y="5"/>
                    </a:lnTo>
                    <a:lnTo>
                      <a:pt x="6" y="6"/>
                    </a:lnTo>
                    <a:lnTo>
                      <a:pt x="2" y="7"/>
                    </a:lnTo>
                    <a:lnTo>
                      <a:pt x="0" y="7"/>
                    </a:lnTo>
                  </a:path>
                </a:pathLst>
              </a:custGeom>
              <a:noFill/>
              <a:ln w="4763">
                <a:solidFill>
                  <a:srgbClr val="F0E0C0"/>
                </a:solidFill>
                <a:prstDash val="solid"/>
                <a:round/>
              </a:ln>
            </p:spPr>
          </p:sp>
          <p:sp>
            <p:nvSpPr>
              <p:cNvPr id="93337" name=""/>
              <p:cNvSpPr/>
              <p:nvPr/>
            </p:nvSpPr>
            <p:spPr>
              <a:xfrm>
                <a:off x="1512" y="1934"/>
                <a:ext cx="6" cy="1"/>
              </a:xfrm>
              <a:custGeom>
                <a:pathLst>
                  <a:path w="19" h="4">
                    <a:moveTo>
                      <a:pt x="0" y="0"/>
                    </a:moveTo>
                    <a:lnTo>
                      <a:pt x="14" y="0"/>
                    </a:lnTo>
                    <a:lnTo>
                      <a:pt x="16" y="0"/>
                    </a:lnTo>
                    <a:lnTo>
                      <a:pt x="19" y="4"/>
                    </a:lnTo>
                  </a:path>
                </a:pathLst>
              </a:custGeom>
              <a:noFill/>
              <a:ln w="4763">
                <a:solidFill>
                  <a:srgbClr val="F0E0C0"/>
                </a:solidFill>
                <a:prstDash val="solid"/>
                <a:round/>
              </a:ln>
            </p:spPr>
          </p:sp>
          <p:sp>
            <p:nvSpPr>
              <p:cNvPr id="93338" name=""/>
              <p:cNvSpPr/>
              <p:nvPr/>
            </p:nvSpPr>
            <p:spPr>
              <a:xfrm>
                <a:off x="1511" y="1935"/>
                <a:ext cx="2" cy="10"/>
              </a:xfrm>
              <a:custGeom>
                <a:pathLst>
                  <a:path w="5" h="20">
                    <a:moveTo>
                      <a:pt x="2" y="0"/>
                    </a:moveTo>
                    <a:lnTo>
                      <a:pt x="5" y="2"/>
                    </a:lnTo>
                    <a:lnTo>
                      <a:pt x="5" y="10"/>
                    </a:lnTo>
                    <a:lnTo>
                      <a:pt x="5" y="17"/>
                    </a:lnTo>
                    <a:lnTo>
                      <a:pt x="2" y="20"/>
                    </a:lnTo>
                    <a:lnTo>
                      <a:pt x="0" y="14"/>
                    </a:lnTo>
                    <a:lnTo>
                      <a:pt x="0" y="10"/>
                    </a:lnTo>
                    <a:lnTo>
                      <a:pt x="0" y="2"/>
                    </a:lnTo>
                    <a:lnTo>
                      <a:pt x="2" y="1"/>
                    </a:lnTo>
                    <a:lnTo>
                      <a:pt x="2" y="0"/>
                    </a:lnTo>
                    <a:close/>
                  </a:path>
                </a:pathLst>
              </a:custGeom>
              <a:solidFill>
                <a:srgbClr val="706040"/>
              </a:solidFill>
              <a:ln>
                <a:noFill/>
                <a:round/>
              </a:ln>
            </p:spPr>
          </p:sp>
          <p:sp>
            <p:nvSpPr>
              <p:cNvPr id="93339" name=""/>
              <p:cNvSpPr/>
              <p:nvPr/>
            </p:nvSpPr>
            <p:spPr>
              <a:xfrm>
                <a:off x="1511" y="1935"/>
                <a:ext cx="5" cy="10"/>
              </a:xfrm>
              <a:custGeom>
                <a:pathLst>
                  <a:path w="15" h="20">
                    <a:moveTo>
                      <a:pt x="9" y="0"/>
                    </a:moveTo>
                    <a:lnTo>
                      <a:pt x="0" y="16"/>
                    </a:lnTo>
                    <a:lnTo>
                      <a:pt x="1" y="20"/>
                    </a:lnTo>
                    <a:lnTo>
                      <a:pt x="8" y="20"/>
                    </a:lnTo>
                    <a:lnTo>
                      <a:pt x="8" y="17"/>
                    </a:lnTo>
                    <a:lnTo>
                      <a:pt x="15" y="0"/>
                    </a:lnTo>
                    <a:lnTo>
                      <a:pt x="9" y="0"/>
                    </a:lnTo>
                    <a:close/>
                  </a:path>
                </a:pathLst>
              </a:custGeom>
              <a:solidFill>
                <a:srgbClr val="E0E0B0"/>
              </a:solidFill>
              <a:ln>
                <a:noFill/>
                <a:round/>
              </a:ln>
            </p:spPr>
          </p:sp>
        </p:grpSp>
        <p:pic>
          <p:nvPicPr>
            <p:cNvPr id="93341" name=""/>
            <p:cNvPicPr/>
            <p:nvPr/>
          </p:nvPicPr>
          <p:blipFill>
            <a:blip r:embed="rId3"/>
            <a:stretch>
              <a:fillRect/>
            </a:stretch>
          </p:blipFill>
          <p:spPr>
            <a:xfrm>
              <a:off x="1485" y="1935"/>
              <a:ext cx="30" cy="10"/>
            </a:xfrm>
            <a:prstGeom prst="rect">
              <a:avLst/>
            </a:prstGeom>
            <a:noFill/>
            <a:ln>
              <a:noFill/>
              <a:miter lim="800000"/>
            </a:ln>
          </p:spPr>
        </p:pic>
      </p:grpSp>
      <p:grpSp>
        <p:nvGrpSpPr>
          <p:cNvPr id="93485" name=""/>
          <p:cNvGrpSpPr/>
          <p:nvPr/>
        </p:nvGrpSpPr>
        <p:grpSpPr>
          <a:xfrm>
            <a:off x="2482850" y="3136900"/>
            <a:ext cx="130175" cy="401638"/>
            <a:chOff x="1564" y="1976"/>
            <a:chExt cx="82" cy="253"/>
          </a:xfrm>
        </p:grpSpPr>
        <p:grpSp>
          <p:nvGrpSpPr>
            <p:cNvPr id="93483" name=""/>
            <p:cNvGrpSpPr/>
            <p:nvPr/>
          </p:nvGrpSpPr>
          <p:grpSpPr>
            <a:xfrm>
              <a:off x="1564" y="1976"/>
              <a:ext cx="82" cy="253"/>
              <a:chOff x="1564" y="1976"/>
              <a:chExt cx="82" cy="253"/>
            </a:xfrm>
          </p:grpSpPr>
          <p:sp>
            <p:nvSpPr>
              <p:cNvPr id="93343" name=""/>
              <p:cNvSpPr/>
              <p:nvPr/>
            </p:nvSpPr>
            <p:spPr>
              <a:xfrm>
                <a:off x="1576" y="2087"/>
                <a:ext cx="57" cy="138"/>
              </a:xfrm>
              <a:custGeom>
                <a:pathLst>
                  <a:path w="169" h="277">
                    <a:moveTo>
                      <a:pt x="4" y="0"/>
                    </a:moveTo>
                    <a:lnTo>
                      <a:pt x="165" y="0"/>
                    </a:lnTo>
                    <a:lnTo>
                      <a:pt x="166" y="0"/>
                    </a:lnTo>
                    <a:lnTo>
                      <a:pt x="169" y="2"/>
                    </a:lnTo>
                    <a:lnTo>
                      <a:pt x="169" y="3"/>
                    </a:lnTo>
                    <a:lnTo>
                      <a:pt x="169" y="273"/>
                    </a:lnTo>
                    <a:lnTo>
                      <a:pt x="169" y="274"/>
                    </a:lnTo>
                    <a:lnTo>
                      <a:pt x="166" y="275"/>
                    </a:lnTo>
                    <a:lnTo>
                      <a:pt x="165" y="277"/>
                    </a:lnTo>
                    <a:lnTo>
                      <a:pt x="4" y="277"/>
                    </a:lnTo>
                    <a:lnTo>
                      <a:pt x="1" y="275"/>
                    </a:lnTo>
                    <a:lnTo>
                      <a:pt x="0" y="274"/>
                    </a:lnTo>
                    <a:lnTo>
                      <a:pt x="0" y="273"/>
                    </a:lnTo>
                    <a:lnTo>
                      <a:pt x="0" y="3"/>
                    </a:lnTo>
                    <a:lnTo>
                      <a:pt x="0" y="2"/>
                    </a:lnTo>
                    <a:lnTo>
                      <a:pt x="1" y="0"/>
                    </a:lnTo>
                    <a:lnTo>
                      <a:pt x="4" y="0"/>
                    </a:lnTo>
                    <a:close/>
                  </a:path>
                </a:pathLst>
              </a:custGeom>
              <a:solidFill>
                <a:srgbClr val="F0E0C0"/>
              </a:solidFill>
              <a:ln>
                <a:noFill/>
                <a:round/>
              </a:ln>
            </p:spPr>
          </p:sp>
          <p:sp>
            <p:nvSpPr>
              <p:cNvPr id="93344" name=""/>
              <p:cNvSpPr/>
              <p:nvPr/>
            </p:nvSpPr>
            <p:spPr>
              <a:xfrm>
                <a:off x="1576" y="2203"/>
                <a:ext cx="57" cy="4"/>
              </a:xfrm>
              <a:prstGeom prst="rect">
                <a:avLst/>
              </a:prstGeom>
              <a:solidFill>
                <a:srgbClr val="A0A080"/>
              </a:solidFill>
              <a:ln>
                <a:noFill/>
                <a:miter lim="800000"/>
              </a:ln>
            </p:spPr>
          </p:sp>
          <p:sp>
            <p:nvSpPr>
              <p:cNvPr id="93345" name=""/>
              <p:cNvSpPr/>
              <p:nvPr/>
            </p:nvSpPr>
            <p:spPr>
              <a:xfrm>
                <a:off x="1576" y="2199"/>
                <a:ext cx="57" cy="4"/>
              </a:xfrm>
              <a:prstGeom prst="rect">
                <a:avLst/>
              </a:prstGeom>
              <a:solidFill>
                <a:srgbClr val="A0A080"/>
              </a:solidFill>
              <a:ln>
                <a:noFill/>
                <a:miter lim="800000"/>
              </a:ln>
            </p:spPr>
          </p:sp>
          <p:sp>
            <p:nvSpPr>
              <p:cNvPr id="93346" name=""/>
              <p:cNvSpPr/>
              <p:nvPr/>
            </p:nvSpPr>
            <p:spPr>
              <a:xfrm>
                <a:off x="1576" y="2195"/>
                <a:ext cx="57" cy="3"/>
              </a:xfrm>
              <a:prstGeom prst="rect">
                <a:avLst/>
              </a:prstGeom>
              <a:solidFill>
                <a:srgbClr val="404040"/>
              </a:solidFill>
              <a:ln>
                <a:noFill/>
                <a:miter lim="800000"/>
              </a:ln>
            </p:spPr>
          </p:sp>
          <p:sp>
            <p:nvSpPr>
              <p:cNvPr id="93347" name=""/>
              <p:cNvSpPr/>
              <p:nvPr/>
            </p:nvSpPr>
            <p:spPr>
              <a:xfrm>
                <a:off x="1576" y="2195"/>
                <a:ext cx="57" cy="3"/>
              </a:xfrm>
              <a:prstGeom prst="rect">
                <a:avLst/>
              </a:prstGeom>
              <a:solidFill>
                <a:srgbClr val="A0A080"/>
              </a:solidFill>
              <a:ln>
                <a:noFill/>
                <a:miter lim="800000"/>
              </a:ln>
            </p:spPr>
          </p:sp>
          <p:sp>
            <p:nvSpPr>
              <p:cNvPr id="93348" name=""/>
              <p:cNvSpPr/>
              <p:nvPr/>
            </p:nvSpPr>
            <p:spPr>
              <a:xfrm>
                <a:off x="1576" y="2191"/>
                <a:ext cx="57" cy="3"/>
              </a:xfrm>
              <a:prstGeom prst="rect">
                <a:avLst/>
              </a:prstGeom>
              <a:solidFill>
                <a:srgbClr val="A0A080"/>
              </a:solidFill>
              <a:ln>
                <a:noFill/>
                <a:miter lim="800000"/>
              </a:ln>
            </p:spPr>
          </p:sp>
          <p:sp>
            <p:nvSpPr>
              <p:cNvPr id="93349" name=""/>
              <p:cNvSpPr/>
              <p:nvPr/>
            </p:nvSpPr>
            <p:spPr>
              <a:xfrm>
                <a:off x="1576" y="2187"/>
                <a:ext cx="57" cy="3"/>
              </a:xfrm>
              <a:prstGeom prst="rect">
                <a:avLst/>
              </a:prstGeom>
              <a:solidFill>
                <a:srgbClr val="A0A080"/>
              </a:solidFill>
              <a:ln>
                <a:noFill/>
                <a:miter lim="800000"/>
              </a:ln>
            </p:spPr>
          </p:sp>
          <p:sp>
            <p:nvSpPr>
              <p:cNvPr id="93350" name=""/>
              <p:cNvSpPr/>
              <p:nvPr/>
            </p:nvSpPr>
            <p:spPr>
              <a:xfrm>
                <a:off x="1576" y="2183"/>
                <a:ext cx="57" cy="3"/>
              </a:xfrm>
              <a:prstGeom prst="rect">
                <a:avLst/>
              </a:prstGeom>
              <a:solidFill>
                <a:srgbClr val="A0A080"/>
              </a:solidFill>
              <a:ln>
                <a:noFill/>
                <a:miter lim="800000"/>
              </a:ln>
            </p:spPr>
          </p:sp>
          <p:sp>
            <p:nvSpPr>
              <p:cNvPr id="93351" name=""/>
              <p:cNvSpPr/>
              <p:nvPr/>
            </p:nvSpPr>
            <p:spPr>
              <a:xfrm>
                <a:off x="1576" y="2179"/>
                <a:ext cx="57" cy="2"/>
              </a:xfrm>
              <a:prstGeom prst="rect">
                <a:avLst/>
              </a:prstGeom>
              <a:solidFill>
                <a:srgbClr val="A0A080"/>
              </a:solidFill>
              <a:ln>
                <a:noFill/>
                <a:miter lim="800000"/>
              </a:ln>
            </p:spPr>
          </p:sp>
          <p:sp>
            <p:nvSpPr>
              <p:cNvPr id="93352" name=""/>
              <p:cNvSpPr/>
              <p:nvPr/>
            </p:nvSpPr>
            <p:spPr>
              <a:xfrm>
                <a:off x="1576" y="2174"/>
                <a:ext cx="57" cy="3"/>
              </a:xfrm>
              <a:prstGeom prst="rect">
                <a:avLst/>
              </a:prstGeom>
              <a:solidFill>
                <a:srgbClr val="A0A080"/>
              </a:solidFill>
              <a:ln>
                <a:noFill/>
                <a:miter lim="800000"/>
              </a:ln>
            </p:spPr>
          </p:sp>
          <p:sp>
            <p:nvSpPr>
              <p:cNvPr id="93353" name=""/>
              <p:cNvSpPr/>
              <p:nvPr/>
            </p:nvSpPr>
            <p:spPr>
              <a:xfrm>
                <a:off x="1576" y="2170"/>
                <a:ext cx="57" cy="3"/>
              </a:xfrm>
              <a:prstGeom prst="rect">
                <a:avLst/>
              </a:prstGeom>
              <a:solidFill>
                <a:srgbClr val="A0A080"/>
              </a:solidFill>
              <a:ln>
                <a:noFill/>
                <a:miter lim="800000"/>
              </a:ln>
            </p:spPr>
          </p:sp>
          <p:sp>
            <p:nvSpPr>
              <p:cNvPr id="93354" name=""/>
              <p:cNvSpPr/>
              <p:nvPr/>
            </p:nvSpPr>
            <p:spPr>
              <a:xfrm>
                <a:off x="1576" y="2165"/>
                <a:ext cx="57" cy="3"/>
              </a:xfrm>
              <a:prstGeom prst="rect">
                <a:avLst/>
              </a:prstGeom>
              <a:solidFill>
                <a:srgbClr val="A0A080"/>
              </a:solidFill>
              <a:ln>
                <a:noFill/>
                <a:miter lim="800000"/>
              </a:ln>
            </p:spPr>
          </p:sp>
          <p:sp>
            <p:nvSpPr>
              <p:cNvPr id="93355" name=""/>
              <p:cNvSpPr/>
              <p:nvPr/>
            </p:nvSpPr>
            <p:spPr>
              <a:xfrm>
                <a:off x="1576" y="2162"/>
                <a:ext cx="57" cy="3"/>
              </a:xfrm>
              <a:prstGeom prst="rect">
                <a:avLst/>
              </a:prstGeom>
              <a:solidFill>
                <a:srgbClr val="A0A080"/>
              </a:solidFill>
              <a:ln>
                <a:noFill/>
                <a:miter lim="800000"/>
              </a:ln>
            </p:spPr>
          </p:sp>
          <p:sp>
            <p:nvSpPr>
              <p:cNvPr id="93356" name=""/>
              <p:cNvSpPr/>
              <p:nvPr/>
            </p:nvSpPr>
            <p:spPr>
              <a:xfrm>
                <a:off x="1576" y="2158"/>
                <a:ext cx="57" cy="2"/>
              </a:xfrm>
              <a:prstGeom prst="rect">
                <a:avLst/>
              </a:prstGeom>
              <a:solidFill>
                <a:srgbClr val="A0A080"/>
              </a:solidFill>
              <a:ln>
                <a:noFill/>
                <a:miter lim="800000"/>
              </a:ln>
            </p:spPr>
          </p:sp>
          <p:sp>
            <p:nvSpPr>
              <p:cNvPr id="93357" name=""/>
              <p:cNvSpPr/>
              <p:nvPr/>
            </p:nvSpPr>
            <p:spPr>
              <a:xfrm>
                <a:off x="1576" y="2153"/>
                <a:ext cx="57" cy="3"/>
              </a:xfrm>
              <a:prstGeom prst="rect">
                <a:avLst/>
              </a:prstGeom>
              <a:solidFill>
                <a:srgbClr val="A0A080"/>
              </a:solidFill>
              <a:ln>
                <a:noFill/>
                <a:miter lim="800000"/>
              </a:ln>
            </p:spPr>
          </p:sp>
          <p:sp>
            <p:nvSpPr>
              <p:cNvPr id="93358" name=""/>
              <p:cNvSpPr/>
              <p:nvPr/>
            </p:nvSpPr>
            <p:spPr>
              <a:xfrm>
                <a:off x="1576" y="2149"/>
                <a:ext cx="57" cy="2"/>
              </a:xfrm>
              <a:prstGeom prst="rect">
                <a:avLst/>
              </a:prstGeom>
              <a:solidFill>
                <a:srgbClr val="A0A080"/>
              </a:solidFill>
              <a:ln>
                <a:noFill/>
                <a:miter lim="800000"/>
              </a:ln>
            </p:spPr>
          </p:sp>
          <p:sp>
            <p:nvSpPr>
              <p:cNvPr id="93359" name=""/>
              <p:cNvSpPr/>
              <p:nvPr/>
            </p:nvSpPr>
            <p:spPr>
              <a:xfrm>
                <a:off x="1576" y="2145"/>
                <a:ext cx="57" cy="2"/>
              </a:xfrm>
              <a:prstGeom prst="rect">
                <a:avLst/>
              </a:prstGeom>
              <a:solidFill>
                <a:srgbClr val="A0A080"/>
              </a:solidFill>
              <a:ln>
                <a:noFill/>
                <a:miter lim="800000"/>
              </a:ln>
            </p:spPr>
          </p:sp>
          <p:sp>
            <p:nvSpPr>
              <p:cNvPr id="93360" name=""/>
              <p:cNvSpPr/>
              <p:nvPr/>
            </p:nvSpPr>
            <p:spPr>
              <a:xfrm>
                <a:off x="1576" y="2140"/>
                <a:ext cx="57" cy="3"/>
              </a:xfrm>
              <a:prstGeom prst="rect">
                <a:avLst/>
              </a:prstGeom>
              <a:solidFill>
                <a:srgbClr val="A0A080"/>
              </a:solidFill>
              <a:ln>
                <a:noFill/>
                <a:miter lim="800000"/>
              </a:ln>
            </p:spPr>
          </p:sp>
          <p:sp>
            <p:nvSpPr>
              <p:cNvPr id="93361" name=""/>
              <p:cNvSpPr/>
              <p:nvPr/>
            </p:nvSpPr>
            <p:spPr>
              <a:xfrm>
                <a:off x="1564" y="2215"/>
                <a:ext cx="41" cy="14"/>
              </a:xfrm>
              <a:custGeom>
                <a:pathLst>
                  <a:path w="123" h="28">
                    <a:moveTo>
                      <a:pt x="39" y="0"/>
                    </a:moveTo>
                    <a:lnTo>
                      <a:pt x="35" y="0"/>
                    </a:lnTo>
                    <a:lnTo>
                      <a:pt x="35" y="13"/>
                    </a:lnTo>
                    <a:lnTo>
                      <a:pt x="0" y="23"/>
                    </a:lnTo>
                    <a:lnTo>
                      <a:pt x="0" y="28"/>
                    </a:lnTo>
                    <a:lnTo>
                      <a:pt x="123" y="28"/>
                    </a:lnTo>
                    <a:lnTo>
                      <a:pt x="123" y="20"/>
                    </a:lnTo>
                    <a:lnTo>
                      <a:pt x="39" y="20"/>
                    </a:lnTo>
                    <a:lnTo>
                      <a:pt x="39" y="0"/>
                    </a:lnTo>
                    <a:close/>
                  </a:path>
                </a:pathLst>
              </a:custGeom>
              <a:solidFill>
                <a:srgbClr val="808060"/>
              </a:solidFill>
              <a:ln>
                <a:noFill/>
                <a:round/>
              </a:ln>
            </p:spPr>
          </p:sp>
          <p:sp>
            <p:nvSpPr>
              <p:cNvPr id="93362" name=""/>
              <p:cNvSpPr/>
              <p:nvPr/>
            </p:nvSpPr>
            <p:spPr>
              <a:xfrm>
                <a:off x="1605" y="2215"/>
                <a:ext cx="41" cy="14"/>
              </a:xfrm>
              <a:custGeom>
                <a:pathLst>
                  <a:path w="122" h="28">
                    <a:moveTo>
                      <a:pt x="83" y="0"/>
                    </a:moveTo>
                    <a:lnTo>
                      <a:pt x="88" y="0"/>
                    </a:lnTo>
                    <a:lnTo>
                      <a:pt x="88" y="13"/>
                    </a:lnTo>
                    <a:lnTo>
                      <a:pt x="122" y="23"/>
                    </a:lnTo>
                    <a:lnTo>
                      <a:pt x="122" y="28"/>
                    </a:lnTo>
                    <a:lnTo>
                      <a:pt x="0" y="28"/>
                    </a:lnTo>
                    <a:lnTo>
                      <a:pt x="0" y="20"/>
                    </a:lnTo>
                    <a:lnTo>
                      <a:pt x="83" y="20"/>
                    </a:lnTo>
                    <a:lnTo>
                      <a:pt x="83" y="0"/>
                    </a:lnTo>
                    <a:close/>
                  </a:path>
                </a:pathLst>
              </a:custGeom>
              <a:solidFill>
                <a:srgbClr val="808060"/>
              </a:solidFill>
              <a:ln>
                <a:noFill/>
                <a:round/>
              </a:ln>
            </p:spPr>
          </p:sp>
          <p:sp>
            <p:nvSpPr>
              <p:cNvPr id="93363" name=""/>
              <p:cNvSpPr/>
              <p:nvPr/>
            </p:nvSpPr>
            <p:spPr>
              <a:xfrm>
                <a:off x="1586" y="2174"/>
                <a:ext cx="37" cy="47"/>
              </a:xfrm>
              <a:custGeom>
                <a:pathLst>
                  <a:path w="109" h="93">
                    <a:moveTo>
                      <a:pt x="0" y="1"/>
                    </a:moveTo>
                    <a:lnTo>
                      <a:pt x="0" y="93"/>
                    </a:lnTo>
                    <a:lnTo>
                      <a:pt x="109" y="93"/>
                    </a:lnTo>
                    <a:lnTo>
                      <a:pt x="109" y="0"/>
                    </a:lnTo>
                  </a:path>
                </a:pathLst>
              </a:custGeom>
              <a:noFill/>
              <a:ln w="4763">
                <a:solidFill>
                  <a:srgbClr val="808060"/>
                </a:solidFill>
                <a:prstDash val="solid"/>
                <a:round/>
              </a:ln>
            </p:spPr>
          </p:sp>
          <p:sp>
            <p:nvSpPr>
              <p:cNvPr id="93364" name=""/>
              <p:cNvSpPr/>
              <p:nvPr/>
            </p:nvSpPr>
            <p:spPr>
              <a:xfrm>
                <a:off x="1576" y="1976"/>
                <a:ext cx="57" cy="104"/>
              </a:xfrm>
              <a:custGeom>
                <a:pathLst>
                  <a:path w="169" h="208">
                    <a:moveTo>
                      <a:pt x="5" y="208"/>
                    </a:moveTo>
                    <a:lnTo>
                      <a:pt x="164" y="208"/>
                    </a:lnTo>
                    <a:lnTo>
                      <a:pt x="166" y="208"/>
                    </a:lnTo>
                    <a:lnTo>
                      <a:pt x="168" y="205"/>
                    </a:lnTo>
                    <a:lnTo>
                      <a:pt x="169" y="204"/>
                    </a:lnTo>
                    <a:lnTo>
                      <a:pt x="169" y="4"/>
                    </a:lnTo>
                    <a:lnTo>
                      <a:pt x="168" y="2"/>
                    </a:lnTo>
                    <a:lnTo>
                      <a:pt x="166" y="1"/>
                    </a:lnTo>
                    <a:lnTo>
                      <a:pt x="165" y="1"/>
                    </a:lnTo>
                    <a:lnTo>
                      <a:pt x="5" y="0"/>
                    </a:lnTo>
                    <a:lnTo>
                      <a:pt x="2" y="1"/>
                    </a:lnTo>
                    <a:lnTo>
                      <a:pt x="1" y="2"/>
                    </a:lnTo>
                    <a:lnTo>
                      <a:pt x="0" y="4"/>
                    </a:lnTo>
                    <a:lnTo>
                      <a:pt x="0" y="204"/>
                    </a:lnTo>
                    <a:lnTo>
                      <a:pt x="0" y="205"/>
                    </a:lnTo>
                    <a:lnTo>
                      <a:pt x="2" y="208"/>
                    </a:lnTo>
                    <a:lnTo>
                      <a:pt x="5" y="208"/>
                    </a:lnTo>
                    <a:close/>
                  </a:path>
                </a:pathLst>
              </a:custGeom>
              <a:solidFill>
                <a:srgbClr val="F0E0C0"/>
              </a:solidFill>
              <a:ln>
                <a:noFill/>
                <a:round/>
              </a:ln>
            </p:spPr>
          </p:sp>
          <p:sp>
            <p:nvSpPr>
              <p:cNvPr id="93365" name=""/>
              <p:cNvSpPr/>
              <p:nvPr/>
            </p:nvSpPr>
            <p:spPr>
              <a:xfrm>
                <a:off x="1582" y="2006"/>
                <a:ext cx="46" cy="65"/>
              </a:xfrm>
              <a:custGeom>
                <a:pathLst>
                  <a:path w="138" h="131">
                    <a:moveTo>
                      <a:pt x="7" y="131"/>
                    </a:moveTo>
                    <a:lnTo>
                      <a:pt x="132" y="131"/>
                    </a:lnTo>
                    <a:lnTo>
                      <a:pt x="133" y="131"/>
                    </a:lnTo>
                    <a:lnTo>
                      <a:pt x="135" y="130"/>
                    </a:lnTo>
                    <a:lnTo>
                      <a:pt x="137" y="129"/>
                    </a:lnTo>
                    <a:lnTo>
                      <a:pt x="138" y="128"/>
                    </a:lnTo>
                    <a:lnTo>
                      <a:pt x="138" y="125"/>
                    </a:lnTo>
                    <a:lnTo>
                      <a:pt x="138" y="6"/>
                    </a:lnTo>
                    <a:lnTo>
                      <a:pt x="138" y="4"/>
                    </a:lnTo>
                    <a:lnTo>
                      <a:pt x="137" y="2"/>
                    </a:lnTo>
                    <a:lnTo>
                      <a:pt x="135" y="0"/>
                    </a:lnTo>
                    <a:lnTo>
                      <a:pt x="133" y="0"/>
                    </a:lnTo>
                    <a:lnTo>
                      <a:pt x="132" y="0"/>
                    </a:lnTo>
                    <a:lnTo>
                      <a:pt x="7" y="0"/>
                    </a:lnTo>
                    <a:lnTo>
                      <a:pt x="5" y="0"/>
                    </a:lnTo>
                    <a:lnTo>
                      <a:pt x="4" y="0"/>
                    </a:lnTo>
                    <a:lnTo>
                      <a:pt x="2" y="2"/>
                    </a:lnTo>
                    <a:lnTo>
                      <a:pt x="1" y="4"/>
                    </a:lnTo>
                    <a:lnTo>
                      <a:pt x="0" y="6"/>
                    </a:lnTo>
                    <a:lnTo>
                      <a:pt x="0" y="125"/>
                    </a:lnTo>
                    <a:lnTo>
                      <a:pt x="1" y="128"/>
                    </a:lnTo>
                    <a:lnTo>
                      <a:pt x="1" y="128"/>
                    </a:lnTo>
                    <a:lnTo>
                      <a:pt x="4" y="130"/>
                    </a:lnTo>
                    <a:lnTo>
                      <a:pt x="5" y="131"/>
                    </a:lnTo>
                    <a:lnTo>
                      <a:pt x="7" y="131"/>
                    </a:lnTo>
                    <a:close/>
                  </a:path>
                </a:pathLst>
              </a:custGeom>
              <a:solidFill>
                <a:srgbClr val="F0E0C0"/>
              </a:solidFill>
              <a:ln>
                <a:noFill/>
                <a:round/>
              </a:ln>
            </p:spPr>
          </p:sp>
          <p:sp>
            <p:nvSpPr>
              <p:cNvPr id="93366" name=""/>
              <p:cNvSpPr/>
              <p:nvPr/>
            </p:nvSpPr>
            <p:spPr>
              <a:xfrm>
                <a:off x="1584" y="2024"/>
                <a:ext cx="40" cy="0"/>
              </a:xfrm>
              <a:prstGeom prst="rect">
                <a:avLst/>
              </a:prstGeom>
              <a:solidFill>
                <a:srgbClr val="505020"/>
              </a:solidFill>
              <a:ln w="4763">
                <a:solidFill>
                  <a:prstClr val="black"/>
                </a:solidFill>
                <a:miter lim="800000"/>
              </a:ln>
            </p:spPr>
          </p:sp>
          <p:sp>
            <p:nvSpPr>
              <p:cNvPr id="93367" name=""/>
              <p:cNvSpPr/>
              <p:nvPr/>
            </p:nvSpPr>
            <p:spPr>
              <a:xfrm>
                <a:off x="1584" y="2042"/>
                <a:ext cx="41" cy="0"/>
              </a:xfrm>
              <a:prstGeom prst="rect">
                <a:avLst/>
              </a:prstGeom>
              <a:solidFill>
                <a:srgbClr val="505020"/>
              </a:solidFill>
              <a:ln w="4763">
                <a:solidFill>
                  <a:prstClr val="black"/>
                </a:solidFill>
                <a:miter lim="800000"/>
              </a:ln>
            </p:spPr>
          </p:sp>
          <p:sp>
            <p:nvSpPr>
              <p:cNvPr id="93368" name=""/>
              <p:cNvSpPr/>
              <p:nvPr/>
            </p:nvSpPr>
            <p:spPr>
              <a:xfrm>
                <a:off x="1582" y="2008"/>
                <a:ext cx="45" cy="18"/>
              </a:xfrm>
              <a:custGeom>
                <a:pathLst>
                  <a:path w="133" h="36">
                    <a:moveTo>
                      <a:pt x="4" y="36"/>
                    </a:moveTo>
                    <a:lnTo>
                      <a:pt x="131" y="36"/>
                    </a:lnTo>
                    <a:lnTo>
                      <a:pt x="132" y="36"/>
                    </a:lnTo>
                    <a:lnTo>
                      <a:pt x="133" y="34"/>
                    </a:lnTo>
                    <a:lnTo>
                      <a:pt x="133" y="3"/>
                    </a:lnTo>
                    <a:lnTo>
                      <a:pt x="133" y="1"/>
                    </a:lnTo>
                    <a:lnTo>
                      <a:pt x="131" y="0"/>
                    </a:lnTo>
                    <a:lnTo>
                      <a:pt x="4" y="0"/>
                    </a:lnTo>
                    <a:lnTo>
                      <a:pt x="2" y="1"/>
                    </a:lnTo>
                    <a:lnTo>
                      <a:pt x="0" y="2"/>
                    </a:lnTo>
                    <a:lnTo>
                      <a:pt x="0" y="34"/>
                    </a:lnTo>
                    <a:lnTo>
                      <a:pt x="2" y="35"/>
                    </a:lnTo>
                    <a:lnTo>
                      <a:pt x="3" y="36"/>
                    </a:lnTo>
                    <a:lnTo>
                      <a:pt x="4" y="36"/>
                    </a:lnTo>
                    <a:close/>
                  </a:path>
                </a:pathLst>
              </a:custGeom>
              <a:solidFill>
                <a:srgbClr val="C0C080"/>
              </a:solidFill>
              <a:ln>
                <a:noFill/>
                <a:round/>
              </a:ln>
            </p:spPr>
          </p:sp>
          <p:sp>
            <p:nvSpPr>
              <p:cNvPr id="93369" name=""/>
              <p:cNvSpPr/>
              <p:nvPr/>
            </p:nvSpPr>
            <p:spPr>
              <a:xfrm>
                <a:off x="1594" y="2008"/>
                <a:ext cx="18" cy="14"/>
              </a:xfrm>
              <a:custGeom>
                <a:pathLst>
                  <a:path w="53" h="27">
                    <a:moveTo>
                      <a:pt x="2" y="0"/>
                    </a:moveTo>
                    <a:lnTo>
                      <a:pt x="50" y="0"/>
                    </a:lnTo>
                    <a:lnTo>
                      <a:pt x="51" y="0"/>
                    </a:lnTo>
                    <a:lnTo>
                      <a:pt x="53" y="2"/>
                    </a:lnTo>
                    <a:lnTo>
                      <a:pt x="53" y="24"/>
                    </a:lnTo>
                    <a:lnTo>
                      <a:pt x="51" y="27"/>
                    </a:lnTo>
                    <a:lnTo>
                      <a:pt x="50" y="27"/>
                    </a:lnTo>
                    <a:lnTo>
                      <a:pt x="2" y="27"/>
                    </a:lnTo>
                    <a:lnTo>
                      <a:pt x="0" y="27"/>
                    </a:lnTo>
                    <a:lnTo>
                      <a:pt x="0" y="24"/>
                    </a:lnTo>
                    <a:lnTo>
                      <a:pt x="0" y="2"/>
                    </a:lnTo>
                    <a:lnTo>
                      <a:pt x="0" y="0"/>
                    </a:lnTo>
                    <a:lnTo>
                      <a:pt x="2" y="0"/>
                    </a:lnTo>
                    <a:close/>
                  </a:path>
                </a:pathLst>
              </a:custGeom>
              <a:solidFill>
                <a:srgbClr val="00DFCA"/>
              </a:solidFill>
              <a:ln>
                <a:noFill/>
                <a:round/>
              </a:ln>
            </p:spPr>
          </p:sp>
          <p:sp>
            <p:nvSpPr>
              <p:cNvPr id="93370" name=""/>
              <p:cNvSpPr/>
              <p:nvPr/>
            </p:nvSpPr>
            <p:spPr>
              <a:xfrm>
                <a:off x="1616" y="2008"/>
                <a:ext cx="6" cy="5"/>
              </a:xfrm>
              <a:custGeom>
                <a:pathLst>
                  <a:path w="18" h="9">
                    <a:moveTo>
                      <a:pt x="3" y="9"/>
                    </a:moveTo>
                    <a:lnTo>
                      <a:pt x="15" y="9"/>
                    </a:lnTo>
                    <a:lnTo>
                      <a:pt x="16" y="7"/>
                    </a:lnTo>
                    <a:lnTo>
                      <a:pt x="18" y="2"/>
                    </a:lnTo>
                    <a:lnTo>
                      <a:pt x="15" y="0"/>
                    </a:lnTo>
                    <a:lnTo>
                      <a:pt x="3" y="0"/>
                    </a:lnTo>
                    <a:lnTo>
                      <a:pt x="1" y="0"/>
                    </a:lnTo>
                    <a:lnTo>
                      <a:pt x="0" y="7"/>
                    </a:lnTo>
                    <a:lnTo>
                      <a:pt x="3" y="9"/>
                    </a:lnTo>
                    <a:close/>
                  </a:path>
                </a:pathLst>
              </a:custGeom>
              <a:solidFill>
                <a:srgbClr val="808050"/>
              </a:solidFill>
              <a:ln>
                <a:noFill/>
                <a:round/>
              </a:ln>
            </p:spPr>
          </p:sp>
          <p:sp>
            <p:nvSpPr>
              <p:cNvPr id="93371" name=""/>
              <p:cNvSpPr/>
              <p:nvPr/>
            </p:nvSpPr>
            <p:spPr>
              <a:xfrm>
                <a:off x="1616" y="2008"/>
                <a:ext cx="6" cy="5"/>
              </a:xfrm>
              <a:custGeom>
                <a:pathLst>
                  <a:path w="18" h="9">
                    <a:moveTo>
                      <a:pt x="1" y="9"/>
                    </a:moveTo>
                    <a:lnTo>
                      <a:pt x="15" y="9"/>
                    </a:lnTo>
                    <a:lnTo>
                      <a:pt x="18" y="7"/>
                    </a:lnTo>
                    <a:lnTo>
                      <a:pt x="18" y="2"/>
                    </a:lnTo>
                    <a:lnTo>
                      <a:pt x="15" y="0"/>
                    </a:lnTo>
                    <a:lnTo>
                      <a:pt x="1" y="0"/>
                    </a:lnTo>
                    <a:lnTo>
                      <a:pt x="0" y="0"/>
                    </a:lnTo>
                    <a:lnTo>
                      <a:pt x="0" y="7"/>
                    </a:lnTo>
                    <a:lnTo>
                      <a:pt x="1" y="9"/>
                    </a:lnTo>
                    <a:close/>
                  </a:path>
                </a:pathLst>
              </a:custGeom>
              <a:solidFill>
                <a:srgbClr val="C0C080"/>
              </a:solidFill>
              <a:ln>
                <a:noFill/>
                <a:round/>
              </a:ln>
            </p:spPr>
          </p:sp>
          <p:sp>
            <p:nvSpPr>
              <p:cNvPr id="93372" name=""/>
              <p:cNvSpPr/>
              <p:nvPr/>
            </p:nvSpPr>
            <p:spPr>
              <a:xfrm>
                <a:off x="1585" y="2013"/>
                <a:ext cx="41" cy="4"/>
              </a:xfrm>
              <a:custGeom>
                <a:pathLst>
                  <a:path w="123" h="9">
                    <a:moveTo>
                      <a:pt x="3" y="9"/>
                    </a:moveTo>
                    <a:lnTo>
                      <a:pt x="121" y="9"/>
                    </a:lnTo>
                    <a:lnTo>
                      <a:pt x="123" y="8"/>
                    </a:lnTo>
                    <a:lnTo>
                      <a:pt x="123" y="6"/>
                    </a:lnTo>
                    <a:lnTo>
                      <a:pt x="123" y="4"/>
                    </a:lnTo>
                    <a:lnTo>
                      <a:pt x="123" y="0"/>
                    </a:lnTo>
                    <a:lnTo>
                      <a:pt x="121" y="0"/>
                    </a:lnTo>
                    <a:lnTo>
                      <a:pt x="3" y="0"/>
                    </a:lnTo>
                    <a:lnTo>
                      <a:pt x="1" y="0"/>
                    </a:lnTo>
                    <a:lnTo>
                      <a:pt x="0" y="4"/>
                    </a:lnTo>
                    <a:lnTo>
                      <a:pt x="0" y="6"/>
                    </a:lnTo>
                    <a:lnTo>
                      <a:pt x="1" y="8"/>
                    </a:lnTo>
                    <a:lnTo>
                      <a:pt x="3" y="9"/>
                    </a:lnTo>
                    <a:close/>
                  </a:path>
                </a:pathLst>
              </a:custGeom>
              <a:solidFill>
                <a:srgbClr val="A0A080"/>
              </a:solidFill>
              <a:ln>
                <a:noFill/>
                <a:round/>
              </a:ln>
            </p:spPr>
          </p:sp>
          <p:sp>
            <p:nvSpPr>
              <p:cNvPr id="93373" name=""/>
              <p:cNvSpPr/>
              <p:nvPr/>
            </p:nvSpPr>
            <p:spPr>
              <a:xfrm>
                <a:off x="1583" y="2024"/>
                <a:ext cx="44" cy="20"/>
              </a:xfrm>
              <a:custGeom>
                <a:pathLst>
                  <a:path w="130" h="38">
                    <a:moveTo>
                      <a:pt x="1" y="38"/>
                    </a:moveTo>
                    <a:lnTo>
                      <a:pt x="128" y="38"/>
                    </a:lnTo>
                    <a:lnTo>
                      <a:pt x="130" y="38"/>
                    </a:lnTo>
                    <a:lnTo>
                      <a:pt x="130" y="36"/>
                    </a:lnTo>
                    <a:lnTo>
                      <a:pt x="130" y="3"/>
                    </a:lnTo>
                    <a:lnTo>
                      <a:pt x="129" y="1"/>
                    </a:lnTo>
                    <a:lnTo>
                      <a:pt x="128" y="0"/>
                    </a:lnTo>
                    <a:lnTo>
                      <a:pt x="1" y="0"/>
                    </a:lnTo>
                    <a:lnTo>
                      <a:pt x="0" y="1"/>
                    </a:lnTo>
                    <a:lnTo>
                      <a:pt x="0" y="3"/>
                    </a:lnTo>
                    <a:lnTo>
                      <a:pt x="0" y="36"/>
                    </a:lnTo>
                    <a:lnTo>
                      <a:pt x="0" y="38"/>
                    </a:lnTo>
                    <a:lnTo>
                      <a:pt x="1" y="38"/>
                    </a:lnTo>
                    <a:close/>
                  </a:path>
                </a:pathLst>
              </a:custGeom>
              <a:solidFill>
                <a:srgbClr val="C0C080"/>
              </a:solidFill>
              <a:ln>
                <a:noFill/>
                <a:round/>
              </a:ln>
            </p:spPr>
          </p:sp>
          <p:sp>
            <p:nvSpPr>
              <p:cNvPr id="93374" name=""/>
              <p:cNvSpPr/>
              <p:nvPr/>
            </p:nvSpPr>
            <p:spPr>
              <a:xfrm>
                <a:off x="1594" y="2027"/>
                <a:ext cx="18" cy="14"/>
              </a:xfrm>
              <a:custGeom>
                <a:pathLst>
                  <a:path w="53" h="29">
                    <a:moveTo>
                      <a:pt x="3" y="0"/>
                    </a:moveTo>
                    <a:lnTo>
                      <a:pt x="49" y="0"/>
                    </a:lnTo>
                    <a:lnTo>
                      <a:pt x="51" y="0"/>
                    </a:lnTo>
                    <a:lnTo>
                      <a:pt x="53" y="3"/>
                    </a:lnTo>
                    <a:lnTo>
                      <a:pt x="53" y="4"/>
                    </a:lnTo>
                    <a:lnTo>
                      <a:pt x="53" y="26"/>
                    </a:lnTo>
                    <a:lnTo>
                      <a:pt x="53" y="28"/>
                    </a:lnTo>
                    <a:lnTo>
                      <a:pt x="50" y="29"/>
                    </a:lnTo>
                    <a:lnTo>
                      <a:pt x="49" y="29"/>
                    </a:lnTo>
                    <a:lnTo>
                      <a:pt x="3" y="29"/>
                    </a:lnTo>
                    <a:lnTo>
                      <a:pt x="1" y="29"/>
                    </a:lnTo>
                    <a:lnTo>
                      <a:pt x="0" y="28"/>
                    </a:lnTo>
                    <a:lnTo>
                      <a:pt x="0" y="26"/>
                    </a:lnTo>
                    <a:lnTo>
                      <a:pt x="0" y="4"/>
                    </a:lnTo>
                    <a:lnTo>
                      <a:pt x="0" y="1"/>
                    </a:lnTo>
                    <a:lnTo>
                      <a:pt x="2" y="0"/>
                    </a:lnTo>
                    <a:lnTo>
                      <a:pt x="3" y="0"/>
                    </a:lnTo>
                    <a:close/>
                  </a:path>
                </a:pathLst>
              </a:custGeom>
              <a:solidFill>
                <a:srgbClr val="00DFCA"/>
              </a:solidFill>
              <a:ln>
                <a:noFill/>
                <a:round/>
              </a:ln>
            </p:spPr>
          </p:sp>
          <p:sp>
            <p:nvSpPr>
              <p:cNvPr id="93375" name=""/>
              <p:cNvSpPr/>
              <p:nvPr/>
            </p:nvSpPr>
            <p:spPr>
              <a:xfrm>
                <a:off x="1612" y="2035"/>
                <a:ext cx="7" cy="5"/>
              </a:xfrm>
              <a:custGeom>
                <a:pathLst>
                  <a:path w="20" h="9">
                    <a:moveTo>
                      <a:pt x="2" y="9"/>
                    </a:moveTo>
                    <a:lnTo>
                      <a:pt x="16" y="9"/>
                    </a:lnTo>
                    <a:lnTo>
                      <a:pt x="18" y="9"/>
                    </a:lnTo>
                    <a:lnTo>
                      <a:pt x="20" y="6"/>
                    </a:lnTo>
                    <a:lnTo>
                      <a:pt x="20" y="4"/>
                    </a:lnTo>
                    <a:lnTo>
                      <a:pt x="19" y="1"/>
                    </a:lnTo>
                    <a:lnTo>
                      <a:pt x="18" y="0"/>
                    </a:lnTo>
                    <a:lnTo>
                      <a:pt x="2" y="0"/>
                    </a:lnTo>
                    <a:lnTo>
                      <a:pt x="1" y="0"/>
                    </a:lnTo>
                    <a:lnTo>
                      <a:pt x="0" y="3"/>
                    </a:lnTo>
                    <a:lnTo>
                      <a:pt x="0" y="6"/>
                    </a:lnTo>
                    <a:lnTo>
                      <a:pt x="1" y="8"/>
                    </a:lnTo>
                    <a:lnTo>
                      <a:pt x="2" y="9"/>
                    </a:lnTo>
                    <a:close/>
                  </a:path>
                </a:pathLst>
              </a:custGeom>
              <a:solidFill>
                <a:srgbClr val="808050"/>
              </a:solidFill>
              <a:ln>
                <a:noFill/>
                <a:round/>
              </a:ln>
            </p:spPr>
          </p:sp>
          <p:sp>
            <p:nvSpPr>
              <p:cNvPr id="93376" name=""/>
              <p:cNvSpPr/>
              <p:nvPr/>
            </p:nvSpPr>
            <p:spPr>
              <a:xfrm>
                <a:off x="1612" y="2035"/>
                <a:ext cx="7" cy="5"/>
              </a:xfrm>
              <a:custGeom>
                <a:pathLst>
                  <a:path w="20" h="9">
                    <a:moveTo>
                      <a:pt x="2" y="9"/>
                    </a:moveTo>
                    <a:lnTo>
                      <a:pt x="16" y="9"/>
                    </a:lnTo>
                    <a:lnTo>
                      <a:pt x="18" y="9"/>
                    </a:lnTo>
                    <a:lnTo>
                      <a:pt x="20" y="6"/>
                    </a:lnTo>
                    <a:lnTo>
                      <a:pt x="20" y="4"/>
                    </a:lnTo>
                    <a:lnTo>
                      <a:pt x="19" y="1"/>
                    </a:lnTo>
                    <a:lnTo>
                      <a:pt x="18" y="0"/>
                    </a:lnTo>
                    <a:lnTo>
                      <a:pt x="2" y="0"/>
                    </a:lnTo>
                    <a:lnTo>
                      <a:pt x="1" y="0"/>
                    </a:lnTo>
                    <a:lnTo>
                      <a:pt x="0" y="3"/>
                    </a:lnTo>
                    <a:lnTo>
                      <a:pt x="0" y="6"/>
                    </a:lnTo>
                    <a:lnTo>
                      <a:pt x="1" y="8"/>
                    </a:lnTo>
                    <a:lnTo>
                      <a:pt x="2" y="9"/>
                    </a:lnTo>
                    <a:close/>
                  </a:path>
                </a:pathLst>
              </a:custGeom>
              <a:solidFill>
                <a:srgbClr val="C0C080"/>
              </a:solidFill>
              <a:ln>
                <a:noFill/>
                <a:round/>
              </a:ln>
            </p:spPr>
          </p:sp>
          <p:sp>
            <p:nvSpPr>
              <p:cNvPr id="93377" name=""/>
              <p:cNvSpPr/>
              <p:nvPr/>
            </p:nvSpPr>
            <p:spPr>
              <a:xfrm>
                <a:off x="1592" y="2028"/>
                <a:ext cx="27" cy="6"/>
              </a:xfrm>
              <a:custGeom>
                <a:pathLst>
                  <a:path w="81" h="10">
                    <a:moveTo>
                      <a:pt x="0" y="8"/>
                    </a:moveTo>
                    <a:lnTo>
                      <a:pt x="29" y="8"/>
                    </a:lnTo>
                    <a:lnTo>
                      <a:pt x="29" y="10"/>
                    </a:lnTo>
                    <a:lnTo>
                      <a:pt x="55" y="10"/>
                    </a:lnTo>
                    <a:lnTo>
                      <a:pt x="55" y="8"/>
                    </a:lnTo>
                    <a:lnTo>
                      <a:pt x="81" y="8"/>
                    </a:lnTo>
                    <a:lnTo>
                      <a:pt x="81" y="2"/>
                    </a:lnTo>
                    <a:lnTo>
                      <a:pt x="55" y="2"/>
                    </a:lnTo>
                    <a:lnTo>
                      <a:pt x="55" y="0"/>
                    </a:lnTo>
                    <a:lnTo>
                      <a:pt x="30" y="0"/>
                    </a:lnTo>
                    <a:lnTo>
                      <a:pt x="30" y="1"/>
                    </a:lnTo>
                    <a:lnTo>
                      <a:pt x="0" y="1"/>
                    </a:lnTo>
                    <a:lnTo>
                      <a:pt x="0" y="8"/>
                    </a:lnTo>
                    <a:close/>
                  </a:path>
                </a:pathLst>
              </a:custGeom>
              <a:solidFill>
                <a:srgbClr val="A08060"/>
              </a:solidFill>
              <a:ln>
                <a:noFill/>
                <a:round/>
              </a:ln>
            </p:spPr>
          </p:sp>
          <p:sp>
            <p:nvSpPr>
              <p:cNvPr id="93378" name=""/>
              <p:cNvSpPr/>
              <p:nvPr/>
            </p:nvSpPr>
            <p:spPr>
              <a:xfrm>
                <a:off x="1583" y="2046"/>
                <a:ext cx="43" cy="4"/>
              </a:xfrm>
              <a:prstGeom prst="rect">
                <a:avLst/>
              </a:prstGeom>
              <a:solidFill>
                <a:srgbClr val="505020"/>
              </a:solidFill>
              <a:ln>
                <a:noFill/>
                <a:miter lim="800000"/>
              </a:ln>
            </p:spPr>
          </p:sp>
          <p:sp>
            <p:nvSpPr>
              <p:cNvPr id="93379" name=""/>
              <p:cNvSpPr/>
              <p:nvPr/>
            </p:nvSpPr>
            <p:spPr>
              <a:xfrm>
                <a:off x="1583" y="2046"/>
                <a:ext cx="44" cy="2"/>
              </a:xfrm>
              <a:custGeom>
                <a:pathLst>
                  <a:path w="130" h="4">
                    <a:moveTo>
                      <a:pt x="130" y="0"/>
                    </a:moveTo>
                    <a:lnTo>
                      <a:pt x="129" y="0"/>
                    </a:lnTo>
                    <a:lnTo>
                      <a:pt x="0" y="0"/>
                    </a:lnTo>
                    <a:lnTo>
                      <a:pt x="0" y="4"/>
                    </a:lnTo>
                    <a:lnTo>
                      <a:pt x="129" y="4"/>
                    </a:lnTo>
                    <a:lnTo>
                      <a:pt x="128" y="0"/>
                    </a:lnTo>
                    <a:lnTo>
                      <a:pt x="130" y="0"/>
                    </a:lnTo>
                    <a:lnTo>
                      <a:pt x="129" y="0"/>
                    </a:lnTo>
                    <a:lnTo>
                      <a:pt x="130" y="0"/>
                    </a:lnTo>
                    <a:close/>
                  </a:path>
                </a:pathLst>
              </a:custGeom>
              <a:solidFill>
                <a:srgbClr val="000000"/>
              </a:solidFill>
              <a:ln>
                <a:noFill/>
                <a:round/>
              </a:ln>
            </p:spPr>
          </p:sp>
          <p:sp>
            <p:nvSpPr>
              <p:cNvPr id="93380" name=""/>
              <p:cNvSpPr/>
              <p:nvPr/>
            </p:nvSpPr>
            <p:spPr>
              <a:xfrm>
                <a:off x="1625" y="2046"/>
                <a:ext cx="2" cy="4"/>
              </a:xfrm>
              <a:custGeom>
                <a:pathLst>
                  <a:path w="4" h="8">
                    <a:moveTo>
                      <a:pt x="2" y="8"/>
                    </a:moveTo>
                    <a:lnTo>
                      <a:pt x="4" y="7"/>
                    </a:lnTo>
                    <a:lnTo>
                      <a:pt x="4" y="0"/>
                    </a:lnTo>
                    <a:lnTo>
                      <a:pt x="0" y="0"/>
                    </a:lnTo>
                    <a:lnTo>
                      <a:pt x="0" y="7"/>
                    </a:lnTo>
                    <a:lnTo>
                      <a:pt x="2" y="7"/>
                    </a:lnTo>
                    <a:lnTo>
                      <a:pt x="2" y="8"/>
                    </a:lnTo>
                    <a:lnTo>
                      <a:pt x="4" y="8"/>
                    </a:lnTo>
                    <a:lnTo>
                      <a:pt x="4" y="7"/>
                    </a:lnTo>
                    <a:lnTo>
                      <a:pt x="2" y="8"/>
                    </a:lnTo>
                    <a:close/>
                  </a:path>
                </a:pathLst>
              </a:custGeom>
              <a:solidFill>
                <a:srgbClr val="000000"/>
              </a:solidFill>
              <a:ln>
                <a:noFill/>
                <a:round/>
              </a:ln>
            </p:spPr>
          </p:sp>
          <p:sp>
            <p:nvSpPr>
              <p:cNvPr id="93381" name=""/>
              <p:cNvSpPr/>
              <p:nvPr/>
            </p:nvSpPr>
            <p:spPr>
              <a:xfrm>
                <a:off x="1582" y="2048"/>
                <a:ext cx="44" cy="2"/>
              </a:xfrm>
              <a:custGeom>
                <a:pathLst>
                  <a:path w="132" h="5">
                    <a:moveTo>
                      <a:pt x="0" y="0"/>
                    </a:moveTo>
                    <a:lnTo>
                      <a:pt x="2" y="5"/>
                    </a:lnTo>
                    <a:lnTo>
                      <a:pt x="132" y="5"/>
                    </a:lnTo>
                    <a:lnTo>
                      <a:pt x="132" y="0"/>
                    </a:lnTo>
                    <a:lnTo>
                      <a:pt x="2" y="0"/>
                    </a:lnTo>
                    <a:lnTo>
                      <a:pt x="0" y="0"/>
                    </a:lnTo>
                    <a:lnTo>
                      <a:pt x="0" y="5"/>
                    </a:lnTo>
                    <a:lnTo>
                      <a:pt x="2" y="5"/>
                    </a:lnTo>
                    <a:lnTo>
                      <a:pt x="0" y="0"/>
                    </a:lnTo>
                    <a:close/>
                  </a:path>
                </a:pathLst>
              </a:custGeom>
              <a:solidFill>
                <a:srgbClr val="000000"/>
              </a:solidFill>
              <a:ln>
                <a:noFill/>
                <a:round/>
              </a:ln>
            </p:spPr>
          </p:sp>
          <p:sp>
            <p:nvSpPr>
              <p:cNvPr id="93382" name=""/>
              <p:cNvSpPr/>
              <p:nvPr/>
            </p:nvSpPr>
            <p:spPr>
              <a:xfrm>
                <a:off x="1582" y="2046"/>
                <a:ext cx="2" cy="4"/>
              </a:xfrm>
              <a:custGeom>
                <a:pathLst>
                  <a:path w="4" h="8">
                    <a:moveTo>
                      <a:pt x="4" y="0"/>
                    </a:moveTo>
                    <a:lnTo>
                      <a:pt x="0" y="0"/>
                    </a:lnTo>
                    <a:lnTo>
                      <a:pt x="0" y="8"/>
                    </a:lnTo>
                    <a:lnTo>
                      <a:pt x="4" y="8"/>
                    </a:lnTo>
                    <a:lnTo>
                      <a:pt x="4" y="0"/>
                    </a:lnTo>
                    <a:lnTo>
                      <a:pt x="4" y="2"/>
                    </a:lnTo>
                    <a:lnTo>
                      <a:pt x="4" y="0"/>
                    </a:lnTo>
                    <a:lnTo>
                      <a:pt x="0" y="0"/>
                    </a:lnTo>
                    <a:lnTo>
                      <a:pt x="4" y="0"/>
                    </a:lnTo>
                    <a:close/>
                  </a:path>
                </a:pathLst>
              </a:custGeom>
              <a:solidFill>
                <a:srgbClr val="000000"/>
              </a:solidFill>
              <a:ln>
                <a:noFill/>
                <a:round/>
              </a:ln>
            </p:spPr>
          </p:sp>
          <p:sp>
            <p:nvSpPr>
              <p:cNvPr id="93383" name=""/>
              <p:cNvSpPr/>
              <p:nvPr/>
            </p:nvSpPr>
            <p:spPr>
              <a:xfrm>
                <a:off x="1583" y="2048"/>
                <a:ext cx="44" cy="22"/>
              </a:xfrm>
              <a:custGeom>
                <a:pathLst>
                  <a:path w="130" h="46">
                    <a:moveTo>
                      <a:pt x="2" y="0"/>
                    </a:moveTo>
                    <a:lnTo>
                      <a:pt x="128" y="0"/>
                    </a:lnTo>
                    <a:lnTo>
                      <a:pt x="129" y="0"/>
                    </a:lnTo>
                    <a:lnTo>
                      <a:pt x="130" y="1"/>
                    </a:lnTo>
                    <a:lnTo>
                      <a:pt x="130" y="3"/>
                    </a:lnTo>
                    <a:lnTo>
                      <a:pt x="130" y="42"/>
                    </a:lnTo>
                    <a:lnTo>
                      <a:pt x="130" y="44"/>
                    </a:lnTo>
                    <a:lnTo>
                      <a:pt x="130" y="45"/>
                    </a:lnTo>
                    <a:lnTo>
                      <a:pt x="129" y="45"/>
                    </a:lnTo>
                    <a:lnTo>
                      <a:pt x="129" y="46"/>
                    </a:lnTo>
                    <a:lnTo>
                      <a:pt x="128" y="46"/>
                    </a:lnTo>
                    <a:lnTo>
                      <a:pt x="2" y="46"/>
                    </a:lnTo>
                    <a:lnTo>
                      <a:pt x="1" y="46"/>
                    </a:lnTo>
                    <a:lnTo>
                      <a:pt x="0" y="46"/>
                    </a:lnTo>
                    <a:lnTo>
                      <a:pt x="0" y="45"/>
                    </a:lnTo>
                    <a:lnTo>
                      <a:pt x="0" y="44"/>
                    </a:lnTo>
                    <a:lnTo>
                      <a:pt x="0" y="42"/>
                    </a:lnTo>
                    <a:lnTo>
                      <a:pt x="0" y="3"/>
                    </a:lnTo>
                    <a:lnTo>
                      <a:pt x="0" y="1"/>
                    </a:lnTo>
                    <a:lnTo>
                      <a:pt x="0" y="0"/>
                    </a:lnTo>
                    <a:lnTo>
                      <a:pt x="2" y="0"/>
                    </a:lnTo>
                    <a:close/>
                  </a:path>
                </a:pathLst>
              </a:custGeom>
              <a:solidFill>
                <a:srgbClr val="C0C080"/>
              </a:solidFill>
              <a:ln>
                <a:noFill/>
                <a:round/>
              </a:ln>
            </p:spPr>
          </p:sp>
          <p:sp>
            <p:nvSpPr>
              <p:cNvPr id="93384" name=""/>
              <p:cNvSpPr/>
              <p:nvPr/>
            </p:nvSpPr>
            <p:spPr>
              <a:xfrm>
                <a:off x="1593" y="2051"/>
                <a:ext cx="18" cy="18"/>
              </a:xfrm>
              <a:custGeom>
                <a:pathLst>
                  <a:path w="53" h="38">
                    <a:moveTo>
                      <a:pt x="3" y="0"/>
                    </a:moveTo>
                    <a:lnTo>
                      <a:pt x="50" y="0"/>
                    </a:lnTo>
                    <a:lnTo>
                      <a:pt x="51" y="0"/>
                    </a:lnTo>
                    <a:lnTo>
                      <a:pt x="52" y="1"/>
                    </a:lnTo>
                    <a:lnTo>
                      <a:pt x="52" y="2"/>
                    </a:lnTo>
                    <a:lnTo>
                      <a:pt x="53" y="4"/>
                    </a:lnTo>
                    <a:lnTo>
                      <a:pt x="53" y="5"/>
                    </a:lnTo>
                    <a:lnTo>
                      <a:pt x="53" y="34"/>
                    </a:lnTo>
                    <a:lnTo>
                      <a:pt x="52" y="35"/>
                    </a:lnTo>
                    <a:lnTo>
                      <a:pt x="52" y="36"/>
                    </a:lnTo>
                    <a:lnTo>
                      <a:pt x="52" y="38"/>
                    </a:lnTo>
                    <a:lnTo>
                      <a:pt x="51" y="38"/>
                    </a:lnTo>
                    <a:lnTo>
                      <a:pt x="50" y="38"/>
                    </a:lnTo>
                    <a:lnTo>
                      <a:pt x="3" y="38"/>
                    </a:lnTo>
                    <a:lnTo>
                      <a:pt x="2" y="38"/>
                    </a:lnTo>
                    <a:lnTo>
                      <a:pt x="1" y="36"/>
                    </a:lnTo>
                    <a:lnTo>
                      <a:pt x="0" y="35"/>
                    </a:lnTo>
                    <a:lnTo>
                      <a:pt x="0" y="34"/>
                    </a:lnTo>
                    <a:lnTo>
                      <a:pt x="0" y="5"/>
                    </a:lnTo>
                    <a:lnTo>
                      <a:pt x="0" y="4"/>
                    </a:lnTo>
                    <a:lnTo>
                      <a:pt x="1" y="2"/>
                    </a:lnTo>
                    <a:lnTo>
                      <a:pt x="1" y="1"/>
                    </a:lnTo>
                    <a:lnTo>
                      <a:pt x="2" y="0"/>
                    </a:lnTo>
                    <a:lnTo>
                      <a:pt x="3" y="0"/>
                    </a:lnTo>
                    <a:close/>
                  </a:path>
                </a:pathLst>
              </a:custGeom>
              <a:solidFill>
                <a:srgbClr val="00DFCA"/>
              </a:solidFill>
              <a:ln>
                <a:noFill/>
                <a:round/>
              </a:ln>
            </p:spPr>
          </p:sp>
          <p:sp>
            <p:nvSpPr>
              <p:cNvPr id="93385" name=""/>
              <p:cNvSpPr/>
              <p:nvPr/>
            </p:nvSpPr>
            <p:spPr>
              <a:xfrm>
                <a:off x="1595" y="2051"/>
                <a:ext cx="31" cy="15"/>
              </a:xfrm>
              <a:custGeom>
                <a:pathLst>
                  <a:path w="91" h="31">
                    <a:moveTo>
                      <a:pt x="0" y="0"/>
                    </a:moveTo>
                    <a:lnTo>
                      <a:pt x="91" y="0"/>
                    </a:lnTo>
                    <a:lnTo>
                      <a:pt x="91" y="21"/>
                    </a:lnTo>
                    <a:lnTo>
                      <a:pt x="13" y="21"/>
                    </a:lnTo>
                    <a:lnTo>
                      <a:pt x="13" y="31"/>
                    </a:lnTo>
                    <a:lnTo>
                      <a:pt x="0" y="31"/>
                    </a:lnTo>
                    <a:lnTo>
                      <a:pt x="0" y="0"/>
                    </a:lnTo>
                    <a:close/>
                  </a:path>
                </a:pathLst>
              </a:custGeom>
              <a:solidFill>
                <a:srgbClr val="404010"/>
              </a:solidFill>
              <a:ln>
                <a:noFill/>
                <a:round/>
              </a:ln>
            </p:spPr>
          </p:sp>
          <p:sp>
            <p:nvSpPr>
              <p:cNvPr id="93386" name=""/>
              <p:cNvSpPr/>
              <p:nvPr/>
            </p:nvSpPr>
            <p:spPr>
              <a:xfrm>
                <a:off x="1583" y="2043"/>
                <a:ext cx="44" cy="5"/>
              </a:xfrm>
              <a:prstGeom prst="rect">
                <a:avLst/>
              </a:prstGeom>
              <a:solidFill>
                <a:srgbClr val="C0C080"/>
              </a:solidFill>
              <a:ln>
                <a:noFill/>
                <a:miter lim="800000"/>
              </a:ln>
            </p:spPr>
          </p:sp>
          <p:sp>
            <p:nvSpPr>
              <p:cNvPr id="93387" name=""/>
              <p:cNvSpPr/>
              <p:nvPr/>
            </p:nvSpPr>
            <p:spPr>
              <a:xfrm>
                <a:off x="1582" y="2000"/>
                <a:ext cx="46" cy="4"/>
              </a:xfrm>
              <a:custGeom>
                <a:pathLst>
                  <a:path w="140" h="10">
                    <a:moveTo>
                      <a:pt x="2" y="0"/>
                    </a:moveTo>
                    <a:lnTo>
                      <a:pt x="138" y="0"/>
                    </a:lnTo>
                    <a:lnTo>
                      <a:pt x="139" y="0"/>
                    </a:lnTo>
                    <a:lnTo>
                      <a:pt x="140" y="4"/>
                    </a:lnTo>
                    <a:lnTo>
                      <a:pt x="140" y="7"/>
                    </a:lnTo>
                    <a:lnTo>
                      <a:pt x="138" y="10"/>
                    </a:lnTo>
                    <a:lnTo>
                      <a:pt x="2" y="10"/>
                    </a:lnTo>
                    <a:lnTo>
                      <a:pt x="1" y="7"/>
                    </a:lnTo>
                    <a:lnTo>
                      <a:pt x="0" y="6"/>
                    </a:lnTo>
                    <a:lnTo>
                      <a:pt x="0" y="3"/>
                    </a:lnTo>
                    <a:lnTo>
                      <a:pt x="2" y="0"/>
                    </a:lnTo>
                    <a:close/>
                  </a:path>
                </a:pathLst>
              </a:custGeom>
              <a:solidFill>
                <a:srgbClr val="E0D0A0"/>
              </a:solidFill>
              <a:ln>
                <a:noFill/>
                <a:round/>
              </a:ln>
            </p:spPr>
          </p:sp>
          <p:sp>
            <p:nvSpPr>
              <p:cNvPr id="93388" name=""/>
              <p:cNvSpPr/>
              <p:nvPr/>
            </p:nvSpPr>
            <p:spPr>
              <a:xfrm>
                <a:off x="1585" y="2015"/>
                <a:ext cx="9" cy="3"/>
              </a:xfrm>
              <a:custGeom>
                <a:pathLst>
                  <a:path w="28" h="6">
                    <a:moveTo>
                      <a:pt x="1" y="0"/>
                    </a:moveTo>
                    <a:lnTo>
                      <a:pt x="28" y="0"/>
                    </a:lnTo>
                    <a:lnTo>
                      <a:pt x="28" y="2"/>
                    </a:lnTo>
                    <a:lnTo>
                      <a:pt x="28" y="6"/>
                    </a:lnTo>
                    <a:lnTo>
                      <a:pt x="1" y="6"/>
                    </a:lnTo>
                    <a:lnTo>
                      <a:pt x="0" y="3"/>
                    </a:lnTo>
                    <a:lnTo>
                      <a:pt x="0" y="0"/>
                    </a:lnTo>
                    <a:lnTo>
                      <a:pt x="1" y="0"/>
                    </a:lnTo>
                    <a:close/>
                  </a:path>
                </a:pathLst>
              </a:custGeom>
              <a:solidFill>
                <a:srgbClr val="E0E0B0"/>
              </a:solidFill>
              <a:ln>
                <a:noFill/>
                <a:round/>
              </a:ln>
            </p:spPr>
          </p:sp>
          <p:sp>
            <p:nvSpPr>
              <p:cNvPr id="93389" name=""/>
              <p:cNvSpPr/>
              <p:nvPr/>
            </p:nvSpPr>
            <p:spPr>
              <a:xfrm>
                <a:off x="1593" y="2015"/>
                <a:ext cx="19" cy="3"/>
              </a:xfrm>
              <a:custGeom>
                <a:pathLst>
                  <a:path w="55" h="5">
                    <a:moveTo>
                      <a:pt x="0" y="0"/>
                    </a:moveTo>
                    <a:lnTo>
                      <a:pt x="55" y="0"/>
                    </a:lnTo>
                    <a:lnTo>
                      <a:pt x="0" y="5"/>
                    </a:lnTo>
                    <a:lnTo>
                      <a:pt x="0" y="0"/>
                    </a:lnTo>
                    <a:close/>
                  </a:path>
                </a:pathLst>
              </a:custGeom>
              <a:solidFill>
                <a:srgbClr val="E0E0B0"/>
              </a:solidFill>
              <a:ln>
                <a:noFill/>
                <a:round/>
              </a:ln>
            </p:spPr>
          </p:sp>
          <p:sp>
            <p:nvSpPr>
              <p:cNvPr id="93390" name=""/>
              <p:cNvSpPr/>
              <p:nvPr/>
            </p:nvSpPr>
            <p:spPr>
              <a:xfrm>
                <a:off x="1611" y="2015"/>
                <a:ext cx="15" cy="3"/>
              </a:xfrm>
              <a:custGeom>
                <a:pathLst>
                  <a:path w="44" h="6">
                    <a:moveTo>
                      <a:pt x="2" y="0"/>
                    </a:moveTo>
                    <a:lnTo>
                      <a:pt x="43" y="0"/>
                    </a:lnTo>
                    <a:lnTo>
                      <a:pt x="44" y="2"/>
                    </a:lnTo>
                    <a:lnTo>
                      <a:pt x="43" y="6"/>
                    </a:lnTo>
                    <a:lnTo>
                      <a:pt x="2" y="6"/>
                    </a:lnTo>
                    <a:lnTo>
                      <a:pt x="0" y="2"/>
                    </a:lnTo>
                    <a:lnTo>
                      <a:pt x="2" y="0"/>
                    </a:lnTo>
                    <a:close/>
                  </a:path>
                </a:pathLst>
              </a:custGeom>
              <a:solidFill>
                <a:srgbClr val="E0E0B0"/>
              </a:solidFill>
              <a:ln>
                <a:noFill/>
                <a:round/>
              </a:ln>
            </p:spPr>
          </p:sp>
          <p:sp>
            <p:nvSpPr>
              <p:cNvPr id="93391" name=""/>
              <p:cNvSpPr/>
              <p:nvPr/>
            </p:nvSpPr>
            <p:spPr>
              <a:xfrm>
                <a:off x="1594" y="2017"/>
                <a:ext cx="18" cy="5"/>
              </a:xfrm>
              <a:custGeom>
                <a:pathLst>
                  <a:path w="53" h="11">
                    <a:moveTo>
                      <a:pt x="0" y="0"/>
                    </a:moveTo>
                    <a:lnTo>
                      <a:pt x="51" y="0"/>
                    </a:lnTo>
                    <a:lnTo>
                      <a:pt x="53" y="1"/>
                    </a:lnTo>
                    <a:lnTo>
                      <a:pt x="53" y="10"/>
                    </a:lnTo>
                    <a:lnTo>
                      <a:pt x="51" y="11"/>
                    </a:lnTo>
                    <a:lnTo>
                      <a:pt x="0" y="11"/>
                    </a:lnTo>
                    <a:lnTo>
                      <a:pt x="0" y="10"/>
                    </a:lnTo>
                    <a:lnTo>
                      <a:pt x="0" y="1"/>
                    </a:lnTo>
                    <a:lnTo>
                      <a:pt x="0" y="0"/>
                    </a:lnTo>
                    <a:close/>
                  </a:path>
                </a:pathLst>
              </a:custGeom>
              <a:solidFill>
                <a:srgbClr val="00DFCA"/>
              </a:solidFill>
              <a:ln>
                <a:noFill/>
                <a:round/>
              </a:ln>
            </p:spPr>
          </p:sp>
          <p:sp>
            <p:nvSpPr>
              <p:cNvPr id="93392" name=""/>
              <p:cNvSpPr/>
              <p:nvPr/>
            </p:nvSpPr>
            <p:spPr>
              <a:xfrm>
                <a:off x="1617" y="2008"/>
                <a:ext cx="5" cy="2"/>
              </a:xfrm>
              <a:prstGeom prst="rect">
                <a:avLst/>
              </a:prstGeom>
              <a:solidFill>
                <a:srgbClr val="F0E0C0"/>
              </a:solidFill>
              <a:ln>
                <a:noFill/>
                <a:miter lim="800000"/>
              </a:ln>
            </p:spPr>
          </p:sp>
          <p:sp>
            <p:nvSpPr>
              <p:cNvPr id="93393" name=""/>
              <p:cNvSpPr/>
              <p:nvPr/>
            </p:nvSpPr>
            <p:spPr>
              <a:xfrm>
                <a:off x="1614" y="2008"/>
                <a:ext cx="8" cy="8"/>
              </a:xfrm>
              <a:custGeom>
                <a:pathLst>
                  <a:path w="25" h="15">
                    <a:moveTo>
                      <a:pt x="7" y="0"/>
                    </a:moveTo>
                    <a:lnTo>
                      <a:pt x="0" y="13"/>
                    </a:lnTo>
                    <a:lnTo>
                      <a:pt x="0" y="15"/>
                    </a:lnTo>
                    <a:lnTo>
                      <a:pt x="20" y="15"/>
                    </a:lnTo>
                    <a:lnTo>
                      <a:pt x="25" y="7"/>
                    </a:lnTo>
                    <a:lnTo>
                      <a:pt x="8" y="7"/>
                    </a:lnTo>
                    <a:lnTo>
                      <a:pt x="7" y="0"/>
                    </a:lnTo>
                    <a:close/>
                  </a:path>
                </a:pathLst>
              </a:custGeom>
              <a:solidFill>
                <a:srgbClr val="808060"/>
              </a:solidFill>
              <a:ln>
                <a:noFill/>
                <a:round/>
              </a:ln>
            </p:spPr>
          </p:sp>
          <p:sp>
            <p:nvSpPr>
              <p:cNvPr id="93394" name=""/>
              <p:cNvSpPr/>
              <p:nvPr/>
            </p:nvSpPr>
            <p:spPr>
              <a:xfrm>
                <a:off x="1594" y="2017"/>
                <a:ext cx="3" cy="4"/>
              </a:xfrm>
              <a:custGeom>
                <a:pathLst>
                  <a:path w="8" h="9">
                    <a:moveTo>
                      <a:pt x="1" y="0"/>
                    </a:moveTo>
                    <a:lnTo>
                      <a:pt x="7" y="0"/>
                    </a:lnTo>
                    <a:lnTo>
                      <a:pt x="8" y="0"/>
                    </a:lnTo>
                    <a:lnTo>
                      <a:pt x="8" y="3"/>
                    </a:lnTo>
                    <a:lnTo>
                      <a:pt x="8" y="6"/>
                    </a:lnTo>
                    <a:lnTo>
                      <a:pt x="8" y="9"/>
                    </a:lnTo>
                    <a:lnTo>
                      <a:pt x="1" y="9"/>
                    </a:lnTo>
                    <a:lnTo>
                      <a:pt x="0" y="6"/>
                    </a:lnTo>
                    <a:lnTo>
                      <a:pt x="0" y="3"/>
                    </a:lnTo>
                    <a:lnTo>
                      <a:pt x="0" y="0"/>
                    </a:lnTo>
                    <a:lnTo>
                      <a:pt x="1" y="0"/>
                    </a:lnTo>
                    <a:close/>
                  </a:path>
                </a:pathLst>
              </a:custGeom>
              <a:solidFill>
                <a:srgbClr val="A0A070"/>
              </a:solidFill>
              <a:ln>
                <a:noFill/>
                <a:round/>
              </a:ln>
            </p:spPr>
          </p:sp>
          <p:sp>
            <p:nvSpPr>
              <p:cNvPr id="93395" name=""/>
              <p:cNvSpPr/>
              <p:nvPr/>
            </p:nvSpPr>
            <p:spPr>
              <a:xfrm>
                <a:off x="1594" y="2017"/>
                <a:ext cx="3" cy="4"/>
              </a:xfrm>
              <a:custGeom>
                <a:pathLst>
                  <a:path w="8" h="7">
                    <a:moveTo>
                      <a:pt x="3" y="0"/>
                    </a:moveTo>
                    <a:lnTo>
                      <a:pt x="7" y="0"/>
                    </a:lnTo>
                    <a:lnTo>
                      <a:pt x="8" y="0"/>
                    </a:lnTo>
                    <a:lnTo>
                      <a:pt x="8" y="4"/>
                    </a:lnTo>
                    <a:lnTo>
                      <a:pt x="8" y="7"/>
                    </a:lnTo>
                    <a:lnTo>
                      <a:pt x="3" y="7"/>
                    </a:lnTo>
                    <a:lnTo>
                      <a:pt x="1" y="7"/>
                    </a:lnTo>
                    <a:lnTo>
                      <a:pt x="0" y="7"/>
                    </a:lnTo>
                    <a:lnTo>
                      <a:pt x="0" y="4"/>
                    </a:lnTo>
                    <a:lnTo>
                      <a:pt x="1" y="4"/>
                    </a:lnTo>
                    <a:lnTo>
                      <a:pt x="1" y="0"/>
                    </a:lnTo>
                    <a:lnTo>
                      <a:pt x="3" y="0"/>
                    </a:lnTo>
                    <a:close/>
                  </a:path>
                </a:pathLst>
              </a:custGeom>
              <a:solidFill>
                <a:srgbClr val="A0FF00"/>
              </a:solidFill>
              <a:ln>
                <a:noFill/>
                <a:round/>
              </a:ln>
            </p:spPr>
          </p:sp>
          <p:sp>
            <p:nvSpPr>
              <p:cNvPr id="93396" name=""/>
              <p:cNvSpPr/>
              <p:nvPr/>
            </p:nvSpPr>
            <p:spPr>
              <a:xfrm>
                <a:off x="1595" y="2017"/>
                <a:ext cx="1" cy="3"/>
              </a:xfrm>
              <a:custGeom>
                <a:pathLst>
                  <a:path w="3" h="6">
                    <a:moveTo>
                      <a:pt x="3" y="0"/>
                    </a:moveTo>
                    <a:lnTo>
                      <a:pt x="3" y="6"/>
                    </a:lnTo>
                    <a:lnTo>
                      <a:pt x="0" y="6"/>
                    </a:lnTo>
                    <a:lnTo>
                      <a:pt x="3" y="0"/>
                    </a:lnTo>
                    <a:close/>
                  </a:path>
                </a:pathLst>
              </a:custGeom>
              <a:solidFill>
                <a:srgbClr val="FFFFFF"/>
              </a:solidFill>
              <a:ln>
                <a:noFill/>
                <a:round/>
              </a:ln>
            </p:spPr>
          </p:sp>
          <p:sp>
            <p:nvSpPr>
              <p:cNvPr id="93397" name=""/>
              <p:cNvSpPr/>
              <p:nvPr/>
            </p:nvSpPr>
            <p:spPr>
              <a:xfrm>
                <a:off x="1588" y="2001"/>
                <a:ext cx="3" cy="3"/>
              </a:xfrm>
              <a:custGeom>
                <a:pathLst>
                  <a:path w="10" h="6">
                    <a:moveTo>
                      <a:pt x="3" y="0"/>
                    </a:moveTo>
                    <a:lnTo>
                      <a:pt x="7" y="0"/>
                    </a:lnTo>
                    <a:lnTo>
                      <a:pt x="10" y="0"/>
                    </a:lnTo>
                    <a:lnTo>
                      <a:pt x="10" y="2"/>
                    </a:lnTo>
                    <a:lnTo>
                      <a:pt x="10" y="3"/>
                    </a:lnTo>
                    <a:lnTo>
                      <a:pt x="7" y="6"/>
                    </a:lnTo>
                    <a:lnTo>
                      <a:pt x="3" y="6"/>
                    </a:lnTo>
                    <a:lnTo>
                      <a:pt x="0" y="3"/>
                    </a:lnTo>
                    <a:lnTo>
                      <a:pt x="0" y="2"/>
                    </a:lnTo>
                    <a:lnTo>
                      <a:pt x="0" y="0"/>
                    </a:lnTo>
                    <a:lnTo>
                      <a:pt x="3" y="0"/>
                    </a:lnTo>
                    <a:close/>
                  </a:path>
                </a:pathLst>
              </a:custGeom>
              <a:solidFill>
                <a:srgbClr val="A0A070"/>
              </a:solidFill>
              <a:ln>
                <a:noFill/>
                <a:round/>
              </a:ln>
            </p:spPr>
          </p:sp>
          <p:sp>
            <p:nvSpPr>
              <p:cNvPr id="93398" name=""/>
              <p:cNvSpPr/>
              <p:nvPr/>
            </p:nvSpPr>
            <p:spPr>
              <a:xfrm>
                <a:off x="1588" y="2001"/>
                <a:ext cx="3" cy="3"/>
              </a:xfrm>
              <a:custGeom>
                <a:pathLst>
                  <a:path w="10" h="6">
                    <a:moveTo>
                      <a:pt x="3" y="0"/>
                    </a:moveTo>
                    <a:lnTo>
                      <a:pt x="7" y="0"/>
                    </a:lnTo>
                    <a:lnTo>
                      <a:pt x="10" y="2"/>
                    </a:lnTo>
                    <a:lnTo>
                      <a:pt x="10" y="3"/>
                    </a:lnTo>
                    <a:lnTo>
                      <a:pt x="7" y="3"/>
                    </a:lnTo>
                    <a:lnTo>
                      <a:pt x="7" y="6"/>
                    </a:lnTo>
                    <a:lnTo>
                      <a:pt x="3" y="6"/>
                    </a:lnTo>
                    <a:lnTo>
                      <a:pt x="3" y="3"/>
                    </a:lnTo>
                    <a:lnTo>
                      <a:pt x="0" y="3"/>
                    </a:lnTo>
                    <a:lnTo>
                      <a:pt x="0" y="2"/>
                    </a:lnTo>
                    <a:lnTo>
                      <a:pt x="3" y="2"/>
                    </a:lnTo>
                    <a:lnTo>
                      <a:pt x="3" y="0"/>
                    </a:lnTo>
                    <a:close/>
                  </a:path>
                </a:pathLst>
              </a:custGeom>
              <a:solidFill>
                <a:srgbClr val="A0FF00"/>
              </a:solidFill>
              <a:ln>
                <a:noFill/>
                <a:round/>
              </a:ln>
            </p:spPr>
          </p:sp>
          <p:sp>
            <p:nvSpPr>
              <p:cNvPr id="93399" name=""/>
              <p:cNvSpPr/>
              <p:nvPr/>
            </p:nvSpPr>
            <p:spPr>
              <a:xfrm>
                <a:off x="1616" y="2001"/>
                <a:ext cx="3" cy="3"/>
              </a:xfrm>
              <a:custGeom>
                <a:pathLst>
                  <a:path w="10" h="6">
                    <a:moveTo>
                      <a:pt x="1" y="0"/>
                    </a:moveTo>
                    <a:lnTo>
                      <a:pt x="6" y="0"/>
                    </a:lnTo>
                    <a:lnTo>
                      <a:pt x="8" y="0"/>
                    </a:lnTo>
                    <a:lnTo>
                      <a:pt x="10" y="2"/>
                    </a:lnTo>
                    <a:lnTo>
                      <a:pt x="8" y="3"/>
                    </a:lnTo>
                    <a:lnTo>
                      <a:pt x="8" y="6"/>
                    </a:lnTo>
                    <a:lnTo>
                      <a:pt x="1" y="6"/>
                    </a:lnTo>
                    <a:lnTo>
                      <a:pt x="1" y="3"/>
                    </a:lnTo>
                    <a:lnTo>
                      <a:pt x="0" y="3"/>
                    </a:lnTo>
                    <a:lnTo>
                      <a:pt x="0" y="2"/>
                    </a:lnTo>
                    <a:lnTo>
                      <a:pt x="1" y="0"/>
                    </a:lnTo>
                    <a:close/>
                  </a:path>
                </a:pathLst>
              </a:custGeom>
              <a:solidFill>
                <a:srgbClr val="A0A070"/>
              </a:solidFill>
              <a:ln>
                <a:noFill/>
                <a:round/>
              </a:ln>
            </p:spPr>
          </p:sp>
          <p:sp>
            <p:nvSpPr>
              <p:cNvPr id="93400" name=""/>
              <p:cNvSpPr/>
              <p:nvPr/>
            </p:nvSpPr>
            <p:spPr>
              <a:xfrm>
                <a:off x="1616" y="2001"/>
                <a:ext cx="3" cy="3"/>
              </a:xfrm>
              <a:custGeom>
                <a:pathLst>
                  <a:path w="8" h="6">
                    <a:moveTo>
                      <a:pt x="0" y="0"/>
                    </a:moveTo>
                    <a:lnTo>
                      <a:pt x="6" y="0"/>
                    </a:lnTo>
                    <a:lnTo>
                      <a:pt x="8" y="0"/>
                    </a:lnTo>
                    <a:lnTo>
                      <a:pt x="8" y="3"/>
                    </a:lnTo>
                    <a:lnTo>
                      <a:pt x="8" y="6"/>
                    </a:lnTo>
                    <a:lnTo>
                      <a:pt x="6" y="6"/>
                    </a:lnTo>
                    <a:lnTo>
                      <a:pt x="0" y="6"/>
                    </a:lnTo>
                    <a:lnTo>
                      <a:pt x="0" y="3"/>
                    </a:lnTo>
                    <a:lnTo>
                      <a:pt x="0" y="0"/>
                    </a:lnTo>
                    <a:close/>
                  </a:path>
                </a:pathLst>
              </a:custGeom>
              <a:solidFill>
                <a:srgbClr val="A0FF00"/>
              </a:solidFill>
              <a:ln>
                <a:noFill/>
                <a:round/>
              </a:ln>
            </p:spPr>
          </p:sp>
          <p:sp>
            <p:nvSpPr>
              <p:cNvPr id="93401" name=""/>
              <p:cNvSpPr/>
              <p:nvPr/>
            </p:nvSpPr>
            <p:spPr>
              <a:xfrm>
                <a:off x="1616" y="2001"/>
                <a:ext cx="1" cy="2"/>
              </a:xfrm>
              <a:prstGeom prst="rect">
                <a:avLst/>
              </a:prstGeom>
              <a:solidFill>
                <a:srgbClr val="FFFFFF"/>
              </a:solidFill>
              <a:ln>
                <a:noFill/>
                <a:miter lim="800000"/>
              </a:ln>
            </p:spPr>
          </p:sp>
          <p:sp>
            <p:nvSpPr>
              <p:cNvPr id="93402" name=""/>
              <p:cNvSpPr/>
              <p:nvPr/>
            </p:nvSpPr>
            <p:spPr>
              <a:xfrm>
                <a:off x="1594" y="2036"/>
                <a:ext cx="3" cy="4"/>
              </a:xfrm>
              <a:custGeom>
                <a:pathLst>
                  <a:path w="8" h="8">
                    <a:moveTo>
                      <a:pt x="1" y="0"/>
                    </a:moveTo>
                    <a:lnTo>
                      <a:pt x="7" y="0"/>
                    </a:lnTo>
                    <a:lnTo>
                      <a:pt x="8" y="2"/>
                    </a:lnTo>
                    <a:lnTo>
                      <a:pt x="8" y="5"/>
                    </a:lnTo>
                    <a:lnTo>
                      <a:pt x="8" y="6"/>
                    </a:lnTo>
                    <a:lnTo>
                      <a:pt x="8" y="8"/>
                    </a:lnTo>
                    <a:lnTo>
                      <a:pt x="1" y="8"/>
                    </a:lnTo>
                    <a:lnTo>
                      <a:pt x="1" y="6"/>
                    </a:lnTo>
                    <a:lnTo>
                      <a:pt x="0" y="6"/>
                    </a:lnTo>
                    <a:lnTo>
                      <a:pt x="0" y="5"/>
                    </a:lnTo>
                    <a:lnTo>
                      <a:pt x="0" y="2"/>
                    </a:lnTo>
                    <a:lnTo>
                      <a:pt x="1" y="2"/>
                    </a:lnTo>
                    <a:lnTo>
                      <a:pt x="1" y="0"/>
                    </a:lnTo>
                    <a:close/>
                  </a:path>
                </a:pathLst>
              </a:custGeom>
              <a:solidFill>
                <a:srgbClr val="A0A070"/>
              </a:solidFill>
              <a:ln>
                <a:noFill/>
                <a:round/>
              </a:ln>
            </p:spPr>
          </p:sp>
          <p:sp>
            <p:nvSpPr>
              <p:cNvPr id="93403" name=""/>
              <p:cNvSpPr/>
              <p:nvPr/>
            </p:nvSpPr>
            <p:spPr>
              <a:xfrm>
                <a:off x="1594" y="2037"/>
                <a:ext cx="3" cy="2"/>
              </a:xfrm>
              <a:custGeom>
                <a:pathLst>
                  <a:path w="8" h="6">
                    <a:moveTo>
                      <a:pt x="3" y="0"/>
                    </a:moveTo>
                    <a:lnTo>
                      <a:pt x="7" y="0"/>
                    </a:lnTo>
                    <a:lnTo>
                      <a:pt x="8" y="0"/>
                    </a:lnTo>
                    <a:lnTo>
                      <a:pt x="8" y="4"/>
                    </a:lnTo>
                    <a:lnTo>
                      <a:pt x="8" y="6"/>
                    </a:lnTo>
                    <a:lnTo>
                      <a:pt x="3" y="6"/>
                    </a:lnTo>
                    <a:lnTo>
                      <a:pt x="1" y="6"/>
                    </a:lnTo>
                    <a:lnTo>
                      <a:pt x="0" y="6"/>
                    </a:lnTo>
                    <a:lnTo>
                      <a:pt x="0" y="4"/>
                    </a:lnTo>
                    <a:lnTo>
                      <a:pt x="1" y="0"/>
                    </a:lnTo>
                    <a:lnTo>
                      <a:pt x="3" y="0"/>
                    </a:lnTo>
                    <a:close/>
                  </a:path>
                </a:pathLst>
              </a:custGeom>
              <a:solidFill>
                <a:srgbClr val="A0FF00"/>
              </a:solidFill>
              <a:ln>
                <a:noFill/>
                <a:round/>
              </a:ln>
            </p:spPr>
          </p:sp>
          <p:sp>
            <p:nvSpPr>
              <p:cNvPr id="93404" name=""/>
              <p:cNvSpPr/>
              <p:nvPr/>
            </p:nvSpPr>
            <p:spPr>
              <a:xfrm>
                <a:off x="1595" y="2037"/>
                <a:ext cx="1" cy="2"/>
              </a:xfrm>
              <a:custGeom>
                <a:pathLst>
                  <a:path w="3" h="5">
                    <a:moveTo>
                      <a:pt x="3" y="0"/>
                    </a:moveTo>
                    <a:lnTo>
                      <a:pt x="3" y="5"/>
                    </a:lnTo>
                    <a:lnTo>
                      <a:pt x="0" y="5"/>
                    </a:lnTo>
                    <a:lnTo>
                      <a:pt x="3" y="0"/>
                    </a:lnTo>
                    <a:close/>
                  </a:path>
                </a:pathLst>
              </a:custGeom>
              <a:solidFill>
                <a:srgbClr val="FFFFFF"/>
              </a:solidFill>
              <a:ln>
                <a:noFill/>
                <a:round/>
              </a:ln>
            </p:spPr>
          </p:sp>
          <p:sp>
            <p:nvSpPr>
              <p:cNvPr id="93405" name=""/>
              <p:cNvSpPr/>
              <p:nvPr/>
            </p:nvSpPr>
            <p:spPr>
              <a:xfrm>
                <a:off x="1585" y="2065"/>
                <a:ext cx="3" cy="4"/>
              </a:xfrm>
              <a:custGeom>
                <a:pathLst>
                  <a:path w="10" h="7">
                    <a:moveTo>
                      <a:pt x="4" y="0"/>
                    </a:moveTo>
                    <a:lnTo>
                      <a:pt x="8" y="0"/>
                    </a:lnTo>
                    <a:lnTo>
                      <a:pt x="8" y="3"/>
                    </a:lnTo>
                    <a:lnTo>
                      <a:pt x="10" y="3"/>
                    </a:lnTo>
                    <a:lnTo>
                      <a:pt x="10" y="4"/>
                    </a:lnTo>
                    <a:lnTo>
                      <a:pt x="8" y="6"/>
                    </a:lnTo>
                    <a:lnTo>
                      <a:pt x="8" y="7"/>
                    </a:lnTo>
                    <a:lnTo>
                      <a:pt x="4" y="7"/>
                    </a:lnTo>
                    <a:lnTo>
                      <a:pt x="2" y="7"/>
                    </a:lnTo>
                    <a:lnTo>
                      <a:pt x="2" y="6"/>
                    </a:lnTo>
                    <a:lnTo>
                      <a:pt x="0" y="6"/>
                    </a:lnTo>
                    <a:lnTo>
                      <a:pt x="0" y="4"/>
                    </a:lnTo>
                    <a:lnTo>
                      <a:pt x="2" y="3"/>
                    </a:lnTo>
                    <a:lnTo>
                      <a:pt x="2" y="0"/>
                    </a:lnTo>
                    <a:lnTo>
                      <a:pt x="4" y="0"/>
                    </a:lnTo>
                    <a:close/>
                  </a:path>
                </a:pathLst>
              </a:custGeom>
              <a:solidFill>
                <a:srgbClr val="A0A070"/>
              </a:solidFill>
              <a:ln>
                <a:noFill/>
                <a:round/>
              </a:ln>
            </p:spPr>
          </p:sp>
          <p:sp>
            <p:nvSpPr>
              <p:cNvPr id="93406" name=""/>
              <p:cNvSpPr/>
              <p:nvPr/>
            </p:nvSpPr>
            <p:spPr>
              <a:xfrm>
                <a:off x="1586" y="2066"/>
                <a:ext cx="2" cy="2"/>
              </a:xfrm>
              <a:custGeom>
                <a:pathLst>
                  <a:path w="6" h="5">
                    <a:moveTo>
                      <a:pt x="0" y="0"/>
                    </a:moveTo>
                    <a:lnTo>
                      <a:pt x="0" y="5"/>
                    </a:lnTo>
                    <a:lnTo>
                      <a:pt x="6" y="5"/>
                    </a:lnTo>
                    <a:lnTo>
                      <a:pt x="0" y="0"/>
                    </a:lnTo>
                    <a:close/>
                  </a:path>
                </a:pathLst>
              </a:custGeom>
              <a:solidFill>
                <a:srgbClr val="A0FF00"/>
              </a:solidFill>
              <a:ln>
                <a:noFill/>
                <a:round/>
              </a:ln>
            </p:spPr>
          </p:sp>
          <p:sp>
            <p:nvSpPr>
              <p:cNvPr id="93407" name=""/>
              <p:cNvSpPr/>
              <p:nvPr/>
            </p:nvSpPr>
            <p:spPr>
              <a:xfrm>
                <a:off x="1586" y="2066"/>
                <a:ext cx="2" cy="2"/>
              </a:xfrm>
              <a:custGeom>
                <a:pathLst>
                  <a:path w="6" h="5">
                    <a:moveTo>
                      <a:pt x="0" y="0"/>
                    </a:moveTo>
                    <a:lnTo>
                      <a:pt x="0" y="5"/>
                    </a:lnTo>
                    <a:lnTo>
                      <a:pt x="6" y="5"/>
                    </a:lnTo>
                    <a:lnTo>
                      <a:pt x="0" y="0"/>
                    </a:lnTo>
                    <a:close/>
                  </a:path>
                </a:pathLst>
              </a:custGeom>
              <a:solidFill>
                <a:srgbClr val="A0FF00"/>
              </a:solidFill>
              <a:ln>
                <a:noFill/>
                <a:round/>
              </a:ln>
            </p:spPr>
          </p:sp>
          <p:sp>
            <p:nvSpPr>
              <p:cNvPr id="93408" name=""/>
              <p:cNvSpPr/>
              <p:nvPr/>
            </p:nvSpPr>
            <p:spPr>
              <a:xfrm>
                <a:off x="1586" y="2065"/>
                <a:ext cx="2" cy="2"/>
              </a:xfrm>
              <a:custGeom>
                <a:pathLst>
                  <a:path w="6" h="4">
                    <a:moveTo>
                      <a:pt x="0" y="0"/>
                    </a:moveTo>
                    <a:lnTo>
                      <a:pt x="0" y="4"/>
                    </a:lnTo>
                    <a:lnTo>
                      <a:pt x="6" y="4"/>
                    </a:lnTo>
                    <a:lnTo>
                      <a:pt x="0" y="0"/>
                    </a:lnTo>
                    <a:close/>
                  </a:path>
                </a:pathLst>
              </a:custGeom>
              <a:solidFill>
                <a:srgbClr val="A0FF00"/>
              </a:solidFill>
              <a:ln>
                <a:noFill/>
                <a:round/>
              </a:ln>
            </p:spPr>
          </p:sp>
          <p:sp>
            <p:nvSpPr>
              <p:cNvPr id="93409" name=""/>
              <p:cNvSpPr/>
              <p:nvPr/>
            </p:nvSpPr>
            <p:spPr>
              <a:xfrm>
                <a:off x="1586" y="2066"/>
                <a:ext cx="2" cy="2"/>
              </a:xfrm>
              <a:custGeom>
                <a:pathLst>
                  <a:path w="4" h="5">
                    <a:moveTo>
                      <a:pt x="0" y="0"/>
                    </a:moveTo>
                    <a:lnTo>
                      <a:pt x="4" y="0"/>
                    </a:lnTo>
                    <a:lnTo>
                      <a:pt x="0" y="5"/>
                    </a:lnTo>
                    <a:lnTo>
                      <a:pt x="0" y="0"/>
                    </a:lnTo>
                    <a:close/>
                  </a:path>
                </a:pathLst>
              </a:custGeom>
              <a:solidFill>
                <a:srgbClr val="FFFFFF"/>
              </a:solidFill>
              <a:ln>
                <a:noFill/>
                <a:round/>
              </a:ln>
            </p:spPr>
          </p:sp>
          <p:sp>
            <p:nvSpPr>
              <p:cNvPr id="93410" name=""/>
              <p:cNvSpPr/>
              <p:nvPr/>
            </p:nvSpPr>
            <p:spPr>
              <a:xfrm>
                <a:off x="1585" y="2013"/>
                <a:ext cx="40" cy="3"/>
              </a:xfrm>
              <a:prstGeom prst="rect">
                <a:avLst/>
              </a:prstGeom>
              <a:solidFill>
                <a:srgbClr val="505020"/>
              </a:solidFill>
              <a:ln>
                <a:noFill/>
                <a:miter lim="800000"/>
              </a:ln>
            </p:spPr>
          </p:sp>
          <p:sp>
            <p:nvSpPr>
              <p:cNvPr id="93411" name=""/>
              <p:cNvSpPr/>
              <p:nvPr/>
            </p:nvSpPr>
            <p:spPr>
              <a:xfrm>
                <a:off x="1594" y="2010"/>
                <a:ext cx="1" cy="5"/>
              </a:xfrm>
              <a:custGeom>
                <a:pathLst>
                  <a:path w="4" h="11">
                    <a:moveTo>
                      <a:pt x="2" y="0"/>
                    </a:moveTo>
                    <a:lnTo>
                      <a:pt x="4" y="1"/>
                    </a:lnTo>
                    <a:lnTo>
                      <a:pt x="4" y="10"/>
                    </a:lnTo>
                    <a:lnTo>
                      <a:pt x="2" y="11"/>
                    </a:lnTo>
                    <a:lnTo>
                      <a:pt x="0" y="1"/>
                    </a:lnTo>
                    <a:lnTo>
                      <a:pt x="2" y="0"/>
                    </a:lnTo>
                    <a:close/>
                  </a:path>
                </a:pathLst>
              </a:custGeom>
              <a:solidFill>
                <a:srgbClr val="E0E0B0"/>
              </a:solidFill>
              <a:ln>
                <a:noFill/>
                <a:round/>
              </a:ln>
            </p:spPr>
          </p:sp>
          <p:sp>
            <p:nvSpPr>
              <p:cNvPr id="93412" name=""/>
              <p:cNvSpPr/>
              <p:nvPr/>
            </p:nvSpPr>
            <p:spPr>
              <a:xfrm>
                <a:off x="1594" y="2015"/>
                <a:ext cx="1" cy="7"/>
              </a:xfrm>
              <a:custGeom>
                <a:pathLst>
                  <a:path w="4" h="13">
                    <a:moveTo>
                      <a:pt x="2" y="0"/>
                    </a:moveTo>
                    <a:lnTo>
                      <a:pt x="4" y="1"/>
                    </a:lnTo>
                    <a:lnTo>
                      <a:pt x="4" y="12"/>
                    </a:lnTo>
                    <a:lnTo>
                      <a:pt x="2" y="13"/>
                    </a:lnTo>
                    <a:lnTo>
                      <a:pt x="0" y="12"/>
                    </a:lnTo>
                    <a:lnTo>
                      <a:pt x="0" y="1"/>
                    </a:lnTo>
                    <a:lnTo>
                      <a:pt x="2" y="0"/>
                    </a:lnTo>
                    <a:close/>
                  </a:path>
                </a:pathLst>
              </a:custGeom>
              <a:solidFill>
                <a:srgbClr val="E0E0B0"/>
              </a:solidFill>
              <a:ln>
                <a:noFill/>
                <a:round/>
              </a:ln>
            </p:spPr>
          </p:sp>
          <p:sp>
            <p:nvSpPr>
              <p:cNvPr id="93413" name=""/>
              <p:cNvSpPr/>
              <p:nvPr/>
            </p:nvSpPr>
            <p:spPr>
              <a:xfrm>
                <a:off x="1595" y="2052"/>
                <a:ext cx="31" cy="10"/>
              </a:xfrm>
              <a:prstGeom prst="rect">
                <a:avLst/>
              </a:prstGeom>
              <a:solidFill>
                <a:srgbClr val="A0A080"/>
              </a:solidFill>
              <a:ln>
                <a:noFill/>
                <a:miter lim="800000"/>
              </a:ln>
            </p:spPr>
          </p:sp>
          <p:sp>
            <p:nvSpPr>
              <p:cNvPr id="93414" name=""/>
              <p:cNvSpPr/>
              <p:nvPr/>
            </p:nvSpPr>
            <p:spPr>
              <a:xfrm>
                <a:off x="1593" y="2066"/>
                <a:ext cx="18" cy="3"/>
              </a:xfrm>
              <a:custGeom>
                <a:pathLst>
                  <a:path w="52" h="6">
                    <a:moveTo>
                      <a:pt x="0" y="0"/>
                    </a:moveTo>
                    <a:lnTo>
                      <a:pt x="51" y="0"/>
                    </a:lnTo>
                    <a:lnTo>
                      <a:pt x="52" y="3"/>
                    </a:lnTo>
                    <a:lnTo>
                      <a:pt x="0" y="6"/>
                    </a:lnTo>
                    <a:lnTo>
                      <a:pt x="0" y="3"/>
                    </a:lnTo>
                    <a:lnTo>
                      <a:pt x="0" y="0"/>
                    </a:lnTo>
                    <a:close/>
                  </a:path>
                </a:pathLst>
              </a:custGeom>
              <a:solidFill>
                <a:srgbClr val="E0E0B0"/>
              </a:solidFill>
              <a:ln>
                <a:noFill/>
                <a:round/>
              </a:ln>
            </p:spPr>
          </p:sp>
          <p:sp>
            <p:nvSpPr>
              <p:cNvPr id="93415" name=""/>
              <p:cNvSpPr/>
              <p:nvPr/>
            </p:nvSpPr>
            <p:spPr>
              <a:xfrm>
                <a:off x="1600" y="2060"/>
                <a:ext cx="11" cy="2"/>
              </a:xfrm>
              <a:prstGeom prst="rect">
                <a:avLst/>
              </a:prstGeom>
              <a:solidFill>
                <a:srgbClr val="E0E0B0"/>
              </a:solidFill>
              <a:ln>
                <a:noFill/>
                <a:miter lim="800000"/>
              </a:ln>
            </p:spPr>
          </p:sp>
          <p:sp>
            <p:nvSpPr>
              <p:cNvPr id="93416" name=""/>
              <p:cNvSpPr/>
              <p:nvPr/>
            </p:nvSpPr>
            <p:spPr>
              <a:xfrm>
                <a:off x="1610" y="2060"/>
                <a:ext cx="16" cy="3"/>
              </a:xfrm>
              <a:custGeom>
                <a:pathLst>
                  <a:path w="50" h="6">
                    <a:moveTo>
                      <a:pt x="2" y="0"/>
                    </a:moveTo>
                    <a:lnTo>
                      <a:pt x="49" y="0"/>
                    </a:lnTo>
                    <a:lnTo>
                      <a:pt x="50" y="2"/>
                    </a:lnTo>
                    <a:lnTo>
                      <a:pt x="49" y="6"/>
                    </a:lnTo>
                    <a:lnTo>
                      <a:pt x="2" y="6"/>
                    </a:lnTo>
                    <a:lnTo>
                      <a:pt x="0" y="2"/>
                    </a:lnTo>
                    <a:lnTo>
                      <a:pt x="2" y="0"/>
                    </a:lnTo>
                    <a:close/>
                  </a:path>
                </a:pathLst>
              </a:custGeom>
              <a:solidFill>
                <a:srgbClr val="E0E0B0"/>
              </a:solidFill>
              <a:ln>
                <a:noFill/>
                <a:round/>
              </a:ln>
            </p:spPr>
          </p:sp>
          <p:sp>
            <p:nvSpPr>
              <p:cNvPr id="93417" name=""/>
              <p:cNvSpPr/>
              <p:nvPr/>
            </p:nvSpPr>
            <p:spPr>
              <a:xfrm>
                <a:off x="1592" y="2029"/>
                <a:ext cx="2" cy="4"/>
              </a:xfrm>
              <a:prstGeom prst="rect">
                <a:avLst/>
              </a:prstGeom>
              <a:solidFill>
                <a:srgbClr val="F0E0C0"/>
              </a:solidFill>
              <a:ln>
                <a:noFill/>
                <a:miter lim="800000"/>
              </a:ln>
            </p:spPr>
          </p:sp>
          <p:sp>
            <p:nvSpPr>
              <p:cNvPr id="93418" name=""/>
              <p:cNvSpPr/>
              <p:nvPr/>
            </p:nvSpPr>
            <p:spPr>
              <a:xfrm>
                <a:off x="1602" y="2028"/>
                <a:ext cx="1" cy="3"/>
              </a:xfrm>
              <a:prstGeom prst="rect">
                <a:avLst/>
              </a:prstGeom>
              <a:solidFill>
                <a:srgbClr val="F0E0C0"/>
              </a:solidFill>
              <a:ln>
                <a:noFill/>
                <a:miter lim="800000"/>
              </a:ln>
            </p:spPr>
          </p:sp>
          <p:sp>
            <p:nvSpPr>
              <p:cNvPr id="93419" name=""/>
              <p:cNvSpPr/>
              <p:nvPr/>
            </p:nvSpPr>
            <p:spPr>
              <a:xfrm>
                <a:off x="1602" y="2031"/>
                <a:ext cx="1" cy="3"/>
              </a:xfrm>
              <a:prstGeom prst="rect">
                <a:avLst/>
              </a:prstGeom>
              <a:solidFill>
                <a:srgbClr val="F0E0C0"/>
              </a:solidFill>
              <a:ln>
                <a:noFill/>
                <a:miter lim="800000"/>
              </a:ln>
            </p:spPr>
          </p:sp>
          <p:sp>
            <p:nvSpPr>
              <p:cNvPr id="93420" name=""/>
              <p:cNvSpPr/>
              <p:nvPr/>
            </p:nvSpPr>
            <p:spPr>
              <a:xfrm>
                <a:off x="1610" y="2031"/>
                <a:ext cx="9" cy="3"/>
              </a:xfrm>
              <a:prstGeom prst="rect">
                <a:avLst/>
              </a:prstGeom>
              <a:solidFill>
                <a:srgbClr val="F0E0C0"/>
              </a:solidFill>
              <a:ln>
                <a:noFill/>
                <a:miter lim="800000"/>
              </a:ln>
            </p:spPr>
          </p:sp>
          <p:sp>
            <p:nvSpPr>
              <p:cNvPr id="93421" name=""/>
              <p:cNvSpPr/>
              <p:nvPr/>
            </p:nvSpPr>
            <p:spPr>
              <a:xfrm>
                <a:off x="1594" y="2032"/>
                <a:ext cx="1" cy="9"/>
              </a:xfrm>
              <a:prstGeom prst="rect">
                <a:avLst/>
              </a:prstGeom>
              <a:solidFill>
                <a:srgbClr val="F0E0C0"/>
              </a:solidFill>
              <a:ln>
                <a:noFill/>
                <a:miter lim="800000"/>
              </a:ln>
            </p:spPr>
          </p:sp>
          <p:sp>
            <p:nvSpPr>
              <p:cNvPr id="93422" name=""/>
              <p:cNvSpPr/>
              <p:nvPr/>
            </p:nvSpPr>
            <p:spPr>
              <a:xfrm>
                <a:off x="1594" y="2039"/>
                <a:ext cx="17" cy="2"/>
              </a:xfrm>
              <a:custGeom>
                <a:pathLst>
                  <a:path w="51" h="4">
                    <a:moveTo>
                      <a:pt x="0" y="0"/>
                    </a:moveTo>
                    <a:lnTo>
                      <a:pt x="50" y="0"/>
                    </a:lnTo>
                    <a:lnTo>
                      <a:pt x="51" y="4"/>
                    </a:lnTo>
                    <a:lnTo>
                      <a:pt x="0" y="4"/>
                    </a:lnTo>
                    <a:lnTo>
                      <a:pt x="0" y="0"/>
                    </a:lnTo>
                    <a:close/>
                  </a:path>
                </a:pathLst>
              </a:custGeom>
              <a:solidFill>
                <a:srgbClr val="F0E0C0"/>
              </a:solidFill>
              <a:ln>
                <a:noFill/>
                <a:round/>
              </a:ln>
            </p:spPr>
          </p:sp>
          <p:sp>
            <p:nvSpPr>
              <p:cNvPr id="93423" name=""/>
              <p:cNvSpPr/>
              <p:nvPr/>
            </p:nvSpPr>
            <p:spPr>
              <a:xfrm>
                <a:off x="1610" y="2032"/>
                <a:ext cx="2" cy="9"/>
              </a:xfrm>
              <a:custGeom>
                <a:pathLst>
                  <a:path w="4" h="18">
                    <a:moveTo>
                      <a:pt x="4" y="0"/>
                    </a:moveTo>
                    <a:lnTo>
                      <a:pt x="4" y="15"/>
                    </a:lnTo>
                    <a:lnTo>
                      <a:pt x="2" y="17"/>
                    </a:lnTo>
                    <a:lnTo>
                      <a:pt x="2" y="18"/>
                    </a:lnTo>
                    <a:lnTo>
                      <a:pt x="0" y="17"/>
                    </a:lnTo>
                    <a:lnTo>
                      <a:pt x="2" y="15"/>
                    </a:lnTo>
                    <a:lnTo>
                      <a:pt x="2" y="0"/>
                    </a:lnTo>
                    <a:lnTo>
                      <a:pt x="4" y="0"/>
                    </a:lnTo>
                    <a:close/>
                  </a:path>
                </a:pathLst>
              </a:custGeom>
              <a:solidFill>
                <a:srgbClr val="808050"/>
              </a:solidFill>
              <a:ln>
                <a:noFill/>
                <a:round/>
              </a:ln>
            </p:spPr>
          </p:sp>
          <p:sp>
            <p:nvSpPr>
              <p:cNvPr id="93424" name=""/>
              <p:cNvSpPr/>
              <p:nvPr/>
            </p:nvSpPr>
            <p:spPr>
              <a:xfrm>
                <a:off x="1610" y="2029"/>
                <a:ext cx="9" cy="3"/>
              </a:xfrm>
              <a:prstGeom prst="rect">
                <a:avLst/>
              </a:prstGeom>
              <a:solidFill>
                <a:srgbClr val="706040"/>
              </a:solidFill>
              <a:ln>
                <a:noFill/>
                <a:miter lim="800000"/>
              </a:ln>
            </p:spPr>
          </p:sp>
          <p:sp>
            <p:nvSpPr>
              <p:cNvPr id="93425" name=""/>
              <p:cNvSpPr/>
              <p:nvPr/>
            </p:nvSpPr>
            <p:spPr>
              <a:xfrm>
                <a:off x="1617" y="2029"/>
                <a:ext cx="2" cy="4"/>
              </a:xfrm>
              <a:prstGeom prst="rect">
                <a:avLst/>
              </a:prstGeom>
              <a:solidFill>
                <a:srgbClr val="706040"/>
              </a:solidFill>
              <a:ln>
                <a:noFill/>
                <a:miter lim="800000"/>
              </a:ln>
            </p:spPr>
          </p:sp>
          <p:sp>
            <p:nvSpPr>
              <p:cNvPr id="93426" name=""/>
              <p:cNvSpPr/>
              <p:nvPr/>
            </p:nvSpPr>
            <p:spPr>
              <a:xfrm>
                <a:off x="1594" y="2027"/>
                <a:ext cx="18" cy="4"/>
              </a:xfrm>
              <a:custGeom>
                <a:pathLst>
                  <a:path w="53" h="10">
                    <a:moveTo>
                      <a:pt x="0" y="4"/>
                    </a:moveTo>
                    <a:lnTo>
                      <a:pt x="2" y="0"/>
                    </a:lnTo>
                    <a:lnTo>
                      <a:pt x="49" y="0"/>
                    </a:lnTo>
                    <a:lnTo>
                      <a:pt x="51" y="0"/>
                    </a:lnTo>
                    <a:lnTo>
                      <a:pt x="53" y="4"/>
                    </a:lnTo>
                    <a:lnTo>
                      <a:pt x="53" y="10"/>
                    </a:lnTo>
                    <a:lnTo>
                      <a:pt x="51" y="4"/>
                    </a:lnTo>
                    <a:lnTo>
                      <a:pt x="50" y="3"/>
                    </a:lnTo>
                    <a:lnTo>
                      <a:pt x="2" y="3"/>
                    </a:lnTo>
                    <a:lnTo>
                      <a:pt x="1" y="4"/>
                    </a:lnTo>
                    <a:lnTo>
                      <a:pt x="0" y="4"/>
                    </a:lnTo>
                    <a:close/>
                  </a:path>
                </a:pathLst>
              </a:custGeom>
              <a:solidFill>
                <a:srgbClr val="808050"/>
              </a:solidFill>
              <a:ln>
                <a:noFill/>
                <a:round/>
              </a:ln>
            </p:spPr>
          </p:sp>
          <p:sp>
            <p:nvSpPr>
              <p:cNvPr id="93427" name=""/>
              <p:cNvSpPr/>
              <p:nvPr/>
            </p:nvSpPr>
            <p:spPr>
              <a:xfrm>
                <a:off x="1593" y="2029"/>
                <a:ext cx="1" cy="4"/>
              </a:xfrm>
              <a:prstGeom prst="rect">
                <a:avLst/>
              </a:prstGeom>
              <a:solidFill>
                <a:srgbClr val="706040"/>
              </a:solidFill>
              <a:ln>
                <a:noFill/>
                <a:miter lim="800000"/>
              </a:ln>
            </p:spPr>
          </p:sp>
          <p:sp>
            <p:nvSpPr>
              <p:cNvPr id="93428" name=""/>
              <p:cNvSpPr/>
              <p:nvPr/>
            </p:nvSpPr>
            <p:spPr>
              <a:xfrm>
                <a:off x="1594" y="2027"/>
                <a:ext cx="1" cy="4"/>
              </a:xfrm>
              <a:custGeom>
                <a:pathLst>
                  <a:path w="4" h="9">
                    <a:moveTo>
                      <a:pt x="0" y="0"/>
                    </a:moveTo>
                    <a:lnTo>
                      <a:pt x="0" y="9"/>
                    </a:lnTo>
                    <a:lnTo>
                      <a:pt x="4" y="0"/>
                    </a:lnTo>
                    <a:lnTo>
                      <a:pt x="0" y="0"/>
                    </a:lnTo>
                    <a:close/>
                  </a:path>
                </a:pathLst>
              </a:custGeom>
              <a:solidFill>
                <a:srgbClr val="F0E0C0"/>
              </a:solidFill>
              <a:ln>
                <a:noFill/>
                <a:round/>
              </a:ln>
            </p:spPr>
          </p:sp>
          <p:sp>
            <p:nvSpPr>
              <p:cNvPr id="93429" name=""/>
              <p:cNvSpPr/>
              <p:nvPr/>
            </p:nvSpPr>
            <p:spPr>
              <a:xfrm>
                <a:off x="1602" y="2032"/>
                <a:ext cx="9" cy="2"/>
              </a:xfrm>
              <a:prstGeom prst="rect">
                <a:avLst/>
              </a:prstGeom>
              <a:solidFill>
                <a:srgbClr val="706040"/>
              </a:solidFill>
              <a:ln>
                <a:noFill/>
                <a:miter lim="800000"/>
              </a:ln>
            </p:spPr>
          </p:sp>
          <p:sp>
            <p:nvSpPr>
              <p:cNvPr id="93430" name=""/>
              <p:cNvSpPr/>
              <p:nvPr/>
            </p:nvSpPr>
            <p:spPr>
              <a:xfrm>
                <a:off x="1610" y="2031"/>
                <a:ext cx="1" cy="3"/>
              </a:xfrm>
              <a:prstGeom prst="rect">
                <a:avLst/>
              </a:prstGeom>
              <a:solidFill>
                <a:srgbClr val="706040"/>
              </a:solidFill>
              <a:ln>
                <a:noFill/>
                <a:miter lim="800000"/>
              </a:ln>
            </p:spPr>
          </p:sp>
          <p:sp>
            <p:nvSpPr>
              <p:cNvPr id="93431" name=""/>
              <p:cNvSpPr/>
              <p:nvPr/>
            </p:nvSpPr>
            <p:spPr>
              <a:xfrm>
                <a:off x="1610" y="2028"/>
                <a:ext cx="1" cy="4"/>
              </a:xfrm>
              <a:prstGeom prst="rect">
                <a:avLst/>
              </a:prstGeom>
              <a:solidFill>
                <a:srgbClr val="706040"/>
              </a:solidFill>
              <a:ln>
                <a:noFill/>
                <a:miter lim="800000"/>
              </a:ln>
            </p:spPr>
          </p:sp>
          <p:sp>
            <p:nvSpPr>
              <p:cNvPr id="93432" name=""/>
              <p:cNvSpPr/>
              <p:nvPr/>
            </p:nvSpPr>
            <p:spPr>
              <a:xfrm>
                <a:off x="1602" y="2028"/>
                <a:ext cx="9" cy="3"/>
              </a:xfrm>
              <a:prstGeom prst="rect">
                <a:avLst/>
              </a:prstGeom>
              <a:solidFill>
                <a:srgbClr val="706040"/>
              </a:solidFill>
              <a:ln>
                <a:noFill/>
                <a:miter lim="800000"/>
              </a:ln>
            </p:spPr>
          </p:sp>
          <p:sp>
            <p:nvSpPr>
              <p:cNvPr id="93433" name=""/>
              <p:cNvSpPr/>
              <p:nvPr/>
            </p:nvSpPr>
            <p:spPr>
              <a:xfrm>
                <a:off x="1613" y="2035"/>
                <a:ext cx="4" cy="3"/>
              </a:xfrm>
              <a:custGeom>
                <a:pathLst>
                  <a:path w="13" h="4">
                    <a:moveTo>
                      <a:pt x="0" y="0"/>
                    </a:moveTo>
                    <a:lnTo>
                      <a:pt x="13" y="0"/>
                    </a:lnTo>
                    <a:lnTo>
                      <a:pt x="0" y="4"/>
                    </a:lnTo>
                    <a:lnTo>
                      <a:pt x="0" y="0"/>
                    </a:lnTo>
                    <a:close/>
                  </a:path>
                </a:pathLst>
              </a:custGeom>
              <a:solidFill>
                <a:srgbClr val="F0E0C0"/>
              </a:solidFill>
              <a:ln>
                <a:noFill/>
                <a:round/>
              </a:ln>
            </p:spPr>
          </p:sp>
          <p:sp>
            <p:nvSpPr>
              <p:cNvPr id="93434" name=""/>
              <p:cNvSpPr/>
              <p:nvPr/>
            </p:nvSpPr>
            <p:spPr>
              <a:xfrm>
                <a:off x="1594" y="2008"/>
                <a:ext cx="17" cy="3"/>
              </a:xfrm>
              <a:prstGeom prst="rect">
                <a:avLst/>
              </a:prstGeom>
              <a:solidFill>
                <a:srgbClr val="706040"/>
              </a:solidFill>
              <a:ln>
                <a:noFill/>
                <a:miter lim="800000"/>
              </a:ln>
            </p:spPr>
          </p:sp>
          <p:sp>
            <p:nvSpPr>
              <p:cNvPr id="93435" name=""/>
              <p:cNvSpPr/>
              <p:nvPr/>
            </p:nvSpPr>
            <p:spPr>
              <a:xfrm>
                <a:off x="1610" y="2008"/>
                <a:ext cx="2" cy="6"/>
              </a:xfrm>
              <a:custGeom>
                <a:pathLst>
                  <a:path w="4" h="12">
                    <a:moveTo>
                      <a:pt x="0" y="0"/>
                    </a:moveTo>
                    <a:lnTo>
                      <a:pt x="4" y="10"/>
                    </a:lnTo>
                    <a:lnTo>
                      <a:pt x="0" y="12"/>
                    </a:lnTo>
                    <a:lnTo>
                      <a:pt x="0" y="1"/>
                    </a:lnTo>
                    <a:lnTo>
                      <a:pt x="0" y="0"/>
                    </a:lnTo>
                    <a:close/>
                  </a:path>
                </a:pathLst>
              </a:custGeom>
              <a:solidFill>
                <a:srgbClr val="706040"/>
              </a:solidFill>
              <a:ln>
                <a:noFill/>
                <a:round/>
              </a:ln>
            </p:spPr>
          </p:sp>
          <p:sp>
            <p:nvSpPr>
              <p:cNvPr id="93436" name=""/>
              <p:cNvSpPr/>
              <p:nvPr/>
            </p:nvSpPr>
            <p:spPr>
              <a:xfrm>
                <a:off x="1610" y="2017"/>
                <a:ext cx="2" cy="5"/>
              </a:xfrm>
              <a:prstGeom prst="rect">
                <a:avLst/>
              </a:prstGeom>
              <a:solidFill>
                <a:srgbClr val="706040"/>
              </a:solidFill>
              <a:ln>
                <a:noFill/>
                <a:miter lim="800000"/>
              </a:ln>
            </p:spPr>
          </p:sp>
          <p:sp>
            <p:nvSpPr>
              <p:cNvPr id="93437" name=""/>
              <p:cNvSpPr/>
              <p:nvPr/>
            </p:nvSpPr>
            <p:spPr>
              <a:xfrm>
                <a:off x="1594" y="2020"/>
                <a:ext cx="17" cy="2"/>
              </a:xfrm>
              <a:prstGeom prst="rect">
                <a:avLst/>
              </a:prstGeom>
              <a:solidFill>
                <a:srgbClr val="E0E0B0"/>
              </a:solidFill>
              <a:ln>
                <a:noFill/>
                <a:miter lim="800000"/>
              </a:ln>
            </p:spPr>
          </p:sp>
          <p:sp>
            <p:nvSpPr>
              <p:cNvPr id="93438" name=""/>
              <p:cNvSpPr/>
              <p:nvPr/>
            </p:nvSpPr>
            <p:spPr>
              <a:xfrm>
                <a:off x="1585" y="2013"/>
                <a:ext cx="1" cy="5"/>
              </a:xfrm>
              <a:custGeom>
                <a:pathLst>
                  <a:path w="5" h="11">
                    <a:moveTo>
                      <a:pt x="4" y="0"/>
                    </a:moveTo>
                    <a:lnTo>
                      <a:pt x="0" y="9"/>
                    </a:lnTo>
                    <a:lnTo>
                      <a:pt x="4" y="11"/>
                    </a:lnTo>
                    <a:lnTo>
                      <a:pt x="5" y="11"/>
                    </a:lnTo>
                    <a:lnTo>
                      <a:pt x="4" y="7"/>
                    </a:lnTo>
                    <a:lnTo>
                      <a:pt x="1" y="6"/>
                    </a:lnTo>
                    <a:lnTo>
                      <a:pt x="1" y="2"/>
                    </a:lnTo>
                    <a:lnTo>
                      <a:pt x="4" y="0"/>
                    </a:lnTo>
                    <a:close/>
                  </a:path>
                </a:pathLst>
              </a:custGeom>
              <a:solidFill>
                <a:srgbClr val="F0E0C0"/>
              </a:solidFill>
              <a:ln>
                <a:noFill/>
                <a:round/>
              </a:ln>
            </p:spPr>
          </p:sp>
          <p:sp>
            <p:nvSpPr>
              <p:cNvPr id="93439" name=""/>
              <p:cNvSpPr/>
              <p:nvPr/>
            </p:nvSpPr>
            <p:spPr>
              <a:xfrm>
                <a:off x="1595" y="2064"/>
                <a:ext cx="5" cy="2"/>
              </a:xfrm>
              <a:prstGeom prst="rect">
                <a:avLst/>
              </a:prstGeom>
              <a:solidFill>
                <a:srgbClr val="F0E0C0"/>
              </a:solidFill>
              <a:ln>
                <a:noFill/>
                <a:miter lim="800000"/>
              </a:ln>
            </p:spPr>
          </p:sp>
          <p:sp>
            <p:nvSpPr>
              <p:cNvPr id="93440" name=""/>
              <p:cNvSpPr/>
              <p:nvPr/>
            </p:nvSpPr>
            <p:spPr>
              <a:xfrm>
                <a:off x="1595" y="2051"/>
                <a:ext cx="31" cy="2"/>
              </a:xfrm>
              <a:prstGeom prst="rect">
                <a:avLst/>
              </a:prstGeom>
              <a:solidFill>
                <a:srgbClr val="706040"/>
              </a:solidFill>
              <a:ln>
                <a:noFill/>
                <a:miter lim="800000"/>
              </a:ln>
            </p:spPr>
          </p:sp>
          <p:sp>
            <p:nvSpPr>
              <p:cNvPr id="93441" name=""/>
              <p:cNvSpPr/>
              <p:nvPr/>
            </p:nvSpPr>
            <p:spPr>
              <a:xfrm>
                <a:off x="1595" y="2052"/>
                <a:ext cx="2" cy="14"/>
              </a:xfrm>
              <a:prstGeom prst="rect">
                <a:avLst/>
              </a:prstGeom>
              <a:solidFill>
                <a:srgbClr val="706040"/>
              </a:solidFill>
              <a:ln>
                <a:noFill/>
                <a:miter lim="800000"/>
              </a:ln>
            </p:spPr>
          </p:sp>
          <p:sp>
            <p:nvSpPr>
              <p:cNvPr id="93442" name=""/>
              <p:cNvSpPr/>
              <p:nvPr/>
            </p:nvSpPr>
            <p:spPr>
              <a:xfrm>
                <a:off x="1595" y="2059"/>
                <a:ext cx="31" cy="3"/>
              </a:xfrm>
              <a:prstGeom prst="rect">
                <a:avLst/>
              </a:prstGeom>
              <a:solidFill>
                <a:srgbClr val="706040"/>
              </a:solidFill>
              <a:ln>
                <a:noFill/>
                <a:miter lim="800000"/>
              </a:ln>
            </p:spPr>
          </p:sp>
          <p:sp>
            <p:nvSpPr>
              <p:cNvPr id="93443" name=""/>
              <p:cNvSpPr/>
              <p:nvPr/>
            </p:nvSpPr>
            <p:spPr>
              <a:xfrm>
                <a:off x="1576" y="2076"/>
                <a:ext cx="57" cy="13"/>
              </a:xfrm>
              <a:prstGeom prst="rect">
                <a:avLst/>
              </a:prstGeom>
              <a:solidFill>
                <a:srgbClr val="D0C0A0"/>
              </a:solidFill>
              <a:ln>
                <a:noFill/>
                <a:miter lim="800000"/>
              </a:ln>
            </p:spPr>
          </p:sp>
          <p:sp>
            <p:nvSpPr>
              <p:cNvPr id="93444" name=""/>
              <p:cNvSpPr/>
              <p:nvPr/>
            </p:nvSpPr>
            <p:spPr>
              <a:xfrm>
                <a:off x="1585" y="2077"/>
                <a:ext cx="40" cy="10"/>
              </a:xfrm>
              <a:custGeom>
                <a:pathLst>
                  <a:path w="120" h="20">
                    <a:moveTo>
                      <a:pt x="3" y="20"/>
                    </a:moveTo>
                    <a:lnTo>
                      <a:pt x="117" y="20"/>
                    </a:lnTo>
                    <a:lnTo>
                      <a:pt x="118" y="20"/>
                    </a:lnTo>
                    <a:lnTo>
                      <a:pt x="118" y="17"/>
                    </a:lnTo>
                    <a:lnTo>
                      <a:pt x="120" y="6"/>
                    </a:lnTo>
                    <a:lnTo>
                      <a:pt x="118" y="2"/>
                    </a:lnTo>
                    <a:lnTo>
                      <a:pt x="117" y="1"/>
                    </a:lnTo>
                    <a:lnTo>
                      <a:pt x="3" y="0"/>
                    </a:lnTo>
                    <a:lnTo>
                      <a:pt x="1" y="1"/>
                    </a:lnTo>
                    <a:lnTo>
                      <a:pt x="0" y="3"/>
                    </a:lnTo>
                    <a:lnTo>
                      <a:pt x="0" y="16"/>
                    </a:lnTo>
                    <a:lnTo>
                      <a:pt x="1" y="18"/>
                    </a:lnTo>
                    <a:lnTo>
                      <a:pt x="3" y="20"/>
                    </a:lnTo>
                    <a:close/>
                  </a:path>
                </a:pathLst>
              </a:custGeom>
              <a:solidFill>
                <a:srgbClr val="404040"/>
              </a:solidFill>
              <a:ln>
                <a:noFill/>
                <a:round/>
              </a:ln>
            </p:spPr>
          </p:sp>
          <p:sp>
            <p:nvSpPr>
              <p:cNvPr id="93445" name=""/>
              <p:cNvSpPr/>
              <p:nvPr/>
            </p:nvSpPr>
            <p:spPr>
              <a:xfrm>
                <a:off x="1603" y="1987"/>
                <a:ext cx="2" cy="2"/>
              </a:xfrm>
              <a:custGeom>
                <a:pathLst>
                  <a:path w="7" h="4">
                    <a:moveTo>
                      <a:pt x="5" y="0"/>
                    </a:moveTo>
                    <a:lnTo>
                      <a:pt x="7" y="0"/>
                    </a:lnTo>
                    <a:lnTo>
                      <a:pt x="7" y="4"/>
                    </a:lnTo>
                    <a:lnTo>
                      <a:pt x="0" y="4"/>
                    </a:lnTo>
                    <a:lnTo>
                      <a:pt x="5" y="0"/>
                    </a:lnTo>
                    <a:close/>
                  </a:path>
                </a:pathLst>
              </a:custGeom>
              <a:solidFill>
                <a:srgbClr val="C0C080"/>
              </a:solidFill>
              <a:ln>
                <a:noFill/>
                <a:round/>
              </a:ln>
            </p:spPr>
          </p:sp>
          <p:sp>
            <p:nvSpPr>
              <p:cNvPr id="93446" name=""/>
              <p:cNvSpPr/>
              <p:nvPr/>
            </p:nvSpPr>
            <p:spPr>
              <a:xfrm>
                <a:off x="1603" y="1987"/>
                <a:ext cx="1" cy="1"/>
              </a:xfrm>
              <a:custGeom>
                <a:pathLst>
                  <a:path w="4" h="1">
                    <a:moveTo>
                      <a:pt x="2" y="0"/>
                    </a:moveTo>
                    <a:lnTo>
                      <a:pt x="4" y="0"/>
                    </a:lnTo>
                    <a:lnTo>
                      <a:pt x="4" y="1"/>
                    </a:lnTo>
                    <a:lnTo>
                      <a:pt x="0" y="1"/>
                    </a:lnTo>
                    <a:lnTo>
                      <a:pt x="2" y="0"/>
                    </a:lnTo>
                  </a:path>
                </a:pathLst>
              </a:custGeom>
              <a:noFill/>
              <a:ln w="4763">
                <a:solidFill>
                  <a:srgbClr val="000000"/>
                </a:solidFill>
                <a:prstDash val="solid"/>
                <a:round/>
              </a:ln>
            </p:spPr>
          </p:sp>
          <p:sp>
            <p:nvSpPr>
              <p:cNvPr id="93447" name=""/>
              <p:cNvSpPr/>
              <p:nvPr/>
            </p:nvSpPr>
            <p:spPr>
              <a:xfrm>
                <a:off x="1582" y="1982"/>
                <a:ext cx="46" cy="12"/>
              </a:xfrm>
              <a:custGeom>
                <a:pathLst>
                  <a:path w="140" h="25">
                    <a:moveTo>
                      <a:pt x="10" y="0"/>
                    </a:moveTo>
                    <a:lnTo>
                      <a:pt x="131" y="0"/>
                    </a:lnTo>
                    <a:lnTo>
                      <a:pt x="133" y="2"/>
                    </a:lnTo>
                    <a:lnTo>
                      <a:pt x="134" y="2"/>
                    </a:lnTo>
                    <a:lnTo>
                      <a:pt x="137" y="4"/>
                    </a:lnTo>
                    <a:lnTo>
                      <a:pt x="138" y="5"/>
                    </a:lnTo>
                    <a:lnTo>
                      <a:pt x="139" y="7"/>
                    </a:lnTo>
                    <a:lnTo>
                      <a:pt x="140" y="9"/>
                    </a:lnTo>
                    <a:lnTo>
                      <a:pt x="140" y="11"/>
                    </a:lnTo>
                    <a:lnTo>
                      <a:pt x="140" y="14"/>
                    </a:lnTo>
                    <a:lnTo>
                      <a:pt x="140" y="17"/>
                    </a:lnTo>
                    <a:lnTo>
                      <a:pt x="139" y="18"/>
                    </a:lnTo>
                    <a:lnTo>
                      <a:pt x="138" y="20"/>
                    </a:lnTo>
                    <a:lnTo>
                      <a:pt x="137" y="23"/>
                    </a:lnTo>
                    <a:lnTo>
                      <a:pt x="134" y="24"/>
                    </a:lnTo>
                    <a:lnTo>
                      <a:pt x="133" y="25"/>
                    </a:lnTo>
                    <a:lnTo>
                      <a:pt x="131" y="25"/>
                    </a:lnTo>
                    <a:lnTo>
                      <a:pt x="130" y="25"/>
                    </a:lnTo>
                    <a:lnTo>
                      <a:pt x="10" y="25"/>
                    </a:lnTo>
                    <a:lnTo>
                      <a:pt x="9" y="25"/>
                    </a:lnTo>
                    <a:lnTo>
                      <a:pt x="7" y="25"/>
                    </a:lnTo>
                    <a:lnTo>
                      <a:pt x="5" y="24"/>
                    </a:lnTo>
                    <a:lnTo>
                      <a:pt x="4" y="23"/>
                    </a:lnTo>
                    <a:lnTo>
                      <a:pt x="1" y="19"/>
                    </a:lnTo>
                    <a:lnTo>
                      <a:pt x="0" y="17"/>
                    </a:lnTo>
                    <a:lnTo>
                      <a:pt x="0" y="16"/>
                    </a:lnTo>
                    <a:lnTo>
                      <a:pt x="0" y="14"/>
                    </a:lnTo>
                    <a:lnTo>
                      <a:pt x="0" y="11"/>
                    </a:lnTo>
                    <a:lnTo>
                      <a:pt x="0" y="10"/>
                    </a:lnTo>
                    <a:lnTo>
                      <a:pt x="0" y="9"/>
                    </a:lnTo>
                    <a:lnTo>
                      <a:pt x="1" y="6"/>
                    </a:lnTo>
                    <a:lnTo>
                      <a:pt x="2" y="4"/>
                    </a:lnTo>
                    <a:lnTo>
                      <a:pt x="5" y="2"/>
                    </a:lnTo>
                    <a:lnTo>
                      <a:pt x="7" y="2"/>
                    </a:lnTo>
                    <a:lnTo>
                      <a:pt x="10" y="0"/>
                    </a:lnTo>
                    <a:close/>
                  </a:path>
                </a:pathLst>
              </a:custGeom>
              <a:solidFill>
                <a:srgbClr val="F0E0C0"/>
              </a:solidFill>
              <a:ln>
                <a:noFill/>
                <a:round/>
              </a:ln>
            </p:spPr>
          </p:sp>
          <p:sp>
            <p:nvSpPr>
              <p:cNvPr id="93448" name=""/>
              <p:cNvSpPr/>
              <p:nvPr/>
            </p:nvSpPr>
            <p:spPr>
              <a:xfrm>
                <a:off x="1582" y="1982"/>
                <a:ext cx="45" cy="11"/>
              </a:xfrm>
              <a:custGeom>
                <a:pathLst>
                  <a:path w="137" h="21">
                    <a:moveTo>
                      <a:pt x="10" y="0"/>
                    </a:moveTo>
                    <a:lnTo>
                      <a:pt x="129" y="0"/>
                    </a:lnTo>
                    <a:lnTo>
                      <a:pt x="131" y="2"/>
                    </a:lnTo>
                    <a:lnTo>
                      <a:pt x="131" y="2"/>
                    </a:lnTo>
                    <a:lnTo>
                      <a:pt x="133" y="3"/>
                    </a:lnTo>
                    <a:lnTo>
                      <a:pt x="134" y="4"/>
                    </a:lnTo>
                    <a:lnTo>
                      <a:pt x="135" y="6"/>
                    </a:lnTo>
                    <a:lnTo>
                      <a:pt x="137" y="7"/>
                    </a:lnTo>
                    <a:lnTo>
                      <a:pt x="137" y="9"/>
                    </a:lnTo>
                    <a:lnTo>
                      <a:pt x="137" y="13"/>
                    </a:lnTo>
                    <a:lnTo>
                      <a:pt x="137" y="14"/>
                    </a:lnTo>
                    <a:lnTo>
                      <a:pt x="135" y="16"/>
                    </a:lnTo>
                    <a:lnTo>
                      <a:pt x="134" y="18"/>
                    </a:lnTo>
                    <a:lnTo>
                      <a:pt x="133" y="19"/>
                    </a:lnTo>
                    <a:lnTo>
                      <a:pt x="131" y="20"/>
                    </a:lnTo>
                    <a:lnTo>
                      <a:pt x="131" y="21"/>
                    </a:lnTo>
                    <a:lnTo>
                      <a:pt x="129" y="21"/>
                    </a:lnTo>
                    <a:lnTo>
                      <a:pt x="10" y="21"/>
                    </a:lnTo>
                    <a:lnTo>
                      <a:pt x="8" y="21"/>
                    </a:lnTo>
                    <a:lnTo>
                      <a:pt x="6" y="21"/>
                    </a:lnTo>
                    <a:lnTo>
                      <a:pt x="5" y="20"/>
                    </a:lnTo>
                    <a:lnTo>
                      <a:pt x="4" y="19"/>
                    </a:lnTo>
                    <a:lnTo>
                      <a:pt x="1" y="17"/>
                    </a:lnTo>
                    <a:lnTo>
                      <a:pt x="0" y="14"/>
                    </a:lnTo>
                    <a:lnTo>
                      <a:pt x="0" y="13"/>
                    </a:lnTo>
                    <a:lnTo>
                      <a:pt x="0" y="9"/>
                    </a:lnTo>
                    <a:lnTo>
                      <a:pt x="0" y="9"/>
                    </a:lnTo>
                    <a:lnTo>
                      <a:pt x="0" y="7"/>
                    </a:lnTo>
                    <a:lnTo>
                      <a:pt x="1" y="5"/>
                    </a:lnTo>
                    <a:lnTo>
                      <a:pt x="2" y="3"/>
                    </a:lnTo>
                    <a:lnTo>
                      <a:pt x="5" y="2"/>
                    </a:lnTo>
                    <a:lnTo>
                      <a:pt x="6" y="2"/>
                    </a:lnTo>
                    <a:lnTo>
                      <a:pt x="10" y="0"/>
                    </a:lnTo>
                  </a:path>
                </a:pathLst>
              </a:custGeom>
              <a:noFill/>
              <a:ln w="4763">
                <a:solidFill>
                  <a:srgbClr val="808060"/>
                </a:solidFill>
                <a:prstDash val="solid"/>
                <a:round/>
              </a:ln>
            </p:spPr>
          </p:sp>
          <p:sp>
            <p:nvSpPr>
              <p:cNvPr id="93449" name=""/>
              <p:cNvSpPr/>
              <p:nvPr/>
            </p:nvSpPr>
            <p:spPr>
              <a:xfrm>
                <a:off x="1582" y="1983"/>
                <a:ext cx="26" cy="11"/>
              </a:xfrm>
              <a:custGeom>
                <a:pathLst>
                  <a:path w="78" h="22">
                    <a:moveTo>
                      <a:pt x="13" y="0"/>
                    </a:moveTo>
                    <a:lnTo>
                      <a:pt x="66" y="0"/>
                    </a:lnTo>
                    <a:lnTo>
                      <a:pt x="68" y="0"/>
                    </a:lnTo>
                    <a:lnTo>
                      <a:pt x="71" y="1"/>
                    </a:lnTo>
                    <a:lnTo>
                      <a:pt x="74" y="1"/>
                    </a:lnTo>
                    <a:lnTo>
                      <a:pt x="75" y="2"/>
                    </a:lnTo>
                    <a:lnTo>
                      <a:pt x="77" y="3"/>
                    </a:lnTo>
                    <a:lnTo>
                      <a:pt x="77" y="4"/>
                    </a:lnTo>
                    <a:lnTo>
                      <a:pt x="78" y="5"/>
                    </a:lnTo>
                    <a:lnTo>
                      <a:pt x="78" y="7"/>
                    </a:lnTo>
                    <a:lnTo>
                      <a:pt x="78" y="8"/>
                    </a:lnTo>
                    <a:lnTo>
                      <a:pt x="78" y="14"/>
                    </a:lnTo>
                    <a:lnTo>
                      <a:pt x="78" y="16"/>
                    </a:lnTo>
                    <a:lnTo>
                      <a:pt x="77" y="18"/>
                    </a:lnTo>
                    <a:lnTo>
                      <a:pt x="76" y="19"/>
                    </a:lnTo>
                    <a:lnTo>
                      <a:pt x="74" y="21"/>
                    </a:lnTo>
                    <a:lnTo>
                      <a:pt x="71" y="22"/>
                    </a:lnTo>
                    <a:lnTo>
                      <a:pt x="67" y="22"/>
                    </a:lnTo>
                    <a:lnTo>
                      <a:pt x="66" y="22"/>
                    </a:lnTo>
                    <a:lnTo>
                      <a:pt x="13" y="22"/>
                    </a:lnTo>
                    <a:lnTo>
                      <a:pt x="11" y="22"/>
                    </a:lnTo>
                    <a:lnTo>
                      <a:pt x="8" y="22"/>
                    </a:lnTo>
                    <a:lnTo>
                      <a:pt x="6" y="21"/>
                    </a:lnTo>
                    <a:lnTo>
                      <a:pt x="4" y="19"/>
                    </a:lnTo>
                    <a:lnTo>
                      <a:pt x="3" y="18"/>
                    </a:lnTo>
                    <a:lnTo>
                      <a:pt x="1" y="16"/>
                    </a:lnTo>
                    <a:lnTo>
                      <a:pt x="0" y="15"/>
                    </a:lnTo>
                    <a:lnTo>
                      <a:pt x="0" y="14"/>
                    </a:lnTo>
                    <a:lnTo>
                      <a:pt x="0" y="8"/>
                    </a:lnTo>
                    <a:lnTo>
                      <a:pt x="0" y="7"/>
                    </a:lnTo>
                    <a:lnTo>
                      <a:pt x="1" y="5"/>
                    </a:lnTo>
                    <a:lnTo>
                      <a:pt x="1" y="4"/>
                    </a:lnTo>
                    <a:lnTo>
                      <a:pt x="1" y="3"/>
                    </a:lnTo>
                    <a:lnTo>
                      <a:pt x="3" y="3"/>
                    </a:lnTo>
                    <a:lnTo>
                      <a:pt x="4" y="2"/>
                    </a:lnTo>
                    <a:lnTo>
                      <a:pt x="5" y="1"/>
                    </a:lnTo>
                    <a:lnTo>
                      <a:pt x="8" y="0"/>
                    </a:lnTo>
                    <a:lnTo>
                      <a:pt x="13" y="0"/>
                    </a:lnTo>
                    <a:close/>
                  </a:path>
                </a:pathLst>
              </a:custGeom>
              <a:solidFill>
                <a:srgbClr val="F0E0C0"/>
              </a:solidFill>
              <a:ln>
                <a:noFill/>
                <a:round/>
              </a:ln>
            </p:spPr>
          </p:sp>
          <p:sp>
            <p:nvSpPr>
              <p:cNvPr id="93450" name=""/>
              <p:cNvSpPr/>
              <p:nvPr/>
            </p:nvSpPr>
            <p:spPr>
              <a:xfrm>
                <a:off x="1582" y="1983"/>
                <a:ext cx="25" cy="9"/>
              </a:xfrm>
              <a:custGeom>
                <a:pathLst>
                  <a:path w="74" h="17">
                    <a:moveTo>
                      <a:pt x="12" y="0"/>
                    </a:moveTo>
                    <a:lnTo>
                      <a:pt x="62" y="0"/>
                    </a:lnTo>
                    <a:lnTo>
                      <a:pt x="64" y="0"/>
                    </a:lnTo>
                    <a:lnTo>
                      <a:pt x="68" y="1"/>
                    </a:lnTo>
                    <a:lnTo>
                      <a:pt x="69" y="1"/>
                    </a:lnTo>
                    <a:lnTo>
                      <a:pt x="70" y="2"/>
                    </a:lnTo>
                    <a:lnTo>
                      <a:pt x="73" y="3"/>
                    </a:lnTo>
                    <a:lnTo>
                      <a:pt x="73" y="3"/>
                    </a:lnTo>
                    <a:lnTo>
                      <a:pt x="74" y="4"/>
                    </a:lnTo>
                    <a:lnTo>
                      <a:pt x="74" y="5"/>
                    </a:lnTo>
                    <a:lnTo>
                      <a:pt x="74" y="7"/>
                    </a:lnTo>
                    <a:lnTo>
                      <a:pt x="74" y="10"/>
                    </a:lnTo>
                    <a:lnTo>
                      <a:pt x="74" y="12"/>
                    </a:lnTo>
                    <a:lnTo>
                      <a:pt x="73" y="15"/>
                    </a:lnTo>
                    <a:lnTo>
                      <a:pt x="71" y="15"/>
                    </a:lnTo>
                    <a:lnTo>
                      <a:pt x="69" y="16"/>
                    </a:lnTo>
                    <a:lnTo>
                      <a:pt x="68" y="17"/>
                    </a:lnTo>
                    <a:lnTo>
                      <a:pt x="63" y="17"/>
                    </a:lnTo>
                    <a:lnTo>
                      <a:pt x="12" y="17"/>
                    </a:lnTo>
                    <a:lnTo>
                      <a:pt x="9" y="17"/>
                    </a:lnTo>
                    <a:lnTo>
                      <a:pt x="7" y="17"/>
                    </a:lnTo>
                    <a:lnTo>
                      <a:pt x="6" y="16"/>
                    </a:lnTo>
                    <a:lnTo>
                      <a:pt x="4" y="15"/>
                    </a:lnTo>
                    <a:lnTo>
                      <a:pt x="3" y="15"/>
                    </a:lnTo>
                    <a:lnTo>
                      <a:pt x="1" y="12"/>
                    </a:lnTo>
                    <a:lnTo>
                      <a:pt x="0" y="11"/>
                    </a:lnTo>
                    <a:lnTo>
                      <a:pt x="0" y="7"/>
                    </a:lnTo>
                    <a:lnTo>
                      <a:pt x="0" y="5"/>
                    </a:lnTo>
                    <a:lnTo>
                      <a:pt x="1" y="4"/>
                    </a:lnTo>
                    <a:lnTo>
                      <a:pt x="1" y="3"/>
                    </a:lnTo>
                    <a:lnTo>
                      <a:pt x="1" y="3"/>
                    </a:lnTo>
                    <a:lnTo>
                      <a:pt x="3" y="3"/>
                    </a:lnTo>
                    <a:lnTo>
                      <a:pt x="4" y="2"/>
                    </a:lnTo>
                    <a:lnTo>
                      <a:pt x="5" y="1"/>
                    </a:lnTo>
                    <a:lnTo>
                      <a:pt x="12" y="0"/>
                    </a:lnTo>
                  </a:path>
                </a:pathLst>
              </a:custGeom>
              <a:noFill/>
              <a:ln w="4763">
                <a:solidFill>
                  <a:srgbClr val="C0C0C0"/>
                </a:solidFill>
                <a:prstDash val="solid"/>
                <a:round/>
              </a:ln>
            </p:spPr>
          </p:sp>
          <p:sp>
            <p:nvSpPr>
              <p:cNvPr id="93451" name=""/>
              <p:cNvSpPr/>
              <p:nvPr/>
            </p:nvSpPr>
            <p:spPr>
              <a:xfrm>
                <a:off x="1603" y="1986"/>
                <a:ext cx="2" cy="3"/>
              </a:xfrm>
              <a:custGeom>
                <a:pathLst>
                  <a:path w="7" h="7">
                    <a:moveTo>
                      <a:pt x="2" y="0"/>
                    </a:moveTo>
                    <a:lnTo>
                      <a:pt x="6" y="0"/>
                    </a:lnTo>
                    <a:lnTo>
                      <a:pt x="7" y="0"/>
                    </a:lnTo>
                    <a:lnTo>
                      <a:pt x="7" y="3"/>
                    </a:lnTo>
                    <a:lnTo>
                      <a:pt x="5" y="6"/>
                    </a:lnTo>
                    <a:lnTo>
                      <a:pt x="5" y="7"/>
                    </a:lnTo>
                    <a:lnTo>
                      <a:pt x="2" y="7"/>
                    </a:lnTo>
                    <a:lnTo>
                      <a:pt x="0" y="7"/>
                    </a:lnTo>
                    <a:lnTo>
                      <a:pt x="0" y="6"/>
                    </a:lnTo>
                    <a:lnTo>
                      <a:pt x="1" y="3"/>
                    </a:lnTo>
                    <a:lnTo>
                      <a:pt x="1" y="0"/>
                    </a:lnTo>
                    <a:lnTo>
                      <a:pt x="2" y="0"/>
                    </a:lnTo>
                    <a:lnTo>
                      <a:pt x="2" y="6"/>
                    </a:lnTo>
                    <a:lnTo>
                      <a:pt x="1" y="6"/>
                    </a:lnTo>
                    <a:lnTo>
                      <a:pt x="2" y="3"/>
                    </a:lnTo>
                    <a:lnTo>
                      <a:pt x="5" y="3"/>
                    </a:lnTo>
                    <a:lnTo>
                      <a:pt x="2" y="6"/>
                    </a:lnTo>
                    <a:lnTo>
                      <a:pt x="2" y="0"/>
                    </a:lnTo>
                    <a:close/>
                  </a:path>
                </a:pathLst>
              </a:custGeom>
              <a:solidFill>
                <a:srgbClr val="C0C080"/>
              </a:solidFill>
              <a:ln>
                <a:noFill/>
                <a:round/>
              </a:ln>
            </p:spPr>
          </p:sp>
          <p:sp>
            <p:nvSpPr>
              <p:cNvPr id="93452" name=""/>
              <p:cNvSpPr/>
              <p:nvPr/>
            </p:nvSpPr>
            <p:spPr>
              <a:xfrm>
                <a:off x="1584" y="1988"/>
                <a:ext cx="21" cy="2"/>
              </a:xfrm>
              <a:custGeom>
                <a:pathLst>
                  <a:path w="63" h="5">
                    <a:moveTo>
                      <a:pt x="0" y="0"/>
                    </a:moveTo>
                    <a:lnTo>
                      <a:pt x="63" y="0"/>
                    </a:lnTo>
                    <a:lnTo>
                      <a:pt x="62" y="5"/>
                    </a:lnTo>
                    <a:lnTo>
                      <a:pt x="0" y="5"/>
                    </a:lnTo>
                    <a:lnTo>
                      <a:pt x="0" y="0"/>
                    </a:lnTo>
                    <a:close/>
                  </a:path>
                </a:pathLst>
              </a:custGeom>
              <a:solidFill>
                <a:srgbClr val="FF6000"/>
              </a:solidFill>
              <a:ln>
                <a:noFill/>
                <a:round/>
              </a:ln>
            </p:spPr>
          </p:sp>
          <p:sp>
            <p:nvSpPr>
              <p:cNvPr id="93453" name=""/>
              <p:cNvSpPr/>
              <p:nvPr/>
            </p:nvSpPr>
            <p:spPr>
              <a:xfrm>
                <a:off x="1600" y="1986"/>
                <a:ext cx="3" cy="3"/>
              </a:xfrm>
              <a:custGeom>
                <a:pathLst>
                  <a:path w="9" h="7">
                    <a:moveTo>
                      <a:pt x="0" y="7"/>
                    </a:moveTo>
                    <a:lnTo>
                      <a:pt x="6" y="0"/>
                    </a:lnTo>
                    <a:lnTo>
                      <a:pt x="9" y="0"/>
                    </a:lnTo>
                    <a:lnTo>
                      <a:pt x="8" y="7"/>
                    </a:lnTo>
                    <a:lnTo>
                      <a:pt x="6" y="7"/>
                    </a:lnTo>
                    <a:lnTo>
                      <a:pt x="6" y="6"/>
                    </a:lnTo>
                    <a:lnTo>
                      <a:pt x="5" y="6"/>
                    </a:lnTo>
                    <a:lnTo>
                      <a:pt x="6" y="4"/>
                    </a:lnTo>
                    <a:lnTo>
                      <a:pt x="6" y="3"/>
                    </a:lnTo>
                    <a:lnTo>
                      <a:pt x="4" y="7"/>
                    </a:lnTo>
                    <a:lnTo>
                      <a:pt x="0" y="7"/>
                    </a:lnTo>
                    <a:close/>
                  </a:path>
                </a:pathLst>
              </a:custGeom>
              <a:solidFill>
                <a:srgbClr val="C0C080"/>
              </a:solidFill>
              <a:ln>
                <a:noFill/>
                <a:round/>
              </a:ln>
            </p:spPr>
          </p:sp>
          <p:sp>
            <p:nvSpPr>
              <p:cNvPr id="93454" name=""/>
              <p:cNvSpPr/>
              <p:nvPr/>
            </p:nvSpPr>
            <p:spPr>
              <a:xfrm>
                <a:off x="1600" y="1986"/>
                <a:ext cx="2" cy="3"/>
              </a:xfrm>
              <a:custGeom>
                <a:pathLst>
                  <a:path w="8" h="7">
                    <a:moveTo>
                      <a:pt x="0" y="7"/>
                    </a:moveTo>
                    <a:lnTo>
                      <a:pt x="3" y="3"/>
                    </a:lnTo>
                    <a:lnTo>
                      <a:pt x="5" y="0"/>
                    </a:lnTo>
                    <a:lnTo>
                      <a:pt x="8" y="0"/>
                    </a:lnTo>
                    <a:lnTo>
                      <a:pt x="8" y="3"/>
                    </a:lnTo>
                    <a:lnTo>
                      <a:pt x="8" y="4"/>
                    </a:lnTo>
                    <a:lnTo>
                      <a:pt x="7" y="4"/>
                    </a:lnTo>
                    <a:lnTo>
                      <a:pt x="7" y="6"/>
                    </a:lnTo>
                    <a:lnTo>
                      <a:pt x="5" y="6"/>
                    </a:lnTo>
                    <a:lnTo>
                      <a:pt x="3" y="6"/>
                    </a:lnTo>
                    <a:lnTo>
                      <a:pt x="5" y="4"/>
                    </a:lnTo>
                    <a:lnTo>
                      <a:pt x="7" y="3"/>
                    </a:lnTo>
                    <a:lnTo>
                      <a:pt x="5" y="3"/>
                    </a:lnTo>
                    <a:lnTo>
                      <a:pt x="1" y="7"/>
                    </a:lnTo>
                    <a:lnTo>
                      <a:pt x="0" y="7"/>
                    </a:lnTo>
                    <a:close/>
                  </a:path>
                </a:pathLst>
              </a:custGeom>
              <a:solidFill>
                <a:srgbClr val="C0C080"/>
              </a:solidFill>
              <a:ln>
                <a:noFill/>
                <a:round/>
              </a:ln>
            </p:spPr>
          </p:sp>
          <p:sp>
            <p:nvSpPr>
              <p:cNvPr id="93455" name=""/>
              <p:cNvSpPr/>
              <p:nvPr/>
            </p:nvSpPr>
            <p:spPr>
              <a:xfrm>
                <a:off x="1597" y="1986"/>
                <a:ext cx="3" cy="3"/>
              </a:xfrm>
              <a:custGeom>
                <a:pathLst>
                  <a:path w="9" h="7">
                    <a:moveTo>
                      <a:pt x="0" y="7"/>
                    </a:moveTo>
                    <a:lnTo>
                      <a:pt x="2" y="3"/>
                    </a:lnTo>
                    <a:lnTo>
                      <a:pt x="4" y="0"/>
                    </a:lnTo>
                    <a:lnTo>
                      <a:pt x="8" y="0"/>
                    </a:lnTo>
                    <a:lnTo>
                      <a:pt x="9" y="0"/>
                    </a:lnTo>
                    <a:lnTo>
                      <a:pt x="9" y="3"/>
                    </a:lnTo>
                    <a:lnTo>
                      <a:pt x="7" y="7"/>
                    </a:lnTo>
                    <a:lnTo>
                      <a:pt x="6" y="7"/>
                    </a:lnTo>
                    <a:lnTo>
                      <a:pt x="8" y="3"/>
                    </a:lnTo>
                    <a:lnTo>
                      <a:pt x="7" y="3"/>
                    </a:lnTo>
                    <a:lnTo>
                      <a:pt x="4" y="7"/>
                    </a:lnTo>
                    <a:lnTo>
                      <a:pt x="2" y="7"/>
                    </a:lnTo>
                    <a:lnTo>
                      <a:pt x="6" y="3"/>
                    </a:lnTo>
                    <a:lnTo>
                      <a:pt x="4" y="3"/>
                    </a:lnTo>
                    <a:lnTo>
                      <a:pt x="1" y="7"/>
                    </a:lnTo>
                    <a:lnTo>
                      <a:pt x="0" y="7"/>
                    </a:lnTo>
                    <a:close/>
                  </a:path>
                </a:pathLst>
              </a:custGeom>
              <a:solidFill>
                <a:srgbClr val="C0C080"/>
              </a:solidFill>
              <a:ln>
                <a:noFill/>
                <a:round/>
              </a:ln>
            </p:spPr>
          </p:sp>
          <p:sp>
            <p:nvSpPr>
              <p:cNvPr id="93456" name=""/>
              <p:cNvSpPr/>
              <p:nvPr/>
            </p:nvSpPr>
            <p:spPr>
              <a:xfrm>
                <a:off x="1596" y="1986"/>
                <a:ext cx="3" cy="3"/>
              </a:xfrm>
              <a:custGeom>
                <a:pathLst>
                  <a:path w="7" h="7">
                    <a:moveTo>
                      <a:pt x="2" y="0"/>
                    </a:moveTo>
                    <a:lnTo>
                      <a:pt x="5" y="0"/>
                    </a:lnTo>
                    <a:lnTo>
                      <a:pt x="7" y="0"/>
                    </a:lnTo>
                    <a:lnTo>
                      <a:pt x="7" y="3"/>
                    </a:lnTo>
                    <a:lnTo>
                      <a:pt x="5" y="6"/>
                    </a:lnTo>
                    <a:lnTo>
                      <a:pt x="4" y="7"/>
                    </a:lnTo>
                    <a:lnTo>
                      <a:pt x="2" y="7"/>
                    </a:lnTo>
                    <a:lnTo>
                      <a:pt x="1" y="7"/>
                    </a:lnTo>
                    <a:lnTo>
                      <a:pt x="0" y="7"/>
                    </a:lnTo>
                    <a:lnTo>
                      <a:pt x="0" y="6"/>
                    </a:lnTo>
                    <a:lnTo>
                      <a:pt x="1" y="3"/>
                    </a:lnTo>
                    <a:lnTo>
                      <a:pt x="2" y="0"/>
                    </a:lnTo>
                    <a:lnTo>
                      <a:pt x="2" y="6"/>
                    </a:lnTo>
                    <a:lnTo>
                      <a:pt x="1" y="6"/>
                    </a:lnTo>
                    <a:lnTo>
                      <a:pt x="2" y="3"/>
                    </a:lnTo>
                    <a:lnTo>
                      <a:pt x="5" y="3"/>
                    </a:lnTo>
                    <a:lnTo>
                      <a:pt x="2" y="6"/>
                    </a:lnTo>
                    <a:lnTo>
                      <a:pt x="2" y="0"/>
                    </a:lnTo>
                    <a:close/>
                  </a:path>
                </a:pathLst>
              </a:custGeom>
              <a:solidFill>
                <a:srgbClr val="C0C080"/>
              </a:solidFill>
              <a:ln>
                <a:noFill/>
                <a:round/>
              </a:ln>
            </p:spPr>
          </p:sp>
          <p:sp>
            <p:nvSpPr>
              <p:cNvPr id="93457" name=""/>
              <p:cNvSpPr/>
              <p:nvPr/>
            </p:nvSpPr>
            <p:spPr>
              <a:xfrm>
                <a:off x="1594" y="1986"/>
                <a:ext cx="3" cy="3"/>
              </a:xfrm>
              <a:custGeom>
                <a:pathLst>
                  <a:path w="8" h="7">
                    <a:moveTo>
                      <a:pt x="8" y="0"/>
                    </a:moveTo>
                    <a:lnTo>
                      <a:pt x="5" y="0"/>
                    </a:lnTo>
                    <a:lnTo>
                      <a:pt x="3" y="0"/>
                    </a:lnTo>
                    <a:lnTo>
                      <a:pt x="3" y="3"/>
                    </a:lnTo>
                    <a:lnTo>
                      <a:pt x="0" y="6"/>
                    </a:lnTo>
                    <a:lnTo>
                      <a:pt x="0" y="7"/>
                    </a:lnTo>
                    <a:lnTo>
                      <a:pt x="1" y="7"/>
                    </a:lnTo>
                    <a:lnTo>
                      <a:pt x="5" y="7"/>
                    </a:lnTo>
                    <a:lnTo>
                      <a:pt x="5" y="6"/>
                    </a:lnTo>
                    <a:lnTo>
                      <a:pt x="3" y="6"/>
                    </a:lnTo>
                    <a:lnTo>
                      <a:pt x="5" y="3"/>
                    </a:lnTo>
                    <a:lnTo>
                      <a:pt x="8" y="3"/>
                    </a:lnTo>
                    <a:lnTo>
                      <a:pt x="8" y="0"/>
                    </a:lnTo>
                    <a:close/>
                  </a:path>
                </a:pathLst>
              </a:custGeom>
              <a:solidFill>
                <a:srgbClr val="C0C080"/>
              </a:solidFill>
              <a:ln>
                <a:noFill/>
                <a:round/>
              </a:ln>
            </p:spPr>
          </p:sp>
          <p:sp>
            <p:nvSpPr>
              <p:cNvPr id="93458" name=""/>
              <p:cNvSpPr/>
              <p:nvPr/>
            </p:nvSpPr>
            <p:spPr>
              <a:xfrm>
                <a:off x="1616" y="1983"/>
                <a:ext cx="3" cy="11"/>
              </a:xfrm>
              <a:custGeom>
                <a:pathLst>
                  <a:path w="9" h="22">
                    <a:moveTo>
                      <a:pt x="9" y="0"/>
                    </a:moveTo>
                    <a:lnTo>
                      <a:pt x="1" y="0"/>
                    </a:lnTo>
                    <a:lnTo>
                      <a:pt x="0" y="3"/>
                    </a:lnTo>
                    <a:lnTo>
                      <a:pt x="0" y="18"/>
                    </a:lnTo>
                    <a:lnTo>
                      <a:pt x="4" y="21"/>
                    </a:lnTo>
                    <a:lnTo>
                      <a:pt x="9" y="22"/>
                    </a:lnTo>
                    <a:lnTo>
                      <a:pt x="8" y="19"/>
                    </a:lnTo>
                    <a:lnTo>
                      <a:pt x="6" y="17"/>
                    </a:lnTo>
                    <a:lnTo>
                      <a:pt x="6" y="4"/>
                    </a:lnTo>
                    <a:lnTo>
                      <a:pt x="6" y="2"/>
                    </a:lnTo>
                    <a:lnTo>
                      <a:pt x="8" y="1"/>
                    </a:lnTo>
                    <a:lnTo>
                      <a:pt x="9" y="0"/>
                    </a:lnTo>
                    <a:close/>
                  </a:path>
                </a:pathLst>
              </a:custGeom>
              <a:solidFill>
                <a:srgbClr val="A0A070"/>
              </a:solidFill>
              <a:ln>
                <a:noFill/>
                <a:round/>
              </a:ln>
            </p:spPr>
          </p:sp>
          <p:sp>
            <p:nvSpPr>
              <p:cNvPr id="93459" name=""/>
              <p:cNvSpPr/>
              <p:nvPr/>
            </p:nvSpPr>
            <p:spPr>
              <a:xfrm>
                <a:off x="1617" y="1982"/>
                <a:ext cx="9" cy="12"/>
              </a:xfrm>
              <a:custGeom>
                <a:pathLst>
                  <a:path w="26" h="24">
                    <a:moveTo>
                      <a:pt x="4" y="24"/>
                    </a:moveTo>
                    <a:lnTo>
                      <a:pt x="21" y="24"/>
                    </a:lnTo>
                    <a:lnTo>
                      <a:pt x="23" y="24"/>
                    </a:lnTo>
                    <a:lnTo>
                      <a:pt x="24" y="23"/>
                    </a:lnTo>
                    <a:lnTo>
                      <a:pt x="25" y="21"/>
                    </a:lnTo>
                    <a:lnTo>
                      <a:pt x="25" y="20"/>
                    </a:lnTo>
                    <a:lnTo>
                      <a:pt x="26" y="20"/>
                    </a:lnTo>
                    <a:lnTo>
                      <a:pt x="26" y="18"/>
                    </a:lnTo>
                    <a:lnTo>
                      <a:pt x="26" y="17"/>
                    </a:lnTo>
                    <a:lnTo>
                      <a:pt x="26" y="7"/>
                    </a:lnTo>
                    <a:lnTo>
                      <a:pt x="26" y="6"/>
                    </a:lnTo>
                    <a:lnTo>
                      <a:pt x="25" y="4"/>
                    </a:lnTo>
                    <a:lnTo>
                      <a:pt x="25" y="3"/>
                    </a:lnTo>
                    <a:lnTo>
                      <a:pt x="24" y="2"/>
                    </a:lnTo>
                    <a:lnTo>
                      <a:pt x="21" y="0"/>
                    </a:lnTo>
                    <a:lnTo>
                      <a:pt x="4" y="0"/>
                    </a:lnTo>
                    <a:lnTo>
                      <a:pt x="2" y="2"/>
                    </a:lnTo>
                    <a:lnTo>
                      <a:pt x="1" y="3"/>
                    </a:lnTo>
                    <a:lnTo>
                      <a:pt x="1" y="4"/>
                    </a:lnTo>
                    <a:lnTo>
                      <a:pt x="0" y="6"/>
                    </a:lnTo>
                    <a:lnTo>
                      <a:pt x="0" y="7"/>
                    </a:lnTo>
                    <a:lnTo>
                      <a:pt x="0" y="17"/>
                    </a:lnTo>
                    <a:lnTo>
                      <a:pt x="0" y="18"/>
                    </a:lnTo>
                    <a:lnTo>
                      <a:pt x="0" y="20"/>
                    </a:lnTo>
                    <a:lnTo>
                      <a:pt x="1" y="20"/>
                    </a:lnTo>
                    <a:lnTo>
                      <a:pt x="1" y="21"/>
                    </a:lnTo>
                    <a:lnTo>
                      <a:pt x="2" y="23"/>
                    </a:lnTo>
                    <a:lnTo>
                      <a:pt x="4" y="24"/>
                    </a:lnTo>
                    <a:close/>
                  </a:path>
                </a:pathLst>
              </a:custGeom>
              <a:solidFill>
                <a:srgbClr val="505020"/>
              </a:solidFill>
              <a:ln>
                <a:noFill/>
                <a:round/>
              </a:ln>
            </p:spPr>
          </p:sp>
          <p:sp>
            <p:nvSpPr>
              <p:cNvPr id="93460" name=""/>
              <p:cNvSpPr/>
              <p:nvPr/>
            </p:nvSpPr>
            <p:spPr>
              <a:xfrm>
                <a:off x="1617" y="1983"/>
                <a:ext cx="9" cy="11"/>
              </a:xfrm>
              <a:custGeom>
                <a:pathLst>
                  <a:path w="26" h="22">
                    <a:moveTo>
                      <a:pt x="2" y="0"/>
                    </a:moveTo>
                    <a:lnTo>
                      <a:pt x="0" y="2"/>
                    </a:lnTo>
                    <a:lnTo>
                      <a:pt x="0" y="19"/>
                    </a:lnTo>
                    <a:lnTo>
                      <a:pt x="1" y="22"/>
                    </a:lnTo>
                    <a:lnTo>
                      <a:pt x="25" y="22"/>
                    </a:lnTo>
                    <a:lnTo>
                      <a:pt x="26" y="19"/>
                    </a:lnTo>
                    <a:lnTo>
                      <a:pt x="26" y="2"/>
                    </a:lnTo>
                    <a:lnTo>
                      <a:pt x="25" y="0"/>
                    </a:lnTo>
                    <a:lnTo>
                      <a:pt x="2" y="0"/>
                    </a:lnTo>
                    <a:close/>
                  </a:path>
                </a:pathLst>
              </a:custGeom>
              <a:solidFill>
                <a:srgbClr val="706040"/>
              </a:solidFill>
              <a:ln>
                <a:noFill/>
                <a:round/>
              </a:ln>
            </p:spPr>
          </p:sp>
          <p:sp>
            <p:nvSpPr>
              <p:cNvPr id="93461" name=""/>
              <p:cNvSpPr/>
              <p:nvPr/>
            </p:nvSpPr>
            <p:spPr>
              <a:xfrm>
                <a:off x="1617" y="1983"/>
                <a:ext cx="9" cy="11"/>
              </a:xfrm>
              <a:custGeom>
                <a:pathLst>
                  <a:path w="25" h="22">
                    <a:moveTo>
                      <a:pt x="2" y="0"/>
                    </a:moveTo>
                    <a:lnTo>
                      <a:pt x="0" y="1"/>
                    </a:lnTo>
                    <a:lnTo>
                      <a:pt x="0" y="19"/>
                    </a:lnTo>
                    <a:lnTo>
                      <a:pt x="1" y="22"/>
                    </a:lnTo>
                    <a:lnTo>
                      <a:pt x="24" y="22"/>
                    </a:lnTo>
                    <a:lnTo>
                      <a:pt x="25" y="19"/>
                    </a:lnTo>
                    <a:lnTo>
                      <a:pt x="25" y="2"/>
                    </a:lnTo>
                    <a:lnTo>
                      <a:pt x="24" y="0"/>
                    </a:lnTo>
                    <a:lnTo>
                      <a:pt x="2" y="0"/>
                    </a:lnTo>
                    <a:close/>
                  </a:path>
                </a:pathLst>
              </a:custGeom>
              <a:solidFill>
                <a:srgbClr val="808060"/>
              </a:solidFill>
              <a:ln>
                <a:noFill/>
                <a:round/>
              </a:ln>
            </p:spPr>
          </p:sp>
          <p:sp>
            <p:nvSpPr>
              <p:cNvPr id="93462" name=""/>
              <p:cNvSpPr/>
              <p:nvPr/>
            </p:nvSpPr>
            <p:spPr>
              <a:xfrm>
                <a:off x="1619" y="1984"/>
                <a:ext cx="6" cy="8"/>
              </a:xfrm>
              <a:custGeom>
                <a:pathLst>
                  <a:path w="19" h="15">
                    <a:moveTo>
                      <a:pt x="2" y="0"/>
                    </a:moveTo>
                    <a:lnTo>
                      <a:pt x="0" y="1"/>
                    </a:lnTo>
                    <a:lnTo>
                      <a:pt x="0" y="14"/>
                    </a:lnTo>
                    <a:lnTo>
                      <a:pt x="2" y="15"/>
                    </a:lnTo>
                    <a:lnTo>
                      <a:pt x="18" y="15"/>
                    </a:lnTo>
                    <a:lnTo>
                      <a:pt x="19" y="14"/>
                    </a:lnTo>
                    <a:lnTo>
                      <a:pt x="19" y="2"/>
                    </a:lnTo>
                    <a:lnTo>
                      <a:pt x="18" y="0"/>
                    </a:lnTo>
                    <a:lnTo>
                      <a:pt x="2" y="0"/>
                    </a:lnTo>
                    <a:close/>
                  </a:path>
                </a:pathLst>
              </a:custGeom>
              <a:solidFill>
                <a:srgbClr val="C0C080"/>
              </a:solidFill>
              <a:ln>
                <a:noFill/>
                <a:round/>
              </a:ln>
            </p:spPr>
          </p:sp>
          <p:sp>
            <p:nvSpPr>
              <p:cNvPr id="93463" name=""/>
              <p:cNvSpPr/>
              <p:nvPr/>
            </p:nvSpPr>
            <p:spPr>
              <a:xfrm>
                <a:off x="1620" y="1986"/>
                <a:ext cx="1" cy="2"/>
              </a:xfrm>
              <a:custGeom>
                <a:pathLst>
                  <a:path w="3" h="5">
                    <a:moveTo>
                      <a:pt x="2" y="0"/>
                    </a:moveTo>
                    <a:lnTo>
                      <a:pt x="2" y="2"/>
                    </a:lnTo>
                    <a:lnTo>
                      <a:pt x="2" y="2"/>
                    </a:lnTo>
                    <a:lnTo>
                      <a:pt x="3" y="3"/>
                    </a:lnTo>
                    <a:lnTo>
                      <a:pt x="3" y="3"/>
                    </a:lnTo>
                    <a:lnTo>
                      <a:pt x="2" y="4"/>
                    </a:lnTo>
                    <a:lnTo>
                      <a:pt x="2" y="5"/>
                    </a:lnTo>
                    <a:lnTo>
                      <a:pt x="1" y="5"/>
                    </a:lnTo>
                    <a:lnTo>
                      <a:pt x="0" y="4"/>
                    </a:lnTo>
                    <a:lnTo>
                      <a:pt x="0" y="3"/>
                    </a:lnTo>
                    <a:lnTo>
                      <a:pt x="0" y="3"/>
                    </a:lnTo>
                    <a:lnTo>
                      <a:pt x="0" y="2"/>
                    </a:lnTo>
                    <a:lnTo>
                      <a:pt x="1" y="2"/>
                    </a:lnTo>
                    <a:lnTo>
                      <a:pt x="2" y="0"/>
                    </a:lnTo>
                  </a:path>
                </a:pathLst>
              </a:custGeom>
              <a:noFill/>
              <a:ln w="4763">
                <a:solidFill>
                  <a:srgbClr val="000000"/>
                </a:solidFill>
                <a:prstDash val="solid"/>
                <a:round/>
              </a:ln>
            </p:spPr>
          </p:sp>
          <p:cxnSp>
            <p:nvCxnSpPr>
              <p:cNvPr id="93464" name=""/>
              <p:cNvCxnSpPr/>
              <p:nvPr/>
            </p:nvCxnSpPr>
            <p:spPr>
              <a:xfrm>
                <a:off x="1623" y="1986"/>
                <a:ext cx="1" cy="4"/>
              </a:xfrm>
              <a:prstGeom prst="line">
                <a:avLst/>
              </a:prstGeom>
              <a:noFill/>
              <a:ln w="4763">
                <a:solidFill>
                  <a:prstClr val="black"/>
                </a:solidFill>
                <a:miter lim="800000"/>
              </a:ln>
            </p:spPr>
          </p:cxnSp>
          <p:sp>
            <p:nvSpPr>
              <p:cNvPr id="93465" name=""/>
              <p:cNvSpPr/>
              <p:nvPr/>
            </p:nvSpPr>
            <p:spPr>
              <a:xfrm>
                <a:off x="1603" y="1982"/>
                <a:ext cx="23" cy="3"/>
              </a:xfrm>
              <a:prstGeom prst="rect">
                <a:avLst/>
              </a:prstGeom>
              <a:solidFill>
                <a:srgbClr val="808060"/>
              </a:solidFill>
              <a:ln>
                <a:noFill/>
                <a:miter lim="800000"/>
              </a:ln>
            </p:spPr>
          </p:sp>
          <p:sp>
            <p:nvSpPr>
              <p:cNvPr id="93466" name=""/>
              <p:cNvSpPr/>
              <p:nvPr/>
            </p:nvSpPr>
            <p:spPr>
              <a:xfrm>
                <a:off x="1603" y="1990"/>
                <a:ext cx="4" cy="4"/>
              </a:xfrm>
              <a:custGeom>
                <a:pathLst>
                  <a:path w="11" h="9">
                    <a:moveTo>
                      <a:pt x="0" y="5"/>
                    </a:moveTo>
                    <a:lnTo>
                      <a:pt x="0" y="9"/>
                    </a:lnTo>
                    <a:lnTo>
                      <a:pt x="4" y="9"/>
                    </a:lnTo>
                    <a:lnTo>
                      <a:pt x="6" y="7"/>
                    </a:lnTo>
                    <a:lnTo>
                      <a:pt x="7" y="3"/>
                    </a:lnTo>
                    <a:lnTo>
                      <a:pt x="10" y="2"/>
                    </a:lnTo>
                    <a:lnTo>
                      <a:pt x="11" y="0"/>
                    </a:lnTo>
                    <a:lnTo>
                      <a:pt x="10" y="0"/>
                    </a:lnTo>
                    <a:lnTo>
                      <a:pt x="5" y="3"/>
                    </a:lnTo>
                    <a:lnTo>
                      <a:pt x="4" y="5"/>
                    </a:lnTo>
                    <a:lnTo>
                      <a:pt x="0" y="5"/>
                    </a:lnTo>
                    <a:close/>
                  </a:path>
                </a:pathLst>
              </a:custGeom>
              <a:solidFill>
                <a:srgbClr val="808060"/>
              </a:solidFill>
              <a:ln>
                <a:noFill/>
                <a:round/>
              </a:ln>
            </p:spPr>
          </p:sp>
          <p:sp>
            <p:nvSpPr>
              <p:cNvPr id="93467" name=""/>
              <p:cNvSpPr/>
              <p:nvPr/>
            </p:nvSpPr>
            <p:spPr>
              <a:xfrm>
                <a:off x="1624" y="1982"/>
                <a:ext cx="4" cy="12"/>
              </a:xfrm>
              <a:custGeom>
                <a:pathLst>
                  <a:path w="13" h="24">
                    <a:moveTo>
                      <a:pt x="7" y="24"/>
                    </a:moveTo>
                    <a:lnTo>
                      <a:pt x="8" y="23"/>
                    </a:lnTo>
                    <a:lnTo>
                      <a:pt x="10" y="21"/>
                    </a:lnTo>
                    <a:lnTo>
                      <a:pt x="12" y="19"/>
                    </a:lnTo>
                    <a:lnTo>
                      <a:pt x="13" y="17"/>
                    </a:lnTo>
                    <a:lnTo>
                      <a:pt x="13" y="13"/>
                    </a:lnTo>
                    <a:lnTo>
                      <a:pt x="13" y="9"/>
                    </a:lnTo>
                    <a:lnTo>
                      <a:pt x="12" y="7"/>
                    </a:lnTo>
                    <a:lnTo>
                      <a:pt x="10" y="5"/>
                    </a:lnTo>
                    <a:lnTo>
                      <a:pt x="8" y="4"/>
                    </a:lnTo>
                    <a:lnTo>
                      <a:pt x="5" y="2"/>
                    </a:lnTo>
                    <a:lnTo>
                      <a:pt x="4" y="2"/>
                    </a:lnTo>
                    <a:lnTo>
                      <a:pt x="0" y="0"/>
                    </a:lnTo>
                    <a:lnTo>
                      <a:pt x="0" y="3"/>
                    </a:lnTo>
                    <a:lnTo>
                      <a:pt x="4" y="4"/>
                    </a:lnTo>
                    <a:lnTo>
                      <a:pt x="5" y="5"/>
                    </a:lnTo>
                    <a:lnTo>
                      <a:pt x="8" y="7"/>
                    </a:lnTo>
                    <a:lnTo>
                      <a:pt x="10" y="9"/>
                    </a:lnTo>
                    <a:lnTo>
                      <a:pt x="10" y="11"/>
                    </a:lnTo>
                    <a:lnTo>
                      <a:pt x="10" y="13"/>
                    </a:lnTo>
                    <a:lnTo>
                      <a:pt x="10" y="16"/>
                    </a:lnTo>
                    <a:lnTo>
                      <a:pt x="10" y="18"/>
                    </a:lnTo>
                    <a:lnTo>
                      <a:pt x="10" y="19"/>
                    </a:lnTo>
                    <a:lnTo>
                      <a:pt x="8" y="21"/>
                    </a:lnTo>
                    <a:lnTo>
                      <a:pt x="7" y="24"/>
                    </a:lnTo>
                    <a:close/>
                  </a:path>
                </a:pathLst>
              </a:custGeom>
              <a:solidFill>
                <a:srgbClr val="808060"/>
              </a:solidFill>
              <a:ln>
                <a:noFill/>
                <a:round/>
              </a:ln>
            </p:spPr>
          </p:sp>
          <p:sp>
            <p:nvSpPr>
              <p:cNvPr id="93468" name=""/>
              <p:cNvSpPr/>
              <p:nvPr/>
            </p:nvSpPr>
            <p:spPr>
              <a:xfrm>
                <a:off x="1607" y="1982"/>
                <a:ext cx="9" cy="12"/>
              </a:xfrm>
              <a:custGeom>
                <a:pathLst>
                  <a:path w="27" h="24">
                    <a:moveTo>
                      <a:pt x="14" y="0"/>
                    </a:moveTo>
                    <a:lnTo>
                      <a:pt x="21" y="0"/>
                    </a:lnTo>
                    <a:lnTo>
                      <a:pt x="23" y="2"/>
                    </a:lnTo>
                    <a:lnTo>
                      <a:pt x="25" y="3"/>
                    </a:lnTo>
                    <a:lnTo>
                      <a:pt x="26" y="5"/>
                    </a:lnTo>
                    <a:lnTo>
                      <a:pt x="26" y="7"/>
                    </a:lnTo>
                    <a:lnTo>
                      <a:pt x="27" y="10"/>
                    </a:lnTo>
                    <a:lnTo>
                      <a:pt x="27" y="11"/>
                    </a:lnTo>
                    <a:lnTo>
                      <a:pt x="27" y="14"/>
                    </a:lnTo>
                    <a:lnTo>
                      <a:pt x="27" y="17"/>
                    </a:lnTo>
                    <a:lnTo>
                      <a:pt x="26" y="18"/>
                    </a:lnTo>
                    <a:lnTo>
                      <a:pt x="26" y="20"/>
                    </a:lnTo>
                    <a:lnTo>
                      <a:pt x="24" y="23"/>
                    </a:lnTo>
                    <a:lnTo>
                      <a:pt x="23" y="24"/>
                    </a:lnTo>
                    <a:lnTo>
                      <a:pt x="22" y="24"/>
                    </a:lnTo>
                    <a:lnTo>
                      <a:pt x="21" y="24"/>
                    </a:lnTo>
                    <a:lnTo>
                      <a:pt x="0" y="24"/>
                    </a:lnTo>
                    <a:lnTo>
                      <a:pt x="14" y="0"/>
                    </a:lnTo>
                    <a:close/>
                  </a:path>
                </a:pathLst>
              </a:custGeom>
              <a:solidFill>
                <a:srgbClr val="C0C080"/>
              </a:solidFill>
              <a:ln>
                <a:noFill/>
                <a:round/>
              </a:ln>
            </p:spPr>
          </p:sp>
          <p:sp>
            <p:nvSpPr>
              <p:cNvPr id="93469" name=""/>
              <p:cNvSpPr/>
              <p:nvPr/>
            </p:nvSpPr>
            <p:spPr>
              <a:xfrm>
                <a:off x="1611" y="1982"/>
                <a:ext cx="3" cy="3"/>
              </a:xfrm>
              <a:custGeom>
                <a:pathLst>
                  <a:path w="10" h="5">
                    <a:moveTo>
                      <a:pt x="10" y="0"/>
                    </a:moveTo>
                    <a:lnTo>
                      <a:pt x="0" y="0"/>
                    </a:lnTo>
                    <a:lnTo>
                      <a:pt x="10" y="5"/>
                    </a:lnTo>
                    <a:lnTo>
                      <a:pt x="10" y="0"/>
                    </a:lnTo>
                    <a:close/>
                  </a:path>
                </a:pathLst>
              </a:custGeom>
              <a:solidFill>
                <a:srgbClr val="808050"/>
              </a:solidFill>
              <a:ln>
                <a:noFill/>
                <a:round/>
              </a:ln>
            </p:spPr>
          </p:sp>
          <p:sp>
            <p:nvSpPr>
              <p:cNvPr id="93470" name=""/>
              <p:cNvSpPr/>
              <p:nvPr/>
            </p:nvSpPr>
            <p:spPr>
              <a:xfrm>
                <a:off x="1613" y="1982"/>
                <a:ext cx="3" cy="7"/>
              </a:xfrm>
              <a:custGeom>
                <a:pathLst>
                  <a:path w="9" h="13">
                    <a:moveTo>
                      <a:pt x="9" y="13"/>
                    </a:moveTo>
                    <a:lnTo>
                      <a:pt x="9" y="12"/>
                    </a:lnTo>
                    <a:lnTo>
                      <a:pt x="9" y="7"/>
                    </a:lnTo>
                    <a:lnTo>
                      <a:pt x="8" y="6"/>
                    </a:lnTo>
                    <a:lnTo>
                      <a:pt x="8" y="5"/>
                    </a:lnTo>
                    <a:lnTo>
                      <a:pt x="6" y="3"/>
                    </a:lnTo>
                    <a:lnTo>
                      <a:pt x="4" y="2"/>
                    </a:lnTo>
                    <a:lnTo>
                      <a:pt x="4" y="0"/>
                    </a:lnTo>
                    <a:lnTo>
                      <a:pt x="1" y="0"/>
                    </a:lnTo>
                    <a:lnTo>
                      <a:pt x="0" y="0"/>
                    </a:lnTo>
                    <a:lnTo>
                      <a:pt x="0" y="2"/>
                    </a:lnTo>
                    <a:lnTo>
                      <a:pt x="1" y="2"/>
                    </a:lnTo>
                    <a:lnTo>
                      <a:pt x="4" y="2"/>
                    </a:lnTo>
                    <a:lnTo>
                      <a:pt x="4" y="3"/>
                    </a:lnTo>
                    <a:lnTo>
                      <a:pt x="5" y="5"/>
                    </a:lnTo>
                    <a:lnTo>
                      <a:pt x="6" y="5"/>
                    </a:lnTo>
                    <a:lnTo>
                      <a:pt x="6" y="6"/>
                    </a:lnTo>
                    <a:lnTo>
                      <a:pt x="8" y="7"/>
                    </a:lnTo>
                    <a:lnTo>
                      <a:pt x="8" y="9"/>
                    </a:lnTo>
                    <a:lnTo>
                      <a:pt x="8" y="12"/>
                    </a:lnTo>
                    <a:lnTo>
                      <a:pt x="8" y="13"/>
                    </a:lnTo>
                    <a:lnTo>
                      <a:pt x="9" y="13"/>
                    </a:lnTo>
                    <a:close/>
                  </a:path>
                </a:pathLst>
              </a:custGeom>
              <a:solidFill>
                <a:srgbClr val="808050"/>
              </a:solidFill>
              <a:ln>
                <a:noFill/>
                <a:round/>
              </a:ln>
            </p:spPr>
          </p:sp>
          <p:sp>
            <p:nvSpPr>
              <p:cNvPr id="93471" name=""/>
              <p:cNvSpPr/>
              <p:nvPr/>
            </p:nvSpPr>
            <p:spPr>
              <a:xfrm flipH="1">
                <a:off x="1616" y="1986"/>
                <a:ext cx="0" cy="4"/>
              </a:xfrm>
              <a:prstGeom prst="rect">
                <a:avLst/>
              </a:prstGeom>
              <a:solidFill>
                <a:srgbClr val="808050"/>
              </a:solidFill>
              <a:ln>
                <a:noFill/>
                <a:miter lim="800000"/>
              </a:ln>
            </p:spPr>
          </p:sp>
          <p:sp>
            <p:nvSpPr>
              <p:cNvPr id="93472" name=""/>
              <p:cNvSpPr/>
              <p:nvPr/>
            </p:nvSpPr>
            <p:spPr>
              <a:xfrm>
                <a:off x="1613" y="1988"/>
                <a:ext cx="3" cy="6"/>
              </a:xfrm>
              <a:custGeom>
                <a:pathLst>
                  <a:path w="9" h="13">
                    <a:moveTo>
                      <a:pt x="0" y="13"/>
                    </a:moveTo>
                    <a:lnTo>
                      <a:pt x="1" y="13"/>
                    </a:lnTo>
                    <a:lnTo>
                      <a:pt x="4" y="13"/>
                    </a:lnTo>
                    <a:lnTo>
                      <a:pt x="4" y="12"/>
                    </a:lnTo>
                    <a:lnTo>
                      <a:pt x="5" y="12"/>
                    </a:lnTo>
                    <a:lnTo>
                      <a:pt x="6" y="11"/>
                    </a:lnTo>
                    <a:lnTo>
                      <a:pt x="8" y="8"/>
                    </a:lnTo>
                    <a:lnTo>
                      <a:pt x="8" y="7"/>
                    </a:lnTo>
                    <a:lnTo>
                      <a:pt x="9" y="6"/>
                    </a:lnTo>
                    <a:lnTo>
                      <a:pt x="9" y="1"/>
                    </a:lnTo>
                    <a:lnTo>
                      <a:pt x="9" y="0"/>
                    </a:lnTo>
                    <a:lnTo>
                      <a:pt x="8" y="0"/>
                    </a:lnTo>
                    <a:lnTo>
                      <a:pt x="8" y="1"/>
                    </a:lnTo>
                    <a:lnTo>
                      <a:pt x="8" y="5"/>
                    </a:lnTo>
                    <a:lnTo>
                      <a:pt x="8" y="6"/>
                    </a:lnTo>
                    <a:lnTo>
                      <a:pt x="6" y="7"/>
                    </a:lnTo>
                    <a:lnTo>
                      <a:pt x="6" y="8"/>
                    </a:lnTo>
                    <a:lnTo>
                      <a:pt x="5" y="8"/>
                    </a:lnTo>
                    <a:lnTo>
                      <a:pt x="5" y="11"/>
                    </a:lnTo>
                    <a:lnTo>
                      <a:pt x="4" y="11"/>
                    </a:lnTo>
                    <a:lnTo>
                      <a:pt x="4" y="12"/>
                    </a:lnTo>
                    <a:lnTo>
                      <a:pt x="1" y="12"/>
                    </a:lnTo>
                    <a:lnTo>
                      <a:pt x="0" y="12"/>
                    </a:lnTo>
                    <a:lnTo>
                      <a:pt x="0" y="13"/>
                    </a:lnTo>
                    <a:close/>
                  </a:path>
                </a:pathLst>
              </a:custGeom>
              <a:solidFill>
                <a:srgbClr val="808050"/>
              </a:solidFill>
              <a:ln>
                <a:noFill/>
                <a:round/>
              </a:ln>
            </p:spPr>
          </p:sp>
          <p:sp>
            <p:nvSpPr>
              <p:cNvPr id="93473" name=""/>
              <p:cNvSpPr/>
              <p:nvPr/>
            </p:nvSpPr>
            <p:spPr>
              <a:xfrm>
                <a:off x="1611" y="1992"/>
                <a:ext cx="3" cy="2"/>
              </a:xfrm>
              <a:prstGeom prst="rect">
                <a:avLst/>
              </a:prstGeom>
              <a:solidFill>
                <a:srgbClr val="808050"/>
              </a:solidFill>
              <a:ln>
                <a:noFill/>
                <a:miter lim="800000"/>
              </a:ln>
            </p:spPr>
          </p:sp>
          <p:sp>
            <p:nvSpPr>
              <p:cNvPr id="93474" name=""/>
              <p:cNvSpPr/>
              <p:nvPr/>
            </p:nvSpPr>
            <p:spPr>
              <a:xfrm>
                <a:off x="1607" y="1992"/>
                <a:ext cx="5" cy="2"/>
              </a:xfrm>
              <a:custGeom>
                <a:pathLst>
                  <a:path w="15" h="6">
                    <a:moveTo>
                      <a:pt x="0" y="0"/>
                    </a:moveTo>
                    <a:lnTo>
                      <a:pt x="0" y="6"/>
                    </a:lnTo>
                    <a:lnTo>
                      <a:pt x="15" y="6"/>
                    </a:lnTo>
                    <a:lnTo>
                      <a:pt x="15" y="0"/>
                    </a:lnTo>
                    <a:lnTo>
                      <a:pt x="0" y="0"/>
                    </a:lnTo>
                    <a:lnTo>
                      <a:pt x="1" y="0"/>
                    </a:lnTo>
                    <a:lnTo>
                      <a:pt x="0" y="0"/>
                    </a:lnTo>
                    <a:lnTo>
                      <a:pt x="0" y="6"/>
                    </a:lnTo>
                    <a:lnTo>
                      <a:pt x="0" y="0"/>
                    </a:lnTo>
                    <a:close/>
                  </a:path>
                </a:pathLst>
              </a:custGeom>
              <a:solidFill>
                <a:srgbClr val="808050"/>
              </a:solidFill>
              <a:ln>
                <a:noFill/>
                <a:round/>
              </a:ln>
            </p:spPr>
          </p:sp>
          <p:sp>
            <p:nvSpPr>
              <p:cNvPr id="93475" name=""/>
              <p:cNvSpPr/>
              <p:nvPr/>
            </p:nvSpPr>
            <p:spPr>
              <a:xfrm>
                <a:off x="1607" y="1982"/>
                <a:ext cx="1" cy="12"/>
              </a:xfrm>
              <a:custGeom>
                <a:pathLst>
                  <a:path w="5" h="24">
                    <a:moveTo>
                      <a:pt x="3" y="0"/>
                    </a:moveTo>
                    <a:lnTo>
                      <a:pt x="0" y="0"/>
                    </a:lnTo>
                    <a:lnTo>
                      <a:pt x="3" y="24"/>
                    </a:lnTo>
                    <a:lnTo>
                      <a:pt x="5" y="24"/>
                    </a:lnTo>
                    <a:lnTo>
                      <a:pt x="3" y="0"/>
                    </a:lnTo>
                    <a:lnTo>
                      <a:pt x="3" y="2"/>
                    </a:lnTo>
                    <a:lnTo>
                      <a:pt x="3" y="0"/>
                    </a:lnTo>
                    <a:lnTo>
                      <a:pt x="0" y="0"/>
                    </a:lnTo>
                    <a:lnTo>
                      <a:pt x="3" y="0"/>
                    </a:lnTo>
                    <a:close/>
                  </a:path>
                </a:pathLst>
              </a:custGeom>
              <a:solidFill>
                <a:srgbClr val="808050"/>
              </a:solidFill>
              <a:ln>
                <a:noFill/>
                <a:round/>
              </a:ln>
            </p:spPr>
          </p:sp>
          <p:sp>
            <p:nvSpPr>
              <p:cNvPr id="93476" name=""/>
              <p:cNvSpPr/>
              <p:nvPr/>
            </p:nvSpPr>
            <p:spPr>
              <a:xfrm>
                <a:off x="1607" y="1982"/>
                <a:ext cx="5" cy="3"/>
              </a:xfrm>
              <a:custGeom>
                <a:pathLst>
                  <a:path w="15" h="5">
                    <a:moveTo>
                      <a:pt x="15" y="0"/>
                    </a:moveTo>
                    <a:lnTo>
                      <a:pt x="0" y="0"/>
                    </a:lnTo>
                    <a:lnTo>
                      <a:pt x="15" y="5"/>
                    </a:lnTo>
                    <a:lnTo>
                      <a:pt x="15" y="0"/>
                    </a:lnTo>
                    <a:close/>
                  </a:path>
                </a:pathLst>
              </a:custGeom>
              <a:solidFill>
                <a:srgbClr val="808050"/>
              </a:solidFill>
              <a:ln>
                <a:noFill/>
                <a:round/>
              </a:ln>
            </p:spPr>
          </p:sp>
          <p:sp>
            <p:nvSpPr>
              <p:cNvPr id="93477" name=""/>
              <p:cNvSpPr/>
              <p:nvPr/>
            </p:nvSpPr>
            <p:spPr>
              <a:xfrm>
                <a:off x="1610" y="1984"/>
                <a:ext cx="5" cy="10"/>
              </a:xfrm>
              <a:custGeom>
                <a:pathLst>
                  <a:path w="14" h="20">
                    <a:moveTo>
                      <a:pt x="8" y="0"/>
                    </a:moveTo>
                    <a:lnTo>
                      <a:pt x="0" y="17"/>
                    </a:lnTo>
                    <a:lnTo>
                      <a:pt x="0" y="20"/>
                    </a:lnTo>
                    <a:lnTo>
                      <a:pt x="5" y="20"/>
                    </a:lnTo>
                    <a:lnTo>
                      <a:pt x="5" y="17"/>
                    </a:lnTo>
                    <a:lnTo>
                      <a:pt x="14" y="0"/>
                    </a:lnTo>
                    <a:lnTo>
                      <a:pt x="8" y="0"/>
                    </a:lnTo>
                    <a:close/>
                  </a:path>
                </a:pathLst>
              </a:custGeom>
              <a:solidFill>
                <a:srgbClr val="E0E0B0"/>
              </a:solidFill>
              <a:ln>
                <a:noFill/>
                <a:round/>
              </a:ln>
            </p:spPr>
          </p:sp>
          <p:sp>
            <p:nvSpPr>
              <p:cNvPr id="93478" name=""/>
              <p:cNvSpPr/>
              <p:nvPr/>
            </p:nvSpPr>
            <p:spPr>
              <a:xfrm>
                <a:off x="1612" y="1984"/>
                <a:ext cx="4" cy="10"/>
              </a:xfrm>
              <a:custGeom>
                <a:pathLst>
                  <a:path w="12" h="20">
                    <a:moveTo>
                      <a:pt x="8" y="0"/>
                    </a:moveTo>
                    <a:lnTo>
                      <a:pt x="0" y="19"/>
                    </a:lnTo>
                    <a:lnTo>
                      <a:pt x="1" y="20"/>
                    </a:lnTo>
                    <a:lnTo>
                      <a:pt x="7" y="20"/>
                    </a:lnTo>
                    <a:lnTo>
                      <a:pt x="7" y="19"/>
                    </a:lnTo>
                    <a:lnTo>
                      <a:pt x="12" y="7"/>
                    </a:lnTo>
                    <a:lnTo>
                      <a:pt x="12" y="6"/>
                    </a:lnTo>
                    <a:lnTo>
                      <a:pt x="11" y="3"/>
                    </a:lnTo>
                    <a:lnTo>
                      <a:pt x="11" y="2"/>
                    </a:lnTo>
                    <a:lnTo>
                      <a:pt x="8" y="0"/>
                    </a:lnTo>
                    <a:close/>
                  </a:path>
                </a:pathLst>
              </a:custGeom>
              <a:solidFill>
                <a:srgbClr val="E0E0B0"/>
              </a:solidFill>
              <a:ln>
                <a:noFill/>
                <a:round/>
              </a:ln>
            </p:spPr>
          </p:sp>
          <p:sp>
            <p:nvSpPr>
              <p:cNvPr id="93479" name=""/>
              <p:cNvSpPr/>
              <p:nvPr/>
            </p:nvSpPr>
            <p:spPr>
              <a:xfrm>
                <a:off x="1613" y="1988"/>
                <a:ext cx="3" cy="4"/>
              </a:xfrm>
              <a:custGeom>
                <a:pathLst>
                  <a:path w="8" h="7">
                    <a:moveTo>
                      <a:pt x="8" y="0"/>
                    </a:moveTo>
                    <a:lnTo>
                      <a:pt x="8" y="2"/>
                    </a:lnTo>
                    <a:lnTo>
                      <a:pt x="8" y="2"/>
                    </a:lnTo>
                    <a:lnTo>
                      <a:pt x="7" y="5"/>
                    </a:lnTo>
                    <a:lnTo>
                      <a:pt x="6" y="6"/>
                    </a:lnTo>
                    <a:lnTo>
                      <a:pt x="2" y="7"/>
                    </a:lnTo>
                    <a:lnTo>
                      <a:pt x="0" y="7"/>
                    </a:lnTo>
                  </a:path>
                </a:pathLst>
              </a:custGeom>
              <a:noFill/>
              <a:ln w="4763">
                <a:solidFill>
                  <a:srgbClr val="F0E0C0"/>
                </a:solidFill>
                <a:prstDash val="solid"/>
                <a:round/>
              </a:ln>
            </p:spPr>
          </p:sp>
          <p:sp>
            <p:nvSpPr>
              <p:cNvPr id="93480" name=""/>
              <p:cNvSpPr/>
              <p:nvPr/>
            </p:nvSpPr>
            <p:spPr>
              <a:xfrm>
                <a:off x="1608" y="1983"/>
                <a:ext cx="6" cy="2"/>
              </a:xfrm>
              <a:custGeom>
                <a:pathLst>
                  <a:path w="19" h="3">
                    <a:moveTo>
                      <a:pt x="0" y="0"/>
                    </a:moveTo>
                    <a:lnTo>
                      <a:pt x="14" y="0"/>
                    </a:lnTo>
                    <a:lnTo>
                      <a:pt x="16" y="0"/>
                    </a:lnTo>
                    <a:lnTo>
                      <a:pt x="19" y="3"/>
                    </a:lnTo>
                  </a:path>
                </a:pathLst>
              </a:custGeom>
              <a:noFill/>
              <a:ln w="4763">
                <a:solidFill>
                  <a:srgbClr val="F0E0C0"/>
                </a:solidFill>
                <a:prstDash val="solid"/>
                <a:round/>
              </a:ln>
            </p:spPr>
          </p:sp>
          <p:sp>
            <p:nvSpPr>
              <p:cNvPr id="93481" name=""/>
              <p:cNvSpPr/>
              <p:nvPr/>
            </p:nvSpPr>
            <p:spPr>
              <a:xfrm>
                <a:off x="1608" y="1984"/>
                <a:ext cx="1" cy="10"/>
              </a:xfrm>
              <a:custGeom>
                <a:pathLst>
                  <a:path w="5" h="20">
                    <a:moveTo>
                      <a:pt x="2" y="0"/>
                    </a:moveTo>
                    <a:lnTo>
                      <a:pt x="5" y="2"/>
                    </a:lnTo>
                    <a:lnTo>
                      <a:pt x="5" y="10"/>
                    </a:lnTo>
                    <a:lnTo>
                      <a:pt x="5" y="17"/>
                    </a:lnTo>
                    <a:lnTo>
                      <a:pt x="2" y="20"/>
                    </a:lnTo>
                    <a:lnTo>
                      <a:pt x="0" y="14"/>
                    </a:lnTo>
                    <a:lnTo>
                      <a:pt x="0" y="10"/>
                    </a:lnTo>
                    <a:lnTo>
                      <a:pt x="0" y="2"/>
                    </a:lnTo>
                    <a:lnTo>
                      <a:pt x="2" y="1"/>
                    </a:lnTo>
                    <a:lnTo>
                      <a:pt x="2" y="0"/>
                    </a:lnTo>
                    <a:close/>
                  </a:path>
                </a:pathLst>
              </a:custGeom>
              <a:solidFill>
                <a:srgbClr val="706040"/>
              </a:solidFill>
              <a:ln>
                <a:noFill/>
                <a:round/>
              </a:ln>
            </p:spPr>
          </p:sp>
          <p:sp>
            <p:nvSpPr>
              <p:cNvPr id="93482" name=""/>
              <p:cNvSpPr/>
              <p:nvPr/>
            </p:nvSpPr>
            <p:spPr>
              <a:xfrm>
                <a:off x="1608" y="1984"/>
                <a:ext cx="5" cy="10"/>
              </a:xfrm>
              <a:custGeom>
                <a:pathLst>
                  <a:path w="15" h="20">
                    <a:moveTo>
                      <a:pt x="9" y="0"/>
                    </a:moveTo>
                    <a:lnTo>
                      <a:pt x="0" y="16"/>
                    </a:lnTo>
                    <a:lnTo>
                      <a:pt x="1" y="20"/>
                    </a:lnTo>
                    <a:lnTo>
                      <a:pt x="8" y="20"/>
                    </a:lnTo>
                    <a:lnTo>
                      <a:pt x="8" y="17"/>
                    </a:lnTo>
                    <a:lnTo>
                      <a:pt x="15" y="0"/>
                    </a:lnTo>
                    <a:lnTo>
                      <a:pt x="9" y="0"/>
                    </a:lnTo>
                    <a:close/>
                  </a:path>
                </a:pathLst>
              </a:custGeom>
              <a:solidFill>
                <a:srgbClr val="E0E0B0"/>
              </a:solidFill>
              <a:ln>
                <a:noFill/>
                <a:round/>
              </a:ln>
            </p:spPr>
          </p:sp>
        </p:grpSp>
        <p:pic>
          <p:nvPicPr>
            <p:cNvPr id="93484" name=""/>
            <p:cNvPicPr/>
            <p:nvPr/>
          </p:nvPicPr>
          <p:blipFill>
            <a:blip r:embed="rId3"/>
            <a:stretch>
              <a:fillRect/>
            </a:stretch>
          </p:blipFill>
          <p:spPr>
            <a:xfrm>
              <a:off x="1582" y="1985"/>
              <a:ext cx="29" cy="9"/>
            </a:xfrm>
            <a:prstGeom prst="rect">
              <a:avLst/>
            </a:prstGeom>
            <a:noFill/>
            <a:ln>
              <a:noFill/>
              <a:miter lim="800000"/>
            </a:ln>
          </p:spPr>
        </p:pic>
      </p:grpSp>
      <p:grpSp>
        <p:nvGrpSpPr>
          <p:cNvPr id="93628" name=""/>
          <p:cNvGrpSpPr/>
          <p:nvPr/>
        </p:nvGrpSpPr>
        <p:grpSpPr>
          <a:xfrm>
            <a:off x="2628900" y="3214688"/>
            <a:ext cx="128588" cy="401637"/>
            <a:chOff x="1656" y="2025"/>
            <a:chExt cx="81" cy="253"/>
          </a:xfrm>
        </p:grpSpPr>
        <p:grpSp>
          <p:nvGrpSpPr>
            <p:cNvPr id="93626" name=""/>
            <p:cNvGrpSpPr/>
            <p:nvPr/>
          </p:nvGrpSpPr>
          <p:grpSpPr>
            <a:xfrm>
              <a:off x="1656" y="2025"/>
              <a:ext cx="81" cy="253"/>
              <a:chOff x="1656" y="2025"/>
              <a:chExt cx="81" cy="253"/>
            </a:xfrm>
          </p:grpSpPr>
          <p:sp>
            <p:nvSpPr>
              <p:cNvPr id="93486" name=""/>
              <p:cNvSpPr/>
              <p:nvPr/>
            </p:nvSpPr>
            <p:spPr>
              <a:xfrm>
                <a:off x="1668" y="2136"/>
                <a:ext cx="56" cy="138"/>
              </a:xfrm>
              <a:custGeom>
                <a:pathLst>
                  <a:path w="169" h="277">
                    <a:moveTo>
                      <a:pt x="4" y="0"/>
                    </a:moveTo>
                    <a:lnTo>
                      <a:pt x="165" y="0"/>
                    </a:lnTo>
                    <a:lnTo>
                      <a:pt x="167" y="0"/>
                    </a:lnTo>
                    <a:lnTo>
                      <a:pt x="169" y="2"/>
                    </a:lnTo>
                    <a:lnTo>
                      <a:pt x="169" y="3"/>
                    </a:lnTo>
                    <a:lnTo>
                      <a:pt x="169" y="273"/>
                    </a:lnTo>
                    <a:lnTo>
                      <a:pt x="169" y="274"/>
                    </a:lnTo>
                    <a:lnTo>
                      <a:pt x="167" y="276"/>
                    </a:lnTo>
                    <a:lnTo>
                      <a:pt x="165" y="277"/>
                    </a:lnTo>
                    <a:lnTo>
                      <a:pt x="4" y="277"/>
                    </a:lnTo>
                    <a:lnTo>
                      <a:pt x="1" y="276"/>
                    </a:lnTo>
                    <a:lnTo>
                      <a:pt x="0" y="274"/>
                    </a:lnTo>
                    <a:lnTo>
                      <a:pt x="0" y="273"/>
                    </a:lnTo>
                    <a:lnTo>
                      <a:pt x="0" y="3"/>
                    </a:lnTo>
                    <a:lnTo>
                      <a:pt x="0" y="2"/>
                    </a:lnTo>
                    <a:lnTo>
                      <a:pt x="1" y="0"/>
                    </a:lnTo>
                    <a:lnTo>
                      <a:pt x="4" y="0"/>
                    </a:lnTo>
                    <a:close/>
                  </a:path>
                </a:pathLst>
              </a:custGeom>
              <a:solidFill>
                <a:srgbClr val="F0E0C0"/>
              </a:solidFill>
              <a:ln>
                <a:noFill/>
                <a:round/>
              </a:ln>
            </p:spPr>
          </p:sp>
          <p:sp>
            <p:nvSpPr>
              <p:cNvPr id="93487" name=""/>
              <p:cNvSpPr/>
              <p:nvPr/>
            </p:nvSpPr>
            <p:spPr>
              <a:xfrm>
                <a:off x="1668" y="2252"/>
                <a:ext cx="56" cy="4"/>
              </a:xfrm>
              <a:prstGeom prst="rect">
                <a:avLst/>
              </a:prstGeom>
              <a:solidFill>
                <a:srgbClr val="A0A080"/>
              </a:solidFill>
              <a:ln>
                <a:noFill/>
                <a:miter lim="800000"/>
              </a:ln>
            </p:spPr>
          </p:sp>
          <p:sp>
            <p:nvSpPr>
              <p:cNvPr id="93488" name=""/>
              <p:cNvSpPr/>
              <p:nvPr/>
            </p:nvSpPr>
            <p:spPr>
              <a:xfrm>
                <a:off x="1668" y="2248"/>
                <a:ext cx="56" cy="4"/>
              </a:xfrm>
              <a:prstGeom prst="rect">
                <a:avLst/>
              </a:prstGeom>
              <a:solidFill>
                <a:srgbClr val="A0A080"/>
              </a:solidFill>
              <a:ln>
                <a:noFill/>
                <a:miter lim="800000"/>
              </a:ln>
            </p:spPr>
          </p:sp>
          <p:sp>
            <p:nvSpPr>
              <p:cNvPr id="93489" name=""/>
              <p:cNvSpPr/>
              <p:nvPr/>
            </p:nvSpPr>
            <p:spPr>
              <a:xfrm>
                <a:off x="1668" y="2245"/>
                <a:ext cx="56" cy="3"/>
              </a:xfrm>
              <a:prstGeom prst="rect">
                <a:avLst/>
              </a:prstGeom>
              <a:solidFill>
                <a:srgbClr val="404040"/>
              </a:solidFill>
              <a:ln>
                <a:noFill/>
                <a:miter lim="800000"/>
              </a:ln>
            </p:spPr>
          </p:sp>
          <p:sp>
            <p:nvSpPr>
              <p:cNvPr id="93490" name=""/>
              <p:cNvSpPr/>
              <p:nvPr/>
            </p:nvSpPr>
            <p:spPr>
              <a:xfrm>
                <a:off x="1668" y="2245"/>
                <a:ext cx="56" cy="3"/>
              </a:xfrm>
              <a:prstGeom prst="rect">
                <a:avLst/>
              </a:prstGeom>
              <a:solidFill>
                <a:srgbClr val="A0A080"/>
              </a:solidFill>
              <a:ln>
                <a:noFill/>
                <a:miter lim="800000"/>
              </a:ln>
            </p:spPr>
          </p:sp>
          <p:sp>
            <p:nvSpPr>
              <p:cNvPr id="93491" name=""/>
              <p:cNvSpPr/>
              <p:nvPr/>
            </p:nvSpPr>
            <p:spPr>
              <a:xfrm>
                <a:off x="1668" y="2240"/>
                <a:ext cx="56" cy="3"/>
              </a:xfrm>
              <a:prstGeom prst="rect">
                <a:avLst/>
              </a:prstGeom>
              <a:solidFill>
                <a:srgbClr val="A0A080"/>
              </a:solidFill>
              <a:ln>
                <a:noFill/>
                <a:miter lim="800000"/>
              </a:ln>
            </p:spPr>
          </p:sp>
          <p:sp>
            <p:nvSpPr>
              <p:cNvPr id="93492" name=""/>
              <p:cNvSpPr/>
              <p:nvPr/>
            </p:nvSpPr>
            <p:spPr>
              <a:xfrm>
                <a:off x="1668" y="2236"/>
                <a:ext cx="56" cy="3"/>
              </a:xfrm>
              <a:prstGeom prst="rect">
                <a:avLst/>
              </a:prstGeom>
              <a:solidFill>
                <a:srgbClr val="A0A080"/>
              </a:solidFill>
              <a:ln>
                <a:noFill/>
                <a:miter lim="800000"/>
              </a:ln>
            </p:spPr>
          </p:sp>
          <p:sp>
            <p:nvSpPr>
              <p:cNvPr id="93493" name=""/>
              <p:cNvSpPr/>
              <p:nvPr/>
            </p:nvSpPr>
            <p:spPr>
              <a:xfrm>
                <a:off x="1668" y="2232"/>
                <a:ext cx="56" cy="3"/>
              </a:xfrm>
              <a:prstGeom prst="rect">
                <a:avLst/>
              </a:prstGeom>
              <a:solidFill>
                <a:srgbClr val="A0A080"/>
              </a:solidFill>
              <a:ln>
                <a:noFill/>
                <a:miter lim="800000"/>
              </a:ln>
            </p:spPr>
          </p:sp>
          <p:sp>
            <p:nvSpPr>
              <p:cNvPr id="93494" name=""/>
              <p:cNvSpPr/>
              <p:nvPr/>
            </p:nvSpPr>
            <p:spPr>
              <a:xfrm>
                <a:off x="1668" y="2228"/>
                <a:ext cx="56" cy="2"/>
              </a:xfrm>
              <a:prstGeom prst="rect">
                <a:avLst/>
              </a:prstGeom>
              <a:solidFill>
                <a:srgbClr val="A0A080"/>
              </a:solidFill>
              <a:ln>
                <a:noFill/>
                <a:miter lim="800000"/>
              </a:ln>
            </p:spPr>
          </p:sp>
          <p:sp>
            <p:nvSpPr>
              <p:cNvPr id="93495" name=""/>
              <p:cNvSpPr/>
              <p:nvPr/>
            </p:nvSpPr>
            <p:spPr>
              <a:xfrm>
                <a:off x="1668" y="2223"/>
                <a:ext cx="56" cy="3"/>
              </a:xfrm>
              <a:prstGeom prst="rect">
                <a:avLst/>
              </a:prstGeom>
              <a:solidFill>
                <a:srgbClr val="A0A080"/>
              </a:solidFill>
              <a:ln>
                <a:noFill/>
                <a:miter lim="800000"/>
              </a:ln>
            </p:spPr>
          </p:sp>
          <p:sp>
            <p:nvSpPr>
              <p:cNvPr id="93496" name=""/>
              <p:cNvSpPr/>
              <p:nvPr/>
            </p:nvSpPr>
            <p:spPr>
              <a:xfrm>
                <a:off x="1668" y="2219"/>
                <a:ext cx="56" cy="3"/>
              </a:xfrm>
              <a:prstGeom prst="rect">
                <a:avLst/>
              </a:prstGeom>
              <a:solidFill>
                <a:srgbClr val="A0A080"/>
              </a:solidFill>
              <a:ln>
                <a:noFill/>
                <a:miter lim="800000"/>
              </a:ln>
            </p:spPr>
          </p:sp>
          <p:sp>
            <p:nvSpPr>
              <p:cNvPr id="93497" name=""/>
              <p:cNvSpPr/>
              <p:nvPr/>
            </p:nvSpPr>
            <p:spPr>
              <a:xfrm>
                <a:off x="1668" y="2214"/>
                <a:ext cx="56" cy="3"/>
              </a:xfrm>
              <a:prstGeom prst="rect">
                <a:avLst/>
              </a:prstGeom>
              <a:solidFill>
                <a:srgbClr val="A0A080"/>
              </a:solidFill>
              <a:ln>
                <a:noFill/>
                <a:miter lim="800000"/>
              </a:ln>
            </p:spPr>
          </p:sp>
          <p:sp>
            <p:nvSpPr>
              <p:cNvPr id="93498" name=""/>
              <p:cNvSpPr/>
              <p:nvPr/>
            </p:nvSpPr>
            <p:spPr>
              <a:xfrm>
                <a:off x="1668" y="2211"/>
                <a:ext cx="56" cy="3"/>
              </a:xfrm>
              <a:prstGeom prst="rect">
                <a:avLst/>
              </a:prstGeom>
              <a:solidFill>
                <a:srgbClr val="A0A080"/>
              </a:solidFill>
              <a:ln>
                <a:noFill/>
                <a:miter lim="800000"/>
              </a:ln>
            </p:spPr>
          </p:sp>
          <p:sp>
            <p:nvSpPr>
              <p:cNvPr id="93499" name=""/>
              <p:cNvSpPr/>
              <p:nvPr/>
            </p:nvSpPr>
            <p:spPr>
              <a:xfrm>
                <a:off x="1668" y="2207"/>
                <a:ext cx="56" cy="2"/>
              </a:xfrm>
              <a:prstGeom prst="rect">
                <a:avLst/>
              </a:prstGeom>
              <a:solidFill>
                <a:srgbClr val="A0A080"/>
              </a:solidFill>
              <a:ln>
                <a:noFill/>
                <a:miter lim="800000"/>
              </a:ln>
            </p:spPr>
          </p:sp>
          <p:sp>
            <p:nvSpPr>
              <p:cNvPr id="93500" name=""/>
              <p:cNvSpPr/>
              <p:nvPr/>
            </p:nvSpPr>
            <p:spPr>
              <a:xfrm>
                <a:off x="1668" y="2203"/>
                <a:ext cx="56" cy="2"/>
              </a:xfrm>
              <a:prstGeom prst="rect">
                <a:avLst/>
              </a:prstGeom>
              <a:solidFill>
                <a:srgbClr val="A0A080"/>
              </a:solidFill>
              <a:ln>
                <a:noFill/>
                <a:miter lim="800000"/>
              </a:ln>
            </p:spPr>
          </p:sp>
          <p:sp>
            <p:nvSpPr>
              <p:cNvPr id="93501" name=""/>
              <p:cNvSpPr/>
              <p:nvPr/>
            </p:nvSpPr>
            <p:spPr>
              <a:xfrm>
                <a:off x="1668" y="2198"/>
                <a:ext cx="56" cy="2"/>
              </a:xfrm>
              <a:prstGeom prst="rect">
                <a:avLst/>
              </a:prstGeom>
              <a:solidFill>
                <a:srgbClr val="A0A080"/>
              </a:solidFill>
              <a:ln>
                <a:noFill/>
                <a:miter lim="800000"/>
              </a:ln>
            </p:spPr>
          </p:sp>
          <p:sp>
            <p:nvSpPr>
              <p:cNvPr id="93502" name=""/>
              <p:cNvSpPr/>
              <p:nvPr/>
            </p:nvSpPr>
            <p:spPr>
              <a:xfrm>
                <a:off x="1668" y="2194"/>
                <a:ext cx="56" cy="2"/>
              </a:xfrm>
              <a:prstGeom prst="rect">
                <a:avLst/>
              </a:prstGeom>
              <a:solidFill>
                <a:srgbClr val="A0A080"/>
              </a:solidFill>
              <a:ln>
                <a:noFill/>
                <a:miter lim="800000"/>
              </a:ln>
            </p:spPr>
          </p:sp>
          <p:sp>
            <p:nvSpPr>
              <p:cNvPr id="93503" name=""/>
              <p:cNvSpPr/>
              <p:nvPr/>
            </p:nvSpPr>
            <p:spPr>
              <a:xfrm>
                <a:off x="1668" y="2189"/>
                <a:ext cx="56" cy="3"/>
              </a:xfrm>
              <a:prstGeom prst="rect">
                <a:avLst/>
              </a:prstGeom>
              <a:solidFill>
                <a:srgbClr val="A0A080"/>
              </a:solidFill>
              <a:ln>
                <a:noFill/>
                <a:miter lim="800000"/>
              </a:ln>
            </p:spPr>
          </p:sp>
          <p:sp>
            <p:nvSpPr>
              <p:cNvPr id="93504" name=""/>
              <p:cNvSpPr/>
              <p:nvPr/>
            </p:nvSpPr>
            <p:spPr>
              <a:xfrm>
                <a:off x="1656" y="2264"/>
                <a:ext cx="41" cy="14"/>
              </a:xfrm>
              <a:custGeom>
                <a:pathLst>
                  <a:path w="122" h="28">
                    <a:moveTo>
                      <a:pt x="39" y="0"/>
                    </a:moveTo>
                    <a:lnTo>
                      <a:pt x="34" y="0"/>
                    </a:lnTo>
                    <a:lnTo>
                      <a:pt x="34" y="13"/>
                    </a:lnTo>
                    <a:lnTo>
                      <a:pt x="0" y="23"/>
                    </a:lnTo>
                    <a:lnTo>
                      <a:pt x="0" y="28"/>
                    </a:lnTo>
                    <a:lnTo>
                      <a:pt x="122" y="28"/>
                    </a:lnTo>
                    <a:lnTo>
                      <a:pt x="122" y="20"/>
                    </a:lnTo>
                    <a:lnTo>
                      <a:pt x="39" y="20"/>
                    </a:lnTo>
                    <a:lnTo>
                      <a:pt x="39" y="0"/>
                    </a:lnTo>
                    <a:close/>
                  </a:path>
                </a:pathLst>
              </a:custGeom>
              <a:solidFill>
                <a:srgbClr val="808060"/>
              </a:solidFill>
              <a:ln>
                <a:noFill/>
                <a:round/>
              </a:ln>
            </p:spPr>
          </p:sp>
          <p:sp>
            <p:nvSpPr>
              <p:cNvPr id="93505" name=""/>
              <p:cNvSpPr/>
              <p:nvPr/>
            </p:nvSpPr>
            <p:spPr>
              <a:xfrm>
                <a:off x="1697" y="2264"/>
                <a:ext cx="40" cy="14"/>
              </a:xfrm>
              <a:custGeom>
                <a:pathLst>
                  <a:path w="122" h="28">
                    <a:moveTo>
                      <a:pt x="83" y="0"/>
                    </a:moveTo>
                    <a:lnTo>
                      <a:pt x="89" y="0"/>
                    </a:lnTo>
                    <a:lnTo>
                      <a:pt x="89" y="13"/>
                    </a:lnTo>
                    <a:lnTo>
                      <a:pt x="122" y="23"/>
                    </a:lnTo>
                    <a:lnTo>
                      <a:pt x="122" y="28"/>
                    </a:lnTo>
                    <a:lnTo>
                      <a:pt x="0" y="28"/>
                    </a:lnTo>
                    <a:lnTo>
                      <a:pt x="0" y="20"/>
                    </a:lnTo>
                    <a:lnTo>
                      <a:pt x="83" y="20"/>
                    </a:lnTo>
                    <a:lnTo>
                      <a:pt x="83" y="0"/>
                    </a:lnTo>
                    <a:close/>
                  </a:path>
                </a:pathLst>
              </a:custGeom>
              <a:solidFill>
                <a:srgbClr val="808060"/>
              </a:solidFill>
              <a:ln>
                <a:noFill/>
                <a:round/>
              </a:ln>
            </p:spPr>
          </p:sp>
          <p:sp>
            <p:nvSpPr>
              <p:cNvPr id="93506" name=""/>
              <p:cNvSpPr/>
              <p:nvPr/>
            </p:nvSpPr>
            <p:spPr>
              <a:xfrm>
                <a:off x="1678" y="2223"/>
                <a:ext cx="36" cy="47"/>
              </a:xfrm>
              <a:custGeom>
                <a:pathLst>
                  <a:path w="109" h="93">
                    <a:moveTo>
                      <a:pt x="0" y="1"/>
                    </a:moveTo>
                    <a:lnTo>
                      <a:pt x="0" y="93"/>
                    </a:lnTo>
                    <a:lnTo>
                      <a:pt x="109" y="93"/>
                    </a:lnTo>
                    <a:lnTo>
                      <a:pt x="109" y="0"/>
                    </a:lnTo>
                  </a:path>
                </a:pathLst>
              </a:custGeom>
              <a:noFill/>
              <a:ln w="4763">
                <a:solidFill>
                  <a:srgbClr val="808060"/>
                </a:solidFill>
                <a:prstDash val="solid"/>
                <a:round/>
              </a:ln>
            </p:spPr>
          </p:sp>
          <p:sp>
            <p:nvSpPr>
              <p:cNvPr id="93507" name=""/>
              <p:cNvSpPr/>
              <p:nvPr/>
            </p:nvSpPr>
            <p:spPr>
              <a:xfrm>
                <a:off x="1668" y="2025"/>
                <a:ext cx="56" cy="104"/>
              </a:xfrm>
              <a:custGeom>
                <a:pathLst>
                  <a:path w="169" h="208">
                    <a:moveTo>
                      <a:pt x="5" y="208"/>
                    </a:moveTo>
                    <a:lnTo>
                      <a:pt x="164" y="208"/>
                    </a:lnTo>
                    <a:lnTo>
                      <a:pt x="167" y="208"/>
                    </a:lnTo>
                    <a:lnTo>
                      <a:pt x="168" y="206"/>
                    </a:lnTo>
                    <a:lnTo>
                      <a:pt x="169" y="204"/>
                    </a:lnTo>
                    <a:lnTo>
                      <a:pt x="169" y="5"/>
                    </a:lnTo>
                    <a:lnTo>
                      <a:pt x="168" y="2"/>
                    </a:lnTo>
                    <a:lnTo>
                      <a:pt x="167" y="1"/>
                    </a:lnTo>
                    <a:lnTo>
                      <a:pt x="165" y="1"/>
                    </a:lnTo>
                    <a:lnTo>
                      <a:pt x="5" y="0"/>
                    </a:lnTo>
                    <a:lnTo>
                      <a:pt x="3" y="1"/>
                    </a:lnTo>
                    <a:lnTo>
                      <a:pt x="1" y="2"/>
                    </a:lnTo>
                    <a:lnTo>
                      <a:pt x="0" y="5"/>
                    </a:lnTo>
                    <a:lnTo>
                      <a:pt x="0" y="204"/>
                    </a:lnTo>
                    <a:lnTo>
                      <a:pt x="0" y="206"/>
                    </a:lnTo>
                    <a:lnTo>
                      <a:pt x="3" y="208"/>
                    </a:lnTo>
                    <a:lnTo>
                      <a:pt x="5" y="208"/>
                    </a:lnTo>
                    <a:close/>
                  </a:path>
                </a:pathLst>
              </a:custGeom>
              <a:solidFill>
                <a:srgbClr val="F0E0C0"/>
              </a:solidFill>
              <a:ln>
                <a:noFill/>
                <a:round/>
              </a:ln>
            </p:spPr>
          </p:sp>
          <p:sp>
            <p:nvSpPr>
              <p:cNvPr id="93508" name=""/>
              <p:cNvSpPr/>
              <p:nvPr/>
            </p:nvSpPr>
            <p:spPr>
              <a:xfrm>
                <a:off x="1673" y="2055"/>
                <a:ext cx="46" cy="65"/>
              </a:xfrm>
              <a:custGeom>
                <a:pathLst>
                  <a:path w="138" h="131">
                    <a:moveTo>
                      <a:pt x="7" y="131"/>
                    </a:moveTo>
                    <a:lnTo>
                      <a:pt x="132" y="131"/>
                    </a:lnTo>
                    <a:lnTo>
                      <a:pt x="133" y="131"/>
                    </a:lnTo>
                    <a:lnTo>
                      <a:pt x="136" y="130"/>
                    </a:lnTo>
                    <a:lnTo>
                      <a:pt x="137" y="129"/>
                    </a:lnTo>
                    <a:lnTo>
                      <a:pt x="138" y="128"/>
                    </a:lnTo>
                    <a:lnTo>
                      <a:pt x="138" y="125"/>
                    </a:lnTo>
                    <a:lnTo>
                      <a:pt x="138" y="6"/>
                    </a:lnTo>
                    <a:lnTo>
                      <a:pt x="138" y="4"/>
                    </a:lnTo>
                    <a:lnTo>
                      <a:pt x="137" y="3"/>
                    </a:lnTo>
                    <a:lnTo>
                      <a:pt x="136" y="0"/>
                    </a:lnTo>
                    <a:lnTo>
                      <a:pt x="133" y="0"/>
                    </a:lnTo>
                    <a:lnTo>
                      <a:pt x="132" y="0"/>
                    </a:lnTo>
                    <a:lnTo>
                      <a:pt x="7" y="0"/>
                    </a:lnTo>
                    <a:lnTo>
                      <a:pt x="5" y="0"/>
                    </a:lnTo>
                    <a:lnTo>
                      <a:pt x="4" y="0"/>
                    </a:lnTo>
                    <a:lnTo>
                      <a:pt x="3" y="3"/>
                    </a:lnTo>
                    <a:lnTo>
                      <a:pt x="2" y="4"/>
                    </a:lnTo>
                    <a:lnTo>
                      <a:pt x="0" y="6"/>
                    </a:lnTo>
                    <a:lnTo>
                      <a:pt x="0" y="125"/>
                    </a:lnTo>
                    <a:lnTo>
                      <a:pt x="2" y="128"/>
                    </a:lnTo>
                    <a:lnTo>
                      <a:pt x="2" y="128"/>
                    </a:lnTo>
                    <a:lnTo>
                      <a:pt x="4" y="130"/>
                    </a:lnTo>
                    <a:lnTo>
                      <a:pt x="5" y="131"/>
                    </a:lnTo>
                    <a:lnTo>
                      <a:pt x="7" y="131"/>
                    </a:lnTo>
                    <a:close/>
                  </a:path>
                </a:pathLst>
              </a:custGeom>
              <a:solidFill>
                <a:srgbClr val="F0E0C0"/>
              </a:solidFill>
              <a:ln>
                <a:noFill/>
                <a:round/>
              </a:ln>
            </p:spPr>
          </p:sp>
          <p:sp>
            <p:nvSpPr>
              <p:cNvPr id="93509" name=""/>
              <p:cNvSpPr/>
              <p:nvPr/>
            </p:nvSpPr>
            <p:spPr>
              <a:xfrm>
                <a:off x="1676" y="2073"/>
                <a:ext cx="40" cy="1"/>
              </a:xfrm>
              <a:prstGeom prst="rect">
                <a:avLst/>
              </a:prstGeom>
              <a:solidFill>
                <a:srgbClr val="505020"/>
              </a:solidFill>
              <a:ln w="4763">
                <a:solidFill>
                  <a:prstClr val="black"/>
                </a:solidFill>
                <a:miter lim="800000"/>
              </a:ln>
            </p:spPr>
          </p:sp>
          <p:sp>
            <p:nvSpPr>
              <p:cNvPr id="93510" name=""/>
              <p:cNvSpPr/>
              <p:nvPr/>
            </p:nvSpPr>
            <p:spPr>
              <a:xfrm>
                <a:off x="1676" y="2091"/>
                <a:ext cx="40" cy="0"/>
              </a:xfrm>
              <a:prstGeom prst="rect">
                <a:avLst/>
              </a:prstGeom>
              <a:solidFill>
                <a:srgbClr val="505020"/>
              </a:solidFill>
              <a:ln w="4763">
                <a:solidFill>
                  <a:prstClr val="black"/>
                </a:solidFill>
                <a:miter lim="800000"/>
              </a:ln>
            </p:spPr>
          </p:sp>
          <p:sp>
            <p:nvSpPr>
              <p:cNvPr id="93511" name=""/>
              <p:cNvSpPr/>
              <p:nvPr/>
            </p:nvSpPr>
            <p:spPr>
              <a:xfrm>
                <a:off x="1674" y="2057"/>
                <a:ext cx="45" cy="18"/>
              </a:xfrm>
              <a:custGeom>
                <a:pathLst>
                  <a:path w="133" h="36">
                    <a:moveTo>
                      <a:pt x="3" y="36"/>
                    </a:moveTo>
                    <a:lnTo>
                      <a:pt x="130" y="36"/>
                    </a:lnTo>
                    <a:lnTo>
                      <a:pt x="132" y="36"/>
                    </a:lnTo>
                    <a:lnTo>
                      <a:pt x="133" y="34"/>
                    </a:lnTo>
                    <a:lnTo>
                      <a:pt x="133" y="3"/>
                    </a:lnTo>
                    <a:lnTo>
                      <a:pt x="133" y="1"/>
                    </a:lnTo>
                    <a:lnTo>
                      <a:pt x="130" y="0"/>
                    </a:lnTo>
                    <a:lnTo>
                      <a:pt x="3" y="0"/>
                    </a:lnTo>
                    <a:lnTo>
                      <a:pt x="1" y="1"/>
                    </a:lnTo>
                    <a:lnTo>
                      <a:pt x="0" y="2"/>
                    </a:lnTo>
                    <a:lnTo>
                      <a:pt x="0" y="34"/>
                    </a:lnTo>
                    <a:lnTo>
                      <a:pt x="1" y="35"/>
                    </a:lnTo>
                    <a:lnTo>
                      <a:pt x="2" y="36"/>
                    </a:lnTo>
                    <a:lnTo>
                      <a:pt x="3" y="36"/>
                    </a:lnTo>
                    <a:close/>
                  </a:path>
                </a:pathLst>
              </a:custGeom>
              <a:solidFill>
                <a:srgbClr val="C0C080"/>
              </a:solidFill>
              <a:ln>
                <a:noFill/>
                <a:round/>
              </a:ln>
            </p:spPr>
          </p:sp>
          <p:sp>
            <p:nvSpPr>
              <p:cNvPr id="93512" name=""/>
              <p:cNvSpPr/>
              <p:nvPr/>
            </p:nvSpPr>
            <p:spPr>
              <a:xfrm>
                <a:off x="1686" y="2058"/>
                <a:ext cx="17" cy="13"/>
              </a:xfrm>
              <a:custGeom>
                <a:pathLst>
                  <a:path w="53" h="27">
                    <a:moveTo>
                      <a:pt x="2" y="0"/>
                    </a:moveTo>
                    <a:lnTo>
                      <a:pt x="51" y="0"/>
                    </a:lnTo>
                    <a:lnTo>
                      <a:pt x="52" y="0"/>
                    </a:lnTo>
                    <a:lnTo>
                      <a:pt x="53" y="2"/>
                    </a:lnTo>
                    <a:lnTo>
                      <a:pt x="53" y="25"/>
                    </a:lnTo>
                    <a:lnTo>
                      <a:pt x="52" y="27"/>
                    </a:lnTo>
                    <a:lnTo>
                      <a:pt x="51" y="27"/>
                    </a:lnTo>
                    <a:lnTo>
                      <a:pt x="2" y="27"/>
                    </a:lnTo>
                    <a:lnTo>
                      <a:pt x="0" y="27"/>
                    </a:lnTo>
                    <a:lnTo>
                      <a:pt x="0" y="25"/>
                    </a:lnTo>
                    <a:lnTo>
                      <a:pt x="0" y="2"/>
                    </a:lnTo>
                    <a:lnTo>
                      <a:pt x="0" y="0"/>
                    </a:lnTo>
                    <a:lnTo>
                      <a:pt x="2" y="0"/>
                    </a:lnTo>
                    <a:close/>
                  </a:path>
                </a:pathLst>
              </a:custGeom>
              <a:solidFill>
                <a:srgbClr val="00DFCA"/>
              </a:solidFill>
              <a:ln>
                <a:noFill/>
                <a:round/>
              </a:ln>
            </p:spPr>
          </p:sp>
          <p:sp>
            <p:nvSpPr>
              <p:cNvPr id="93513" name=""/>
              <p:cNvSpPr/>
              <p:nvPr/>
            </p:nvSpPr>
            <p:spPr>
              <a:xfrm>
                <a:off x="1708" y="2058"/>
                <a:ext cx="6" cy="4"/>
              </a:xfrm>
              <a:custGeom>
                <a:pathLst>
                  <a:path w="17" h="9">
                    <a:moveTo>
                      <a:pt x="2" y="9"/>
                    </a:moveTo>
                    <a:lnTo>
                      <a:pt x="15" y="9"/>
                    </a:lnTo>
                    <a:lnTo>
                      <a:pt x="16" y="7"/>
                    </a:lnTo>
                    <a:lnTo>
                      <a:pt x="17" y="2"/>
                    </a:lnTo>
                    <a:lnTo>
                      <a:pt x="15" y="0"/>
                    </a:lnTo>
                    <a:lnTo>
                      <a:pt x="2" y="0"/>
                    </a:lnTo>
                    <a:lnTo>
                      <a:pt x="1" y="0"/>
                    </a:lnTo>
                    <a:lnTo>
                      <a:pt x="0" y="7"/>
                    </a:lnTo>
                    <a:lnTo>
                      <a:pt x="2" y="9"/>
                    </a:lnTo>
                    <a:close/>
                  </a:path>
                </a:pathLst>
              </a:custGeom>
              <a:solidFill>
                <a:srgbClr val="808050"/>
              </a:solidFill>
              <a:ln>
                <a:noFill/>
                <a:round/>
              </a:ln>
            </p:spPr>
          </p:sp>
          <p:sp>
            <p:nvSpPr>
              <p:cNvPr id="93514" name=""/>
              <p:cNvSpPr/>
              <p:nvPr/>
            </p:nvSpPr>
            <p:spPr>
              <a:xfrm>
                <a:off x="1708" y="2058"/>
                <a:ext cx="6" cy="4"/>
              </a:xfrm>
              <a:custGeom>
                <a:pathLst>
                  <a:path w="17" h="9">
                    <a:moveTo>
                      <a:pt x="1" y="9"/>
                    </a:moveTo>
                    <a:lnTo>
                      <a:pt x="15" y="9"/>
                    </a:lnTo>
                    <a:lnTo>
                      <a:pt x="17" y="7"/>
                    </a:lnTo>
                    <a:lnTo>
                      <a:pt x="17" y="2"/>
                    </a:lnTo>
                    <a:lnTo>
                      <a:pt x="15" y="0"/>
                    </a:lnTo>
                    <a:lnTo>
                      <a:pt x="1" y="0"/>
                    </a:lnTo>
                    <a:lnTo>
                      <a:pt x="0" y="0"/>
                    </a:lnTo>
                    <a:lnTo>
                      <a:pt x="0" y="7"/>
                    </a:lnTo>
                    <a:lnTo>
                      <a:pt x="1" y="9"/>
                    </a:lnTo>
                    <a:close/>
                  </a:path>
                </a:pathLst>
              </a:custGeom>
              <a:solidFill>
                <a:srgbClr val="C0C080"/>
              </a:solidFill>
              <a:ln>
                <a:noFill/>
                <a:round/>
              </a:ln>
            </p:spPr>
          </p:sp>
          <p:sp>
            <p:nvSpPr>
              <p:cNvPr id="93515" name=""/>
              <p:cNvSpPr/>
              <p:nvPr/>
            </p:nvSpPr>
            <p:spPr>
              <a:xfrm>
                <a:off x="1677" y="2062"/>
                <a:ext cx="40" cy="4"/>
              </a:xfrm>
              <a:custGeom>
                <a:pathLst>
                  <a:path w="122" h="10">
                    <a:moveTo>
                      <a:pt x="2" y="10"/>
                    </a:moveTo>
                    <a:lnTo>
                      <a:pt x="120" y="10"/>
                    </a:lnTo>
                    <a:lnTo>
                      <a:pt x="122" y="8"/>
                    </a:lnTo>
                    <a:lnTo>
                      <a:pt x="122" y="6"/>
                    </a:lnTo>
                    <a:lnTo>
                      <a:pt x="122" y="4"/>
                    </a:lnTo>
                    <a:lnTo>
                      <a:pt x="122" y="0"/>
                    </a:lnTo>
                    <a:lnTo>
                      <a:pt x="120" y="0"/>
                    </a:lnTo>
                    <a:lnTo>
                      <a:pt x="2" y="0"/>
                    </a:lnTo>
                    <a:lnTo>
                      <a:pt x="1" y="0"/>
                    </a:lnTo>
                    <a:lnTo>
                      <a:pt x="0" y="4"/>
                    </a:lnTo>
                    <a:lnTo>
                      <a:pt x="0" y="6"/>
                    </a:lnTo>
                    <a:lnTo>
                      <a:pt x="1" y="8"/>
                    </a:lnTo>
                    <a:lnTo>
                      <a:pt x="2" y="10"/>
                    </a:lnTo>
                    <a:close/>
                  </a:path>
                </a:pathLst>
              </a:custGeom>
              <a:solidFill>
                <a:srgbClr val="A0A080"/>
              </a:solidFill>
              <a:ln>
                <a:noFill/>
                <a:round/>
              </a:ln>
            </p:spPr>
          </p:sp>
          <p:sp>
            <p:nvSpPr>
              <p:cNvPr id="93516" name=""/>
              <p:cNvSpPr/>
              <p:nvPr/>
            </p:nvSpPr>
            <p:spPr>
              <a:xfrm>
                <a:off x="1675" y="2073"/>
                <a:ext cx="44" cy="20"/>
              </a:xfrm>
              <a:custGeom>
                <a:pathLst>
                  <a:path w="131" h="38">
                    <a:moveTo>
                      <a:pt x="1" y="38"/>
                    </a:moveTo>
                    <a:lnTo>
                      <a:pt x="128" y="38"/>
                    </a:lnTo>
                    <a:lnTo>
                      <a:pt x="131" y="38"/>
                    </a:lnTo>
                    <a:lnTo>
                      <a:pt x="131" y="36"/>
                    </a:lnTo>
                    <a:lnTo>
                      <a:pt x="131" y="3"/>
                    </a:lnTo>
                    <a:lnTo>
                      <a:pt x="130" y="1"/>
                    </a:lnTo>
                    <a:lnTo>
                      <a:pt x="128" y="0"/>
                    </a:lnTo>
                    <a:lnTo>
                      <a:pt x="1" y="0"/>
                    </a:lnTo>
                    <a:lnTo>
                      <a:pt x="0" y="1"/>
                    </a:lnTo>
                    <a:lnTo>
                      <a:pt x="0" y="3"/>
                    </a:lnTo>
                    <a:lnTo>
                      <a:pt x="0" y="36"/>
                    </a:lnTo>
                    <a:lnTo>
                      <a:pt x="0" y="38"/>
                    </a:lnTo>
                    <a:lnTo>
                      <a:pt x="1" y="38"/>
                    </a:lnTo>
                    <a:close/>
                  </a:path>
                </a:pathLst>
              </a:custGeom>
              <a:solidFill>
                <a:srgbClr val="C0C080"/>
              </a:solidFill>
              <a:ln>
                <a:noFill/>
                <a:round/>
              </a:ln>
            </p:spPr>
          </p:sp>
          <p:sp>
            <p:nvSpPr>
              <p:cNvPr id="93517" name=""/>
              <p:cNvSpPr/>
              <p:nvPr/>
            </p:nvSpPr>
            <p:spPr>
              <a:xfrm>
                <a:off x="1686" y="2076"/>
                <a:ext cx="17" cy="14"/>
              </a:xfrm>
              <a:custGeom>
                <a:pathLst>
                  <a:path w="53" h="30">
                    <a:moveTo>
                      <a:pt x="4" y="0"/>
                    </a:moveTo>
                    <a:lnTo>
                      <a:pt x="49" y="0"/>
                    </a:lnTo>
                    <a:lnTo>
                      <a:pt x="52" y="0"/>
                    </a:lnTo>
                    <a:lnTo>
                      <a:pt x="53" y="3"/>
                    </a:lnTo>
                    <a:lnTo>
                      <a:pt x="53" y="4"/>
                    </a:lnTo>
                    <a:lnTo>
                      <a:pt x="53" y="26"/>
                    </a:lnTo>
                    <a:lnTo>
                      <a:pt x="53" y="28"/>
                    </a:lnTo>
                    <a:lnTo>
                      <a:pt x="51" y="30"/>
                    </a:lnTo>
                    <a:lnTo>
                      <a:pt x="49" y="30"/>
                    </a:lnTo>
                    <a:lnTo>
                      <a:pt x="4" y="30"/>
                    </a:lnTo>
                    <a:lnTo>
                      <a:pt x="1" y="30"/>
                    </a:lnTo>
                    <a:lnTo>
                      <a:pt x="0" y="28"/>
                    </a:lnTo>
                    <a:lnTo>
                      <a:pt x="0" y="26"/>
                    </a:lnTo>
                    <a:lnTo>
                      <a:pt x="0" y="4"/>
                    </a:lnTo>
                    <a:lnTo>
                      <a:pt x="0" y="2"/>
                    </a:lnTo>
                    <a:lnTo>
                      <a:pt x="2" y="0"/>
                    </a:lnTo>
                    <a:lnTo>
                      <a:pt x="4" y="0"/>
                    </a:lnTo>
                    <a:close/>
                  </a:path>
                </a:pathLst>
              </a:custGeom>
              <a:solidFill>
                <a:srgbClr val="00DFCA"/>
              </a:solidFill>
              <a:ln>
                <a:noFill/>
                <a:round/>
              </a:ln>
            </p:spPr>
          </p:sp>
          <p:sp>
            <p:nvSpPr>
              <p:cNvPr id="93518" name=""/>
              <p:cNvSpPr/>
              <p:nvPr/>
            </p:nvSpPr>
            <p:spPr>
              <a:xfrm>
                <a:off x="1704" y="2084"/>
                <a:ext cx="7" cy="5"/>
              </a:xfrm>
              <a:custGeom>
                <a:pathLst>
                  <a:path w="21" h="9">
                    <a:moveTo>
                      <a:pt x="2" y="9"/>
                    </a:moveTo>
                    <a:lnTo>
                      <a:pt x="16" y="9"/>
                    </a:lnTo>
                    <a:lnTo>
                      <a:pt x="18" y="9"/>
                    </a:lnTo>
                    <a:lnTo>
                      <a:pt x="21" y="6"/>
                    </a:lnTo>
                    <a:lnTo>
                      <a:pt x="21" y="5"/>
                    </a:lnTo>
                    <a:lnTo>
                      <a:pt x="19" y="1"/>
                    </a:lnTo>
                    <a:lnTo>
                      <a:pt x="18" y="0"/>
                    </a:lnTo>
                    <a:lnTo>
                      <a:pt x="2" y="0"/>
                    </a:lnTo>
                    <a:lnTo>
                      <a:pt x="1" y="0"/>
                    </a:lnTo>
                    <a:lnTo>
                      <a:pt x="0" y="3"/>
                    </a:lnTo>
                    <a:lnTo>
                      <a:pt x="0" y="6"/>
                    </a:lnTo>
                    <a:lnTo>
                      <a:pt x="1" y="8"/>
                    </a:lnTo>
                    <a:lnTo>
                      <a:pt x="2" y="9"/>
                    </a:lnTo>
                    <a:close/>
                  </a:path>
                </a:pathLst>
              </a:custGeom>
              <a:solidFill>
                <a:srgbClr val="808050"/>
              </a:solidFill>
              <a:ln>
                <a:noFill/>
                <a:round/>
              </a:ln>
            </p:spPr>
          </p:sp>
          <p:sp>
            <p:nvSpPr>
              <p:cNvPr id="93519" name=""/>
              <p:cNvSpPr/>
              <p:nvPr/>
            </p:nvSpPr>
            <p:spPr>
              <a:xfrm>
                <a:off x="1704" y="2084"/>
                <a:ext cx="7" cy="5"/>
              </a:xfrm>
              <a:custGeom>
                <a:pathLst>
                  <a:path w="21" h="9">
                    <a:moveTo>
                      <a:pt x="2" y="9"/>
                    </a:moveTo>
                    <a:lnTo>
                      <a:pt x="16" y="9"/>
                    </a:lnTo>
                    <a:lnTo>
                      <a:pt x="18" y="9"/>
                    </a:lnTo>
                    <a:lnTo>
                      <a:pt x="21" y="6"/>
                    </a:lnTo>
                    <a:lnTo>
                      <a:pt x="21" y="5"/>
                    </a:lnTo>
                    <a:lnTo>
                      <a:pt x="19" y="1"/>
                    </a:lnTo>
                    <a:lnTo>
                      <a:pt x="18" y="0"/>
                    </a:lnTo>
                    <a:lnTo>
                      <a:pt x="2" y="0"/>
                    </a:lnTo>
                    <a:lnTo>
                      <a:pt x="1" y="0"/>
                    </a:lnTo>
                    <a:lnTo>
                      <a:pt x="0" y="3"/>
                    </a:lnTo>
                    <a:lnTo>
                      <a:pt x="0" y="6"/>
                    </a:lnTo>
                    <a:lnTo>
                      <a:pt x="1" y="8"/>
                    </a:lnTo>
                    <a:lnTo>
                      <a:pt x="2" y="9"/>
                    </a:lnTo>
                    <a:close/>
                  </a:path>
                </a:pathLst>
              </a:custGeom>
              <a:solidFill>
                <a:srgbClr val="C0C080"/>
              </a:solidFill>
              <a:ln>
                <a:noFill/>
                <a:round/>
              </a:ln>
            </p:spPr>
          </p:sp>
          <p:sp>
            <p:nvSpPr>
              <p:cNvPr id="93520" name=""/>
              <p:cNvSpPr/>
              <p:nvPr/>
            </p:nvSpPr>
            <p:spPr>
              <a:xfrm>
                <a:off x="1684" y="2077"/>
                <a:ext cx="27" cy="6"/>
              </a:xfrm>
              <a:custGeom>
                <a:pathLst>
                  <a:path w="81" h="10">
                    <a:moveTo>
                      <a:pt x="0" y="8"/>
                    </a:moveTo>
                    <a:lnTo>
                      <a:pt x="29" y="8"/>
                    </a:lnTo>
                    <a:lnTo>
                      <a:pt x="29" y="10"/>
                    </a:lnTo>
                    <a:lnTo>
                      <a:pt x="56" y="10"/>
                    </a:lnTo>
                    <a:lnTo>
                      <a:pt x="56" y="8"/>
                    </a:lnTo>
                    <a:lnTo>
                      <a:pt x="81" y="8"/>
                    </a:lnTo>
                    <a:lnTo>
                      <a:pt x="81" y="2"/>
                    </a:lnTo>
                    <a:lnTo>
                      <a:pt x="56" y="2"/>
                    </a:lnTo>
                    <a:lnTo>
                      <a:pt x="56" y="0"/>
                    </a:lnTo>
                    <a:lnTo>
                      <a:pt x="30" y="0"/>
                    </a:lnTo>
                    <a:lnTo>
                      <a:pt x="30" y="1"/>
                    </a:lnTo>
                    <a:lnTo>
                      <a:pt x="0" y="1"/>
                    </a:lnTo>
                    <a:lnTo>
                      <a:pt x="0" y="8"/>
                    </a:lnTo>
                    <a:close/>
                  </a:path>
                </a:pathLst>
              </a:custGeom>
              <a:solidFill>
                <a:srgbClr val="A08060"/>
              </a:solidFill>
              <a:ln>
                <a:noFill/>
                <a:round/>
              </a:ln>
            </p:spPr>
          </p:sp>
          <p:sp>
            <p:nvSpPr>
              <p:cNvPr id="93521" name=""/>
              <p:cNvSpPr/>
              <p:nvPr/>
            </p:nvSpPr>
            <p:spPr>
              <a:xfrm>
                <a:off x="1675" y="2095"/>
                <a:ext cx="43" cy="4"/>
              </a:xfrm>
              <a:prstGeom prst="rect">
                <a:avLst/>
              </a:prstGeom>
              <a:solidFill>
                <a:srgbClr val="505020"/>
              </a:solidFill>
              <a:ln>
                <a:noFill/>
                <a:miter lim="800000"/>
              </a:ln>
            </p:spPr>
          </p:sp>
          <p:sp>
            <p:nvSpPr>
              <p:cNvPr id="93522" name=""/>
              <p:cNvSpPr/>
              <p:nvPr/>
            </p:nvSpPr>
            <p:spPr>
              <a:xfrm>
                <a:off x="1675" y="2095"/>
                <a:ext cx="44" cy="2"/>
              </a:xfrm>
              <a:custGeom>
                <a:pathLst>
                  <a:path w="131" h="5">
                    <a:moveTo>
                      <a:pt x="131" y="0"/>
                    </a:moveTo>
                    <a:lnTo>
                      <a:pt x="130" y="0"/>
                    </a:lnTo>
                    <a:lnTo>
                      <a:pt x="0" y="0"/>
                    </a:lnTo>
                    <a:lnTo>
                      <a:pt x="0" y="5"/>
                    </a:lnTo>
                    <a:lnTo>
                      <a:pt x="130" y="5"/>
                    </a:lnTo>
                    <a:lnTo>
                      <a:pt x="128" y="0"/>
                    </a:lnTo>
                    <a:lnTo>
                      <a:pt x="131" y="0"/>
                    </a:lnTo>
                    <a:lnTo>
                      <a:pt x="130" y="0"/>
                    </a:lnTo>
                    <a:lnTo>
                      <a:pt x="131" y="0"/>
                    </a:lnTo>
                    <a:close/>
                  </a:path>
                </a:pathLst>
              </a:custGeom>
              <a:solidFill>
                <a:srgbClr val="000000"/>
              </a:solidFill>
              <a:ln>
                <a:noFill/>
                <a:round/>
              </a:ln>
            </p:spPr>
          </p:sp>
          <p:sp>
            <p:nvSpPr>
              <p:cNvPr id="93523" name=""/>
              <p:cNvSpPr/>
              <p:nvPr/>
            </p:nvSpPr>
            <p:spPr>
              <a:xfrm>
                <a:off x="1717" y="2095"/>
                <a:ext cx="2" cy="4"/>
              </a:xfrm>
              <a:custGeom>
                <a:pathLst>
                  <a:path w="5" h="8">
                    <a:moveTo>
                      <a:pt x="2" y="8"/>
                    </a:moveTo>
                    <a:lnTo>
                      <a:pt x="5" y="7"/>
                    </a:lnTo>
                    <a:lnTo>
                      <a:pt x="5" y="0"/>
                    </a:lnTo>
                    <a:lnTo>
                      <a:pt x="0" y="0"/>
                    </a:lnTo>
                    <a:lnTo>
                      <a:pt x="0" y="7"/>
                    </a:lnTo>
                    <a:lnTo>
                      <a:pt x="2" y="7"/>
                    </a:lnTo>
                    <a:lnTo>
                      <a:pt x="2" y="8"/>
                    </a:lnTo>
                    <a:lnTo>
                      <a:pt x="5" y="8"/>
                    </a:lnTo>
                    <a:lnTo>
                      <a:pt x="5" y="7"/>
                    </a:lnTo>
                    <a:lnTo>
                      <a:pt x="2" y="8"/>
                    </a:lnTo>
                    <a:close/>
                  </a:path>
                </a:pathLst>
              </a:custGeom>
              <a:solidFill>
                <a:srgbClr val="000000"/>
              </a:solidFill>
              <a:ln>
                <a:noFill/>
                <a:round/>
              </a:ln>
            </p:spPr>
          </p:sp>
          <p:sp>
            <p:nvSpPr>
              <p:cNvPr id="93524" name=""/>
              <p:cNvSpPr/>
              <p:nvPr/>
            </p:nvSpPr>
            <p:spPr>
              <a:xfrm>
                <a:off x="1674" y="2097"/>
                <a:ext cx="44" cy="2"/>
              </a:xfrm>
              <a:custGeom>
                <a:pathLst>
                  <a:path w="132" h="5">
                    <a:moveTo>
                      <a:pt x="0" y="0"/>
                    </a:moveTo>
                    <a:lnTo>
                      <a:pt x="1" y="5"/>
                    </a:lnTo>
                    <a:lnTo>
                      <a:pt x="132" y="5"/>
                    </a:lnTo>
                    <a:lnTo>
                      <a:pt x="132" y="0"/>
                    </a:lnTo>
                    <a:lnTo>
                      <a:pt x="1" y="0"/>
                    </a:lnTo>
                    <a:lnTo>
                      <a:pt x="0" y="0"/>
                    </a:lnTo>
                    <a:lnTo>
                      <a:pt x="0" y="5"/>
                    </a:lnTo>
                    <a:lnTo>
                      <a:pt x="1" y="5"/>
                    </a:lnTo>
                    <a:lnTo>
                      <a:pt x="0" y="0"/>
                    </a:lnTo>
                    <a:close/>
                  </a:path>
                </a:pathLst>
              </a:custGeom>
              <a:solidFill>
                <a:srgbClr val="000000"/>
              </a:solidFill>
              <a:ln>
                <a:noFill/>
                <a:round/>
              </a:ln>
            </p:spPr>
          </p:sp>
          <p:sp>
            <p:nvSpPr>
              <p:cNvPr id="93525" name=""/>
              <p:cNvSpPr/>
              <p:nvPr/>
            </p:nvSpPr>
            <p:spPr>
              <a:xfrm>
                <a:off x="1674" y="2095"/>
                <a:ext cx="1" cy="4"/>
              </a:xfrm>
              <a:custGeom>
                <a:pathLst>
                  <a:path w="3" h="8">
                    <a:moveTo>
                      <a:pt x="3" y="0"/>
                    </a:moveTo>
                    <a:lnTo>
                      <a:pt x="0" y="0"/>
                    </a:lnTo>
                    <a:lnTo>
                      <a:pt x="0" y="8"/>
                    </a:lnTo>
                    <a:lnTo>
                      <a:pt x="3" y="8"/>
                    </a:lnTo>
                    <a:lnTo>
                      <a:pt x="3" y="0"/>
                    </a:lnTo>
                    <a:lnTo>
                      <a:pt x="3" y="2"/>
                    </a:lnTo>
                    <a:lnTo>
                      <a:pt x="3" y="0"/>
                    </a:lnTo>
                    <a:lnTo>
                      <a:pt x="0" y="0"/>
                    </a:lnTo>
                    <a:lnTo>
                      <a:pt x="3" y="0"/>
                    </a:lnTo>
                    <a:close/>
                  </a:path>
                </a:pathLst>
              </a:custGeom>
              <a:solidFill>
                <a:srgbClr val="000000"/>
              </a:solidFill>
              <a:ln>
                <a:noFill/>
                <a:round/>
              </a:ln>
            </p:spPr>
          </p:sp>
          <p:sp>
            <p:nvSpPr>
              <p:cNvPr id="93526" name=""/>
              <p:cNvSpPr/>
              <p:nvPr/>
            </p:nvSpPr>
            <p:spPr>
              <a:xfrm>
                <a:off x="1675" y="2097"/>
                <a:ext cx="44" cy="23"/>
              </a:xfrm>
              <a:custGeom>
                <a:pathLst>
                  <a:path w="131" h="46">
                    <a:moveTo>
                      <a:pt x="2" y="0"/>
                    </a:moveTo>
                    <a:lnTo>
                      <a:pt x="128" y="0"/>
                    </a:lnTo>
                    <a:lnTo>
                      <a:pt x="130" y="0"/>
                    </a:lnTo>
                    <a:lnTo>
                      <a:pt x="131" y="2"/>
                    </a:lnTo>
                    <a:lnTo>
                      <a:pt x="131" y="3"/>
                    </a:lnTo>
                    <a:lnTo>
                      <a:pt x="131" y="43"/>
                    </a:lnTo>
                    <a:lnTo>
                      <a:pt x="131" y="44"/>
                    </a:lnTo>
                    <a:lnTo>
                      <a:pt x="131" y="45"/>
                    </a:lnTo>
                    <a:lnTo>
                      <a:pt x="130" y="45"/>
                    </a:lnTo>
                    <a:lnTo>
                      <a:pt x="130" y="46"/>
                    </a:lnTo>
                    <a:lnTo>
                      <a:pt x="128" y="46"/>
                    </a:lnTo>
                    <a:lnTo>
                      <a:pt x="2" y="46"/>
                    </a:lnTo>
                    <a:lnTo>
                      <a:pt x="1" y="46"/>
                    </a:lnTo>
                    <a:lnTo>
                      <a:pt x="0" y="46"/>
                    </a:lnTo>
                    <a:lnTo>
                      <a:pt x="0" y="45"/>
                    </a:lnTo>
                    <a:lnTo>
                      <a:pt x="0" y="44"/>
                    </a:lnTo>
                    <a:lnTo>
                      <a:pt x="0" y="43"/>
                    </a:lnTo>
                    <a:lnTo>
                      <a:pt x="0" y="3"/>
                    </a:lnTo>
                    <a:lnTo>
                      <a:pt x="0" y="2"/>
                    </a:lnTo>
                    <a:lnTo>
                      <a:pt x="0" y="0"/>
                    </a:lnTo>
                    <a:lnTo>
                      <a:pt x="2" y="0"/>
                    </a:lnTo>
                    <a:close/>
                  </a:path>
                </a:pathLst>
              </a:custGeom>
              <a:solidFill>
                <a:srgbClr val="C0C080"/>
              </a:solidFill>
              <a:ln>
                <a:noFill/>
                <a:round/>
              </a:ln>
            </p:spPr>
          </p:sp>
          <p:sp>
            <p:nvSpPr>
              <p:cNvPr id="93527" name=""/>
              <p:cNvSpPr/>
              <p:nvPr/>
            </p:nvSpPr>
            <p:spPr>
              <a:xfrm>
                <a:off x="1685" y="2100"/>
                <a:ext cx="18" cy="18"/>
              </a:xfrm>
              <a:custGeom>
                <a:pathLst>
                  <a:path w="54" h="38">
                    <a:moveTo>
                      <a:pt x="3" y="0"/>
                    </a:moveTo>
                    <a:lnTo>
                      <a:pt x="50" y="0"/>
                    </a:lnTo>
                    <a:lnTo>
                      <a:pt x="51" y="0"/>
                    </a:lnTo>
                    <a:lnTo>
                      <a:pt x="53" y="1"/>
                    </a:lnTo>
                    <a:lnTo>
                      <a:pt x="53" y="3"/>
                    </a:lnTo>
                    <a:lnTo>
                      <a:pt x="54" y="4"/>
                    </a:lnTo>
                    <a:lnTo>
                      <a:pt x="54" y="5"/>
                    </a:lnTo>
                    <a:lnTo>
                      <a:pt x="54" y="34"/>
                    </a:lnTo>
                    <a:lnTo>
                      <a:pt x="53" y="35"/>
                    </a:lnTo>
                    <a:lnTo>
                      <a:pt x="53" y="37"/>
                    </a:lnTo>
                    <a:lnTo>
                      <a:pt x="53" y="38"/>
                    </a:lnTo>
                    <a:lnTo>
                      <a:pt x="51" y="38"/>
                    </a:lnTo>
                    <a:lnTo>
                      <a:pt x="50" y="38"/>
                    </a:lnTo>
                    <a:lnTo>
                      <a:pt x="3" y="38"/>
                    </a:lnTo>
                    <a:lnTo>
                      <a:pt x="2" y="38"/>
                    </a:lnTo>
                    <a:lnTo>
                      <a:pt x="1" y="37"/>
                    </a:lnTo>
                    <a:lnTo>
                      <a:pt x="0" y="35"/>
                    </a:lnTo>
                    <a:lnTo>
                      <a:pt x="0" y="34"/>
                    </a:lnTo>
                    <a:lnTo>
                      <a:pt x="0" y="5"/>
                    </a:lnTo>
                    <a:lnTo>
                      <a:pt x="0" y="4"/>
                    </a:lnTo>
                    <a:lnTo>
                      <a:pt x="1" y="3"/>
                    </a:lnTo>
                    <a:lnTo>
                      <a:pt x="1" y="1"/>
                    </a:lnTo>
                    <a:lnTo>
                      <a:pt x="2" y="0"/>
                    </a:lnTo>
                    <a:lnTo>
                      <a:pt x="3" y="0"/>
                    </a:lnTo>
                    <a:close/>
                  </a:path>
                </a:pathLst>
              </a:custGeom>
              <a:solidFill>
                <a:srgbClr val="00DFCA"/>
              </a:solidFill>
              <a:ln>
                <a:noFill/>
                <a:round/>
              </a:ln>
            </p:spPr>
          </p:sp>
          <p:sp>
            <p:nvSpPr>
              <p:cNvPr id="93528" name=""/>
              <p:cNvSpPr/>
              <p:nvPr/>
            </p:nvSpPr>
            <p:spPr>
              <a:xfrm>
                <a:off x="1687" y="2100"/>
                <a:ext cx="30" cy="15"/>
              </a:xfrm>
              <a:custGeom>
                <a:pathLst>
                  <a:path w="90" h="31">
                    <a:moveTo>
                      <a:pt x="0" y="0"/>
                    </a:moveTo>
                    <a:lnTo>
                      <a:pt x="90" y="0"/>
                    </a:lnTo>
                    <a:lnTo>
                      <a:pt x="90" y="21"/>
                    </a:lnTo>
                    <a:lnTo>
                      <a:pt x="12" y="21"/>
                    </a:lnTo>
                    <a:lnTo>
                      <a:pt x="12" y="31"/>
                    </a:lnTo>
                    <a:lnTo>
                      <a:pt x="0" y="31"/>
                    </a:lnTo>
                    <a:lnTo>
                      <a:pt x="0" y="0"/>
                    </a:lnTo>
                    <a:close/>
                  </a:path>
                </a:pathLst>
              </a:custGeom>
              <a:solidFill>
                <a:srgbClr val="404010"/>
              </a:solidFill>
              <a:ln>
                <a:noFill/>
                <a:round/>
              </a:ln>
            </p:spPr>
          </p:sp>
          <p:sp>
            <p:nvSpPr>
              <p:cNvPr id="93529" name=""/>
              <p:cNvSpPr/>
              <p:nvPr/>
            </p:nvSpPr>
            <p:spPr>
              <a:xfrm>
                <a:off x="1675" y="2092"/>
                <a:ext cx="44" cy="5"/>
              </a:xfrm>
              <a:prstGeom prst="rect">
                <a:avLst/>
              </a:prstGeom>
              <a:solidFill>
                <a:srgbClr val="C0C080"/>
              </a:solidFill>
              <a:ln>
                <a:noFill/>
                <a:miter lim="800000"/>
              </a:ln>
            </p:spPr>
          </p:sp>
          <p:sp>
            <p:nvSpPr>
              <p:cNvPr id="93530" name=""/>
              <p:cNvSpPr/>
              <p:nvPr/>
            </p:nvSpPr>
            <p:spPr>
              <a:xfrm>
                <a:off x="1673" y="2049"/>
                <a:ext cx="47" cy="4"/>
              </a:xfrm>
              <a:custGeom>
                <a:pathLst>
                  <a:path w="140" h="9">
                    <a:moveTo>
                      <a:pt x="3" y="0"/>
                    </a:moveTo>
                    <a:lnTo>
                      <a:pt x="138" y="0"/>
                    </a:lnTo>
                    <a:lnTo>
                      <a:pt x="139" y="0"/>
                    </a:lnTo>
                    <a:lnTo>
                      <a:pt x="140" y="3"/>
                    </a:lnTo>
                    <a:lnTo>
                      <a:pt x="140" y="7"/>
                    </a:lnTo>
                    <a:lnTo>
                      <a:pt x="138" y="9"/>
                    </a:lnTo>
                    <a:lnTo>
                      <a:pt x="3" y="9"/>
                    </a:lnTo>
                    <a:lnTo>
                      <a:pt x="2" y="7"/>
                    </a:lnTo>
                    <a:lnTo>
                      <a:pt x="0" y="5"/>
                    </a:lnTo>
                    <a:lnTo>
                      <a:pt x="0" y="2"/>
                    </a:lnTo>
                    <a:lnTo>
                      <a:pt x="3" y="0"/>
                    </a:lnTo>
                    <a:close/>
                  </a:path>
                </a:pathLst>
              </a:custGeom>
              <a:solidFill>
                <a:srgbClr val="E0D0A0"/>
              </a:solidFill>
              <a:ln>
                <a:noFill/>
                <a:round/>
              </a:ln>
            </p:spPr>
          </p:sp>
          <p:sp>
            <p:nvSpPr>
              <p:cNvPr id="93531" name=""/>
              <p:cNvSpPr/>
              <p:nvPr/>
            </p:nvSpPr>
            <p:spPr>
              <a:xfrm>
                <a:off x="1677" y="2064"/>
                <a:ext cx="9" cy="3"/>
              </a:xfrm>
              <a:custGeom>
                <a:pathLst>
                  <a:path w="27" h="6">
                    <a:moveTo>
                      <a:pt x="1" y="0"/>
                    </a:moveTo>
                    <a:lnTo>
                      <a:pt x="27" y="0"/>
                    </a:lnTo>
                    <a:lnTo>
                      <a:pt x="27" y="2"/>
                    </a:lnTo>
                    <a:lnTo>
                      <a:pt x="27" y="6"/>
                    </a:lnTo>
                    <a:lnTo>
                      <a:pt x="1" y="6"/>
                    </a:lnTo>
                    <a:lnTo>
                      <a:pt x="0" y="3"/>
                    </a:lnTo>
                    <a:lnTo>
                      <a:pt x="0" y="0"/>
                    </a:lnTo>
                    <a:lnTo>
                      <a:pt x="1" y="0"/>
                    </a:lnTo>
                    <a:close/>
                  </a:path>
                </a:pathLst>
              </a:custGeom>
              <a:solidFill>
                <a:srgbClr val="E0E0B0"/>
              </a:solidFill>
              <a:ln>
                <a:noFill/>
                <a:round/>
              </a:ln>
            </p:spPr>
          </p:sp>
          <p:sp>
            <p:nvSpPr>
              <p:cNvPr id="93532" name=""/>
              <p:cNvSpPr/>
              <p:nvPr/>
            </p:nvSpPr>
            <p:spPr>
              <a:xfrm>
                <a:off x="1685" y="2065"/>
                <a:ext cx="18" cy="2"/>
              </a:xfrm>
              <a:custGeom>
                <a:pathLst>
                  <a:path w="55" h="5">
                    <a:moveTo>
                      <a:pt x="0" y="0"/>
                    </a:moveTo>
                    <a:lnTo>
                      <a:pt x="55" y="0"/>
                    </a:lnTo>
                    <a:lnTo>
                      <a:pt x="0" y="5"/>
                    </a:lnTo>
                    <a:lnTo>
                      <a:pt x="0" y="0"/>
                    </a:lnTo>
                    <a:close/>
                  </a:path>
                </a:pathLst>
              </a:custGeom>
              <a:solidFill>
                <a:srgbClr val="E0E0B0"/>
              </a:solidFill>
              <a:ln>
                <a:noFill/>
                <a:round/>
              </a:ln>
            </p:spPr>
          </p:sp>
          <p:sp>
            <p:nvSpPr>
              <p:cNvPr id="93533" name=""/>
              <p:cNvSpPr/>
              <p:nvPr/>
            </p:nvSpPr>
            <p:spPr>
              <a:xfrm>
                <a:off x="1703" y="2064"/>
                <a:ext cx="14" cy="3"/>
              </a:xfrm>
              <a:custGeom>
                <a:pathLst>
                  <a:path w="43" h="6">
                    <a:moveTo>
                      <a:pt x="1" y="0"/>
                    </a:moveTo>
                    <a:lnTo>
                      <a:pt x="42" y="0"/>
                    </a:lnTo>
                    <a:lnTo>
                      <a:pt x="43" y="2"/>
                    </a:lnTo>
                    <a:lnTo>
                      <a:pt x="42" y="6"/>
                    </a:lnTo>
                    <a:lnTo>
                      <a:pt x="1" y="6"/>
                    </a:lnTo>
                    <a:lnTo>
                      <a:pt x="0" y="2"/>
                    </a:lnTo>
                    <a:lnTo>
                      <a:pt x="1" y="0"/>
                    </a:lnTo>
                    <a:close/>
                  </a:path>
                </a:pathLst>
              </a:custGeom>
              <a:solidFill>
                <a:srgbClr val="E0E0B0"/>
              </a:solidFill>
              <a:ln>
                <a:noFill/>
                <a:round/>
              </a:ln>
            </p:spPr>
          </p:sp>
          <p:sp>
            <p:nvSpPr>
              <p:cNvPr id="93534" name=""/>
              <p:cNvSpPr/>
              <p:nvPr/>
            </p:nvSpPr>
            <p:spPr>
              <a:xfrm>
                <a:off x="1686" y="2066"/>
                <a:ext cx="17" cy="5"/>
              </a:xfrm>
              <a:custGeom>
                <a:pathLst>
                  <a:path w="53" h="11">
                    <a:moveTo>
                      <a:pt x="0" y="0"/>
                    </a:moveTo>
                    <a:lnTo>
                      <a:pt x="52" y="0"/>
                    </a:lnTo>
                    <a:lnTo>
                      <a:pt x="53" y="2"/>
                    </a:lnTo>
                    <a:lnTo>
                      <a:pt x="53" y="10"/>
                    </a:lnTo>
                    <a:lnTo>
                      <a:pt x="52" y="11"/>
                    </a:lnTo>
                    <a:lnTo>
                      <a:pt x="0" y="11"/>
                    </a:lnTo>
                    <a:lnTo>
                      <a:pt x="0" y="10"/>
                    </a:lnTo>
                    <a:lnTo>
                      <a:pt x="0" y="2"/>
                    </a:lnTo>
                    <a:lnTo>
                      <a:pt x="0" y="0"/>
                    </a:lnTo>
                    <a:close/>
                  </a:path>
                </a:pathLst>
              </a:custGeom>
              <a:solidFill>
                <a:srgbClr val="00DFCA"/>
              </a:solidFill>
              <a:ln>
                <a:noFill/>
                <a:round/>
              </a:ln>
            </p:spPr>
          </p:sp>
          <p:sp>
            <p:nvSpPr>
              <p:cNvPr id="93535" name=""/>
              <p:cNvSpPr/>
              <p:nvPr/>
            </p:nvSpPr>
            <p:spPr>
              <a:xfrm>
                <a:off x="1709" y="2058"/>
                <a:ext cx="5" cy="1"/>
              </a:xfrm>
              <a:prstGeom prst="rect">
                <a:avLst/>
              </a:prstGeom>
              <a:solidFill>
                <a:srgbClr val="F0E0C0"/>
              </a:solidFill>
              <a:ln>
                <a:noFill/>
                <a:miter lim="800000"/>
              </a:ln>
            </p:spPr>
          </p:sp>
          <p:sp>
            <p:nvSpPr>
              <p:cNvPr id="93536" name=""/>
              <p:cNvSpPr/>
              <p:nvPr/>
            </p:nvSpPr>
            <p:spPr>
              <a:xfrm>
                <a:off x="1706" y="2058"/>
                <a:ext cx="8" cy="7"/>
              </a:xfrm>
              <a:custGeom>
                <a:pathLst>
                  <a:path w="24" h="15">
                    <a:moveTo>
                      <a:pt x="7" y="0"/>
                    </a:moveTo>
                    <a:lnTo>
                      <a:pt x="0" y="13"/>
                    </a:lnTo>
                    <a:lnTo>
                      <a:pt x="0" y="15"/>
                    </a:lnTo>
                    <a:lnTo>
                      <a:pt x="19" y="15"/>
                    </a:lnTo>
                    <a:lnTo>
                      <a:pt x="24" y="7"/>
                    </a:lnTo>
                    <a:lnTo>
                      <a:pt x="8" y="7"/>
                    </a:lnTo>
                    <a:lnTo>
                      <a:pt x="7" y="0"/>
                    </a:lnTo>
                    <a:close/>
                  </a:path>
                </a:pathLst>
              </a:custGeom>
              <a:solidFill>
                <a:srgbClr val="808060"/>
              </a:solidFill>
              <a:ln>
                <a:noFill/>
                <a:round/>
              </a:ln>
            </p:spPr>
          </p:sp>
          <p:sp>
            <p:nvSpPr>
              <p:cNvPr id="93537" name=""/>
              <p:cNvSpPr/>
              <p:nvPr/>
            </p:nvSpPr>
            <p:spPr>
              <a:xfrm>
                <a:off x="1686" y="2066"/>
                <a:ext cx="3" cy="4"/>
              </a:xfrm>
              <a:custGeom>
                <a:pathLst>
                  <a:path w="8" h="8">
                    <a:moveTo>
                      <a:pt x="1" y="0"/>
                    </a:moveTo>
                    <a:lnTo>
                      <a:pt x="7" y="0"/>
                    </a:lnTo>
                    <a:lnTo>
                      <a:pt x="8" y="0"/>
                    </a:lnTo>
                    <a:lnTo>
                      <a:pt x="8" y="2"/>
                    </a:lnTo>
                    <a:lnTo>
                      <a:pt x="8" y="6"/>
                    </a:lnTo>
                    <a:lnTo>
                      <a:pt x="8" y="8"/>
                    </a:lnTo>
                    <a:lnTo>
                      <a:pt x="1" y="8"/>
                    </a:lnTo>
                    <a:lnTo>
                      <a:pt x="0" y="6"/>
                    </a:lnTo>
                    <a:lnTo>
                      <a:pt x="0" y="2"/>
                    </a:lnTo>
                    <a:lnTo>
                      <a:pt x="0" y="0"/>
                    </a:lnTo>
                    <a:lnTo>
                      <a:pt x="1" y="0"/>
                    </a:lnTo>
                    <a:close/>
                  </a:path>
                </a:pathLst>
              </a:custGeom>
              <a:solidFill>
                <a:srgbClr val="A0A070"/>
              </a:solidFill>
              <a:ln>
                <a:noFill/>
                <a:round/>
              </a:ln>
            </p:spPr>
          </p:sp>
          <p:sp>
            <p:nvSpPr>
              <p:cNvPr id="93538" name=""/>
              <p:cNvSpPr/>
              <p:nvPr/>
            </p:nvSpPr>
            <p:spPr>
              <a:xfrm>
                <a:off x="1686" y="2066"/>
                <a:ext cx="3" cy="4"/>
              </a:xfrm>
              <a:custGeom>
                <a:pathLst>
                  <a:path w="8" h="7">
                    <a:moveTo>
                      <a:pt x="4" y="0"/>
                    </a:moveTo>
                    <a:lnTo>
                      <a:pt x="7" y="0"/>
                    </a:lnTo>
                    <a:lnTo>
                      <a:pt x="8" y="0"/>
                    </a:lnTo>
                    <a:lnTo>
                      <a:pt x="8" y="3"/>
                    </a:lnTo>
                    <a:lnTo>
                      <a:pt x="8" y="7"/>
                    </a:lnTo>
                    <a:lnTo>
                      <a:pt x="4" y="7"/>
                    </a:lnTo>
                    <a:lnTo>
                      <a:pt x="1" y="7"/>
                    </a:lnTo>
                    <a:lnTo>
                      <a:pt x="0" y="7"/>
                    </a:lnTo>
                    <a:lnTo>
                      <a:pt x="0" y="3"/>
                    </a:lnTo>
                    <a:lnTo>
                      <a:pt x="1" y="3"/>
                    </a:lnTo>
                    <a:lnTo>
                      <a:pt x="1" y="0"/>
                    </a:lnTo>
                    <a:lnTo>
                      <a:pt x="4" y="0"/>
                    </a:lnTo>
                    <a:close/>
                  </a:path>
                </a:pathLst>
              </a:custGeom>
              <a:solidFill>
                <a:srgbClr val="A0FF00"/>
              </a:solidFill>
              <a:ln>
                <a:noFill/>
                <a:round/>
              </a:ln>
            </p:spPr>
          </p:sp>
          <p:sp>
            <p:nvSpPr>
              <p:cNvPr id="93539" name=""/>
              <p:cNvSpPr/>
              <p:nvPr/>
            </p:nvSpPr>
            <p:spPr>
              <a:xfrm>
                <a:off x="1687" y="2066"/>
                <a:ext cx="1" cy="3"/>
              </a:xfrm>
              <a:custGeom>
                <a:pathLst>
                  <a:path w="2" h="6">
                    <a:moveTo>
                      <a:pt x="2" y="0"/>
                    </a:moveTo>
                    <a:lnTo>
                      <a:pt x="2" y="6"/>
                    </a:lnTo>
                    <a:lnTo>
                      <a:pt x="0" y="6"/>
                    </a:lnTo>
                    <a:lnTo>
                      <a:pt x="2" y="0"/>
                    </a:lnTo>
                    <a:close/>
                  </a:path>
                </a:pathLst>
              </a:custGeom>
              <a:solidFill>
                <a:srgbClr val="FFFFFF"/>
              </a:solidFill>
              <a:ln>
                <a:noFill/>
                <a:round/>
              </a:ln>
            </p:spPr>
          </p:sp>
          <p:sp>
            <p:nvSpPr>
              <p:cNvPr id="93540" name=""/>
              <p:cNvSpPr/>
              <p:nvPr/>
            </p:nvSpPr>
            <p:spPr>
              <a:xfrm>
                <a:off x="1680" y="2051"/>
                <a:ext cx="3" cy="2"/>
              </a:xfrm>
              <a:custGeom>
                <a:pathLst>
                  <a:path w="9" h="6">
                    <a:moveTo>
                      <a:pt x="2" y="0"/>
                    </a:moveTo>
                    <a:lnTo>
                      <a:pt x="7" y="0"/>
                    </a:lnTo>
                    <a:lnTo>
                      <a:pt x="9" y="0"/>
                    </a:lnTo>
                    <a:lnTo>
                      <a:pt x="9" y="2"/>
                    </a:lnTo>
                    <a:lnTo>
                      <a:pt x="9" y="4"/>
                    </a:lnTo>
                    <a:lnTo>
                      <a:pt x="7" y="6"/>
                    </a:lnTo>
                    <a:lnTo>
                      <a:pt x="2" y="6"/>
                    </a:lnTo>
                    <a:lnTo>
                      <a:pt x="0" y="4"/>
                    </a:lnTo>
                    <a:lnTo>
                      <a:pt x="0" y="2"/>
                    </a:lnTo>
                    <a:lnTo>
                      <a:pt x="0" y="0"/>
                    </a:lnTo>
                    <a:lnTo>
                      <a:pt x="2" y="0"/>
                    </a:lnTo>
                    <a:close/>
                  </a:path>
                </a:pathLst>
              </a:custGeom>
              <a:solidFill>
                <a:srgbClr val="A0A070"/>
              </a:solidFill>
              <a:ln>
                <a:noFill/>
                <a:round/>
              </a:ln>
            </p:spPr>
          </p:sp>
          <p:sp>
            <p:nvSpPr>
              <p:cNvPr id="93541" name=""/>
              <p:cNvSpPr/>
              <p:nvPr/>
            </p:nvSpPr>
            <p:spPr>
              <a:xfrm>
                <a:off x="1680" y="2051"/>
                <a:ext cx="3" cy="2"/>
              </a:xfrm>
              <a:custGeom>
                <a:pathLst>
                  <a:path w="9" h="6">
                    <a:moveTo>
                      <a:pt x="2" y="0"/>
                    </a:moveTo>
                    <a:lnTo>
                      <a:pt x="7" y="0"/>
                    </a:lnTo>
                    <a:lnTo>
                      <a:pt x="9" y="2"/>
                    </a:lnTo>
                    <a:lnTo>
                      <a:pt x="9" y="4"/>
                    </a:lnTo>
                    <a:lnTo>
                      <a:pt x="7" y="4"/>
                    </a:lnTo>
                    <a:lnTo>
                      <a:pt x="7" y="6"/>
                    </a:lnTo>
                    <a:lnTo>
                      <a:pt x="2" y="6"/>
                    </a:lnTo>
                    <a:lnTo>
                      <a:pt x="2" y="4"/>
                    </a:lnTo>
                    <a:lnTo>
                      <a:pt x="0" y="4"/>
                    </a:lnTo>
                    <a:lnTo>
                      <a:pt x="0" y="2"/>
                    </a:lnTo>
                    <a:lnTo>
                      <a:pt x="2" y="2"/>
                    </a:lnTo>
                    <a:lnTo>
                      <a:pt x="2" y="0"/>
                    </a:lnTo>
                    <a:close/>
                  </a:path>
                </a:pathLst>
              </a:custGeom>
              <a:solidFill>
                <a:srgbClr val="A0FF00"/>
              </a:solidFill>
              <a:ln>
                <a:noFill/>
                <a:round/>
              </a:ln>
            </p:spPr>
          </p:sp>
          <p:sp>
            <p:nvSpPr>
              <p:cNvPr id="93542" name=""/>
              <p:cNvSpPr/>
              <p:nvPr/>
            </p:nvSpPr>
            <p:spPr>
              <a:xfrm>
                <a:off x="1708" y="2051"/>
                <a:ext cx="3" cy="2"/>
              </a:xfrm>
              <a:custGeom>
                <a:pathLst>
                  <a:path w="9" h="6">
                    <a:moveTo>
                      <a:pt x="1" y="0"/>
                    </a:moveTo>
                    <a:lnTo>
                      <a:pt x="5" y="0"/>
                    </a:lnTo>
                    <a:lnTo>
                      <a:pt x="8" y="0"/>
                    </a:lnTo>
                    <a:lnTo>
                      <a:pt x="9" y="2"/>
                    </a:lnTo>
                    <a:lnTo>
                      <a:pt x="8" y="4"/>
                    </a:lnTo>
                    <a:lnTo>
                      <a:pt x="8" y="6"/>
                    </a:lnTo>
                    <a:lnTo>
                      <a:pt x="1" y="6"/>
                    </a:lnTo>
                    <a:lnTo>
                      <a:pt x="1" y="4"/>
                    </a:lnTo>
                    <a:lnTo>
                      <a:pt x="0" y="4"/>
                    </a:lnTo>
                    <a:lnTo>
                      <a:pt x="0" y="2"/>
                    </a:lnTo>
                    <a:lnTo>
                      <a:pt x="1" y="0"/>
                    </a:lnTo>
                    <a:close/>
                  </a:path>
                </a:pathLst>
              </a:custGeom>
              <a:solidFill>
                <a:srgbClr val="A0A070"/>
              </a:solidFill>
              <a:ln>
                <a:noFill/>
                <a:round/>
              </a:ln>
            </p:spPr>
          </p:sp>
          <p:sp>
            <p:nvSpPr>
              <p:cNvPr id="93543" name=""/>
              <p:cNvSpPr/>
              <p:nvPr/>
            </p:nvSpPr>
            <p:spPr>
              <a:xfrm>
                <a:off x="1708" y="2051"/>
                <a:ext cx="3" cy="2"/>
              </a:xfrm>
              <a:custGeom>
                <a:pathLst>
                  <a:path w="8" h="6">
                    <a:moveTo>
                      <a:pt x="0" y="0"/>
                    </a:moveTo>
                    <a:lnTo>
                      <a:pt x="5" y="0"/>
                    </a:lnTo>
                    <a:lnTo>
                      <a:pt x="8" y="0"/>
                    </a:lnTo>
                    <a:lnTo>
                      <a:pt x="8" y="4"/>
                    </a:lnTo>
                    <a:lnTo>
                      <a:pt x="8" y="6"/>
                    </a:lnTo>
                    <a:lnTo>
                      <a:pt x="5" y="6"/>
                    </a:lnTo>
                    <a:lnTo>
                      <a:pt x="0" y="6"/>
                    </a:lnTo>
                    <a:lnTo>
                      <a:pt x="0" y="4"/>
                    </a:lnTo>
                    <a:lnTo>
                      <a:pt x="0" y="0"/>
                    </a:lnTo>
                    <a:close/>
                  </a:path>
                </a:pathLst>
              </a:custGeom>
              <a:solidFill>
                <a:srgbClr val="A0FF00"/>
              </a:solidFill>
              <a:ln>
                <a:noFill/>
                <a:round/>
              </a:ln>
            </p:spPr>
          </p:sp>
          <p:sp>
            <p:nvSpPr>
              <p:cNvPr id="93544" name=""/>
              <p:cNvSpPr/>
              <p:nvPr/>
            </p:nvSpPr>
            <p:spPr>
              <a:xfrm>
                <a:off x="1708" y="2051"/>
                <a:ext cx="1" cy="1"/>
              </a:xfrm>
              <a:prstGeom prst="rect">
                <a:avLst/>
              </a:prstGeom>
              <a:solidFill>
                <a:srgbClr val="FFFFFF"/>
              </a:solidFill>
              <a:ln>
                <a:noFill/>
                <a:miter lim="800000"/>
              </a:ln>
            </p:spPr>
          </p:sp>
          <p:sp>
            <p:nvSpPr>
              <p:cNvPr id="93545" name=""/>
              <p:cNvSpPr/>
              <p:nvPr/>
            </p:nvSpPr>
            <p:spPr>
              <a:xfrm>
                <a:off x="1686" y="2085"/>
                <a:ext cx="3" cy="4"/>
              </a:xfrm>
              <a:custGeom>
                <a:pathLst>
                  <a:path w="8" h="8">
                    <a:moveTo>
                      <a:pt x="1" y="0"/>
                    </a:moveTo>
                    <a:lnTo>
                      <a:pt x="7" y="0"/>
                    </a:lnTo>
                    <a:lnTo>
                      <a:pt x="8" y="2"/>
                    </a:lnTo>
                    <a:lnTo>
                      <a:pt x="8" y="5"/>
                    </a:lnTo>
                    <a:lnTo>
                      <a:pt x="8" y="6"/>
                    </a:lnTo>
                    <a:lnTo>
                      <a:pt x="8" y="8"/>
                    </a:lnTo>
                    <a:lnTo>
                      <a:pt x="1" y="8"/>
                    </a:lnTo>
                    <a:lnTo>
                      <a:pt x="1" y="6"/>
                    </a:lnTo>
                    <a:lnTo>
                      <a:pt x="0" y="6"/>
                    </a:lnTo>
                    <a:lnTo>
                      <a:pt x="0" y="5"/>
                    </a:lnTo>
                    <a:lnTo>
                      <a:pt x="0" y="2"/>
                    </a:lnTo>
                    <a:lnTo>
                      <a:pt x="1" y="2"/>
                    </a:lnTo>
                    <a:lnTo>
                      <a:pt x="1" y="0"/>
                    </a:lnTo>
                    <a:close/>
                  </a:path>
                </a:pathLst>
              </a:custGeom>
              <a:solidFill>
                <a:srgbClr val="A0A070"/>
              </a:solidFill>
              <a:ln>
                <a:noFill/>
                <a:round/>
              </a:ln>
            </p:spPr>
          </p:sp>
          <p:sp>
            <p:nvSpPr>
              <p:cNvPr id="93546" name=""/>
              <p:cNvSpPr/>
              <p:nvPr/>
            </p:nvSpPr>
            <p:spPr>
              <a:xfrm>
                <a:off x="1686" y="2086"/>
                <a:ext cx="3" cy="3"/>
              </a:xfrm>
              <a:custGeom>
                <a:pathLst>
                  <a:path w="8" h="6">
                    <a:moveTo>
                      <a:pt x="4" y="0"/>
                    </a:moveTo>
                    <a:lnTo>
                      <a:pt x="7" y="0"/>
                    </a:lnTo>
                    <a:lnTo>
                      <a:pt x="8" y="0"/>
                    </a:lnTo>
                    <a:lnTo>
                      <a:pt x="8" y="4"/>
                    </a:lnTo>
                    <a:lnTo>
                      <a:pt x="8" y="6"/>
                    </a:lnTo>
                    <a:lnTo>
                      <a:pt x="4" y="6"/>
                    </a:lnTo>
                    <a:lnTo>
                      <a:pt x="1" y="6"/>
                    </a:lnTo>
                    <a:lnTo>
                      <a:pt x="0" y="6"/>
                    </a:lnTo>
                    <a:lnTo>
                      <a:pt x="0" y="4"/>
                    </a:lnTo>
                    <a:lnTo>
                      <a:pt x="1" y="0"/>
                    </a:lnTo>
                    <a:lnTo>
                      <a:pt x="4" y="0"/>
                    </a:lnTo>
                    <a:close/>
                  </a:path>
                </a:pathLst>
              </a:custGeom>
              <a:solidFill>
                <a:srgbClr val="A0FF00"/>
              </a:solidFill>
              <a:ln>
                <a:noFill/>
                <a:round/>
              </a:ln>
            </p:spPr>
          </p:sp>
          <p:sp>
            <p:nvSpPr>
              <p:cNvPr id="93547" name=""/>
              <p:cNvSpPr/>
              <p:nvPr/>
            </p:nvSpPr>
            <p:spPr>
              <a:xfrm>
                <a:off x="1687" y="2086"/>
                <a:ext cx="1" cy="2"/>
              </a:xfrm>
              <a:custGeom>
                <a:pathLst>
                  <a:path w="2" h="5">
                    <a:moveTo>
                      <a:pt x="2" y="0"/>
                    </a:moveTo>
                    <a:lnTo>
                      <a:pt x="2" y="5"/>
                    </a:lnTo>
                    <a:lnTo>
                      <a:pt x="0" y="5"/>
                    </a:lnTo>
                    <a:lnTo>
                      <a:pt x="2" y="0"/>
                    </a:lnTo>
                    <a:close/>
                  </a:path>
                </a:pathLst>
              </a:custGeom>
              <a:solidFill>
                <a:srgbClr val="FFFFFF"/>
              </a:solidFill>
              <a:ln>
                <a:noFill/>
                <a:round/>
              </a:ln>
            </p:spPr>
          </p:sp>
          <p:sp>
            <p:nvSpPr>
              <p:cNvPr id="93548" name=""/>
              <p:cNvSpPr/>
              <p:nvPr/>
            </p:nvSpPr>
            <p:spPr>
              <a:xfrm>
                <a:off x="1677" y="2114"/>
                <a:ext cx="3" cy="4"/>
              </a:xfrm>
              <a:custGeom>
                <a:pathLst>
                  <a:path w="9" h="7">
                    <a:moveTo>
                      <a:pt x="3" y="0"/>
                    </a:moveTo>
                    <a:lnTo>
                      <a:pt x="8" y="0"/>
                    </a:lnTo>
                    <a:lnTo>
                      <a:pt x="8" y="2"/>
                    </a:lnTo>
                    <a:lnTo>
                      <a:pt x="9" y="2"/>
                    </a:lnTo>
                    <a:lnTo>
                      <a:pt x="9" y="3"/>
                    </a:lnTo>
                    <a:lnTo>
                      <a:pt x="8" y="5"/>
                    </a:lnTo>
                    <a:lnTo>
                      <a:pt x="8" y="7"/>
                    </a:lnTo>
                    <a:lnTo>
                      <a:pt x="3" y="7"/>
                    </a:lnTo>
                    <a:lnTo>
                      <a:pt x="1" y="7"/>
                    </a:lnTo>
                    <a:lnTo>
                      <a:pt x="1" y="5"/>
                    </a:lnTo>
                    <a:lnTo>
                      <a:pt x="0" y="5"/>
                    </a:lnTo>
                    <a:lnTo>
                      <a:pt x="0" y="3"/>
                    </a:lnTo>
                    <a:lnTo>
                      <a:pt x="1" y="2"/>
                    </a:lnTo>
                    <a:lnTo>
                      <a:pt x="1" y="0"/>
                    </a:lnTo>
                    <a:lnTo>
                      <a:pt x="3" y="0"/>
                    </a:lnTo>
                    <a:close/>
                  </a:path>
                </a:pathLst>
              </a:custGeom>
              <a:solidFill>
                <a:srgbClr val="A0A070"/>
              </a:solidFill>
              <a:ln>
                <a:noFill/>
                <a:round/>
              </a:ln>
            </p:spPr>
          </p:sp>
          <p:sp>
            <p:nvSpPr>
              <p:cNvPr id="93549" name=""/>
              <p:cNvSpPr/>
              <p:nvPr/>
            </p:nvSpPr>
            <p:spPr>
              <a:xfrm>
                <a:off x="1678" y="2115"/>
                <a:ext cx="2" cy="2"/>
              </a:xfrm>
              <a:custGeom>
                <a:pathLst>
                  <a:path w="6" h="4">
                    <a:moveTo>
                      <a:pt x="0" y="0"/>
                    </a:moveTo>
                    <a:lnTo>
                      <a:pt x="0" y="4"/>
                    </a:lnTo>
                    <a:lnTo>
                      <a:pt x="6" y="4"/>
                    </a:lnTo>
                    <a:lnTo>
                      <a:pt x="0" y="0"/>
                    </a:lnTo>
                    <a:close/>
                  </a:path>
                </a:pathLst>
              </a:custGeom>
              <a:solidFill>
                <a:srgbClr val="A0FF00"/>
              </a:solidFill>
              <a:ln>
                <a:noFill/>
                <a:round/>
              </a:ln>
            </p:spPr>
          </p:sp>
          <p:sp>
            <p:nvSpPr>
              <p:cNvPr id="93550" name=""/>
              <p:cNvSpPr/>
              <p:nvPr/>
            </p:nvSpPr>
            <p:spPr>
              <a:xfrm>
                <a:off x="1678" y="2115"/>
                <a:ext cx="2" cy="2"/>
              </a:xfrm>
              <a:custGeom>
                <a:pathLst>
                  <a:path w="6" h="4">
                    <a:moveTo>
                      <a:pt x="0" y="0"/>
                    </a:moveTo>
                    <a:lnTo>
                      <a:pt x="0" y="4"/>
                    </a:lnTo>
                    <a:lnTo>
                      <a:pt x="6" y="4"/>
                    </a:lnTo>
                    <a:lnTo>
                      <a:pt x="0" y="0"/>
                    </a:lnTo>
                    <a:close/>
                  </a:path>
                </a:pathLst>
              </a:custGeom>
              <a:solidFill>
                <a:srgbClr val="A0FF00"/>
              </a:solidFill>
              <a:ln>
                <a:noFill/>
                <a:round/>
              </a:ln>
            </p:spPr>
          </p:sp>
          <p:sp>
            <p:nvSpPr>
              <p:cNvPr id="93551" name=""/>
              <p:cNvSpPr/>
              <p:nvPr/>
            </p:nvSpPr>
            <p:spPr>
              <a:xfrm>
                <a:off x="1678" y="2114"/>
                <a:ext cx="2" cy="2"/>
              </a:xfrm>
              <a:custGeom>
                <a:pathLst>
                  <a:path w="6" h="3">
                    <a:moveTo>
                      <a:pt x="0" y="0"/>
                    </a:moveTo>
                    <a:lnTo>
                      <a:pt x="0" y="3"/>
                    </a:lnTo>
                    <a:lnTo>
                      <a:pt x="6" y="3"/>
                    </a:lnTo>
                    <a:lnTo>
                      <a:pt x="0" y="0"/>
                    </a:lnTo>
                    <a:close/>
                  </a:path>
                </a:pathLst>
              </a:custGeom>
              <a:solidFill>
                <a:srgbClr val="A0FF00"/>
              </a:solidFill>
              <a:ln>
                <a:noFill/>
                <a:round/>
              </a:ln>
            </p:spPr>
          </p:sp>
          <p:sp>
            <p:nvSpPr>
              <p:cNvPr id="93552" name=""/>
              <p:cNvSpPr/>
              <p:nvPr/>
            </p:nvSpPr>
            <p:spPr>
              <a:xfrm>
                <a:off x="1678" y="2115"/>
                <a:ext cx="2" cy="2"/>
              </a:xfrm>
              <a:custGeom>
                <a:pathLst>
                  <a:path w="5" h="4">
                    <a:moveTo>
                      <a:pt x="0" y="0"/>
                    </a:moveTo>
                    <a:lnTo>
                      <a:pt x="5" y="0"/>
                    </a:lnTo>
                    <a:lnTo>
                      <a:pt x="0" y="4"/>
                    </a:lnTo>
                    <a:lnTo>
                      <a:pt x="0" y="0"/>
                    </a:lnTo>
                    <a:close/>
                  </a:path>
                </a:pathLst>
              </a:custGeom>
              <a:solidFill>
                <a:srgbClr val="FFFFFF"/>
              </a:solidFill>
              <a:ln>
                <a:noFill/>
                <a:round/>
              </a:ln>
            </p:spPr>
          </p:sp>
          <p:sp>
            <p:nvSpPr>
              <p:cNvPr id="93553" name=""/>
              <p:cNvSpPr/>
              <p:nvPr/>
            </p:nvSpPr>
            <p:spPr>
              <a:xfrm>
                <a:off x="1677" y="2062"/>
                <a:ext cx="40" cy="3"/>
              </a:xfrm>
              <a:prstGeom prst="rect">
                <a:avLst/>
              </a:prstGeom>
              <a:solidFill>
                <a:srgbClr val="505020"/>
              </a:solidFill>
              <a:ln>
                <a:noFill/>
                <a:miter lim="800000"/>
              </a:ln>
            </p:spPr>
          </p:sp>
          <p:sp>
            <p:nvSpPr>
              <p:cNvPr id="93554" name=""/>
              <p:cNvSpPr/>
              <p:nvPr/>
            </p:nvSpPr>
            <p:spPr>
              <a:xfrm>
                <a:off x="1686" y="2059"/>
                <a:ext cx="1" cy="5"/>
              </a:xfrm>
              <a:custGeom>
                <a:pathLst>
                  <a:path w="5" h="11">
                    <a:moveTo>
                      <a:pt x="2" y="0"/>
                    </a:moveTo>
                    <a:lnTo>
                      <a:pt x="5" y="2"/>
                    </a:lnTo>
                    <a:lnTo>
                      <a:pt x="5" y="10"/>
                    </a:lnTo>
                    <a:lnTo>
                      <a:pt x="2" y="11"/>
                    </a:lnTo>
                    <a:lnTo>
                      <a:pt x="0" y="2"/>
                    </a:lnTo>
                    <a:lnTo>
                      <a:pt x="2" y="0"/>
                    </a:lnTo>
                    <a:close/>
                  </a:path>
                </a:pathLst>
              </a:custGeom>
              <a:solidFill>
                <a:srgbClr val="E0E0B0"/>
              </a:solidFill>
              <a:ln>
                <a:noFill/>
                <a:round/>
              </a:ln>
            </p:spPr>
          </p:sp>
          <p:sp>
            <p:nvSpPr>
              <p:cNvPr id="93555" name=""/>
              <p:cNvSpPr/>
              <p:nvPr/>
            </p:nvSpPr>
            <p:spPr>
              <a:xfrm>
                <a:off x="1686" y="2065"/>
                <a:ext cx="1" cy="6"/>
              </a:xfrm>
              <a:custGeom>
                <a:pathLst>
                  <a:path w="5" h="13">
                    <a:moveTo>
                      <a:pt x="2" y="0"/>
                    </a:moveTo>
                    <a:lnTo>
                      <a:pt x="5" y="1"/>
                    </a:lnTo>
                    <a:lnTo>
                      <a:pt x="5" y="12"/>
                    </a:lnTo>
                    <a:lnTo>
                      <a:pt x="2" y="13"/>
                    </a:lnTo>
                    <a:lnTo>
                      <a:pt x="0" y="12"/>
                    </a:lnTo>
                    <a:lnTo>
                      <a:pt x="0" y="1"/>
                    </a:lnTo>
                    <a:lnTo>
                      <a:pt x="2" y="0"/>
                    </a:lnTo>
                    <a:close/>
                  </a:path>
                </a:pathLst>
              </a:custGeom>
              <a:solidFill>
                <a:srgbClr val="E0E0B0"/>
              </a:solidFill>
              <a:ln>
                <a:noFill/>
                <a:round/>
              </a:ln>
            </p:spPr>
          </p:sp>
          <p:sp>
            <p:nvSpPr>
              <p:cNvPr id="93556" name=""/>
              <p:cNvSpPr/>
              <p:nvPr/>
            </p:nvSpPr>
            <p:spPr>
              <a:xfrm>
                <a:off x="1687" y="2101"/>
                <a:ext cx="30" cy="10"/>
              </a:xfrm>
              <a:prstGeom prst="rect">
                <a:avLst/>
              </a:prstGeom>
              <a:solidFill>
                <a:srgbClr val="A0A080"/>
              </a:solidFill>
              <a:ln>
                <a:noFill/>
                <a:miter lim="800000"/>
              </a:ln>
            </p:spPr>
          </p:sp>
          <p:sp>
            <p:nvSpPr>
              <p:cNvPr id="93557" name=""/>
              <p:cNvSpPr/>
              <p:nvPr/>
            </p:nvSpPr>
            <p:spPr>
              <a:xfrm>
                <a:off x="1685" y="2115"/>
                <a:ext cx="18" cy="3"/>
              </a:xfrm>
              <a:custGeom>
                <a:pathLst>
                  <a:path w="53" h="6">
                    <a:moveTo>
                      <a:pt x="0" y="0"/>
                    </a:moveTo>
                    <a:lnTo>
                      <a:pt x="51" y="0"/>
                    </a:lnTo>
                    <a:lnTo>
                      <a:pt x="53" y="3"/>
                    </a:lnTo>
                    <a:lnTo>
                      <a:pt x="0" y="6"/>
                    </a:lnTo>
                    <a:lnTo>
                      <a:pt x="0" y="3"/>
                    </a:lnTo>
                    <a:lnTo>
                      <a:pt x="0" y="0"/>
                    </a:lnTo>
                    <a:close/>
                  </a:path>
                </a:pathLst>
              </a:custGeom>
              <a:solidFill>
                <a:srgbClr val="E0E0B0"/>
              </a:solidFill>
              <a:ln>
                <a:noFill/>
                <a:round/>
              </a:ln>
            </p:spPr>
          </p:sp>
          <p:sp>
            <p:nvSpPr>
              <p:cNvPr id="93558" name=""/>
              <p:cNvSpPr/>
              <p:nvPr/>
            </p:nvSpPr>
            <p:spPr>
              <a:xfrm>
                <a:off x="1691" y="2110"/>
                <a:ext cx="12" cy="1"/>
              </a:xfrm>
              <a:prstGeom prst="rect">
                <a:avLst/>
              </a:prstGeom>
              <a:solidFill>
                <a:srgbClr val="E0E0B0"/>
              </a:solidFill>
              <a:ln>
                <a:noFill/>
                <a:miter lim="800000"/>
              </a:ln>
            </p:spPr>
          </p:sp>
          <p:sp>
            <p:nvSpPr>
              <p:cNvPr id="93559" name=""/>
              <p:cNvSpPr/>
              <p:nvPr/>
            </p:nvSpPr>
            <p:spPr>
              <a:xfrm>
                <a:off x="1701" y="2110"/>
                <a:ext cx="17" cy="3"/>
              </a:xfrm>
              <a:custGeom>
                <a:pathLst>
                  <a:path w="51" h="6">
                    <a:moveTo>
                      <a:pt x="2" y="0"/>
                    </a:moveTo>
                    <a:lnTo>
                      <a:pt x="49" y="0"/>
                    </a:lnTo>
                    <a:lnTo>
                      <a:pt x="51" y="2"/>
                    </a:lnTo>
                    <a:lnTo>
                      <a:pt x="49" y="6"/>
                    </a:lnTo>
                    <a:lnTo>
                      <a:pt x="2" y="6"/>
                    </a:lnTo>
                    <a:lnTo>
                      <a:pt x="0" y="2"/>
                    </a:lnTo>
                    <a:lnTo>
                      <a:pt x="2" y="0"/>
                    </a:lnTo>
                    <a:close/>
                  </a:path>
                </a:pathLst>
              </a:custGeom>
              <a:solidFill>
                <a:srgbClr val="E0E0B0"/>
              </a:solidFill>
              <a:ln>
                <a:noFill/>
                <a:round/>
              </a:ln>
            </p:spPr>
          </p:sp>
          <p:sp>
            <p:nvSpPr>
              <p:cNvPr id="93560" name=""/>
              <p:cNvSpPr/>
              <p:nvPr/>
            </p:nvSpPr>
            <p:spPr>
              <a:xfrm>
                <a:off x="1684" y="2078"/>
                <a:ext cx="1" cy="4"/>
              </a:xfrm>
              <a:prstGeom prst="rect">
                <a:avLst/>
              </a:prstGeom>
              <a:solidFill>
                <a:srgbClr val="F0E0C0"/>
              </a:solidFill>
              <a:ln>
                <a:noFill/>
                <a:miter lim="800000"/>
              </a:ln>
            </p:spPr>
          </p:sp>
          <p:sp>
            <p:nvSpPr>
              <p:cNvPr id="93561" name=""/>
              <p:cNvSpPr/>
              <p:nvPr/>
            </p:nvSpPr>
            <p:spPr>
              <a:xfrm>
                <a:off x="1694" y="2077"/>
                <a:ext cx="1" cy="3"/>
              </a:xfrm>
              <a:prstGeom prst="rect">
                <a:avLst/>
              </a:prstGeom>
              <a:solidFill>
                <a:srgbClr val="F0E0C0"/>
              </a:solidFill>
              <a:ln>
                <a:noFill/>
                <a:miter lim="800000"/>
              </a:ln>
            </p:spPr>
          </p:sp>
          <p:sp>
            <p:nvSpPr>
              <p:cNvPr id="93562" name=""/>
              <p:cNvSpPr/>
              <p:nvPr/>
            </p:nvSpPr>
            <p:spPr>
              <a:xfrm>
                <a:off x="1693" y="2080"/>
                <a:ext cx="2" cy="3"/>
              </a:xfrm>
              <a:prstGeom prst="rect">
                <a:avLst/>
              </a:prstGeom>
              <a:solidFill>
                <a:srgbClr val="F0E0C0"/>
              </a:solidFill>
              <a:ln>
                <a:noFill/>
                <a:miter lim="800000"/>
              </a:ln>
            </p:spPr>
          </p:sp>
          <p:sp>
            <p:nvSpPr>
              <p:cNvPr id="93563" name=""/>
              <p:cNvSpPr/>
              <p:nvPr/>
            </p:nvSpPr>
            <p:spPr>
              <a:xfrm>
                <a:off x="1702" y="2080"/>
                <a:ext cx="9" cy="3"/>
              </a:xfrm>
              <a:prstGeom prst="rect">
                <a:avLst/>
              </a:prstGeom>
              <a:solidFill>
                <a:srgbClr val="F0E0C0"/>
              </a:solidFill>
              <a:ln>
                <a:noFill/>
                <a:miter lim="800000"/>
              </a:ln>
            </p:spPr>
          </p:sp>
          <p:sp>
            <p:nvSpPr>
              <p:cNvPr id="93564" name=""/>
              <p:cNvSpPr/>
              <p:nvPr/>
            </p:nvSpPr>
            <p:spPr>
              <a:xfrm>
                <a:off x="1686" y="2081"/>
                <a:ext cx="1" cy="9"/>
              </a:xfrm>
              <a:prstGeom prst="rect">
                <a:avLst/>
              </a:prstGeom>
              <a:solidFill>
                <a:srgbClr val="F0E0C0"/>
              </a:solidFill>
              <a:ln>
                <a:noFill/>
                <a:miter lim="800000"/>
              </a:ln>
            </p:spPr>
          </p:sp>
          <p:sp>
            <p:nvSpPr>
              <p:cNvPr id="93565" name=""/>
              <p:cNvSpPr/>
              <p:nvPr/>
            </p:nvSpPr>
            <p:spPr>
              <a:xfrm>
                <a:off x="1686" y="2088"/>
                <a:ext cx="17" cy="2"/>
              </a:xfrm>
              <a:custGeom>
                <a:pathLst>
                  <a:path w="52" h="5">
                    <a:moveTo>
                      <a:pt x="0" y="0"/>
                    </a:moveTo>
                    <a:lnTo>
                      <a:pt x="51" y="0"/>
                    </a:lnTo>
                    <a:lnTo>
                      <a:pt x="52" y="5"/>
                    </a:lnTo>
                    <a:lnTo>
                      <a:pt x="0" y="5"/>
                    </a:lnTo>
                    <a:lnTo>
                      <a:pt x="0" y="0"/>
                    </a:lnTo>
                    <a:close/>
                  </a:path>
                </a:pathLst>
              </a:custGeom>
              <a:solidFill>
                <a:srgbClr val="F0E0C0"/>
              </a:solidFill>
              <a:ln>
                <a:noFill/>
                <a:round/>
              </a:ln>
            </p:spPr>
          </p:sp>
          <p:sp>
            <p:nvSpPr>
              <p:cNvPr id="93566" name=""/>
              <p:cNvSpPr/>
              <p:nvPr/>
            </p:nvSpPr>
            <p:spPr>
              <a:xfrm>
                <a:off x="1702" y="2081"/>
                <a:ext cx="1" cy="9"/>
              </a:xfrm>
              <a:custGeom>
                <a:pathLst>
                  <a:path w="4" h="19">
                    <a:moveTo>
                      <a:pt x="4" y="0"/>
                    </a:moveTo>
                    <a:lnTo>
                      <a:pt x="4" y="15"/>
                    </a:lnTo>
                    <a:lnTo>
                      <a:pt x="3" y="17"/>
                    </a:lnTo>
                    <a:lnTo>
                      <a:pt x="3" y="19"/>
                    </a:lnTo>
                    <a:lnTo>
                      <a:pt x="0" y="17"/>
                    </a:lnTo>
                    <a:lnTo>
                      <a:pt x="3" y="15"/>
                    </a:lnTo>
                    <a:lnTo>
                      <a:pt x="3" y="0"/>
                    </a:lnTo>
                    <a:lnTo>
                      <a:pt x="4" y="0"/>
                    </a:lnTo>
                    <a:close/>
                  </a:path>
                </a:pathLst>
              </a:custGeom>
              <a:solidFill>
                <a:srgbClr val="808050"/>
              </a:solidFill>
              <a:ln>
                <a:noFill/>
                <a:round/>
              </a:ln>
            </p:spPr>
          </p:sp>
          <p:sp>
            <p:nvSpPr>
              <p:cNvPr id="93567" name=""/>
              <p:cNvSpPr/>
              <p:nvPr/>
            </p:nvSpPr>
            <p:spPr>
              <a:xfrm>
                <a:off x="1702" y="2078"/>
                <a:ext cx="9" cy="3"/>
              </a:xfrm>
              <a:prstGeom prst="rect">
                <a:avLst/>
              </a:prstGeom>
              <a:solidFill>
                <a:srgbClr val="706040"/>
              </a:solidFill>
              <a:ln>
                <a:noFill/>
                <a:miter lim="800000"/>
              </a:ln>
            </p:spPr>
          </p:sp>
          <p:sp>
            <p:nvSpPr>
              <p:cNvPr id="93568" name=""/>
              <p:cNvSpPr/>
              <p:nvPr/>
            </p:nvSpPr>
            <p:spPr>
              <a:xfrm>
                <a:off x="1709" y="2078"/>
                <a:ext cx="2" cy="4"/>
              </a:xfrm>
              <a:prstGeom prst="rect">
                <a:avLst/>
              </a:prstGeom>
              <a:solidFill>
                <a:srgbClr val="706040"/>
              </a:solidFill>
              <a:ln>
                <a:noFill/>
                <a:miter lim="800000"/>
              </a:ln>
            </p:spPr>
          </p:sp>
          <p:sp>
            <p:nvSpPr>
              <p:cNvPr id="93569" name=""/>
              <p:cNvSpPr/>
              <p:nvPr/>
            </p:nvSpPr>
            <p:spPr>
              <a:xfrm>
                <a:off x="1686" y="2076"/>
                <a:ext cx="17" cy="4"/>
              </a:xfrm>
              <a:custGeom>
                <a:pathLst>
                  <a:path w="53" h="10">
                    <a:moveTo>
                      <a:pt x="0" y="4"/>
                    </a:moveTo>
                    <a:lnTo>
                      <a:pt x="2" y="0"/>
                    </a:lnTo>
                    <a:lnTo>
                      <a:pt x="49" y="0"/>
                    </a:lnTo>
                    <a:lnTo>
                      <a:pt x="52" y="0"/>
                    </a:lnTo>
                    <a:lnTo>
                      <a:pt x="53" y="4"/>
                    </a:lnTo>
                    <a:lnTo>
                      <a:pt x="53" y="10"/>
                    </a:lnTo>
                    <a:lnTo>
                      <a:pt x="52" y="4"/>
                    </a:lnTo>
                    <a:lnTo>
                      <a:pt x="51" y="3"/>
                    </a:lnTo>
                    <a:lnTo>
                      <a:pt x="2" y="3"/>
                    </a:lnTo>
                    <a:lnTo>
                      <a:pt x="1" y="4"/>
                    </a:lnTo>
                    <a:lnTo>
                      <a:pt x="0" y="4"/>
                    </a:lnTo>
                    <a:close/>
                  </a:path>
                </a:pathLst>
              </a:custGeom>
              <a:solidFill>
                <a:srgbClr val="808050"/>
              </a:solidFill>
              <a:ln>
                <a:noFill/>
                <a:round/>
              </a:ln>
            </p:spPr>
          </p:sp>
          <p:sp>
            <p:nvSpPr>
              <p:cNvPr id="93570" name=""/>
              <p:cNvSpPr/>
              <p:nvPr/>
            </p:nvSpPr>
            <p:spPr>
              <a:xfrm>
                <a:off x="1685" y="2078"/>
                <a:ext cx="1" cy="4"/>
              </a:xfrm>
              <a:prstGeom prst="rect">
                <a:avLst/>
              </a:prstGeom>
              <a:solidFill>
                <a:srgbClr val="706040"/>
              </a:solidFill>
              <a:ln>
                <a:noFill/>
                <a:miter lim="800000"/>
              </a:ln>
            </p:spPr>
          </p:sp>
          <p:sp>
            <p:nvSpPr>
              <p:cNvPr id="93571" name=""/>
              <p:cNvSpPr/>
              <p:nvPr/>
            </p:nvSpPr>
            <p:spPr>
              <a:xfrm>
                <a:off x="1686" y="2076"/>
                <a:ext cx="1" cy="4"/>
              </a:xfrm>
              <a:custGeom>
                <a:pathLst>
                  <a:path w="5" h="8">
                    <a:moveTo>
                      <a:pt x="0" y="0"/>
                    </a:moveTo>
                    <a:lnTo>
                      <a:pt x="0" y="8"/>
                    </a:lnTo>
                    <a:lnTo>
                      <a:pt x="5" y="0"/>
                    </a:lnTo>
                    <a:lnTo>
                      <a:pt x="0" y="0"/>
                    </a:lnTo>
                    <a:close/>
                  </a:path>
                </a:pathLst>
              </a:custGeom>
              <a:solidFill>
                <a:srgbClr val="F0E0C0"/>
              </a:solidFill>
              <a:ln>
                <a:noFill/>
                <a:round/>
              </a:ln>
            </p:spPr>
          </p:sp>
          <p:sp>
            <p:nvSpPr>
              <p:cNvPr id="93572" name=""/>
              <p:cNvSpPr/>
              <p:nvPr/>
            </p:nvSpPr>
            <p:spPr>
              <a:xfrm>
                <a:off x="1694" y="2081"/>
                <a:ext cx="9" cy="2"/>
              </a:xfrm>
              <a:prstGeom prst="rect">
                <a:avLst/>
              </a:prstGeom>
              <a:solidFill>
                <a:srgbClr val="706040"/>
              </a:solidFill>
              <a:ln>
                <a:noFill/>
                <a:miter lim="800000"/>
              </a:ln>
            </p:spPr>
          </p:sp>
          <p:sp>
            <p:nvSpPr>
              <p:cNvPr id="93573" name=""/>
              <p:cNvSpPr/>
              <p:nvPr/>
            </p:nvSpPr>
            <p:spPr>
              <a:xfrm>
                <a:off x="1701" y="2080"/>
                <a:ext cx="2" cy="3"/>
              </a:xfrm>
              <a:prstGeom prst="rect">
                <a:avLst/>
              </a:prstGeom>
              <a:solidFill>
                <a:srgbClr val="706040"/>
              </a:solidFill>
              <a:ln>
                <a:noFill/>
                <a:miter lim="800000"/>
              </a:ln>
            </p:spPr>
          </p:sp>
          <p:sp>
            <p:nvSpPr>
              <p:cNvPr id="93574" name=""/>
              <p:cNvSpPr/>
              <p:nvPr/>
            </p:nvSpPr>
            <p:spPr>
              <a:xfrm>
                <a:off x="1701" y="2077"/>
                <a:ext cx="2" cy="4"/>
              </a:xfrm>
              <a:prstGeom prst="rect">
                <a:avLst/>
              </a:prstGeom>
              <a:solidFill>
                <a:srgbClr val="706040"/>
              </a:solidFill>
              <a:ln>
                <a:noFill/>
                <a:miter lim="800000"/>
              </a:ln>
            </p:spPr>
          </p:sp>
          <p:sp>
            <p:nvSpPr>
              <p:cNvPr id="93575" name=""/>
              <p:cNvSpPr/>
              <p:nvPr/>
            </p:nvSpPr>
            <p:spPr>
              <a:xfrm>
                <a:off x="1694" y="2077"/>
                <a:ext cx="9" cy="3"/>
              </a:xfrm>
              <a:prstGeom prst="rect">
                <a:avLst/>
              </a:prstGeom>
              <a:solidFill>
                <a:srgbClr val="706040"/>
              </a:solidFill>
              <a:ln>
                <a:noFill/>
                <a:miter lim="800000"/>
              </a:ln>
            </p:spPr>
          </p:sp>
          <p:sp>
            <p:nvSpPr>
              <p:cNvPr id="93576" name=""/>
              <p:cNvSpPr/>
              <p:nvPr/>
            </p:nvSpPr>
            <p:spPr>
              <a:xfrm>
                <a:off x="1704" y="2084"/>
                <a:ext cx="5" cy="3"/>
              </a:xfrm>
              <a:custGeom>
                <a:pathLst>
                  <a:path w="13" h="5">
                    <a:moveTo>
                      <a:pt x="0" y="0"/>
                    </a:moveTo>
                    <a:lnTo>
                      <a:pt x="13" y="0"/>
                    </a:lnTo>
                    <a:lnTo>
                      <a:pt x="0" y="5"/>
                    </a:lnTo>
                    <a:lnTo>
                      <a:pt x="0" y="0"/>
                    </a:lnTo>
                    <a:close/>
                  </a:path>
                </a:pathLst>
              </a:custGeom>
              <a:solidFill>
                <a:srgbClr val="F0E0C0"/>
              </a:solidFill>
              <a:ln>
                <a:noFill/>
                <a:round/>
              </a:ln>
            </p:spPr>
          </p:sp>
          <p:sp>
            <p:nvSpPr>
              <p:cNvPr id="93577" name=""/>
              <p:cNvSpPr/>
              <p:nvPr/>
            </p:nvSpPr>
            <p:spPr>
              <a:xfrm>
                <a:off x="1686" y="2058"/>
                <a:ext cx="17" cy="2"/>
              </a:xfrm>
              <a:prstGeom prst="rect">
                <a:avLst/>
              </a:prstGeom>
              <a:solidFill>
                <a:srgbClr val="706040"/>
              </a:solidFill>
              <a:ln>
                <a:noFill/>
                <a:miter lim="800000"/>
              </a:ln>
            </p:spPr>
          </p:sp>
          <p:sp>
            <p:nvSpPr>
              <p:cNvPr id="93578" name=""/>
              <p:cNvSpPr/>
              <p:nvPr/>
            </p:nvSpPr>
            <p:spPr>
              <a:xfrm>
                <a:off x="1702" y="2058"/>
                <a:ext cx="1" cy="5"/>
              </a:xfrm>
              <a:custGeom>
                <a:pathLst>
                  <a:path w="4" h="12">
                    <a:moveTo>
                      <a:pt x="0" y="0"/>
                    </a:moveTo>
                    <a:lnTo>
                      <a:pt x="4" y="11"/>
                    </a:lnTo>
                    <a:lnTo>
                      <a:pt x="0" y="12"/>
                    </a:lnTo>
                    <a:lnTo>
                      <a:pt x="0" y="1"/>
                    </a:lnTo>
                    <a:lnTo>
                      <a:pt x="0" y="0"/>
                    </a:lnTo>
                    <a:close/>
                  </a:path>
                </a:pathLst>
              </a:custGeom>
              <a:solidFill>
                <a:srgbClr val="706040"/>
              </a:solidFill>
              <a:ln>
                <a:noFill/>
                <a:round/>
              </a:ln>
            </p:spPr>
          </p:sp>
          <p:sp>
            <p:nvSpPr>
              <p:cNvPr id="93579" name=""/>
              <p:cNvSpPr/>
              <p:nvPr/>
            </p:nvSpPr>
            <p:spPr>
              <a:xfrm>
                <a:off x="1702" y="2066"/>
                <a:ext cx="1" cy="5"/>
              </a:xfrm>
              <a:prstGeom prst="rect">
                <a:avLst/>
              </a:prstGeom>
              <a:solidFill>
                <a:srgbClr val="706040"/>
              </a:solidFill>
              <a:ln>
                <a:noFill/>
                <a:miter lim="800000"/>
              </a:ln>
            </p:spPr>
          </p:sp>
          <p:sp>
            <p:nvSpPr>
              <p:cNvPr id="93580" name=""/>
              <p:cNvSpPr/>
              <p:nvPr/>
            </p:nvSpPr>
            <p:spPr>
              <a:xfrm>
                <a:off x="1686" y="2069"/>
                <a:ext cx="17" cy="2"/>
              </a:xfrm>
              <a:prstGeom prst="rect">
                <a:avLst/>
              </a:prstGeom>
              <a:solidFill>
                <a:srgbClr val="E0E0B0"/>
              </a:solidFill>
              <a:ln>
                <a:noFill/>
                <a:miter lim="800000"/>
              </a:ln>
            </p:spPr>
          </p:sp>
          <p:sp>
            <p:nvSpPr>
              <p:cNvPr id="93581" name=""/>
              <p:cNvSpPr/>
              <p:nvPr/>
            </p:nvSpPr>
            <p:spPr>
              <a:xfrm>
                <a:off x="1677" y="2062"/>
                <a:ext cx="1" cy="5"/>
              </a:xfrm>
              <a:custGeom>
                <a:pathLst>
                  <a:path w="4" h="11">
                    <a:moveTo>
                      <a:pt x="3" y="0"/>
                    </a:moveTo>
                    <a:lnTo>
                      <a:pt x="0" y="10"/>
                    </a:lnTo>
                    <a:lnTo>
                      <a:pt x="3" y="11"/>
                    </a:lnTo>
                    <a:lnTo>
                      <a:pt x="4" y="11"/>
                    </a:lnTo>
                    <a:lnTo>
                      <a:pt x="3" y="7"/>
                    </a:lnTo>
                    <a:lnTo>
                      <a:pt x="1" y="6"/>
                    </a:lnTo>
                    <a:lnTo>
                      <a:pt x="1" y="3"/>
                    </a:lnTo>
                    <a:lnTo>
                      <a:pt x="3" y="0"/>
                    </a:lnTo>
                    <a:close/>
                  </a:path>
                </a:pathLst>
              </a:custGeom>
              <a:solidFill>
                <a:srgbClr val="F0E0C0"/>
              </a:solidFill>
              <a:ln>
                <a:noFill/>
                <a:round/>
              </a:ln>
            </p:spPr>
          </p:sp>
          <p:sp>
            <p:nvSpPr>
              <p:cNvPr id="93582" name=""/>
              <p:cNvSpPr/>
              <p:nvPr/>
            </p:nvSpPr>
            <p:spPr>
              <a:xfrm>
                <a:off x="1687" y="2113"/>
                <a:ext cx="5" cy="2"/>
              </a:xfrm>
              <a:prstGeom prst="rect">
                <a:avLst/>
              </a:prstGeom>
              <a:solidFill>
                <a:srgbClr val="F0E0C0"/>
              </a:solidFill>
              <a:ln>
                <a:noFill/>
                <a:miter lim="800000"/>
              </a:ln>
            </p:spPr>
          </p:sp>
          <p:sp>
            <p:nvSpPr>
              <p:cNvPr id="93583" name=""/>
              <p:cNvSpPr/>
              <p:nvPr/>
            </p:nvSpPr>
            <p:spPr>
              <a:xfrm>
                <a:off x="1687" y="2100"/>
                <a:ext cx="30" cy="3"/>
              </a:xfrm>
              <a:prstGeom prst="rect">
                <a:avLst/>
              </a:prstGeom>
              <a:solidFill>
                <a:srgbClr val="706040"/>
              </a:solidFill>
              <a:ln>
                <a:noFill/>
                <a:miter lim="800000"/>
              </a:ln>
            </p:spPr>
          </p:sp>
          <p:sp>
            <p:nvSpPr>
              <p:cNvPr id="93584" name=""/>
              <p:cNvSpPr/>
              <p:nvPr/>
            </p:nvSpPr>
            <p:spPr>
              <a:xfrm>
                <a:off x="1687" y="2101"/>
                <a:ext cx="2" cy="14"/>
              </a:xfrm>
              <a:prstGeom prst="rect">
                <a:avLst/>
              </a:prstGeom>
              <a:solidFill>
                <a:srgbClr val="706040"/>
              </a:solidFill>
              <a:ln>
                <a:noFill/>
                <a:miter lim="800000"/>
              </a:ln>
            </p:spPr>
          </p:sp>
          <p:sp>
            <p:nvSpPr>
              <p:cNvPr id="93585" name=""/>
              <p:cNvSpPr/>
              <p:nvPr/>
            </p:nvSpPr>
            <p:spPr>
              <a:xfrm>
                <a:off x="1687" y="2108"/>
                <a:ext cx="30" cy="3"/>
              </a:xfrm>
              <a:prstGeom prst="rect">
                <a:avLst/>
              </a:prstGeom>
              <a:solidFill>
                <a:srgbClr val="706040"/>
              </a:solidFill>
              <a:ln>
                <a:noFill/>
                <a:miter lim="800000"/>
              </a:ln>
            </p:spPr>
          </p:sp>
          <p:sp>
            <p:nvSpPr>
              <p:cNvPr id="93586" name=""/>
              <p:cNvSpPr/>
              <p:nvPr/>
            </p:nvSpPr>
            <p:spPr>
              <a:xfrm>
                <a:off x="1668" y="2125"/>
                <a:ext cx="56" cy="13"/>
              </a:xfrm>
              <a:prstGeom prst="rect">
                <a:avLst/>
              </a:prstGeom>
              <a:solidFill>
                <a:srgbClr val="D0C0A0"/>
              </a:solidFill>
              <a:ln>
                <a:noFill/>
                <a:miter lim="800000"/>
              </a:ln>
            </p:spPr>
          </p:sp>
          <p:sp>
            <p:nvSpPr>
              <p:cNvPr id="93587" name=""/>
              <p:cNvSpPr/>
              <p:nvPr/>
            </p:nvSpPr>
            <p:spPr>
              <a:xfrm>
                <a:off x="1677" y="2126"/>
                <a:ext cx="39" cy="10"/>
              </a:xfrm>
              <a:custGeom>
                <a:pathLst>
                  <a:path w="119" h="20">
                    <a:moveTo>
                      <a:pt x="2" y="20"/>
                    </a:moveTo>
                    <a:lnTo>
                      <a:pt x="117" y="20"/>
                    </a:lnTo>
                    <a:lnTo>
                      <a:pt x="118" y="20"/>
                    </a:lnTo>
                    <a:lnTo>
                      <a:pt x="118" y="17"/>
                    </a:lnTo>
                    <a:lnTo>
                      <a:pt x="119" y="6"/>
                    </a:lnTo>
                    <a:lnTo>
                      <a:pt x="118" y="2"/>
                    </a:lnTo>
                    <a:lnTo>
                      <a:pt x="117" y="1"/>
                    </a:lnTo>
                    <a:lnTo>
                      <a:pt x="2" y="0"/>
                    </a:lnTo>
                    <a:lnTo>
                      <a:pt x="1" y="1"/>
                    </a:lnTo>
                    <a:lnTo>
                      <a:pt x="0" y="3"/>
                    </a:lnTo>
                    <a:lnTo>
                      <a:pt x="0" y="16"/>
                    </a:lnTo>
                    <a:lnTo>
                      <a:pt x="1" y="19"/>
                    </a:lnTo>
                    <a:lnTo>
                      <a:pt x="2" y="20"/>
                    </a:lnTo>
                    <a:close/>
                  </a:path>
                </a:pathLst>
              </a:custGeom>
              <a:solidFill>
                <a:srgbClr val="404040"/>
              </a:solidFill>
              <a:ln>
                <a:noFill/>
                <a:round/>
              </a:ln>
            </p:spPr>
          </p:sp>
          <p:sp>
            <p:nvSpPr>
              <p:cNvPr id="93588" name=""/>
              <p:cNvSpPr/>
              <p:nvPr/>
            </p:nvSpPr>
            <p:spPr>
              <a:xfrm>
                <a:off x="1694" y="2036"/>
                <a:ext cx="3" cy="2"/>
              </a:xfrm>
              <a:custGeom>
                <a:pathLst>
                  <a:path w="7" h="5">
                    <a:moveTo>
                      <a:pt x="5" y="0"/>
                    </a:moveTo>
                    <a:lnTo>
                      <a:pt x="7" y="0"/>
                    </a:lnTo>
                    <a:lnTo>
                      <a:pt x="7" y="5"/>
                    </a:lnTo>
                    <a:lnTo>
                      <a:pt x="0" y="5"/>
                    </a:lnTo>
                    <a:lnTo>
                      <a:pt x="5" y="0"/>
                    </a:lnTo>
                    <a:close/>
                  </a:path>
                </a:pathLst>
              </a:custGeom>
              <a:solidFill>
                <a:srgbClr val="C0C080"/>
              </a:solidFill>
              <a:ln>
                <a:noFill/>
                <a:round/>
              </a:ln>
            </p:spPr>
          </p:sp>
          <p:sp>
            <p:nvSpPr>
              <p:cNvPr id="93589" name=""/>
              <p:cNvSpPr/>
              <p:nvPr/>
            </p:nvSpPr>
            <p:spPr>
              <a:xfrm>
                <a:off x="1694" y="2036"/>
                <a:ext cx="2" cy="1"/>
              </a:xfrm>
              <a:custGeom>
                <a:pathLst>
                  <a:path w="4" h="1">
                    <a:moveTo>
                      <a:pt x="3" y="0"/>
                    </a:moveTo>
                    <a:lnTo>
                      <a:pt x="4" y="0"/>
                    </a:lnTo>
                    <a:lnTo>
                      <a:pt x="4" y="1"/>
                    </a:lnTo>
                    <a:lnTo>
                      <a:pt x="0" y="1"/>
                    </a:lnTo>
                    <a:lnTo>
                      <a:pt x="3" y="0"/>
                    </a:lnTo>
                  </a:path>
                </a:pathLst>
              </a:custGeom>
              <a:noFill/>
              <a:ln w="4763">
                <a:solidFill>
                  <a:srgbClr val="000000"/>
                </a:solidFill>
                <a:prstDash val="solid"/>
                <a:round/>
              </a:ln>
            </p:spPr>
          </p:sp>
          <p:sp>
            <p:nvSpPr>
              <p:cNvPr id="93590" name=""/>
              <p:cNvSpPr/>
              <p:nvPr/>
            </p:nvSpPr>
            <p:spPr>
              <a:xfrm>
                <a:off x="1673" y="2031"/>
                <a:ext cx="47" cy="13"/>
              </a:xfrm>
              <a:custGeom>
                <a:pathLst>
                  <a:path w="140" h="24">
                    <a:moveTo>
                      <a:pt x="11" y="0"/>
                    </a:moveTo>
                    <a:lnTo>
                      <a:pt x="131" y="0"/>
                    </a:lnTo>
                    <a:lnTo>
                      <a:pt x="133" y="1"/>
                    </a:lnTo>
                    <a:lnTo>
                      <a:pt x="135" y="1"/>
                    </a:lnTo>
                    <a:lnTo>
                      <a:pt x="137" y="3"/>
                    </a:lnTo>
                    <a:lnTo>
                      <a:pt x="138" y="4"/>
                    </a:lnTo>
                    <a:lnTo>
                      <a:pt x="139" y="7"/>
                    </a:lnTo>
                    <a:lnTo>
                      <a:pt x="140" y="8"/>
                    </a:lnTo>
                    <a:lnTo>
                      <a:pt x="140" y="10"/>
                    </a:lnTo>
                    <a:lnTo>
                      <a:pt x="140" y="14"/>
                    </a:lnTo>
                    <a:lnTo>
                      <a:pt x="140" y="16"/>
                    </a:lnTo>
                    <a:lnTo>
                      <a:pt x="139" y="17"/>
                    </a:lnTo>
                    <a:lnTo>
                      <a:pt x="138" y="19"/>
                    </a:lnTo>
                    <a:lnTo>
                      <a:pt x="137" y="22"/>
                    </a:lnTo>
                    <a:lnTo>
                      <a:pt x="135" y="23"/>
                    </a:lnTo>
                    <a:lnTo>
                      <a:pt x="133" y="24"/>
                    </a:lnTo>
                    <a:lnTo>
                      <a:pt x="131" y="24"/>
                    </a:lnTo>
                    <a:lnTo>
                      <a:pt x="130" y="24"/>
                    </a:lnTo>
                    <a:lnTo>
                      <a:pt x="11" y="24"/>
                    </a:lnTo>
                    <a:lnTo>
                      <a:pt x="10" y="24"/>
                    </a:lnTo>
                    <a:lnTo>
                      <a:pt x="7" y="24"/>
                    </a:lnTo>
                    <a:lnTo>
                      <a:pt x="5" y="23"/>
                    </a:lnTo>
                    <a:lnTo>
                      <a:pt x="4" y="22"/>
                    </a:lnTo>
                    <a:lnTo>
                      <a:pt x="2" y="18"/>
                    </a:lnTo>
                    <a:lnTo>
                      <a:pt x="0" y="16"/>
                    </a:lnTo>
                    <a:lnTo>
                      <a:pt x="0" y="15"/>
                    </a:lnTo>
                    <a:lnTo>
                      <a:pt x="0" y="14"/>
                    </a:lnTo>
                    <a:lnTo>
                      <a:pt x="0" y="10"/>
                    </a:lnTo>
                    <a:lnTo>
                      <a:pt x="0" y="9"/>
                    </a:lnTo>
                    <a:lnTo>
                      <a:pt x="0" y="8"/>
                    </a:lnTo>
                    <a:lnTo>
                      <a:pt x="2" y="5"/>
                    </a:lnTo>
                    <a:lnTo>
                      <a:pt x="3" y="3"/>
                    </a:lnTo>
                    <a:lnTo>
                      <a:pt x="5" y="1"/>
                    </a:lnTo>
                    <a:lnTo>
                      <a:pt x="7" y="1"/>
                    </a:lnTo>
                    <a:lnTo>
                      <a:pt x="11" y="0"/>
                    </a:lnTo>
                    <a:close/>
                  </a:path>
                </a:pathLst>
              </a:custGeom>
              <a:solidFill>
                <a:srgbClr val="F0E0C0"/>
              </a:solidFill>
              <a:ln>
                <a:noFill/>
                <a:round/>
              </a:ln>
            </p:spPr>
          </p:sp>
          <p:sp>
            <p:nvSpPr>
              <p:cNvPr id="93591" name=""/>
              <p:cNvSpPr/>
              <p:nvPr/>
            </p:nvSpPr>
            <p:spPr>
              <a:xfrm>
                <a:off x="1673" y="2031"/>
                <a:ext cx="46" cy="11"/>
              </a:xfrm>
              <a:custGeom>
                <a:pathLst>
                  <a:path w="137" h="21">
                    <a:moveTo>
                      <a:pt x="11" y="0"/>
                    </a:moveTo>
                    <a:lnTo>
                      <a:pt x="129" y="0"/>
                    </a:lnTo>
                    <a:lnTo>
                      <a:pt x="131" y="1"/>
                    </a:lnTo>
                    <a:lnTo>
                      <a:pt x="131" y="1"/>
                    </a:lnTo>
                    <a:lnTo>
                      <a:pt x="133" y="2"/>
                    </a:lnTo>
                    <a:lnTo>
                      <a:pt x="135" y="3"/>
                    </a:lnTo>
                    <a:lnTo>
                      <a:pt x="136" y="5"/>
                    </a:lnTo>
                    <a:lnTo>
                      <a:pt x="137" y="7"/>
                    </a:lnTo>
                    <a:lnTo>
                      <a:pt x="137" y="8"/>
                    </a:lnTo>
                    <a:lnTo>
                      <a:pt x="137" y="12"/>
                    </a:lnTo>
                    <a:lnTo>
                      <a:pt x="137" y="14"/>
                    </a:lnTo>
                    <a:lnTo>
                      <a:pt x="136" y="15"/>
                    </a:lnTo>
                    <a:lnTo>
                      <a:pt x="135" y="17"/>
                    </a:lnTo>
                    <a:lnTo>
                      <a:pt x="133" y="18"/>
                    </a:lnTo>
                    <a:lnTo>
                      <a:pt x="131" y="19"/>
                    </a:lnTo>
                    <a:lnTo>
                      <a:pt x="131" y="21"/>
                    </a:lnTo>
                    <a:lnTo>
                      <a:pt x="129" y="21"/>
                    </a:lnTo>
                    <a:lnTo>
                      <a:pt x="11" y="21"/>
                    </a:lnTo>
                    <a:lnTo>
                      <a:pt x="8" y="21"/>
                    </a:lnTo>
                    <a:lnTo>
                      <a:pt x="6" y="21"/>
                    </a:lnTo>
                    <a:lnTo>
                      <a:pt x="5" y="19"/>
                    </a:lnTo>
                    <a:lnTo>
                      <a:pt x="4" y="18"/>
                    </a:lnTo>
                    <a:lnTo>
                      <a:pt x="2" y="16"/>
                    </a:lnTo>
                    <a:lnTo>
                      <a:pt x="0" y="14"/>
                    </a:lnTo>
                    <a:lnTo>
                      <a:pt x="0" y="12"/>
                    </a:lnTo>
                    <a:lnTo>
                      <a:pt x="0" y="8"/>
                    </a:lnTo>
                    <a:lnTo>
                      <a:pt x="0" y="8"/>
                    </a:lnTo>
                    <a:lnTo>
                      <a:pt x="0" y="7"/>
                    </a:lnTo>
                    <a:lnTo>
                      <a:pt x="2" y="4"/>
                    </a:lnTo>
                    <a:lnTo>
                      <a:pt x="3" y="2"/>
                    </a:lnTo>
                    <a:lnTo>
                      <a:pt x="5" y="1"/>
                    </a:lnTo>
                    <a:lnTo>
                      <a:pt x="6" y="1"/>
                    </a:lnTo>
                    <a:lnTo>
                      <a:pt x="11" y="0"/>
                    </a:lnTo>
                  </a:path>
                </a:pathLst>
              </a:custGeom>
              <a:noFill/>
              <a:ln w="4763">
                <a:solidFill>
                  <a:srgbClr val="808060"/>
                </a:solidFill>
                <a:prstDash val="solid"/>
                <a:round/>
              </a:ln>
            </p:spPr>
          </p:sp>
          <p:sp>
            <p:nvSpPr>
              <p:cNvPr id="93592" name=""/>
              <p:cNvSpPr/>
              <p:nvPr/>
            </p:nvSpPr>
            <p:spPr>
              <a:xfrm>
                <a:off x="1674" y="2032"/>
                <a:ext cx="26" cy="11"/>
              </a:xfrm>
              <a:custGeom>
                <a:pathLst>
                  <a:path w="78" h="22">
                    <a:moveTo>
                      <a:pt x="12" y="0"/>
                    </a:moveTo>
                    <a:lnTo>
                      <a:pt x="65" y="0"/>
                    </a:lnTo>
                    <a:lnTo>
                      <a:pt x="67" y="0"/>
                    </a:lnTo>
                    <a:lnTo>
                      <a:pt x="71" y="1"/>
                    </a:lnTo>
                    <a:lnTo>
                      <a:pt x="73" y="1"/>
                    </a:lnTo>
                    <a:lnTo>
                      <a:pt x="74" y="2"/>
                    </a:lnTo>
                    <a:lnTo>
                      <a:pt x="76" y="3"/>
                    </a:lnTo>
                    <a:lnTo>
                      <a:pt x="76" y="4"/>
                    </a:lnTo>
                    <a:lnTo>
                      <a:pt x="78" y="6"/>
                    </a:lnTo>
                    <a:lnTo>
                      <a:pt x="78" y="7"/>
                    </a:lnTo>
                    <a:lnTo>
                      <a:pt x="78" y="8"/>
                    </a:lnTo>
                    <a:lnTo>
                      <a:pt x="78" y="14"/>
                    </a:lnTo>
                    <a:lnTo>
                      <a:pt x="78" y="16"/>
                    </a:lnTo>
                    <a:lnTo>
                      <a:pt x="76" y="18"/>
                    </a:lnTo>
                    <a:lnTo>
                      <a:pt x="75" y="20"/>
                    </a:lnTo>
                    <a:lnTo>
                      <a:pt x="73" y="21"/>
                    </a:lnTo>
                    <a:lnTo>
                      <a:pt x="71" y="22"/>
                    </a:lnTo>
                    <a:lnTo>
                      <a:pt x="66" y="22"/>
                    </a:lnTo>
                    <a:lnTo>
                      <a:pt x="65" y="22"/>
                    </a:lnTo>
                    <a:lnTo>
                      <a:pt x="12" y="22"/>
                    </a:lnTo>
                    <a:lnTo>
                      <a:pt x="10" y="22"/>
                    </a:lnTo>
                    <a:lnTo>
                      <a:pt x="8" y="22"/>
                    </a:lnTo>
                    <a:lnTo>
                      <a:pt x="5" y="21"/>
                    </a:lnTo>
                    <a:lnTo>
                      <a:pt x="3" y="20"/>
                    </a:lnTo>
                    <a:lnTo>
                      <a:pt x="2" y="18"/>
                    </a:lnTo>
                    <a:lnTo>
                      <a:pt x="1" y="16"/>
                    </a:lnTo>
                    <a:lnTo>
                      <a:pt x="0" y="15"/>
                    </a:lnTo>
                    <a:lnTo>
                      <a:pt x="0" y="14"/>
                    </a:lnTo>
                    <a:lnTo>
                      <a:pt x="0" y="8"/>
                    </a:lnTo>
                    <a:lnTo>
                      <a:pt x="0" y="7"/>
                    </a:lnTo>
                    <a:lnTo>
                      <a:pt x="1" y="6"/>
                    </a:lnTo>
                    <a:lnTo>
                      <a:pt x="1" y="4"/>
                    </a:lnTo>
                    <a:lnTo>
                      <a:pt x="1" y="3"/>
                    </a:lnTo>
                    <a:lnTo>
                      <a:pt x="2" y="3"/>
                    </a:lnTo>
                    <a:lnTo>
                      <a:pt x="3" y="2"/>
                    </a:lnTo>
                    <a:lnTo>
                      <a:pt x="4" y="1"/>
                    </a:lnTo>
                    <a:lnTo>
                      <a:pt x="8" y="0"/>
                    </a:lnTo>
                    <a:lnTo>
                      <a:pt x="12" y="0"/>
                    </a:lnTo>
                    <a:close/>
                  </a:path>
                </a:pathLst>
              </a:custGeom>
              <a:solidFill>
                <a:srgbClr val="F0E0C0"/>
              </a:solidFill>
              <a:ln>
                <a:noFill/>
                <a:round/>
              </a:ln>
            </p:spPr>
          </p:sp>
          <p:sp>
            <p:nvSpPr>
              <p:cNvPr id="93593" name=""/>
              <p:cNvSpPr/>
              <p:nvPr/>
            </p:nvSpPr>
            <p:spPr>
              <a:xfrm>
                <a:off x="1674" y="2032"/>
                <a:ext cx="24" cy="9"/>
              </a:xfrm>
              <a:custGeom>
                <a:pathLst>
                  <a:path w="73" h="17">
                    <a:moveTo>
                      <a:pt x="11" y="0"/>
                    </a:moveTo>
                    <a:lnTo>
                      <a:pt x="61" y="0"/>
                    </a:lnTo>
                    <a:lnTo>
                      <a:pt x="64" y="0"/>
                    </a:lnTo>
                    <a:lnTo>
                      <a:pt x="67" y="1"/>
                    </a:lnTo>
                    <a:lnTo>
                      <a:pt x="68" y="1"/>
                    </a:lnTo>
                    <a:lnTo>
                      <a:pt x="69" y="2"/>
                    </a:lnTo>
                    <a:lnTo>
                      <a:pt x="72" y="3"/>
                    </a:lnTo>
                    <a:lnTo>
                      <a:pt x="72" y="3"/>
                    </a:lnTo>
                    <a:lnTo>
                      <a:pt x="73" y="4"/>
                    </a:lnTo>
                    <a:lnTo>
                      <a:pt x="73" y="6"/>
                    </a:lnTo>
                    <a:lnTo>
                      <a:pt x="73" y="7"/>
                    </a:lnTo>
                    <a:lnTo>
                      <a:pt x="73" y="10"/>
                    </a:lnTo>
                    <a:lnTo>
                      <a:pt x="73" y="13"/>
                    </a:lnTo>
                    <a:lnTo>
                      <a:pt x="72" y="15"/>
                    </a:lnTo>
                    <a:lnTo>
                      <a:pt x="71" y="15"/>
                    </a:lnTo>
                    <a:lnTo>
                      <a:pt x="68" y="16"/>
                    </a:lnTo>
                    <a:lnTo>
                      <a:pt x="67" y="17"/>
                    </a:lnTo>
                    <a:lnTo>
                      <a:pt x="63" y="17"/>
                    </a:lnTo>
                    <a:lnTo>
                      <a:pt x="11" y="17"/>
                    </a:lnTo>
                    <a:lnTo>
                      <a:pt x="9" y="17"/>
                    </a:lnTo>
                    <a:lnTo>
                      <a:pt x="6" y="17"/>
                    </a:lnTo>
                    <a:lnTo>
                      <a:pt x="5" y="16"/>
                    </a:lnTo>
                    <a:lnTo>
                      <a:pt x="3" y="15"/>
                    </a:lnTo>
                    <a:lnTo>
                      <a:pt x="2" y="15"/>
                    </a:lnTo>
                    <a:lnTo>
                      <a:pt x="1" y="13"/>
                    </a:lnTo>
                    <a:lnTo>
                      <a:pt x="0" y="11"/>
                    </a:lnTo>
                    <a:lnTo>
                      <a:pt x="0" y="7"/>
                    </a:lnTo>
                    <a:lnTo>
                      <a:pt x="0" y="6"/>
                    </a:lnTo>
                    <a:lnTo>
                      <a:pt x="1" y="4"/>
                    </a:lnTo>
                    <a:lnTo>
                      <a:pt x="1" y="3"/>
                    </a:lnTo>
                    <a:lnTo>
                      <a:pt x="1" y="3"/>
                    </a:lnTo>
                    <a:lnTo>
                      <a:pt x="2" y="3"/>
                    </a:lnTo>
                    <a:lnTo>
                      <a:pt x="3" y="2"/>
                    </a:lnTo>
                    <a:lnTo>
                      <a:pt x="4" y="1"/>
                    </a:lnTo>
                    <a:lnTo>
                      <a:pt x="11" y="0"/>
                    </a:lnTo>
                  </a:path>
                </a:pathLst>
              </a:custGeom>
              <a:noFill/>
              <a:ln w="4763">
                <a:solidFill>
                  <a:srgbClr val="C0C0C0"/>
                </a:solidFill>
                <a:prstDash val="solid"/>
                <a:round/>
              </a:ln>
            </p:spPr>
          </p:sp>
          <p:sp>
            <p:nvSpPr>
              <p:cNvPr id="93594" name=""/>
              <p:cNvSpPr/>
              <p:nvPr/>
            </p:nvSpPr>
            <p:spPr>
              <a:xfrm>
                <a:off x="1694" y="2035"/>
                <a:ext cx="3" cy="3"/>
              </a:xfrm>
              <a:custGeom>
                <a:pathLst>
                  <a:path w="7" h="7">
                    <a:moveTo>
                      <a:pt x="3" y="0"/>
                    </a:moveTo>
                    <a:lnTo>
                      <a:pt x="6" y="0"/>
                    </a:lnTo>
                    <a:lnTo>
                      <a:pt x="7" y="0"/>
                    </a:lnTo>
                    <a:lnTo>
                      <a:pt x="7" y="2"/>
                    </a:lnTo>
                    <a:lnTo>
                      <a:pt x="5" y="5"/>
                    </a:lnTo>
                    <a:lnTo>
                      <a:pt x="5" y="7"/>
                    </a:lnTo>
                    <a:lnTo>
                      <a:pt x="3" y="7"/>
                    </a:lnTo>
                    <a:lnTo>
                      <a:pt x="0" y="7"/>
                    </a:lnTo>
                    <a:lnTo>
                      <a:pt x="0" y="5"/>
                    </a:lnTo>
                    <a:lnTo>
                      <a:pt x="2" y="2"/>
                    </a:lnTo>
                    <a:lnTo>
                      <a:pt x="2" y="0"/>
                    </a:lnTo>
                    <a:lnTo>
                      <a:pt x="3" y="0"/>
                    </a:lnTo>
                    <a:lnTo>
                      <a:pt x="3" y="5"/>
                    </a:lnTo>
                    <a:lnTo>
                      <a:pt x="2" y="5"/>
                    </a:lnTo>
                    <a:lnTo>
                      <a:pt x="3" y="2"/>
                    </a:lnTo>
                    <a:lnTo>
                      <a:pt x="5" y="2"/>
                    </a:lnTo>
                    <a:lnTo>
                      <a:pt x="3" y="5"/>
                    </a:lnTo>
                    <a:lnTo>
                      <a:pt x="3" y="0"/>
                    </a:lnTo>
                    <a:close/>
                  </a:path>
                </a:pathLst>
              </a:custGeom>
              <a:solidFill>
                <a:srgbClr val="C0C080"/>
              </a:solidFill>
              <a:ln>
                <a:noFill/>
                <a:round/>
              </a:ln>
            </p:spPr>
          </p:sp>
          <p:sp>
            <p:nvSpPr>
              <p:cNvPr id="93595" name=""/>
              <p:cNvSpPr/>
              <p:nvPr/>
            </p:nvSpPr>
            <p:spPr>
              <a:xfrm>
                <a:off x="1676" y="2037"/>
                <a:ext cx="21" cy="2"/>
              </a:xfrm>
              <a:custGeom>
                <a:pathLst>
                  <a:path w="63" h="5">
                    <a:moveTo>
                      <a:pt x="0" y="0"/>
                    </a:moveTo>
                    <a:lnTo>
                      <a:pt x="63" y="0"/>
                    </a:lnTo>
                    <a:lnTo>
                      <a:pt x="62" y="5"/>
                    </a:lnTo>
                    <a:lnTo>
                      <a:pt x="0" y="5"/>
                    </a:lnTo>
                    <a:lnTo>
                      <a:pt x="0" y="0"/>
                    </a:lnTo>
                    <a:close/>
                  </a:path>
                </a:pathLst>
              </a:custGeom>
              <a:solidFill>
                <a:srgbClr val="FF6000"/>
              </a:solidFill>
              <a:ln>
                <a:noFill/>
                <a:round/>
              </a:ln>
            </p:spPr>
          </p:sp>
          <p:sp>
            <p:nvSpPr>
              <p:cNvPr id="93596" name=""/>
              <p:cNvSpPr/>
              <p:nvPr/>
            </p:nvSpPr>
            <p:spPr>
              <a:xfrm>
                <a:off x="1692" y="2035"/>
                <a:ext cx="3" cy="3"/>
              </a:xfrm>
              <a:custGeom>
                <a:pathLst>
                  <a:path w="10" h="7">
                    <a:moveTo>
                      <a:pt x="0" y="7"/>
                    </a:moveTo>
                    <a:lnTo>
                      <a:pt x="6" y="0"/>
                    </a:lnTo>
                    <a:lnTo>
                      <a:pt x="10" y="0"/>
                    </a:lnTo>
                    <a:lnTo>
                      <a:pt x="8" y="7"/>
                    </a:lnTo>
                    <a:lnTo>
                      <a:pt x="6" y="7"/>
                    </a:lnTo>
                    <a:lnTo>
                      <a:pt x="6" y="5"/>
                    </a:lnTo>
                    <a:lnTo>
                      <a:pt x="5" y="5"/>
                    </a:lnTo>
                    <a:lnTo>
                      <a:pt x="6" y="3"/>
                    </a:lnTo>
                    <a:lnTo>
                      <a:pt x="6" y="2"/>
                    </a:lnTo>
                    <a:lnTo>
                      <a:pt x="4" y="7"/>
                    </a:lnTo>
                    <a:lnTo>
                      <a:pt x="0" y="7"/>
                    </a:lnTo>
                    <a:close/>
                  </a:path>
                </a:pathLst>
              </a:custGeom>
              <a:solidFill>
                <a:srgbClr val="C0C080"/>
              </a:solidFill>
              <a:ln>
                <a:noFill/>
                <a:round/>
              </a:ln>
            </p:spPr>
          </p:sp>
          <p:sp>
            <p:nvSpPr>
              <p:cNvPr id="93597" name=""/>
              <p:cNvSpPr/>
              <p:nvPr/>
            </p:nvSpPr>
            <p:spPr>
              <a:xfrm>
                <a:off x="1691" y="2035"/>
                <a:ext cx="3" cy="3"/>
              </a:xfrm>
              <a:custGeom>
                <a:pathLst>
                  <a:path w="8" h="7">
                    <a:moveTo>
                      <a:pt x="0" y="7"/>
                    </a:moveTo>
                    <a:lnTo>
                      <a:pt x="4" y="2"/>
                    </a:lnTo>
                    <a:lnTo>
                      <a:pt x="5" y="0"/>
                    </a:lnTo>
                    <a:lnTo>
                      <a:pt x="8" y="0"/>
                    </a:lnTo>
                    <a:lnTo>
                      <a:pt x="8" y="2"/>
                    </a:lnTo>
                    <a:lnTo>
                      <a:pt x="8" y="3"/>
                    </a:lnTo>
                    <a:lnTo>
                      <a:pt x="7" y="3"/>
                    </a:lnTo>
                    <a:lnTo>
                      <a:pt x="7" y="5"/>
                    </a:lnTo>
                    <a:lnTo>
                      <a:pt x="5" y="5"/>
                    </a:lnTo>
                    <a:lnTo>
                      <a:pt x="4" y="5"/>
                    </a:lnTo>
                    <a:lnTo>
                      <a:pt x="5" y="3"/>
                    </a:lnTo>
                    <a:lnTo>
                      <a:pt x="7" y="2"/>
                    </a:lnTo>
                    <a:lnTo>
                      <a:pt x="5" y="2"/>
                    </a:lnTo>
                    <a:lnTo>
                      <a:pt x="1" y="7"/>
                    </a:lnTo>
                    <a:lnTo>
                      <a:pt x="0" y="7"/>
                    </a:lnTo>
                    <a:close/>
                  </a:path>
                </a:pathLst>
              </a:custGeom>
              <a:solidFill>
                <a:srgbClr val="C0C080"/>
              </a:solidFill>
              <a:ln>
                <a:noFill/>
                <a:round/>
              </a:ln>
            </p:spPr>
          </p:sp>
          <p:sp>
            <p:nvSpPr>
              <p:cNvPr id="93598" name=""/>
              <p:cNvSpPr/>
              <p:nvPr/>
            </p:nvSpPr>
            <p:spPr>
              <a:xfrm>
                <a:off x="1689" y="2035"/>
                <a:ext cx="3" cy="3"/>
              </a:xfrm>
              <a:custGeom>
                <a:pathLst>
                  <a:path w="10" h="7">
                    <a:moveTo>
                      <a:pt x="0" y="7"/>
                    </a:moveTo>
                    <a:lnTo>
                      <a:pt x="3" y="2"/>
                    </a:lnTo>
                    <a:lnTo>
                      <a:pt x="4" y="0"/>
                    </a:lnTo>
                    <a:lnTo>
                      <a:pt x="8" y="0"/>
                    </a:lnTo>
                    <a:lnTo>
                      <a:pt x="10" y="0"/>
                    </a:lnTo>
                    <a:lnTo>
                      <a:pt x="10" y="2"/>
                    </a:lnTo>
                    <a:lnTo>
                      <a:pt x="7" y="7"/>
                    </a:lnTo>
                    <a:lnTo>
                      <a:pt x="6" y="7"/>
                    </a:lnTo>
                    <a:lnTo>
                      <a:pt x="8" y="2"/>
                    </a:lnTo>
                    <a:lnTo>
                      <a:pt x="7" y="2"/>
                    </a:lnTo>
                    <a:lnTo>
                      <a:pt x="4" y="7"/>
                    </a:lnTo>
                    <a:lnTo>
                      <a:pt x="3" y="7"/>
                    </a:lnTo>
                    <a:lnTo>
                      <a:pt x="6" y="2"/>
                    </a:lnTo>
                    <a:lnTo>
                      <a:pt x="4" y="2"/>
                    </a:lnTo>
                    <a:lnTo>
                      <a:pt x="2" y="7"/>
                    </a:lnTo>
                    <a:lnTo>
                      <a:pt x="0" y="7"/>
                    </a:lnTo>
                    <a:close/>
                  </a:path>
                </a:pathLst>
              </a:custGeom>
              <a:solidFill>
                <a:srgbClr val="C0C080"/>
              </a:solidFill>
              <a:ln>
                <a:noFill/>
                <a:round/>
              </a:ln>
            </p:spPr>
          </p:sp>
          <p:sp>
            <p:nvSpPr>
              <p:cNvPr id="93599" name=""/>
              <p:cNvSpPr/>
              <p:nvPr/>
            </p:nvSpPr>
            <p:spPr>
              <a:xfrm>
                <a:off x="1688" y="2035"/>
                <a:ext cx="2" cy="3"/>
              </a:xfrm>
              <a:custGeom>
                <a:pathLst>
                  <a:path w="7" h="7">
                    <a:moveTo>
                      <a:pt x="2" y="0"/>
                    </a:moveTo>
                    <a:lnTo>
                      <a:pt x="6" y="0"/>
                    </a:lnTo>
                    <a:lnTo>
                      <a:pt x="7" y="0"/>
                    </a:lnTo>
                    <a:lnTo>
                      <a:pt x="7" y="2"/>
                    </a:lnTo>
                    <a:lnTo>
                      <a:pt x="6" y="5"/>
                    </a:lnTo>
                    <a:lnTo>
                      <a:pt x="5" y="7"/>
                    </a:lnTo>
                    <a:lnTo>
                      <a:pt x="2" y="7"/>
                    </a:lnTo>
                    <a:lnTo>
                      <a:pt x="1" y="7"/>
                    </a:lnTo>
                    <a:lnTo>
                      <a:pt x="0" y="7"/>
                    </a:lnTo>
                    <a:lnTo>
                      <a:pt x="0" y="5"/>
                    </a:lnTo>
                    <a:lnTo>
                      <a:pt x="1" y="2"/>
                    </a:lnTo>
                    <a:lnTo>
                      <a:pt x="2" y="0"/>
                    </a:lnTo>
                    <a:lnTo>
                      <a:pt x="2" y="5"/>
                    </a:lnTo>
                    <a:lnTo>
                      <a:pt x="1" y="5"/>
                    </a:lnTo>
                    <a:lnTo>
                      <a:pt x="2" y="2"/>
                    </a:lnTo>
                    <a:lnTo>
                      <a:pt x="6" y="2"/>
                    </a:lnTo>
                    <a:lnTo>
                      <a:pt x="2" y="5"/>
                    </a:lnTo>
                    <a:lnTo>
                      <a:pt x="2" y="0"/>
                    </a:lnTo>
                    <a:close/>
                  </a:path>
                </a:pathLst>
              </a:custGeom>
              <a:solidFill>
                <a:srgbClr val="C0C080"/>
              </a:solidFill>
              <a:ln>
                <a:noFill/>
                <a:round/>
              </a:ln>
            </p:spPr>
          </p:sp>
          <p:sp>
            <p:nvSpPr>
              <p:cNvPr id="93600" name=""/>
              <p:cNvSpPr/>
              <p:nvPr/>
            </p:nvSpPr>
            <p:spPr>
              <a:xfrm>
                <a:off x="1686" y="2035"/>
                <a:ext cx="3" cy="3"/>
              </a:xfrm>
              <a:custGeom>
                <a:pathLst>
                  <a:path w="8" h="7">
                    <a:moveTo>
                      <a:pt x="8" y="0"/>
                    </a:moveTo>
                    <a:lnTo>
                      <a:pt x="5" y="0"/>
                    </a:lnTo>
                    <a:lnTo>
                      <a:pt x="4" y="0"/>
                    </a:lnTo>
                    <a:lnTo>
                      <a:pt x="4" y="2"/>
                    </a:lnTo>
                    <a:lnTo>
                      <a:pt x="0" y="5"/>
                    </a:lnTo>
                    <a:lnTo>
                      <a:pt x="0" y="7"/>
                    </a:lnTo>
                    <a:lnTo>
                      <a:pt x="1" y="7"/>
                    </a:lnTo>
                    <a:lnTo>
                      <a:pt x="5" y="7"/>
                    </a:lnTo>
                    <a:lnTo>
                      <a:pt x="5" y="5"/>
                    </a:lnTo>
                    <a:lnTo>
                      <a:pt x="4" y="5"/>
                    </a:lnTo>
                    <a:lnTo>
                      <a:pt x="5" y="2"/>
                    </a:lnTo>
                    <a:lnTo>
                      <a:pt x="8" y="2"/>
                    </a:lnTo>
                    <a:lnTo>
                      <a:pt x="8" y="0"/>
                    </a:lnTo>
                    <a:close/>
                  </a:path>
                </a:pathLst>
              </a:custGeom>
              <a:solidFill>
                <a:srgbClr val="C0C080"/>
              </a:solidFill>
              <a:ln>
                <a:noFill/>
                <a:round/>
              </a:ln>
            </p:spPr>
          </p:sp>
          <p:sp>
            <p:nvSpPr>
              <p:cNvPr id="93601" name=""/>
              <p:cNvSpPr/>
              <p:nvPr/>
            </p:nvSpPr>
            <p:spPr>
              <a:xfrm>
                <a:off x="1707" y="2032"/>
                <a:ext cx="4" cy="11"/>
              </a:xfrm>
              <a:custGeom>
                <a:pathLst>
                  <a:path w="10" h="22">
                    <a:moveTo>
                      <a:pt x="10" y="0"/>
                    </a:moveTo>
                    <a:lnTo>
                      <a:pt x="2" y="0"/>
                    </a:lnTo>
                    <a:lnTo>
                      <a:pt x="0" y="3"/>
                    </a:lnTo>
                    <a:lnTo>
                      <a:pt x="0" y="18"/>
                    </a:lnTo>
                    <a:lnTo>
                      <a:pt x="4" y="21"/>
                    </a:lnTo>
                    <a:lnTo>
                      <a:pt x="10" y="22"/>
                    </a:lnTo>
                    <a:lnTo>
                      <a:pt x="8" y="20"/>
                    </a:lnTo>
                    <a:lnTo>
                      <a:pt x="6" y="17"/>
                    </a:lnTo>
                    <a:lnTo>
                      <a:pt x="6" y="4"/>
                    </a:lnTo>
                    <a:lnTo>
                      <a:pt x="6" y="2"/>
                    </a:lnTo>
                    <a:lnTo>
                      <a:pt x="8" y="1"/>
                    </a:lnTo>
                    <a:lnTo>
                      <a:pt x="10" y="0"/>
                    </a:lnTo>
                    <a:close/>
                  </a:path>
                </a:pathLst>
              </a:custGeom>
              <a:solidFill>
                <a:srgbClr val="A0A070"/>
              </a:solidFill>
              <a:ln>
                <a:noFill/>
                <a:round/>
              </a:ln>
            </p:spPr>
          </p:sp>
          <p:sp>
            <p:nvSpPr>
              <p:cNvPr id="93602" name=""/>
              <p:cNvSpPr/>
              <p:nvPr/>
            </p:nvSpPr>
            <p:spPr>
              <a:xfrm>
                <a:off x="1709" y="2031"/>
                <a:ext cx="8" cy="12"/>
              </a:xfrm>
              <a:custGeom>
                <a:pathLst>
                  <a:path w="26" h="23">
                    <a:moveTo>
                      <a:pt x="4" y="23"/>
                    </a:moveTo>
                    <a:lnTo>
                      <a:pt x="22" y="23"/>
                    </a:lnTo>
                    <a:lnTo>
                      <a:pt x="23" y="23"/>
                    </a:lnTo>
                    <a:lnTo>
                      <a:pt x="24" y="22"/>
                    </a:lnTo>
                    <a:lnTo>
                      <a:pt x="25" y="21"/>
                    </a:lnTo>
                    <a:lnTo>
                      <a:pt x="25" y="19"/>
                    </a:lnTo>
                    <a:lnTo>
                      <a:pt x="26" y="19"/>
                    </a:lnTo>
                    <a:lnTo>
                      <a:pt x="26" y="17"/>
                    </a:lnTo>
                    <a:lnTo>
                      <a:pt x="26" y="16"/>
                    </a:lnTo>
                    <a:lnTo>
                      <a:pt x="26" y="7"/>
                    </a:lnTo>
                    <a:lnTo>
                      <a:pt x="26" y="5"/>
                    </a:lnTo>
                    <a:lnTo>
                      <a:pt x="25" y="3"/>
                    </a:lnTo>
                    <a:lnTo>
                      <a:pt x="25" y="2"/>
                    </a:lnTo>
                    <a:lnTo>
                      <a:pt x="24" y="1"/>
                    </a:lnTo>
                    <a:lnTo>
                      <a:pt x="22" y="0"/>
                    </a:lnTo>
                    <a:lnTo>
                      <a:pt x="4" y="0"/>
                    </a:lnTo>
                    <a:lnTo>
                      <a:pt x="2" y="1"/>
                    </a:lnTo>
                    <a:lnTo>
                      <a:pt x="1" y="2"/>
                    </a:lnTo>
                    <a:lnTo>
                      <a:pt x="1" y="3"/>
                    </a:lnTo>
                    <a:lnTo>
                      <a:pt x="0" y="5"/>
                    </a:lnTo>
                    <a:lnTo>
                      <a:pt x="0" y="7"/>
                    </a:lnTo>
                    <a:lnTo>
                      <a:pt x="0" y="16"/>
                    </a:lnTo>
                    <a:lnTo>
                      <a:pt x="0" y="17"/>
                    </a:lnTo>
                    <a:lnTo>
                      <a:pt x="0" y="19"/>
                    </a:lnTo>
                    <a:lnTo>
                      <a:pt x="1" y="19"/>
                    </a:lnTo>
                    <a:lnTo>
                      <a:pt x="1" y="21"/>
                    </a:lnTo>
                    <a:lnTo>
                      <a:pt x="2" y="22"/>
                    </a:lnTo>
                    <a:lnTo>
                      <a:pt x="4" y="23"/>
                    </a:lnTo>
                    <a:close/>
                  </a:path>
                </a:pathLst>
              </a:custGeom>
              <a:solidFill>
                <a:srgbClr val="505020"/>
              </a:solidFill>
              <a:ln>
                <a:noFill/>
                <a:round/>
              </a:ln>
            </p:spPr>
          </p:sp>
          <p:sp>
            <p:nvSpPr>
              <p:cNvPr id="93603" name=""/>
              <p:cNvSpPr/>
              <p:nvPr/>
            </p:nvSpPr>
            <p:spPr>
              <a:xfrm>
                <a:off x="1709" y="2032"/>
                <a:ext cx="8" cy="11"/>
              </a:xfrm>
              <a:custGeom>
                <a:pathLst>
                  <a:path w="26" h="22">
                    <a:moveTo>
                      <a:pt x="2" y="0"/>
                    </a:moveTo>
                    <a:lnTo>
                      <a:pt x="0" y="2"/>
                    </a:lnTo>
                    <a:lnTo>
                      <a:pt x="0" y="20"/>
                    </a:lnTo>
                    <a:lnTo>
                      <a:pt x="1" y="22"/>
                    </a:lnTo>
                    <a:lnTo>
                      <a:pt x="25" y="22"/>
                    </a:lnTo>
                    <a:lnTo>
                      <a:pt x="26" y="20"/>
                    </a:lnTo>
                    <a:lnTo>
                      <a:pt x="26" y="2"/>
                    </a:lnTo>
                    <a:lnTo>
                      <a:pt x="25" y="0"/>
                    </a:lnTo>
                    <a:lnTo>
                      <a:pt x="2" y="0"/>
                    </a:lnTo>
                    <a:close/>
                  </a:path>
                </a:pathLst>
              </a:custGeom>
              <a:solidFill>
                <a:srgbClr val="706040"/>
              </a:solidFill>
              <a:ln>
                <a:noFill/>
                <a:round/>
              </a:ln>
            </p:spPr>
          </p:sp>
          <p:sp>
            <p:nvSpPr>
              <p:cNvPr id="93604" name=""/>
              <p:cNvSpPr/>
              <p:nvPr/>
            </p:nvSpPr>
            <p:spPr>
              <a:xfrm>
                <a:off x="1709" y="2032"/>
                <a:ext cx="8" cy="11"/>
              </a:xfrm>
              <a:custGeom>
                <a:pathLst>
                  <a:path w="25" h="22">
                    <a:moveTo>
                      <a:pt x="2" y="0"/>
                    </a:moveTo>
                    <a:lnTo>
                      <a:pt x="0" y="1"/>
                    </a:lnTo>
                    <a:lnTo>
                      <a:pt x="0" y="20"/>
                    </a:lnTo>
                    <a:lnTo>
                      <a:pt x="1" y="22"/>
                    </a:lnTo>
                    <a:lnTo>
                      <a:pt x="24" y="22"/>
                    </a:lnTo>
                    <a:lnTo>
                      <a:pt x="25" y="20"/>
                    </a:lnTo>
                    <a:lnTo>
                      <a:pt x="25" y="2"/>
                    </a:lnTo>
                    <a:lnTo>
                      <a:pt x="24" y="0"/>
                    </a:lnTo>
                    <a:lnTo>
                      <a:pt x="2" y="0"/>
                    </a:lnTo>
                    <a:close/>
                  </a:path>
                </a:pathLst>
              </a:custGeom>
              <a:solidFill>
                <a:srgbClr val="808060"/>
              </a:solidFill>
              <a:ln>
                <a:noFill/>
                <a:round/>
              </a:ln>
            </p:spPr>
          </p:sp>
          <p:sp>
            <p:nvSpPr>
              <p:cNvPr id="93605" name=""/>
              <p:cNvSpPr/>
              <p:nvPr/>
            </p:nvSpPr>
            <p:spPr>
              <a:xfrm>
                <a:off x="1711" y="2033"/>
                <a:ext cx="6" cy="8"/>
              </a:xfrm>
              <a:custGeom>
                <a:pathLst>
                  <a:path w="18" h="15">
                    <a:moveTo>
                      <a:pt x="1" y="0"/>
                    </a:moveTo>
                    <a:lnTo>
                      <a:pt x="0" y="1"/>
                    </a:lnTo>
                    <a:lnTo>
                      <a:pt x="0" y="14"/>
                    </a:lnTo>
                    <a:lnTo>
                      <a:pt x="1" y="15"/>
                    </a:lnTo>
                    <a:lnTo>
                      <a:pt x="17" y="15"/>
                    </a:lnTo>
                    <a:lnTo>
                      <a:pt x="18" y="14"/>
                    </a:lnTo>
                    <a:lnTo>
                      <a:pt x="18" y="2"/>
                    </a:lnTo>
                    <a:lnTo>
                      <a:pt x="17" y="0"/>
                    </a:lnTo>
                    <a:lnTo>
                      <a:pt x="1" y="0"/>
                    </a:lnTo>
                    <a:close/>
                  </a:path>
                </a:pathLst>
              </a:custGeom>
              <a:solidFill>
                <a:srgbClr val="C0C080"/>
              </a:solidFill>
              <a:ln>
                <a:noFill/>
                <a:round/>
              </a:ln>
            </p:spPr>
          </p:sp>
          <p:sp>
            <p:nvSpPr>
              <p:cNvPr id="93606" name=""/>
              <p:cNvSpPr/>
              <p:nvPr/>
            </p:nvSpPr>
            <p:spPr>
              <a:xfrm>
                <a:off x="1711" y="2035"/>
                <a:ext cx="1" cy="2"/>
              </a:xfrm>
              <a:custGeom>
                <a:pathLst>
                  <a:path w="3" h="4">
                    <a:moveTo>
                      <a:pt x="2" y="0"/>
                    </a:moveTo>
                    <a:lnTo>
                      <a:pt x="2" y="1"/>
                    </a:lnTo>
                    <a:lnTo>
                      <a:pt x="2" y="1"/>
                    </a:lnTo>
                    <a:lnTo>
                      <a:pt x="3" y="2"/>
                    </a:lnTo>
                    <a:lnTo>
                      <a:pt x="3" y="2"/>
                    </a:lnTo>
                    <a:lnTo>
                      <a:pt x="2" y="3"/>
                    </a:lnTo>
                    <a:lnTo>
                      <a:pt x="2" y="4"/>
                    </a:lnTo>
                    <a:lnTo>
                      <a:pt x="1" y="4"/>
                    </a:lnTo>
                    <a:lnTo>
                      <a:pt x="0" y="3"/>
                    </a:lnTo>
                    <a:lnTo>
                      <a:pt x="0" y="2"/>
                    </a:lnTo>
                    <a:lnTo>
                      <a:pt x="0" y="2"/>
                    </a:lnTo>
                    <a:lnTo>
                      <a:pt x="0" y="1"/>
                    </a:lnTo>
                    <a:lnTo>
                      <a:pt x="1" y="1"/>
                    </a:lnTo>
                    <a:lnTo>
                      <a:pt x="2" y="0"/>
                    </a:lnTo>
                  </a:path>
                </a:pathLst>
              </a:custGeom>
              <a:noFill/>
              <a:ln w="4763">
                <a:solidFill>
                  <a:srgbClr val="000000"/>
                </a:solidFill>
                <a:prstDash val="solid"/>
                <a:round/>
              </a:ln>
            </p:spPr>
          </p:sp>
          <p:cxnSp>
            <p:nvCxnSpPr>
              <p:cNvPr id="93607" name=""/>
              <p:cNvCxnSpPr/>
              <p:nvPr/>
            </p:nvCxnSpPr>
            <p:spPr>
              <a:xfrm>
                <a:off x="1714" y="2035"/>
                <a:ext cx="1" cy="4"/>
              </a:xfrm>
              <a:prstGeom prst="line">
                <a:avLst/>
              </a:prstGeom>
              <a:noFill/>
              <a:ln w="4763">
                <a:solidFill>
                  <a:prstClr val="black"/>
                </a:solidFill>
                <a:miter lim="800000"/>
              </a:ln>
            </p:spPr>
          </p:cxnSp>
          <p:sp>
            <p:nvSpPr>
              <p:cNvPr id="93608" name=""/>
              <p:cNvSpPr/>
              <p:nvPr/>
            </p:nvSpPr>
            <p:spPr>
              <a:xfrm>
                <a:off x="1695" y="2031"/>
                <a:ext cx="22" cy="3"/>
              </a:xfrm>
              <a:prstGeom prst="rect">
                <a:avLst/>
              </a:prstGeom>
              <a:solidFill>
                <a:srgbClr val="808060"/>
              </a:solidFill>
              <a:ln>
                <a:noFill/>
                <a:miter lim="800000"/>
              </a:ln>
            </p:spPr>
          </p:sp>
          <p:sp>
            <p:nvSpPr>
              <p:cNvPr id="93609" name=""/>
              <p:cNvSpPr/>
              <p:nvPr/>
            </p:nvSpPr>
            <p:spPr>
              <a:xfrm>
                <a:off x="1695" y="2039"/>
                <a:ext cx="4" cy="5"/>
              </a:xfrm>
              <a:custGeom>
                <a:pathLst>
                  <a:path w="10" h="9">
                    <a:moveTo>
                      <a:pt x="0" y="6"/>
                    </a:moveTo>
                    <a:lnTo>
                      <a:pt x="0" y="9"/>
                    </a:lnTo>
                    <a:lnTo>
                      <a:pt x="3" y="9"/>
                    </a:lnTo>
                    <a:lnTo>
                      <a:pt x="5" y="7"/>
                    </a:lnTo>
                    <a:lnTo>
                      <a:pt x="7" y="3"/>
                    </a:lnTo>
                    <a:lnTo>
                      <a:pt x="9" y="2"/>
                    </a:lnTo>
                    <a:lnTo>
                      <a:pt x="10" y="0"/>
                    </a:lnTo>
                    <a:lnTo>
                      <a:pt x="9" y="0"/>
                    </a:lnTo>
                    <a:lnTo>
                      <a:pt x="4" y="3"/>
                    </a:lnTo>
                    <a:lnTo>
                      <a:pt x="3" y="6"/>
                    </a:lnTo>
                    <a:lnTo>
                      <a:pt x="0" y="6"/>
                    </a:lnTo>
                    <a:close/>
                  </a:path>
                </a:pathLst>
              </a:custGeom>
              <a:solidFill>
                <a:srgbClr val="808060"/>
              </a:solidFill>
              <a:ln>
                <a:noFill/>
                <a:round/>
              </a:ln>
            </p:spPr>
          </p:sp>
          <p:sp>
            <p:nvSpPr>
              <p:cNvPr id="93610" name=""/>
              <p:cNvSpPr/>
              <p:nvPr/>
            </p:nvSpPr>
            <p:spPr>
              <a:xfrm>
                <a:off x="1716" y="2031"/>
                <a:ext cx="4" cy="12"/>
              </a:xfrm>
              <a:custGeom>
                <a:pathLst>
                  <a:path w="12" h="23">
                    <a:moveTo>
                      <a:pt x="7" y="23"/>
                    </a:moveTo>
                    <a:lnTo>
                      <a:pt x="8" y="22"/>
                    </a:lnTo>
                    <a:lnTo>
                      <a:pt x="9" y="21"/>
                    </a:lnTo>
                    <a:lnTo>
                      <a:pt x="11" y="18"/>
                    </a:lnTo>
                    <a:lnTo>
                      <a:pt x="12" y="16"/>
                    </a:lnTo>
                    <a:lnTo>
                      <a:pt x="12" y="12"/>
                    </a:lnTo>
                    <a:lnTo>
                      <a:pt x="12" y="8"/>
                    </a:lnTo>
                    <a:lnTo>
                      <a:pt x="11" y="7"/>
                    </a:lnTo>
                    <a:lnTo>
                      <a:pt x="9" y="4"/>
                    </a:lnTo>
                    <a:lnTo>
                      <a:pt x="8" y="3"/>
                    </a:lnTo>
                    <a:lnTo>
                      <a:pt x="4" y="1"/>
                    </a:lnTo>
                    <a:lnTo>
                      <a:pt x="3" y="1"/>
                    </a:lnTo>
                    <a:lnTo>
                      <a:pt x="0" y="0"/>
                    </a:lnTo>
                    <a:lnTo>
                      <a:pt x="0" y="2"/>
                    </a:lnTo>
                    <a:lnTo>
                      <a:pt x="3" y="3"/>
                    </a:lnTo>
                    <a:lnTo>
                      <a:pt x="4" y="4"/>
                    </a:lnTo>
                    <a:lnTo>
                      <a:pt x="8" y="7"/>
                    </a:lnTo>
                    <a:lnTo>
                      <a:pt x="9" y="8"/>
                    </a:lnTo>
                    <a:lnTo>
                      <a:pt x="9" y="10"/>
                    </a:lnTo>
                    <a:lnTo>
                      <a:pt x="9" y="12"/>
                    </a:lnTo>
                    <a:lnTo>
                      <a:pt x="9" y="15"/>
                    </a:lnTo>
                    <a:lnTo>
                      <a:pt x="9" y="17"/>
                    </a:lnTo>
                    <a:lnTo>
                      <a:pt x="9" y="18"/>
                    </a:lnTo>
                    <a:lnTo>
                      <a:pt x="8" y="21"/>
                    </a:lnTo>
                    <a:lnTo>
                      <a:pt x="7" y="23"/>
                    </a:lnTo>
                    <a:close/>
                  </a:path>
                </a:pathLst>
              </a:custGeom>
              <a:solidFill>
                <a:srgbClr val="808060"/>
              </a:solidFill>
              <a:ln>
                <a:noFill/>
                <a:round/>
              </a:ln>
            </p:spPr>
          </p:sp>
          <p:sp>
            <p:nvSpPr>
              <p:cNvPr id="93611" name=""/>
              <p:cNvSpPr/>
              <p:nvPr/>
            </p:nvSpPr>
            <p:spPr>
              <a:xfrm>
                <a:off x="1699" y="2031"/>
                <a:ext cx="9" cy="12"/>
              </a:xfrm>
              <a:custGeom>
                <a:pathLst>
                  <a:path w="28" h="23">
                    <a:moveTo>
                      <a:pt x="14" y="0"/>
                    </a:moveTo>
                    <a:lnTo>
                      <a:pt x="21" y="0"/>
                    </a:lnTo>
                    <a:lnTo>
                      <a:pt x="23" y="1"/>
                    </a:lnTo>
                    <a:lnTo>
                      <a:pt x="25" y="2"/>
                    </a:lnTo>
                    <a:lnTo>
                      <a:pt x="27" y="4"/>
                    </a:lnTo>
                    <a:lnTo>
                      <a:pt x="27" y="7"/>
                    </a:lnTo>
                    <a:lnTo>
                      <a:pt x="28" y="9"/>
                    </a:lnTo>
                    <a:lnTo>
                      <a:pt x="28" y="10"/>
                    </a:lnTo>
                    <a:lnTo>
                      <a:pt x="28" y="14"/>
                    </a:lnTo>
                    <a:lnTo>
                      <a:pt x="28" y="16"/>
                    </a:lnTo>
                    <a:lnTo>
                      <a:pt x="27" y="17"/>
                    </a:lnTo>
                    <a:lnTo>
                      <a:pt x="27" y="19"/>
                    </a:lnTo>
                    <a:lnTo>
                      <a:pt x="24" y="22"/>
                    </a:lnTo>
                    <a:lnTo>
                      <a:pt x="23" y="23"/>
                    </a:lnTo>
                    <a:lnTo>
                      <a:pt x="22" y="23"/>
                    </a:lnTo>
                    <a:lnTo>
                      <a:pt x="21" y="23"/>
                    </a:lnTo>
                    <a:lnTo>
                      <a:pt x="0" y="23"/>
                    </a:lnTo>
                    <a:lnTo>
                      <a:pt x="14" y="0"/>
                    </a:lnTo>
                    <a:close/>
                  </a:path>
                </a:pathLst>
              </a:custGeom>
              <a:solidFill>
                <a:srgbClr val="C0C080"/>
              </a:solidFill>
              <a:ln>
                <a:noFill/>
                <a:round/>
              </a:ln>
            </p:spPr>
          </p:sp>
          <p:sp>
            <p:nvSpPr>
              <p:cNvPr id="93612" name=""/>
              <p:cNvSpPr/>
              <p:nvPr/>
            </p:nvSpPr>
            <p:spPr>
              <a:xfrm>
                <a:off x="1703" y="2031"/>
                <a:ext cx="3" cy="3"/>
              </a:xfrm>
              <a:custGeom>
                <a:pathLst>
                  <a:path w="9" h="4">
                    <a:moveTo>
                      <a:pt x="9" y="0"/>
                    </a:moveTo>
                    <a:lnTo>
                      <a:pt x="0" y="0"/>
                    </a:lnTo>
                    <a:lnTo>
                      <a:pt x="9" y="4"/>
                    </a:lnTo>
                    <a:lnTo>
                      <a:pt x="9" y="0"/>
                    </a:lnTo>
                    <a:close/>
                  </a:path>
                </a:pathLst>
              </a:custGeom>
              <a:solidFill>
                <a:srgbClr val="808050"/>
              </a:solidFill>
              <a:ln>
                <a:noFill/>
                <a:round/>
              </a:ln>
            </p:spPr>
          </p:sp>
          <p:sp>
            <p:nvSpPr>
              <p:cNvPr id="93613" name=""/>
              <p:cNvSpPr/>
              <p:nvPr/>
            </p:nvSpPr>
            <p:spPr>
              <a:xfrm>
                <a:off x="1705" y="2031"/>
                <a:ext cx="3" cy="7"/>
              </a:xfrm>
              <a:custGeom>
                <a:pathLst>
                  <a:path w="9" h="12">
                    <a:moveTo>
                      <a:pt x="9" y="12"/>
                    </a:moveTo>
                    <a:lnTo>
                      <a:pt x="9" y="11"/>
                    </a:lnTo>
                    <a:lnTo>
                      <a:pt x="9" y="7"/>
                    </a:lnTo>
                    <a:lnTo>
                      <a:pt x="8" y="5"/>
                    </a:lnTo>
                    <a:lnTo>
                      <a:pt x="8" y="4"/>
                    </a:lnTo>
                    <a:lnTo>
                      <a:pt x="5" y="2"/>
                    </a:lnTo>
                    <a:lnTo>
                      <a:pt x="3" y="1"/>
                    </a:lnTo>
                    <a:lnTo>
                      <a:pt x="3" y="0"/>
                    </a:lnTo>
                    <a:lnTo>
                      <a:pt x="1" y="0"/>
                    </a:lnTo>
                    <a:lnTo>
                      <a:pt x="0" y="0"/>
                    </a:lnTo>
                    <a:lnTo>
                      <a:pt x="0" y="1"/>
                    </a:lnTo>
                    <a:lnTo>
                      <a:pt x="1" y="1"/>
                    </a:lnTo>
                    <a:lnTo>
                      <a:pt x="3" y="1"/>
                    </a:lnTo>
                    <a:lnTo>
                      <a:pt x="3" y="2"/>
                    </a:lnTo>
                    <a:lnTo>
                      <a:pt x="4" y="4"/>
                    </a:lnTo>
                    <a:lnTo>
                      <a:pt x="5" y="4"/>
                    </a:lnTo>
                    <a:lnTo>
                      <a:pt x="5" y="5"/>
                    </a:lnTo>
                    <a:lnTo>
                      <a:pt x="8" y="7"/>
                    </a:lnTo>
                    <a:lnTo>
                      <a:pt x="8" y="8"/>
                    </a:lnTo>
                    <a:lnTo>
                      <a:pt x="8" y="11"/>
                    </a:lnTo>
                    <a:lnTo>
                      <a:pt x="8" y="12"/>
                    </a:lnTo>
                    <a:lnTo>
                      <a:pt x="9" y="12"/>
                    </a:lnTo>
                    <a:close/>
                  </a:path>
                </a:pathLst>
              </a:custGeom>
              <a:solidFill>
                <a:srgbClr val="808050"/>
              </a:solidFill>
              <a:ln>
                <a:noFill/>
                <a:round/>
              </a:ln>
            </p:spPr>
          </p:sp>
          <p:sp>
            <p:nvSpPr>
              <p:cNvPr id="93614" name=""/>
              <p:cNvSpPr/>
              <p:nvPr/>
            </p:nvSpPr>
            <p:spPr>
              <a:xfrm>
                <a:off x="1707" y="2035"/>
                <a:ext cx="1" cy="4"/>
              </a:xfrm>
              <a:prstGeom prst="rect">
                <a:avLst/>
              </a:prstGeom>
              <a:solidFill>
                <a:srgbClr val="808050"/>
              </a:solidFill>
              <a:ln>
                <a:noFill/>
                <a:miter lim="800000"/>
              </a:ln>
            </p:spPr>
          </p:sp>
          <p:sp>
            <p:nvSpPr>
              <p:cNvPr id="93615" name=""/>
              <p:cNvSpPr/>
              <p:nvPr/>
            </p:nvSpPr>
            <p:spPr>
              <a:xfrm>
                <a:off x="1705" y="2037"/>
                <a:ext cx="3" cy="7"/>
              </a:xfrm>
              <a:custGeom>
                <a:pathLst>
                  <a:path w="9" h="13">
                    <a:moveTo>
                      <a:pt x="0" y="13"/>
                    </a:moveTo>
                    <a:lnTo>
                      <a:pt x="1" y="13"/>
                    </a:lnTo>
                    <a:lnTo>
                      <a:pt x="3" y="13"/>
                    </a:lnTo>
                    <a:lnTo>
                      <a:pt x="3" y="12"/>
                    </a:lnTo>
                    <a:lnTo>
                      <a:pt x="4" y="12"/>
                    </a:lnTo>
                    <a:lnTo>
                      <a:pt x="5" y="11"/>
                    </a:lnTo>
                    <a:lnTo>
                      <a:pt x="8" y="8"/>
                    </a:lnTo>
                    <a:lnTo>
                      <a:pt x="8" y="7"/>
                    </a:lnTo>
                    <a:lnTo>
                      <a:pt x="9" y="6"/>
                    </a:lnTo>
                    <a:lnTo>
                      <a:pt x="9" y="1"/>
                    </a:lnTo>
                    <a:lnTo>
                      <a:pt x="9" y="0"/>
                    </a:lnTo>
                    <a:lnTo>
                      <a:pt x="8" y="0"/>
                    </a:lnTo>
                    <a:lnTo>
                      <a:pt x="8" y="1"/>
                    </a:lnTo>
                    <a:lnTo>
                      <a:pt x="8" y="5"/>
                    </a:lnTo>
                    <a:lnTo>
                      <a:pt x="8" y="6"/>
                    </a:lnTo>
                    <a:lnTo>
                      <a:pt x="5" y="7"/>
                    </a:lnTo>
                    <a:lnTo>
                      <a:pt x="5" y="8"/>
                    </a:lnTo>
                    <a:lnTo>
                      <a:pt x="4" y="8"/>
                    </a:lnTo>
                    <a:lnTo>
                      <a:pt x="4" y="11"/>
                    </a:lnTo>
                    <a:lnTo>
                      <a:pt x="3" y="11"/>
                    </a:lnTo>
                    <a:lnTo>
                      <a:pt x="3" y="12"/>
                    </a:lnTo>
                    <a:lnTo>
                      <a:pt x="1" y="12"/>
                    </a:lnTo>
                    <a:lnTo>
                      <a:pt x="0" y="12"/>
                    </a:lnTo>
                    <a:lnTo>
                      <a:pt x="0" y="13"/>
                    </a:lnTo>
                    <a:close/>
                  </a:path>
                </a:pathLst>
              </a:custGeom>
              <a:solidFill>
                <a:srgbClr val="808050"/>
              </a:solidFill>
              <a:ln>
                <a:noFill/>
                <a:round/>
              </a:ln>
            </p:spPr>
          </p:sp>
          <p:sp>
            <p:nvSpPr>
              <p:cNvPr id="93616" name=""/>
              <p:cNvSpPr/>
              <p:nvPr/>
            </p:nvSpPr>
            <p:spPr>
              <a:xfrm>
                <a:off x="1703" y="2041"/>
                <a:ext cx="3" cy="3"/>
              </a:xfrm>
              <a:prstGeom prst="rect">
                <a:avLst/>
              </a:prstGeom>
              <a:solidFill>
                <a:srgbClr val="808050"/>
              </a:solidFill>
              <a:ln>
                <a:noFill/>
                <a:miter lim="800000"/>
              </a:ln>
            </p:spPr>
          </p:sp>
          <p:sp>
            <p:nvSpPr>
              <p:cNvPr id="93617" name=""/>
              <p:cNvSpPr/>
              <p:nvPr/>
            </p:nvSpPr>
            <p:spPr>
              <a:xfrm>
                <a:off x="1699" y="2041"/>
                <a:ext cx="5" cy="3"/>
              </a:xfrm>
              <a:custGeom>
                <a:pathLst>
                  <a:path w="15" h="6">
                    <a:moveTo>
                      <a:pt x="0" y="0"/>
                    </a:moveTo>
                    <a:lnTo>
                      <a:pt x="0" y="6"/>
                    </a:lnTo>
                    <a:lnTo>
                      <a:pt x="15" y="6"/>
                    </a:lnTo>
                    <a:lnTo>
                      <a:pt x="15" y="0"/>
                    </a:lnTo>
                    <a:lnTo>
                      <a:pt x="0" y="0"/>
                    </a:lnTo>
                    <a:lnTo>
                      <a:pt x="1" y="0"/>
                    </a:lnTo>
                    <a:lnTo>
                      <a:pt x="0" y="0"/>
                    </a:lnTo>
                    <a:lnTo>
                      <a:pt x="0" y="6"/>
                    </a:lnTo>
                    <a:lnTo>
                      <a:pt x="0" y="0"/>
                    </a:lnTo>
                    <a:close/>
                  </a:path>
                </a:pathLst>
              </a:custGeom>
              <a:solidFill>
                <a:srgbClr val="808050"/>
              </a:solidFill>
              <a:ln>
                <a:noFill/>
                <a:round/>
              </a:ln>
            </p:spPr>
          </p:sp>
          <p:sp>
            <p:nvSpPr>
              <p:cNvPr id="93618" name=""/>
              <p:cNvSpPr/>
              <p:nvPr/>
            </p:nvSpPr>
            <p:spPr>
              <a:xfrm>
                <a:off x="1698" y="2031"/>
                <a:ext cx="2" cy="12"/>
              </a:xfrm>
              <a:custGeom>
                <a:pathLst>
                  <a:path w="6" h="23">
                    <a:moveTo>
                      <a:pt x="3" y="0"/>
                    </a:moveTo>
                    <a:lnTo>
                      <a:pt x="0" y="0"/>
                    </a:lnTo>
                    <a:lnTo>
                      <a:pt x="3" y="23"/>
                    </a:lnTo>
                    <a:lnTo>
                      <a:pt x="6" y="23"/>
                    </a:lnTo>
                    <a:lnTo>
                      <a:pt x="3" y="0"/>
                    </a:lnTo>
                    <a:lnTo>
                      <a:pt x="3" y="1"/>
                    </a:lnTo>
                    <a:lnTo>
                      <a:pt x="3" y="0"/>
                    </a:lnTo>
                    <a:lnTo>
                      <a:pt x="0" y="0"/>
                    </a:lnTo>
                    <a:lnTo>
                      <a:pt x="3" y="0"/>
                    </a:lnTo>
                    <a:close/>
                  </a:path>
                </a:pathLst>
              </a:custGeom>
              <a:solidFill>
                <a:srgbClr val="808050"/>
              </a:solidFill>
              <a:ln>
                <a:noFill/>
                <a:round/>
              </a:ln>
            </p:spPr>
          </p:sp>
          <p:sp>
            <p:nvSpPr>
              <p:cNvPr id="93619" name=""/>
              <p:cNvSpPr/>
              <p:nvPr/>
            </p:nvSpPr>
            <p:spPr>
              <a:xfrm>
                <a:off x="1699" y="2031"/>
                <a:ext cx="5" cy="3"/>
              </a:xfrm>
              <a:custGeom>
                <a:pathLst>
                  <a:path w="15" h="4">
                    <a:moveTo>
                      <a:pt x="15" y="0"/>
                    </a:moveTo>
                    <a:lnTo>
                      <a:pt x="0" y="0"/>
                    </a:lnTo>
                    <a:lnTo>
                      <a:pt x="15" y="4"/>
                    </a:lnTo>
                    <a:lnTo>
                      <a:pt x="15" y="0"/>
                    </a:lnTo>
                    <a:close/>
                  </a:path>
                </a:pathLst>
              </a:custGeom>
              <a:solidFill>
                <a:srgbClr val="808050"/>
              </a:solidFill>
              <a:ln>
                <a:noFill/>
                <a:round/>
              </a:ln>
            </p:spPr>
          </p:sp>
          <p:sp>
            <p:nvSpPr>
              <p:cNvPr id="93620" name=""/>
              <p:cNvSpPr/>
              <p:nvPr/>
            </p:nvSpPr>
            <p:spPr>
              <a:xfrm>
                <a:off x="1702" y="2033"/>
                <a:ext cx="5" cy="10"/>
              </a:xfrm>
              <a:custGeom>
                <a:pathLst>
                  <a:path w="14" h="20">
                    <a:moveTo>
                      <a:pt x="8" y="0"/>
                    </a:moveTo>
                    <a:lnTo>
                      <a:pt x="0" y="18"/>
                    </a:lnTo>
                    <a:lnTo>
                      <a:pt x="0" y="20"/>
                    </a:lnTo>
                    <a:lnTo>
                      <a:pt x="5" y="20"/>
                    </a:lnTo>
                    <a:lnTo>
                      <a:pt x="5" y="18"/>
                    </a:lnTo>
                    <a:lnTo>
                      <a:pt x="14" y="0"/>
                    </a:lnTo>
                    <a:lnTo>
                      <a:pt x="8" y="0"/>
                    </a:lnTo>
                    <a:close/>
                  </a:path>
                </a:pathLst>
              </a:custGeom>
              <a:solidFill>
                <a:srgbClr val="E0E0B0"/>
              </a:solidFill>
              <a:ln>
                <a:noFill/>
                <a:round/>
              </a:ln>
            </p:spPr>
          </p:sp>
          <p:sp>
            <p:nvSpPr>
              <p:cNvPr id="93621" name=""/>
              <p:cNvSpPr/>
              <p:nvPr/>
            </p:nvSpPr>
            <p:spPr>
              <a:xfrm>
                <a:off x="1704" y="2033"/>
                <a:ext cx="4" cy="10"/>
              </a:xfrm>
              <a:custGeom>
                <a:pathLst>
                  <a:path w="13" h="20">
                    <a:moveTo>
                      <a:pt x="8" y="0"/>
                    </a:moveTo>
                    <a:lnTo>
                      <a:pt x="0" y="19"/>
                    </a:lnTo>
                    <a:lnTo>
                      <a:pt x="1" y="20"/>
                    </a:lnTo>
                    <a:lnTo>
                      <a:pt x="7" y="20"/>
                    </a:lnTo>
                    <a:lnTo>
                      <a:pt x="7" y="19"/>
                    </a:lnTo>
                    <a:lnTo>
                      <a:pt x="13" y="7"/>
                    </a:lnTo>
                    <a:lnTo>
                      <a:pt x="13" y="6"/>
                    </a:lnTo>
                    <a:lnTo>
                      <a:pt x="11" y="4"/>
                    </a:lnTo>
                    <a:lnTo>
                      <a:pt x="11" y="2"/>
                    </a:lnTo>
                    <a:lnTo>
                      <a:pt x="8" y="0"/>
                    </a:lnTo>
                    <a:close/>
                  </a:path>
                </a:pathLst>
              </a:custGeom>
              <a:solidFill>
                <a:srgbClr val="E0E0B0"/>
              </a:solidFill>
              <a:ln>
                <a:noFill/>
                <a:round/>
              </a:ln>
            </p:spPr>
          </p:sp>
          <p:sp>
            <p:nvSpPr>
              <p:cNvPr id="93622" name=""/>
              <p:cNvSpPr/>
              <p:nvPr/>
            </p:nvSpPr>
            <p:spPr>
              <a:xfrm>
                <a:off x="1705" y="2037"/>
                <a:ext cx="2" cy="4"/>
              </a:xfrm>
              <a:custGeom>
                <a:pathLst>
                  <a:path w="8" h="7">
                    <a:moveTo>
                      <a:pt x="8" y="0"/>
                    </a:moveTo>
                    <a:lnTo>
                      <a:pt x="8" y="3"/>
                    </a:lnTo>
                    <a:lnTo>
                      <a:pt x="8" y="3"/>
                    </a:lnTo>
                    <a:lnTo>
                      <a:pt x="7" y="5"/>
                    </a:lnTo>
                    <a:lnTo>
                      <a:pt x="6" y="6"/>
                    </a:lnTo>
                    <a:lnTo>
                      <a:pt x="3" y="7"/>
                    </a:lnTo>
                    <a:lnTo>
                      <a:pt x="0" y="7"/>
                    </a:lnTo>
                  </a:path>
                </a:pathLst>
              </a:custGeom>
              <a:noFill/>
              <a:ln w="4763">
                <a:solidFill>
                  <a:srgbClr val="F0E0C0"/>
                </a:solidFill>
                <a:prstDash val="solid"/>
                <a:round/>
              </a:ln>
            </p:spPr>
          </p:sp>
          <p:sp>
            <p:nvSpPr>
              <p:cNvPr id="93623" name=""/>
              <p:cNvSpPr/>
              <p:nvPr/>
            </p:nvSpPr>
            <p:spPr>
              <a:xfrm>
                <a:off x="1700" y="2032"/>
                <a:ext cx="6" cy="2"/>
              </a:xfrm>
              <a:custGeom>
                <a:pathLst>
                  <a:path w="18" h="3">
                    <a:moveTo>
                      <a:pt x="0" y="0"/>
                    </a:moveTo>
                    <a:lnTo>
                      <a:pt x="13" y="0"/>
                    </a:lnTo>
                    <a:lnTo>
                      <a:pt x="16" y="0"/>
                    </a:lnTo>
                    <a:lnTo>
                      <a:pt x="18" y="3"/>
                    </a:lnTo>
                  </a:path>
                </a:pathLst>
              </a:custGeom>
              <a:noFill/>
              <a:ln w="4763">
                <a:solidFill>
                  <a:srgbClr val="F0E0C0"/>
                </a:solidFill>
                <a:prstDash val="solid"/>
                <a:round/>
              </a:ln>
            </p:spPr>
          </p:sp>
          <p:sp>
            <p:nvSpPr>
              <p:cNvPr id="93624" name=""/>
              <p:cNvSpPr/>
              <p:nvPr/>
            </p:nvSpPr>
            <p:spPr>
              <a:xfrm>
                <a:off x="1699" y="2033"/>
                <a:ext cx="2" cy="10"/>
              </a:xfrm>
              <a:custGeom>
                <a:pathLst>
                  <a:path w="5" h="20">
                    <a:moveTo>
                      <a:pt x="3" y="0"/>
                    </a:moveTo>
                    <a:lnTo>
                      <a:pt x="5" y="2"/>
                    </a:lnTo>
                    <a:lnTo>
                      <a:pt x="5" y="11"/>
                    </a:lnTo>
                    <a:lnTo>
                      <a:pt x="5" y="18"/>
                    </a:lnTo>
                    <a:lnTo>
                      <a:pt x="3" y="20"/>
                    </a:lnTo>
                    <a:lnTo>
                      <a:pt x="0" y="14"/>
                    </a:lnTo>
                    <a:lnTo>
                      <a:pt x="0" y="11"/>
                    </a:lnTo>
                    <a:lnTo>
                      <a:pt x="0" y="2"/>
                    </a:lnTo>
                    <a:lnTo>
                      <a:pt x="3" y="1"/>
                    </a:lnTo>
                    <a:lnTo>
                      <a:pt x="3" y="0"/>
                    </a:lnTo>
                    <a:close/>
                  </a:path>
                </a:pathLst>
              </a:custGeom>
              <a:solidFill>
                <a:srgbClr val="706040"/>
              </a:solidFill>
              <a:ln>
                <a:noFill/>
                <a:round/>
              </a:ln>
            </p:spPr>
          </p:sp>
          <p:sp>
            <p:nvSpPr>
              <p:cNvPr id="93625" name=""/>
              <p:cNvSpPr/>
              <p:nvPr/>
            </p:nvSpPr>
            <p:spPr>
              <a:xfrm>
                <a:off x="1699" y="2033"/>
                <a:ext cx="5" cy="10"/>
              </a:xfrm>
              <a:custGeom>
                <a:pathLst>
                  <a:path w="15" h="20">
                    <a:moveTo>
                      <a:pt x="10" y="0"/>
                    </a:moveTo>
                    <a:lnTo>
                      <a:pt x="0" y="16"/>
                    </a:lnTo>
                    <a:lnTo>
                      <a:pt x="2" y="20"/>
                    </a:lnTo>
                    <a:lnTo>
                      <a:pt x="8" y="20"/>
                    </a:lnTo>
                    <a:lnTo>
                      <a:pt x="8" y="18"/>
                    </a:lnTo>
                    <a:lnTo>
                      <a:pt x="15" y="0"/>
                    </a:lnTo>
                    <a:lnTo>
                      <a:pt x="10" y="0"/>
                    </a:lnTo>
                    <a:close/>
                  </a:path>
                </a:pathLst>
              </a:custGeom>
              <a:solidFill>
                <a:srgbClr val="E0E0B0"/>
              </a:solidFill>
              <a:ln>
                <a:noFill/>
                <a:round/>
              </a:ln>
            </p:spPr>
          </p:sp>
        </p:grpSp>
        <p:pic>
          <p:nvPicPr>
            <p:cNvPr id="93627" name=""/>
            <p:cNvPicPr/>
            <p:nvPr/>
          </p:nvPicPr>
          <p:blipFill>
            <a:blip r:embed="rId3"/>
            <a:stretch>
              <a:fillRect/>
            </a:stretch>
          </p:blipFill>
          <p:spPr>
            <a:xfrm>
              <a:off x="1673" y="2034"/>
              <a:ext cx="30" cy="9"/>
            </a:xfrm>
            <a:prstGeom prst="rect">
              <a:avLst/>
            </a:prstGeom>
            <a:noFill/>
            <a:ln>
              <a:noFill/>
              <a:miter lim="800000"/>
            </a:ln>
          </p:spPr>
        </p:pic>
      </p:grpSp>
      <p:grpSp>
        <p:nvGrpSpPr>
          <p:cNvPr id="93771" name=""/>
          <p:cNvGrpSpPr/>
          <p:nvPr/>
        </p:nvGrpSpPr>
        <p:grpSpPr>
          <a:xfrm>
            <a:off x="2781300" y="3305175"/>
            <a:ext cx="130175" cy="401638"/>
            <a:chOff x="1752" y="2082"/>
            <a:chExt cx="82" cy="253"/>
          </a:xfrm>
        </p:grpSpPr>
        <p:grpSp>
          <p:nvGrpSpPr>
            <p:cNvPr id="93769" name=""/>
            <p:cNvGrpSpPr/>
            <p:nvPr/>
          </p:nvGrpSpPr>
          <p:grpSpPr>
            <a:xfrm>
              <a:off x="1752" y="2082"/>
              <a:ext cx="82" cy="253"/>
              <a:chOff x="1752" y="2082"/>
              <a:chExt cx="82" cy="253"/>
            </a:xfrm>
          </p:grpSpPr>
          <p:sp>
            <p:nvSpPr>
              <p:cNvPr id="93629" name=""/>
              <p:cNvSpPr/>
              <p:nvPr/>
            </p:nvSpPr>
            <p:spPr>
              <a:xfrm>
                <a:off x="1764" y="2192"/>
                <a:ext cx="57" cy="138"/>
              </a:xfrm>
              <a:custGeom>
                <a:pathLst>
                  <a:path w="169" h="277">
                    <a:moveTo>
                      <a:pt x="4" y="0"/>
                    </a:moveTo>
                    <a:lnTo>
                      <a:pt x="165" y="0"/>
                    </a:lnTo>
                    <a:lnTo>
                      <a:pt x="167" y="0"/>
                    </a:lnTo>
                    <a:lnTo>
                      <a:pt x="169" y="2"/>
                    </a:lnTo>
                    <a:lnTo>
                      <a:pt x="169" y="3"/>
                    </a:lnTo>
                    <a:lnTo>
                      <a:pt x="169" y="273"/>
                    </a:lnTo>
                    <a:lnTo>
                      <a:pt x="169" y="275"/>
                    </a:lnTo>
                    <a:lnTo>
                      <a:pt x="167" y="276"/>
                    </a:lnTo>
                    <a:lnTo>
                      <a:pt x="165" y="277"/>
                    </a:lnTo>
                    <a:lnTo>
                      <a:pt x="4" y="277"/>
                    </a:lnTo>
                    <a:lnTo>
                      <a:pt x="1" y="276"/>
                    </a:lnTo>
                    <a:lnTo>
                      <a:pt x="0" y="275"/>
                    </a:lnTo>
                    <a:lnTo>
                      <a:pt x="0" y="273"/>
                    </a:lnTo>
                    <a:lnTo>
                      <a:pt x="0" y="3"/>
                    </a:lnTo>
                    <a:lnTo>
                      <a:pt x="0" y="2"/>
                    </a:lnTo>
                    <a:lnTo>
                      <a:pt x="1" y="0"/>
                    </a:lnTo>
                    <a:lnTo>
                      <a:pt x="4" y="0"/>
                    </a:lnTo>
                    <a:close/>
                  </a:path>
                </a:pathLst>
              </a:custGeom>
              <a:solidFill>
                <a:srgbClr val="F0E0C0"/>
              </a:solidFill>
              <a:ln>
                <a:noFill/>
                <a:round/>
              </a:ln>
            </p:spPr>
          </p:sp>
          <p:sp>
            <p:nvSpPr>
              <p:cNvPr id="93630" name=""/>
              <p:cNvSpPr/>
              <p:nvPr/>
            </p:nvSpPr>
            <p:spPr>
              <a:xfrm>
                <a:off x="1764" y="2308"/>
                <a:ext cx="57" cy="4"/>
              </a:xfrm>
              <a:prstGeom prst="rect">
                <a:avLst/>
              </a:prstGeom>
              <a:solidFill>
                <a:srgbClr val="A0A080"/>
              </a:solidFill>
              <a:ln>
                <a:noFill/>
                <a:miter lim="800000"/>
              </a:ln>
            </p:spPr>
          </p:sp>
          <p:sp>
            <p:nvSpPr>
              <p:cNvPr id="93631" name=""/>
              <p:cNvSpPr/>
              <p:nvPr/>
            </p:nvSpPr>
            <p:spPr>
              <a:xfrm>
                <a:off x="1764" y="2304"/>
                <a:ext cx="57" cy="4"/>
              </a:xfrm>
              <a:prstGeom prst="rect">
                <a:avLst/>
              </a:prstGeom>
              <a:solidFill>
                <a:srgbClr val="A0A080"/>
              </a:solidFill>
              <a:ln>
                <a:noFill/>
                <a:miter lim="800000"/>
              </a:ln>
            </p:spPr>
          </p:sp>
          <p:sp>
            <p:nvSpPr>
              <p:cNvPr id="93632" name=""/>
              <p:cNvSpPr/>
              <p:nvPr/>
            </p:nvSpPr>
            <p:spPr>
              <a:xfrm>
                <a:off x="1764" y="2301"/>
                <a:ext cx="57" cy="3"/>
              </a:xfrm>
              <a:prstGeom prst="rect">
                <a:avLst/>
              </a:prstGeom>
              <a:solidFill>
                <a:srgbClr val="404040"/>
              </a:solidFill>
              <a:ln>
                <a:noFill/>
                <a:miter lim="800000"/>
              </a:ln>
            </p:spPr>
          </p:sp>
          <p:sp>
            <p:nvSpPr>
              <p:cNvPr id="93633" name=""/>
              <p:cNvSpPr/>
              <p:nvPr/>
            </p:nvSpPr>
            <p:spPr>
              <a:xfrm>
                <a:off x="1764" y="2301"/>
                <a:ext cx="57" cy="3"/>
              </a:xfrm>
              <a:prstGeom prst="rect">
                <a:avLst/>
              </a:prstGeom>
              <a:solidFill>
                <a:srgbClr val="A0A080"/>
              </a:solidFill>
              <a:ln>
                <a:noFill/>
                <a:miter lim="800000"/>
              </a:ln>
            </p:spPr>
          </p:sp>
          <p:sp>
            <p:nvSpPr>
              <p:cNvPr id="93634" name=""/>
              <p:cNvSpPr/>
              <p:nvPr/>
            </p:nvSpPr>
            <p:spPr>
              <a:xfrm>
                <a:off x="1764" y="2296"/>
                <a:ext cx="57" cy="3"/>
              </a:xfrm>
              <a:prstGeom prst="rect">
                <a:avLst/>
              </a:prstGeom>
              <a:solidFill>
                <a:srgbClr val="A0A080"/>
              </a:solidFill>
              <a:ln>
                <a:noFill/>
                <a:miter lim="800000"/>
              </a:ln>
            </p:spPr>
          </p:sp>
          <p:sp>
            <p:nvSpPr>
              <p:cNvPr id="93635" name=""/>
              <p:cNvSpPr/>
              <p:nvPr/>
            </p:nvSpPr>
            <p:spPr>
              <a:xfrm>
                <a:off x="1764" y="2293"/>
                <a:ext cx="57" cy="2"/>
              </a:xfrm>
              <a:prstGeom prst="rect">
                <a:avLst/>
              </a:prstGeom>
              <a:solidFill>
                <a:srgbClr val="A0A080"/>
              </a:solidFill>
              <a:ln>
                <a:noFill/>
                <a:miter lim="800000"/>
              </a:ln>
            </p:spPr>
          </p:sp>
          <p:sp>
            <p:nvSpPr>
              <p:cNvPr id="93636" name=""/>
              <p:cNvSpPr/>
              <p:nvPr/>
            </p:nvSpPr>
            <p:spPr>
              <a:xfrm>
                <a:off x="1764" y="2288"/>
                <a:ext cx="57" cy="3"/>
              </a:xfrm>
              <a:prstGeom prst="rect">
                <a:avLst/>
              </a:prstGeom>
              <a:solidFill>
                <a:srgbClr val="A0A080"/>
              </a:solidFill>
              <a:ln>
                <a:noFill/>
                <a:miter lim="800000"/>
              </a:ln>
            </p:spPr>
          </p:sp>
          <p:sp>
            <p:nvSpPr>
              <p:cNvPr id="93637" name=""/>
              <p:cNvSpPr/>
              <p:nvPr/>
            </p:nvSpPr>
            <p:spPr>
              <a:xfrm>
                <a:off x="1764" y="2284"/>
                <a:ext cx="57" cy="2"/>
              </a:xfrm>
              <a:prstGeom prst="rect">
                <a:avLst/>
              </a:prstGeom>
              <a:solidFill>
                <a:srgbClr val="A0A080"/>
              </a:solidFill>
              <a:ln>
                <a:noFill/>
                <a:miter lim="800000"/>
              </a:ln>
            </p:spPr>
          </p:sp>
          <p:sp>
            <p:nvSpPr>
              <p:cNvPr id="93638" name=""/>
              <p:cNvSpPr/>
              <p:nvPr/>
            </p:nvSpPr>
            <p:spPr>
              <a:xfrm>
                <a:off x="1764" y="2279"/>
                <a:ext cx="57" cy="3"/>
              </a:xfrm>
              <a:prstGeom prst="rect">
                <a:avLst/>
              </a:prstGeom>
              <a:solidFill>
                <a:srgbClr val="A0A080"/>
              </a:solidFill>
              <a:ln>
                <a:noFill/>
                <a:miter lim="800000"/>
              </a:ln>
            </p:spPr>
          </p:sp>
          <p:sp>
            <p:nvSpPr>
              <p:cNvPr id="93639" name=""/>
              <p:cNvSpPr/>
              <p:nvPr/>
            </p:nvSpPr>
            <p:spPr>
              <a:xfrm>
                <a:off x="1764" y="2275"/>
                <a:ext cx="57" cy="3"/>
              </a:xfrm>
              <a:prstGeom prst="rect">
                <a:avLst/>
              </a:prstGeom>
              <a:solidFill>
                <a:srgbClr val="A0A080"/>
              </a:solidFill>
              <a:ln>
                <a:noFill/>
                <a:miter lim="800000"/>
              </a:ln>
            </p:spPr>
          </p:sp>
          <p:sp>
            <p:nvSpPr>
              <p:cNvPr id="93640" name=""/>
              <p:cNvSpPr/>
              <p:nvPr/>
            </p:nvSpPr>
            <p:spPr>
              <a:xfrm>
                <a:off x="1764" y="2270"/>
                <a:ext cx="57" cy="3"/>
              </a:xfrm>
              <a:prstGeom prst="rect">
                <a:avLst/>
              </a:prstGeom>
              <a:solidFill>
                <a:srgbClr val="A0A080"/>
              </a:solidFill>
              <a:ln>
                <a:noFill/>
                <a:miter lim="800000"/>
              </a:ln>
            </p:spPr>
          </p:sp>
          <p:sp>
            <p:nvSpPr>
              <p:cNvPr id="93641" name=""/>
              <p:cNvSpPr/>
              <p:nvPr/>
            </p:nvSpPr>
            <p:spPr>
              <a:xfrm>
                <a:off x="1764" y="2267"/>
                <a:ext cx="57" cy="3"/>
              </a:xfrm>
              <a:prstGeom prst="rect">
                <a:avLst/>
              </a:prstGeom>
              <a:solidFill>
                <a:srgbClr val="A0A080"/>
              </a:solidFill>
              <a:ln>
                <a:noFill/>
                <a:miter lim="800000"/>
              </a:ln>
            </p:spPr>
          </p:sp>
          <p:sp>
            <p:nvSpPr>
              <p:cNvPr id="93642" name=""/>
              <p:cNvSpPr/>
              <p:nvPr/>
            </p:nvSpPr>
            <p:spPr>
              <a:xfrm>
                <a:off x="1764" y="2263"/>
                <a:ext cx="57" cy="2"/>
              </a:xfrm>
              <a:prstGeom prst="rect">
                <a:avLst/>
              </a:prstGeom>
              <a:solidFill>
                <a:srgbClr val="A0A080"/>
              </a:solidFill>
              <a:ln>
                <a:noFill/>
                <a:miter lim="800000"/>
              </a:ln>
            </p:spPr>
          </p:sp>
          <p:sp>
            <p:nvSpPr>
              <p:cNvPr id="93643" name=""/>
              <p:cNvSpPr/>
              <p:nvPr/>
            </p:nvSpPr>
            <p:spPr>
              <a:xfrm>
                <a:off x="1764" y="2259"/>
                <a:ext cx="57" cy="2"/>
              </a:xfrm>
              <a:prstGeom prst="rect">
                <a:avLst/>
              </a:prstGeom>
              <a:solidFill>
                <a:srgbClr val="A0A080"/>
              </a:solidFill>
              <a:ln>
                <a:noFill/>
                <a:miter lim="800000"/>
              </a:ln>
            </p:spPr>
          </p:sp>
          <p:sp>
            <p:nvSpPr>
              <p:cNvPr id="93644" name=""/>
              <p:cNvSpPr/>
              <p:nvPr/>
            </p:nvSpPr>
            <p:spPr>
              <a:xfrm>
                <a:off x="1764" y="2254"/>
                <a:ext cx="57" cy="2"/>
              </a:xfrm>
              <a:prstGeom prst="rect">
                <a:avLst/>
              </a:prstGeom>
              <a:solidFill>
                <a:srgbClr val="A0A080"/>
              </a:solidFill>
              <a:ln>
                <a:noFill/>
                <a:miter lim="800000"/>
              </a:ln>
            </p:spPr>
          </p:sp>
          <p:sp>
            <p:nvSpPr>
              <p:cNvPr id="93645" name=""/>
              <p:cNvSpPr/>
              <p:nvPr/>
            </p:nvSpPr>
            <p:spPr>
              <a:xfrm>
                <a:off x="1764" y="2250"/>
                <a:ext cx="57" cy="2"/>
              </a:xfrm>
              <a:prstGeom prst="rect">
                <a:avLst/>
              </a:prstGeom>
              <a:solidFill>
                <a:srgbClr val="A0A080"/>
              </a:solidFill>
              <a:ln>
                <a:noFill/>
                <a:miter lim="800000"/>
              </a:ln>
            </p:spPr>
          </p:sp>
          <p:sp>
            <p:nvSpPr>
              <p:cNvPr id="93646" name=""/>
              <p:cNvSpPr/>
              <p:nvPr/>
            </p:nvSpPr>
            <p:spPr>
              <a:xfrm>
                <a:off x="1764" y="2245"/>
                <a:ext cx="57" cy="3"/>
              </a:xfrm>
              <a:prstGeom prst="rect">
                <a:avLst/>
              </a:prstGeom>
              <a:solidFill>
                <a:srgbClr val="A0A080"/>
              </a:solidFill>
              <a:ln>
                <a:noFill/>
                <a:miter lim="800000"/>
              </a:ln>
            </p:spPr>
          </p:sp>
          <p:sp>
            <p:nvSpPr>
              <p:cNvPr id="93647" name=""/>
              <p:cNvSpPr/>
              <p:nvPr/>
            </p:nvSpPr>
            <p:spPr>
              <a:xfrm>
                <a:off x="1752" y="2321"/>
                <a:ext cx="41" cy="14"/>
              </a:xfrm>
              <a:custGeom>
                <a:pathLst>
                  <a:path w="122" h="28">
                    <a:moveTo>
                      <a:pt x="39" y="0"/>
                    </a:moveTo>
                    <a:lnTo>
                      <a:pt x="34" y="0"/>
                    </a:lnTo>
                    <a:lnTo>
                      <a:pt x="34" y="13"/>
                    </a:lnTo>
                    <a:lnTo>
                      <a:pt x="0" y="23"/>
                    </a:lnTo>
                    <a:lnTo>
                      <a:pt x="0" y="28"/>
                    </a:lnTo>
                    <a:lnTo>
                      <a:pt x="122" y="28"/>
                    </a:lnTo>
                    <a:lnTo>
                      <a:pt x="122" y="20"/>
                    </a:lnTo>
                    <a:lnTo>
                      <a:pt x="39" y="20"/>
                    </a:lnTo>
                    <a:lnTo>
                      <a:pt x="39" y="0"/>
                    </a:lnTo>
                    <a:close/>
                  </a:path>
                </a:pathLst>
              </a:custGeom>
              <a:solidFill>
                <a:srgbClr val="808060"/>
              </a:solidFill>
              <a:ln>
                <a:noFill/>
                <a:round/>
              </a:ln>
            </p:spPr>
          </p:sp>
          <p:sp>
            <p:nvSpPr>
              <p:cNvPr id="93648" name=""/>
              <p:cNvSpPr/>
              <p:nvPr/>
            </p:nvSpPr>
            <p:spPr>
              <a:xfrm>
                <a:off x="1793" y="2321"/>
                <a:ext cx="41" cy="14"/>
              </a:xfrm>
              <a:custGeom>
                <a:pathLst>
                  <a:path w="122" h="28">
                    <a:moveTo>
                      <a:pt x="83" y="0"/>
                    </a:moveTo>
                    <a:lnTo>
                      <a:pt x="89" y="0"/>
                    </a:lnTo>
                    <a:lnTo>
                      <a:pt x="89" y="13"/>
                    </a:lnTo>
                    <a:lnTo>
                      <a:pt x="122" y="23"/>
                    </a:lnTo>
                    <a:lnTo>
                      <a:pt x="122" y="28"/>
                    </a:lnTo>
                    <a:lnTo>
                      <a:pt x="0" y="28"/>
                    </a:lnTo>
                    <a:lnTo>
                      <a:pt x="0" y="20"/>
                    </a:lnTo>
                    <a:lnTo>
                      <a:pt x="83" y="20"/>
                    </a:lnTo>
                    <a:lnTo>
                      <a:pt x="83" y="0"/>
                    </a:lnTo>
                    <a:close/>
                  </a:path>
                </a:pathLst>
              </a:custGeom>
              <a:solidFill>
                <a:srgbClr val="808060"/>
              </a:solidFill>
              <a:ln>
                <a:noFill/>
                <a:round/>
              </a:ln>
            </p:spPr>
          </p:sp>
          <p:sp>
            <p:nvSpPr>
              <p:cNvPr id="93649" name=""/>
              <p:cNvSpPr/>
              <p:nvPr/>
            </p:nvSpPr>
            <p:spPr>
              <a:xfrm>
                <a:off x="1774" y="2279"/>
                <a:ext cx="37" cy="47"/>
              </a:xfrm>
              <a:custGeom>
                <a:pathLst>
                  <a:path w="109" h="94">
                    <a:moveTo>
                      <a:pt x="0" y="1"/>
                    </a:moveTo>
                    <a:lnTo>
                      <a:pt x="0" y="94"/>
                    </a:lnTo>
                    <a:lnTo>
                      <a:pt x="109" y="94"/>
                    </a:lnTo>
                    <a:lnTo>
                      <a:pt x="109" y="0"/>
                    </a:lnTo>
                  </a:path>
                </a:pathLst>
              </a:custGeom>
              <a:noFill/>
              <a:ln w="4763">
                <a:solidFill>
                  <a:srgbClr val="808060"/>
                </a:solidFill>
                <a:prstDash val="solid"/>
                <a:round/>
              </a:ln>
            </p:spPr>
          </p:sp>
          <p:sp>
            <p:nvSpPr>
              <p:cNvPr id="93650" name=""/>
              <p:cNvSpPr/>
              <p:nvPr/>
            </p:nvSpPr>
            <p:spPr>
              <a:xfrm>
                <a:off x="1764" y="2082"/>
                <a:ext cx="57" cy="104"/>
              </a:xfrm>
              <a:custGeom>
                <a:pathLst>
                  <a:path w="169" h="208">
                    <a:moveTo>
                      <a:pt x="5" y="208"/>
                    </a:moveTo>
                    <a:lnTo>
                      <a:pt x="164" y="208"/>
                    </a:lnTo>
                    <a:lnTo>
                      <a:pt x="167" y="208"/>
                    </a:lnTo>
                    <a:lnTo>
                      <a:pt x="168" y="206"/>
                    </a:lnTo>
                    <a:lnTo>
                      <a:pt x="169" y="205"/>
                    </a:lnTo>
                    <a:lnTo>
                      <a:pt x="169" y="5"/>
                    </a:lnTo>
                    <a:lnTo>
                      <a:pt x="168" y="2"/>
                    </a:lnTo>
                    <a:lnTo>
                      <a:pt x="167" y="1"/>
                    </a:lnTo>
                    <a:lnTo>
                      <a:pt x="165" y="1"/>
                    </a:lnTo>
                    <a:lnTo>
                      <a:pt x="5" y="0"/>
                    </a:lnTo>
                    <a:lnTo>
                      <a:pt x="3" y="1"/>
                    </a:lnTo>
                    <a:lnTo>
                      <a:pt x="1" y="2"/>
                    </a:lnTo>
                    <a:lnTo>
                      <a:pt x="0" y="5"/>
                    </a:lnTo>
                    <a:lnTo>
                      <a:pt x="0" y="205"/>
                    </a:lnTo>
                    <a:lnTo>
                      <a:pt x="0" y="206"/>
                    </a:lnTo>
                    <a:lnTo>
                      <a:pt x="3" y="208"/>
                    </a:lnTo>
                    <a:lnTo>
                      <a:pt x="5" y="208"/>
                    </a:lnTo>
                    <a:close/>
                  </a:path>
                </a:pathLst>
              </a:custGeom>
              <a:solidFill>
                <a:srgbClr val="F0E0C0"/>
              </a:solidFill>
              <a:ln>
                <a:noFill/>
                <a:round/>
              </a:ln>
            </p:spPr>
          </p:sp>
          <p:sp>
            <p:nvSpPr>
              <p:cNvPr id="93651" name=""/>
              <p:cNvSpPr/>
              <p:nvPr/>
            </p:nvSpPr>
            <p:spPr>
              <a:xfrm>
                <a:off x="1770" y="2111"/>
                <a:ext cx="46" cy="65"/>
              </a:xfrm>
              <a:custGeom>
                <a:pathLst>
                  <a:path w="138" h="131">
                    <a:moveTo>
                      <a:pt x="7" y="131"/>
                    </a:moveTo>
                    <a:lnTo>
                      <a:pt x="132" y="131"/>
                    </a:lnTo>
                    <a:lnTo>
                      <a:pt x="133" y="131"/>
                    </a:lnTo>
                    <a:lnTo>
                      <a:pt x="136" y="130"/>
                    </a:lnTo>
                    <a:lnTo>
                      <a:pt x="137" y="129"/>
                    </a:lnTo>
                    <a:lnTo>
                      <a:pt x="138" y="128"/>
                    </a:lnTo>
                    <a:lnTo>
                      <a:pt x="138" y="126"/>
                    </a:lnTo>
                    <a:lnTo>
                      <a:pt x="138" y="6"/>
                    </a:lnTo>
                    <a:lnTo>
                      <a:pt x="138" y="4"/>
                    </a:lnTo>
                    <a:lnTo>
                      <a:pt x="137" y="3"/>
                    </a:lnTo>
                    <a:lnTo>
                      <a:pt x="136" y="0"/>
                    </a:lnTo>
                    <a:lnTo>
                      <a:pt x="133" y="0"/>
                    </a:lnTo>
                    <a:lnTo>
                      <a:pt x="132" y="0"/>
                    </a:lnTo>
                    <a:lnTo>
                      <a:pt x="7" y="0"/>
                    </a:lnTo>
                    <a:lnTo>
                      <a:pt x="5" y="0"/>
                    </a:lnTo>
                    <a:lnTo>
                      <a:pt x="4" y="0"/>
                    </a:lnTo>
                    <a:lnTo>
                      <a:pt x="3" y="3"/>
                    </a:lnTo>
                    <a:lnTo>
                      <a:pt x="2" y="4"/>
                    </a:lnTo>
                    <a:lnTo>
                      <a:pt x="0" y="6"/>
                    </a:lnTo>
                    <a:lnTo>
                      <a:pt x="0" y="126"/>
                    </a:lnTo>
                    <a:lnTo>
                      <a:pt x="2" y="128"/>
                    </a:lnTo>
                    <a:lnTo>
                      <a:pt x="2" y="128"/>
                    </a:lnTo>
                    <a:lnTo>
                      <a:pt x="4" y="130"/>
                    </a:lnTo>
                    <a:lnTo>
                      <a:pt x="5" y="131"/>
                    </a:lnTo>
                    <a:lnTo>
                      <a:pt x="7" y="131"/>
                    </a:lnTo>
                    <a:close/>
                  </a:path>
                </a:pathLst>
              </a:custGeom>
              <a:solidFill>
                <a:srgbClr val="F0E0C0"/>
              </a:solidFill>
              <a:ln>
                <a:noFill/>
                <a:round/>
              </a:ln>
            </p:spPr>
          </p:sp>
          <p:sp>
            <p:nvSpPr>
              <p:cNvPr id="93652" name=""/>
              <p:cNvSpPr/>
              <p:nvPr/>
            </p:nvSpPr>
            <p:spPr>
              <a:xfrm>
                <a:off x="1772" y="2129"/>
                <a:ext cx="40" cy="1"/>
              </a:xfrm>
              <a:prstGeom prst="rect">
                <a:avLst/>
              </a:prstGeom>
              <a:solidFill>
                <a:srgbClr val="505020"/>
              </a:solidFill>
              <a:ln w="4763">
                <a:solidFill>
                  <a:prstClr val="black"/>
                </a:solidFill>
                <a:miter lim="800000"/>
              </a:ln>
            </p:spPr>
          </p:sp>
          <p:sp>
            <p:nvSpPr>
              <p:cNvPr id="93653" name=""/>
              <p:cNvSpPr/>
              <p:nvPr/>
            </p:nvSpPr>
            <p:spPr>
              <a:xfrm>
                <a:off x="1772" y="2147"/>
                <a:ext cx="41" cy="0"/>
              </a:xfrm>
              <a:prstGeom prst="rect">
                <a:avLst/>
              </a:prstGeom>
              <a:solidFill>
                <a:srgbClr val="505020"/>
              </a:solidFill>
              <a:ln w="4763">
                <a:solidFill>
                  <a:prstClr val="black"/>
                </a:solidFill>
                <a:miter lim="800000"/>
              </a:ln>
            </p:spPr>
          </p:sp>
          <p:sp>
            <p:nvSpPr>
              <p:cNvPr id="93654" name=""/>
              <p:cNvSpPr/>
              <p:nvPr/>
            </p:nvSpPr>
            <p:spPr>
              <a:xfrm>
                <a:off x="1771" y="2113"/>
                <a:ext cx="44" cy="18"/>
              </a:xfrm>
              <a:custGeom>
                <a:pathLst>
                  <a:path w="133" h="36">
                    <a:moveTo>
                      <a:pt x="3" y="36"/>
                    </a:moveTo>
                    <a:lnTo>
                      <a:pt x="130" y="36"/>
                    </a:lnTo>
                    <a:lnTo>
                      <a:pt x="132" y="36"/>
                    </a:lnTo>
                    <a:lnTo>
                      <a:pt x="133" y="34"/>
                    </a:lnTo>
                    <a:lnTo>
                      <a:pt x="133" y="4"/>
                    </a:lnTo>
                    <a:lnTo>
                      <a:pt x="133" y="1"/>
                    </a:lnTo>
                    <a:lnTo>
                      <a:pt x="130" y="0"/>
                    </a:lnTo>
                    <a:lnTo>
                      <a:pt x="3" y="0"/>
                    </a:lnTo>
                    <a:lnTo>
                      <a:pt x="1" y="1"/>
                    </a:lnTo>
                    <a:lnTo>
                      <a:pt x="0" y="3"/>
                    </a:lnTo>
                    <a:lnTo>
                      <a:pt x="0" y="34"/>
                    </a:lnTo>
                    <a:lnTo>
                      <a:pt x="1" y="35"/>
                    </a:lnTo>
                    <a:lnTo>
                      <a:pt x="2" y="36"/>
                    </a:lnTo>
                    <a:lnTo>
                      <a:pt x="3" y="36"/>
                    </a:lnTo>
                    <a:close/>
                  </a:path>
                </a:pathLst>
              </a:custGeom>
              <a:solidFill>
                <a:srgbClr val="C0C080"/>
              </a:solidFill>
              <a:ln>
                <a:noFill/>
                <a:round/>
              </a:ln>
            </p:spPr>
          </p:sp>
          <p:sp>
            <p:nvSpPr>
              <p:cNvPr id="93655" name=""/>
              <p:cNvSpPr/>
              <p:nvPr/>
            </p:nvSpPr>
            <p:spPr>
              <a:xfrm>
                <a:off x="1782" y="2114"/>
                <a:ext cx="18" cy="13"/>
              </a:xfrm>
              <a:custGeom>
                <a:pathLst>
                  <a:path w="53" h="27">
                    <a:moveTo>
                      <a:pt x="2" y="0"/>
                    </a:moveTo>
                    <a:lnTo>
                      <a:pt x="51" y="0"/>
                    </a:lnTo>
                    <a:lnTo>
                      <a:pt x="52" y="0"/>
                    </a:lnTo>
                    <a:lnTo>
                      <a:pt x="53" y="3"/>
                    </a:lnTo>
                    <a:lnTo>
                      <a:pt x="53" y="25"/>
                    </a:lnTo>
                    <a:lnTo>
                      <a:pt x="52" y="27"/>
                    </a:lnTo>
                    <a:lnTo>
                      <a:pt x="51" y="27"/>
                    </a:lnTo>
                    <a:lnTo>
                      <a:pt x="2" y="27"/>
                    </a:lnTo>
                    <a:lnTo>
                      <a:pt x="0" y="27"/>
                    </a:lnTo>
                    <a:lnTo>
                      <a:pt x="0" y="25"/>
                    </a:lnTo>
                    <a:lnTo>
                      <a:pt x="0" y="3"/>
                    </a:lnTo>
                    <a:lnTo>
                      <a:pt x="0" y="0"/>
                    </a:lnTo>
                    <a:lnTo>
                      <a:pt x="2" y="0"/>
                    </a:lnTo>
                    <a:close/>
                  </a:path>
                </a:pathLst>
              </a:custGeom>
              <a:solidFill>
                <a:srgbClr val="00DFCA"/>
              </a:solidFill>
              <a:ln>
                <a:noFill/>
                <a:round/>
              </a:ln>
            </p:spPr>
          </p:sp>
          <p:sp>
            <p:nvSpPr>
              <p:cNvPr id="93656" name=""/>
              <p:cNvSpPr/>
              <p:nvPr/>
            </p:nvSpPr>
            <p:spPr>
              <a:xfrm>
                <a:off x="1804" y="2114"/>
                <a:ext cx="6" cy="4"/>
              </a:xfrm>
              <a:custGeom>
                <a:pathLst>
                  <a:path w="17" h="10">
                    <a:moveTo>
                      <a:pt x="2" y="10"/>
                    </a:moveTo>
                    <a:lnTo>
                      <a:pt x="15" y="10"/>
                    </a:lnTo>
                    <a:lnTo>
                      <a:pt x="16" y="7"/>
                    </a:lnTo>
                    <a:lnTo>
                      <a:pt x="17" y="3"/>
                    </a:lnTo>
                    <a:lnTo>
                      <a:pt x="15" y="0"/>
                    </a:lnTo>
                    <a:lnTo>
                      <a:pt x="2" y="0"/>
                    </a:lnTo>
                    <a:lnTo>
                      <a:pt x="1" y="0"/>
                    </a:lnTo>
                    <a:lnTo>
                      <a:pt x="0" y="7"/>
                    </a:lnTo>
                    <a:lnTo>
                      <a:pt x="2" y="10"/>
                    </a:lnTo>
                    <a:close/>
                  </a:path>
                </a:pathLst>
              </a:custGeom>
              <a:solidFill>
                <a:srgbClr val="808050"/>
              </a:solidFill>
              <a:ln>
                <a:noFill/>
                <a:round/>
              </a:ln>
            </p:spPr>
          </p:sp>
          <p:sp>
            <p:nvSpPr>
              <p:cNvPr id="93657" name=""/>
              <p:cNvSpPr/>
              <p:nvPr/>
            </p:nvSpPr>
            <p:spPr>
              <a:xfrm>
                <a:off x="1804" y="2114"/>
                <a:ext cx="6" cy="4"/>
              </a:xfrm>
              <a:custGeom>
                <a:pathLst>
                  <a:path w="17" h="10">
                    <a:moveTo>
                      <a:pt x="1" y="10"/>
                    </a:moveTo>
                    <a:lnTo>
                      <a:pt x="15" y="10"/>
                    </a:lnTo>
                    <a:lnTo>
                      <a:pt x="17" y="7"/>
                    </a:lnTo>
                    <a:lnTo>
                      <a:pt x="17" y="3"/>
                    </a:lnTo>
                    <a:lnTo>
                      <a:pt x="15" y="0"/>
                    </a:lnTo>
                    <a:lnTo>
                      <a:pt x="1" y="0"/>
                    </a:lnTo>
                    <a:lnTo>
                      <a:pt x="0" y="0"/>
                    </a:lnTo>
                    <a:lnTo>
                      <a:pt x="0" y="7"/>
                    </a:lnTo>
                    <a:lnTo>
                      <a:pt x="1" y="10"/>
                    </a:lnTo>
                    <a:close/>
                  </a:path>
                </a:pathLst>
              </a:custGeom>
              <a:solidFill>
                <a:srgbClr val="C0C080"/>
              </a:solidFill>
              <a:ln>
                <a:noFill/>
                <a:round/>
              </a:ln>
            </p:spPr>
          </p:sp>
          <p:sp>
            <p:nvSpPr>
              <p:cNvPr id="93658" name=""/>
              <p:cNvSpPr/>
              <p:nvPr/>
            </p:nvSpPr>
            <p:spPr>
              <a:xfrm>
                <a:off x="1773" y="2118"/>
                <a:ext cx="41" cy="4"/>
              </a:xfrm>
              <a:custGeom>
                <a:pathLst>
                  <a:path w="122" h="9">
                    <a:moveTo>
                      <a:pt x="2" y="9"/>
                    </a:moveTo>
                    <a:lnTo>
                      <a:pt x="120" y="9"/>
                    </a:lnTo>
                    <a:lnTo>
                      <a:pt x="122" y="8"/>
                    </a:lnTo>
                    <a:lnTo>
                      <a:pt x="122" y="5"/>
                    </a:lnTo>
                    <a:lnTo>
                      <a:pt x="122" y="3"/>
                    </a:lnTo>
                    <a:lnTo>
                      <a:pt x="122" y="0"/>
                    </a:lnTo>
                    <a:lnTo>
                      <a:pt x="120" y="0"/>
                    </a:lnTo>
                    <a:lnTo>
                      <a:pt x="2" y="0"/>
                    </a:lnTo>
                    <a:lnTo>
                      <a:pt x="1" y="0"/>
                    </a:lnTo>
                    <a:lnTo>
                      <a:pt x="0" y="3"/>
                    </a:lnTo>
                    <a:lnTo>
                      <a:pt x="0" y="5"/>
                    </a:lnTo>
                    <a:lnTo>
                      <a:pt x="1" y="8"/>
                    </a:lnTo>
                    <a:lnTo>
                      <a:pt x="2" y="9"/>
                    </a:lnTo>
                    <a:close/>
                  </a:path>
                </a:pathLst>
              </a:custGeom>
              <a:solidFill>
                <a:srgbClr val="A0A080"/>
              </a:solidFill>
              <a:ln>
                <a:noFill/>
                <a:round/>
              </a:ln>
            </p:spPr>
          </p:sp>
          <p:sp>
            <p:nvSpPr>
              <p:cNvPr id="93659" name=""/>
              <p:cNvSpPr/>
              <p:nvPr/>
            </p:nvSpPr>
            <p:spPr>
              <a:xfrm>
                <a:off x="1771" y="2129"/>
                <a:ext cx="44" cy="20"/>
              </a:xfrm>
              <a:custGeom>
                <a:pathLst>
                  <a:path w="131" h="38">
                    <a:moveTo>
                      <a:pt x="1" y="38"/>
                    </a:moveTo>
                    <a:lnTo>
                      <a:pt x="128" y="38"/>
                    </a:lnTo>
                    <a:lnTo>
                      <a:pt x="131" y="38"/>
                    </a:lnTo>
                    <a:lnTo>
                      <a:pt x="131" y="36"/>
                    </a:lnTo>
                    <a:lnTo>
                      <a:pt x="131" y="3"/>
                    </a:lnTo>
                    <a:lnTo>
                      <a:pt x="130" y="1"/>
                    </a:lnTo>
                    <a:lnTo>
                      <a:pt x="128" y="0"/>
                    </a:lnTo>
                    <a:lnTo>
                      <a:pt x="1" y="0"/>
                    </a:lnTo>
                    <a:lnTo>
                      <a:pt x="0" y="1"/>
                    </a:lnTo>
                    <a:lnTo>
                      <a:pt x="0" y="3"/>
                    </a:lnTo>
                    <a:lnTo>
                      <a:pt x="0" y="36"/>
                    </a:lnTo>
                    <a:lnTo>
                      <a:pt x="0" y="38"/>
                    </a:lnTo>
                    <a:lnTo>
                      <a:pt x="1" y="38"/>
                    </a:lnTo>
                    <a:close/>
                  </a:path>
                </a:pathLst>
              </a:custGeom>
              <a:solidFill>
                <a:srgbClr val="C0C080"/>
              </a:solidFill>
              <a:ln>
                <a:noFill/>
                <a:round/>
              </a:ln>
            </p:spPr>
          </p:sp>
          <p:sp>
            <p:nvSpPr>
              <p:cNvPr id="93660" name=""/>
              <p:cNvSpPr/>
              <p:nvPr/>
            </p:nvSpPr>
            <p:spPr>
              <a:xfrm>
                <a:off x="1782" y="2132"/>
                <a:ext cx="18" cy="14"/>
              </a:xfrm>
              <a:custGeom>
                <a:pathLst>
                  <a:path w="53" h="29">
                    <a:moveTo>
                      <a:pt x="4" y="0"/>
                    </a:moveTo>
                    <a:lnTo>
                      <a:pt x="49" y="0"/>
                    </a:lnTo>
                    <a:lnTo>
                      <a:pt x="52" y="0"/>
                    </a:lnTo>
                    <a:lnTo>
                      <a:pt x="53" y="2"/>
                    </a:lnTo>
                    <a:lnTo>
                      <a:pt x="53" y="3"/>
                    </a:lnTo>
                    <a:lnTo>
                      <a:pt x="53" y="25"/>
                    </a:lnTo>
                    <a:lnTo>
                      <a:pt x="53" y="28"/>
                    </a:lnTo>
                    <a:lnTo>
                      <a:pt x="51" y="29"/>
                    </a:lnTo>
                    <a:lnTo>
                      <a:pt x="49" y="29"/>
                    </a:lnTo>
                    <a:lnTo>
                      <a:pt x="4" y="29"/>
                    </a:lnTo>
                    <a:lnTo>
                      <a:pt x="1" y="29"/>
                    </a:lnTo>
                    <a:lnTo>
                      <a:pt x="0" y="28"/>
                    </a:lnTo>
                    <a:lnTo>
                      <a:pt x="0" y="25"/>
                    </a:lnTo>
                    <a:lnTo>
                      <a:pt x="0" y="3"/>
                    </a:lnTo>
                    <a:lnTo>
                      <a:pt x="0" y="1"/>
                    </a:lnTo>
                    <a:lnTo>
                      <a:pt x="2" y="0"/>
                    </a:lnTo>
                    <a:lnTo>
                      <a:pt x="4" y="0"/>
                    </a:lnTo>
                    <a:close/>
                  </a:path>
                </a:pathLst>
              </a:custGeom>
              <a:solidFill>
                <a:srgbClr val="00DFCA"/>
              </a:solidFill>
              <a:ln>
                <a:noFill/>
                <a:round/>
              </a:ln>
            </p:spPr>
          </p:sp>
          <p:sp>
            <p:nvSpPr>
              <p:cNvPr id="93661" name=""/>
              <p:cNvSpPr/>
              <p:nvPr/>
            </p:nvSpPr>
            <p:spPr>
              <a:xfrm>
                <a:off x="1800" y="2141"/>
                <a:ext cx="7" cy="4"/>
              </a:xfrm>
              <a:custGeom>
                <a:pathLst>
                  <a:path w="21" h="9">
                    <a:moveTo>
                      <a:pt x="2" y="9"/>
                    </a:moveTo>
                    <a:lnTo>
                      <a:pt x="16" y="9"/>
                    </a:lnTo>
                    <a:lnTo>
                      <a:pt x="18" y="9"/>
                    </a:lnTo>
                    <a:lnTo>
                      <a:pt x="21" y="6"/>
                    </a:lnTo>
                    <a:lnTo>
                      <a:pt x="21" y="5"/>
                    </a:lnTo>
                    <a:lnTo>
                      <a:pt x="19" y="1"/>
                    </a:lnTo>
                    <a:lnTo>
                      <a:pt x="18" y="0"/>
                    </a:lnTo>
                    <a:lnTo>
                      <a:pt x="2" y="0"/>
                    </a:lnTo>
                    <a:lnTo>
                      <a:pt x="1" y="0"/>
                    </a:lnTo>
                    <a:lnTo>
                      <a:pt x="0" y="4"/>
                    </a:lnTo>
                    <a:lnTo>
                      <a:pt x="0" y="6"/>
                    </a:lnTo>
                    <a:lnTo>
                      <a:pt x="1" y="8"/>
                    </a:lnTo>
                    <a:lnTo>
                      <a:pt x="2" y="9"/>
                    </a:lnTo>
                    <a:close/>
                  </a:path>
                </a:pathLst>
              </a:custGeom>
              <a:solidFill>
                <a:srgbClr val="808050"/>
              </a:solidFill>
              <a:ln>
                <a:noFill/>
                <a:round/>
              </a:ln>
            </p:spPr>
          </p:sp>
          <p:sp>
            <p:nvSpPr>
              <p:cNvPr id="93662" name=""/>
              <p:cNvSpPr/>
              <p:nvPr/>
            </p:nvSpPr>
            <p:spPr>
              <a:xfrm>
                <a:off x="1800" y="2141"/>
                <a:ext cx="7" cy="4"/>
              </a:xfrm>
              <a:custGeom>
                <a:pathLst>
                  <a:path w="21" h="9">
                    <a:moveTo>
                      <a:pt x="2" y="9"/>
                    </a:moveTo>
                    <a:lnTo>
                      <a:pt x="16" y="9"/>
                    </a:lnTo>
                    <a:lnTo>
                      <a:pt x="18" y="9"/>
                    </a:lnTo>
                    <a:lnTo>
                      <a:pt x="21" y="6"/>
                    </a:lnTo>
                    <a:lnTo>
                      <a:pt x="21" y="5"/>
                    </a:lnTo>
                    <a:lnTo>
                      <a:pt x="19" y="1"/>
                    </a:lnTo>
                    <a:lnTo>
                      <a:pt x="18" y="0"/>
                    </a:lnTo>
                    <a:lnTo>
                      <a:pt x="2" y="0"/>
                    </a:lnTo>
                    <a:lnTo>
                      <a:pt x="1" y="0"/>
                    </a:lnTo>
                    <a:lnTo>
                      <a:pt x="0" y="4"/>
                    </a:lnTo>
                    <a:lnTo>
                      <a:pt x="0" y="6"/>
                    </a:lnTo>
                    <a:lnTo>
                      <a:pt x="1" y="8"/>
                    </a:lnTo>
                    <a:lnTo>
                      <a:pt x="2" y="9"/>
                    </a:lnTo>
                    <a:close/>
                  </a:path>
                </a:pathLst>
              </a:custGeom>
              <a:solidFill>
                <a:srgbClr val="C0C080"/>
              </a:solidFill>
              <a:ln>
                <a:noFill/>
                <a:round/>
              </a:ln>
            </p:spPr>
          </p:sp>
          <p:sp>
            <p:nvSpPr>
              <p:cNvPr id="93663" name=""/>
              <p:cNvSpPr/>
              <p:nvPr/>
            </p:nvSpPr>
            <p:spPr>
              <a:xfrm>
                <a:off x="1781" y="2134"/>
                <a:ext cx="26" cy="5"/>
              </a:xfrm>
              <a:custGeom>
                <a:pathLst>
                  <a:path w="80" h="11">
                    <a:moveTo>
                      <a:pt x="0" y="8"/>
                    </a:moveTo>
                    <a:lnTo>
                      <a:pt x="28" y="8"/>
                    </a:lnTo>
                    <a:lnTo>
                      <a:pt x="28" y="11"/>
                    </a:lnTo>
                    <a:lnTo>
                      <a:pt x="55" y="11"/>
                    </a:lnTo>
                    <a:lnTo>
                      <a:pt x="55" y="8"/>
                    </a:lnTo>
                    <a:lnTo>
                      <a:pt x="80" y="8"/>
                    </a:lnTo>
                    <a:lnTo>
                      <a:pt x="80" y="2"/>
                    </a:lnTo>
                    <a:lnTo>
                      <a:pt x="55" y="2"/>
                    </a:lnTo>
                    <a:lnTo>
                      <a:pt x="55" y="0"/>
                    </a:lnTo>
                    <a:lnTo>
                      <a:pt x="29" y="0"/>
                    </a:lnTo>
                    <a:lnTo>
                      <a:pt x="29" y="1"/>
                    </a:lnTo>
                    <a:lnTo>
                      <a:pt x="0" y="1"/>
                    </a:lnTo>
                    <a:lnTo>
                      <a:pt x="0" y="8"/>
                    </a:lnTo>
                    <a:close/>
                  </a:path>
                </a:pathLst>
              </a:custGeom>
              <a:solidFill>
                <a:srgbClr val="A08060"/>
              </a:solidFill>
              <a:ln>
                <a:noFill/>
                <a:round/>
              </a:ln>
            </p:spPr>
          </p:sp>
          <p:sp>
            <p:nvSpPr>
              <p:cNvPr id="93664" name=""/>
              <p:cNvSpPr/>
              <p:nvPr/>
            </p:nvSpPr>
            <p:spPr>
              <a:xfrm>
                <a:off x="1771" y="2151"/>
                <a:ext cx="44" cy="4"/>
              </a:xfrm>
              <a:prstGeom prst="rect">
                <a:avLst/>
              </a:prstGeom>
              <a:solidFill>
                <a:srgbClr val="505020"/>
              </a:solidFill>
              <a:ln>
                <a:noFill/>
                <a:miter lim="800000"/>
              </a:ln>
            </p:spPr>
          </p:sp>
          <p:sp>
            <p:nvSpPr>
              <p:cNvPr id="93665" name=""/>
              <p:cNvSpPr/>
              <p:nvPr/>
            </p:nvSpPr>
            <p:spPr>
              <a:xfrm>
                <a:off x="1771" y="2151"/>
                <a:ext cx="44" cy="2"/>
              </a:xfrm>
              <a:custGeom>
                <a:pathLst>
                  <a:path w="131" h="5">
                    <a:moveTo>
                      <a:pt x="131" y="0"/>
                    </a:moveTo>
                    <a:lnTo>
                      <a:pt x="130" y="0"/>
                    </a:lnTo>
                    <a:lnTo>
                      <a:pt x="0" y="0"/>
                    </a:lnTo>
                    <a:lnTo>
                      <a:pt x="0" y="5"/>
                    </a:lnTo>
                    <a:lnTo>
                      <a:pt x="130" y="5"/>
                    </a:lnTo>
                    <a:lnTo>
                      <a:pt x="128" y="0"/>
                    </a:lnTo>
                    <a:lnTo>
                      <a:pt x="131" y="0"/>
                    </a:lnTo>
                    <a:lnTo>
                      <a:pt x="130" y="0"/>
                    </a:lnTo>
                    <a:lnTo>
                      <a:pt x="131" y="0"/>
                    </a:lnTo>
                    <a:close/>
                  </a:path>
                </a:pathLst>
              </a:custGeom>
              <a:solidFill>
                <a:srgbClr val="000000"/>
              </a:solidFill>
              <a:ln>
                <a:noFill/>
                <a:round/>
              </a:ln>
            </p:spPr>
          </p:sp>
          <p:sp>
            <p:nvSpPr>
              <p:cNvPr id="93666" name=""/>
              <p:cNvSpPr/>
              <p:nvPr/>
            </p:nvSpPr>
            <p:spPr>
              <a:xfrm>
                <a:off x="1813" y="2151"/>
                <a:ext cx="2" cy="4"/>
              </a:xfrm>
              <a:custGeom>
                <a:pathLst>
                  <a:path w="5" h="8">
                    <a:moveTo>
                      <a:pt x="2" y="8"/>
                    </a:moveTo>
                    <a:lnTo>
                      <a:pt x="5" y="7"/>
                    </a:lnTo>
                    <a:lnTo>
                      <a:pt x="5" y="0"/>
                    </a:lnTo>
                    <a:lnTo>
                      <a:pt x="0" y="0"/>
                    </a:lnTo>
                    <a:lnTo>
                      <a:pt x="0" y="7"/>
                    </a:lnTo>
                    <a:lnTo>
                      <a:pt x="2" y="7"/>
                    </a:lnTo>
                    <a:lnTo>
                      <a:pt x="2" y="8"/>
                    </a:lnTo>
                    <a:lnTo>
                      <a:pt x="5" y="8"/>
                    </a:lnTo>
                    <a:lnTo>
                      <a:pt x="5" y="7"/>
                    </a:lnTo>
                    <a:lnTo>
                      <a:pt x="2" y="8"/>
                    </a:lnTo>
                    <a:close/>
                  </a:path>
                </a:pathLst>
              </a:custGeom>
              <a:solidFill>
                <a:srgbClr val="000000"/>
              </a:solidFill>
              <a:ln>
                <a:noFill/>
                <a:round/>
              </a:ln>
            </p:spPr>
          </p:sp>
          <p:sp>
            <p:nvSpPr>
              <p:cNvPr id="93667" name=""/>
              <p:cNvSpPr/>
              <p:nvPr/>
            </p:nvSpPr>
            <p:spPr>
              <a:xfrm>
                <a:off x="1771" y="2153"/>
                <a:ext cx="44" cy="2"/>
              </a:xfrm>
              <a:custGeom>
                <a:pathLst>
                  <a:path w="132" h="4">
                    <a:moveTo>
                      <a:pt x="0" y="0"/>
                    </a:moveTo>
                    <a:lnTo>
                      <a:pt x="1" y="4"/>
                    </a:lnTo>
                    <a:lnTo>
                      <a:pt x="132" y="4"/>
                    </a:lnTo>
                    <a:lnTo>
                      <a:pt x="132" y="0"/>
                    </a:lnTo>
                    <a:lnTo>
                      <a:pt x="1" y="0"/>
                    </a:lnTo>
                    <a:lnTo>
                      <a:pt x="0" y="0"/>
                    </a:lnTo>
                    <a:lnTo>
                      <a:pt x="0" y="4"/>
                    </a:lnTo>
                    <a:lnTo>
                      <a:pt x="1" y="4"/>
                    </a:lnTo>
                    <a:lnTo>
                      <a:pt x="0" y="0"/>
                    </a:lnTo>
                    <a:close/>
                  </a:path>
                </a:pathLst>
              </a:custGeom>
              <a:solidFill>
                <a:srgbClr val="000000"/>
              </a:solidFill>
              <a:ln>
                <a:noFill/>
                <a:round/>
              </a:ln>
            </p:spPr>
          </p:sp>
          <p:sp>
            <p:nvSpPr>
              <p:cNvPr id="93668" name=""/>
              <p:cNvSpPr/>
              <p:nvPr/>
            </p:nvSpPr>
            <p:spPr>
              <a:xfrm>
                <a:off x="1771" y="2151"/>
                <a:ext cx="1" cy="4"/>
              </a:xfrm>
              <a:custGeom>
                <a:pathLst>
                  <a:path w="3" h="8">
                    <a:moveTo>
                      <a:pt x="3" y="0"/>
                    </a:moveTo>
                    <a:lnTo>
                      <a:pt x="0" y="0"/>
                    </a:lnTo>
                    <a:lnTo>
                      <a:pt x="0" y="8"/>
                    </a:lnTo>
                    <a:lnTo>
                      <a:pt x="3" y="8"/>
                    </a:lnTo>
                    <a:lnTo>
                      <a:pt x="3" y="0"/>
                    </a:lnTo>
                    <a:lnTo>
                      <a:pt x="3" y="2"/>
                    </a:lnTo>
                    <a:lnTo>
                      <a:pt x="3" y="0"/>
                    </a:lnTo>
                    <a:lnTo>
                      <a:pt x="0" y="0"/>
                    </a:lnTo>
                    <a:lnTo>
                      <a:pt x="3" y="0"/>
                    </a:lnTo>
                    <a:close/>
                  </a:path>
                </a:pathLst>
              </a:custGeom>
              <a:solidFill>
                <a:srgbClr val="000000"/>
              </a:solidFill>
              <a:ln>
                <a:noFill/>
                <a:round/>
              </a:ln>
            </p:spPr>
          </p:sp>
          <p:sp>
            <p:nvSpPr>
              <p:cNvPr id="93669" name=""/>
              <p:cNvSpPr/>
              <p:nvPr/>
            </p:nvSpPr>
            <p:spPr>
              <a:xfrm>
                <a:off x="1771" y="2153"/>
                <a:ext cx="44" cy="23"/>
              </a:xfrm>
              <a:custGeom>
                <a:pathLst>
                  <a:path w="131" h="45">
                    <a:moveTo>
                      <a:pt x="2" y="0"/>
                    </a:moveTo>
                    <a:lnTo>
                      <a:pt x="128" y="0"/>
                    </a:lnTo>
                    <a:lnTo>
                      <a:pt x="130" y="0"/>
                    </a:lnTo>
                    <a:lnTo>
                      <a:pt x="131" y="1"/>
                    </a:lnTo>
                    <a:lnTo>
                      <a:pt x="131" y="2"/>
                    </a:lnTo>
                    <a:lnTo>
                      <a:pt x="131" y="42"/>
                    </a:lnTo>
                    <a:lnTo>
                      <a:pt x="131" y="43"/>
                    </a:lnTo>
                    <a:lnTo>
                      <a:pt x="131" y="44"/>
                    </a:lnTo>
                    <a:lnTo>
                      <a:pt x="130" y="44"/>
                    </a:lnTo>
                    <a:lnTo>
                      <a:pt x="130" y="45"/>
                    </a:lnTo>
                    <a:lnTo>
                      <a:pt x="128" y="45"/>
                    </a:lnTo>
                    <a:lnTo>
                      <a:pt x="2" y="45"/>
                    </a:lnTo>
                    <a:lnTo>
                      <a:pt x="1" y="45"/>
                    </a:lnTo>
                    <a:lnTo>
                      <a:pt x="0" y="45"/>
                    </a:lnTo>
                    <a:lnTo>
                      <a:pt x="0" y="44"/>
                    </a:lnTo>
                    <a:lnTo>
                      <a:pt x="0" y="43"/>
                    </a:lnTo>
                    <a:lnTo>
                      <a:pt x="0" y="42"/>
                    </a:lnTo>
                    <a:lnTo>
                      <a:pt x="0" y="2"/>
                    </a:lnTo>
                    <a:lnTo>
                      <a:pt x="0" y="1"/>
                    </a:lnTo>
                    <a:lnTo>
                      <a:pt x="0" y="0"/>
                    </a:lnTo>
                    <a:lnTo>
                      <a:pt x="2" y="0"/>
                    </a:lnTo>
                    <a:close/>
                  </a:path>
                </a:pathLst>
              </a:custGeom>
              <a:solidFill>
                <a:srgbClr val="C0C080"/>
              </a:solidFill>
              <a:ln>
                <a:noFill/>
                <a:round/>
              </a:ln>
            </p:spPr>
          </p:sp>
          <p:sp>
            <p:nvSpPr>
              <p:cNvPr id="93670" name=""/>
              <p:cNvSpPr/>
              <p:nvPr/>
            </p:nvSpPr>
            <p:spPr>
              <a:xfrm>
                <a:off x="1781" y="2156"/>
                <a:ext cx="18" cy="18"/>
              </a:xfrm>
              <a:custGeom>
                <a:pathLst>
                  <a:path w="54" h="38">
                    <a:moveTo>
                      <a:pt x="3" y="0"/>
                    </a:moveTo>
                    <a:lnTo>
                      <a:pt x="50" y="0"/>
                    </a:lnTo>
                    <a:lnTo>
                      <a:pt x="51" y="0"/>
                    </a:lnTo>
                    <a:lnTo>
                      <a:pt x="53" y="2"/>
                    </a:lnTo>
                    <a:lnTo>
                      <a:pt x="53" y="3"/>
                    </a:lnTo>
                    <a:lnTo>
                      <a:pt x="54" y="4"/>
                    </a:lnTo>
                    <a:lnTo>
                      <a:pt x="54" y="5"/>
                    </a:lnTo>
                    <a:lnTo>
                      <a:pt x="54" y="34"/>
                    </a:lnTo>
                    <a:lnTo>
                      <a:pt x="53" y="36"/>
                    </a:lnTo>
                    <a:lnTo>
                      <a:pt x="53" y="37"/>
                    </a:lnTo>
                    <a:lnTo>
                      <a:pt x="53" y="38"/>
                    </a:lnTo>
                    <a:lnTo>
                      <a:pt x="51" y="38"/>
                    </a:lnTo>
                    <a:lnTo>
                      <a:pt x="50" y="38"/>
                    </a:lnTo>
                    <a:lnTo>
                      <a:pt x="3" y="38"/>
                    </a:lnTo>
                    <a:lnTo>
                      <a:pt x="2" y="38"/>
                    </a:lnTo>
                    <a:lnTo>
                      <a:pt x="1" y="37"/>
                    </a:lnTo>
                    <a:lnTo>
                      <a:pt x="0" y="36"/>
                    </a:lnTo>
                    <a:lnTo>
                      <a:pt x="0" y="34"/>
                    </a:lnTo>
                    <a:lnTo>
                      <a:pt x="0" y="5"/>
                    </a:lnTo>
                    <a:lnTo>
                      <a:pt x="0" y="4"/>
                    </a:lnTo>
                    <a:lnTo>
                      <a:pt x="1" y="3"/>
                    </a:lnTo>
                    <a:lnTo>
                      <a:pt x="1" y="2"/>
                    </a:lnTo>
                    <a:lnTo>
                      <a:pt x="2" y="0"/>
                    </a:lnTo>
                    <a:lnTo>
                      <a:pt x="3" y="0"/>
                    </a:lnTo>
                    <a:close/>
                  </a:path>
                </a:pathLst>
              </a:custGeom>
              <a:solidFill>
                <a:srgbClr val="00DFCA"/>
              </a:solidFill>
              <a:ln>
                <a:noFill/>
                <a:round/>
              </a:ln>
            </p:spPr>
          </p:sp>
          <p:sp>
            <p:nvSpPr>
              <p:cNvPr id="93671" name=""/>
              <p:cNvSpPr/>
              <p:nvPr/>
            </p:nvSpPr>
            <p:spPr>
              <a:xfrm>
                <a:off x="1784" y="2156"/>
                <a:ext cx="30" cy="16"/>
              </a:xfrm>
              <a:custGeom>
                <a:pathLst>
                  <a:path w="90" h="30">
                    <a:moveTo>
                      <a:pt x="0" y="0"/>
                    </a:moveTo>
                    <a:lnTo>
                      <a:pt x="90" y="0"/>
                    </a:lnTo>
                    <a:lnTo>
                      <a:pt x="90" y="21"/>
                    </a:lnTo>
                    <a:lnTo>
                      <a:pt x="12" y="21"/>
                    </a:lnTo>
                    <a:lnTo>
                      <a:pt x="12" y="30"/>
                    </a:lnTo>
                    <a:lnTo>
                      <a:pt x="0" y="30"/>
                    </a:lnTo>
                    <a:lnTo>
                      <a:pt x="0" y="0"/>
                    </a:lnTo>
                    <a:close/>
                  </a:path>
                </a:pathLst>
              </a:custGeom>
              <a:solidFill>
                <a:srgbClr val="404010"/>
              </a:solidFill>
              <a:ln>
                <a:noFill/>
                <a:round/>
              </a:ln>
            </p:spPr>
          </p:sp>
          <p:sp>
            <p:nvSpPr>
              <p:cNvPr id="93672" name=""/>
              <p:cNvSpPr/>
              <p:nvPr/>
            </p:nvSpPr>
            <p:spPr>
              <a:xfrm>
                <a:off x="1771" y="2148"/>
                <a:ext cx="44" cy="5"/>
              </a:xfrm>
              <a:prstGeom prst="rect">
                <a:avLst/>
              </a:prstGeom>
              <a:solidFill>
                <a:srgbClr val="C0C080"/>
              </a:solidFill>
              <a:ln>
                <a:noFill/>
                <a:miter lim="800000"/>
              </a:ln>
            </p:spPr>
          </p:sp>
          <p:sp>
            <p:nvSpPr>
              <p:cNvPr id="93673" name=""/>
              <p:cNvSpPr/>
              <p:nvPr/>
            </p:nvSpPr>
            <p:spPr>
              <a:xfrm>
                <a:off x="1770" y="2105"/>
                <a:ext cx="46" cy="5"/>
              </a:xfrm>
              <a:custGeom>
                <a:pathLst>
                  <a:path w="140" h="9">
                    <a:moveTo>
                      <a:pt x="3" y="0"/>
                    </a:moveTo>
                    <a:lnTo>
                      <a:pt x="138" y="0"/>
                    </a:lnTo>
                    <a:lnTo>
                      <a:pt x="139" y="0"/>
                    </a:lnTo>
                    <a:lnTo>
                      <a:pt x="140" y="3"/>
                    </a:lnTo>
                    <a:lnTo>
                      <a:pt x="140" y="7"/>
                    </a:lnTo>
                    <a:lnTo>
                      <a:pt x="138" y="9"/>
                    </a:lnTo>
                    <a:lnTo>
                      <a:pt x="3" y="9"/>
                    </a:lnTo>
                    <a:lnTo>
                      <a:pt x="2" y="7"/>
                    </a:lnTo>
                    <a:lnTo>
                      <a:pt x="0" y="6"/>
                    </a:lnTo>
                    <a:lnTo>
                      <a:pt x="0" y="2"/>
                    </a:lnTo>
                    <a:lnTo>
                      <a:pt x="3" y="0"/>
                    </a:lnTo>
                    <a:close/>
                  </a:path>
                </a:pathLst>
              </a:custGeom>
              <a:solidFill>
                <a:srgbClr val="E0D0A0"/>
              </a:solidFill>
              <a:ln>
                <a:noFill/>
                <a:round/>
              </a:ln>
            </p:spPr>
          </p:sp>
          <p:sp>
            <p:nvSpPr>
              <p:cNvPr id="93674" name=""/>
              <p:cNvSpPr/>
              <p:nvPr/>
            </p:nvSpPr>
            <p:spPr>
              <a:xfrm>
                <a:off x="1773" y="2120"/>
                <a:ext cx="9" cy="3"/>
              </a:xfrm>
              <a:custGeom>
                <a:pathLst>
                  <a:path w="27" h="6">
                    <a:moveTo>
                      <a:pt x="1" y="0"/>
                    </a:moveTo>
                    <a:lnTo>
                      <a:pt x="27" y="0"/>
                    </a:lnTo>
                    <a:lnTo>
                      <a:pt x="27" y="3"/>
                    </a:lnTo>
                    <a:lnTo>
                      <a:pt x="27" y="6"/>
                    </a:lnTo>
                    <a:lnTo>
                      <a:pt x="1" y="6"/>
                    </a:lnTo>
                    <a:lnTo>
                      <a:pt x="0" y="4"/>
                    </a:lnTo>
                    <a:lnTo>
                      <a:pt x="0" y="0"/>
                    </a:lnTo>
                    <a:lnTo>
                      <a:pt x="1" y="0"/>
                    </a:lnTo>
                    <a:close/>
                  </a:path>
                </a:pathLst>
              </a:custGeom>
              <a:solidFill>
                <a:srgbClr val="E0E0B0"/>
              </a:solidFill>
              <a:ln>
                <a:noFill/>
                <a:round/>
              </a:ln>
            </p:spPr>
          </p:sp>
          <p:sp>
            <p:nvSpPr>
              <p:cNvPr id="93675" name=""/>
              <p:cNvSpPr/>
              <p:nvPr/>
            </p:nvSpPr>
            <p:spPr>
              <a:xfrm>
                <a:off x="1781" y="2121"/>
                <a:ext cx="19" cy="2"/>
              </a:xfrm>
              <a:custGeom>
                <a:pathLst>
                  <a:path w="55" h="5">
                    <a:moveTo>
                      <a:pt x="0" y="0"/>
                    </a:moveTo>
                    <a:lnTo>
                      <a:pt x="55" y="0"/>
                    </a:lnTo>
                    <a:lnTo>
                      <a:pt x="0" y="5"/>
                    </a:lnTo>
                    <a:lnTo>
                      <a:pt x="0" y="0"/>
                    </a:lnTo>
                    <a:close/>
                  </a:path>
                </a:pathLst>
              </a:custGeom>
              <a:solidFill>
                <a:srgbClr val="E0E0B0"/>
              </a:solidFill>
              <a:ln>
                <a:noFill/>
                <a:round/>
              </a:ln>
            </p:spPr>
          </p:sp>
          <p:sp>
            <p:nvSpPr>
              <p:cNvPr id="93676" name=""/>
              <p:cNvSpPr/>
              <p:nvPr/>
            </p:nvSpPr>
            <p:spPr>
              <a:xfrm>
                <a:off x="1799" y="2120"/>
                <a:ext cx="15" cy="3"/>
              </a:xfrm>
              <a:custGeom>
                <a:pathLst>
                  <a:path w="43" h="6">
                    <a:moveTo>
                      <a:pt x="1" y="0"/>
                    </a:moveTo>
                    <a:lnTo>
                      <a:pt x="42" y="0"/>
                    </a:lnTo>
                    <a:lnTo>
                      <a:pt x="43" y="3"/>
                    </a:lnTo>
                    <a:lnTo>
                      <a:pt x="42" y="6"/>
                    </a:lnTo>
                    <a:lnTo>
                      <a:pt x="1" y="6"/>
                    </a:lnTo>
                    <a:lnTo>
                      <a:pt x="0" y="3"/>
                    </a:lnTo>
                    <a:lnTo>
                      <a:pt x="1" y="0"/>
                    </a:lnTo>
                    <a:close/>
                  </a:path>
                </a:pathLst>
              </a:custGeom>
              <a:solidFill>
                <a:srgbClr val="E0E0B0"/>
              </a:solidFill>
              <a:ln>
                <a:noFill/>
                <a:round/>
              </a:ln>
            </p:spPr>
          </p:sp>
          <p:sp>
            <p:nvSpPr>
              <p:cNvPr id="93677" name=""/>
              <p:cNvSpPr/>
              <p:nvPr/>
            </p:nvSpPr>
            <p:spPr>
              <a:xfrm>
                <a:off x="1782" y="2122"/>
                <a:ext cx="18" cy="5"/>
              </a:xfrm>
              <a:custGeom>
                <a:pathLst>
                  <a:path w="53" h="10">
                    <a:moveTo>
                      <a:pt x="0" y="0"/>
                    </a:moveTo>
                    <a:lnTo>
                      <a:pt x="52" y="0"/>
                    </a:lnTo>
                    <a:lnTo>
                      <a:pt x="53" y="1"/>
                    </a:lnTo>
                    <a:lnTo>
                      <a:pt x="53" y="9"/>
                    </a:lnTo>
                    <a:lnTo>
                      <a:pt x="52" y="10"/>
                    </a:lnTo>
                    <a:lnTo>
                      <a:pt x="0" y="10"/>
                    </a:lnTo>
                    <a:lnTo>
                      <a:pt x="0" y="9"/>
                    </a:lnTo>
                    <a:lnTo>
                      <a:pt x="0" y="1"/>
                    </a:lnTo>
                    <a:lnTo>
                      <a:pt x="0" y="0"/>
                    </a:lnTo>
                    <a:close/>
                  </a:path>
                </a:pathLst>
              </a:custGeom>
              <a:solidFill>
                <a:srgbClr val="00DFCA"/>
              </a:solidFill>
              <a:ln>
                <a:noFill/>
                <a:round/>
              </a:ln>
            </p:spPr>
          </p:sp>
          <p:sp>
            <p:nvSpPr>
              <p:cNvPr id="93678" name=""/>
              <p:cNvSpPr/>
              <p:nvPr/>
            </p:nvSpPr>
            <p:spPr>
              <a:xfrm>
                <a:off x="1805" y="2114"/>
                <a:ext cx="5" cy="1"/>
              </a:xfrm>
              <a:prstGeom prst="rect">
                <a:avLst/>
              </a:prstGeom>
              <a:solidFill>
                <a:srgbClr val="F0E0C0"/>
              </a:solidFill>
              <a:ln>
                <a:noFill/>
                <a:miter lim="800000"/>
              </a:ln>
            </p:spPr>
          </p:sp>
          <p:sp>
            <p:nvSpPr>
              <p:cNvPr id="93679" name=""/>
              <p:cNvSpPr/>
              <p:nvPr/>
            </p:nvSpPr>
            <p:spPr>
              <a:xfrm>
                <a:off x="1802" y="2114"/>
                <a:ext cx="8" cy="7"/>
              </a:xfrm>
              <a:custGeom>
                <a:pathLst>
                  <a:path w="24" h="16">
                    <a:moveTo>
                      <a:pt x="7" y="0"/>
                    </a:moveTo>
                    <a:lnTo>
                      <a:pt x="0" y="13"/>
                    </a:lnTo>
                    <a:lnTo>
                      <a:pt x="0" y="16"/>
                    </a:lnTo>
                    <a:lnTo>
                      <a:pt x="19" y="16"/>
                    </a:lnTo>
                    <a:lnTo>
                      <a:pt x="24" y="7"/>
                    </a:lnTo>
                    <a:lnTo>
                      <a:pt x="8" y="7"/>
                    </a:lnTo>
                    <a:lnTo>
                      <a:pt x="7" y="0"/>
                    </a:lnTo>
                    <a:close/>
                  </a:path>
                </a:pathLst>
              </a:custGeom>
              <a:solidFill>
                <a:srgbClr val="808060"/>
              </a:solidFill>
              <a:ln>
                <a:noFill/>
                <a:round/>
              </a:ln>
            </p:spPr>
          </p:sp>
          <p:sp>
            <p:nvSpPr>
              <p:cNvPr id="93680" name=""/>
              <p:cNvSpPr/>
              <p:nvPr/>
            </p:nvSpPr>
            <p:spPr>
              <a:xfrm>
                <a:off x="1782" y="2122"/>
                <a:ext cx="3" cy="5"/>
              </a:xfrm>
              <a:custGeom>
                <a:pathLst>
                  <a:path w="8" h="8">
                    <a:moveTo>
                      <a:pt x="1" y="0"/>
                    </a:moveTo>
                    <a:lnTo>
                      <a:pt x="7" y="0"/>
                    </a:lnTo>
                    <a:lnTo>
                      <a:pt x="8" y="0"/>
                    </a:lnTo>
                    <a:lnTo>
                      <a:pt x="8" y="2"/>
                    </a:lnTo>
                    <a:lnTo>
                      <a:pt x="8" y="6"/>
                    </a:lnTo>
                    <a:lnTo>
                      <a:pt x="8" y="8"/>
                    </a:lnTo>
                    <a:lnTo>
                      <a:pt x="1" y="8"/>
                    </a:lnTo>
                    <a:lnTo>
                      <a:pt x="0" y="6"/>
                    </a:lnTo>
                    <a:lnTo>
                      <a:pt x="0" y="2"/>
                    </a:lnTo>
                    <a:lnTo>
                      <a:pt x="0" y="0"/>
                    </a:lnTo>
                    <a:lnTo>
                      <a:pt x="1" y="0"/>
                    </a:lnTo>
                    <a:close/>
                  </a:path>
                </a:pathLst>
              </a:custGeom>
              <a:solidFill>
                <a:srgbClr val="A0A070"/>
              </a:solidFill>
              <a:ln>
                <a:noFill/>
                <a:round/>
              </a:ln>
            </p:spPr>
          </p:sp>
          <p:sp>
            <p:nvSpPr>
              <p:cNvPr id="93681" name=""/>
              <p:cNvSpPr/>
              <p:nvPr/>
            </p:nvSpPr>
            <p:spPr>
              <a:xfrm>
                <a:off x="1782" y="2122"/>
                <a:ext cx="3" cy="4"/>
              </a:xfrm>
              <a:custGeom>
                <a:pathLst>
                  <a:path w="8" h="7">
                    <a:moveTo>
                      <a:pt x="4" y="0"/>
                    </a:moveTo>
                    <a:lnTo>
                      <a:pt x="7" y="0"/>
                    </a:lnTo>
                    <a:lnTo>
                      <a:pt x="8" y="0"/>
                    </a:lnTo>
                    <a:lnTo>
                      <a:pt x="8" y="3"/>
                    </a:lnTo>
                    <a:lnTo>
                      <a:pt x="8" y="7"/>
                    </a:lnTo>
                    <a:lnTo>
                      <a:pt x="4" y="7"/>
                    </a:lnTo>
                    <a:lnTo>
                      <a:pt x="1" y="7"/>
                    </a:lnTo>
                    <a:lnTo>
                      <a:pt x="0" y="7"/>
                    </a:lnTo>
                    <a:lnTo>
                      <a:pt x="0" y="3"/>
                    </a:lnTo>
                    <a:lnTo>
                      <a:pt x="1" y="3"/>
                    </a:lnTo>
                    <a:lnTo>
                      <a:pt x="1" y="0"/>
                    </a:lnTo>
                    <a:lnTo>
                      <a:pt x="4" y="0"/>
                    </a:lnTo>
                    <a:close/>
                  </a:path>
                </a:pathLst>
              </a:custGeom>
              <a:solidFill>
                <a:srgbClr val="A0FF00"/>
              </a:solidFill>
              <a:ln>
                <a:noFill/>
                <a:round/>
              </a:ln>
            </p:spPr>
          </p:sp>
          <p:sp>
            <p:nvSpPr>
              <p:cNvPr id="93682" name=""/>
              <p:cNvSpPr/>
              <p:nvPr/>
            </p:nvSpPr>
            <p:spPr>
              <a:xfrm>
                <a:off x="1784" y="2122"/>
                <a:ext cx="1" cy="3"/>
              </a:xfrm>
              <a:custGeom>
                <a:pathLst>
                  <a:path w="2" h="6">
                    <a:moveTo>
                      <a:pt x="2" y="0"/>
                    </a:moveTo>
                    <a:lnTo>
                      <a:pt x="2" y="6"/>
                    </a:lnTo>
                    <a:lnTo>
                      <a:pt x="0" y="6"/>
                    </a:lnTo>
                    <a:lnTo>
                      <a:pt x="2" y="0"/>
                    </a:lnTo>
                    <a:close/>
                  </a:path>
                </a:pathLst>
              </a:custGeom>
              <a:solidFill>
                <a:srgbClr val="FFFFFF"/>
              </a:solidFill>
              <a:ln>
                <a:noFill/>
                <a:round/>
              </a:ln>
            </p:spPr>
          </p:sp>
          <p:sp>
            <p:nvSpPr>
              <p:cNvPr id="93683" name=""/>
              <p:cNvSpPr/>
              <p:nvPr/>
            </p:nvSpPr>
            <p:spPr>
              <a:xfrm>
                <a:off x="1776" y="2107"/>
                <a:ext cx="3" cy="3"/>
              </a:xfrm>
              <a:custGeom>
                <a:pathLst>
                  <a:path w="9" h="6">
                    <a:moveTo>
                      <a:pt x="2" y="0"/>
                    </a:moveTo>
                    <a:lnTo>
                      <a:pt x="7" y="0"/>
                    </a:lnTo>
                    <a:lnTo>
                      <a:pt x="9" y="0"/>
                    </a:lnTo>
                    <a:lnTo>
                      <a:pt x="9" y="3"/>
                    </a:lnTo>
                    <a:lnTo>
                      <a:pt x="9" y="4"/>
                    </a:lnTo>
                    <a:lnTo>
                      <a:pt x="7" y="6"/>
                    </a:lnTo>
                    <a:lnTo>
                      <a:pt x="2" y="6"/>
                    </a:lnTo>
                    <a:lnTo>
                      <a:pt x="0" y="4"/>
                    </a:lnTo>
                    <a:lnTo>
                      <a:pt x="0" y="3"/>
                    </a:lnTo>
                    <a:lnTo>
                      <a:pt x="0" y="0"/>
                    </a:lnTo>
                    <a:lnTo>
                      <a:pt x="2" y="0"/>
                    </a:lnTo>
                    <a:close/>
                  </a:path>
                </a:pathLst>
              </a:custGeom>
              <a:solidFill>
                <a:srgbClr val="A0A070"/>
              </a:solidFill>
              <a:ln>
                <a:noFill/>
                <a:round/>
              </a:ln>
            </p:spPr>
          </p:sp>
          <p:sp>
            <p:nvSpPr>
              <p:cNvPr id="93684" name=""/>
              <p:cNvSpPr/>
              <p:nvPr/>
            </p:nvSpPr>
            <p:spPr>
              <a:xfrm>
                <a:off x="1776" y="2107"/>
                <a:ext cx="3" cy="3"/>
              </a:xfrm>
              <a:custGeom>
                <a:pathLst>
                  <a:path w="9" h="6">
                    <a:moveTo>
                      <a:pt x="2" y="0"/>
                    </a:moveTo>
                    <a:lnTo>
                      <a:pt x="7" y="0"/>
                    </a:lnTo>
                    <a:lnTo>
                      <a:pt x="9" y="3"/>
                    </a:lnTo>
                    <a:lnTo>
                      <a:pt x="9" y="4"/>
                    </a:lnTo>
                    <a:lnTo>
                      <a:pt x="7" y="4"/>
                    </a:lnTo>
                    <a:lnTo>
                      <a:pt x="7" y="6"/>
                    </a:lnTo>
                    <a:lnTo>
                      <a:pt x="2" y="6"/>
                    </a:lnTo>
                    <a:lnTo>
                      <a:pt x="2" y="4"/>
                    </a:lnTo>
                    <a:lnTo>
                      <a:pt x="0" y="4"/>
                    </a:lnTo>
                    <a:lnTo>
                      <a:pt x="0" y="3"/>
                    </a:lnTo>
                    <a:lnTo>
                      <a:pt x="2" y="3"/>
                    </a:lnTo>
                    <a:lnTo>
                      <a:pt x="2" y="0"/>
                    </a:lnTo>
                    <a:close/>
                  </a:path>
                </a:pathLst>
              </a:custGeom>
              <a:solidFill>
                <a:srgbClr val="A0FF00"/>
              </a:solidFill>
              <a:ln>
                <a:noFill/>
                <a:round/>
              </a:ln>
            </p:spPr>
          </p:sp>
          <p:sp>
            <p:nvSpPr>
              <p:cNvPr id="93685" name=""/>
              <p:cNvSpPr/>
              <p:nvPr/>
            </p:nvSpPr>
            <p:spPr>
              <a:xfrm>
                <a:off x="1804" y="2107"/>
                <a:ext cx="3" cy="3"/>
              </a:xfrm>
              <a:custGeom>
                <a:pathLst>
                  <a:path w="9" h="6">
                    <a:moveTo>
                      <a:pt x="1" y="0"/>
                    </a:moveTo>
                    <a:lnTo>
                      <a:pt x="5" y="0"/>
                    </a:lnTo>
                    <a:lnTo>
                      <a:pt x="8" y="0"/>
                    </a:lnTo>
                    <a:lnTo>
                      <a:pt x="9" y="3"/>
                    </a:lnTo>
                    <a:lnTo>
                      <a:pt x="8" y="4"/>
                    </a:lnTo>
                    <a:lnTo>
                      <a:pt x="8" y="6"/>
                    </a:lnTo>
                    <a:lnTo>
                      <a:pt x="1" y="6"/>
                    </a:lnTo>
                    <a:lnTo>
                      <a:pt x="1" y="4"/>
                    </a:lnTo>
                    <a:lnTo>
                      <a:pt x="0" y="4"/>
                    </a:lnTo>
                    <a:lnTo>
                      <a:pt x="0" y="3"/>
                    </a:lnTo>
                    <a:lnTo>
                      <a:pt x="1" y="0"/>
                    </a:lnTo>
                    <a:close/>
                  </a:path>
                </a:pathLst>
              </a:custGeom>
              <a:solidFill>
                <a:srgbClr val="A0A070"/>
              </a:solidFill>
              <a:ln>
                <a:noFill/>
                <a:round/>
              </a:ln>
            </p:spPr>
          </p:sp>
          <p:sp>
            <p:nvSpPr>
              <p:cNvPr id="93686" name=""/>
              <p:cNvSpPr/>
              <p:nvPr/>
            </p:nvSpPr>
            <p:spPr>
              <a:xfrm>
                <a:off x="1804" y="2107"/>
                <a:ext cx="3" cy="3"/>
              </a:xfrm>
              <a:custGeom>
                <a:pathLst>
                  <a:path w="8" h="6">
                    <a:moveTo>
                      <a:pt x="0" y="0"/>
                    </a:moveTo>
                    <a:lnTo>
                      <a:pt x="5" y="0"/>
                    </a:lnTo>
                    <a:lnTo>
                      <a:pt x="8" y="0"/>
                    </a:lnTo>
                    <a:lnTo>
                      <a:pt x="8" y="4"/>
                    </a:lnTo>
                    <a:lnTo>
                      <a:pt x="8" y="6"/>
                    </a:lnTo>
                    <a:lnTo>
                      <a:pt x="5" y="6"/>
                    </a:lnTo>
                    <a:lnTo>
                      <a:pt x="0" y="6"/>
                    </a:lnTo>
                    <a:lnTo>
                      <a:pt x="0" y="4"/>
                    </a:lnTo>
                    <a:lnTo>
                      <a:pt x="0" y="0"/>
                    </a:lnTo>
                    <a:close/>
                  </a:path>
                </a:pathLst>
              </a:custGeom>
              <a:solidFill>
                <a:srgbClr val="A0FF00"/>
              </a:solidFill>
              <a:ln>
                <a:noFill/>
                <a:round/>
              </a:ln>
            </p:spPr>
          </p:sp>
          <p:sp>
            <p:nvSpPr>
              <p:cNvPr id="93687" name=""/>
              <p:cNvSpPr/>
              <p:nvPr/>
            </p:nvSpPr>
            <p:spPr>
              <a:xfrm>
                <a:off x="1804" y="2107"/>
                <a:ext cx="1" cy="1"/>
              </a:xfrm>
              <a:prstGeom prst="rect">
                <a:avLst/>
              </a:prstGeom>
              <a:solidFill>
                <a:srgbClr val="FFFFFF"/>
              </a:solidFill>
              <a:ln>
                <a:noFill/>
                <a:miter lim="800000"/>
              </a:ln>
            </p:spPr>
          </p:sp>
          <p:sp>
            <p:nvSpPr>
              <p:cNvPr id="93688" name=""/>
              <p:cNvSpPr/>
              <p:nvPr/>
            </p:nvSpPr>
            <p:spPr>
              <a:xfrm>
                <a:off x="1782" y="2141"/>
                <a:ext cx="3" cy="4"/>
              </a:xfrm>
              <a:custGeom>
                <a:pathLst>
                  <a:path w="8" h="8">
                    <a:moveTo>
                      <a:pt x="1" y="0"/>
                    </a:moveTo>
                    <a:lnTo>
                      <a:pt x="7" y="0"/>
                    </a:lnTo>
                    <a:lnTo>
                      <a:pt x="8" y="3"/>
                    </a:lnTo>
                    <a:lnTo>
                      <a:pt x="8" y="5"/>
                    </a:lnTo>
                    <a:lnTo>
                      <a:pt x="8" y="6"/>
                    </a:lnTo>
                    <a:lnTo>
                      <a:pt x="8" y="8"/>
                    </a:lnTo>
                    <a:lnTo>
                      <a:pt x="1" y="8"/>
                    </a:lnTo>
                    <a:lnTo>
                      <a:pt x="1" y="6"/>
                    </a:lnTo>
                    <a:lnTo>
                      <a:pt x="0" y="6"/>
                    </a:lnTo>
                    <a:lnTo>
                      <a:pt x="0" y="5"/>
                    </a:lnTo>
                    <a:lnTo>
                      <a:pt x="0" y="3"/>
                    </a:lnTo>
                    <a:lnTo>
                      <a:pt x="1" y="3"/>
                    </a:lnTo>
                    <a:lnTo>
                      <a:pt x="1" y="0"/>
                    </a:lnTo>
                    <a:close/>
                  </a:path>
                </a:pathLst>
              </a:custGeom>
              <a:solidFill>
                <a:srgbClr val="A0A070"/>
              </a:solidFill>
              <a:ln>
                <a:noFill/>
                <a:round/>
              </a:ln>
            </p:spPr>
          </p:sp>
          <p:sp>
            <p:nvSpPr>
              <p:cNvPr id="93689" name=""/>
              <p:cNvSpPr/>
              <p:nvPr/>
            </p:nvSpPr>
            <p:spPr>
              <a:xfrm>
                <a:off x="1782" y="2142"/>
                <a:ext cx="3" cy="3"/>
              </a:xfrm>
              <a:custGeom>
                <a:pathLst>
                  <a:path w="8" h="6">
                    <a:moveTo>
                      <a:pt x="4" y="0"/>
                    </a:moveTo>
                    <a:lnTo>
                      <a:pt x="7" y="0"/>
                    </a:lnTo>
                    <a:lnTo>
                      <a:pt x="8" y="0"/>
                    </a:lnTo>
                    <a:lnTo>
                      <a:pt x="8" y="4"/>
                    </a:lnTo>
                    <a:lnTo>
                      <a:pt x="8" y="6"/>
                    </a:lnTo>
                    <a:lnTo>
                      <a:pt x="4" y="6"/>
                    </a:lnTo>
                    <a:lnTo>
                      <a:pt x="1" y="6"/>
                    </a:lnTo>
                    <a:lnTo>
                      <a:pt x="0" y="6"/>
                    </a:lnTo>
                    <a:lnTo>
                      <a:pt x="0" y="4"/>
                    </a:lnTo>
                    <a:lnTo>
                      <a:pt x="1" y="0"/>
                    </a:lnTo>
                    <a:lnTo>
                      <a:pt x="4" y="0"/>
                    </a:lnTo>
                    <a:close/>
                  </a:path>
                </a:pathLst>
              </a:custGeom>
              <a:solidFill>
                <a:srgbClr val="A0FF00"/>
              </a:solidFill>
              <a:ln>
                <a:noFill/>
                <a:round/>
              </a:ln>
            </p:spPr>
          </p:sp>
          <p:sp>
            <p:nvSpPr>
              <p:cNvPr id="93690" name=""/>
              <p:cNvSpPr/>
              <p:nvPr/>
            </p:nvSpPr>
            <p:spPr>
              <a:xfrm>
                <a:off x="1784" y="2142"/>
                <a:ext cx="1" cy="2"/>
              </a:xfrm>
              <a:custGeom>
                <a:pathLst>
                  <a:path w="2" h="5">
                    <a:moveTo>
                      <a:pt x="2" y="0"/>
                    </a:moveTo>
                    <a:lnTo>
                      <a:pt x="2" y="5"/>
                    </a:lnTo>
                    <a:lnTo>
                      <a:pt x="0" y="5"/>
                    </a:lnTo>
                    <a:lnTo>
                      <a:pt x="2" y="0"/>
                    </a:lnTo>
                    <a:close/>
                  </a:path>
                </a:pathLst>
              </a:custGeom>
              <a:solidFill>
                <a:srgbClr val="FFFFFF"/>
              </a:solidFill>
              <a:ln>
                <a:noFill/>
                <a:round/>
              </a:ln>
            </p:spPr>
          </p:sp>
          <p:sp>
            <p:nvSpPr>
              <p:cNvPr id="93691" name=""/>
              <p:cNvSpPr/>
              <p:nvPr/>
            </p:nvSpPr>
            <p:spPr>
              <a:xfrm>
                <a:off x="1773" y="2170"/>
                <a:ext cx="3" cy="4"/>
              </a:xfrm>
              <a:custGeom>
                <a:pathLst>
                  <a:path w="9" h="7">
                    <a:moveTo>
                      <a:pt x="3" y="0"/>
                    </a:moveTo>
                    <a:lnTo>
                      <a:pt x="8" y="0"/>
                    </a:lnTo>
                    <a:lnTo>
                      <a:pt x="8" y="2"/>
                    </a:lnTo>
                    <a:lnTo>
                      <a:pt x="9" y="2"/>
                    </a:lnTo>
                    <a:lnTo>
                      <a:pt x="9" y="3"/>
                    </a:lnTo>
                    <a:lnTo>
                      <a:pt x="8" y="6"/>
                    </a:lnTo>
                    <a:lnTo>
                      <a:pt x="8" y="7"/>
                    </a:lnTo>
                    <a:lnTo>
                      <a:pt x="3" y="7"/>
                    </a:lnTo>
                    <a:lnTo>
                      <a:pt x="1" y="7"/>
                    </a:lnTo>
                    <a:lnTo>
                      <a:pt x="1" y="6"/>
                    </a:lnTo>
                    <a:lnTo>
                      <a:pt x="0" y="6"/>
                    </a:lnTo>
                    <a:lnTo>
                      <a:pt x="0" y="3"/>
                    </a:lnTo>
                    <a:lnTo>
                      <a:pt x="1" y="2"/>
                    </a:lnTo>
                    <a:lnTo>
                      <a:pt x="1" y="0"/>
                    </a:lnTo>
                    <a:lnTo>
                      <a:pt x="3" y="0"/>
                    </a:lnTo>
                    <a:close/>
                  </a:path>
                </a:pathLst>
              </a:custGeom>
              <a:solidFill>
                <a:srgbClr val="A0A070"/>
              </a:solidFill>
              <a:ln>
                <a:noFill/>
                <a:round/>
              </a:ln>
            </p:spPr>
          </p:sp>
          <p:sp>
            <p:nvSpPr>
              <p:cNvPr id="93692" name=""/>
              <p:cNvSpPr/>
              <p:nvPr/>
            </p:nvSpPr>
            <p:spPr>
              <a:xfrm>
                <a:off x="1774" y="2171"/>
                <a:ext cx="2" cy="2"/>
              </a:xfrm>
              <a:custGeom>
                <a:pathLst>
                  <a:path w="6" h="5">
                    <a:moveTo>
                      <a:pt x="0" y="0"/>
                    </a:moveTo>
                    <a:lnTo>
                      <a:pt x="0" y="5"/>
                    </a:lnTo>
                    <a:lnTo>
                      <a:pt x="6" y="5"/>
                    </a:lnTo>
                    <a:lnTo>
                      <a:pt x="0" y="0"/>
                    </a:lnTo>
                    <a:close/>
                  </a:path>
                </a:pathLst>
              </a:custGeom>
              <a:solidFill>
                <a:srgbClr val="A0FF00"/>
              </a:solidFill>
              <a:ln>
                <a:noFill/>
                <a:round/>
              </a:ln>
            </p:spPr>
          </p:sp>
          <p:sp>
            <p:nvSpPr>
              <p:cNvPr id="93693" name=""/>
              <p:cNvSpPr/>
              <p:nvPr/>
            </p:nvSpPr>
            <p:spPr>
              <a:xfrm>
                <a:off x="1774" y="2171"/>
                <a:ext cx="2" cy="2"/>
              </a:xfrm>
              <a:custGeom>
                <a:pathLst>
                  <a:path w="6" h="5">
                    <a:moveTo>
                      <a:pt x="0" y="0"/>
                    </a:moveTo>
                    <a:lnTo>
                      <a:pt x="0" y="5"/>
                    </a:lnTo>
                    <a:lnTo>
                      <a:pt x="6" y="5"/>
                    </a:lnTo>
                    <a:lnTo>
                      <a:pt x="0" y="0"/>
                    </a:lnTo>
                    <a:close/>
                  </a:path>
                </a:pathLst>
              </a:custGeom>
              <a:solidFill>
                <a:srgbClr val="A0FF00"/>
              </a:solidFill>
              <a:ln>
                <a:noFill/>
                <a:round/>
              </a:ln>
            </p:spPr>
          </p:sp>
          <p:sp>
            <p:nvSpPr>
              <p:cNvPr id="93694" name=""/>
              <p:cNvSpPr/>
              <p:nvPr/>
            </p:nvSpPr>
            <p:spPr>
              <a:xfrm>
                <a:off x="1774" y="2170"/>
                <a:ext cx="2" cy="2"/>
              </a:xfrm>
              <a:custGeom>
                <a:pathLst>
                  <a:path w="6" h="3">
                    <a:moveTo>
                      <a:pt x="0" y="0"/>
                    </a:moveTo>
                    <a:lnTo>
                      <a:pt x="0" y="3"/>
                    </a:lnTo>
                    <a:lnTo>
                      <a:pt x="6" y="3"/>
                    </a:lnTo>
                    <a:lnTo>
                      <a:pt x="0" y="0"/>
                    </a:lnTo>
                    <a:close/>
                  </a:path>
                </a:pathLst>
              </a:custGeom>
              <a:solidFill>
                <a:srgbClr val="A0FF00"/>
              </a:solidFill>
              <a:ln>
                <a:noFill/>
                <a:round/>
              </a:ln>
            </p:spPr>
          </p:sp>
          <p:sp>
            <p:nvSpPr>
              <p:cNvPr id="93695" name=""/>
              <p:cNvSpPr/>
              <p:nvPr/>
            </p:nvSpPr>
            <p:spPr>
              <a:xfrm>
                <a:off x="1774" y="2171"/>
                <a:ext cx="2" cy="2"/>
              </a:xfrm>
              <a:custGeom>
                <a:pathLst>
                  <a:path w="5" h="5">
                    <a:moveTo>
                      <a:pt x="0" y="0"/>
                    </a:moveTo>
                    <a:lnTo>
                      <a:pt x="5" y="0"/>
                    </a:lnTo>
                    <a:lnTo>
                      <a:pt x="0" y="5"/>
                    </a:lnTo>
                    <a:lnTo>
                      <a:pt x="0" y="0"/>
                    </a:lnTo>
                    <a:close/>
                  </a:path>
                </a:pathLst>
              </a:custGeom>
              <a:solidFill>
                <a:srgbClr val="FFFFFF"/>
              </a:solidFill>
              <a:ln>
                <a:noFill/>
                <a:round/>
              </a:ln>
            </p:spPr>
          </p:sp>
          <p:sp>
            <p:nvSpPr>
              <p:cNvPr id="93696" name=""/>
              <p:cNvSpPr/>
              <p:nvPr/>
            </p:nvSpPr>
            <p:spPr>
              <a:xfrm>
                <a:off x="1773" y="2118"/>
                <a:ext cx="40" cy="3"/>
              </a:xfrm>
              <a:prstGeom prst="rect">
                <a:avLst/>
              </a:prstGeom>
              <a:solidFill>
                <a:srgbClr val="505020"/>
              </a:solidFill>
              <a:ln>
                <a:noFill/>
                <a:miter lim="800000"/>
              </a:ln>
            </p:spPr>
          </p:sp>
          <p:sp>
            <p:nvSpPr>
              <p:cNvPr id="93697" name=""/>
              <p:cNvSpPr/>
              <p:nvPr/>
            </p:nvSpPr>
            <p:spPr>
              <a:xfrm>
                <a:off x="1782" y="2115"/>
                <a:ext cx="2" cy="5"/>
              </a:xfrm>
              <a:custGeom>
                <a:pathLst>
                  <a:path w="5" h="10">
                    <a:moveTo>
                      <a:pt x="2" y="0"/>
                    </a:moveTo>
                    <a:lnTo>
                      <a:pt x="5" y="1"/>
                    </a:lnTo>
                    <a:lnTo>
                      <a:pt x="5" y="9"/>
                    </a:lnTo>
                    <a:lnTo>
                      <a:pt x="2" y="10"/>
                    </a:lnTo>
                    <a:lnTo>
                      <a:pt x="0" y="1"/>
                    </a:lnTo>
                    <a:lnTo>
                      <a:pt x="2" y="0"/>
                    </a:lnTo>
                    <a:close/>
                  </a:path>
                </a:pathLst>
              </a:custGeom>
              <a:solidFill>
                <a:srgbClr val="E0E0B0"/>
              </a:solidFill>
              <a:ln>
                <a:noFill/>
                <a:round/>
              </a:ln>
            </p:spPr>
          </p:sp>
          <p:sp>
            <p:nvSpPr>
              <p:cNvPr id="93698" name=""/>
              <p:cNvSpPr/>
              <p:nvPr/>
            </p:nvSpPr>
            <p:spPr>
              <a:xfrm>
                <a:off x="1782" y="2121"/>
                <a:ext cx="2" cy="6"/>
              </a:xfrm>
              <a:custGeom>
                <a:pathLst>
                  <a:path w="5" h="13">
                    <a:moveTo>
                      <a:pt x="2" y="0"/>
                    </a:moveTo>
                    <a:lnTo>
                      <a:pt x="5" y="2"/>
                    </a:lnTo>
                    <a:lnTo>
                      <a:pt x="5" y="12"/>
                    </a:lnTo>
                    <a:lnTo>
                      <a:pt x="2" y="13"/>
                    </a:lnTo>
                    <a:lnTo>
                      <a:pt x="0" y="12"/>
                    </a:lnTo>
                    <a:lnTo>
                      <a:pt x="0" y="2"/>
                    </a:lnTo>
                    <a:lnTo>
                      <a:pt x="2" y="0"/>
                    </a:lnTo>
                    <a:close/>
                  </a:path>
                </a:pathLst>
              </a:custGeom>
              <a:solidFill>
                <a:srgbClr val="E0E0B0"/>
              </a:solidFill>
              <a:ln>
                <a:noFill/>
                <a:round/>
              </a:ln>
            </p:spPr>
          </p:sp>
          <p:sp>
            <p:nvSpPr>
              <p:cNvPr id="93699" name=""/>
              <p:cNvSpPr/>
              <p:nvPr/>
            </p:nvSpPr>
            <p:spPr>
              <a:xfrm>
                <a:off x="1784" y="2158"/>
                <a:ext cx="30" cy="9"/>
              </a:xfrm>
              <a:prstGeom prst="rect">
                <a:avLst/>
              </a:prstGeom>
              <a:solidFill>
                <a:srgbClr val="A0A080"/>
              </a:solidFill>
              <a:ln>
                <a:noFill/>
                <a:miter lim="800000"/>
              </a:ln>
            </p:spPr>
          </p:sp>
          <p:sp>
            <p:nvSpPr>
              <p:cNvPr id="93700" name=""/>
              <p:cNvSpPr/>
              <p:nvPr/>
            </p:nvSpPr>
            <p:spPr>
              <a:xfrm>
                <a:off x="1781" y="2172"/>
                <a:ext cx="18" cy="2"/>
              </a:xfrm>
              <a:custGeom>
                <a:pathLst>
                  <a:path w="53" h="6">
                    <a:moveTo>
                      <a:pt x="0" y="0"/>
                    </a:moveTo>
                    <a:lnTo>
                      <a:pt x="51" y="0"/>
                    </a:lnTo>
                    <a:lnTo>
                      <a:pt x="53" y="4"/>
                    </a:lnTo>
                    <a:lnTo>
                      <a:pt x="0" y="6"/>
                    </a:lnTo>
                    <a:lnTo>
                      <a:pt x="0" y="4"/>
                    </a:lnTo>
                    <a:lnTo>
                      <a:pt x="0" y="0"/>
                    </a:lnTo>
                    <a:close/>
                  </a:path>
                </a:pathLst>
              </a:custGeom>
              <a:solidFill>
                <a:srgbClr val="E0E0B0"/>
              </a:solidFill>
              <a:ln>
                <a:noFill/>
                <a:round/>
              </a:ln>
            </p:spPr>
          </p:sp>
          <p:sp>
            <p:nvSpPr>
              <p:cNvPr id="93701" name=""/>
              <p:cNvSpPr/>
              <p:nvPr/>
            </p:nvSpPr>
            <p:spPr>
              <a:xfrm>
                <a:off x="1788" y="2166"/>
                <a:ext cx="11" cy="1"/>
              </a:xfrm>
              <a:prstGeom prst="rect">
                <a:avLst/>
              </a:prstGeom>
              <a:solidFill>
                <a:srgbClr val="E0E0B0"/>
              </a:solidFill>
              <a:ln>
                <a:noFill/>
                <a:miter lim="800000"/>
              </a:ln>
            </p:spPr>
          </p:sp>
          <p:sp>
            <p:nvSpPr>
              <p:cNvPr id="93702" name=""/>
              <p:cNvSpPr/>
              <p:nvPr/>
            </p:nvSpPr>
            <p:spPr>
              <a:xfrm>
                <a:off x="1798" y="2166"/>
                <a:ext cx="17" cy="3"/>
              </a:xfrm>
              <a:custGeom>
                <a:pathLst>
                  <a:path w="51" h="6">
                    <a:moveTo>
                      <a:pt x="2" y="0"/>
                    </a:moveTo>
                    <a:lnTo>
                      <a:pt x="49" y="0"/>
                    </a:lnTo>
                    <a:lnTo>
                      <a:pt x="51" y="3"/>
                    </a:lnTo>
                    <a:lnTo>
                      <a:pt x="49" y="6"/>
                    </a:lnTo>
                    <a:lnTo>
                      <a:pt x="2" y="6"/>
                    </a:lnTo>
                    <a:lnTo>
                      <a:pt x="0" y="3"/>
                    </a:lnTo>
                    <a:lnTo>
                      <a:pt x="2" y="0"/>
                    </a:lnTo>
                    <a:close/>
                  </a:path>
                </a:pathLst>
              </a:custGeom>
              <a:solidFill>
                <a:srgbClr val="E0E0B0"/>
              </a:solidFill>
              <a:ln>
                <a:noFill/>
                <a:round/>
              </a:ln>
            </p:spPr>
          </p:sp>
          <p:sp>
            <p:nvSpPr>
              <p:cNvPr id="93703" name=""/>
              <p:cNvSpPr/>
              <p:nvPr/>
            </p:nvSpPr>
            <p:spPr>
              <a:xfrm>
                <a:off x="1781" y="2134"/>
                <a:ext cx="1" cy="4"/>
              </a:xfrm>
              <a:prstGeom prst="rect">
                <a:avLst/>
              </a:prstGeom>
              <a:solidFill>
                <a:srgbClr val="F0E0C0"/>
              </a:solidFill>
              <a:ln>
                <a:noFill/>
                <a:miter lim="800000"/>
              </a:ln>
            </p:spPr>
          </p:sp>
          <p:sp>
            <p:nvSpPr>
              <p:cNvPr id="93704" name=""/>
              <p:cNvSpPr/>
              <p:nvPr/>
            </p:nvSpPr>
            <p:spPr>
              <a:xfrm>
                <a:off x="1790" y="2134"/>
                <a:ext cx="1" cy="2"/>
              </a:xfrm>
              <a:prstGeom prst="rect">
                <a:avLst/>
              </a:prstGeom>
              <a:solidFill>
                <a:srgbClr val="F0E0C0"/>
              </a:solidFill>
              <a:ln>
                <a:noFill/>
                <a:miter lim="800000"/>
              </a:ln>
            </p:spPr>
          </p:sp>
          <p:sp>
            <p:nvSpPr>
              <p:cNvPr id="93705" name=""/>
              <p:cNvSpPr/>
              <p:nvPr/>
            </p:nvSpPr>
            <p:spPr>
              <a:xfrm>
                <a:off x="1790" y="2136"/>
                <a:ext cx="1" cy="3"/>
              </a:xfrm>
              <a:prstGeom prst="rect">
                <a:avLst/>
              </a:prstGeom>
              <a:solidFill>
                <a:srgbClr val="F0E0C0"/>
              </a:solidFill>
              <a:ln>
                <a:noFill/>
                <a:miter lim="800000"/>
              </a:ln>
            </p:spPr>
          </p:sp>
          <p:sp>
            <p:nvSpPr>
              <p:cNvPr id="93706" name=""/>
              <p:cNvSpPr/>
              <p:nvPr/>
            </p:nvSpPr>
            <p:spPr>
              <a:xfrm>
                <a:off x="1798" y="2136"/>
                <a:ext cx="9" cy="3"/>
              </a:xfrm>
              <a:prstGeom prst="rect">
                <a:avLst/>
              </a:prstGeom>
              <a:solidFill>
                <a:srgbClr val="F0E0C0"/>
              </a:solidFill>
              <a:ln>
                <a:noFill/>
                <a:miter lim="800000"/>
              </a:ln>
            </p:spPr>
          </p:sp>
          <p:sp>
            <p:nvSpPr>
              <p:cNvPr id="93707" name=""/>
              <p:cNvSpPr/>
              <p:nvPr/>
            </p:nvSpPr>
            <p:spPr>
              <a:xfrm>
                <a:off x="1782" y="2137"/>
                <a:ext cx="2" cy="9"/>
              </a:xfrm>
              <a:prstGeom prst="rect">
                <a:avLst/>
              </a:prstGeom>
              <a:solidFill>
                <a:srgbClr val="F0E0C0"/>
              </a:solidFill>
              <a:ln>
                <a:noFill/>
                <a:miter lim="800000"/>
              </a:ln>
            </p:spPr>
          </p:sp>
          <p:sp>
            <p:nvSpPr>
              <p:cNvPr id="93708" name=""/>
              <p:cNvSpPr/>
              <p:nvPr/>
            </p:nvSpPr>
            <p:spPr>
              <a:xfrm>
                <a:off x="1782" y="2144"/>
                <a:ext cx="17" cy="2"/>
              </a:xfrm>
              <a:custGeom>
                <a:pathLst>
                  <a:path w="52" h="5">
                    <a:moveTo>
                      <a:pt x="0" y="0"/>
                    </a:moveTo>
                    <a:lnTo>
                      <a:pt x="51" y="0"/>
                    </a:lnTo>
                    <a:lnTo>
                      <a:pt x="52" y="5"/>
                    </a:lnTo>
                    <a:lnTo>
                      <a:pt x="0" y="5"/>
                    </a:lnTo>
                    <a:lnTo>
                      <a:pt x="0" y="0"/>
                    </a:lnTo>
                    <a:close/>
                  </a:path>
                </a:pathLst>
              </a:custGeom>
              <a:solidFill>
                <a:srgbClr val="F0E0C0"/>
              </a:solidFill>
              <a:ln>
                <a:noFill/>
                <a:round/>
              </a:ln>
            </p:spPr>
          </p:sp>
          <p:sp>
            <p:nvSpPr>
              <p:cNvPr id="93709" name=""/>
              <p:cNvSpPr/>
              <p:nvPr/>
            </p:nvSpPr>
            <p:spPr>
              <a:xfrm>
                <a:off x="1798" y="2137"/>
                <a:ext cx="2" cy="9"/>
              </a:xfrm>
              <a:custGeom>
                <a:pathLst>
                  <a:path w="4" h="19">
                    <a:moveTo>
                      <a:pt x="4" y="0"/>
                    </a:moveTo>
                    <a:lnTo>
                      <a:pt x="4" y="15"/>
                    </a:lnTo>
                    <a:lnTo>
                      <a:pt x="3" y="18"/>
                    </a:lnTo>
                    <a:lnTo>
                      <a:pt x="3" y="19"/>
                    </a:lnTo>
                    <a:lnTo>
                      <a:pt x="0" y="18"/>
                    </a:lnTo>
                    <a:lnTo>
                      <a:pt x="3" y="15"/>
                    </a:lnTo>
                    <a:lnTo>
                      <a:pt x="3" y="0"/>
                    </a:lnTo>
                    <a:lnTo>
                      <a:pt x="4" y="0"/>
                    </a:lnTo>
                    <a:close/>
                  </a:path>
                </a:pathLst>
              </a:custGeom>
              <a:solidFill>
                <a:srgbClr val="808050"/>
              </a:solidFill>
              <a:ln>
                <a:noFill/>
                <a:round/>
              </a:ln>
            </p:spPr>
          </p:sp>
          <p:sp>
            <p:nvSpPr>
              <p:cNvPr id="93710" name=""/>
              <p:cNvSpPr/>
              <p:nvPr/>
            </p:nvSpPr>
            <p:spPr>
              <a:xfrm>
                <a:off x="1798" y="2134"/>
                <a:ext cx="9" cy="3"/>
              </a:xfrm>
              <a:prstGeom prst="rect">
                <a:avLst/>
              </a:prstGeom>
              <a:solidFill>
                <a:srgbClr val="706040"/>
              </a:solidFill>
              <a:ln>
                <a:noFill/>
                <a:miter lim="800000"/>
              </a:ln>
            </p:spPr>
          </p:sp>
          <p:sp>
            <p:nvSpPr>
              <p:cNvPr id="93711" name=""/>
              <p:cNvSpPr/>
              <p:nvPr/>
            </p:nvSpPr>
            <p:spPr>
              <a:xfrm>
                <a:off x="1805" y="2134"/>
                <a:ext cx="2" cy="4"/>
              </a:xfrm>
              <a:prstGeom prst="rect">
                <a:avLst/>
              </a:prstGeom>
              <a:solidFill>
                <a:srgbClr val="706040"/>
              </a:solidFill>
              <a:ln>
                <a:noFill/>
                <a:miter lim="800000"/>
              </a:ln>
            </p:spPr>
          </p:sp>
          <p:sp>
            <p:nvSpPr>
              <p:cNvPr id="93712" name=""/>
              <p:cNvSpPr/>
              <p:nvPr/>
            </p:nvSpPr>
            <p:spPr>
              <a:xfrm>
                <a:off x="1782" y="2132"/>
                <a:ext cx="18" cy="4"/>
              </a:xfrm>
              <a:custGeom>
                <a:pathLst>
                  <a:path w="53" h="9">
                    <a:moveTo>
                      <a:pt x="0" y="3"/>
                    </a:moveTo>
                    <a:lnTo>
                      <a:pt x="2" y="0"/>
                    </a:lnTo>
                    <a:lnTo>
                      <a:pt x="49" y="0"/>
                    </a:lnTo>
                    <a:lnTo>
                      <a:pt x="52" y="0"/>
                    </a:lnTo>
                    <a:lnTo>
                      <a:pt x="53" y="3"/>
                    </a:lnTo>
                    <a:lnTo>
                      <a:pt x="53" y="9"/>
                    </a:lnTo>
                    <a:lnTo>
                      <a:pt x="52" y="3"/>
                    </a:lnTo>
                    <a:lnTo>
                      <a:pt x="51" y="2"/>
                    </a:lnTo>
                    <a:lnTo>
                      <a:pt x="2" y="2"/>
                    </a:lnTo>
                    <a:lnTo>
                      <a:pt x="1" y="3"/>
                    </a:lnTo>
                    <a:lnTo>
                      <a:pt x="0" y="3"/>
                    </a:lnTo>
                    <a:close/>
                  </a:path>
                </a:pathLst>
              </a:custGeom>
              <a:solidFill>
                <a:srgbClr val="808050"/>
              </a:solidFill>
              <a:ln>
                <a:noFill/>
                <a:round/>
              </a:ln>
            </p:spPr>
          </p:sp>
          <p:sp>
            <p:nvSpPr>
              <p:cNvPr id="93713" name=""/>
              <p:cNvSpPr/>
              <p:nvPr/>
            </p:nvSpPr>
            <p:spPr>
              <a:xfrm>
                <a:off x="1781" y="2134"/>
                <a:ext cx="1" cy="4"/>
              </a:xfrm>
              <a:prstGeom prst="rect">
                <a:avLst/>
              </a:prstGeom>
              <a:solidFill>
                <a:srgbClr val="706040"/>
              </a:solidFill>
              <a:ln>
                <a:noFill/>
                <a:miter lim="800000"/>
              </a:ln>
            </p:spPr>
          </p:sp>
          <p:sp>
            <p:nvSpPr>
              <p:cNvPr id="93714" name=""/>
              <p:cNvSpPr/>
              <p:nvPr/>
            </p:nvSpPr>
            <p:spPr>
              <a:xfrm>
                <a:off x="1782" y="2132"/>
                <a:ext cx="2" cy="4"/>
              </a:xfrm>
              <a:custGeom>
                <a:pathLst>
                  <a:path w="5" h="8">
                    <a:moveTo>
                      <a:pt x="0" y="0"/>
                    </a:moveTo>
                    <a:lnTo>
                      <a:pt x="0" y="8"/>
                    </a:lnTo>
                    <a:lnTo>
                      <a:pt x="5" y="0"/>
                    </a:lnTo>
                    <a:lnTo>
                      <a:pt x="0" y="0"/>
                    </a:lnTo>
                    <a:close/>
                  </a:path>
                </a:pathLst>
              </a:custGeom>
              <a:solidFill>
                <a:srgbClr val="F0E0C0"/>
              </a:solidFill>
              <a:ln>
                <a:noFill/>
                <a:round/>
              </a:ln>
            </p:spPr>
          </p:sp>
          <p:sp>
            <p:nvSpPr>
              <p:cNvPr id="93715" name=""/>
              <p:cNvSpPr/>
              <p:nvPr/>
            </p:nvSpPr>
            <p:spPr>
              <a:xfrm>
                <a:off x="1790" y="2137"/>
                <a:ext cx="9" cy="2"/>
              </a:xfrm>
              <a:prstGeom prst="rect">
                <a:avLst/>
              </a:prstGeom>
              <a:solidFill>
                <a:srgbClr val="706040"/>
              </a:solidFill>
              <a:ln>
                <a:noFill/>
                <a:miter lim="800000"/>
              </a:ln>
            </p:spPr>
          </p:sp>
          <p:sp>
            <p:nvSpPr>
              <p:cNvPr id="93716" name=""/>
              <p:cNvSpPr/>
              <p:nvPr/>
            </p:nvSpPr>
            <p:spPr>
              <a:xfrm>
                <a:off x="1798" y="2136"/>
                <a:ext cx="1" cy="3"/>
              </a:xfrm>
              <a:prstGeom prst="rect">
                <a:avLst/>
              </a:prstGeom>
              <a:solidFill>
                <a:srgbClr val="706040"/>
              </a:solidFill>
              <a:ln>
                <a:noFill/>
                <a:miter lim="800000"/>
              </a:ln>
            </p:spPr>
          </p:sp>
          <p:sp>
            <p:nvSpPr>
              <p:cNvPr id="93717" name=""/>
              <p:cNvSpPr/>
              <p:nvPr/>
            </p:nvSpPr>
            <p:spPr>
              <a:xfrm>
                <a:off x="1798" y="2134"/>
                <a:ext cx="1" cy="3"/>
              </a:xfrm>
              <a:prstGeom prst="rect">
                <a:avLst/>
              </a:prstGeom>
              <a:solidFill>
                <a:srgbClr val="706040"/>
              </a:solidFill>
              <a:ln>
                <a:noFill/>
                <a:miter lim="800000"/>
              </a:ln>
            </p:spPr>
          </p:sp>
          <p:sp>
            <p:nvSpPr>
              <p:cNvPr id="93718" name=""/>
              <p:cNvSpPr/>
              <p:nvPr/>
            </p:nvSpPr>
            <p:spPr>
              <a:xfrm>
                <a:off x="1790" y="2134"/>
                <a:ext cx="9" cy="2"/>
              </a:xfrm>
              <a:prstGeom prst="rect">
                <a:avLst/>
              </a:prstGeom>
              <a:solidFill>
                <a:srgbClr val="706040"/>
              </a:solidFill>
              <a:ln>
                <a:noFill/>
                <a:miter lim="800000"/>
              </a:ln>
            </p:spPr>
          </p:sp>
          <p:sp>
            <p:nvSpPr>
              <p:cNvPr id="93719" name=""/>
              <p:cNvSpPr/>
              <p:nvPr/>
            </p:nvSpPr>
            <p:spPr>
              <a:xfrm>
                <a:off x="1801" y="2141"/>
                <a:ext cx="4" cy="2"/>
              </a:xfrm>
              <a:custGeom>
                <a:pathLst>
                  <a:path w="13" h="5">
                    <a:moveTo>
                      <a:pt x="0" y="0"/>
                    </a:moveTo>
                    <a:lnTo>
                      <a:pt x="13" y="0"/>
                    </a:lnTo>
                    <a:lnTo>
                      <a:pt x="0" y="5"/>
                    </a:lnTo>
                    <a:lnTo>
                      <a:pt x="0" y="0"/>
                    </a:lnTo>
                    <a:close/>
                  </a:path>
                </a:pathLst>
              </a:custGeom>
              <a:solidFill>
                <a:srgbClr val="F0E0C0"/>
              </a:solidFill>
              <a:ln>
                <a:noFill/>
                <a:round/>
              </a:ln>
            </p:spPr>
          </p:sp>
          <p:sp>
            <p:nvSpPr>
              <p:cNvPr id="93720" name=""/>
              <p:cNvSpPr/>
              <p:nvPr/>
            </p:nvSpPr>
            <p:spPr>
              <a:xfrm>
                <a:off x="1782" y="2114"/>
                <a:ext cx="17" cy="3"/>
              </a:xfrm>
              <a:prstGeom prst="rect">
                <a:avLst/>
              </a:prstGeom>
              <a:solidFill>
                <a:srgbClr val="706040"/>
              </a:solidFill>
              <a:ln>
                <a:noFill/>
                <a:miter lim="800000"/>
              </a:ln>
            </p:spPr>
          </p:sp>
          <p:sp>
            <p:nvSpPr>
              <p:cNvPr id="93721" name=""/>
              <p:cNvSpPr/>
              <p:nvPr/>
            </p:nvSpPr>
            <p:spPr>
              <a:xfrm>
                <a:off x="1798" y="2114"/>
                <a:ext cx="2" cy="6"/>
              </a:xfrm>
              <a:custGeom>
                <a:pathLst>
                  <a:path w="4" h="12">
                    <a:moveTo>
                      <a:pt x="0" y="0"/>
                    </a:moveTo>
                    <a:lnTo>
                      <a:pt x="4" y="11"/>
                    </a:lnTo>
                    <a:lnTo>
                      <a:pt x="0" y="12"/>
                    </a:lnTo>
                    <a:lnTo>
                      <a:pt x="0" y="2"/>
                    </a:lnTo>
                    <a:lnTo>
                      <a:pt x="0" y="0"/>
                    </a:lnTo>
                    <a:close/>
                  </a:path>
                </a:pathLst>
              </a:custGeom>
              <a:solidFill>
                <a:srgbClr val="706040"/>
              </a:solidFill>
              <a:ln>
                <a:noFill/>
                <a:round/>
              </a:ln>
            </p:spPr>
          </p:sp>
          <p:sp>
            <p:nvSpPr>
              <p:cNvPr id="93722" name=""/>
              <p:cNvSpPr/>
              <p:nvPr/>
            </p:nvSpPr>
            <p:spPr>
              <a:xfrm>
                <a:off x="1798" y="2122"/>
                <a:ext cx="2" cy="5"/>
              </a:xfrm>
              <a:prstGeom prst="rect">
                <a:avLst/>
              </a:prstGeom>
              <a:solidFill>
                <a:srgbClr val="706040"/>
              </a:solidFill>
              <a:ln>
                <a:noFill/>
                <a:miter lim="800000"/>
              </a:ln>
            </p:spPr>
          </p:sp>
          <p:sp>
            <p:nvSpPr>
              <p:cNvPr id="93723" name=""/>
              <p:cNvSpPr/>
              <p:nvPr/>
            </p:nvSpPr>
            <p:spPr>
              <a:xfrm>
                <a:off x="1782" y="2125"/>
                <a:ext cx="17" cy="2"/>
              </a:xfrm>
              <a:prstGeom prst="rect">
                <a:avLst/>
              </a:prstGeom>
              <a:solidFill>
                <a:srgbClr val="E0E0B0"/>
              </a:solidFill>
              <a:ln>
                <a:noFill/>
                <a:miter lim="800000"/>
              </a:ln>
            </p:spPr>
          </p:sp>
          <p:sp>
            <p:nvSpPr>
              <p:cNvPr id="93724" name=""/>
              <p:cNvSpPr/>
              <p:nvPr/>
            </p:nvSpPr>
            <p:spPr>
              <a:xfrm>
                <a:off x="1773" y="2118"/>
                <a:ext cx="1" cy="5"/>
              </a:xfrm>
              <a:custGeom>
                <a:pathLst>
                  <a:path w="4" h="10">
                    <a:moveTo>
                      <a:pt x="3" y="0"/>
                    </a:moveTo>
                    <a:lnTo>
                      <a:pt x="0" y="9"/>
                    </a:lnTo>
                    <a:lnTo>
                      <a:pt x="3" y="10"/>
                    </a:lnTo>
                    <a:lnTo>
                      <a:pt x="4" y="10"/>
                    </a:lnTo>
                    <a:lnTo>
                      <a:pt x="3" y="7"/>
                    </a:lnTo>
                    <a:lnTo>
                      <a:pt x="1" y="5"/>
                    </a:lnTo>
                    <a:lnTo>
                      <a:pt x="1" y="2"/>
                    </a:lnTo>
                    <a:lnTo>
                      <a:pt x="3" y="0"/>
                    </a:lnTo>
                    <a:close/>
                  </a:path>
                </a:pathLst>
              </a:custGeom>
              <a:solidFill>
                <a:srgbClr val="F0E0C0"/>
              </a:solidFill>
              <a:ln>
                <a:noFill/>
                <a:round/>
              </a:ln>
            </p:spPr>
          </p:sp>
          <p:sp>
            <p:nvSpPr>
              <p:cNvPr id="93725" name=""/>
              <p:cNvSpPr/>
              <p:nvPr/>
            </p:nvSpPr>
            <p:spPr>
              <a:xfrm>
                <a:off x="1784" y="2169"/>
                <a:ext cx="5" cy="3"/>
              </a:xfrm>
              <a:prstGeom prst="rect">
                <a:avLst/>
              </a:prstGeom>
              <a:solidFill>
                <a:srgbClr val="F0E0C0"/>
              </a:solidFill>
              <a:ln>
                <a:noFill/>
                <a:miter lim="800000"/>
              </a:ln>
            </p:spPr>
          </p:sp>
          <p:sp>
            <p:nvSpPr>
              <p:cNvPr id="93726" name=""/>
              <p:cNvSpPr/>
              <p:nvPr/>
            </p:nvSpPr>
            <p:spPr>
              <a:xfrm>
                <a:off x="1784" y="2156"/>
                <a:ext cx="30" cy="3"/>
              </a:xfrm>
              <a:prstGeom prst="rect">
                <a:avLst/>
              </a:prstGeom>
              <a:solidFill>
                <a:srgbClr val="706040"/>
              </a:solidFill>
              <a:ln>
                <a:noFill/>
                <a:miter lim="800000"/>
              </a:ln>
            </p:spPr>
          </p:sp>
          <p:sp>
            <p:nvSpPr>
              <p:cNvPr id="93727" name=""/>
              <p:cNvSpPr/>
              <p:nvPr/>
            </p:nvSpPr>
            <p:spPr>
              <a:xfrm>
                <a:off x="1784" y="2158"/>
                <a:ext cx="1" cy="14"/>
              </a:xfrm>
              <a:prstGeom prst="rect">
                <a:avLst/>
              </a:prstGeom>
              <a:solidFill>
                <a:srgbClr val="706040"/>
              </a:solidFill>
              <a:ln>
                <a:noFill/>
                <a:miter lim="800000"/>
              </a:ln>
            </p:spPr>
          </p:sp>
          <p:sp>
            <p:nvSpPr>
              <p:cNvPr id="93728" name=""/>
              <p:cNvSpPr/>
              <p:nvPr/>
            </p:nvSpPr>
            <p:spPr>
              <a:xfrm>
                <a:off x="1784" y="2165"/>
                <a:ext cx="30" cy="2"/>
              </a:xfrm>
              <a:prstGeom prst="rect">
                <a:avLst/>
              </a:prstGeom>
              <a:solidFill>
                <a:srgbClr val="706040"/>
              </a:solidFill>
              <a:ln>
                <a:noFill/>
                <a:miter lim="800000"/>
              </a:ln>
            </p:spPr>
          </p:sp>
          <p:sp>
            <p:nvSpPr>
              <p:cNvPr id="93729" name=""/>
              <p:cNvSpPr/>
              <p:nvPr/>
            </p:nvSpPr>
            <p:spPr>
              <a:xfrm>
                <a:off x="1764" y="2181"/>
                <a:ext cx="57" cy="13"/>
              </a:xfrm>
              <a:prstGeom prst="rect">
                <a:avLst/>
              </a:prstGeom>
              <a:solidFill>
                <a:srgbClr val="D0C0A0"/>
              </a:solidFill>
              <a:ln>
                <a:noFill/>
                <a:miter lim="800000"/>
              </a:ln>
            </p:spPr>
          </p:sp>
          <p:sp>
            <p:nvSpPr>
              <p:cNvPr id="93730" name=""/>
              <p:cNvSpPr/>
              <p:nvPr/>
            </p:nvSpPr>
            <p:spPr>
              <a:xfrm>
                <a:off x="1773" y="2182"/>
                <a:ext cx="40" cy="10"/>
              </a:xfrm>
              <a:custGeom>
                <a:pathLst>
                  <a:path w="119" h="20">
                    <a:moveTo>
                      <a:pt x="2" y="20"/>
                    </a:moveTo>
                    <a:lnTo>
                      <a:pt x="117" y="20"/>
                    </a:lnTo>
                    <a:lnTo>
                      <a:pt x="118" y="20"/>
                    </a:lnTo>
                    <a:lnTo>
                      <a:pt x="118" y="18"/>
                    </a:lnTo>
                    <a:lnTo>
                      <a:pt x="119" y="6"/>
                    </a:lnTo>
                    <a:lnTo>
                      <a:pt x="118" y="2"/>
                    </a:lnTo>
                    <a:lnTo>
                      <a:pt x="117" y="1"/>
                    </a:lnTo>
                    <a:lnTo>
                      <a:pt x="2" y="0"/>
                    </a:lnTo>
                    <a:lnTo>
                      <a:pt x="1" y="1"/>
                    </a:lnTo>
                    <a:lnTo>
                      <a:pt x="0" y="4"/>
                    </a:lnTo>
                    <a:lnTo>
                      <a:pt x="0" y="16"/>
                    </a:lnTo>
                    <a:lnTo>
                      <a:pt x="1" y="19"/>
                    </a:lnTo>
                    <a:lnTo>
                      <a:pt x="2" y="20"/>
                    </a:lnTo>
                    <a:close/>
                  </a:path>
                </a:pathLst>
              </a:custGeom>
              <a:solidFill>
                <a:srgbClr val="404040"/>
              </a:solidFill>
              <a:ln>
                <a:noFill/>
                <a:round/>
              </a:ln>
            </p:spPr>
          </p:sp>
          <p:sp>
            <p:nvSpPr>
              <p:cNvPr id="93731" name=""/>
              <p:cNvSpPr/>
              <p:nvPr/>
            </p:nvSpPr>
            <p:spPr>
              <a:xfrm>
                <a:off x="1791" y="2092"/>
                <a:ext cx="2" cy="2"/>
              </a:xfrm>
              <a:custGeom>
                <a:pathLst>
                  <a:path w="7" h="5">
                    <a:moveTo>
                      <a:pt x="5" y="0"/>
                    </a:moveTo>
                    <a:lnTo>
                      <a:pt x="7" y="0"/>
                    </a:lnTo>
                    <a:lnTo>
                      <a:pt x="7" y="5"/>
                    </a:lnTo>
                    <a:lnTo>
                      <a:pt x="0" y="5"/>
                    </a:lnTo>
                    <a:lnTo>
                      <a:pt x="5" y="0"/>
                    </a:lnTo>
                    <a:close/>
                  </a:path>
                </a:pathLst>
              </a:custGeom>
              <a:solidFill>
                <a:srgbClr val="C0C080"/>
              </a:solidFill>
              <a:ln>
                <a:noFill/>
                <a:round/>
              </a:ln>
            </p:spPr>
          </p:sp>
          <p:sp>
            <p:nvSpPr>
              <p:cNvPr id="93732" name=""/>
              <p:cNvSpPr/>
              <p:nvPr/>
            </p:nvSpPr>
            <p:spPr>
              <a:xfrm>
                <a:off x="1791" y="2092"/>
                <a:ext cx="1" cy="1"/>
              </a:xfrm>
              <a:custGeom>
                <a:pathLst>
                  <a:path w="4" h="1">
                    <a:moveTo>
                      <a:pt x="3" y="0"/>
                    </a:moveTo>
                    <a:lnTo>
                      <a:pt x="4" y="0"/>
                    </a:lnTo>
                    <a:lnTo>
                      <a:pt x="4" y="1"/>
                    </a:lnTo>
                    <a:lnTo>
                      <a:pt x="0" y="1"/>
                    </a:lnTo>
                    <a:lnTo>
                      <a:pt x="3" y="0"/>
                    </a:lnTo>
                  </a:path>
                </a:pathLst>
              </a:custGeom>
              <a:noFill/>
              <a:ln w="4763">
                <a:solidFill>
                  <a:srgbClr val="000000"/>
                </a:solidFill>
                <a:prstDash val="solid"/>
                <a:round/>
              </a:ln>
            </p:spPr>
          </p:sp>
          <p:sp>
            <p:nvSpPr>
              <p:cNvPr id="93733" name=""/>
              <p:cNvSpPr/>
              <p:nvPr/>
            </p:nvSpPr>
            <p:spPr>
              <a:xfrm>
                <a:off x="1770" y="2087"/>
                <a:ext cx="46" cy="13"/>
              </a:xfrm>
              <a:custGeom>
                <a:pathLst>
                  <a:path w="140" h="24">
                    <a:moveTo>
                      <a:pt x="11" y="0"/>
                    </a:moveTo>
                    <a:lnTo>
                      <a:pt x="131" y="0"/>
                    </a:lnTo>
                    <a:lnTo>
                      <a:pt x="133" y="1"/>
                    </a:lnTo>
                    <a:lnTo>
                      <a:pt x="135" y="1"/>
                    </a:lnTo>
                    <a:lnTo>
                      <a:pt x="137" y="3"/>
                    </a:lnTo>
                    <a:lnTo>
                      <a:pt x="138" y="4"/>
                    </a:lnTo>
                    <a:lnTo>
                      <a:pt x="139" y="7"/>
                    </a:lnTo>
                    <a:lnTo>
                      <a:pt x="140" y="8"/>
                    </a:lnTo>
                    <a:lnTo>
                      <a:pt x="140" y="10"/>
                    </a:lnTo>
                    <a:lnTo>
                      <a:pt x="140" y="14"/>
                    </a:lnTo>
                    <a:lnTo>
                      <a:pt x="140" y="16"/>
                    </a:lnTo>
                    <a:lnTo>
                      <a:pt x="139" y="17"/>
                    </a:lnTo>
                    <a:lnTo>
                      <a:pt x="138" y="20"/>
                    </a:lnTo>
                    <a:lnTo>
                      <a:pt x="137" y="22"/>
                    </a:lnTo>
                    <a:lnTo>
                      <a:pt x="135" y="23"/>
                    </a:lnTo>
                    <a:lnTo>
                      <a:pt x="133" y="24"/>
                    </a:lnTo>
                    <a:lnTo>
                      <a:pt x="131" y="24"/>
                    </a:lnTo>
                    <a:lnTo>
                      <a:pt x="130" y="24"/>
                    </a:lnTo>
                    <a:lnTo>
                      <a:pt x="11" y="24"/>
                    </a:lnTo>
                    <a:lnTo>
                      <a:pt x="10" y="24"/>
                    </a:lnTo>
                    <a:lnTo>
                      <a:pt x="7" y="24"/>
                    </a:lnTo>
                    <a:lnTo>
                      <a:pt x="5" y="23"/>
                    </a:lnTo>
                    <a:lnTo>
                      <a:pt x="4" y="22"/>
                    </a:lnTo>
                    <a:lnTo>
                      <a:pt x="2" y="18"/>
                    </a:lnTo>
                    <a:lnTo>
                      <a:pt x="0" y="16"/>
                    </a:lnTo>
                    <a:lnTo>
                      <a:pt x="0" y="15"/>
                    </a:lnTo>
                    <a:lnTo>
                      <a:pt x="0" y="14"/>
                    </a:lnTo>
                    <a:lnTo>
                      <a:pt x="0" y="10"/>
                    </a:lnTo>
                    <a:lnTo>
                      <a:pt x="0" y="9"/>
                    </a:lnTo>
                    <a:lnTo>
                      <a:pt x="0" y="8"/>
                    </a:lnTo>
                    <a:lnTo>
                      <a:pt x="2" y="6"/>
                    </a:lnTo>
                    <a:lnTo>
                      <a:pt x="3" y="3"/>
                    </a:lnTo>
                    <a:lnTo>
                      <a:pt x="5" y="1"/>
                    </a:lnTo>
                    <a:lnTo>
                      <a:pt x="7" y="1"/>
                    </a:lnTo>
                    <a:lnTo>
                      <a:pt x="11" y="0"/>
                    </a:lnTo>
                    <a:close/>
                  </a:path>
                </a:pathLst>
              </a:custGeom>
              <a:solidFill>
                <a:srgbClr val="F0E0C0"/>
              </a:solidFill>
              <a:ln>
                <a:noFill/>
                <a:round/>
              </a:ln>
            </p:spPr>
          </p:sp>
          <p:sp>
            <p:nvSpPr>
              <p:cNvPr id="93734" name=""/>
              <p:cNvSpPr/>
              <p:nvPr/>
            </p:nvSpPr>
            <p:spPr>
              <a:xfrm>
                <a:off x="1770" y="2087"/>
                <a:ext cx="45" cy="11"/>
              </a:xfrm>
              <a:custGeom>
                <a:pathLst>
                  <a:path w="137" h="21">
                    <a:moveTo>
                      <a:pt x="11" y="0"/>
                    </a:moveTo>
                    <a:lnTo>
                      <a:pt x="129" y="0"/>
                    </a:lnTo>
                    <a:lnTo>
                      <a:pt x="131" y="1"/>
                    </a:lnTo>
                    <a:lnTo>
                      <a:pt x="131" y="1"/>
                    </a:lnTo>
                    <a:lnTo>
                      <a:pt x="133" y="2"/>
                    </a:lnTo>
                    <a:lnTo>
                      <a:pt x="135" y="3"/>
                    </a:lnTo>
                    <a:lnTo>
                      <a:pt x="136" y="6"/>
                    </a:lnTo>
                    <a:lnTo>
                      <a:pt x="137" y="7"/>
                    </a:lnTo>
                    <a:lnTo>
                      <a:pt x="137" y="8"/>
                    </a:lnTo>
                    <a:lnTo>
                      <a:pt x="137" y="13"/>
                    </a:lnTo>
                    <a:lnTo>
                      <a:pt x="137" y="14"/>
                    </a:lnTo>
                    <a:lnTo>
                      <a:pt x="136" y="15"/>
                    </a:lnTo>
                    <a:lnTo>
                      <a:pt x="135" y="17"/>
                    </a:lnTo>
                    <a:lnTo>
                      <a:pt x="133" y="18"/>
                    </a:lnTo>
                    <a:lnTo>
                      <a:pt x="131" y="20"/>
                    </a:lnTo>
                    <a:lnTo>
                      <a:pt x="131" y="21"/>
                    </a:lnTo>
                    <a:lnTo>
                      <a:pt x="129" y="21"/>
                    </a:lnTo>
                    <a:lnTo>
                      <a:pt x="11" y="21"/>
                    </a:lnTo>
                    <a:lnTo>
                      <a:pt x="8" y="21"/>
                    </a:lnTo>
                    <a:lnTo>
                      <a:pt x="6" y="21"/>
                    </a:lnTo>
                    <a:lnTo>
                      <a:pt x="5" y="20"/>
                    </a:lnTo>
                    <a:lnTo>
                      <a:pt x="4" y="18"/>
                    </a:lnTo>
                    <a:lnTo>
                      <a:pt x="2" y="16"/>
                    </a:lnTo>
                    <a:lnTo>
                      <a:pt x="0" y="14"/>
                    </a:lnTo>
                    <a:lnTo>
                      <a:pt x="0" y="13"/>
                    </a:lnTo>
                    <a:lnTo>
                      <a:pt x="0" y="8"/>
                    </a:lnTo>
                    <a:lnTo>
                      <a:pt x="0" y="8"/>
                    </a:lnTo>
                    <a:lnTo>
                      <a:pt x="0" y="7"/>
                    </a:lnTo>
                    <a:lnTo>
                      <a:pt x="2" y="4"/>
                    </a:lnTo>
                    <a:lnTo>
                      <a:pt x="3" y="2"/>
                    </a:lnTo>
                    <a:lnTo>
                      <a:pt x="5" y="1"/>
                    </a:lnTo>
                    <a:lnTo>
                      <a:pt x="6" y="1"/>
                    </a:lnTo>
                    <a:lnTo>
                      <a:pt x="11" y="0"/>
                    </a:lnTo>
                  </a:path>
                </a:pathLst>
              </a:custGeom>
              <a:noFill/>
              <a:ln w="4763">
                <a:solidFill>
                  <a:srgbClr val="808060"/>
                </a:solidFill>
                <a:prstDash val="solid"/>
                <a:round/>
              </a:ln>
            </p:spPr>
          </p:sp>
          <p:sp>
            <p:nvSpPr>
              <p:cNvPr id="93735" name=""/>
              <p:cNvSpPr/>
              <p:nvPr/>
            </p:nvSpPr>
            <p:spPr>
              <a:xfrm>
                <a:off x="1770" y="2088"/>
                <a:ext cx="26" cy="11"/>
              </a:xfrm>
              <a:custGeom>
                <a:pathLst>
                  <a:path w="78" h="22">
                    <a:moveTo>
                      <a:pt x="12" y="0"/>
                    </a:moveTo>
                    <a:lnTo>
                      <a:pt x="65" y="0"/>
                    </a:lnTo>
                    <a:lnTo>
                      <a:pt x="67" y="0"/>
                    </a:lnTo>
                    <a:lnTo>
                      <a:pt x="71" y="1"/>
                    </a:lnTo>
                    <a:lnTo>
                      <a:pt x="73" y="1"/>
                    </a:lnTo>
                    <a:lnTo>
                      <a:pt x="74" y="2"/>
                    </a:lnTo>
                    <a:lnTo>
                      <a:pt x="76" y="3"/>
                    </a:lnTo>
                    <a:lnTo>
                      <a:pt x="76" y="5"/>
                    </a:lnTo>
                    <a:lnTo>
                      <a:pt x="78" y="6"/>
                    </a:lnTo>
                    <a:lnTo>
                      <a:pt x="78" y="7"/>
                    </a:lnTo>
                    <a:lnTo>
                      <a:pt x="78" y="8"/>
                    </a:lnTo>
                    <a:lnTo>
                      <a:pt x="78" y="14"/>
                    </a:lnTo>
                    <a:lnTo>
                      <a:pt x="78" y="16"/>
                    </a:lnTo>
                    <a:lnTo>
                      <a:pt x="76" y="19"/>
                    </a:lnTo>
                    <a:lnTo>
                      <a:pt x="75" y="20"/>
                    </a:lnTo>
                    <a:lnTo>
                      <a:pt x="73" y="21"/>
                    </a:lnTo>
                    <a:lnTo>
                      <a:pt x="71" y="22"/>
                    </a:lnTo>
                    <a:lnTo>
                      <a:pt x="66" y="22"/>
                    </a:lnTo>
                    <a:lnTo>
                      <a:pt x="65" y="22"/>
                    </a:lnTo>
                    <a:lnTo>
                      <a:pt x="12" y="22"/>
                    </a:lnTo>
                    <a:lnTo>
                      <a:pt x="10" y="22"/>
                    </a:lnTo>
                    <a:lnTo>
                      <a:pt x="8" y="22"/>
                    </a:lnTo>
                    <a:lnTo>
                      <a:pt x="5" y="21"/>
                    </a:lnTo>
                    <a:lnTo>
                      <a:pt x="3" y="20"/>
                    </a:lnTo>
                    <a:lnTo>
                      <a:pt x="2" y="19"/>
                    </a:lnTo>
                    <a:lnTo>
                      <a:pt x="1" y="16"/>
                    </a:lnTo>
                    <a:lnTo>
                      <a:pt x="0" y="15"/>
                    </a:lnTo>
                    <a:lnTo>
                      <a:pt x="0" y="14"/>
                    </a:lnTo>
                    <a:lnTo>
                      <a:pt x="0" y="8"/>
                    </a:lnTo>
                    <a:lnTo>
                      <a:pt x="0" y="7"/>
                    </a:lnTo>
                    <a:lnTo>
                      <a:pt x="1" y="6"/>
                    </a:lnTo>
                    <a:lnTo>
                      <a:pt x="1" y="5"/>
                    </a:lnTo>
                    <a:lnTo>
                      <a:pt x="1" y="3"/>
                    </a:lnTo>
                    <a:lnTo>
                      <a:pt x="2" y="3"/>
                    </a:lnTo>
                    <a:lnTo>
                      <a:pt x="3" y="2"/>
                    </a:lnTo>
                    <a:lnTo>
                      <a:pt x="4" y="1"/>
                    </a:lnTo>
                    <a:lnTo>
                      <a:pt x="8" y="0"/>
                    </a:lnTo>
                    <a:lnTo>
                      <a:pt x="12" y="0"/>
                    </a:lnTo>
                    <a:close/>
                  </a:path>
                </a:pathLst>
              </a:custGeom>
              <a:solidFill>
                <a:srgbClr val="F0E0C0"/>
              </a:solidFill>
              <a:ln>
                <a:noFill/>
                <a:round/>
              </a:ln>
            </p:spPr>
          </p:sp>
          <p:sp>
            <p:nvSpPr>
              <p:cNvPr id="93736" name=""/>
              <p:cNvSpPr/>
              <p:nvPr/>
            </p:nvSpPr>
            <p:spPr>
              <a:xfrm>
                <a:off x="1770" y="2088"/>
                <a:ext cx="25" cy="9"/>
              </a:xfrm>
              <a:custGeom>
                <a:pathLst>
                  <a:path w="73" h="17">
                    <a:moveTo>
                      <a:pt x="11" y="0"/>
                    </a:moveTo>
                    <a:lnTo>
                      <a:pt x="61" y="0"/>
                    </a:lnTo>
                    <a:lnTo>
                      <a:pt x="64" y="0"/>
                    </a:lnTo>
                    <a:lnTo>
                      <a:pt x="67" y="1"/>
                    </a:lnTo>
                    <a:lnTo>
                      <a:pt x="68" y="1"/>
                    </a:lnTo>
                    <a:lnTo>
                      <a:pt x="69" y="2"/>
                    </a:lnTo>
                    <a:lnTo>
                      <a:pt x="72" y="3"/>
                    </a:lnTo>
                    <a:lnTo>
                      <a:pt x="72" y="3"/>
                    </a:lnTo>
                    <a:lnTo>
                      <a:pt x="73" y="5"/>
                    </a:lnTo>
                    <a:lnTo>
                      <a:pt x="73" y="6"/>
                    </a:lnTo>
                    <a:lnTo>
                      <a:pt x="73" y="7"/>
                    </a:lnTo>
                    <a:lnTo>
                      <a:pt x="73" y="10"/>
                    </a:lnTo>
                    <a:lnTo>
                      <a:pt x="73" y="13"/>
                    </a:lnTo>
                    <a:lnTo>
                      <a:pt x="72" y="15"/>
                    </a:lnTo>
                    <a:lnTo>
                      <a:pt x="71" y="15"/>
                    </a:lnTo>
                    <a:lnTo>
                      <a:pt x="68" y="16"/>
                    </a:lnTo>
                    <a:lnTo>
                      <a:pt x="67" y="17"/>
                    </a:lnTo>
                    <a:lnTo>
                      <a:pt x="63" y="17"/>
                    </a:lnTo>
                    <a:lnTo>
                      <a:pt x="11" y="17"/>
                    </a:lnTo>
                    <a:lnTo>
                      <a:pt x="9" y="17"/>
                    </a:lnTo>
                    <a:lnTo>
                      <a:pt x="6" y="17"/>
                    </a:lnTo>
                    <a:lnTo>
                      <a:pt x="5" y="16"/>
                    </a:lnTo>
                    <a:lnTo>
                      <a:pt x="3" y="15"/>
                    </a:lnTo>
                    <a:lnTo>
                      <a:pt x="2" y="15"/>
                    </a:lnTo>
                    <a:lnTo>
                      <a:pt x="1" y="13"/>
                    </a:lnTo>
                    <a:lnTo>
                      <a:pt x="0" y="12"/>
                    </a:lnTo>
                    <a:lnTo>
                      <a:pt x="0" y="7"/>
                    </a:lnTo>
                    <a:lnTo>
                      <a:pt x="0" y="6"/>
                    </a:lnTo>
                    <a:lnTo>
                      <a:pt x="1" y="5"/>
                    </a:lnTo>
                    <a:lnTo>
                      <a:pt x="1" y="3"/>
                    </a:lnTo>
                    <a:lnTo>
                      <a:pt x="1" y="3"/>
                    </a:lnTo>
                    <a:lnTo>
                      <a:pt x="2" y="3"/>
                    </a:lnTo>
                    <a:lnTo>
                      <a:pt x="3" y="2"/>
                    </a:lnTo>
                    <a:lnTo>
                      <a:pt x="4" y="1"/>
                    </a:lnTo>
                    <a:lnTo>
                      <a:pt x="11" y="0"/>
                    </a:lnTo>
                  </a:path>
                </a:pathLst>
              </a:custGeom>
              <a:noFill/>
              <a:ln w="4763">
                <a:solidFill>
                  <a:srgbClr val="C0C0C0"/>
                </a:solidFill>
                <a:prstDash val="solid"/>
                <a:round/>
              </a:ln>
            </p:spPr>
          </p:sp>
          <p:sp>
            <p:nvSpPr>
              <p:cNvPr id="93737" name=""/>
              <p:cNvSpPr/>
              <p:nvPr/>
            </p:nvSpPr>
            <p:spPr>
              <a:xfrm>
                <a:off x="1791" y="2091"/>
                <a:ext cx="2" cy="3"/>
              </a:xfrm>
              <a:custGeom>
                <a:pathLst>
                  <a:path w="7" h="7">
                    <a:moveTo>
                      <a:pt x="3" y="0"/>
                    </a:moveTo>
                    <a:lnTo>
                      <a:pt x="6" y="0"/>
                    </a:lnTo>
                    <a:lnTo>
                      <a:pt x="7" y="0"/>
                    </a:lnTo>
                    <a:lnTo>
                      <a:pt x="7" y="2"/>
                    </a:lnTo>
                    <a:lnTo>
                      <a:pt x="5" y="6"/>
                    </a:lnTo>
                    <a:lnTo>
                      <a:pt x="5" y="7"/>
                    </a:lnTo>
                    <a:lnTo>
                      <a:pt x="3" y="7"/>
                    </a:lnTo>
                    <a:lnTo>
                      <a:pt x="0" y="7"/>
                    </a:lnTo>
                    <a:lnTo>
                      <a:pt x="0" y="6"/>
                    </a:lnTo>
                    <a:lnTo>
                      <a:pt x="2" y="2"/>
                    </a:lnTo>
                    <a:lnTo>
                      <a:pt x="2" y="0"/>
                    </a:lnTo>
                    <a:lnTo>
                      <a:pt x="3" y="0"/>
                    </a:lnTo>
                    <a:lnTo>
                      <a:pt x="3" y="6"/>
                    </a:lnTo>
                    <a:lnTo>
                      <a:pt x="2" y="6"/>
                    </a:lnTo>
                    <a:lnTo>
                      <a:pt x="3" y="2"/>
                    </a:lnTo>
                    <a:lnTo>
                      <a:pt x="5" y="2"/>
                    </a:lnTo>
                    <a:lnTo>
                      <a:pt x="3" y="6"/>
                    </a:lnTo>
                    <a:lnTo>
                      <a:pt x="3" y="0"/>
                    </a:lnTo>
                    <a:close/>
                  </a:path>
                </a:pathLst>
              </a:custGeom>
              <a:solidFill>
                <a:srgbClr val="C0C080"/>
              </a:solidFill>
              <a:ln>
                <a:noFill/>
                <a:round/>
              </a:ln>
            </p:spPr>
          </p:sp>
          <p:sp>
            <p:nvSpPr>
              <p:cNvPr id="93738" name=""/>
              <p:cNvSpPr/>
              <p:nvPr/>
            </p:nvSpPr>
            <p:spPr>
              <a:xfrm>
                <a:off x="1772" y="2093"/>
                <a:ext cx="21" cy="3"/>
              </a:xfrm>
              <a:custGeom>
                <a:pathLst>
                  <a:path w="63" h="5">
                    <a:moveTo>
                      <a:pt x="0" y="0"/>
                    </a:moveTo>
                    <a:lnTo>
                      <a:pt x="63" y="0"/>
                    </a:lnTo>
                    <a:lnTo>
                      <a:pt x="62" y="5"/>
                    </a:lnTo>
                    <a:lnTo>
                      <a:pt x="0" y="5"/>
                    </a:lnTo>
                    <a:lnTo>
                      <a:pt x="0" y="0"/>
                    </a:lnTo>
                    <a:close/>
                  </a:path>
                </a:pathLst>
              </a:custGeom>
              <a:solidFill>
                <a:srgbClr val="FF6000"/>
              </a:solidFill>
              <a:ln>
                <a:noFill/>
                <a:round/>
              </a:ln>
            </p:spPr>
          </p:sp>
          <p:sp>
            <p:nvSpPr>
              <p:cNvPr id="93739" name=""/>
              <p:cNvSpPr/>
              <p:nvPr/>
            </p:nvSpPr>
            <p:spPr>
              <a:xfrm>
                <a:off x="1788" y="2091"/>
                <a:ext cx="3" cy="3"/>
              </a:xfrm>
              <a:custGeom>
                <a:pathLst>
                  <a:path w="10" h="7">
                    <a:moveTo>
                      <a:pt x="0" y="7"/>
                    </a:moveTo>
                    <a:lnTo>
                      <a:pt x="6" y="0"/>
                    </a:lnTo>
                    <a:lnTo>
                      <a:pt x="10" y="0"/>
                    </a:lnTo>
                    <a:lnTo>
                      <a:pt x="8" y="7"/>
                    </a:lnTo>
                    <a:lnTo>
                      <a:pt x="6" y="7"/>
                    </a:lnTo>
                    <a:lnTo>
                      <a:pt x="6" y="6"/>
                    </a:lnTo>
                    <a:lnTo>
                      <a:pt x="5" y="6"/>
                    </a:lnTo>
                    <a:lnTo>
                      <a:pt x="6" y="3"/>
                    </a:lnTo>
                    <a:lnTo>
                      <a:pt x="6" y="2"/>
                    </a:lnTo>
                    <a:lnTo>
                      <a:pt x="4" y="7"/>
                    </a:lnTo>
                    <a:lnTo>
                      <a:pt x="0" y="7"/>
                    </a:lnTo>
                    <a:close/>
                  </a:path>
                </a:pathLst>
              </a:custGeom>
              <a:solidFill>
                <a:srgbClr val="C0C080"/>
              </a:solidFill>
              <a:ln>
                <a:noFill/>
                <a:round/>
              </a:ln>
            </p:spPr>
          </p:sp>
          <p:sp>
            <p:nvSpPr>
              <p:cNvPr id="93740" name=""/>
              <p:cNvSpPr/>
              <p:nvPr/>
            </p:nvSpPr>
            <p:spPr>
              <a:xfrm>
                <a:off x="1788" y="2091"/>
                <a:ext cx="2" cy="3"/>
              </a:xfrm>
              <a:custGeom>
                <a:pathLst>
                  <a:path w="8" h="7">
                    <a:moveTo>
                      <a:pt x="0" y="7"/>
                    </a:moveTo>
                    <a:lnTo>
                      <a:pt x="4" y="2"/>
                    </a:lnTo>
                    <a:lnTo>
                      <a:pt x="5" y="0"/>
                    </a:lnTo>
                    <a:lnTo>
                      <a:pt x="8" y="0"/>
                    </a:lnTo>
                    <a:lnTo>
                      <a:pt x="8" y="2"/>
                    </a:lnTo>
                    <a:lnTo>
                      <a:pt x="8" y="3"/>
                    </a:lnTo>
                    <a:lnTo>
                      <a:pt x="7" y="3"/>
                    </a:lnTo>
                    <a:lnTo>
                      <a:pt x="7" y="6"/>
                    </a:lnTo>
                    <a:lnTo>
                      <a:pt x="5" y="6"/>
                    </a:lnTo>
                    <a:lnTo>
                      <a:pt x="4" y="6"/>
                    </a:lnTo>
                    <a:lnTo>
                      <a:pt x="5" y="3"/>
                    </a:lnTo>
                    <a:lnTo>
                      <a:pt x="7" y="2"/>
                    </a:lnTo>
                    <a:lnTo>
                      <a:pt x="5" y="2"/>
                    </a:lnTo>
                    <a:lnTo>
                      <a:pt x="1" y="7"/>
                    </a:lnTo>
                    <a:lnTo>
                      <a:pt x="0" y="7"/>
                    </a:lnTo>
                    <a:close/>
                  </a:path>
                </a:pathLst>
              </a:custGeom>
              <a:solidFill>
                <a:srgbClr val="C0C080"/>
              </a:solidFill>
              <a:ln>
                <a:noFill/>
                <a:round/>
              </a:ln>
            </p:spPr>
          </p:sp>
          <p:sp>
            <p:nvSpPr>
              <p:cNvPr id="93741" name=""/>
              <p:cNvSpPr/>
              <p:nvPr/>
            </p:nvSpPr>
            <p:spPr>
              <a:xfrm>
                <a:off x="1785" y="2091"/>
                <a:ext cx="4" cy="3"/>
              </a:xfrm>
              <a:custGeom>
                <a:pathLst>
                  <a:path w="10" h="7">
                    <a:moveTo>
                      <a:pt x="0" y="7"/>
                    </a:moveTo>
                    <a:lnTo>
                      <a:pt x="3" y="2"/>
                    </a:lnTo>
                    <a:lnTo>
                      <a:pt x="4" y="0"/>
                    </a:lnTo>
                    <a:lnTo>
                      <a:pt x="8" y="0"/>
                    </a:lnTo>
                    <a:lnTo>
                      <a:pt x="10" y="0"/>
                    </a:lnTo>
                    <a:lnTo>
                      <a:pt x="10" y="2"/>
                    </a:lnTo>
                    <a:lnTo>
                      <a:pt x="7" y="7"/>
                    </a:lnTo>
                    <a:lnTo>
                      <a:pt x="6" y="7"/>
                    </a:lnTo>
                    <a:lnTo>
                      <a:pt x="8" y="2"/>
                    </a:lnTo>
                    <a:lnTo>
                      <a:pt x="7" y="2"/>
                    </a:lnTo>
                    <a:lnTo>
                      <a:pt x="4" y="7"/>
                    </a:lnTo>
                    <a:lnTo>
                      <a:pt x="3" y="7"/>
                    </a:lnTo>
                    <a:lnTo>
                      <a:pt x="6" y="2"/>
                    </a:lnTo>
                    <a:lnTo>
                      <a:pt x="4" y="2"/>
                    </a:lnTo>
                    <a:lnTo>
                      <a:pt x="2" y="7"/>
                    </a:lnTo>
                    <a:lnTo>
                      <a:pt x="0" y="7"/>
                    </a:lnTo>
                    <a:close/>
                  </a:path>
                </a:pathLst>
              </a:custGeom>
              <a:solidFill>
                <a:srgbClr val="C0C080"/>
              </a:solidFill>
              <a:ln>
                <a:noFill/>
                <a:round/>
              </a:ln>
            </p:spPr>
          </p:sp>
          <p:sp>
            <p:nvSpPr>
              <p:cNvPr id="93742" name=""/>
              <p:cNvSpPr/>
              <p:nvPr/>
            </p:nvSpPr>
            <p:spPr>
              <a:xfrm>
                <a:off x="1784" y="2091"/>
                <a:ext cx="3" cy="3"/>
              </a:xfrm>
              <a:custGeom>
                <a:pathLst>
                  <a:path w="7" h="7">
                    <a:moveTo>
                      <a:pt x="2" y="0"/>
                    </a:moveTo>
                    <a:lnTo>
                      <a:pt x="6" y="0"/>
                    </a:lnTo>
                    <a:lnTo>
                      <a:pt x="7" y="0"/>
                    </a:lnTo>
                    <a:lnTo>
                      <a:pt x="7" y="2"/>
                    </a:lnTo>
                    <a:lnTo>
                      <a:pt x="6" y="6"/>
                    </a:lnTo>
                    <a:lnTo>
                      <a:pt x="5" y="7"/>
                    </a:lnTo>
                    <a:lnTo>
                      <a:pt x="2" y="7"/>
                    </a:lnTo>
                    <a:lnTo>
                      <a:pt x="1" y="7"/>
                    </a:lnTo>
                    <a:lnTo>
                      <a:pt x="0" y="7"/>
                    </a:lnTo>
                    <a:lnTo>
                      <a:pt x="0" y="6"/>
                    </a:lnTo>
                    <a:lnTo>
                      <a:pt x="1" y="2"/>
                    </a:lnTo>
                    <a:lnTo>
                      <a:pt x="2" y="0"/>
                    </a:lnTo>
                    <a:lnTo>
                      <a:pt x="2" y="6"/>
                    </a:lnTo>
                    <a:lnTo>
                      <a:pt x="1" y="6"/>
                    </a:lnTo>
                    <a:lnTo>
                      <a:pt x="2" y="2"/>
                    </a:lnTo>
                    <a:lnTo>
                      <a:pt x="6" y="2"/>
                    </a:lnTo>
                    <a:lnTo>
                      <a:pt x="2" y="6"/>
                    </a:lnTo>
                    <a:lnTo>
                      <a:pt x="2" y="0"/>
                    </a:lnTo>
                    <a:close/>
                  </a:path>
                </a:pathLst>
              </a:custGeom>
              <a:solidFill>
                <a:srgbClr val="C0C080"/>
              </a:solidFill>
              <a:ln>
                <a:noFill/>
                <a:round/>
              </a:ln>
            </p:spPr>
          </p:sp>
          <p:sp>
            <p:nvSpPr>
              <p:cNvPr id="93743" name=""/>
              <p:cNvSpPr/>
              <p:nvPr/>
            </p:nvSpPr>
            <p:spPr>
              <a:xfrm>
                <a:off x="1782" y="2091"/>
                <a:ext cx="3" cy="3"/>
              </a:xfrm>
              <a:custGeom>
                <a:pathLst>
                  <a:path w="8" h="7">
                    <a:moveTo>
                      <a:pt x="8" y="0"/>
                    </a:moveTo>
                    <a:lnTo>
                      <a:pt x="5" y="0"/>
                    </a:lnTo>
                    <a:lnTo>
                      <a:pt x="4" y="0"/>
                    </a:lnTo>
                    <a:lnTo>
                      <a:pt x="4" y="2"/>
                    </a:lnTo>
                    <a:lnTo>
                      <a:pt x="0" y="6"/>
                    </a:lnTo>
                    <a:lnTo>
                      <a:pt x="0" y="7"/>
                    </a:lnTo>
                    <a:lnTo>
                      <a:pt x="1" y="7"/>
                    </a:lnTo>
                    <a:lnTo>
                      <a:pt x="5" y="7"/>
                    </a:lnTo>
                    <a:lnTo>
                      <a:pt x="5" y="6"/>
                    </a:lnTo>
                    <a:lnTo>
                      <a:pt x="4" y="6"/>
                    </a:lnTo>
                    <a:lnTo>
                      <a:pt x="5" y="2"/>
                    </a:lnTo>
                    <a:lnTo>
                      <a:pt x="8" y="2"/>
                    </a:lnTo>
                    <a:lnTo>
                      <a:pt x="8" y="0"/>
                    </a:lnTo>
                    <a:close/>
                  </a:path>
                </a:pathLst>
              </a:custGeom>
              <a:solidFill>
                <a:srgbClr val="C0C080"/>
              </a:solidFill>
              <a:ln>
                <a:noFill/>
                <a:round/>
              </a:ln>
            </p:spPr>
          </p:sp>
          <p:sp>
            <p:nvSpPr>
              <p:cNvPr id="93744" name=""/>
              <p:cNvSpPr/>
              <p:nvPr/>
            </p:nvSpPr>
            <p:spPr>
              <a:xfrm>
                <a:off x="1804" y="2088"/>
                <a:ext cx="3" cy="11"/>
              </a:xfrm>
              <a:custGeom>
                <a:pathLst>
                  <a:path w="10" h="22">
                    <a:moveTo>
                      <a:pt x="10" y="0"/>
                    </a:moveTo>
                    <a:lnTo>
                      <a:pt x="2" y="0"/>
                    </a:lnTo>
                    <a:lnTo>
                      <a:pt x="0" y="3"/>
                    </a:lnTo>
                    <a:lnTo>
                      <a:pt x="0" y="19"/>
                    </a:lnTo>
                    <a:lnTo>
                      <a:pt x="4" y="21"/>
                    </a:lnTo>
                    <a:lnTo>
                      <a:pt x="10" y="22"/>
                    </a:lnTo>
                    <a:lnTo>
                      <a:pt x="8" y="20"/>
                    </a:lnTo>
                    <a:lnTo>
                      <a:pt x="6" y="17"/>
                    </a:lnTo>
                    <a:lnTo>
                      <a:pt x="6" y="5"/>
                    </a:lnTo>
                    <a:lnTo>
                      <a:pt x="6" y="2"/>
                    </a:lnTo>
                    <a:lnTo>
                      <a:pt x="8" y="1"/>
                    </a:lnTo>
                    <a:lnTo>
                      <a:pt x="10" y="0"/>
                    </a:lnTo>
                    <a:close/>
                  </a:path>
                </a:pathLst>
              </a:custGeom>
              <a:solidFill>
                <a:srgbClr val="A0A070"/>
              </a:solidFill>
              <a:ln>
                <a:noFill/>
                <a:round/>
              </a:ln>
            </p:spPr>
          </p:sp>
          <p:sp>
            <p:nvSpPr>
              <p:cNvPr id="93745" name=""/>
              <p:cNvSpPr/>
              <p:nvPr/>
            </p:nvSpPr>
            <p:spPr>
              <a:xfrm>
                <a:off x="1805" y="2087"/>
                <a:ext cx="9" cy="12"/>
              </a:xfrm>
              <a:custGeom>
                <a:pathLst>
                  <a:path w="26" h="23">
                    <a:moveTo>
                      <a:pt x="4" y="23"/>
                    </a:moveTo>
                    <a:lnTo>
                      <a:pt x="22" y="23"/>
                    </a:lnTo>
                    <a:lnTo>
                      <a:pt x="23" y="23"/>
                    </a:lnTo>
                    <a:lnTo>
                      <a:pt x="24" y="22"/>
                    </a:lnTo>
                    <a:lnTo>
                      <a:pt x="25" y="21"/>
                    </a:lnTo>
                    <a:lnTo>
                      <a:pt x="25" y="20"/>
                    </a:lnTo>
                    <a:lnTo>
                      <a:pt x="26" y="20"/>
                    </a:lnTo>
                    <a:lnTo>
                      <a:pt x="26" y="17"/>
                    </a:lnTo>
                    <a:lnTo>
                      <a:pt x="26" y="16"/>
                    </a:lnTo>
                    <a:lnTo>
                      <a:pt x="26" y="7"/>
                    </a:lnTo>
                    <a:lnTo>
                      <a:pt x="26" y="6"/>
                    </a:lnTo>
                    <a:lnTo>
                      <a:pt x="25" y="3"/>
                    </a:lnTo>
                    <a:lnTo>
                      <a:pt x="25" y="2"/>
                    </a:lnTo>
                    <a:lnTo>
                      <a:pt x="24" y="1"/>
                    </a:lnTo>
                    <a:lnTo>
                      <a:pt x="22" y="0"/>
                    </a:lnTo>
                    <a:lnTo>
                      <a:pt x="4" y="0"/>
                    </a:lnTo>
                    <a:lnTo>
                      <a:pt x="2" y="1"/>
                    </a:lnTo>
                    <a:lnTo>
                      <a:pt x="1" y="2"/>
                    </a:lnTo>
                    <a:lnTo>
                      <a:pt x="1" y="3"/>
                    </a:lnTo>
                    <a:lnTo>
                      <a:pt x="0" y="6"/>
                    </a:lnTo>
                    <a:lnTo>
                      <a:pt x="0" y="7"/>
                    </a:lnTo>
                    <a:lnTo>
                      <a:pt x="0" y="16"/>
                    </a:lnTo>
                    <a:lnTo>
                      <a:pt x="0" y="17"/>
                    </a:lnTo>
                    <a:lnTo>
                      <a:pt x="0" y="20"/>
                    </a:lnTo>
                    <a:lnTo>
                      <a:pt x="1" y="20"/>
                    </a:lnTo>
                    <a:lnTo>
                      <a:pt x="1" y="21"/>
                    </a:lnTo>
                    <a:lnTo>
                      <a:pt x="2" y="22"/>
                    </a:lnTo>
                    <a:lnTo>
                      <a:pt x="4" y="23"/>
                    </a:lnTo>
                    <a:close/>
                  </a:path>
                </a:pathLst>
              </a:custGeom>
              <a:solidFill>
                <a:srgbClr val="505020"/>
              </a:solidFill>
              <a:ln>
                <a:noFill/>
                <a:round/>
              </a:ln>
            </p:spPr>
          </p:sp>
          <p:sp>
            <p:nvSpPr>
              <p:cNvPr id="93746" name=""/>
              <p:cNvSpPr/>
              <p:nvPr/>
            </p:nvSpPr>
            <p:spPr>
              <a:xfrm>
                <a:off x="1805" y="2088"/>
                <a:ext cx="9" cy="11"/>
              </a:xfrm>
              <a:custGeom>
                <a:pathLst>
                  <a:path w="26" h="22">
                    <a:moveTo>
                      <a:pt x="2" y="0"/>
                    </a:moveTo>
                    <a:lnTo>
                      <a:pt x="0" y="2"/>
                    </a:lnTo>
                    <a:lnTo>
                      <a:pt x="0" y="20"/>
                    </a:lnTo>
                    <a:lnTo>
                      <a:pt x="1" y="22"/>
                    </a:lnTo>
                    <a:lnTo>
                      <a:pt x="25" y="22"/>
                    </a:lnTo>
                    <a:lnTo>
                      <a:pt x="26" y="20"/>
                    </a:lnTo>
                    <a:lnTo>
                      <a:pt x="26" y="2"/>
                    </a:lnTo>
                    <a:lnTo>
                      <a:pt x="25" y="0"/>
                    </a:lnTo>
                    <a:lnTo>
                      <a:pt x="2" y="0"/>
                    </a:lnTo>
                    <a:close/>
                  </a:path>
                </a:pathLst>
              </a:custGeom>
              <a:solidFill>
                <a:srgbClr val="706040"/>
              </a:solidFill>
              <a:ln>
                <a:noFill/>
                <a:round/>
              </a:ln>
            </p:spPr>
          </p:sp>
          <p:sp>
            <p:nvSpPr>
              <p:cNvPr id="93747" name=""/>
              <p:cNvSpPr/>
              <p:nvPr/>
            </p:nvSpPr>
            <p:spPr>
              <a:xfrm>
                <a:off x="1805" y="2088"/>
                <a:ext cx="9" cy="11"/>
              </a:xfrm>
              <a:custGeom>
                <a:pathLst>
                  <a:path w="25" h="22">
                    <a:moveTo>
                      <a:pt x="2" y="0"/>
                    </a:moveTo>
                    <a:lnTo>
                      <a:pt x="0" y="1"/>
                    </a:lnTo>
                    <a:lnTo>
                      <a:pt x="0" y="20"/>
                    </a:lnTo>
                    <a:lnTo>
                      <a:pt x="1" y="22"/>
                    </a:lnTo>
                    <a:lnTo>
                      <a:pt x="24" y="22"/>
                    </a:lnTo>
                    <a:lnTo>
                      <a:pt x="25" y="20"/>
                    </a:lnTo>
                    <a:lnTo>
                      <a:pt x="25" y="2"/>
                    </a:lnTo>
                    <a:lnTo>
                      <a:pt x="24" y="0"/>
                    </a:lnTo>
                    <a:lnTo>
                      <a:pt x="2" y="0"/>
                    </a:lnTo>
                    <a:close/>
                  </a:path>
                </a:pathLst>
              </a:custGeom>
              <a:solidFill>
                <a:srgbClr val="808060"/>
              </a:solidFill>
              <a:ln>
                <a:noFill/>
                <a:round/>
              </a:ln>
            </p:spPr>
          </p:sp>
          <p:sp>
            <p:nvSpPr>
              <p:cNvPr id="93748" name=""/>
              <p:cNvSpPr/>
              <p:nvPr/>
            </p:nvSpPr>
            <p:spPr>
              <a:xfrm>
                <a:off x="1807" y="2089"/>
                <a:ext cx="6" cy="8"/>
              </a:xfrm>
              <a:custGeom>
                <a:pathLst>
                  <a:path w="18" h="15">
                    <a:moveTo>
                      <a:pt x="1" y="0"/>
                    </a:moveTo>
                    <a:lnTo>
                      <a:pt x="0" y="1"/>
                    </a:lnTo>
                    <a:lnTo>
                      <a:pt x="0" y="14"/>
                    </a:lnTo>
                    <a:lnTo>
                      <a:pt x="1" y="15"/>
                    </a:lnTo>
                    <a:lnTo>
                      <a:pt x="17" y="15"/>
                    </a:lnTo>
                    <a:lnTo>
                      <a:pt x="18" y="14"/>
                    </a:lnTo>
                    <a:lnTo>
                      <a:pt x="18" y="3"/>
                    </a:lnTo>
                    <a:lnTo>
                      <a:pt x="17" y="0"/>
                    </a:lnTo>
                    <a:lnTo>
                      <a:pt x="1" y="0"/>
                    </a:lnTo>
                    <a:close/>
                  </a:path>
                </a:pathLst>
              </a:custGeom>
              <a:solidFill>
                <a:srgbClr val="C0C080"/>
              </a:solidFill>
              <a:ln>
                <a:noFill/>
                <a:round/>
              </a:ln>
            </p:spPr>
          </p:sp>
          <p:sp>
            <p:nvSpPr>
              <p:cNvPr id="93749" name=""/>
              <p:cNvSpPr/>
              <p:nvPr/>
            </p:nvSpPr>
            <p:spPr>
              <a:xfrm>
                <a:off x="1808" y="2091"/>
                <a:ext cx="1" cy="2"/>
              </a:xfrm>
              <a:custGeom>
                <a:pathLst>
                  <a:path w="3" h="4">
                    <a:moveTo>
                      <a:pt x="2" y="0"/>
                    </a:moveTo>
                    <a:lnTo>
                      <a:pt x="2" y="1"/>
                    </a:lnTo>
                    <a:lnTo>
                      <a:pt x="2" y="1"/>
                    </a:lnTo>
                    <a:lnTo>
                      <a:pt x="3" y="2"/>
                    </a:lnTo>
                    <a:lnTo>
                      <a:pt x="3" y="2"/>
                    </a:lnTo>
                    <a:lnTo>
                      <a:pt x="2" y="3"/>
                    </a:lnTo>
                    <a:lnTo>
                      <a:pt x="2" y="4"/>
                    </a:lnTo>
                    <a:lnTo>
                      <a:pt x="1" y="4"/>
                    </a:lnTo>
                    <a:lnTo>
                      <a:pt x="0" y="3"/>
                    </a:lnTo>
                    <a:lnTo>
                      <a:pt x="0" y="2"/>
                    </a:lnTo>
                    <a:lnTo>
                      <a:pt x="0" y="2"/>
                    </a:lnTo>
                    <a:lnTo>
                      <a:pt x="0" y="1"/>
                    </a:lnTo>
                    <a:lnTo>
                      <a:pt x="1" y="1"/>
                    </a:lnTo>
                    <a:lnTo>
                      <a:pt x="2" y="0"/>
                    </a:lnTo>
                  </a:path>
                </a:pathLst>
              </a:custGeom>
              <a:noFill/>
              <a:ln w="4763">
                <a:solidFill>
                  <a:srgbClr val="000000"/>
                </a:solidFill>
                <a:prstDash val="solid"/>
                <a:round/>
              </a:ln>
            </p:spPr>
          </p:sp>
          <p:cxnSp>
            <p:nvCxnSpPr>
              <p:cNvPr id="93750" name=""/>
              <p:cNvCxnSpPr/>
              <p:nvPr/>
            </p:nvCxnSpPr>
            <p:spPr>
              <a:xfrm>
                <a:off x="1811" y="2091"/>
                <a:ext cx="1" cy="5"/>
              </a:xfrm>
              <a:prstGeom prst="line">
                <a:avLst/>
              </a:prstGeom>
              <a:noFill/>
              <a:ln w="4763">
                <a:solidFill>
                  <a:prstClr val="black"/>
                </a:solidFill>
                <a:miter lim="800000"/>
              </a:ln>
            </p:spPr>
          </p:cxnSp>
          <p:sp>
            <p:nvSpPr>
              <p:cNvPr id="93751" name=""/>
              <p:cNvSpPr/>
              <p:nvPr/>
            </p:nvSpPr>
            <p:spPr>
              <a:xfrm>
                <a:off x="1792" y="2087"/>
                <a:ext cx="22" cy="3"/>
              </a:xfrm>
              <a:prstGeom prst="rect">
                <a:avLst/>
              </a:prstGeom>
              <a:solidFill>
                <a:srgbClr val="808060"/>
              </a:solidFill>
              <a:ln>
                <a:noFill/>
                <a:miter lim="800000"/>
              </a:ln>
            </p:spPr>
          </p:sp>
          <p:sp>
            <p:nvSpPr>
              <p:cNvPr id="93752" name=""/>
              <p:cNvSpPr/>
              <p:nvPr/>
            </p:nvSpPr>
            <p:spPr>
              <a:xfrm>
                <a:off x="1792" y="2095"/>
                <a:ext cx="3" cy="5"/>
              </a:xfrm>
              <a:custGeom>
                <a:pathLst>
                  <a:path w="10" h="9">
                    <a:moveTo>
                      <a:pt x="0" y="6"/>
                    </a:moveTo>
                    <a:lnTo>
                      <a:pt x="0" y="9"/>
                    </a:lnTo>
                    <a:lnTo>
                      <a:pt x="3" y="9"/>
                    </a:lnTo>
                    <a:lnTo>
                      <a:pt x="5" y="7"/>
                    </a:lnTo>
                    <a:lnTo>
                      <a:pt x="7" y="3"/>
                    </a:lnTo>
                    <a:lnTo>
                      <a:pt x="9" y="2"/>
                    </a:lnTo>
                    <a:lnTo>
                      <a:pt x="10" y="0"/>
                    </a:lnTo>
                    <a:lnTo>
                      <a:pt x="9" y="0"/>
                    </a:lnTo>
                    <a:lnTo>
                      <a:pt x="4" y="3"/>
                    </a:lnTo>
                    <a:lnTo>
                      <a:pt x="3" y="6"/>
                    </a:lnTo>
                    <a:lnTo>
                      <a:pt x="0" y="6"/>
                    </a:lnTo>
                    <a:close/>
                  </a:path>
                </a:pathLst>
              </a:custGeom>
              <a:solidFill>
                <a:srgbClr val="808060"/>
              </a:solidFill>
              <a:ln>
                <a:noFill/>
                <a:round/>
              </a:ln>
            </p:spPr>
          </p:sp>
          <p:sp>
            <p:nvSpPr>
              <p:cNvPr id="93753" name=""/>
              <p:cNvSpPr/>
              <p:nvPr/>
            </p:nvSpPr>
            <p:spPr>
              <a:xfrm>
                <a:off x="1812" y="2087"/>
                <a:ext cx="4" cy="12"/>
              </a:xfrm>
              <a:custGeom>
                <a:pathLst>
                  <a:path w="12" h="23">
                    <a:moveTo>
                      <a:pt x="7" y="23"/>
                    </a:moveTo>
                    <a:lnTo>
                      <a:pt x="8" y="22"/>
                    </a:lnTo>
                    <a:lnTo>
                      <a:pt x="9" y="21"/>
                    </a:lnTo>
                    <a:lnTo>
                      <a:pt x="11" y="18"/>
                    </a:lnTo>
                    <a:lnTo>
                      <a:pt x="12" y="16"/>
                    </a:lnTo>
                    <a:lnTo>
                      <a:pt x="12" y="13"/>
                    </a:lnTo>
                    <a:lnTo>
                      <a:pt x="12" y="8"/>
                    </a:lnTo>
                    <a:lnTo>
                      <a:pt x="11" y="7"/>
                    </a:lnTo>
                    <a:lnTo>
                      <a:pt x="9" y="4"/>
                    </a:lnTo>
                    <a:lnTo>
                      <a:pt x="8" y="3"/>
                    </a:lnTo>
                    <a:lnTo>
                      <a:pt x="4" y="1"/>
                    </a:lnTo>
                    <a:lnTo>
                      <a:pt x="3" y="1"/>
                    </a:lnTo>
                    <a:lnTo>
                      <a:pt x="0" y="0"/>
                    </a:lnTo>
                    <a:lnTo>
                      <a:pt x="0" y="2"/>
                    </a:lnTo>
                    <a:lnTo>
                      <a:pt x="3" y="3"/>
                    </a:lnTo>
                    <a:lnTo>
                      <a:pt x="4" y="4"/>
                    </a:lnTo>
                    <a:lnTo>
                      <a:pt x="8" y="7"/>
                    </a:lnTo>
                    <a:lnTo>
                      <a:pt x="9" y="8"/>
                    </a:lnTo>
                    <a:lnTo>
                      <a:pt x="9" y="10"/>
                    </a:lnTo>
                    <a:lnTo>
                      <a:pt x="9" y="13"/>
                    </a:lnTo>
                    <a:lnTo>
                      <a:pt x="9" y="15"/>
                    </a:lnTo>
                    <a:lnTo>
                      <a:pt x="9" y="17"/>
                    </a:lnTo>
                    <a:lnTo>
                      <a:pt x="9" y="18"/>
                    </a:lnTo>
                    <a:lnTo>
                      <a:pt x="8" y="21"/>
                    </a:lnTo>
                    <a:lnTo>
                      <a:pt x="7" y="23"/>
                    </a:lnTo>
                    <a:close/>
                  </a:path>
                </a:pathLst>
              </a:custGeom>
              <a:solidFill>
                <a:srgbClr val="808060"/>
              </a:solidFill>
              <a:ln>
                <a:noFill/>
                <a:round/>
              </a:ln>
            </p:spPr>
          </p:sp>
          <p:sp>
            <p:nvSpPr>
              <p:cNvPr id="93754" name=""/>
              <p:cNvSpPr/>
              <p:nvPr/>
            </p:nvSpPr>
            <p:spPr>
              <a:xfrm>
                <a:off x="1795" y="2087"/>
                <a:ext cx="10" cy="12"/>
              </a:xfrm>
              <a:custGeom>
                <a:pathLst>
                  <a:path w="28" h="23">
                    <a:moveTo>
                      <a:pt x="14" y="0"/>
                    </a:moveTo>
                    <a:lnTo>
                      <a:pt x="21" y="0"/>
                    </a:lnTo>
                    <a:lnTo>
                      <a:pt x="23" y="1"/>
                    </a:lnTo>
                    <a:lnTo>
                      <a:pt x="25" y="2"/>
                    </a:lnTo>
                    <a:lnTo>
                      <a:pt x="27" y="4"/>
                    </a:lnTo>
                    <a:lnTo>
                      <a:pt x="27" y="7"/>
                    </a:lnTo>
                    <a:lnTo>
                      <a:pt x="28" y="9"/>
                    </a:lnTo>
                    <a:lnTo>
                      <a:pt x="28" y="10"/>
                    </a:lnTo>
                    <a:lnTo>
                      <a:pt x="28" y="14"/>
                    </a:lnTo>
                    <a:lnTo>
                      <a:pt x="28" y="16"/>
                    </a:lnTo>
                    <a:lnTo>
                      <a:pt x="27" y="17"/>
                    </a:lnTo>
                    <a:lnTo>
                      <a:pt x="27" y="20"/>
                    </a:lnTo>
                    <a:lnTo>
                      <a:pt x="24" y="22"/>
                    </a:lnTo>
                    <a:lnTo>
                      <a:pt x="23" y="23"/>
                    </a:lnTo>
                    <a:lnTo>
                      <a:pt x="22" y="23"/>
                    </a:lnTo>
                    <a:lnTo>
                      <a:pt x="21" y="23"/>
                    </a:lnTo>
                    <a:lnTo>
                      <a:pt x="0" y="23"/>
                    </a:lnTo>
                    <a:lnTo>
                      <a:pt x="14" y="0"/>
                    </a:lnTo>
                    <a:close/>
                  </a:path>
                </a:pathLst>
              </a:custGeom>
              <a:solidFill>
                <a:srgbClr val="C0C080"/>
              </a:solidFill>
              <a:ln>
                <a:noFill/>
                <a:round/>
              </a:ln>
            </p:spPr>
          </p:sp>
          <p:sp>
            <p:nvSpPr>
              <p:cNvPr id="93755" name=""/>
              <p:cNvSpPr/>
              <p:nvPr/>
            </p:nvSpPr>
            <p:spPr>
              <a:xfrm>
                <a:off x="1799" y="2087"/>
                <a:ext cx="3" cy="3"/>
              </a:xfrm>
              <a:custGeom>
                <a:pathLst>
                  <a:path w="9" h="4">
                    <a:moveTo>
                      <a:pt x="9" y="0"/>
                    </a:moveTo>
                    <a:lnTo>
                      <a:pt x="0" y="0"/>
                    </a:lnTo>
                    <a:lnTo>
                      <a:pt x="9" y="4"/>
                    </a:lnTo>
                    <a:lnTo>
                      <a:pt x="9" y="0"/>
                    </a:lnTo>
                    <a:close/>
                  </a:path>
                </a:pathLst>
              </a:custGeom>
              <a:solidFill>
                <a:srgbClr val="808050"/>
              </a:solidFill>
              <a:ln>
                <a:noFill/>
                <a:round/>
              </a:ln>
            </p:spPr>
          </p:sp>
          <p:sp>
            <p:nvSpPr>
              <p:cNvPr id="93756" name=""/>
              <p:cNvSpPr/>
              <p:nvPr/>
            </p:nvSpPr>
            <p:spPr>
              <a:xfrm>
                <a:off x="1802" y="2087"/>
                <a:ext cx="3" cy="7"/>
              </a:xfrm>
              <a:custGeom>
                <a:pathLst>
                  <a:path w="9" h="13">
                    <a:moveTo>
                      <a:pt x="9" y="13"/>
                    </a:moveTo>
                    <a:lnTo>
                      <a:pt x="9" y="11"/>
                    </a:lnTo>
                    <a:lnTo>
                      <a:pt x="9" y="7"/>
                    </a:lnTo>
                    <a:lnTo>
                      <a:pt x="8" y="6"/>
                    </a:lnTo>
                    <a:lnTo>
                      <a:pt x="8" y="4"/>
                    </a:lnTo>
                    <a:lnTo>
                      <a:pt x="5" y="2"/>
                    </a:lnTo>
                    <a:lnTo>
                      <a:pt x="3" y="1"/>
                    </a:lnTo>
                    <a:lnTo>
                      <a:pt x="3" y="0"/>
                    </a:lnTo>
                    <a:lnTo>
                      <a:pt x="1" y="0"/>
                    </a:lnTo>
                    <a:lnTo>
                      <a:pt x="0" y="0"/>
                    </a:lnTo>
                    <a:lnTo>
                      <a:pt x="0" y="1"/>
                    </a:lnTo>
                    <a:lnTo>
                      <a:pt x="1" y="1"/>
                    </a:lnTo>
                    <a:lnTo>
                      <a:pt x="3" y="1"/>
                    </a:lnTo>
                    <a:lnTo>
                      <a:pt x="3" y="2"/>
                    </a:lnTo>
                    <a:lnTo>
                      <a:pt x="4" y="4"/>
                    </a:lnTo>
                    <a:lnTo>
                      <a:pt x="5" y="4"/>
                    </a:lnTo>
                    <a:lnTo>
                      <a:pt x="5" y="6"/>
                    </a:lnTo>
                    <a:lnTo>
                      <a:pt x="8" y="7"/>
                    </a:lnTo>
                    <a:lnTo>
                      <a:pt x="8" y="8"/>
                    </a:lnTo>
                    <a:lnTo>
                      <a:pt x="8" y="11"/>
                    </a:lnTo>
                    <a:lnTo>
                      <a:pt x="8" y="13"/>
                    </a:lnTo>
                    <a:lnTo>
                      <a:pt x="9" y="13"/>
                    </a:lnTo>
                    <a:close/>
                  </a:path>
                </a:pathLst>
              </a:custGeom>
              <a:solidFill>
                <a:srgbClr val="808050"/>
              </a:solidFill>
              <a:ln>
                <a:noFill/>
                <a:round/>
              </a:ln>
            </p:spPr>
          </p:sp>
          <p:sp>
            <p:nvSpPr>
              <p:cNvPr id="93757" name=""/>
              <p:cNvSpPr/>
              <p:nvPr/>
            </p:nvSpPr>
            <p:spPr>
              <a:xfrm>
                <a:off x="1804" y="2091"/>
                <a:ext cx="1" cy="4"/>
              </a:xfrm>
              <a:prstGeom prst="rect">
                <a:avLst/>
              </a:prstGeom>
              <a:solidFill>
                <a:srgbClr val="808050"/>
              </a:solidFill>
              <a:ln>
                <a:noFill/>
                <a:miter lim="800000"/>
              </a:ln>
            </p:spPr>
          </p:sp>
          <p:sp>
            <p:nvSpPr>
              <p:cNvPr id="93758" name=""/>
              <p:cNvSpPr/>
              <p:nvPr/>
            </p:nvSpPr>
            <p:spPr>
              <a:xfrm>
                <a:off x="1802" y="2093"/>
                <a:ext cx="3" cy="7"/>
              </a:xfrm>
              <a:custGeom>
                <a:pathLst>
                  <a:path w="9" h="13">
                    <a:moveTo>
                      <a:pt x="0" y="13"/>
                    </a:moveTo>
                    <a:lnTo>
                      <a:pt x="1" y="13"/>
                    </a:lnTo>
                    <a:lnTo>
                      <a:pt x="3" y="13"/>
                    </a:lnTo>
                    <a:lnTo>
                      <a:pt x="3" y="12"/>
                    </a:lnTo>
                    <a:lnTo>
                      <a:pt x="4" y="12"/>
                    </a:lnTo>
                    <a:lnTo>
                      <a:pt x="5" y="11"/>
                    </a:lnTo>
                    <a:lnTo>
                      <a:pt x="8" y="9"/>
                    </a:lnTo>
                    <a:lnTo>
                      <a:pt x="8" y="7"/>
                    </a:lnTo>
                    <a:lnTo>
                      <a:pt x="9" y="6"/>
                    </a:lnTo>
                    <a:lnTo>
                      <a:pt x="9" y="2"/>
                    </a:lnTo>
                    <a:lnTo>
                      <a:pt x="9" y="0"/>
                    </a:lnTo>
                    <a:lnTo>
                      <a:pt x="8" y="0"/>
                    </a:lnTo>
                    <a:lnTo>
                      <a:pt x="8" y="2"/>
                    </a:lnTo>
                    <a:lnTo>
                      <a:pt x="8" y="5"/>
                    </a:lnTo>
                    <a:lnTo>
                      <a:pt x="8" y="6"/>
                    </a:lnTo>
                    <a:lnTo>
                      <a:pt x="5" y="7"/>
                    </a:lnTo>
                    <a:lnTo>
                      <a:pt x="5" y="9"/>
                    </a:lnTo>
                    <a:lnTo>
                      <a:pt x="4" y="9"/>
                    </a:lnTo>
                    <a:lnTo>
                      <a:pt x="4" y="11"/>
                    </a:lnTo>
                    <a:lnTo>
                      <a:pt x="3" y="11"/>
                    </a:lnTo>
                    <a:lnTo>
                      <a:pt x="3" y="12"/>
                    </a:lnTo>
                    <a:lnTo>
                      <a:pt x="1" y="12"/>
                    </a:lnTo>
                    <a:lnTo>
                      <a:pt x="0" y="12"/>
                    </a:lnTo>
                    <a:lnTo>
                      <a:pt x="0" y="13"/>
                    </a:lnTo>
                    <a:close/>
                  </a:path>
                </a:pathLst>
              </a:custGeom>
              <a:solidFill>
                <a:srgbClr val="808050"/>
              </a:solidFill>
              <a:ln>
                <a:noFill/>
                <a:round/>
              </a:ln>
            </p:spPr>
          </p:sp>
          <p:sp>
            <p:nvSpPr>
              <p:cNvPr id="93759" name=""/>
              <p:cNvSpPr/>
              <p:nvPr/>
            </p:nvSpPr>
            <p:spPr>
              <a:xfrm>
                <a:off x="1799" y="2097"/>
                <a:ext cx="3" cy="3"/>
              </a:xfrm>
              <a:prstGeom prst="rect">
                <a:avLst/>
              </a:prstGeom>
              <a:solidFill>
                <a:srgbClr val="808050"/>
              </a:solidFill>
              <a:ln>
                <a:noFill/>
                <a:miter lim="800000"/>
              </a:ln>
            </p:spPr>
          </p:sp>
          <p:sp>
            <p:nvSpPr>
              <p:cNvPr id="93760" name=""/>
              <p:cNvSpPr/>
              <p:nvPr/>
            </p:nvSpPr>
            <p:spPr>
              <a:xfrm>
                <a:off x="1795" y="2097"/>
                <a:ext cx="5" cy="3"/>
              </a:xfrm>
              <a:custGeom>
                <a:pathLst>
                  <a:path w="15" h="6">
                    <a:moveTo>
                      <a:pt x="0" y="0"/>
                    </a:moveTo>
                    <a:lnTo>
                      <a:pt x="0" y="6"/>
                    </a:lnTo>
                    <a:lnTo>
                      <a:pt x="15" y="6"/>
                    </a:lnTo>
                    <a:lnTo>
                      <a:pt x="15" y="0"/>
                    </a:lnTo>
                    <a:lnTo>
                      <a:pt x="0" y="0"/>
                    </a:lnTo>
                    <a:lnTo>
                      <a:pt x="1" y="0"/>
                    </a:lnTo>
                    <a:lnTo>
                      <a:pt x="0" y="0"/>
                    </a:lnTo>
                    <a:lnTo>
                      <a:pt x="0" y="6"/>
                    </a:lnTo>
                    <a:lnTo>
                      <a:pt x="0" y="0"/>
                    </a:lnTo>
                    <a:close/>
                  </a:path>
                </a:pathLst>
              </a:custGeom>
              <a:solidFill>
                <a:srgbClr val="808050"/>
              </a:solidFill>
              <a:ln>
                <a:noFill/>
                <a:round/>
              </a:ln>
            </p:spPr>
          </p:sp>
          <p:sp>
            <p:nvSpPr>
              <p:cNvPr id="93761" name=""/>
              <p:cNvSpPr/>
              <p:nvPr/>
            </p:nvSpPr>
            <p:spPr>
              <a:xfrm>
                <a:off x="1795" y="2087"/>
                <a:ext cx="2" cy="12"/>
              </a:xfrm>
              <a:custGeom>
                <a:pathLst>
                  <a:path w="6" h="23">
                    <a:moveTo>
                      <a:pt x="3" y="0"/>
                    </a:moveTo>
                    <a:lnTo>
                      <a:pt x="0" y="0"/>
                    </a:lnTo>
                    <a:lnTo>
                      <a:pt x="3" y="23"/>
                    </a:lnTo>
                    <a:lnTo>
                      <a:pt x="6" y="23"/>
                    </a:lnTo>
                    <a:lnTo>
                      <a:pt x="3" y="0"/>
                    </a:lnTo>
                    <a:lnTo>
                      <a:pt x="3" y="1"/>
                    </a:lnTo>
                    <a:lnTo>
                      <a:pt x="3" y="0"/>
                    </a:lnTo>
                    <a:lnTo>
                      <a:pt x="0" y="0"/>
                    </a:lnTo>
                    <a:lnTo>
                      <a:pt x="3" y="0"/>
                    </a:lnTo>
                    <a:close/>
                  </a:path>
                </a:pathLst>
              </a:custGeom>
              <a:solidFill>
                <a:srgbClr val="808050"/>
              </a:solidFill>
              <a:ln>
                <a:noFill/>
                <a:round/>
              </a:ln>
            </p:spPr>
          </p:sp>
          <p:sp>
            <p:nvSpPr>
              <p:cNvPr id="93762" name=""/>
              <p:cNvSpPr/>
              <p:nvPr/>
            </p:nvSpPr>
            <p:spPr>
              <a:xfrm>
                <a:off x="1795" y="2087"/>
                <a:ext cx="5" cy="3"/>
              </a:xfrm>
              <a:custGeom>
                <a:pathLst>
                  <a:path w="15" h="4">
                    <a:moveTo>
                      <a:pt x="15" y="0"/>
                    </a:moveTo>
                    <a:lnTo>
                      <a:pt x="0" y="0"/>
                    </a:lnTo>
                    <a:lnTo>
                      <a:pt x="15" y="4"/>
                    </a:lnTo>
                    <a:lnTo>
                      <a:pt x="15" y="0"/>
                    </a:lnTo>
                    <a:close/>
                  </a:path>
                </a:pathLst>
              </a:custGeom>
              <a:solidFill>
                <a:srgbClr val="808050"/>
              </a:solidFill>
              <a:ln>
                <a:noFill/>
                <a:round/>
              </a:ln>
            </p:spPr>
          </p:sp>
          <p:sp>
            <p:nvSpPr>
              <p:cNvPr id="93763" name=""/>
              <p:cNvSpPr/>
              <p:nvPr/>
            </p:nvSpPr>
            <p:spPr>
              <a:xfrm>
                <a:off x="1798" y="2089"/>
                <a:ext cx="5" cy="10"/>
              </a:xfrm>
              <a:custGeom>
                <a:pathLst>
                  <a:path w="14" h="20">
                    <a:moveTo>
                      <a:pt x="8" y="0"/>
                    </a:moveTo>
                    <a:lnTo>
                      <a:pt x="0" y="18"/>
                    </a:lnTo>
                    <a:lnTo>
                      <a:pt x="0" y="20"/>
                    </a:lnTo>
                    <a:lnTo>
                      <a:pt x="5" y="20"/>
                    </a:lnTo>
                    <a:lnTo>
                      <a:pt x="5" y="18"/>
                    </a:lnTo>
                    <a:lnTo>
                      <a:pt x="14" y="0"/>
                    </a:lnTo>
                    <a:lnTo>
                      <a:pt x="8" y="0"/>
                    </a:lnTo>
                    <a:close/>
                  </a:path>
                </a:pathLst>
              </a:custGeom>
              <a:solidFill>
                <a:srgbClr val="E0E0B0"/>
              </a:solidFill>
              <a:ln>
                <a:noFill/>
                <a:round/>
              </a:ln>
            </p:spPr>
          </p:sp>
          <p:sp>
            <p:nvSpPr>
              <p:cNvPr id="93764" name=""/>
              <p:cNvSpPr/>
              <p:nvPr/>
            </p:nvSpPr>
            <p:spPr>
              <a:xfrm>
                <a:off x="1800" y="2089"/>
                <a:ext cx="4" cy="10"/>
              </a:xfrm>
              <a:custGeom>
                <a:pathLst>
                  <a:path w="13" h="20">
                    <a:moveTo>
                      <a:pt x="8" y="0"/>
                    </a:moveTo>
                    <a:lnTo>
                      <a:pt x="0" y="19"/>
                    </a:lnTo>
                    <a:lnTo>
                      <a:pt x="1" y="20"/>
                    </a:lnTo>
                    <a:lnTo>
                      <a:pt x="7" y="20"/>
                    </a:lnTo>
                    <a:lnTo>
                      <a:pt x="7" y="19"/>
                    </a:lnTo>
                    <a:lnTo>
                      <a:pt x="13" y="7"/>
                    </a:lnTo>
                    <a:lnTo>
                      <a:pt x="13" y="6"/>
                    </a:lnTo>
                    <a:lnTo>
                      <a:pt x="11" y="4"/>
                    </a:lnTo>
                    <a:lnTo>
                      <a:pt x="11" y="3"/>
                    </a:lnTo>
                    <a:lnTo>
                      <a:pt x="8" y="0"/>
                    </a:lnTo>
                    <a:close/>
                  </a:path>
                </a:pathLst>
              </a:custGeom>
              <a:solidFill>
                <a:srgbClr val="E0E0B0"/>
              </a:solidFill>
              <a:ln>
                <a:noFill/>
                <a:round/>
              </a:ln>
            </p:spPr>
          </p:sp>
          <p:sp>
            <p:nvSpPr>
              <p:cNvPr id="93765" name=""/>
              <p:cNvSpPr/>
              <p:nvPr/>
            </p:nvSpPr>
            <p:spPr>
              <a:xfrm>
                <a:off x="1801" y="2093"/>
                <a:ext cx="3" cy="4"/>
              </a:xfrm>
              <a:custGeom>
                <a:pathLst>
                  <a:path w="8" h="7">
                    <a:moveTo>
                      <a:pt x="8" y="0"/>
                    </a:moveTo>
                    <a:lnTo>
                      <a:pt x="8" y="3"/>
                    </a:lnTo>
                    <a:lnTo>
                      <a:pt x="8" y="3"/>
                    </a:lnTo>
                    <a:lnTo>
                      <a:pt x="7" y="5"/>
                    </a:lnTo>
                    <a:lnTo>
                      <a:pt x="6" y="6"/>
                    </a:lnTo>
                    <a:lnTo>
                      <a:pt x="3" y="7"/>
                    </a:lnTo>
                    <a:lnTo>
                      <a:pt x="0" y="7"/>
                    </a:lnTo>
                  </a:path>
                </a:pathLst>
              </a:custGeom>
              <a:noFill/>
              <a:ln w="4763">
                <a:solidFill>
                  <a:srgbClr val="F0E0C0"/>
                </a:solidFill>
                <a:prstDash val="solid"/>
                <a:round/>
              </a:ln>
            </p:spPr>
          </p:sp>
          <p:sp>
            <p:nvSpPr>
              <p:cNvPr id="93766" name=""/>
              <p:cNvSpPr/>
              <p:nvPr/>
            </p:nvSpPr>
            <p:spPr>
              <a:xfrm>
                <a:off x="1796" y="2088"/>
                <a:ext cx="6" cy="2"/>
              </a:xfrm>
              <a:custGeom>
                <a:pathLst>
                  <a:path w="18" h="3">
                    <a:moveTo>
                      <a:pt x="0" y="0"/>
                    </a:moveTo>
                    <a:lnTo>
                      <a:pt x="13" y="0"/>
                    </a:lnTo>
                    <a:lnTo>
                      <a:pt x="16" y="0"/>
                    </a:lnTo>
                    <a:lnTo>
                      <a:pt x="18" y="3"/>
                    </a:lnTo>
                  </a:path>
                </a:pathLst>
              </a:custGeom>
              <a:noFill/>
              <a:ln w="4763">
                <a:solidFill>
                  <a:srgbClr val="F0E0C0"/>
                </a:solidFill>
                <a:prstDash val="solid"/>
                <a:round/>
              </a:ln>
            </p:spPr>
          </p:sp>
          <p:sp>
            <p:nvSpPr>
              <p:cNvPr id="93767" name=""/>
              <p:cNvSpPr/>
              <p:nvPr/>
            </p:nvSpPr>
            <p:spPr>
              <a:xfrm>
                <a:off x="1796" y="2089"/>
                <a:ext cx="1" cy="10"/>
              </a:xfrm>
              <a:custGeom>
                <a:pathLst>
                  <a:path w="5" h="20">
                    <a:moveTo>
                      <a:pt x="3" y="0"/>
                    </a:moveTo>
                    <a:lnTo>
                      <a:pt x="5" y="3"/>
                    </a:lnTo>
                    <a:lnTo>
                      <a:pt x="5" y="11"/>
                    </a:lnTo>
                    <a:lnTo>
                      <a:pt x="5" y="18"/>
                    </a:lnTo>
                    <a:lnTo>
                      <a:pt x="3" y="20"/>
                    </a:lnTo>
                    <a:lnTo>
                      <a:pt x="0" y="14"/>
                    </a:lnTo>
                    <a:lnTo>
                      <a:pt x="0" y="11"/>
                    </a:lnTo>
                    <a:lnTo>
                      <a:pt x="0" y="3"/>
                    </a:lnTo>
                    <a:lnTo>
                      <a:pt x="3" y="1"/>
                    </a:lnTo>
                    <a:lnTo>
                      <a:pt x="3" y="0"/>
                    </a:lnTo>
                    <a:close/>
                  </a:path>
                </a:pathLst>
              </a:custGeom>
              <a:solidFill>
                <a:srgbClr val="706040"/>
              </a:solidFill>
              <a:ln>
                <a:noFill/>
                <a:round/>
              </a:ln>
            </p:spPr>
          </p:sp>
          <p:sp>
            <p:nvSpPr>
              <p:cNvPr id="93768" name=""/>
              <p:cNvSpPr/>
              <p:nvPr/>
            </p:nvSpPr>
            <p:spPr>
              <a:xfrm>
                <a:off x="1796" y="2089"/>
                <a:ext cx="5" cy="10"/>
              </a:xfrm>
              <a:custGeom>
                <a:pathLst>
                  <a:path w="15" h="20">
                    <a:moveTo>
                      <a:pt x="10" y="0"/>
                    </a:moveTo>
                    <a:lnTo>
                      <a:pt x="0" y="17"/>
                    </a:lnTo>
                    <a:lnTo>
                      <a:pt x="2" y="20"/>
                    </a:lnTo>
                    <a:lnTo>
                      <a:pt x="8" y="20"/>
                    </a:lnTo>
                    <a:lnTo>
                      <a:pt x="8" y="18"/>
                    </a:lnTo>
                    <a:lnTo>
                      <a:pt x="15" y="0"/>
                    </a:lnTo>
                    <a:lnTo>
                      <a:pt x="10" y="0"/>
                    </a:lnTo>
                    <a:close/>
                  </a:path>
                </a:pathLst>
              </a:custGeom>
              <a:solidFill>
                <a:srgbClr val="E0E0B0"/>
              </a:solidFill>
              <a:ln>
                <a:noFill/>
                <a:round/>
              </a:ln>
            </p:spPr>
          </p:sp>
        </p:grpSp>
        <p:pic>
          <p:nvPicPr>
            <p:cNvPr id="93770" name=""/>
            <p:cNvPicPr/>
            <p:nvPr/>
          </p:nvPicPr>
          <p:blipFill>
            <a:blip r:embed="rId3"/>
            <a:stretch>
              <a:fillRect/>
            </a:stretch>
          </p:blipFill>
          <p:spPr>
            <a:xfrm>
              <a:off x="1770" y="2090"/>
              <a:ext cx="29" cy="9"/>
            </a:xfrm>
            <a:prstGeom prst="rect">
              <a:avLst/>
            </a:prstGeom>
            <a:noFill/>
            <a:ln>
              <a:noFill/>
              <a:miter lim="800000"/>
            </a:ln>
          </p:spPr>
        </p:pic>
      </p:grpSp>
      <p:grpSp>
        <p:nvGrpSpPr>
          <p:cNvPr id="93914" name=""/>
          <p:cNvGrpSpPr/>
          <p:nvPr/>
        </p:nvGrpSpPr>
        <p:grpSpPr>
          <a:xfrm>
            <a:off x="2927350" y="3305175"/>
            <a:ext cx="128588" cy="401638"/>
            <a:chOff x="1844" y="2082"/>
            <a:chExt cx="81" cy="253"/>
          </a:xfrm>
        </p:grpSpPr>
        <p:grpSp>
          <p:nvGrpSpPr>
            <p:cNvPr id="93912" name=""/>
            <p:cNvGrpSpPr/>
            <p:nvPr/>
          </p:nvGrpSpPr>
          <p:grpSpPr>
            <a:xfrm>
              <a:off x="1844" y="2082"/>
              <a:ext cx="81" cy="253"/>
              <a:chOff x="1844" y="2082"/>
              <a:chExt cx="81" cy="253"/>
            </a:xfrm>
          </p:grpSpPr>
          <p:sp>
            <p:nvSpPr>
              <p:cNvPr id="93772" name=""/>
              <p:cNvSpPr/>
              <p:nvPr/>
            </p:nvSpPr>
            <p:spPr>
              <a:xfrm>
                <a:off x="1856" y="2192"/>
                <a:ext cx="56" cy="138"/>
              </a:xfrm>
              <a:custGeom>
                <a:pathLst>
                  <a:path w="168" h="277">
                    <a:moveTo>
                      <a:pt x="3" y="0"/>
                    </a:moveTo>
                    <a:lnTo>
                      <a:pt x="165" y="0"/>
                    </a:lnTo>
                    <a:lnTo>
                      <a:pt x="166" y="0"/>
                    </a:lnTo>
                    <a:lnTo>
                      <a:pt x="168" y="2"/>
                    </a:lnTo>
                    <a:lnTo>
                      <a:pt x="168" y="3"/>
                    </a:lnTo>
                    <a:lnTo>
                      <a:pt x="168" y="273"/>
                    </a:lnTo>
                    <a:lnTo>
                      <a:pt x="168" y="275"/>
                    </a:lnTo>
                    <a:lnTo>
                      <a:pt x="166" y="276"/>
                    </a:lnTo>
                    <a:lnTo>
                      <a:pt x="165" y="277"/>
                    </a:lnTo>
                    <a:lnTo>
                      <a:pt x="3" y="277"/>
                    </a:lnTo>
                    <a:lnTo>
                      <a:pt x="1" y="276"/>
                    </a:lnTo>
                    <a:lnTo>
                      <a:pt x="0" y="275"/>
                    </a:lnTo>
                    <a:lnTo>
                      <a:pt x="0" y="273"/>
                    </a:lnTo>
                    <a:lnTo>
                      <a:pt x="0" y="3"/>
                    </a:lnTo>
                    <a:lnTo>
                      <a:pt x="0" y="2"/>
                    </a:lnTo>
                    <a:lnTo>
                      <a:pt x="1" y="0"/>
                    </a:lnTo>
                    <a:lnTo>
                      <a:pt x="3" y="0"/>
                    </a:lnTo>
                    <a:close/>
                  </a:path>
                </a:pathLst>
              </a:custGeom>
              <a:solidFill>
                <a:srgbClr val="F0E0C0"/>
              </a:solidFill>
              <a:ln>
                <a:noFill/>
                <a:round/>
              </a:ln>
            </p:spPr>
          </p:sp>
          <p:sp>
            <p:nvSpPr>
              <p:cNvPr id="93773" name=""/>
              <p:cNvSpPr/>
              <p:nvPr/>
            </p:nvSpPr>
            <p:spPr>
              <a:xfrm>
                <a:off x="1856" y="2308"/>
                <a:ext cx="56" cy="4"/>
              </a:xfrm>
              <a:prstGeom prst="rect">
                <a:avLst/>
              </a:prstGeom>
              <a:solidFill>
                <a:srgbClr val="A0A080"/>
              </a:solidFill>
              <a:ln>
                <a:noFill/>
                <a:miter lim="800000"/>
              </a:ln>
            </p:spPr>
          </p:sp>
          <p:sp>
            <p:nvSpPr>
              <p:cNvPr id="93774" name=""/>
              <p:cNvSpPr/>
              <p:nvPr/>
            </p:nvSpPr>
            <p:spPr>
              <a:xfrm>
                <a:off x="1856" y="2304"/>
                <a:ext cx="56" cy="4"/>
              </a:xfrm>
              <a:prstGeom prst="rect">
                <a:avLst/>
              </a:prstGeom>
              <a:solidFill>
                <a:srgbClr val="A0A080"/>
              </a:solidFill>
              <a:ln>
                <a:noFill/>
                <a:miter lim="800000"/>
              </a:ln>
            </p:spPr>
          </p:sp>
          <p:sp>
            <p:nvSpPr>
              <p:cNvPr id="93775" name=""/>
              <p:cNvSpPr/>
              <p:nvPr/>
            </p:nvSpPr>
            <p:spPr>
              <a:xfrm>
                <a:off x="1856" y="2301"/>
                <a:ext cx="56" cy="3"/>
              </a:xfrm>
              <a:prstGeom prst="rect">
                <a:avLst/>
              </a:prstGeom>
              <a:solidFill>
                <a:srgbClr val="404040"/>
              </a:solidFill>
              <a:ln>
                <a:noFill/>
                <a:miter lim="800000"/>
              </a:ln>
            </p:spPr>
          </p:sp>
          <p:sp>
            <p:nvSpPr>
              <p:cNvPr id="93776" name=""/>
              <p:cNvSpPr/>
              <p:nvPr/>
            </p:nvSpPr>
            <p:spPr>
              <a:xfrm>
                <a:off x="1856" y="2301"/>
                <a:ext cx="56" cy="3"/>
              </a:xfrm>
              <a:prstGeom prst="rect">
                <a:avLst/>
              </a:prstGeom>
              <a:solidFill>
                <a:srgbClr val="A0A080"/>
              </a:solidFill>
              <a:ln>
                <a:noFill/>
                <a:miter lim="800000"/>
              </a:ln>
            </p:spPr>
          </p:sp>
          <p:sp>
            <p:nvSpPr>
              <p:cNvPr id="93777" name=""/>
              <p:cNvSpPr/>
              <p:nvPr/>
            </p:nvSpPr>
            <p:spPr>
              <a:xfrm>
                <a:off x="1856" y="2296"/>
                <a:ext cx="56" cy="3"/>
              </a:xfrm>
              <a:prstGeom prst="rect">
                <a:avLst/>
              </a:prstGeom>
              <a:solidFill>
                <a:srgbClr val="A0A080"/>
              </a:solidFill>
              <a:ln>
                <a:noFill/>
                <a:miter lim="800000"/>
              </a:ln>
            </p:spPr>
          </p:sp>
          <p:sp>
            <p:nvSpPr>
              <p:cNvPr id="93778" name=""/>
              <p:cNvSpPr/>
              <p:nvPr/>
            </p:nvSpPr>
            <p:spPr>
              <a:xfrm>
                <a:off x="1856" y="2293"/>
                <a:ext cx="56" cy="2"/>
              </a:xfrm>
              <a:prstGeom prst="rect">
                <a:avLst/>
              </a:prstGeom>
              <a:solidFill>
                <a:srgbClr val="A0A080"/>
              </a:solidFill>
              <a:ln>
                <a:noFill/>
                <a:miter lim="800000"/>
              </a:ln>
            </p:spPr>
          </p:sp>
          <p:sp>
            <p:nvSpPr>
              <p:cNvPr id="93779" name=""/>
              <p:cNvSpPr/>
              <p:nvPr/>
            </p:nvSpPr>
            <p:spPr>
              <a:xfrm>
                <a:off x="1856" y="2288"/>
                <a:ext cx="56" cy="3"/>
              </a:xfrm>
              <a:prstGeom prst="rect">
                <a:avLst/>
              </a:prstGeom>
              <a:solidFill>
                <a:srgbClr val="A0A080"/>
              </a:solidFill>
              <a:ln>
                <a:noFill/>
                <a:miter lim="800000"/>
              </a:ln>
            </p:spPr>
          </p:sp>
          <p:sp>
            <p:nvSpPr>
              <p:cNvPr id="93780" name=""/>
              <p:cNvSpPr/>
              <p:nvPr/>
            </p:nvSpPr>
            <p:spPr>
              <a:xfrm>
                <a:off x="1856" y="2284"/>
                <a:ext cx="56" cy="2"/>
              </a:xfrm>
              <a:prstGeom prst="rect">
                <a:avLst/>
              </a:prstGeom>
              <a:solidFill>
                <a:srgbClr val="A0A080"/>
              </a:solidFill>
              <a:ln>
                <a:noFill/>
                <a:miter lim="800000"/>
              </a:ln>
            </p:spPr>
          </p:sp>
          <p:sp>
            <p:nvSpPr>
              <p:cNvPr id="93781" name=""/>
              <p:cNvSpPr/>
              <p:nvPr/>
            </p:nvSpPr>
            <p:spPr>
              <a:xfrm>
                <a:off x="1856" y="2279"/>
                <a:ext cx="56" cy="3"/>
              </a:xfrm>
              <a:prstGeom prst="rect">
                <a:avLst/>
              </a:prstGeom>
              <a:solidFill>
                <a:srgbClr val="A0A080"/>
              </a:solidFill>
              <a:ln>
                <a:noFill/>
                <a:miter lim="800000"/>
              </a:ln>
            </p:spPr>
          </p:sp>
          <p:sp>
            <p:nvSpPr>
              <p:cNvPr id="93782" name=""/>
              <p:cNvSpPr/>
              <p:nvPr/>
            </p:nvSpPr>
            <p:spPr>
              <a:xfrm>
                <a:off x="1856" y="2275"/>
                <a:ext cx="56" cy="3"/>
              </a:xfrm>
              <a:prstGeom prst="rect">
                <a:avLst/>
              </a:prstGeom>
              <a:solidFill>
                <a:srgbClr val="A0A080"/>
              </a:solidFill>
              <a:ln>
                <a:noFill/>
                <a:miter lim="800000"/>
              </a:ln>
            </p:spPr>
          </p:sp>
          <p:sp>
            <p:nvSpPr>
              <p:cNvPr id="93783" name=""/>
              <p:cNvSpPr/>
              <p:nvPr/>
            </p:nvSpPr>
            <p:spPr>
              <a:xfrm>
                <a:off x="1856" y="2270"/>
                <a:ext cx="56" cy="3"/>
              </a:xfrm>
              <a:prstGeom prst="rect">
                <a:avLst/>
              </a:prstGeom>
              <a:solidFill>
                <a:srgbClr val="A0A080"/>
              </a:solidFill>
              <a:ln>
                <a:noFill/>
                <a:miter lim="800000"/>
              </a:ln>
            </p:spPr>
          </p:sp>
          <p:sp>
            <p:nvSpPr>
              <p:cNvPr id="93784" name=""/>
              <p:cNvSpPr/>
              <p:nvPr/>
            </p:nvSpPr>
            <p:spPr>
              <a:xfrm>
                <a:off x="1856" y="2267"/>
                <a:ext cx="56" cy="3"/>
              </a:xfrm>
              <a:prstGeom prst="rect">
                <a:avLst/>
              </a:prstGeom>
              <a:solidFill>
                <a:srgbClr val="A0A080"/>
              </a:solidFill>
              <a:ln>
                <a:noFill/>
                <a:miter lim="800000"/>
              </a:ln>
            </p:spPr>
          </p:sp>
          <p:sp>
            <p:nvSpPr>
              <p:cNvPr id="93785" name=""/>
              <p:cNvSpPr/>
              <p:nvPr/>
            </p:nvSpPr>
            <p:spPr>
              <a:xfrm>
                <a:off x="1856" y="2263"/>
                <a:ext cx="56" cy="2"/>
              </a:xfrm>
              <a:prstGeom prst="rect">
                <a:avLst/>
              </a:prstGeom>
              <a:solidFill>
                <a:srgbClr val="A0A080"/>
              </a:solidFill>
              <a:ln>
                <a:noFill/>
                <a:miter lim="800000"/>
              </a:ln>
            </p:spPr>
          </p:sp>
          <p:sp>
            <p:nvSpPr>
              <p:cNvPr id="93786" name=""/>
              <p:cNvSpPr/>
              <p:nvPr/>
            </p:nvSpPr>
            <p:spPr>
              <a:xfrm>
                <a:off x="1856" y="2259"/>
                <a:ext cx="56" cy="2"/>
              </a:xfrm>
              <a:prstGeom prst="rect">
                <a:avLst/>
              </a:prstGeom>
              <a:solidFill>
                <a:srgbClr val="A0A080"/>
              </a:solidFill>
              <a:ln>
                <a:noFill/>
                <a:miter lim="800000"/>
              </a:ln>
            </p:spPr>
          </p:sp>
          <p:sp>
            <p:nvSpPr>
              <p:cNvPr id="93787" name=""/>
              <p:cNvSpPr/>
              <p:nvPr/>
            </p:nvSpPr>
            <p:spPr>
              <a:xfrm>
                <a:off x="1856" y="2254"/>
                <a:ext cx="56" cy="2"/>
              </a:xfrm>
              <a:prstGeom prst="rect">
                <a:avLst/>
              </a:prstGeom>
              <a:solidFill>
                <a:srgbClr val="A0A080"/>
              </a:solidFill>
              <a:ln>
                <a:noFill/>
                <a:miter lim="800000"/>
              </a:ln>
            </p:spPr>
          </p:sp>
          <p:sp>
            <p:nvSpPr>
              <p:cNvPr id="93788" name=""/>
              <p:cNvSpPr/>
              <p:nvPr/>
            </p:nvSpPr>
            <p:spPr>
              <a:xfrm>
                <a:off x="1856" y="2250"/>
                <a:ext cx="56" cy="2"/>
              </a:xfrm>
              <a:prstGeom prst="rect">
                <a:avLst/>
              </a:prstGeom>
              <a:solidFill>
                <a:srgbClr val="A0A080"/>
              </a:solidFill>
              <a:ln>
                <a:noFill/>
                <a:miter lim="800000"/>
              </a:ln>
            </p:spPr>
          </p:sp>
          <p:sp>
            <p:nvSpPr>
              <p:cNvPr id="93789" name=""/>
              <p:cNvSpPr/>
              <p:nvPr/>
            </p:nvSpPr>
            <p:spPr>
              <a:xfrm>
                <a:off x="1856" y="2245"/>
                <a:ext cx="56" cy="3"/>
              </a:xfrm>
              <a:prstGeom prst="rect">
                <a:avLst/>
              </a:prstGeom>
              <a:solidFill>
                <a:srgbClr val="A0A080"/>
              </a:solidFill>
              <a:ln>
                <a:noFill/>
                <a:miter lim="800000"/>
              </a:ln>
            </p:spPr>
          </p:sp>
          <p:sp>
            <p:nvSpPr>
              <p:cNvPr id="93790" name=""/>
              <p:cNvSpPr/>
              <p:nvPr/>
            </p:nvSpPr>
            <p:spPr>
              <a:xfrm>
                <a:off x="1844" y="2321"/>
                <a:ext cx="41" cy="14"/>
              </a:xfrm>
              <a:custGeom>
                <a:pathLst>
                  <a:path w="123" h="28">
                    <a:moveTo>
                      <a:pt x="39" y="0"/>
                    </a:moveTo>
                    <a:lnTo>
                      <a:pt x="34" y="0"/>
                    </a:lnTo>
                    <a:lnTo>
                      <a:pt x="34" y="13"/>
                    </a:lnTo>
                    <a:lnTo>
                      <a:pt x="0" y="23"/>
                    </a:lnTo>
                    <a:lnTo>
                      <a:pt x="0" y="28"/>
                    </a:lnTo>
                    <a:lnTo>
                      <a:pt x="123" y="28"/>
                    </a:lnTo>
                    <a:lnTo>
                      <a:pt x="123" y="20"/>
                    </a:lnTo>
                    <a:lnTo>
                      <a:pt x="39" y="20"/>
                    </a:lnTo>
                    <a:lnTo>
                      <a:pt x="39" y="0"/>
                    </a:lnTo>
                    <a:close/>
                  </a:path>
                </a:pathLst>
              </a:custGeom>
              <a:solidFill>
                <a:srgbClr val="808060"/>
              </a:solidFill>
              <a:ln>
                <a:noFill/>
                <a:round/>
              </a:ln>
            </p:spPr>
          </p:sp>
          <p:sp>
            <p:nvSpPr>
              <p:cNvPr id="93791" name=""/>
              <p:cNvSpPr/>
              <p:nvPr/>
            </p:nvSpPr>
            <p:spPr>
              <a:xfrm>
                <a:off x="1885" y="2321"/>
                <a:ext cx="40" cy="14"/>
              </a:xfrm>
              <a:custGeom>
                <a:pathLst>
                  <a:path w="121" h="28">
                    <a:moveTo>
                      <a:pt x="82" y="0"/>
                    </a:moveTo>
                    <a:lnTo>
                      <a:pt x="88" y="0"/>
                    </a:lnTo>
                    <a:lnTo>
                      <a:pt x="88" y="13"/>
                    </a:lnTo>
                    <a:lnTo>
                      <a:pt x="121" y="23"/>
                    </a:lnTo>
                    <a:lnTo>
                      <a:pt x="121" y="28"/>
                    </a:lnTo>
                    <a:lnTo>
                      <a:pt x="0" y="28"/>
                    </a:lnTo>
                    <a:lnTo>
                      <a:pt x="0" y="20"/>
                    </a:lnTo>
                    <a:lnTo>
                      <a:pt x="82" y="20"/>
                    </a:lnTo>
                    <a:lnTo>
                      <a:pt x="82" y="0"/>
                    </a:lnTo>
                    <a:close/>
                  </a:path>
                </a:pathLst>
              </a:custGeom>
              <a:solidFill>
                <a:srgbClr val="808060"/>
              </a:solidFill>
              <a:ln>
                <a:noFill/>
                <a:round/>
              </a:ln>
            </p:spPr>
          </p:sp>
          <p:sp>
            <p:nvSpPr>
              <p:cNvPr id="93792" name=""/>
              <p:cNvSpPr/>
              <p:nvPr/>
            </p:nvSpPr>
            <p:spPr>
              <a:xfrm>
                <a:off x="1866" y="2279"/>
                <a:ext cx="36" cy="47"/>
              </a:xfrm>
              <a:custGeom>
                <a:pathLst>
                  <a:path w="109" h="94">
                    <a:moveTo>
                      <a:pt x="0" y="1"/>
                    </a:moveTo>
                    <a:lnTo>
                      <a:pt x="0" y="94"/>
                    </a:lnTo>
                    <a:lnTo>
                      <a:pt x="109" y="94"/>
                    </a:lnTo>
                    <a:lnTo>
                      <a:pt x="109" y="0"/>
                    </a:lnTo>
                  </a:path>
                </a:pathLst>
              </a:custGeom>
              <a:noFill/>
              <a:ln w="4763">
                <a:solidFill>
                  <a:srgbClr val="808060"/>
                </a:solidFill>
                <a:prstDash val="solid"/>
                <a:round/>
              </a:ln>
            </p:spPr>
          </p:sp>
          <p:sp>
            <p:nvSpPr>
              <p:cNvPr id="93793" name=""/>
              <p:cNvSpPr/>
              <p:nvPr/>
            </p:nvSpPr>
            <p:spPr>
              <a:xfrm>
                <a:off x="1856" y="2082"/>
                <a:ext cx="56" cy="104"/>
              </a:xfrm>
              <a:custGeom>
                <a:pathLst>
                  <a:path w="168" h="208">
                    <a:moveTo>
                      <a:pt x="4" y="208"/>
                    </a:moveTo>
                    <a:lnTo>
                      <a:pt x="164" y="208"/>
                    </a:lnTo>
                    <a:lnTo>
                      <a:pt x="166" y="208"/>
                    </a:lnTo>
                    <a:lnTo>
                      <a:pt x="167" y="206"/>
                    </a:lnTo>
                    <a:lnTo>
                      <a:pt x="168" y="205"/>
                    </a:lnTo>
                    <a:lnTo>
                      <a:pt x="168" y="5"/>
                    </a:lnTo>
                    <a:lnTo>
                      <a:pt x="167" y="2"/>
                    </a:lnTo>
                    <a:lnTo>
                      <a:pt x="166" y="1"/>
                    </a:lnTo>
                    <a:lnTo>
                      <a:pt x="165" y="1"/>
                    </a:lnTo>
                    <a:lnTo>
                      <a:pt x="4" y="0"/>
                    </a:lnTo>
                    <a:lnTo>
                      <a:pt x="2" y="1"/>
                    </a:lnTo>
                    <a:lnTo>
                      <a:pt x="1" y="2"/>
                    </a:lnTo>
                    <a:lnTo>
                      <a:pt x="0" y="5"/>
                    </a:lnTo>
                    <a:lnTo>
                      <a:pt x="0" y="205"/>
                    </a:lnTo>
                    <a:lnTo>
                      <a:pt x="0" y="206"/>
                    </a:lnTo>
                    <a:lnTo>
                      <a:pt x="2" y="208"/>
                    </a:lnTo>
                    <a:lnTo>
                      <a:pt x="4" y="208"/>
                    </a:lnTo>
                    <a:close/>
                  </a:path>
                </a:pathLst>
              </a:custGeom>
              <a:solidFill>
                <a:srgbClr val="F0E0C0"/>
              </a:solidFill>
              <a:ln>
                <a:noFill/>
                <a:round/>
              </a:ln>
            </p:spPr>
          </p:sp>
          <p:sp>
            <p:nvSpPr>
              <p:cNvPr id="93794" name=""/>
              <p:cNvSpPr/>
              <p:nvPr/>
            </p:nvSpPr>
            <p:spPr>
              <a:xfrm>
                <a:off x="1862" y="2111"/>
                <a:ext cx="45" cy="65"/>
              </a:xfrm>
              <a:custGeom>
                <a:pathLst>
                  <a:path w="137" h="131">
                    <a:moveTo>
                      <a:pt x="7" y="131"/>
                    </a:moveTo>
                    <a:lnTo>
                      <a:pt x="132" y="131"/>
                    </a:lnTo>
                    <a:lnTo>
                      <a:pt x="133" y="131"/>
                    </a:lnTo>
                    <a:lnTo>
                      <a:pt x="135" y="130"/>
                    </a:lnTo>
                    <a:lnTo>
                      <a:pt x="136" y="129"/>
                    </a:lnTo>
                    <a:lnTo>
                      <a:pt x="137" y="128"/>
                    </a:lnTo>
                    <a:lnTo>
                      <a:pt x="137" y="126"/>
                    </a:lnTo>
                    <a:lnTo>
                      <a:pt x="137" y="6"/>
                    </a:lnTo>
                    <a:lnTo>
                      <a:pt x="137" y="4"/>
                    </a:lnTo>
                    <a:lnTo>
                      <a:pt x="136" y="3"/>
                    </a:lnTo>
                    <a:lnTo>
                      <a:pt x="135" y="0"/>
                    </a:lnTo>
                    <a:lnTo>
                      <a:pt x="133" y="0"/>
                    </a:lnTo>
                    <a:lnTo>
                      <a:pt x="132" y="0"/>
                    </a:lnTo>
                    <a:lnTo>
                      <a:pt x="7" y="0"/>
                    </a:lnTo>
                    <a:lnTo>
                      <a:pt x="4" y="0"/>
                    </a:lnTo>
                    <a:lnTo>
                      <a:pt x="3" y="0"/>
                    </a:lnTo>
                    <a:lnTo>
                      <a:pt x="2" y="3"/>
                    </a:lnTo>
                    <a:lnTo>
                      <a:pt x="1" y="4"/>
                    </a:lnTo>
                    <a:lnTo>
                      <a:pt x="0" y="6"/>
                    </a:lnTo>
                    <a:lnTo>
                      <a:pt x="0" y="126"/>
                    </a:lnTo>
                    <a:lnTo>
                      <a:pt x="1" y="128"/>
                    </a:lnTo>
                    <a:lnTo>
                      <a:pt x="1" y="128"/>
                    </a:lnTo>
                    <a:lnTo>
                      <a:pt x="3" y="130"/>
                    </a:lnTo>
                    <a:lnTo>
                      <a:pt x="4" y="131"/>
                    </a:lnTo>
                    <a:lnTo>
                      <a:pt x="7" y="131"/>
                    </a:lnTo>
                    <a:close/>
                  </a:path>
                </a:pathLst>
              </a:custGeom>
              <a:solidFill>
                <a:srgbClr val="F0E0C0"/>
              </a:solidFill>
              <a:ln>
                <a:noFill/>
                <a:round/>
              </a:ln>
            </p:spPr>
          </p:sp>
          <p:sp>
            <p:nvSpPr>
              <p:cNvPr id="93795" name=""/>
              <p:cNvSpPr/>
              <p:nvPr/>
            </p:nvSpPr>
            <p:spPr>
              <a:xfrm>
                <a:off x="1864" y="2129"/>
                <a:ext cx="40" cy="1"/>
              </a:xfrm>
              <a:prstGeom prst="rect">
                <a:avLst/>
              </a:prstGeom>
              <a:solidFill>
                <a:srgbClr val="505020"/>
              </a:solidFill>
              <a:ln w="4763">
                <a:solidFill>
                  <a:prstClr val="black"/>
                </a:solidFill>
                <a:miter lim="800000"/>
              </a:ln>
            </p:spPr>
          </p:sp>
          <p:sp>
            <p:nvSpPr>
              <p:cNvPr id="93796" name=""/>
              <p:cNvSpPr/>
              <p:nvPr/>
            </p:nvSpPr>
            <p:spPr>
              <a:xfrm>
                <a:off x="1864" y="2147"/>
                <a:ext cx="41" cy="0"/>
              </a:xfrm>
              <a:prstGeom prst="rect">
                <a:avLst/>
              </a:prstGeom>
              <a:solidFill>
                <a:srgbClr val="505020"/>
              </a:solidFill>
              <a:ln w="4763">
                <a:solidFill>
                  <a:prstClr val="black"/>
                </a:solidFill>
                <a:miter lim="800000"/>
              </a:ln>
            </p:spPr>
          </p:sp>
          <p:sp>
            <p:nvSpPr>
              <p:cNvPr id="93797" name=""/>
              <p:cNvSpPr/>
              <p:nvPr/>
            </p:nvSpPr>
            <p:spPr>
              <a:xfrm>
                <a:off x="1862" y="2113"/>
                <a:ext cx="45" cy="18"/>
              </a:xfrm>
              <a:custGeom>
                <a:pathLst>
                  <a:path w="133" h="36">
                    <a:moveTo>
                      <a:pt x="3" y="36"/>
                    </a:moveTo>
                    <a:lnTo>
                      <a:pt x="131" y="36"/>
                    </a:lnTo>
                    <a:lnTo>
                      <a:pt x="132" y="36"/>
                    </a:lnTo>
                    <a:lnTo>
                      <a:pt x="133" y="34"/>
                    </a:lnTo>
                    <a:lnTo>
                      <a:pt x="133" y="4"/>
                    </a:lnTo>
                    <a:lnTo>
                      <a:pt x="133" y="1"/>
                    </a:lnTo>
                    <a:lnTo>
                      <a:pt x="131" y="0"/>
                    </a:lnTo>
                    <a:lnTo>
                      <a:pt x="3" y="0"/>
                    </a:lnTo>
                    <a:lnTo>
                      <a:pt x="1" y="1"/>
                    </a:lnTo>
                    <a:lnTo>
                      <a:pt x="0" y="3"/>
                    </a:lnTo>
                    <a:lnTo>
                      <a:pt x="0" y="34"/>
                    </a:lnTo>
                    <a:lnTo>
                      <a:pt x="1" y="35"/>
                    </a:lnTo>
                    <a:lnTo>
                      <a:pt x="2" y="36"/>
                    </a:lnTo>
                    <a:lnTo>
                      <a:pt x="3" y="36"/>
                    </a:lnTo>
                    <a:close/>
                  </a:path>
                </a:pathLst>
              </a:custGeom>
              <a:solidFill>
                <a:srgbClr val="C0C080"/>
              </a:solidFill>
              <a:ln>
                <a:noFill/>
                <a:round/>
              </a:ln>
            </p:spPr>
          </p:sp>
          <p:sp>
            <p:nvSpPr>
              <p:cNvPr id="93798" name=""/>
              <p:cNvSpPr/>
              <p:nvPr/>
            </p:nvSpPr>
            <p:spPr>
              <a:xfrm>
                <a:off x="1874" y="2114"/>
                <a:ext cx="17" cy="13"/>
              </a:xfrm>
              <a:custGeom>
                <a:pathLst>
                  <a:path w="53" h="27">
                    <a:moveTo>
                      <a:pt x="3" y="0"/>
                    </a:moveTo>
                    <a:lnTo>
                      <a:pt x="51" y="0"/>
                    </a:lnTo>
                    <a:lnTo>
                      <a:pt x="52" y="0"/>
                    </a:lnTo>
                    <a:lnTo>
                      <a:pt x="53" y="3"/>
                    </a:lnTo>
                    <a:lnTo>
                      <a:pt x="53" y="25"/>
                    </a:lnTo>
                    <a:lnTo>
                      <a:pt x="52" y="27"/>
                    </a:lnTo>
                    <a:lnTo>
                      <a:pt x="51" y="27"/>
                    </a:lnTo>
                    <a:lnTo>
                      <a:pt x="3" y="27"/>
                    </a:lnTo>
                    <a:lnTo>
                      <a:pt x="0" y="27"/>
                    </a:lnTo>
                    <a:lnTo>
                      <a:pt x="0" y="25"/>
                    </a:lnTo>
                    <a:lnTo>
                      <a:pt x="0" y="3"/>
                    </a:lnTo>
                    <a:lnTo>
                      <a:pt x="0" y="0"/>
                    </a:lnTo>
                    <a:lnTo>
                      <a:pt x="3" y="0"/>
                    </a:lnTo>
                    <a:close/>
                  </a:path>
                </a:pathLst>
              </a:custGeom>
              <a:solidFill>
                <a:srgbClr val="00DFCA"/>
              </a:solidFill>
              <a:ln>
                <a:noFill/>
                <a:round/>
              </a:ln>
            </p:spPr>
          </p:sp>
          <p:sp>
            <p:nvSpPr>
              <p:cNvPr id="93799" name=""/>
              <p:cNvSpPr/>
              <p:nvPr/>
            </p:nvSpPr>
            <p:spPr>
              <a:xfrm>
                <a:off x="1896" y="2114"/>
                <a:ext cx="6" cy="4"/>
              </a:xfrm>
              <a:custGeom>
                <a:pathLst>
                  <a:path w="17" h="10">
                    <a:moveTo>
                      <a:pt x="2" y="10"/>
                    </a:moveTo>
                    <a:lnTo>
                      <a:pt x="15" y="10"/>
                    </a:lnTo>
                    <a:lnTo>
                      <a:pt x="16" y="7"/>
                    </a:lnTo>
                    <a:lnTo>
                      <a:pt x="17" y="3"/>
                    </a:lnTo>
                    <a:lnTo>
                      <a:pt x="15" y="0"/>
                    </a:lnTo>
                    <a:lnTo>
                      <a:pt x="2" y="0"/>
                    </a:lnTo>
                    <a:lnTo>
                      <a:pt x="1" y="0"/>
                    </a:lnTo>
                    <a:lnTo>
                      <a:pt x="0" y="7"/>
                    </a:lnTo>
                    <a:lnTo>
                      <a:pt x="2" y="10"/>
                    </a:lnTo>
                    <a:close/>
                  </a:path>
                </a:pathLst>
              </a:custGeom>
              <a:solidFill>
                <a:srgbClr val="808050"/>
              </a:solidFill>
              <a:ln>
                <a:noFill/>
                <a:round/>
              </a:ln>
            </p:spPr>
          </p:sp>
          <p:sp>
            <p:nvSpPr>
              <p:cNvPr id="93800" name=""/>
              <p:cNvSpPr/>
              <p:nvPr/>
            </p:nvSpPr>
            <p:spPr>
              <a:xfrm>
                <a:off x="1896" y="2114"/>
                <a:ext cx="6" cy="4"/>
              </a:xfrm>
              <a:custGeom>
                <a:pathLst>
                  <a:path w="17" h="10">
                    <a:moveTo>
                      <a:pt x="1" y="10"/>
                    </a:moveTo>
                    <a:lnTo>
                      <a:pt x="15" y="10"/>
                    </a:lnTo>
                    <a:lnTo>
                      <a:pt x="17" y="7"/>
                    </a:lnTo>
                    <a:lnTo>
                      <a:pt x="17" y="3"/>
                    </a:lnTo>
                    <a:lnTo>
                      <a:pt x="15" y="0"/>
                    </a:lnTo>
                    <a:lnTo>
                      <a:pt x="1" y="0"/>
                    </a:lnTo>
                    <a:lnTo>
                      <a:pt x="0" y="0"/>
                    </a:lnTo>
                    <a:lnTo>
                      <a:pt x="0" y="7"/>
                    </a:lnTo>
                    <a:lnTo>
                      <a:pt x="1" y="10"/>
                    </a:lnTo>
                    <a:close/>
                  </a:path>
                </a:pathLst>
              </a:custGeom>
              <a:solidFill>
                <a:srgbClr val="C0C080"/>
              </a:solidFill>
              <a:ln>
                <a:noFill/>
                <a:round/>
              </a:ln>
            </p:spPr>
          </p:sp>
          <p:sp>
            <p:nvSpPr>
              <p:cNvPr id="93801" name=""/>
              <p:cNvSpPr/>
              <p:nvPr/>
            </p:nvSpPr>
            <p:spPr>
              <a:xfrm>
                <a:off x="1865" y="2118"/>
                <a:ext cx="41" cy="4"/>
              </a:xfrm>
              <a:custGeom>
                <a:pathLst>
                  <a:path w="123" h="9">
                    <a:moveTo>
                      <a:pt x="2" y="9"/>
                    </a:moveTo>
                    <a:lnTo>
                      <a:pt x="120" y="9"/>
                    </a:lnTo>
                    <a:lnTo>
                      <a:pt x="123" y="8"/>
                    </a:lnTo>
                    <a:lnTo>
                      <a:pt x="123" y="5"/>
                    </a:lnTo>
                    <a:lnTo>
                      <a:pt x="123" y="3"/>
                    </a:lnTo>
                    <a:lnTo>
                      <a:pt x="123" y="0"/>
                    </a:lnTo>
                    <a:lnTo>
                      <a:pt x="120" y="0"/>
                    </a:lnTo>
                    <a:lnTo>
                      <a:pt x="2" y="0"/>
                    </a:lnTo>
                    <a:lnTo>
                      <a:pt x="1" y="0"/>
                    </a:lnTo>
                    <a:lnTo>
                      <a:pt x="0" y="3"/>
                    </a:lnTo>
                    <a:lnTo>
                      <a:pt x="0" y="5"/>
                    </a:lnTo>
                    <a:lnTo>
                      <a:pt x="1" y="8"/>
                    </a:lnTo>
                    <a:lnTo>
                      <a:pt x="2" y="9"/>
                    </a:lnTo>
                    <a:close/>
                  </a:path>
                </a:pathLst>
              </a:custGeom>
              <a:solidFill>
                <a:srgbClr val="A0A080"/>
              </a:solidFill>
              <a:ln>
                <a:noFill/>
                <a:round/>
              </a:ln>
            </p:spPr>
          </p:sp>
          <p:sp>
            <p:nvSpPr>
              <p:cNvPr id="93802" name=""/>
              <p:cNvSpPr/>
              <p:nvPr/>
            </p:nvSpPr>
            <p:spPr>
              <a:xfrm>
                <a:off x="1863" y="2129"/>
                <a:ext cx="44" cy="20"/>
              </a:xfrm>
              <a:custGeom>
                <a:pathLst>
                  <a:path w="131" h="38">
                    <a:moveTo>
                      <a:pt x="1" y="38"/>
                    </a:moveTo>
                    <a:lnTo>
                      <a:pt x="129" y="38"/>
                    </a:lnTo>
                    <a:lnTo>
                      <a:pt x="131" y="38"/>
                    </a:lnTo>
                    <a:lnTo>
                      <a:pt x="131" y="36"/>
                    </a:lnTo>
                    <a:lnTo>
                      <a:pt x="131" y="3"/>
                    </a:lnTo>
                    <a:lnTo>
                      <a:pt x="130" y="1"/>
                    </a:lnTo>
                    <a:lnTo>
                      <a:pt x="129" y="0"/>
                    </a:lnTo>
                    <a:lnTo>
                      <a:pt x="1" y="0"/>
                    </a:lnTo>
                    <a:lnTo>
                      <a:pt x="0" y="1"/>
                    </a:lnTo>
                    <a:lnTo>
                      <a:pt x="0" y="3"/>
                    </a:lnTo>
                    <a:lnTo>
                      <a:pt x="0" y="36"/>
                    </a:lnTo>
                    <a:lnTo>
                      <a:pt x="0" y="38"/>
                    </a:lnTo>
                    <a:lnTo>
                      <a:pt x="1" y="38"/>
                    </a:lnTo>
                    <a:close/>
                  </a:path>
                </a:pathLst>
              </a:custGeom>
              <a:solidFill>
                <a:srgbClr val="C0C080"/>
              </a:solidFill>
              <a:ln>
                <a:noFill/>
                <a:round/>
              </a:ln>
            </p:spPr>
          </p:sp>
          <p:sp>
            <p:nvSpPr>
              <p:cNvPr id="93803" name=""/>
              <p:cNvSpPr/>
              <p:nvPr/>
            </p:nvSpPr>
            <p:spPr>
              <a:xfrm>
                <a:off x="1874" y="2132"/>
                <a:ext cx="17" cy="14"/>
              </a:xfrm>
              <a:custGeom>
                <a:pathLst>
                  <a:path w="53" h="29">
                    <a:moveTo>
                      <a:pt x="4" y="0"/>
                    </a:moveTo>
                    <a:lnTo>
                      <a:pt x="50" y="0"/>
                    </a:lnTo>
                    <a:lnTo>
                      <a:pt x="52" y="0"/>
                    </a:lnTo>
                    <a:lnTo>
                      <a:pt x="53" y="2"/>
                    </a:lnTo>
                    <a:lnTo>
                      <a:pt x="53" y="3"/>
                    </a:lnTo>
                    <a:lnTo>
                      <a:pt x="53" y="25"/>
                    </a:lnTo>
                    <a:lnTo>
                      <a:pt x="53" y="28"/>
                    </a:lnTo>
                    <a:lnTo>
                      <a:pt x="51" y="29"/>
                    </a:lnTo>
                    <a:lnTo>
                      <a:pt x="50" y="29"/>
                    </a:lnTo>
                    <a:lnTo>
                      <a:pt x="4" y="29"/>
                    </a:lnTo>
                    <a:lnTo>
                      <a:pt x="1" y="29"/>
                    </a:lnTo>
                    <a:lnTo>
                      <a:pt x="0" y="28"/>
                    </a:lnTo>
                    <a:lnTo>
                      <a:pt x="0" y="25"/>
                    </a:lnTo>
                    <a:lnTo>
                      <a:pt x="0" y="3"/>
                    </a:lnTo>
                    <a:lnTo>
                      <a:pt x="0" y="1"/>
                    </a:lnTo>
                    <a:lnTo>
                      <a:pt x="3" y="0"/>
                    </a:lnTo>
                    <a:lnTo>
                      <a:pt x="4" y="0"/>
                    </a:lnTo>
                    <a:close/>
                  </a:path>
                </a:pathLst>
              </a:custGeom>
              <a:solidFill>
                <a:srgbClr val="00DFCA"/>
              </a:solidFill>
              <a:ln>
                <a:noFill/>
                <a:round/>
              </a:ln>
            </p:spPr>
          </p:sp>
          <p:sp>
            <p:nvSpPr>
              <p:cNvPr id="93804" name=""/>
              <p:cNvSpPr/>
              <p:nvPr/>
            </p:nvSpPr>
            <p:spPr>
              <a:xfrm>
                <a:off x="1892" y="2141"/>
                <a:ext cx="7" cy="4"/>
              </a:xfrm>
              <a:custGeom>
                <a:pathLst>
                  <a:path w="21" h="9">
                    <a:moveTo>
                      <a:pt x="3" y="9"/>
                    </a:moveTo>
                    <a:lnTo>
                      <a:pt x="16" y="9"/>
                    </a:lnTo>
                    <a:lnTo>
                      <a:pt x="19" y="9"/>
                    </a:lnTo>
                    <a:lnTo>
                      <a:pt x="21" y="6"/>
                    </a:lnTo>
                    <a:lnTo>
                      <a:pt x="21" y="5"/>
                    </a:lnTo>
                    <a:lnTo>
                      <a:pt x="20" y="1"/>
                    </a:lnTo>
                    <a:lnTo>
                      <a:pt x="19" y="0"/>
                    </a:lnTo>
                    <a:lnTo>
                      <a:pt x="3" y="0"/>
                    </a:lnTo>
                    <a:lnTo>
                      <a:pt x="1" y="0"/>
                    </a:lnTo>
                    <a:lnTo>
                      <a:pt x="0" y="4"/>
                    </a:lnTo>
                    <a:lnTo>
                      <a:pt x="0" y="6"/>
                    </a:lnTo>
                    <a:lnTo>
                      <a:pt x="1" y="8"/>
                    </a:lnTo>
                    <a:lnTo>
                      <a:pt x="3" y="9"/>
                    </a:lnTo>
                    <a:close/>
                  </a:path>
                </a:pathLst>
              </a:custGeom>
              <a:solidFill>
                <a:srgbClr val="808050"/>
              </a:solidFill>
              <a:ln>
                <a:noFill/>
                <a:round/>
              </a:ln>
            </p:spPr>
          </p:sp>
          <p:sp>
            <p:nvSpPr>
              <p:cNvPr id="93805" name=""/>
              <p:cNvSpPr/>
              <p:nvPr/>
            </p:nvSpPr>
            <p:spPr>
              <a:xfrm>
                <a:off x="1892" y="2141"/>
                <a:ext cx="7" cy="4"/>
              </a:xfrm>
              <a:custGeom>
                <a:pathLst>
                  <a:path w="21" h="9">
                    <a:moveTo>
                      <a:pt x="3" y="9"/>
                    </a:moveTo>
                    <a:lnTo>
                      <a:pt x="16" y="9"/>
                    </a:lnTo>
                    <a:lnTo>
                      <a:pt x="19" y="9"/>
                    </a:lnTo>
                    <a:lnTo>
                      <a:pt x="21" y="6"/>
                    </a:lnTo>
                    <a:lnTo>
                      <a:pt x="21" y="5"/>
                    </a:lnTo>
                    <a:lnTo>
                      <a:pt x="20" y="1"/>
                    </a:lnTo>
                    <a:lnTo>
                      <a:pt x="19" y="0"/>
                    </a:lnTo>
                    <a:lnTo>
                      <a:pt x="3" y="0"/>
                    </a:lnTo>
                    <a:lnTo>
                      <a:pt x="1" y="0"/>
                    </a:lnTo>
                    <a:lnTo>
                      <a:pt x="0" y="4"/>
                    </a:lnTo>
                    <a:lnTo>
                      <a:pt x="0" y="6"/>
                    </a:lnTo>
                    <a:lnTo>
                      <a:pt x="1" y="8"/>
                    </a:lnTo>
                    <a:lnTo>
                      <a:pt x="3" y="9"/>
                    </a:lnTo>
                    <a:close/>
                  </a:path>
                </a:pathLst>
              </a:custGeom>
              <a:solidFill>
                <a:srgbClr val="C0C080"/>
              </a:solidFill>
              <a:ln>
                <a:noFill/>
                <a:round/>
              </a:ln>
            </p:spPr>
          </p:sp>
          <p:sp>
            <p:nvSpPr>
              <p:cNvPr id="93806" name=""/>
              <p:cNvSpPr/>
              <p:nvPr/>
            </p:nvSpPr>
            <p:spPr>
              <a:xfrm>
                <a:off x="1872" y="2134"/>
                <a:ext cx="27" cy="5"/>
              </a:xfrm>
              <a:custGeom>
                <a:pathLst>
                  <a:path w="80" h="11">
                    <a:moveTo>
                      <a:pt x="0" y="8"/>
                    </a:moveTo>
                    <a:lnTo>
                      <a:pt x="28" y="8"/>
                    </a:lnTo>
                    <a:lnTo>
                      <a:pt x="28" y="11"/>
                    </a:lnTo>
                    <a:lnTo>
                      <a:pt x="55" y="11"/>
                    </a:lnTo>
                    <a:lnTo>
                      <a:pt x="55" y="8"/>
                    </a:lnTo>
                    <a:lnTo>
                      <a:pt x="80" y="8"/>
                    </a:lnTo>
                    <a:lnTo>
                      <a:pt x="80" y="2"/>
                    </a:lnTo>
                    <a:lnTo>
                      <a:pt x="55" y="2"/>
                    </a:lnTo>
                    <a:lnTo>
                      <a:pt x="55" y="0"/>
                    </a:lnTo>
                    <a:lnTo>
                      <a:pt x="30" y="0"/>
                    </a:lnTo>
                    <a:lnTo>
                      <a:pt x="30" y="1"/>
                    </a:lnTo>
                    <a:lnTo>
                      <a:pt x="0" y="1"/>
                    </a:lnTo>
                    <a:lnTo>
                      <a:pt x="0" y="8"/>
                    </a:lnTo>
                    <a:close/>
                  </a:path>
                </a:pathLst>
              </a:custGeom>
              <a:solidFill>
                <a:srgbClr val="A08060"/>
              </a:solidFill>
              <a:ln>
                <a:noFill/>
                <a:round/>
              </a:ln>
            </p:spPr>
          </p:sp>
          <p:sp>
            <p:nvSpPr>
              <p:cNvPr id="93807" name=""/>
              <p:cNvSpPr/>
              <p:nvPr/>
            </p:nvSpPr>
            <p:spPr>
              <a:xfrm>
                <a:off x="1863" y="2151"/>
                <a:ext cx="43" cy="4"/>
              </a:xfrm>
              <a:prstGeom prst="rect">
                <a:avLst/>
              </a:prstGeom>
              <a:solidFill>
                <a:srgbClr val="505020"/>
              </a:solidFill>
              <a:ln>
                <a:noFill/>
                <a:miter lim="800000"/>
              </a:ln>
            </p:spPr>
          </p:sp>
          <p:sp>
            <p:nvSpPr>
              <p:cNvPr id="93808" name=""/>
              <p:cNvSpPr/>
              <p:nvPr/>
            </p:nvSpPr>
            <p:spPr>
              <a:xfrm>
                <a:off x="1863" y="2151"/>
                <a:ext cx="44" cy="2"/>
              </a:xfrm>
              <a:custGeom>
                <a:pathLst>
                  <a:path w="131" h="5">
                    <a:moveTo>
                      <a:pt x="131" y="0"/>
                    </a:moveTo>
                    <a:lnTo>
                      <a:pt x="130" y="0"/>
                    </a:lnTo>
                    <a:lnTo>
                      <a:pt x="0" y="0"/>
                    </a:lnTo>
                    <a:lnTo>
                      <a:pt x="0" y="5"/>
                    </a:lnTo>
                    <a:lnTo>
                      <a:pt x="130" y="5"/>
                    </a:lnTo>
                    <a:lnTo>
                      <a:pt x="129" y="0"/>
                    </a:lnTo>
                    <a:lnTo>
                      <a:pt x="131" y="0"/>
                    </a:lnTo>
                    <a:lnTo>
                      <a:pt x="130" y="0"/>
                    </a:lnTo>
                    <a:lnTo>
                      <a:pt x="131" y="0"/>
                    </a:lnTo>
                    <a:close/>
                  </a:path>
                </a:pathLst>
              </a:custGeom>
              <a:solidFill>
                <a:srgbClr val="000000"/>
              </a:solidFill>
              <a:ln>
                <a:noFill/>
                <a:round/>
              </a:ln>
            </p:spPr>
          </p:sp>
          <p:sp>
            <p:nvSpPr>
              <p:cNvPr id="93809" name=""/>
              <p:cNvSpPr/>
              <p:nvPr/>
            </p:nvSpPr>
            <p:spPr>
              <a:xfrm>
                <a:off x="1905" y="2151"/>
                <a:ext cx="2" cy="4"/>
              </a:xfrm>
              <a:custGeom>
                <a:pathLst>
                  <a:path w="5" h="8">
                    <a:moveTo>
                      <a:pt x="3" y="8"/>
                    </a:moveTo>
                    <a:lnTo>
                      <a:pt x="5" y="7"/>
                    </a:lnTo>
                    <a:lnTo>
                      <a:pt x="5" y="0"/>
                    </a:lnTo>
                    <a:lnTo>
                      <a:pt x="0" y="0"/>
                    </a:lnTo>
                    <a:lnTo>
                      <a:pt x="0" y="7"/>
                    </a:lnTo>
                    <a:lnTo>
                      <a:pt x="3" y="7"/>
                    </a:lnTo>
                    <a:lnTo>
                      <a:pt x="3" y="8"/>
                    </a:lnTo>
                    <a:lnTo>
                      <a:pt x="5" y="8"/>
                    </a:lnTo>
                    <a:lnTo>
                      <a:pt x="5" y="7"/>
                    </a:lnTo>
                    <a:lnTo>
                      <a:pt x="3" y="8"/>
                    </a:lnTo>
                    <a:close/>
                  </a:path>
                </a:pathLst>
              </a:custGeom>
              <a:solidFill>
                <a:srgbClr val="000000"/>
              </a:solidFill>
              <a:ln>
                <a:noFill/>
                <a:round/>
              </a:ln>
            </p:spPr>
          </p:sp>
          <p:sp>
            <p:nvSpPr>
              <p:cNvPr id="93810" name=""/>
              <p:cNvSpPr/>
              <p:nvPr/>
            </p:nvSpPr>
            <p:spPr>
              <a:xfrm>
                <a:off x="1862" y="2153"/>
                <a:ext cx="44" cy="2"/>
              </a:xfrm>
              <a:custGeom>
                <a:pathLst>
                  <a:path w="132" h="4">
                    <a:moveTo>
                      <a:pt x="0" y="0"/>
                    </a:moveTo>
                    <a:lnTo>
                      <a:pt x="1" y="4"/>
                    </a:lnTo>
                    <a:lnTo>
                      <a:pt x="132" y="4"/>
                    </a:lnTo>
                    <a:lnTo>
                      <a:pt x="132" y="0"/>
                    </a:lnTo>
                    <a:lnTo>
                      <a:pt x="1" y="0"/>
                    </a:lnTo>
                    <a:lnTo>
                      <a:pt x="0" y="0"/>
                    </a:lnTo>
                    <a:lnTo>
                      <a:pt x="0" y="4"/>
                    </a:lnTo>
                    <a:lnTo>
                      <a:pt x="1" y="4"/>
                    </a:lnTo>
                    <a:lnTo>
                      <a:pt x="0" y="0"/>
                    </a:lnTo>
                    <a:close/>
                  </a:path>
                </a:pathLst>
              </a:custGeom>
              <a:solidFill>
                <a:srgbClr val="000000"/>
              </a:solidFill>
              <a:ln>
                <a:noFill/>
                <a:round/>
              </a:ln>
            </p:spPr>
          </p:sp>
          <p:sp>
            <p:nvSpPr>
              <p:cNvPr id="93811" name=""/>
              <p:cNvSpPr/>
              <p:nvPr/>
            </p:nvSpPr>
            <p:spPr>
              <a:xfrm>
                <a:off x="1862" y="2151"/>
                <a:ext cx="1" cy="4"/>
              </a:xfrm>
              <a:custGeom>
                <a:pathLst>
                  <a:path w="3" h="8">
                    <a:moveTo>
                      <a:pt x="3" y="0"/>
                    </a:moveTo>
                    <a:lnTo>
                      <a:pt x="0" y="0"/>
                    </a:lnTo>
                    <a:lnTo>
                      <a:pt x="0" y="8"/>
                    </a:lnTo>
                    <a:lnTo>
                      <a:pt x="3" y="8"/>
                    </a:lnTo>
                    <a:lnTo>
                      <a:pt x="3" y="0"/>
                    </a:lnTo>
                    <a:lnTo>
                      <a:pt x="3" y="2"/>
                    </a:lnTo>
                    <a:lnTo>
                      <a:pt x="3" y="0"/>
                    </a:lnTo>
                    <a:lnTo>
                      <a:pt x="0" y="0"/>
                    </a:lnTo>
                    <a:lnTo>
                      <a:pt x="3" y="0"/>
                    </a:lnTo>
                    <a:close/>
                  </a:path>
                </a:pathLst>
              </a:custGeom>
              <a:solidFill>
                <a:srgbClr val="000000"/>
              </a:solidFill>
              <a:ln>
                <a:noFill/>
                <a:round/>
              </a:ln>
            </p:spPr>
          </p:sp>
          <p:sp>
            <p:nvSpPr>
              <p:cNvPr id="93812" name=""/>
              <p:cNvSpPr/>
              <p:nvPr/>
            </p:nvSpPr>
            <p:spPr>
              <a:xfrm>
                <a:off x="1863" y="2153"/>
                <a:ext cx="44" cy="23"/>
              </a:xfrm>
              <a:custGeom>
                <a:pathLst>
                  <a:path w="131" h="45">
                    <a:moveTo>
                      <a:pt x="3" y="0"/>
                    </a:moveTo>
                    <a:lnTo>
                      <a:pt x="129" y="0"/>
                    </a:lnTo>
                    <a:lnTo>
                      <a:pt x="130" y="0"/>
                    </a:lnTo>
                    <a:lnTo>
                      <a:pt x="131" y="1"/>
                    </a:lnTo>
                    <a:lnTo>
                      <a:pt x="131" y="2"/>
                    </a:lnTo>
                    <a:lnTo>
                      <a:pt x="131" y="42"/>
                    </a:lnTo>
                    <a:lnTo>
                      <a:pt x="131" y="43"/>
                    </a:lnTo>
                    <a:lnTo>
                      <a:pt x="131" y="44"/>
                    </a:lnTo>
                    <a:lnTo>
                      <a:pt x="130" y="44"/>
                    </a:lnTo>
                    <a:lnTo>
                      <a:pt x="130" y="45"/>
                    </a:lnTo>
                    <a:lnTo>
                      <a:pt x="129" y="45"/>
                    </a:lnTo>
                    <a:lnTo>
                      <a:pt x="3" y="45"/>
                    </a:lnTo>
                    <a:lnTo>
                      <a:pt x="1" y="45"/>
                    </a:lnTo>
                    <a:lnTo>
                      <a:pt x="0" y="45"/>
                    </a:lnTo>
                    <a:lnTo>
                      <a:pt x="0" y="44"/>
                    </a:lnTo>
                    <a:lnTo>
                      <a:pt x="0" y="43"/>
                    </a:lnTo>
                    <a:lnTo>
                      <a:pt x="0" y="42"/>
                    </a:lnTo>
                    <a:lnTo>
                      <a:pt x="0" y="2"/>
                    </a:lnTo>
                    <a:lnTo>
                      <a:pt x="0" y="1"/>
                    </a:lnTo>
                    <a:lnTo>
                      <a:pt x="0" y="0"/>
                    </a:lnTo>
                    <a:lnTo>
                      <a:pt x="3" y="0"/>
                    </a:lnTo>
                    <a:close/>
                  </a:path>
                </a:pathLst>
              </a:custGeom>
              <a:solidFill>
                <a:srgbClr val="C0C080"/>
              </a:solidFill>
              <a:ln>
                <a:noFill/>
                <a:round/>
              </a:ln>
            </p:spPr>
          </p:sp>
          <p:sp>
            <p:nvSpPr>
              <p:cNvPr id="93813" name=""/>
              <p:cNvSpPr/>
              <p:nvPr/>
            </p:nvSpPr>
            <p:spPr>
              <a:xfrm>
                <a:off x="1873" y="2156"/>
                <a:ext cx="18" cy="18"/>
              </a:xfrm>
              <a:custGeom>
                <a:pathLst>
                  <a:path w="54" h="38">
                    <a:moveTo>
                      <a:pt x="3" y="0"/>
                    </a:moveTo>
                    <a:lnTo>
                      <a:pt x="51" y="0"/>
                    </a:lnTo>
                    <a:lnTo>
                      <a:pt x="52" y="0"/>
                    </a:lnTo>
                    <a:lnTo>
                      <a:pt x="53" y="2"/>
                    </a:lnTo>
                    <a:lnTo>
                      <a:pt x="53" y="3"/>
                    </a:lnTo>
                    <a:lnTo>
                      <a:pt x="54" y="4"/>
                    </a:lnTo>
                    <a:lnTo>
                      <a:pt x="54" y="5"/>
                    </a:lnTo>
                    <a:lnTo>
                      <a:pt x="54" y="34"/>
                    </a:lnTo>
                    <a:lnTo>
                      <a:pt x="53" y="36"/>
                    </a:lnTo>
                    <a:lnTo>
                      <a:pt x="53" y="37"/>
                    </a:lnTo>
                    <a:lnTo>
                      <a:pt x="53" y="38"/>
                    </a:lnTo>
                    <a:lnTo>
                      <a:pt x="52" y="38"/>
                    </a:lnTo>
                    <a:lnTo>
                      <a:pt x="51" y="38"/>
                    </a:lnTo>
                    <a:lnTo>
                      <a:pt x="3" y="38"/>
                    </a:lnTo>
                    <a:lnTo>
                      <a:pt x="2" y="38"/>
                    </a:lnTo>
                    <a:lnTo>
                      <a:pt x="1" y="37"/>
                    </a:lnTo>
                    <a:lnTo>
                      <a:pt x="0" y="36"/>
                    </a:lnTo>
                    <a:lnTo>
                      <a:pt x="0" y="34"/>
                    </a:lnTo>
                    <a:lnTo>
                      <a:pt x="0" y="5"/>
                    </a:lnTo>
                    <a:lnTo>
                      <a:pt x="0" y="4"/>
                    </a:lnTo>
                    <a:lnTo>
                      <a:pt x="1" y="3"/>
                    </a:lnTo>
                    <a:lnTo>
                      <a:pt x="1" y="2"/>
                    </a:lnTo>
                    <a:lnTo>
                      <a:pt x="2" y="0"/>
                    </a:lnTo>
                    <a:lnTo>
                      <a:pt x="3" y="0"/>
                    </a:lnTo>
                    <a:close/>
                  </a:path>
                </a:pathLst>
              </a:custGeom>
              <a:solidFill>
                <a:srgbClr val="00DFCA"/>
              </a:solidFill>
              <a:ln>
                <a:noFill/>
                <a:round/>
              </a:ln>
            </p:spPr>
          </p:sp>
          <p:sp>
            <p:nvSpPr>
              <p:cNvPr id="93814" name=""/>
              <p:cNvSpPr/>
              <p:nvPr/>
            </p:nvSpPr>
            <p:spPr>
              <a:xfrm>
                <a:off x="1875" y="2156"/>
                <a:ext cx="31" cy="16"/>
              </a:xfrm>
              <a:custGeom>
                <a:pathLst>
                  <a:path w="91" h="30">
                    <a:moveTo>
                      <a:pt x="0" y="0"/>
                    </a:moveTo>
                    <a:lnTo>
                      <a:pt x="91" y="0"/>
                    </a:lnTo>
                    <a:lnTo>
                      <a:pt x="91" y="21"/>
                    </a:lnTo>
                    <a:lnTo>
                      <a:pt x="13" y="21"/>
                    </a:lnTo>
                    <a:lnTo>
                      <a:pt x="13" y="30"/>
                    </a:lnTo>
                    <a:lnTo>
                      <a:pt x="0" y="30"/>
                    </a:lnTo>
                    <a:lnTo>
                      <a:pt x="0" y="0"/>
                    </a:lnTo>
                    <a:close/>
                  </a:path>
                </a:pathLst>
              </a:custGeom>
              <a:solidFill>
                <a:srgbClr val="404010"/>
              </a:solidFill>
              <a:ln>
                <a:noFill/>
                <a:round/>
              </a:ln>
            </p:spPr>
          </p:sp>
          <p:sp>
            <p:nvSpPr>
              <p:cNvPr id="93815" name=""/>
              <p:cNvSpPr/>
              <p:nvPr/>
            </p:nvSpPr>
            <p:spPr>
              <a:xfrm>
                <a:off x="1863" y="2148"/>
                <a:ext cx="44" cy="5"/>
              </a:xfrm>
              <a:prstGeom prst="rect">
                <a:avLst/>
              </a:prstGeom>
              <a:solidFill>
                <a:srgbClr val="C0C080"/>
              </a:solidFill>
              <a:ln>
                <a:noFill/>
                <a:miter lim="800000"/>
              </a:ln>
            </p:spPr>
          </p:sp>
          <p:sp>
            <p:nvSpPr>
              <p:cNvPr id="93816" name=""/>
              <p:cNvSpPr/>
              <p:nvPr/>
            </p:nvSpPr>
            <p:spPr>
              <a:xfrm>
                <a:off x="1862" y="2105"/>
                <a:ext cx="46" cy="5"/>
              </a:xfrm>
              <a:custGeom>
                <a:pathLst>
                  <a:path w="140" h="9">
                    <a:moveTo>
                      <a:pt x="2" y="0"/>
                    </a:moveTo>
                    <a:lnTo>
                      <a:pt x="137" y="0"/>
                    </a:lnTo>
                    <a:lnTo>
                      <a:pt x="138" y="0"/>
                    </a:lnTo>
                    <a:lnTo>
                      <a:pt x="140" y="3"/>
                    </a:lnTo>
                    <a:lnTo>
                      <a:pt x="140" y="7"/>
                    </a:lnTo>
                    <a:lnTo>
                      <a:pt x="137" y="9"/>
                    </a:lnTo>
                    <a:lnTo>
                      <a:pt x="2" y="9"/>
                    </a:lnTo>
                    <a:lnTo>
                      <a:pt x="1" y="7"/>
                    </a:lnTo>
                    <a:lnTo>
                      <a:pt x="0" y="6"/>
                    </a:lnTo>
                    <a:lnTo>
                      <a:pt x="0" y="2"/>
                    </a:lnTo>
                    <a:lnTo>
                      <a:pt x="2" y="0"/>
                    </a:lnTo>
                    <a:close/>
                  </a:path>
                </a:pathLst>
              </a:custGeom>
              <a:solidFill>
                <a:srgbClr val="E0D0A0"/>
              </a:solidFill>
              <a:ln>
                <a:noFill/>
                <a:round/>
              </a:ln>
            </p:spPr>
          </p:sp>
          <p:sp>
            <p:nvSpPr>
              <p:cNvPr id="93817" name=""/>
              <p:cNvSpPr/>
              <p:nvPr/>
            </p:nvSpPr>
            <p:spPr>
              <a:xfrm>
                <a:off x="1865" y="2120"/>
                <a:ext cx="9" cy="3"/>
              </a:xfrm>
              <a:custGeom>
                <a:pathLst>
                  <a:path w="27" h="6">
                    <a:moveTo>
                      <a:pt x="1" y="0"/>
                    </a:moveTo>
                    <a:lnTo>
                      <a:pt x="27" y="0"/>
                    </a:lnTo>
                    <a:lnTo>
                      <a:pt x="27" y="3"/>
                    </a:lnTo>
                    <a:lnTo>
                      <a:pt x="27" y="6"/>
                    </a:lnTo>
                    <a:lnTo>
                      <a:pt x="1" y="6"/>
                    </a:lnTo>
                    <a:lnTo>
                      <a:pt x="0" y="4"/>
                    </a:lnTo>
                    <a:lnTo>
                      <a:pt x="0" y="0"/>
                    </a:lnTo>
                    <a:lnTo>
                      <a:pt x="1" y="0"/>
                    </a:lnTo>
                    <a:close/>
                  </a:path>
                </a:pathLst>
              </a:custGeom>
              <a:solidFill>
                <a:srgbClr val="E0E0B0"/>
              </a:solidFill>
              <a:ln>
                <a:noFill/>
                <a:round/>
              </a:ln>
            </p:spPr>
          </p:sp>
          <p:sp>
            <p:nvSpPr>
              <p:cNvPr id="93818" name=""/>
              <p:cNvSpPr/>
              <p:nvPr/>
            </p:nvSpPr>
            <p:spPr>
              <a:xfrm>
                <a:off x="1873" y="2121"/>
                <a:ext cx="18" cy="2"/>
              </a:xfrm>
              <a:custGeom>
                <a:pathLst>
                  <a:path w="55" h="5">
                    <a:moveTo>
                      <a:pt x="0" y="0"/>
                    </a:moveTo>
                    <a:lnTo>
                      <a:pt x="55" y="0"/>
                    </a:lnTo>
                    <a:lnTo>
                      <a:pt x="0" y="5"/>
                    </a:lnTo>
                    <a:lnTo>
                      <a:pt x="0" y="0"/>
                    </a:lnTo>
                    <a:close/>
                  </a:path>
                </a:pathLst>
              </a:custGeom>
              <a:solidFill>
                <a:srgbClr val="E0E0B0"/>
              </a:solidFill>
              <a:ln>
                <a:noFill/>
                <a:round/>
              </a:ln>
            </p:spPr>
          </p:sp>
          <p:sp>
            <p:nvSpPr>
              <p:cNvPr id="93819" name=""/>
              <p:cNvSpPr/>
              <p:nvPr/>
            </p:nvSpPr>
            <p:spPr>
              <a:xfrm>
                <a:off x="1891" y="2120"/>
                <a:ext cx="15" cy="3"/>
              </a:xfrm>
              <a:custGeom>
                <a:pathLst>
                  <a:path w="44" h="6">
                    <a:moveTo>
                      <a:pt x="1" y="0"/>
                    </a:moveTo>
                    <a:lnTo>
                      <a:pt x="42" y="0"/>
                    </a:lnTo>
                    <a:lnTo>
                      <a:pt x="44" y="3"/>
                    </a:lnTo>
                    <a:lnTo>
                      <a:pt x="42" y="6"/>
                    </a:lnTo>
                    <a:lnTo>
                      <a:pt x="1" y="6"/>
                    </a:lnTo>
                    <a:lnTo>
                      <a:pt x="0" y="3"/>
                    </a:lnTo>
                    <a:lnTo>
                      <a:pt x="1" y="0"/>
                    </a:lnTo>
                    <a:close/>
                  </a:path>
                </a:pathLst>
              </a:custGeom>
              <a:solidFill>
                <a:srgbClr val="E0E0B0"/>
              </a:solidFill>
              <a:ln>
                <a:noFill/>
                <a:round/>
              </a:ln>
            </p:spPr>
          </p:sp>
          <p:sp>
            <p:nvSpPr>
              <p:cNvPr id="93820" name=""/>
              <p:cNvSpPr/>
              <p:nvPr/>
            </p:nvSpPr>
            <p:spPr>
              <a:xfrm>
                <a:off x="1874" y="2122"/>
                <a:ext cx="17" cy="5"/>
              </a:xfrm>
              <a:custGeom>
                <a:pathLst>
                  <a:path w="53" h="10">
                    <a:moveTo>
                      <a:pt x="0" y="0"/>
                    </a:moveTo>
                    <a:lnTo>
                      <a:pt x="52" y="0"/>
                    </a:lnTo>
                    <a:lnTo>
                      <a:pt x="53" y="1"/>
                    </a:lnTo>
                    <a:lnTo>
                      <a:pt x="53" y="9"/>
                    </a:lnTo>
                    <a:lnTo>
                      <a:pt x="52" y="10"/>
                    </a:lnTo>
                    <a:lnTo>
                      <a:pt x="0" y="10"/>
                    </a:lnTo>
                    <a:lnTo>
                      <a:pt x="0" y="9"/>
                    </a:lnTo>
                    <a:lnTo>
                      <a:pt x="0" y="1"/>
                    </a:lnTo>
                    <a:lnTo>
                      <a:pt x="0" y="0"/>
                    </a:lnTo>
                    <a:close/>
                  </a:path>
                </a:pathLst>
              </a:custGeom>
              <a:solidFill>
                <a:srgbClr val="00DFCA"/>
              </a:solidFill>
              <a:ln>
                <a:noFill/>
                <a:round/>
              </a:ln>
            </p:spPr>
          </p:sp>
          <p:sp>
            <p:nvSpPr>
              <p:cNvPr id="93821" name=""/>
              <p:cNvSpPr/>
              <p:nvPr/>
            </p:nvSpPr>
            <p:spPr>
              <a:xfrm>
                <a:off x="1897" y="2114"/>
                <a:ext cx="5" cy="1"/>
              </a:xfrm>
              <a:prstGeom prst="rect">
                <a:avLst/>
              </a:prstGeom>
              <a:solidFill>
                <a:srgbClr val="F0E0C0"/>
              </a:solidFill>
              <a:ln>
                <a:noFill/>
                <a:miter lim="800000"/>
              </a:ln>
            </p:spPr>
          </p:sp>
          <p:sp>
            <p:nvSpPr>
              <p:cNvPr id="93822" name=""/>
              <p:cNvSpPr/>
              <p:nvPr/>
            </p:nvSpPr>
            <p:spPr>
              <a:xfrm>
                <a:off x="1894" y="2114"/>
                <a:ext cx="8" cy="7"/>
              </a:xfrm>
              <a:custGeom>
                <a:pathLst>
                  <a:path w="24" h="16">
                    <a:moveTo>
                      <a:pt x="7" y="0"/>
                    </a:moveTo>
                    <a:lnTo>
                      <a:pt x="0" y="13"/>
                    </a:lnTo>
                    <a:lnTo>
                      <a:pt x="0" y="16"/>
                    </a:lnTo>
                    <a:lnTo>
                      <a:pt x="19" y="16"/>
                    </a:lnTo>
                    <a:lnTo>
                      <a:pt x="24" y="7"/>
                    </a:lnTo>
                    <a:lnTo>
                      <a:pt x="8" y="7"/>
                    </a:lnTo>
                    <a:lnTo>
                      <a:pt x="7" y="0"/>
                    </a:lnTo>
                    <a:close/>
                  </a:path>
                </a:pathLst>
              </a:custGeom>
              <a:solidFill>
                <a:srgbClr val="808060"/>
              </a:solidFill>
              <a:ln>
                <a:noFill/>
                <a:round/>
              </a:ln>
            </p:spPr>
          </p:sp>
          <p:sp>
            <p:nvSpPr>
              <p:cNvPr id="93823" name=""/>
              <p:cNvSpPr/>
              <p:nvPr/>
            </p:nvSpPr>
            <p:spPr>
              <a:xfrm>
                <a:off x="1874" y="2122"/>
                <a:ext cx="3" cy="5"/>
              </a:xfrm>
              <a:custGeom>
                <a:pathLst>
                  <a:path w="9" h="8">
                    <a:moveTo>
                      <a:pt x="2" y="0"/>
                    </a:moveTo>
                    <a:lnTo>
                      <a:pt x="7" y="0"/>
                    </a:lnTo>
                    <a:lnTo>
                      <a:pt x="9" y="0"/>
                    </a:lnTo>
                    <a:lnTo>
                      <a:pt x="9" y="2"/>
                    </a:lnTo>
                    <a:lnTo>
                      <a:pt x="9" y="6"/>
                    </a:lnTo>
                    <a:lnTo>
                      <a:pt x="9" y="8"/>
                    </a:lnTo>
                    <a:lnTo>
                      <a:pt x="2" y="8"/>
                    </a:lnTo>
                    <a:lnTo>
                      <a:pt x="0" y="6"/>
                    </a:lnTo>
                    <a:lnTo>
                      <a:pt x="0" y="2"/>
                    </a:lnTo>
                    <a:lnTo>
                      <a:pt x="0" y="0"/>
                    </a:lnTo>
                    <a:lnTo>
                      <a:pt x="2" y="0"/>
                    </a:lnTo>
                    <a:close/>
                  </a:path>
                </a:pathLst>
              </a:custGeom>
              <a:solidFill>
                <a:srgbClr val="A0A070"/>
              </a:solidFill>
              <a:ln>
                <a:noFill/>
                <a:round/>
              </a:ln>
            </p:spPr>
          </p:sp>
          <p:sp>
            <p:nvSpPr>
              <p:cNvPr id="93824" name=""/>
              <p:cNvSpPr/>
              <p:nvPr/>
            </p:nvSpPr>
            <p:spPr>
              <a:xfrm>
                <a:off x="1874" y="2122"/>
                <a:ext cx="3" cy="4"/>
              </a:xfrm>
              <a:custGeom>
                <a:pathLst>
                  <a:path w="9" h="7">
                    <a:moveTo>
                      <a:pt x="4" y="0"/>
                    </a:moveTo>
                    <a:lnTo>
                      <a:pt x="7" y="0"/>
                    </a:lnTo>
                    <a:lnTo>
                      <a:pt x="9" y="0"/>
                    </a:lnTo>
                    <a:lnTo>
                      <a:pt x="9" y="3"/>
                    </a:lnTo>
                    <a:lnTo>
                      <a:pt x="9" y="7"/>
                    </a:lnTo>
                    <a:lnTo>
                      <a:pt x="4" y="7"/>
                    </a:lnTo>
                    <a:lnTo>
                      <a:pt x="2" y="7"/>
                    </a:lnTo>
                    <a:lnTo>
                      <a:pt x="0" y="7"/>
                    </a:lnTo>
                    <a:lnTo>
                      <a:pt x="0" y="3"/>
                    </a:lnTo>
                    <a:lnTo>
                      <a:pt x="2" y="3"/>
                    </a:lnTo>
                    <a:lnTo>
                      <a:pt x="2" y="0"/>
                    </a:lnTo>
                    <a:lnTo>
                      <a:pt x="4" y="0"/>
                    </a:lnTo>
                    <a:close/>
                  </a:path>
                </a:pathLst>
              </a:custGeom>
              <a:solidFill>
                <a:srgbClr val="A0FF00"/>
              </a:solidFill>
              <a:ln>
                <a:noFill/>
                <a:round/>
              </a:ln>
            </p:spPr>
          </p:sp>
          <p:sp>
            <p:nvSpPr>
              <p:cNvPr id="93825" name=""/>
              <p:cNvSpPr/>
              <p:nvPr/>
            </p:nvSpPr>
            <p:spPr>
              <a:xfrm>
                <a:off x="1875" y="2122"/>
                <a:ext cx="1" cy="3"/>
              </a:xfrm>
              <a:custGeom>
                <a:pathLst>
                  <a:path w="2" h="6">
                    <a:moveTo>
                      <a:pt x="2" y="0"/>
                    </a:moveTo>
                    <a:lnTo>
                      <a:pt x="2" y="6"/>
                    </a:lnTo>
                    <a:lnTo>
                      <a:pt x="0" y="6"/>
                    </a:lnTo>
                    <a:lnTo>
                      <a:pt x="2" y="0"/>
                    </a:lnTo>
                    <a:close/>
                  </a:path>
                </a:pathLst>
              </a:custGeom>
              <a:solidFill>
                <a:srgbClr val="FFFFFF"/>
              </a:solidFill>
              <a:ln>
                <a:noFill/>
                <a:round/>
              </a:ln>
            </p:spPr>
          </p:sp>
          <p:sp>
            <p:nvSpPr>
              <p:cNvPr id="93826" name=""/>
              <p:cNvSpPr/>
              <p:nvPr/>
            </p:nvSpPr>
            <p:spPr>
              <a:xfrm>
                <a:off x="1868" y="2107"/>
                <a:ext cx="3" cy="3"/>
              </a:xfrm>
              <a:custGeom>
                <a:pathLst>
                  <a:path w="9" h="6">
                    <a:moveTo>
                      <a:pt x="2" y="0"/>
                    </a:moveTo>
                    <a:lnTo>
                      <a:pt x="7" y="0"/>
                    </a:lnTo>
                    <a:lnTo>
                      <a:pt x="9" y="0"/>
                    </a:lnTo>
                    <a:lnTo>
                      <a:pt x="9" y="3"/>
                    </a:lnTo>
                    <a:lnTo>
                      <a:pt x="9" y="4"/>
                    </a:lnTo>
                    <a:lnTo>
                      <a:pt x="7" y="6"/>
                    </a:lnTo>
                    <a:lnTo>
                      <a:pt x="2" y="6"/>
                    </a:lnTo>
                    <a:lnTo>
                      <a:pt x="0" y="4"/>
                    </a:lnTo>
                    <a:lnTo>
                      <a:pt x="0" y="3"/>
                    </a:lnTo>
                    <a:lnTo>
                      <a:pt x="0" y="0"/>
                    </a:lnTo>
                    <a:lnTo>
                      <a:pt x="2" y="0"/>
                    </a:lnTo>
                    <a:close/>
                  </a:path>
                </a:pathLst>
              </a:custGeom>
              <a:solidFill>
                <a:srgbClr val="A0A070"/>
              </a:solidFill>
              <a:ln>
                <a:noFill/>
                <a:round/>
              </a:ln>
            </p:spPr>
          </p:sp>
          <p:sp>
            <p:nvSpPr>
              <p:cNvPr id="93827" name=""/>
              <p:cNvSpPr/>
              <p:nvPr/>
            </p:nvSpPr>
            <p:spPr>
              <a:xfrm>
                <a:off x="1868" y="2107"/>
                <a:ext cx="3" cy="3"/>
              </a:xfrm>
              <a:custGeom>
                <a:pathLst>
                  <a:path w="9" h="6">
                    <a:moveTo>
                      <a:pt x="2" y="0"/>
                    </a:moveTo>
                    <a:lnTo>
                      <a:pt x="7" y="0"/>
                    </a:lnTo>
                    <a:lnTo>
                      <a:pt x="9" y="3"/>
                    </a:lnTo>
                    <a:lnTo>
                      <a:pt x="9" y="4"/>
                    </a:lnTo>
                    <a:lnTo>
                      <a:pt x="7" y="4"/>
                    </a:lnTo>
                    <a:lnTo>
                      <a:pt x="7" y="6"/>
                    </a:lnTo>
                    <a:lnTo>
                      <a:pt x="2" y="6"/>
                    </a:lnTo>
                    <a:lnTo>
                      <a:pt x="2" y="4"/>
                    </a:lnTo>
                    <a:lnTo>
                      <a:pt x="0" y="4"/>
                    </a:lnTo>
                    <a:lnTo>
                      <a:pt x="0" y="3"/>
                    </a:lnTo>
                    <a:lnTo>
                      <a:pt x="2" y="3"/>
                    </a:lnTo>
                    <a:lnTo>
                      <a:pt x="2" y="0"/>
                    </a:lnTo>
                    <a:close/>
                  </a:path>
                </a:pathLst>
              </a:custGeom>
              <a:solidFill>
                <a:srgbClr val="A0FF00"/>
              </a:solidFill>
              <a:ln>
                <a:noFill/>
                <a:round/>
              </a:ln>
            </p:spPr>
          </p:sp>
          <p:sp>
            <p:nvSpPr>
              <p:cNvPr id="93828" name=""/>
              <p:cNvSpPr/>
              <p:nvPr/>
            </p:nvSpPr>
            <p:spPr>
              <a:xfrm>
                <a:off x="1896" y="2107"/>
                <a:ext cx="3" cy="3"/>
              </a:xfrm>
              <a:custGeom>
                <a:pathLst>
                  <a:path w="9" h="6">
                    <a:moveTo>
                      <a:pt x="1" y="0"/>
                    </a:moveTo>
                    <a:lnTo>
                      <a:pt x="6" y="0"/>
                    </a:lnTo>
                    <a:lnTo>
                      <a:pt x="8" y="0"/>
                    </a:lnTo>
                    <a:lnTo>
                      <a:pt x="9" y="3"/>
                    </a:lnTo>
                    <a:lnTo>
                      <a:pt x="8" y="4"/>
                    </a:lnTo>
                    <a:lnTo>
                      <a:pt x="8" y="6"/>
                    </a:lnTo>
                    <a:lnTo>
                      <a:pt x="1" y="6"/>
                    </a:lnTo>
                    <a:lnTo>
                      <a:pt x="1" y="4"/>
                    </a:lnTo>
                    <a:lnTo>
                      <a:pt x="0" y="4"/>
                    </a:lnTo>
                    <a:lnTo>
                      <a:pt x="0" y="3"/>
                    </a:lnTo>
                    <a:lnTo>
                      <a:pt x="1" y="0"/>
                    </a:lnTo>
                    <a:close/>
                  </a:path>
                </a:pathLst>
              </a:custGeom>
              <a:solidFill>
                <a:srgbClr val="A0A070"/>
              </a:solidFill>
              <a:ln>
                <a:noFill/>
                <a:round/>
              </a:ln>
            </p:spPr>
          </p:sp>
          <p:sp>
            <p:nvSpPr>
              <p:cNvPr id="93829" name=""/>
              <p:cNvSpPr/>
              <p:nvPr/>
            </p:nvSpPr>
            <p:spPr>
              <a:xfrm>
                <a:off x="1896" y="2107"/>
                <a:ext cx="3" cy="3"/>
              </a:xfrm>
              <a:custGeom>
                <a:pathLst>
                  <a:path w="8" h="6">
                    <a:moveTo>
                      <a:pt x="0" y="0"/>
                    </a:moveTo>
                    <a:lnTo>
                      <a:pt x="6" y="0"/>
                    </a:lnTo>
                    <a:lnTo>
                      <a:pt x="8" y="0"/>
                    </a:lnTo>
                    <a:lnTo>
                      <a:pt x="8" y="4"/>
                    </a:lnTo>
                    <a:lnTo>
                      <a:pt x="8" y="6"/>
                    </a:lnTo>
                    <a:lnTo>
                      <a:pt x="6" y="6"/>
                    </a:lnTo>
                    <a:lnTo>
                      <a:pt x="0" y="6"/>
                    </a:lnTo>
                    <a:lnTo>
                      <a:pt x="0" y="4"/>
                    </a:lnTo>
                    <a:lnTo>
                      <a:pt x="0" y="0"/>
                    </a:lnTo>
                    <a:close/>
                  </a:path>
                </a:pathLst>
              </a:custGeom>
              <a:solidFill>
                <a:srgbClr val="A0FF00"/>
              </a:solidFill>
              <a:ln>
                <a:noFill/>
                <a:round/>
              </a:ln>
            </p:spPr>
          </p:sp>
          <p:sp>
            <p:nvSpPr>
              <p:cNvPr id="93830" name=""/>
              <p:cNvSpPr/>
              <p:nvPr/>
            </p:nvSpPr>
            <p:spPr>
              <a:xfrm>
                <a:off x="1896" y="2107"/>
                <a:ext cx="1" cy="1"/>
              </a:xfrm>
              <a:prstGeom prst="rect">
                <a:avLst/>
              </a:prstGeom>
              <a:solidFill>
                <a:srgbClr val="FFFFFF"/>
              </a:solidFill>
              <a:ln>
                <a:noFill/>
                <a:miter lim="800000"/>
              </a:ln>
            </p:spPr>
          </p:sp>
          <p:sp>
            <p:nvSpPr>
              <p:cNvPr id="93831" name=""/>
              <p:cNvSpPr/>
              <p:nvPr/>
            </p:nvSpPr>
            <p:spPr>
              <a:xfrm>
                <a:off x="1874" y="2141"/>
                <a:ext cx="3" cy="4"/>
              </a:xfrm>
              <a:custGeom>
                <a:pathLst>
                  <a:path w="9" h="8">
                    <a:moveTo>
                      <a:pt x="2" y="0"/>
                    </a:moveTo>
                    <a:lnTo>
                      <a:pt x="7" y="0"/>
                    </a:lnTo>
                    <a:lnTo>
                      <a:pt x="9" y="3"/>
                    </a:lnTo>
                    <a:lnTo>
                      <a:pt x="9" y="5"/>
                    </a:lnTo>
                    <a:lnTo>
                      <a:pt x="9" y="6"/>
                    </a:lnTo>
                    <a:lnTo>
                      <a:pt x="9" y="8"/>
                    </a:lnTo>
                    <a:lnTo>
                      <a:pt x="2" y="8"/>
                    </a:lnTo>
                    <a:lnTo>
                      <a:pt x="2" y="6"/>
                    </a:lnTo>
                    <a:lnTo>
                      <a:pt x="0" y="6"/>
                    </a:lnTo>
                    <a:lnTo>
                      <a:pt x="0" y="5"/>
                    </a:lnTo>
                    <a:lnTo>
                      <a:pt x="0" y="3"/>
                    </a:lnTo>
                    <a:lnTo>
                      <a:pt x="2" y="3"/>
                    </a:lnTo>
                    <a:lnTo>
                      <a:pt x="2" y="0"/>
                    </a:lnTo>
                    <a:close/>
                  </a:path>
                </a:pathLst>
              </a:custGeom>
              <a:solidFill>
                <a:srgbClr val="A0A070"/>
              </a:solidFill>
              <a:ln>
                <a:noFill/>
                <a:round/>
              </a:ln>
            </p:spPr>
          </p:sp>
          <p:sp>
            <p:nvSpPr>
              <p:cNvPr id="93832" name=""/>
              <p:cNvSpPr/>
              <p:nvPr/>
            </p:nvSpPr>
            <p:spPr>
              <a:xfrm>
                <a:off x="1874" y="2142"/>
                <a:ext cx="3" cy="3"/>
              </a:xfrm>
              <a:custGeom>
                <a:pathLst>
                  <a:path w="9" h="6">
                    <a:moveTo>
                      <a:pt x="4" y="0"/>
                    </a:moveTo>
                    <a:lnTo>
                      <a:pt x="7" y="0"/>
                    </a:lnTo>
                    <a:lnTo>
                      <a:pt x="9" y="0"/>
                    </a:lnTo>
                    <a:lnTo>
                      <a:pt x="9" y="4"/>
                    </a:lnTo>
                    <a:lnTo>
                      <a:pt x="9" y="6"/>
                    </a:lnTo>
                    <a:lnTo>
                      <a:pt x="4" y="6"/>
                    </a:lnTo>
                    <a:lnTo>
                      <a:pt x="2" y="6"/>
                    </a:lnTo>
                    <a:lnTo>
                      <a:pt x="0" y="6"/>
                    </a:lnTo>
                    <a:lnTo>
                      <a:pt x="0" y="4"/>
                    </a:lnTo>
                    <a:lnTo>
                      <a:pt x="2" y="0"/>
                    </a:lnTo>
                    <a:lnTo>
                      <a:pt x="4" y="0"/>
                    </a:lnTo>
                    <a:close/>
                  </a:path>
                </a:pathLst>
              </a:custGeom>
              <a:solidFill>
                <a:srgbClr val="A0FF00"/>
              </a:solidFill>
              <a:ln>
                <a:noFill/>
                <a:round/>
              </a:ln>
            </p:spPr>
          </p:sp>
          <p:sp>
            <p:nvSpPr>
              <p:cNvPr id="93833" name=""/>
              <p:cNvSpPr/>
              <p:nvPr/>
            </p:nvSpPr>
            <p:spPr>
              <a:xfrm>
                <a:off x="1875" y="2142"/>
                <a:ext cx="1" cy="2"/>
              </a:xfrm>
              <a:custGeom>
                <a:pathLst>
                  <a:path w="2" h="5">
                    <a:moveTo>
                      <a:pt x="2" y="0"/>
                    </a:moveTo>
                    <a:lnTo>
                      <a:pt x="2" y="5"/>
                    </a:lnTo>
                    <a:lnTo>
                      <a:pt x="0" y="5"/>
                    </a:lnTo>
                    <a:lnTo>
                      <a:pt x="2" y="0"/>
                    </a:lnTo>
                    <a:close/>
                  </a:path>
                </a:pathLst>
              </a:custGeom>
              <a:solidFill>
                <a:srgbClr val="FFFFFF"/>
              </a:solidFill>
              <a:ln>
                <a:noFill/>
                <a:round/>
              </a:ln>
            </p:spPr>
          </p:sp>
          <p:sp>
            <p:nvSpPr>
              <p:cNvPr id="93834" name=""/>
              <p:cNvSpPr/>
              <p:nvPr/>
            </p:nvSpPr>
            <p:spPr>
              <a:xfrm>
                <a:off x="1865" y="2170"/>
                <a:ext cx="3" cy="4"/>
              </a:xfrm>
              <a:custGeom>
                <a:pathLst>
                  <a:path w="9" h="7">
                    <a:moveTo>
                      <a:pt x="3" y="0"/>
                    </a:moveTo>
                    <a:lnTo>
                      <a:pt x="8" y="0"/>
                    </a:lnTo>
                    <a:lnTo>
                      <a:pt x="8" y="2"/>
                    </a:lnTo>
                    <a:lnTo>
                      <a:pt x="9" y="2"/>
                    </a:lnTo>
                    <a:lnTo>
                      <a:pt x="9" y="3"/>
                    </a:lnTo>
                    <a:lnTo>
                      <a:pt x="8" y="6"/>
                    </a:lnTo>
                    <a:lnTo>
                      <a:pt x="8" y="7"/>
                    </a:lnTo>
                    <a:lnTo>
                      <a:pt x="3" y="7"/>
                    </a:lnTo>
                    <a:lnTo>
                      <a:pt x="1" y="7"/>
                    </a:lnTo>
                    <a:lnTo>
                      <a:pt x="1" y="6"/>
                    </a:lnTo>
                    <a:lnTo>
                      <a:pt x="0" y="6"/>
                    </a:lnTo>
                    <a:lnTo>
                      <a:pt x="0" y="3"/>
                    </a:lnTo>
                    <a:lnTo>
                      <a:pt x="1" y="2"/>
                    </a:lnTo>
                    <a:lnTo>
                      <a:pt x="1" y="0"/>
                    </a:lnTo>
                    <a:lnTo>
                      <a:pt x="3" y="0"/>
                    </a:lnTo>
                    <a:close/>
                  </a:path>
                </a:pathLst>
              </a:custGeom>
              <a:solidFill>
                <a:srgbClr val="A0A070"/>
              </a:solidFill>
              <a:ln>
                <a:noFill/>
                <a:round/>
              </a:ln>
            </p:spPr>
          </p:sp>
          <p:sp>
            <p:nvSpPr>
              <p:cNvPr id="93835" name=""/>
              <p:cNvSpPr/>
              <p:nvPr/>
            </p:nvSpPr>
            <p:spPr>
              <a:xfrm>
                <a:off x="1866" y="2171"/>
                <a:ext cx="2" cy="2"/>
              </a:xfrm>
              <a:custGeom>
                <a:pathLst>
                  <a:path w="6" h="5">
                    <a:moveTo>
                      <a:pt x="0" y="0"/>
                    </a:moveTo>
                    <a:lnTo>
                      <a:pt x="0" y="5"/>
                    </a:lnTo>
                    <a:lnTo>
                      <a:pt x="6" y="5"/>
                    </a:lnTo>
                    <a:lnTo>
                      <a:pt x="0" y="0"/>
                    </a:lnTo>
                    <a:close/>
                  </a:path>
                </a:pathLst>
              </a:custGeom>
              <a:solidFill>
                <a:srgbClr val="A0FF00"/>
              </a:solidFill>
              <a:ln>
                <a:noFill/>
                <a:round/>
              </a:ln>
            </p:spPr>
          </p:sp>
          <p:sp>
            <p:nvSpPr>
              <p:cNvPr id="93836" name=""/>
              <p:cNvSpPr/>
              <p:nvPr/>
            </p:nvSpPr>
            <p:spPr>
              <a:xfrm>
                <a:off x="1866" y="2171"/>
                <a:ext cx="2" cy="2"/>
              </a:xfrm>
              <a:custGeom>
                <a:pathLst>
                  <a:path w="6" h="5">
                    <a:moveTo>
                      <a:pt x="0" y="0"/>
                    </a:moveTo>
                    <a:lnTo>
                      <a:pt x="0" y="5"/>
                    </a:lnTo>
                    <a:lnTo>
                      <a:pt x="6" y="5"/>
                    </a:lnTo>
                    <a:lnTo>
                      <a:pt x="0" y="0"/>
                    </a:lnTo>
                    <a:close/>
                  </a:path>
                </a:pathLst>
              </a:custGeom>
              <a:solidFill>
                <a:srgbClr val="A0FF00"/>
              </a:solidFill>
              <a:ln>
                <a:noFill/>
                <a:round/>
              </a:ln>
            </p:spPr>
          </p:sp>
          <p:sp>
            <p:nvSpPr>
              <p:cNvPr id="93837" name=""/>
              <p:cNvSpPr/>
              <p:nvPr/>
            </p:nvSpPr>
            <p:spPr>
              <a:xfrm>
                <a:off x="1866" y="2170"/>
                <a:ext cx="2" cy="2"/>
              </a:xfrm>
              <a:custGeom>
                <a:pathLst>
                  <a:path w="6" h="3">
                    <a:moveTo>
                      <a:pt x="0" y="0"/>
                    </a:moveTo>
                    <a:lnTo>
                      <a:pt x="0" y="3"/>
                    </a:lnTo>
                    <a:lnTo>
                      <a:pt x="6" y="3"/>
                    </a:lnTo>
                    <a:lnTo>
                      <a:pt x="0" y="0"/>
                    </a:lnTo>
                    <a:close/>
                  </a:path>
                </a:pathLst>
              </a:custGeom>
              <a:solidFill>
                <a:srgbClr val="A0FF00"/>
              </a:solidFill>
              <a:ln>
                <a:noFill/>
                <a:round/>
              </a:ln>
            </p:spPr>
          </p:sp>
          <p:sp>
            <p:nvSpPr>
              <p:cNvPr id="93838" name=""/>
              <p:cNvSpPr/>
              <p:nvPr/>
            </p:nvSpPr>
            <p:spPr>
              <a:xfrm>
                <a:off x="1866" y="2171"/>
                <a:ext cx="2" cy="2"/>
              </a:xfrm>
              <a:custGeom>
                <a:pathLst>
                  <a:path w="5" h="5">
                    <a:moveTo>
                      <a:pt x="0" y="0"/>
                    </a:moveTo>
                    <a:lnTo>
                      <a:pt x="5" y="0"/>
                    </a:lnTo>
                    <a:lnTo>
                      <a:pt x="0" y="5"/>
                    </a:lnTo>
                    <a:lnTo>
                      <a:pt x="0" y="0"/>
                    </a:lnTo>
                    <a:close/>
                  </a:path>
                </a:pathLst>
              </a:custGeom>
              <a:solidFill>
                <a:srgbClr val="FFFFFF"/>
              </a:solidFill>
              <a:ln>
                <a:noFill/>
                <a:round/>
              </a:ln>
            </p:spPr>
          </p:sp>
          <p:sp>
            <p:nvSpPr>
              <p:cNvPr id="93839" name=""/>
              <p:cNvSpPr/>
              <p:nvPr/>
            </p:nvSpPr>
            <p:spPr>
              <a:xfrm>
                <a:off x="1865" y="2118"/>
                <a:ext cx="40" cy="3"/>
              </a:xfrm>
              <a:prstGeom prst="rect">
                <a:avLst/>
              </a:prstGeom>
              <a:solidFill>
                <a:srgbClr val="505020"/>
              </a:solidFill>
              <a:ln>
                <a:noFill/>
                <a:miter lim="800000"/>
              </a:ln>
            </p:spPr>
          </p:sp>
          <p:sp>
            <p:nvSpPr>
              <p:cNvPr id="93840" name=""/>
              <p:cNvSpPr/>
              <p:nvPr/>
            </p:nvSpPr>
            <p:spPr>
              <a:xfrm>
                <a:off x="1874" y="2115"/>
                <a:ext cx="1" cy="5"/>
              </a:xfrm>
              <a:custGeom>
                <a:pathLst>
                  <a:path w="5" h="10">
                    <a:moveTo>
                      <a:pt x="3" y="0"/>
                    </a:moveTo>
                    <a:lnTo>
                      <a:pt x="5" y="1"/>
                    </a:lnTo>
                    <a:lnTo>
                      <a:pt x="5" y="9"/>
                    </a:lnTo>
                    <a:lnTo>
                      <a:pt x="3" y="10"/>
                    </a:lnTo>
                    <a:lnTo>
                      <a:pt x="0" y="1"/>
                    </a:lnTo>
                    <a:lnTo>
                      <a:pt x="3" y="0"/>
                    </a:lnTo>
                    <a:close/>
                  </a:path>
                </a:pathLst>
              </a:custGeom>
              <a:solidFill>
                <a:srgbClr val="E0E0B0"/>
              </a:solidFill>
              <a:ln>
                <a:noFill/>
                <a:round/>
              </a:ln>
            </p:spPr>
          </p:sp>
          <p:sp>
            <p:nvSpPr>
              <p:cNvPr id="93841" name=""/>
              <p:cNvSpPr/>
              <p:nvPr/>
            </p:nvSpPr>
            <p:spPr>
              <a:xfrm>
                <a:off x="1874" y="2121"/>
                <a:ext cx="1" cy="6"/>
              </a:xfrm>
              <a:custGeom>
                <a:pathLst>
                  <a:path w="5" h="13">
                    <a:moveTo>
                      <a:pt x="3" y="0"/>
                    </a:moveTo>
                    <a:lnTo>
                      <a:pt x="5" y="2"/>
                    </a:lnTo>
                    <a:lnTo>
                      <a:pt x="5" y="12"/>
                    </a:lnTo>
                    <a:lnTo>
                      <a:pt x="3" y="13"/>
                    </a:lnTo>
                    <a:lnTo>
                      <a:pt x="0" y="12"/>
                    </a:lnTo>
                    <a:lnTo>
                      <a:pt x="0" y="2"/>
                    </a:lnTo>
                    <a:lnTo>
                      <a:pt x="3" y="0"/>
                    </a:lnTo>
                    <a:close/>
                  </a:path>
                </a:pathLst>
              </a:custGeom>
              <a:solidFill>
                <a:srgbClr val="E0E0B0"/>
              </a:solidFill>
              <a:ln>
                <a:noFill/>
                <a:round/>
              </a:ln>
            </p:spPr>
          </p:sp>
          <p:sp>
            <p:nvSpPr>
              <p:cNvPr id="93842" name=""/>
              <p:cNvSpPr/>
              <p:nvPr/>
            </p:nvSpPr>
            <p:spPr>
              <a:xfrm>
                <a:off x="1875" y="2158"/>
                <a:ext cx="31" cy="9"/>
              </a:xfrm>
              <a:prstGeom prst="rect">
                <a:avLst/>
              </a:prstGeom>
              <a:solidFill>
                <a:srgbClr val="A0A080"/>
              </a:solidFill>
              <a:ln>
                <a:noFill/>
                <a:miter lim="800000"/>
              </a:ln>
            </p:spPr>
          </p:sp>
          <p:sp>
            <p:nvSpPr>
              <p:cNvPr id="93843" name=""/>
              <p:cNvSpPr/>
              <p:nvPr/>
            </p:nvSpPr>
            <p:spPr>
              <a:xfrm>
                <a:off x="1873" y="2172"/>
                <a:ext cx="18" cy="2"/>
              </a:xfrm>
              <a:custGeom>
                <a:pathLst>
                  <a:path w="53" h="6">
                    <a:moveTo>
                      <a:pt x="0" y="0"/>
                    </a:moveTo>
                    <a:lnTo>
                      <a:pt x="52" y="0"/>
                    </a:lnTo>
                    <a:lnTo>
                      <a:pt x="53" y="4"/>
                    </a:lnTo>
                    <a:lnTo>
                      <a:pt x="0" y="6"/>
                    </a:lnTo>
                    <a:lnTo>
                      <a:pt x="0" y="4"/>
                    </a:lnTo>
                    <a:lnTo>
                      <a:pt x="0" y="0"/>
                    </a:lnTo>
                    <a:close/>
                  </a:path>
                </a:pathLst>
              </a:custGeom>
              <a:solidFill>
                <a:srgbClr val="E0E0B0"/>
              </a:solidFill>
              <a:ln>
                <a:noFill/>
                <a:round/>
              </a:ln>
            </p:spPr>
          </p:sp>
          <p:sp>
            <p:nvSpPr>
              <p:cNvPr id="93844" name=""/>
              <p:cNvSpPr/>
              <p:nvPr/>
            </p:nvSpPr>
            <p:spPr>
              <a:xfrm>
                <a:off x="1880" y="2166"/>
                <a:ext cx="11" cy="1"/>
              </a:xfrm>
              <a:prstGeom prst="rect">
                <a:avLst/>
              </a:prstGeom>
              <a:solidFill>
                <a:srgbClr val="E0E0B0"/>
              </a:solidFill>
              <a:ln>
                <a:noFill/>
                <a:miter lim="800000"/>
              </a:ln>
            </p:spPr>
          </p:sp>
          <p:sp>
            <p:nvSpPr>
              <p:cNvPr id="93845" name=""/>
              <p:cNvSpPr/>
              <p:nvPr/>
            </p:nvSpPr>
            <p:spPr>
              <a:xfrm>
                <a:off x="1889" y="2166"/>
                <a:ext cx="17" cy="3"/>
              </a:xfrm>
              <a:custGeom>
                <a:pathLst>
                  <a:path w="51" h="6">
                    <a:moveTo>
                      <a:pt x="3" y="0"/>
                    </a:moveTo>
                    <a:lnTo>
                      <a:pt x="50" y="0"/>
                    </a:lnTo>
                    <a:lnTo>
                      <a:pt x="51" y="3"/>
                    </a:lnTo>
                    <a:lnTo>
                      <a:pt x="50" y="6"/>
                    </a:lnTo>
                    <a:lnTo>
                      <a:pt x="3" y="6"/>
                    </a:lnTo>
                    <a:lnTo>
                      <a:pt x="0" y="3"/>
                    </a:lnTo>
                    <a:lnTo>
                      <a:pt x="3" y="0"/>
                    </a:lnTo>
                    <a:close/>
                  </a:path>
                </a:pathLst>
              </a:custGeom>
              <a:solidFill>
                <a:srgbClr val="E0E0B0"/>
              </a:solidFill>
              <a:ln>
                <a:noFill/>
                <a:round/>
              </a:ln>
            </p:spPr>
          </p:sp>
          <p:sp>
            <p:nvSpPr>
              <p:cNvPr id="93846" name=""/>
              <p:cNvSpPr/>
              <p:nvPr/>
            </p:nvSpPr>
            <p:spPr>
              <a:xfrm>
                <a:off x="1872" y="2134"/>
                <a:ext cx="1" cy="4"/>
              </a:xfrm>
              <a:prstGeom prst="rect">
                <a:avLst/>
              </a:prstGeom>
              <a:solidFill>
                <a:srgbClr val="F0E0C0"/>
              </a:solidFill>
              <a:ln>
                <a:noFill/>
                <a:miter lim="800000"/>
              </a:ln>
            </p:spPr>
          </p:sp>
          <p:sp>
            <p:nvSpPr>
              <p:cNvPr id="93847" name=""/>
              <p:cNvSpPr/>
              <p:nvPr/>
            </p:nvSpPr>
            <p:spPr>
              <a:xfrm>
                <a:off x="1882" y="2134"/>
                <a:ext cx="1" cy="2"/>
              </a:xfrm>
              <a:prstGeom prst="rect">
                <a:avLst/>
              </a:prstGeom>
              <a:solidFill>
                <a:srgbClr val="F0E0C0"/>
              </a:solidFill>
              <a:ln>
                <a:noFill/>
                <a:miter lim="800000"/>
              </a:ln>
            </p:spPr>
          </p:sp>
          <p:sp>
            <p:nvSpPr>
              <p:cNvPr id="93848" name=""/>
              <p:cNvSpPr/>
              <p:nvPr/>
            </p:nvSpPr>
            <p:spPr>
              <a:xfrm>
                <a:off x="1881" y="2136"/>
                <a:ext cx="2" cy="3"/>
              </a:xfrm>
              <a:prstGeom prst="rect">
                <a:avLst/>
              </a:prstGeom>
              <a:solidFill>
                <a:srgbClr val="F0E0C0"/>
              </a:solidFill>
              <a:ln>
                <a:noFill/>
                <a:miter lim="800000"/>
              </a:ln>
            </p:spPr>
          </p:sp>
          <p:sp>
            <p:nvSpPr>
              <p:cNvPr id="93849" name=""/>
              <p:cNvSpPr/>
              <p:nvPr/>
            </p:nvSpPr>
            <p:spPr>
              <a:xfrm>
                <a:off x="1890" y="2136"/>
                <a:ext cx="9" cy="3"/>
              </a:xfrm>
              <a:prstGeom prst="rect">
                <a:avLst/>
              </a:prstGeom>
              <a:solidFill>
                <a:srgbClr val="F0E0C0"/>
              </a:solidFill>
              <a:ln>
                <a:noFill/>
                <a:miter lim="800000"/>
              </a:ln>
            </p:spPr>
          </p:sp>
          <p:sp>
            <p:nvSpPr>
              <p:cNvPr id="93850" name=""/>
              <p:cNvSpPr/>
              <p:nvPr/>
            </p:nvSpPr>
            <p:spPr>
              <a:xfrm>
                <a:off x="1874" y="2137"/>
                <a:ext cx="1" cy="9"/>
              </a:xfrm>
              <a:prstGeom prst="rect">
                <a:avLst/>
              </a:prstGeom>
              <a:solidFill>
                <a:srgbClr val="F0E0C0"/>
              </a:solidFill>
              <a:ln>
                <a:noFill/>
                <a:miter lim="800000"/>
              </a:ln>
            </p:spPr>
          </p:sp>
          <p:sp>
            <p:nvSpPr>
              <p:cNvPr id="93851" name=""/>
              <p:cNvSpPr/>
              <p:nvPr/>
            </p:nvSpPr>
            <p:spPr>
              <a:xfrm>
                <a:off x="1874" y="2144"/>
                <a:ext cx="17" cy="2"/>
              </a:xfrm>
              <a:custGeom>
                <a:pathLst>
                  <a:path w="52" h="5">
                    <a:moveTo>
                      <a:pt x="0" y="0"/>
                    </a:moveTo>
                    <a:lnTo>
                      <a:pt x="51" y="0"/>
                    </a:lnTo>
                    <a:lnTo>
                      <a:pt x="52" y="5"/>
                    </a:lnTo>
                    <a:lnTo>
                      <a:pt x="0" y="5"/>
                    </a:lnTo>
                    <a:lnTo>
                      <a:pt x="0" y="0"/>
                    </a:lnTo>
                    <a:close/>
                  </a:path>
                </a:pathLst>
              </a:custGeom>
              <a:solidFill>
                <a:srgbClr val="F0E0C0"/>
              </a:solidFill>
              <a:ln>
                <a:noFill/>
                <a:round/>
              </a:ln>
            </p:spPr>
          </p:sp>
          <p:sp>
            <p:nvSpPr>
              <p:cNvPr id="93852" name=""/>
              <p:cNvSpPr/>
              <p:nvPr/>
            </p:nvSpPr>
            <p:spPr>
              <a:xfrm>
                <a:off x="1890" y="2137"/>
                <a:ext cx="1" cy="9"/>
              </a:xfrm>
              <a:custGeom>
                <a:pathLst>
                  <a:path w="3" h="19">
                    <a:moveTo>
                      <a:pt x="3" y="0"/>
                    </a:moveTo>
                    <a:lnTo>
                      <a:pt x="3" y="15"/>
                    </a:lnTo>
                    <a:lnTo>
                      <a:pt x="2" y="18"/>
                    </a:lnTo>
                    <a:lnTo>
                      <a:pt x="2" y="19"/>
                    </a:lnTo>
                    <a:lnTo>
                      <a:pt x="0" y="18"/>
                    </a:lnTo>
                    <a:lnTo>
                      <a:pt x="2" y="15"/>
                    </a:lnTo>
                    <a:lnTo>
                      <a:pt x="2" y="0"/>
                    </a:lnTo>
                    <a:lnTo>
                      <a:pt x="3" y="0"/>
                    </a:lnTo>
                    <a:close/>
                  </a:path>
                </a:pathLst>
              </a:custGeom>
              <a:solidFill>
                <a:srgbClr val="808050"/>
              </a:solidFill>
              <a:ln>
                <a:noFill/>
                <a:round/>
              </a:ln>
            </p:spPr>
          </p:sp>
          <p:sp>
            <p:nvSpPr>
              <p:cNvPr id="93853" name=""/>
              <p:cNvSpPr/>
              <p:nvPr/>
            </p:nvSpPr>
            <p:spPr>
              <a:xfrm>
                <a:off x="1890" y="2134"/>
                <a:ext cx="9" cy="3"/>
              </a:xfrm>
              <a:prstGeom prst="rect">
                <a:avLst/>
              </a:prstGeom>
              <a:solidFill>
                <a:srgbClr val="706040"/>
              </a:solidFill>
              <a:ln>
                <a:noFill/>
                <a:miter lim="800000"/>
              </a:ln>
            </p:spPr>
          </p:sp>
          <p:sp>
            <p:nvSpPr>
              <p:cNvPr id="93854" name=""/>
              <p:cNvSpPr/>
              <p:nvPr/>
            </p:nvSpPr>
            <p:spPr>
              <a:xfrm>
                <a:off x="1897" y="2134"/>
                <a:ext cx="2" cy="4"/>
              </a:xfrm>
              <a:prstGeom prst="rect">
                <a:avLst/>
              </a:prstGeom>
              <a:solidFill>
                <a:srgbClr val="706040"/>
              </a:solidFill>
              <a:ln>
                <a:noFill/>
                <a:miter lim="800000"/>
              </a:ln>
            </p:spPr>
          </p:sp>
          <p:sp>
            <p:nvSpPr>
              <p:cNvPr id="93855" name=""/>
              <p:cNvSpPr/>
              <p:nvPr/>
            </p:nvSpPr>
            <p:spPr>
              <a:xfrm>
                <a:off x="1874" y="2132"/>
                <a:ext cx="17" cy="4"/>
              </a:xfrm>
              <a:custGeom>
                <a:pathLst>
                  <a:path w="53" h="9">
                    <a:moveTo>
                      <a:pt x="0" y="3"/>
                    </a:moveTo>
                    <a:lnTo>
                      <a:pt x="3" y="0"/>
                    </a:lnTo>
                    <a:lnTo>
                      <a:pt x="50" y="0"/>
                    </a:lnTo>
                    <a:lnTo>
                      <a:pt x="52" y="0"/>
                    </a:lnTo>
                    <a:lnTo>
                      <a:pt x="53" y="3"/>
                    </a:lnTo>
                    <a:lnTo>
                      <a:pt x="53" y="9"/>
                    </a:lnTo>
                    <a:lnTo>
                      <a:pt x="52" y="3"/>
                    </a:lnTo>
                    <a:lnTo>
                      <a:pt x="51" y="2"/>
                    </a:lnTo>
                    <a:lnTo>
                      <a:pt x="3" y="2"/>
                    </a:lnTo>
                    <a:lnTo>
                      <a:pt x="1" y="3"/>
                    </a:lnTo>
                    <a:lnTo>
                      <a:pt x="0" y="3"/>
                    </a:lnTo>
                    <a:close/>
                  </a:path>
                </a:pathLst>
              </a:custGeom>
              <a:solidFill>
                <a:srgbClr val="808050"/>
              </a:solidFill>
              <a:ln>
                <a:noFill/>
                <a:round/>
              </a:ln>
            </p:spPr>
          </p:sp>
          <p:sp>
            <p:nvSpPr>
              <p:cNvPr id="93856" name=""/>
              <p:cNvSpPr/>
              <p:nvPr/>
            </p:nvSpPr>
            <p:spPr>
              <a:xfrm>
                <a:off x="1873" y="2134"/>
                <a:ext cx="1" cy="4"/>
              </a:xfrm>
              <a:prstGeom prst="rect">
                <a:avLst/>
              </a:prstGeom>
              <a:solidFill>
                <a:srgbClr val="706040"/>
              </a:solidFill>
              <a:ln>
                <a:noFill/>
                <a:miter lim="800000"/>
              </a:ln>
            </p:spPr>
          </p:sp>
          <p:sp>
            <p:nvSpPr>
              <p:cNvPr id="93857" name=""/>
              <p:cNvSpPr/>
              <p:nvPr/>
            </p:nvSpPr>
            <p:spPr>
              <a:xfrm>
                <a:off x="1874" y="2132"/>
                <a:ext cx="1" cy="4"/>
              </a:xfrm>
              <a:custGeom>
                <a:pathLst>
                  <a:path w="5" h="8">
                    <a:moveTo>
                      <a:pt x="0" y="0"/>
                    </a:moveTo>
                    <a:lnTo>
                      <a:pt x="0" y="8"/>
                    </a:lnTo>
                    <a:lnTo>
                      <a:pt x="5" y="0"/>
                    </a:lnTo>
                    <a:lnTo>
                      <a:pt x="0" y="0"/>
                    </a:lnTo>
                    <a:close/>
                  </a:path>
                </a:pathLst>
              </a:custGeom>
              <a:solidFill>
                <a:srgbClr val="F0E0C0"/>
              </a:solidFill>
              <a:ln>
                <a:noFill/>
                <a:round/>
              </a:ln>
            </p:spPr>
          </p:sp>
          <p:sp>
            <p:nvSpPr>
              <p:cNvPr id="93858" name=""/>
              <p:cNvSpPr/>
              <p:nvPr/>
            </p:nvSpPr>
            <p:spPr>
              <a:xfrm>
                <a:off x="1882" y="2137"/>
                <a:ext cx="9" cy="2"/>
              </a:xfrm>
              <a:prstGeom prst="rect">
                <a:avLst/>
              </a:prstGeom>
              <a:solidFill>
                <a:srgbClr val="706040"/>
              </a:solidFill>
              <a:ln>
                <a:noFill/>
                <a:miter lim="800000"/>
              </a:ln>
            </p:spPr>
          </p:sp>
          <p:sp>
            <p:nvSpPr>
              <p:cNvPr id="93859" name=""/>
              <p:cNvSpPr/>
              <p:nvPr/>
            </p:nvSpPr>
            <p:spPr>
              <a:xfrm>
                <a:off x="1889" y="2136"/>
                <a:ext cx="2" cy="3"/>
              </a:xfrm>
              <a:prstGeom prst="rect">
                <a:avLst/>
              </a:prstGeom>
              <a:solidFill>
                <a:srgbClr val="706040"/>
              </a:solidFill>
              <a:ln>
                <a:noFill/>
                <a:miter lim="800000"/>
              </a:ln>
            </p:spPr>
          </p:sp>
          <p:sp>
            <p:nvSpPr>
              <p:cNvPr id="93860" name=""/>
              <p:cNvSpPr/>
              <p:nvPr/>
            </p:nvSpPr>
            <p:spPr>
              <a:xfrm>
                <a:off x="1889" y="2134"/>
                <a:ext cx="2" cy="3"/>
              </a:xfrm>
              <a:prstGeom prst="rect">
                <a:avLst/>
              </a:prstGeom>
              <a:solidFill>
                <a:srgbClr val="706040"/>
              </a:solidFill>
              <a:ln>
                <a:noFill/>
                <a:miter lim="800000"/>
              </a:ln>
            </p:spPr>
          </p:sp>
          <p:sp>
            <p:nvSpPr>
              <p:cNvPr id="93861" name=""/>
              <p:cNvSpPr/>
              <p:nvPr/>
            </p:nvSpPr>
            <p:spPr>
              <a:xfrm>
                <a:off x="1882" y="2134"/>
                <a:ext cx="9" cy="2"/>
              </a:xfrm>
              <a:prstGeom prst="rect">
                <a:avLst/>
              </a:prstGeom>
              <a:solidFill>
                <a:srgbClr val="706040"/>
              </a:solidFill>
              <a:ln>
                <a:noFill/>
                <a:miter lim="800000"/>
              </a:ln>
            </p:spPr>
          </p:sp>
          <p:sp>
            <p:nvSpPr>
              <p:cNvPr id="93862" name=""/>
              <p:cNvSpPr/>
              <p:nvPr/>
            </p:nvSpPr>
            <p:spPr>
              <a:xfrm>
                <a:off x="1893" y="2141"/>
                <a:ext cx="4" cy="2"/>
              </a:xfrm>
              <a:custGeom>
                <a:pathLst>
                  <a:path w="12" h="5">
                    <a:moveTo>
                      <a:pt x="0" y="0"/>
                    </a:moveTo>
                    <a:lnTo>
                      <a:pt x="12" y="0"/>
                    </a:lnTo>
                    <a:lnTo>
                      <a:pt x="0" y="5"/>
                    </a:lnTo>
                    <a:lnTo>
                      <a:pt x="0" y="0"/>
                    </a:lnTo>
                    <a:close/>
                  </a:path>
                </a:pathLst>
              </a:custGeom>
              <a:solidFill>
                <a:srgbClr val="F0E0C0"/>
              </a:solidFill>
              <a:ln>
                <a:noFill/>
                <a:round/>
              </a:ln>
            </p:spPr>
          </p:sp>
          <p:sp>
            <p:nvSpPr>
              <p:cNvPr id="93863" name=""/>
              <p:cNvSpPr/>
              <p:nvPr/>
            </p:nvSpPr>
            <p:spPr>
              <a:xfrm>
                <a:off x="1874" y="2114"/>
                <a:ext cx="17" cy="3"/>
              </a:xfrm>
              <a:prstGeom prst="rect">
                <a:avLst/>
              </a:prstGeom>
              <a:solidFill>
                <a:srgbClr val="706040"/>
              </a:solidFill>
              <a:ln>
                <a:noFill/>
                <a:miter lim="800000"/>
              </a:ln>
            </p:spPr>
          </p:sp>
          <p:sp>
            <p:nvSpPr>
              <p:cNvPr id="93864" name=""/>
              <p:cNvSpPr/>
              <p:nvPr/>
            </p:nvSpPr>
            <p:spPr>
              <a:xfrm>
                <a:off x="1890" y="2114"/>
                <a:ext cx="1" cy="6"/>
              </a:xfrm>
              <a:custGeom>
                <a:pathLst>
                  <a:path w="3" h="12">
                    <a:moveTo>
                      <a:pt x="0" y="0"/>
                    </a:moveTo>
                    <a:lnTo>
                      <a:pt x="3" y="11"/>
                    </a:lnTo>
                    <a:lnTo>
                      <a:pt x="0" y="12"/>
                    </a:lnTo>
                    <a:lnTo>
                      <a:pt x="0" y="2"/>
                    </a:lnTo>
                    <a:lnTo>
                      <a:pt x="0" y="0"/>
                    </a:lnTo>
                    <a:close/>
                  </a:path>
                </a:pathLst>
              </a:custGeom>
              <a:solidFill>
                <a:srgbClr val="706040"/>
              </a:solidFill>
              <a:ln>
                <a:noFill/>
                <a:round/>
              </a:ln>
            </p:spPr>
          </p:sp>
          <p:sp>
            <p:nvSpPr>
              <p:cNvPr id="93865" name=""/>
              <p:cNvSpPr/>
              <p:nvPr/>
            </p:nvSpPr>
            <p:spPr>
              <a:xfrm>
                <a:off x="1890" y="2122"/>
                <a:ext cx="1" cy="5"/>
              </a:xfrm>
              <a:prstGeom prst="rect">
                <a:avLst/>
              </a:prstGeom>
              <a:solidFill>
                <a:srgbClr val="706040"/>
              </a:solidFill>
              <a:ln>
                <a:noFill/>
                <a:miter lim="800000"/>
              </a:ln>
            </p:spPr>
          </p:sp>
          <p:sp>
            <p:nvSpPr>
              <p:cNvPr id="93866" name=""/>
              <p:cNvSpPr/>
              <p:nvPr/>
            </p:nvSpPr>
            <p:spPr>
              <a:xfrm>
                <a:off x="1874" y="2125"/>
                <a:ext cx="17" cy="2"/>
              </a:xfrm>
              <a:prstGeom prst="rect">
                <a:avLst/>
              </a:prstGeom>
              <a:solidFill>
                <a:srgbClr val="E0E0B0"/>
              </a:solidFill>
              <a:ln>
                <a:noFill/>
                <a:miter lim="800000"/>
              </a:ln>
            </p:spPr>
          </p:sp>
          <p:sp>
            <p:nvSpPr>
              <p:cNvPr id="93867" name=""/>
              <p:cNvSpPr/>
              <p:nvPr/>
            </p:nvSpPr>
            <p:spPr>
              <a:xfrm>
                <a:off x="1865" y="2118"/>
                <a:ext cx="1" cy="5"/>
              </a:xfrm>
              <a:custGeom>
                <a:pathLst>
                  <a:path w="4" h="10">
                    <a:moveTo>
                      <a:pt x="3" y="0"/>
                    </a:moveTo>
                    <a:lnTo>
                      <a:pt x="0" y="9"/>
                    </a:lnTo>
                    <a:lnTo>
                      <a:pt x="3" y="10"/>
                    </a:lnTo>
                    <a:lnTo>
                      <a:pt x="4" y="10"/>
                    </a:lnTo>
                    <a:lnTo>
                      <a:pt x="3" y="7"/>
                    </a:lnTo>
                    <a:lnTo>
                      <a:pt x="1" y="5"/>
                    </a:lnTo>
                    <a:lnTo>
                      <a:pt x="1" y="2"/>
                    </a:lnTo>
                    <a:lnTo>
                      <a:pt x="3" y="0"/>
                    </a:lnTo>
                    <a:close/>
                  </a:path>
                </a:pathLst>
              </a:custGeom>
              <a:solidFill>
                <a:srgbClr val="F0E0C0"/>
              </a:solidFill>
              <a:ln>
                <a:noFill/>
                <a:round/>
              </a:ln>
            </p:spPr>
          </p:sp>
          <p:sp>
            <p:nvSpPr>
              <p:cNvPr id="93868" name=""/>
              <p:cNvSpPr/>
              <p:nvPr/>
            </p:nvSpPr>
            <p:spPr>
              <a:xfrm>
                <a:off x="1875" y="2169"/>
                <a:ext cx="5" cy="3"/>
              </a:xfrm>
              <a:prstGeom prst="rect">
                <a:avLst/>
              </a:prstGeom>
              <a:solidFill>
                <a:srgbClr val="F0E0C0"/>
              </a:solidFill>
              <a:ln>
                <a:noFill/>
                <a:miter lim="800000"/>
              </a:ln>
            </p:spPr>
          </p:sp>
          <p:sp>
            <p:nvSpPr>
              <p:cNvPr id="93869" name=""/>
              <p:cNvSpPr/>
              <p:nvPr/>
            </p:nvSpPr>
            <p:spPr>
              <a:xfrm>
                <a:off x="1875" y="2156"/>
                <a:ext cx="31" cy="3"/>
              </a:xfrm>
              <a:prstGeom prst="rect">
                <a:avLst/>
              </a:prstGeom>
              <a:solidFill>
                <a:srgbClr val="706040"/>
              </a:solidFill>
              <a:ln>
                <a:noFill/>
                <a:miter lim="800000"/>
              </a:ln>
            </p:spPr>
          </p:sp>
          <p:sp>
            <p:nvSpPr>
              <p:cNvPr id="93870" name=""/>
              <p:cNvSpPr/>
              <p:nvPr/>
            </p:nvSpPr>
            <p:spPr>
              <a:xfrm>
                <a:off x="1875" y="2158"/>
                <a:ext cx="2" cy="14"/>
              </a:xfrm>
              <a:prstGeom prst="rect">
                <a:avLst/>
              </a:prstGeom>
              <a:solidFill>
                <a:srgbClr val="706040"/>
              </a:solidFill>
              <a:ln>
                <a:noFill/>
                <a:miter lim="800000"/>
              </a:ln>
            </p:spPr>
          </p:sp>
          <p:sp>
            <p:nvSpPr>
              <p:cNvPr id="93871" name=""/>
              <p:cNvSpPr/>
              <p:nvPr/>
            </p:nvSpPr>
            <p:spPr>
              <a:xfrm>
                <a:off x="1875" y="2165"/>
                <a:ext cx="31" cy="2"/>
              </a:xfrm>
              <a:prstGeom prst="rect">
                <a:avLst/>
              </a:prstGeom>
              <a:solidFill>
                <a:srgbClr val="706040"/>
              </a:solidFill>
              <a:ln>
                <a:noFill/>
                <a:miter lim="800000"/>
              </a:ln>
            </p:spPr>
          </p:sp>
          <p:sp>
            <p:nvSpPr>
              <p:cNvPr id="93872" name=""/>
              <p:cNvSpPr/>
              <p:nvPr/>
            </p:nvSpPr>
            <p:spPr>
              <a:xfrm>
                <a:off x="1856" y="2181"/>
                <a:ext cx="56" cy="13"/>
              </a:xfrm>
              <a:prstGeom prst="rect">
                <a:avLst/>
              </a:prstGeom>
              <a:solidFill>
                <a:srgbClr val="D0C0A0"/>
              </a:solidFill>
              <a:ln>
                <a:noFill/>
                <a:miter lim="800000"/>
              </a:ln>
            </p:spPr>
          </p:sp>
          <p:sp>
            <p:nvSpPr>
              <p:cNvPr id="93873" name=""/>
              <p:cNvSpPr/>
              <p:nvPr/>
            </p:nvSpPr>
            <p:spPr>
              <a:xfrm>
                <a:off x="1865" y="2182"/>
                <a:ext cx="39" cy="10"/>
              </a:xfrm>
              <a:custGeom>
                <a:pathLst>
                  <a:path w="119" h="20">
                    <a:moveTo>
                      <a:pt x="2" y="20"/>
                    </a:moveTo>
                    <a:lnTo>
                      <a:pt x="117" y="20"/>
                    </a:lnTo>
                    <a:lnTo>
                      <a:pt x="118" y="20"/>
                    </a:lnTo>
                    <a:lnTo>
                      <a:pt x="118" y="18"/>
                    </a:lnTo>
                    <a:lnTo>
                      <a:pt x="119" y="6"/>
                    </a:lnTo>
                    <a:lnTo>
                      <a:pt x="118" y="2"/>
                    </a:lnTo>
                    <a:lnTo>
                      <a:pt x="117" y="1"/>
                    </a:lnTo>
                    <a:lnTo>
                      <a:pt x="2" y="0"/>
                    </a:lnTo>
                    <a:lnTo>
                      <a:pt x="1" y="1"/>
                    </a:lnTo>
                    <a:lnTo>
                      <a:pt x="0" y="4"/>
                    </a:lnTo>
                    <a:lnTo>
                      <a:pt x="0" y="16"/>
                    </a:lnTo>
                    <a:lnTo>
                      <a:pt x="1" y="19"/>
                    </a:lnTo>
                    <a:lnTo>
                      <a:pt x="2" y="20"/>
                    </a:lnTo>
                    <a:close/>
                  </a:path>
                </a:pathLst>
              </a:custGeom>
              <a:solidFill>
                <a:srgbClr val="404040"/>
              </a:solidFill>
              <a:ln>
                <a:noFill/>
                <a:round/>
              </a:ln>
            </p:spPr>
          </p:sp>
          <p:sp>
            <p:nvSpPr>
              <p:cNvPr id="93874" name=""/>
              <p:cNvSpPr/>
              <p:nvPr/>
            </p:nvSpPr>
            <p:spPr>
              <a:xfrm>
                <a:off x="1883" y="2092"/>
                <a:ext cx="2" cy="2"/>
              </a:xfrm>
              <a:custGeom>
                <a:pathLst>
                  <a:path w="7" h="5">
                    <a:moveTo>
                      <a:pt x="4" y="0"/>
                    </a:moveTo>
                    <a:lnTo>
                      <a:pt x="7" y="0"/>
                    </a:lnTo>
                    <a:lnTo>
                      <a:pt x="7" y="5"/>
                    </a:lnTo>
                    <a:lnTo>
                      <a:pt x="0" y="5"/>
                    </a:lnTo>
                    <a:lnTo>
                      <a:pt x="4" y="0"/>
                    </a:lnTo>
                    <a:close/>
                  </a:path>
                </a:pathLst>
              </a:custGeom>
              <a:solidFill>
                <a:srgbClr val="C0C080"/>
              </a:solidFill>
              <a:ln>
                <a:noFill/>
                <a:round/>
              </a:ln>
            </p:spPr>
          </p:sp>
          <p:sp>
            <p:nvSpPr>
              <p:cNvPr id="93875" name=""/>
              <p:cNvSpPr/>
              <p:nvPr/>
            </p:nvSpPr>
            <p:spPr>
              <a:xfrm>
                <a:off x="1883" y="2092"/>
                <a:ext cx="1" cy="1"/>
              </a:xfrm>
              <a:custGeom>
                <a:pathLst>
                  <a:path w="3" h="1">
                    <a:moveTo>
                      <a:pt x="2" y="0"/>
                    </a:moveTo>
                    <a:lnTo>
                      <a:pt x="3" y="0"/>
                    </a:lnTo>
                    <a:lnTo>
                      <a:pt x="3" y="1"/>
                    </a:lnTo>
                    <a:lnTo>
                      <a:pt x="0" y="1"/>
                    </a:lnTo>
                    <a:lnTo>
                      <a:pt x="2" y="0"/>
                    </a:lnTo>
                  </a:path>
                </a:pathLst>
              </a:custGeom>
              <a:noFill/>
              <a:ln w="4763">
                <a:solidFill>
                  <a:srgbClr val="000000"/>
                </a:solidFill>
                <a:prstDash val="solid"/>
                <a:round/>
              </a:ln>
            </p:spPr>
          </p:sp>
          <p:sp>
            <p:nvSpPr>
              <p:cNvPr id="93876" name=""/>
              <p:cNvSpPr/>
              <p:nvPr/>
            </p:nvSpPr>
            <p:spPr>
              <a:xfrm>
                <a:off x="1862" y="2087"/>
                <a:ext cx="46" cy="13"/>
              </a:xfrm>
              <a:custGeom>
                <a:pathLst>
                  <a:path w="140" h="24">
                    <a:moveTo>
                      <a:pt x="10" y="0"/>
                    </a:moveTo>
                    <a:lnTo>
                      <a:pt x="130" y="0"/>
                    </a:lnTo>
                    <a:lnTo>
                      <a:pt x="133" y="1"/>
                    </a:lnTo>
                    <a:lnTo>
                      <a:pt x="134" y="1"/>
                    </a:lnTo>
                    <a:lnTo>
                      <a:pt x="136" y="3"/>
                    </a:lnTo>
                    <a:lnTo>
                      <a:pt x="137" y="4"/>
                    </a:lnTo>
                    <a:lnTo>
                      <a:pt x="138" y="7"/>
                    </a:lnTo>
                    <a:lnTo>
                      <a:pt x="140" y="8"/>
                    </a:lnTo>
                    <a:lnTo>
                      <a:pt x="140" y="10"/>
                    </a:lnTo>
                    <a:lnTo>
                      <a:pt x="140" y="14"/>
                    </a:lnTo>
                    <a:lnTo>
                      <a:pt x="140" y="16"/>
                    </a:lnTo>
                    <a:lnTo>
                      <a:pt x="138" y="17"/>
                    </a:lnTo>
                    <a:lnTo>
                      <a:pt x="137" y="20"/>
                    </a:lnTo>
                    <a:lnTo>
                      <a:pt x="136" y="22"/>
                    </a:lnTo>
                    <a:lnTo>
                      <a:pt x="134" y="23"/>
                    </a:lnTo>
                    <a:lnTo>
                      <a:pt x="133" y="24"/>
                    </a:lnTo>
                    <a:lnTo>
                      <a:pt x="130" y="24"/>
                    </a:lnTo>
                    <a:lnTo>
                      <a:pt x="129" y="24"/>
                    </a:lnTo>
                    <a:lnTo>
                      <a:pt x="10" y="24"/>
                    </a:lnTo>
                    <a:lnTo>
                      <a:pt x="9" y="24"/>
                    </a:lnTo>
                    <a:lnTo>
                      <a:pt x="7" y="24"/>
                    </a:lnTo>
                    <a:lnTo>
                      <a:pt x="4" y="23"/>
                    </a:lnTo>
                    <a:lnTo>
                      <a:pt x="3" y="22"/>
                    </a:lnTo>
                    <a:lnTo>
                      <a:pt x="1" y="18"/>
                    </a:lnTo>
                    <a:lnTo>
                      <a:pt x="0" y="16"/>
                    </a:lnTo>
                    <a:lnTo>
                      <a:pt x="0" y="15"/>
                    </a:lnTo>
                    <a:lnTo>
                      <a:pt x="0" y="14"/>
                    </a:lnTo>
                    <a:lnTo>
                      <a:pt x="0" y="10"/>
                    </a:lnTo>
                    <a:lnTo>
                      <a:pt x="0" y="9"/>
                    </a:lnTo>
                    <a:lnTo>
                      <a:pt x="0" y="8"/>
                    </a:lnTo>
                    <a:lnTo>
                      <a:pt x="1" y="6"/>
                    </a:lnTo>
                    <a:lnTo>
                      <a:pt x="2" y="3"/>
                    </a:lnTo>
                    <a:lnTo>
                      <a:pt x="4" y="1"/>
                    </a:lnTo>
                    <a:lnTo>
                      <a:pt x="7" y="1"/>
                    </a:lnTo>
                    <a:lnTo>
                      <a:pt x="10" y="0"/>
                    </a:lnTo>
                    <a:close/>
                  </a:path>
                </a:pathLst>
              </a:custGeom>
              <a:solidFill>
                <a:srgbClr val="F0E0C0"/>
              </a:solidFill>
              <a:ln>
                <a:noFill/>
                <a:round/>
              </a:ln>
            </p:spPr>
          </p:sp>
          <p:sp>
            <p:nvSpPr>
              <p:cNvPr id="93877" name=""/>
              <p:cNvSpPr/>
              <p:nvPr/>
            </p:nvSpPr>
            <p:spPr>
              <a:xfrm>
                <a:off x="1862" y="2087"/>
                <a:ext cx="45" cy="11"/>
              </a:xfrm>
              <a:custGeom>
                <a:pathLst>
                  <a:path w="136" h="21">
                    <a:moveTo>
                      <a:pt x="10" y="0"/>
                    </a:moveTo>
                    <a:lnTo>
                      <a:pt x="128" y="0"/>
                    </a:lnTo>
                    <a:lnTo>
                      <a:pt x="130" y="1"/>
                    </a:lnTo>
                    <a:lnTo>
                      <a:pt x="130" y="1"/>
                    </a:lnTo>
                    <a:lnTo>
                      <a:pt x="133" y="2"/>
                    </a:lnTo>
                    <a:lnTo>
                      <a:pt x="134" y="3"/>
                    </a:lnTo>
                    <a:lnTo>
                      <a:pt x="135" y="6"/>
                    </a:lnTo>
                    <a:lnTo>
                      <a:pt x="136" y="7"/>
                    </a:lnTo>
                    <a:lnTo>
                      <a:pt x="136" y="8"/>
                    </a:lnTo>
                    <a:lnTo>
                      <a:pt x="136" y="13"/>
                    </a:lnTo>
                    <a:lnTo>
                      <a:pt x="136" y="14"/>
                    </a:lnTo>
                    <a:lnTo>
                      <a:pt x="135" y="15"/>
                    </a:lnTo>
                    <a:lnTo>
                      <a:pt x="134" y="17"/>
                    </a:lnTo>
                    <a:lnTo>
                      <a:pt x="133" y="18"/>
                    </a:lnTo>
                    <a:lnTo>
                      <a:pt x="130" y="20"/>
                    </a:lnTo>
                    <a:lnTo>
                      <a:pt x="130" y="21"/>
                    </a:lnTo>
                    <a:lnTo>
                      <a:pt x="128" y="21"/>
                    </a:lnTo>
                    <a:lnTo>
                      <a:pt x="10" y="21"/>
                    </a:lnTo>
                    <a:lnTo>
                      <a:pt x="8" y="21"/>
                    </a:lnTo>
                    <a:lnTo>
                      <a:pt x="5" y="21"/>
                    </a:lnTo>
                    <a:lnTo>
                      <a:pt x="4" y="20"/>
                    </a:lnTo>
                    <a:lnTo>
                      <a:pt x="3" y="18"/>
                    </a:lnTo>
                    <a:lnTo>
                      <a:pt x="1" y="16"/>
                    </a:lnTo>
                    <a:lnTo>
                      <a:pt x="0" y="14"/>
                    </a:lnTo>
                    <a:lnTo>
                      <a:pt x="0" y="13"/>
                    </a:lnTo>
                    <a:lnTo>
                      <a:pt x="0" y="8"/>
                    </a:lnTo>
                    <a:lnTo>
                      <a:pt x="0" y="8"/>
                    </a:lnTo>
                    <a:lnTo>
                      <a:pt x="0" y="7"/>
                    </a:lnTo>
                    <a:lnTo>
                      <a:pt x="1" y="4"/>
                    </a:lnTo>
                    <a:lnTo>
                      <a:pt x="2" y="2"/>
                    </a:lnTo>
                    <a:lnTo>
                      <a:pt x="4" y="1"/>
                    </a:lnTo>
                    <a:lnTo>
                      <a:pt x="5" y="1"/>
                    </a:lnTo>
                    <a:lnTo>
                      <a:pt x="10" y="0"/>
                    </a:lnTo>
                  </a:path>
                </a:pathLst>
              </a:custGeom>
              <a:noFill/>
              <a:ln w="4763">
                <a:solidFill>
                  <a:srgbClr val="808060"/>
                </a:solidFill>
                <a:prstDash val="solid"/>
                <a:round/>
              </a:ln>
            </p:spPr>
          </p:sp>
          <p:sp>
            <p:nvSpPr>
              <p:cNvPr id="93878" name=""/>
              <p:cNvSpPr/>
              <p:nvPr/>
            </p:nvSpPr>
            <p:spPr>
              <a:xfrm>
                <a:off x="1862" y="2088"/>
                <a:ext cx="26" cy="11"/>
              </a:xfrm>
              <a:custGeom>
                <a:pathLst>
                  <a:path w="78" h="22">
                    <a:moveTo>
                      <a:pt x="12" y="0"/>
                    </a:moveTo>
                    <a:lnTo>
                      <a:pt x="65" y="0"/>
                    </a:lnTo>
                    <a:lnTo>
                      <a:pt x="67" y="0"/>
                    </a:lnTo>
                    <a:lnTo>
                      <a:pt x="71" y="1"/>
                    </a:lnTo>
                    <a:lnTo>
                      <a:pt x="73" y="1"/>
                    </a:lnTo>
                    <a:lnTo>
                      <a:pt x="74" y="2"/>
                    </a:lnTo>
                    <a:lnTo>
                      <a:pt x="77" y="3"/>
                    </a:lnTo>
                    <a:lnTo>
                      <a:pt x="77" y="5"/>
                    </a:lnTo>
                    <a:lnTo>
                      <a:pt x="78" y="6"/>
                    </a:lnTo>
                    <a:lnTo>
                      <a:pt x="78" y="7"/>
                    </a:lnTo>
                    <a:lnTo>
                      <a:pt x="78" y="8"/>
                    </a:lnTo>
                    <a:lnTo>
                      <a:pt x="78" y="14"/>
                    </a:lnTo>
                    <a:lnTo>
                      <a:pt x="78" y="16"/>
                    </a:lnTo>
                    <a:lnTo>
                      <a:pt x="77" y="19"/>
                    </a:lnTo>
                    <a:lnTo>
                      <a:pt x="75" y="20"/>
                    </a:lnTo>
                    <a:lnTo>
                      <a:pt x="73" y="21"/>
                    </a:lnTo>
                    <a:lnTo>
                      <a:pt x="71" y="22"/>
                    </a:lnTo>
                    <a:lnTo>
                      <a:pt x="66" y="22"/>
                    </a:lnTo>
                    <a:lnTo>
                      <a:pt x="65" y="22"/>
                    </a:lnTo>
                    <a:lnTo>
                      <a:pt x="12" y="22"/>
                    </a:lnTo>
                    <a:lnTo>
                      <a:pt x="10" y="22"/>
                    </a:lnTo>
                    <a:lnTo>
                      <a:pt x="8" y="22"/>
                    </a:lnTo>
                    <a:lnTo>
                      <a:pt x="6" y="21"/>
                    </a:lnTo>
                    <a:lnTo>
                      <a:pt x="3" y="20"/>
                    </a:lnTo>
                    <a:lnTo>
                      <a:pt x="2" y="19"/>
                    </a:lnTo>
                    <a:lnTo>
                      <a:pt x="1" y="16"/>
                    </a:lnTo>
                    <a:lnTo>
                      <a:pt x="0" y="15"/>
                    </a:lnTo>
                    <a:lnTo>
                      <a:pt x="0" y="14"/>
                    </a:lnTo>
                    <a:lnTo>
                      <a:pt x="0" y="8"/>
                    </a:lnTo>
                    <a:lnTo>
                      <a:pt x="0" y="7"/>
                    </a:lnTo>
                    <a:lnTo>
                      <a:pt x="1" y="6"/>
                    </a:lnTo>
                    <a:lnTo>
                      <a:pt x="1" y="5"/>
                    </a:lnTo>
                    <a:lnTo>
                      <a:pt x="1" y="3"/>
                    </a:lnTo>
                    <a:lnTo>
                      <a:pt x="2" y="3"/>
                    </a:lnTo>
                    <a:lnTo>
                      <a:pt x="3" y="2"/>
                    </a:lnTo>
                    <a:lnTo>
                      <a:pt x="4" y="1"/>
                    </a:lnTo>
                    <a:lnTo>
                      <a:pt x="8" y="0"/>
                    </a:lnTo>
                    <a:lnTo>
                      <a:pt x="12" y="0"/>
                    </a:lnTo>
                    <a:close/>
                  </a:path>
                </a:pathLst>
              </a:custGeom>
              <a:solidFill>
                <a:srgbClr val="F0E0C0"/>
              </a:solidFill>
              <a:ln>
                <a:noFill/>
                <a:round/>
              </a:ln>
            </p:spPr>
          </p:sp>
          <p:sp>
            <p:nvSpPr>
              <p:cNvPr id="93879" name=""/>
              <p:cNvSpPr/>
              <p:nvPr/>
            </p:nvSpPr>
            <p:spPr>
              <a:xfrm>
                <a:off x="1862" y="2088"/>
                <a:ext cx="24" cy="9"/>
              </a:xfrm>
              <a:custGeom>
                <a:pathLst>
                  <a:path w="73" h="17">
                    <a:moveTo>
                      <a:pt x="11" y="0"/>
                    </a:moveTo>
                    <a:lnTo>
                      <a:pt x="62" y="0"/>
                    </a:lnTo>
                    <a:lnTo>
                      <a:pt x="64" y="0"/>
                    </a:lnTo>
                    <a:lnTo>
                      <a:pt x="67" y="1"/>
                    </a:lnTo>
                    <a:lnTo>
                      <a:pt x="69" y="1"/>
                    </a:lnTo>
                    <a:lnTo>
                      <a:pt x="70" y="2"/>
                    </a:lnTo>
                    <a:lnTo>
                      <a:pt x="72" y="3"/>
                    </a:lnTo>
                    <a:lnTo>
                      <a:pt x="72" y="3"/>
                    </a:lnTo>
                    <a:lnTo>
                      <a:pt x="73" y="5"/>
                    </a:lnTo>
                    <a:lnTo>
                      <a:pt x="73" y="6"/>
                    </a:lnTo>
                    <a:lnTo>
                      <a:pt x="73" y="7"/>
                    </a:lnTo>
                    <a:lnTo>
                      <a:pt x="73" y="10"/>
                    </a:lnTo>
                    <a:lnTo>
                      <a:pt x="73" y="13"/>
                    </a:lnTo>
                    <a:lnTo>
                      <a:pt x="72" y="15"/>
                    </a:lnTo>
                    <a:lnTo>
                      <a:pt x="71" y="15"/>
                    </a:lnTo>
                    <a:lnTo>
                      <a:pt x="69" y="16"/>
                    </a:lnTo>
                    <a:lnTo>
                      <a:pt x="67" y="17"/>
                    </a:lnTo>
                    <a:lnTo>
                      <a:pt x="63" y="17"/>
                    </a:lnTo>
                    <a:lnTo>
                      <a:pt x="11" y="17"/>
                    </a:lnTo>
                    <a:lnTo>
                      <a:pt x="9" y="17"/>
                    </a:lnTo>
                    <a:lnTo>
                      <a:pt x="7" y="17"/>
                    </a:lnTo>
                    <a:lnTo>
                      <a:pt x="6" y="16"/>
                    </a:lnTo>
                    <a:lnTo>
                      <a:pt x="3" y="15"/>
                    </a:lnTo>
                    <a:lnTo>
                      <a:pt x="2" y="15"/>
                    </a:lnTo>
                    <a:lnTo>
                      <a:pt x="1" y="13"/>
                    </a:lnTo>
                    <a:lnTo>
                      <a:pt x="0" y="12"/>
                    </a:lnTo>
                    <a:lnTo>
                      <a:pt x="0" y="7"/>
                    </a:lnTo>
                    <a:lnTo>
                      <a:pt x="0" y="6"/>
                    </a:lnTo>
                    <a:lnTo>
                      <a:pt x="1" y="5"/>
                    </a:lnTo>
                    <a:lnTo>
                      <a:pt x="1" y="3"/>
                    </a:lnTo>
                    <a:lnTo>
                      <a:pt x="1" y="3"/>
                    </a:lnTo>
                    <a:lnTo>
                      <a:pt x="2" y="3"/>
                    </a:lnTo>
                    <a:lnTo>
                      <a:pt x="3" y="2"/>
                    </a:lnTo>
                    <a:lnTo>
                      <a:pt x="4" y="1"/>
                    </a:lnTo>
                    <a:lnTo>
                      <a:pt x="11" y="0"/>
                    </a:lnTo>
                  </a:path>
                </a:pathLst>
              </a:custGeom>
              <a:noFill/>
              <a:ln w="4763">
                <a:solidFill>
                  <a:srgbClr val="C0C0C0"/>
                </a:solidFill>
                <a:prstDash val="solid"/>
                <a:round/>
              </a:ln>
            </p:spPr>
          </p:sp>
          <p:sp>
            <p:nvSpPr>
              <p:cNvPr id="93880" name=""/>
              <p:cNvSpPr/>
              <p:nvPr/>
            </p:nvSpPr>
            <p:spPr>
              <a:xfrm>
                <a:off x="1883" y="2091"/>
                <a:ext cx="2" cy="3"/>
              </a:xfrm>
              <a:custGeom>
                <a:pathLst>
                  <a:path w="7" h="7">
                    <a:moveTo>
                      <a:pt x="2" y="0"/>
                    </a:moveTo>
                    <a:lnTo>
                      <a:pt x="5" y="0"/>
                    </a:lnTo>
                    <a:lnTo>
                      <a:pt x="7" y="0"/>
                    </a:lnTo>
                    <a:lnTo>
                      <a:pt x="7" y="2"/>
                    </a:lnTo>
                    <a:lnTo>
                      <a:pt x="4" y="6"/>
                    </a:lnTo>
                    <a:lnTo>
                      <a:pt x="4" y="7"/>
                    </a:lnTo>
                    <a:lnTo>
                      <a:pt x="2" y="7"/>
                    </a:lnTo>
                    <a:lnTo>
                      <a:pt x="0" y="7"/>
                    </a:lnTo>
                    <a:lnTo>
                      <a:pt x="0" y="6"/>
                    </a:lnTo>
                    <a:lnTo>
                      <a:pt x="1" y="2"/>
                    </a:lnTo>
                    <a:lnTo>
                      <a:pt x="1" y="0"/>
                    </a:lnTo>
                    <a:lnTo>
                      <a:pt x="2" y="0"/>
                    </a:lnTo>
                    <a:lnTo>
                      <a:pt x="2" y="6"/>
                    </a:lnTo>
                    <a:lnTo>
                      <a:pt x="1" y="6"/>
                    </a:lnTo>
                    <a:lnTo>
                      <a:pt x="2" y="2"/>
                    </a:lnTo>
                    <a:lnTo>
                      <a:pt x="4" y="2"/>
                    </a:lnTo>
                    <a:lnTo>
                      <a:pt x="2" y="6"/>
                    </a:lnTo>
                    <a:lnTo>
                      <a:pt x="2" y="0"/>
                    </a:lnTo>
                    <a:close/>
                  </a:path>
                </a:pathLst>
              </a:custGeom>
              <a:solidFill>
                <a:srgbClr val="C0C080"/>
              </a:solidFill>
              <a:ln>
                <a:noFill/>
                <a:round/>
              </a:ln>
            </p:spPr>
          </p:sp>
          <p:sp>
            <p:nvSpPr>
              <p:cNvPr id="93881" name=""/>
              <p:cNvSpPr/>
              <p:nvPr/>
            </p:nvSpPr>
            <p:spPr>
              <a:xfrm>
                <a:off x="1864" y="2093"/>
                <a:ext cx="21" cy="3"/>
              </a:xfrm>
              <a:custGeom>
                <a:pathLst>
                  <a:path w="63" h="5">
                    <a:moveTo>
                      <a:pt x="0" y="0"/>
                    </a:moveTo>
                    <a:lnTo>
                      <a:pt x="63" y="0"/>
                    </a:lnTo>
                    <a:lnTo>
                      <a:pt x="61" y="5"/>
                    </a:lnTo>
                    <a:lnTo>
                      <a:pt x="0" y="5"/>
                    </a:lnTo>
                    <a:lnTo>
                      <a:pt x="0" y="0"/>
                    </a:lnTo>
                    <a:close/>
                  </a:path>
                </a:pathLst>
              </a:custGeom>
              <a:solidFill>
                <a:srgbClr val="FF6000"/>
              </a:solidFill>
              <a:ln>
                <a:noFill/>
                <a:round/>
              </a:ln>
            </p:spPr>
          </p:sp>
          <p:sp>
            <p:nvSpPr>
              <p:cNvPr id="93882" name=""/>
              <p:cNvSpPr/>
              <p:nvPr/>
            </p:nvSpPr>
            <p:spPr>
              <a:xfrm>
                <a:off x="1880" y="2091"/>
                <a:ext cx="3" cy="3"/>
              </a:xfrm>
              <a:custGeom>
                <a:pathLst>
                  <a:path w="9" h="7">
                    <a:moveTo>
                      <a:pt x="0" y="7"/>
                    </a:moveTo>
                    <a:lnTo>
                      <a:pt x="5" y="0"/>
                    </a:lnTo>
                    <a:lnTo>
                      <a:pt x="9" y="0"/>
                    </a:lnTo>
                    <a:lnTo>
                      <a:pt x="8" y="7"/>
                    </a:lnTo>
                    <a:lnTo>
                      <a:pt x="5" y="7"/>
                    </a:lnTo>
                    <a:lnTo>
                      <a:pt x="5" y="6"/>
                    </a:lnTo>
                    <a:lnTo>
                      <a:pt x="4" y="6"/>
                    </a:lnTo>
                    <a:lnTo>
                      <a:pt x="5" y="3"/>
                    </a:lnTo>
                    <a:lnTo>
                      <a:pt x="5" y="2"/>
                    </a:lnTo>
                    <a:lnTo>
                      <a:pt x="3" y="7"/>
                    </a:lnTo>
                    <a:lnTo>
                      <a:pt x="0" y="7"/>
                    </a:lnTo>
                    <a:close/>
                  </a:path>
                </a:pathLst>
              </a:custGeom>
              <a:solidFill>
                <a:srgbClr val="C0C080"/>
              </a:solidFill>
              <a:ln>
                <a:noFill/>
                <a:round/>
              </a:ln>
            </p:spPr>
          </p:sp>
          <p:sp>
            <p:nvSpPr>
              <p:cNvPr id="93883" name=""/>
              <p:cNvSpPr/>
              <p:nvPr/>
            </p:nvSpPr>
            <p:spPr>
              <a:xfrm>
                <a:off x="1880" y="2091"/>
                <a:ext cx="2" cy="3"/>
              </a:xfrm>
              <a:custGeom>
                <a:pathLst>
                  <a:path w="8" h="7">
                    <a:moveTo>
                      <a:pt x="0" y="7"/>
                    </a:moveTo>
                    <a:lnTo>
                      <a:pt x="3" y="2"/>
                    </a:lnTo>
                    <a:lnTo>
                      <a:pt x="4" y="0"/>
                    </a:lnTo>
                    <a:lnTo>
                      <a:pt x="8" y="0"/>
                    </a:lnTo>
                    <a:lnTo>
                      <a:pt x="8" y="2"/>
                    </a:lnTo>
                    <a:lnTo>
                      <a:pt x="8" y="3"/>
                    </a:lnTo>
                    <a:lnTo>
                      <a:pt x="6" y="3"/>
                    </a:lnTo>
                    <a:lnTo>
                      <a:pt x="6" y="6"/>
                    </a:lnTo>
                    <a:lnTo>
                      <a:pt x="4" y="6"/>
                    </a:lnTo>
                    <a:lnTo>
                      <a:pt x="3" y="6"/>
                    </a:lnTo>
                    <a:lnTo>
                      <a:pt x="4" y="3"/>
                    </a:lnTo>
                    <a:lnTo>
                      <a:pt x="6" y="2"/>
                    </a:lnTo>
                    <a:lnTo>
                      <a:pt x="4" y="2"/>
                    </a:lnTo>
                    <a:lnTo>
                      <a:pt x="1" y="7"/>
                    </a:lnTo>
                    <a:lnTo>
                      <a:pt x="0" y="7"/>
                    </a:lnTo>
                    <a:close/>
                  </a:path>
                </a:pathLst>
              </a:custGeom>
              <a:solidFill>
                <a:srgbClr val="C0C080"/>
              </a:solidFill>
              <a:ln>
                <a:noFill/>
                <a:round/>
              </a:ln>
            </p:spPr>
          </p:sp>
          <p:sp>
            <p:nvSpPr>
              <p:cNvPr id="93884" name=""/>
              <p:cNvSpPr/>
              <p:nvPr/>
            </p:nvSpPr>
            <p:spPr>
              <a:xfrm>
                <a:off x="1877" y="2091"/>
                <a:ext cx="3" cy="3"/>
              </a:xfrm>
              <a:custGeom>
                <a:pathLst>
                  <a:path w="9" h="7">
                    <a:moveTo>
                      <a:pt x="0" y="7"/>
                    </a:moveTo>
                    <a:lnTo>
                      <a:pt x="2" y="2"/>
                    </a:lnTo>
                    <a:lnTo>
                      <a:pt x="3" y="0"/>
                    </a:lnTo>
                    <a:lnTo>
                      <a:pt x="8" y="0"/>
                    </a:lnTo>
                    <a:lnTo>
                      <a:pt x="9" y="0"/>
                    </a:lnTo>
                    <a:lnTo>
                      <a:pt x="9" y="2"/>
                    </a:lnTo>
                    <a:lnTo>
                      <a:pt x="7" y="7"/>
                    </a:lnTo>
                    <a:lnTo>
                      <a:pt x="5" y="7"/>
                    </a:lnTo>
                    <a:lnTo>
                      <a:pt x="8" y="2"/>
                    </a:lnTo>
                    <a:lnTo>
                      <a:pt x="7" y="2"/>
                    </a:lnTo>
                    <a:lnTo>
                      <a:pt x="3" y="7"/>
                    </a:lnTo>
                    <a:lnTo>
                      <a:pt x="2" y="7"/>
                    </a:lnTo>
                    <a:lnTo>
                      <a:pt x="5" y="2"/>
                    </a:lnTo>
                    <a:lnTo>
                      <a:pt x="3" y="2"/>
                    </a:lnTo>
                    <a:lnTo>
                      <a:pt x="1" y="7"/>
                    </a:lnTo>
                    <a:lnTo>
                      <a:pt x="0" y="7"/>
                    </a:lnTo>
                    <a:close/>
                  </a:path>
                </a:pathLst>
              </a:custGeom>
              <a:solidFill>
                <a:srgbClr val="C0C080"/>
              </a:solidFill>
              <a:ln>
                <a:noFill/>
                <a:round/>
              </a:ln>
            </p:spPr>
          </p:sp>
          <p:sp>
            <p:nvSpPr>
              <p:cNvPr id="93885" name=""/>
              <p:cNvSpPr/>
              <p:nvPr/>
            </p:nvSpPr>
            <p:spPr>
              <a:xfrm>
                <a:off x="1876" y="2091"/>
                <a:ext cx="2" cy="3"/>
              </a:xfrm>
              <a:custGeom>
                <a:pathLst>
                  <a:path w="7" h="7">
                    <a:moveTo>
                      <a:pt x="3" y="0"/>
                    </a:moveTo>
                    <a:lnTo>
                      <a:pt x="6" y="0"/>
                    </a:lnTo>
                    <a:lnTo>
                      <a:pt x="7" y="0"/>
                    </a:lnTo>
                    <a:lnTo>
                      <a:pt x="7" y="2"/>
                    </a:lnTo>
                    <a:lnTo>
                      <a:pt x="6" y="6"/>
                    </a:lnTo>
                    <a:lnTo>
                      <a:pt x="5" y="7"/>
                    </a:lnTo>
                    <a:lnTo>
                      <a:pt x="3" y="7"/>
                    </a:lnTo>
                    <a:lnTo>
                      <a:pt x="1" y="7"/>
                    </a:lnTo>
                    <a:lnTo>
                      <a:pt x="0" y="7"/>
                    </a:lnTo>
                    <a:lnTo>
                      <a:pt x="0" y="6"/>
                    </a:lnTo>
                    <a:lnTo>
                      <a:pt x="1" y="2"/>
                    </a:lnTo>
                    <a:lnTo>
                      <a:pt x="3" y="0"/>
                    </a:lnTo>
                    <a:lnTo>
                      <a:pt x="3" y="6"/>
                    </a:lnTo>
                    <a:lnTo>
                      <a:pt x="1" y="6"/>
                    </a:lnTo>
                    <a:lnTo>
                      <a:pt x="3" y="2"/>
                    </a:lnTo>
                    <a:lnTo>
                      <a:pt x="6" y="2"/>
                    </a:lnTo>
                    <a:lnTo>
                      <a:pt x="3" y="6"/>
                    </a:lnTo>
                    <a:lnTo>
                      <a:pt x="3" y="0"/>
                    </a:lnTo>
                    <a:close/>
                  </a:path>
                </a:pathLst>
              </a:custGeom>
              <a:solidFill>
                <a:srgbClr val="C0C080"/>
              </a:solidFill>
              <a:ln>
                <a:noFill/>
                <a:round/>
              </a:ln>
            </p:spPr>
          </p:sp>
          <p:sp>
            <p:nvSpPr>
              <p:cNvPr id="93886" name=""/>
              <p:cNvSpPr/>
              <p:nvPr/>
            </p:nvSpPr>
            <p:spPr>
              <a:xfrm>
                <a:off x="1874" y="2091"/>
                <a:ext cx="3" cy="3"/>
              </a:xfrm>
              <a:custGeom>
                <a:pathLst>
                  <a:path w="9" h="7">
                    <a:moveTo>
                      <a:pt x="9" y="0"/>
                    </a:moveTo>
                    <a:lnTo>
                      <a:pt x="5" y="0"/>
                    </a:lnTo>
                    <a:lnTo>
                      <a:pt x="4" y="0"/>
                    </a:lnTo>
                    <a:lnTo>
                      <a:pt x="4" y="2"/>
                    </a:lnTo>
                    <a:lnTo>
                      <a:pt x="0" y="6"/>
                    </a:lnTo>
                    <a:lnTo>
                      <a:pt x="0" y="7"/>
                    </a:lnTo>
                    <a:lnTo>
                      <a:pt x="2" y="7"/>
                    </a:lnTo>
                    <a:lnTo>
                      <a:pt x="5" y="7"/>
                    </a:lnTo>
                    <a:lnTo>
                      <a:pt x="5" y="6"/>
                    </a:lnTo>
                    <a:lnTo>
                      <a:pt x="4" y="6"/>
                    </a:lnTo>
                    <a:lnTo>
                      <a:pt x="5" y="2"/>
                    </a:lnTo>
                    <a:lnTo>
                      <a:pt x="9" y="2"/>
                    </a:lnTo>
                    <a:lnTo>
                      <a:pt x="9" y="0"/>
                    </a:lnTo>
                    <a:close/>
                  </a:path>
                </a:pathLst>
              </a:custGeom>
              <a:solidFill>
                <a:srgbClr val="C0C080"/>
              </a:solidFill>
              <a:ln>
                <a:noFill/>
                <a:round/>
              </a:ln>
            </p:spPr>
          </p:sp>
          <p:sp>
            <p:nvSpPr>
              <p:cNvPr id="93887" name=""/>
              <p:cNvSpPr/>
              <p:nvPr/>
            </p:nvSpPr>
            <p:spPr>
              <a:xfrm>
                <a:off x="1896" y="2088"/>
                <a:ext cx="3" cy="11"/>
              </a:xfrm>
              <a:custGeom>
                <a:pathLst>
                  <a:path w="9" h="22">
                    <a:moveTo>
                      <a:pt x="9" y="0"/>
                    </a:moveTo>
                    <a:lnTo>
                      <a:pt x="1" y="0"/>
                    </a:lnTo>
                    <a:lnTo>
                      <a:pt x="0" y="3"/>
                    </a:lnTo>
                    <a:lnTo>
                      <a:pt x="0" y="19"/>
                    </a:lnTo>
                    <a:lnTo>
                      <a:pt x="3" y="21"/>
                    </a:lnTo>
                    <a:lnTo>
                      <a:pt x="9" y="22"/>
                    </a:lnTo>
                    <a:lnTo>
                      <a:pt x="8" y="20"/>
                    </a:lnTo>
                    <a:lnTo>
                      <a:pt x="5" y="17"/>
                    </a:lnTo>
                    <a:lnTo>
                      <a:pt x="5" y="5"/>
                    </a:lnTo>
                    <a:lnTo>
                      <a:pt x="5" y="2"/>
                    </a:lnTo>
                    <a:lnTo>
                      <a:pt x="8" y="1"/>
                    </a:lnTo>
                    <a:lnTo>
                      <a:pt x="9" y="0"/>
                    </a:lnTo>
                    <a:close/>
                  </a:path>
                </a:pathLst>
              </a:custGeom>
              <a:solidFill>
                <a:srgbClr val="A0A070"/>
              </a:solidFill>
              <a:ln>
                <a:noFill/>
                <a:round/>
              </a:ln>
            </p:spPr>
          </p:sp>
          <p:sp>
            <p:nvSpPr>
              <p:cNvPr id="93888" name=""/>
              <p:cNvSpPr/>
              <p:nvPr/>
            </p:nvSpPr>
            <p:spPr>
              <a:xfrm>
                <a:off x="1897" y="2087"/>
                <a:ext cx="9" cy="12"/>
              </a:xfrm>
              <a:custGeom>
                <a:pathLst>
                  <a:path w="27" h="23">
                    <a:moveTo>
                      <a:pt x="5" y="23"/>
                    </a:moveTo>
                    <a:lnTo>
                      <a:pt x="22" y="23"/>
                    </a:lnTo>
                    <a:lnTo>
                      <a:pt x="23" y="23"/>
                    </a:lnTo>
                    <a:lnTo>
                      <a:pt x="24" y="22"/>
                    </a:lnTo>
                    <a:lnTo>
                      <a:pt x="25" y="21"/>
                    </a:lnTo>
                    <a:lnTo>
                      <a:pt x="25" y="20"/>
                    </a:lnTo>
                    <a:lnTo>
                      <a:pt x="27" y="20"/>
                    </a:lnTo>
                    <a:lnTo>
                      <a:pt x="27" y="17"/>
                    </a:lnTo>
                    <a:lnTo>
                      <a:pt x="27" y="16"/>
                    </a:lnTo>
                    <a:lnTo>
                      <a:pt x="27" y="7"/>
                    </a:lnTo>
                    <a:lnTo>
                      <a:pt x="27" y="6"/>
                    </a:lnTo>
                    <a:lnTo>
                      <a:pt x="25" y="3"/>
                    </a:lnTo>
                    <a:lnTo>
                      <a:pt x="25" y="2"/>
                    </a:lnTo>
                    <a:lnTo>
                      <a:pt x="24" y="1"/>
                    </a:lnTo>
                    <a:lnTo>
                      <a:pt x="22" y="0"/>
                    </a:lnTo>
                    <a:lnTo>
                      <a:pt x="5" y="0"/>
                    </a:lnTo>
                    <a:lnTo>
                      <a:pt x="2" y="1"/>
                    </a:lnTo>
                    <a:lnTo>
                      <a:pt x="1" y="2"/>
                    </a:lnTo>
                    <a:lnTo>
                      <a:pt x="1" y="3"/>
                    </a:lnTo>
                    <a:lnTo>
                      <a:pt x="0" y="6"/>
                    </a:lnTo>
                    <a:lnTo>
                      <a:pt x="0" y="7"/>
                    </a:lnTo>
                    <a:lnTo>
                      <a:pt x="0" y="16"/>
                    </a:lnTo>
                    <a:lnTo>
                      <a:pt x="0" y="17"/>
                    </a:lnTo>
                    <a:lnTo>
                      <a:pt x="0" y="20"/>
                    </a:lnTo>
                    <a:lnTo>
                      <a:pt x="1" y="20"/>
                    </a:lnTo>
                    <a:lnTo>
                      <a:pt x="1" y="21"/>
                    </a:lnTo>
                    <a:lnTo>
                      <a:pt x="2" y="22"/>
                    </a:lnTo>
                    <a:lnTo>
                      <a:pt x="5" y="23"/>
                    </a:lnTo>
                    <a:close/>
                  </a:path>
                </a:pathLst>
              </a:custGeom>
              <a:solidFill>
                <a:srgbClr val="505020"/>
              </a:solidFill>
              <a:ln>
                <a:noFill/>
                <a:round/>
              </a:ln>
            </p:spPr>
          </p:sp>
          <p:sp>
            <p:nvSpPr>
              <p:cNvPr id="93889" name=""/>
              <p:cNvSpPr/>
              <p:nvPr/>
            </p:nvSpPr>
            <p:spPr>
              <a:xfrm>
                <a:off x="1897" y="2088"/>
                <a:ext cx="9" cy="11"/>
              </a:xfrm>
              <a:custGeom>
                <a:pathLst>
                  <a:path w="27" h="22">
                    <a:moveTo>
                      <a:pt x="2" y="0"/>
                    </a:moveTo>
                    <a:lnTo>
                      <a:pt x="0" y="2"/>
                    </a:lnTo>
                    <a:lnTo>
                      <a:pt x="0" y="20"/>
                    </a:lnTo>
                    <a:lnTo>
                      <a:pt x="1" y="22"/>
                    </a:lnTo>
                    <a:lnTo>
                      <a:pt x="25" y="22"/>
                    </a:lnTo>
                    <a:lnTo>
                      <a:pt x="27" y="20"/>
                    </a:lnTo>
                    <a:lnTo>
                      <a:pt x="27" y="2"/>
                    </a:lnTo>
                    <a:lnTo>
                      <a:pt x="25" y="0"/>
                    </a:lnTo>
                    <a:lnTo>
                      <a:pt x="2" y="0"/>
                    </a:lnTo>
                    <a:close/>
                  </a:path>
                </a:pathLst>
              </a:custGeom>
              <a:solidFill>
                <a:srgbClr val="706040"/>
              </a:solidFill>
              <a:ln>
                <a:noFill/>
                <a:round/>
              </a:ln>
            </p:spPr>
          </p:sp>
          <p:sp>
            <p:nvSpPr>
              <p:cNvPr id="93890" name=""/>
              <p:cNvSpPr/>
              <p:nvPr/>
            </p:nvSpPr>
            <p:spPr>
              <a:xfrm>
                <a:off x="1897" y="2088"/>
                <a:ext cx="9" cy="11"/>
              </a:xfrm>
              <a:custGeom>
                <a:pathLst>
                  <a:path w="26" h="22">
                    <a:moveTo>
                      <a:pt x="3" y="0"/>
                    </a:moveTo>
                    <a:lnTo>
                      <a:pt x="0" y="1"/>
                    </a:lnTo>
                    <a:lnTo>
                      <a:pt x="0" y="20"/>
                    </a:lnTo>
                    <a:lnTo>
                      <a:pt x="1" y="22"/>
                    </a:lnTo>
                    <a:lnTo>
                      <a:pt x="24" y="22"/>
                    </a:lnTo>
                    <a:lnTo>
                      <a:pt x="26" y="20"/>
                    </a:lnTo>
                    <a:lnTo>
                      <a:pt x="26" y="2"/>
                    </a:lnTo>
                    <a:lnTo>
                      <a:pt x="24" y="0"/>
                    </a:lnTo>
                    <a:lnTo>
                      <a:pt x="3" y="0"/>
                    </a:lnTo>
                    <a:close/>
                  </a:path>
                </a:pathLst>
              </a:custGeom>
              <a:solidFill>
                <a:srgbClr val="808060"/>
              </a:solidFill>
              <a:ln>
                <a:noFill/>
                <a:round/>
              </a:ln>
            </p:spPr>
          </p:sp>
          <p:sp>
            <p:nvSpPr>
              <p:cNvPr id="93891" name=""/>
              <p:cNvSpPr/>
              <p:nvPr/>
            </p:nvSpPr>
            <p:spPr>
              <a:xfrm>
                <a:off x="1899" y="2089"/>
                <a:ext cx="6" cy="8"/>
              </a:xfrm>
              <a:custGeom>
                <a:pathLst>
                  <a:path w="18" h="15">
                    <a:moveTo>
                      <a:pt x="1" y="0"/>
                    </a:moveTo>
                    <a:lnTo>
                      <a:pt x="0" y="1"/>
                    </a:lnTo>
                    <a:lnTo>
                      <a:pt x="0" y="14"/>
                    </a:lnTo>
                    <a:lnTo>
                      <a:pt x="1" y="15"/>
                    </a:lnTo>
                    <a:lnTo>
                      <a:pt x="17" y="15"/>
                    </a:lnTo>
                    <a:lnTo>
                      <a:pt x="18" y="14"/>
                    </a:lnTo>
                    <a:lnTo>
                      <a:pt x="18" y="3"/>
                    </a:lnTo>
                    <a:lnTo>
                      <a:pt x="17" y="0"/>
                    </a:lnTo>
                    <a:lnTo>
                      <a:pt x="1" y="0"/>
                    </a:lnTo>
                    <a:close/>
                  </a:path>
                </a:pathLst>
              </a:custGeom>
              <a:solidFill>
                <a:srgbClr val="C0C080"/>
              </a:solidFill>
              <a:ln>
                <a:noFill/>
                <a:round/>
              </a:ln>
            </p:spPr>
          </p:sp>
          <p:sp>
            <p:nvSpPr>
              <p:cNvPr id="93892" name=""/>
              <p:cNvSpPr/>
              <p:nvPr/>
            </p:nvSpPr>
            <p:spPr>
              <a:xfrm>
                <a:off x="1899" y="2091"/>
                <a:ext cx="2" cy="2"/>
              </a:xfrm>
              <a:custGeom>
                <a:pathLst>
                  <a:path w="4" h="4">
                    <a:moveTo>
                      <a:pt x="2" y="0"/>
                    </a:moveTo>
                    <a:lnTo>
                      <a:pt x="2" y="1"/>
                    </a:lnTo>
                    <a:lnTo>
                      <a:pt x="2" y="1"/>
                    </a:lnTo>
                    <a:lnTo>
                      <a:pt x="4" y="2"/>
                    </a:lnTo>
                    <a:lnTo>
                      <a:pt x="4" y="2"/>
                    </a:lnTo>
                    <a:lnTo>
                      <a:pt x="2" y="3"/>
                    </a:lnTo>
                    <a:lnTo>
                      <a:pt x="2" y="4"/>
                    </a:lnTo>
                    <a:lnTo>
                      <a:pt x="1" y="4"/>
                    </a:lnTo>
                    <a:lnTo>
                      <a:pt x="0" y="3"/>
                    </a:lnTo>
                    <a:lnTo>
                      <a:pt x="0" y="2"/>
                    </a:lnTo>
                    <a:lnTo>
                      <a:pt x="0" y="2"/>
                    </a:lnTo>
                    <a:lnTo>
                      <a:pt x="0" y="1"/>
                    </a:lnTo>
                    <a:lnTo>
                      <a:pt x="1" y="1"/>
                    </a:lnTo>
                    <a:lnTo>
                      <a:pt x="2" y="0"/>
                    </a:lnTo>
                  </a:path>
                </a:pathLst>
              </a:custGeom>
              <a:noFill/>
              <a:ln w="4763">
                <a:solidFill>
                  <a:srgbClr val="000000"/>
                </a:solidFill>
                <a:prstDash val="solid"/>
                <a:round/>
              </a:ln>
            </p:spPr>
          </p:sp>
          <p:cxnSp>
            <p:nvCxnSpPr>
              <p:cNvPr id="93893" name=""/>
              <p:cNvCxnSpPr/>
              <p:nvPr/>
            </p:nvCxnSpPr>
            <p:spPr>
              <a:xfrm>
                <a:off x="1902" y="2091"/>
                <a:ext cx="1" cy="5"/>
              </a:xfrm>
              <a:prstGeom prst="line">
                <a:avLst/>
              </a:prstGeom>
              <a:noFill/>
              <a:ln w="4763">
                <a:solidFill>
                  <a:prstClr val="black"/>
                </a:solidFill>
                <a:miter lim="800000"/>
              </a:ln>
            </p:spPr>
          </p:cxnSp>
          <p:sp>
            <p:nvSpPr>
              <p:cNvPr id="93894" name=""/>
              <p:cNvSpPr/>
              <p:nvPr/>
            </p:nvSpPr>
            <p:spPr>
              <a:xfrm>
                <a:off x="1883" y="2087"/>
                <a:ext cx="23" cy="3"/>
              </a:xfrm>
              <a:prstGeom prst="rect">
                <a:avLst/>
              </a:prstGeom>
              <a:solidFill>
                <a:srgbClr val="808060"/>
              </a:solidFill>
              <a:ln>
                <a:noFill/>
                <a:miter lim="800000"/>
              </a:ln>
            </p:spPr>
          </p:sp>
          <p:sp>
            <p:nvSpPr>
              <p:cNvPr id="93895" name=""/>
              <p:cNvSpPr/>
              <p:nvPr/>
            </p:nvSpPr>
            <p:spPr>
              <a:xfrm>
                <a:off x="1883" y="2095"/>
                <a:ext cx="4" cy="5"/>
              </a:xfrm>
              <a:custGeom>
                <a:pathLst>
                  <a:path w="10" h="9">
                    <a:moveTo>
                      <a:pt x="0" y="6"/>
                    </a:moveTo>
                    <a:lnTo>
                      <a:pt x="0" y="9"/>
                    </a:lnTo>
                    <a:lnTo>
                      <a:pt x="3" y="9"/>
                    </a:lnTo>
                    <a:lnTo>
                      <a:pt x="6" y="7"/>
                    </a:lnTo>
                    <a:lnTo>
                      <a:pt x="7" y="3"/>
                    </a:lnTo>
                    <a:lnTo>
                      <a:pt x="9" y="2"/>
                    </a:lnTo>
                    <a:lnTo>
                      <a:pt x="10" y="0"/>
                    </a:lnTo>
                    <a:lnTo>
                      <a:pt x="9" y="0"/>
                    </a:lnTo>
                    <a:lnTo>
                      <a:pt x="5" y="3"/>
                    </a:lnTo>
                    <a:lnTo>
                      <a:pt x="3" y="6"/>
                    </a:lnTo>
                    <a:lnTo>
                      <a:pt x="0" y="6"/>
                    </a:lnTo>
                    <a:close/>
                  </a:path>
                </a:pathLst>
              </a:custGeom>
              <a:solidFill>
                <a:srgbClr val="808060"/>
              </a:solidFill>
              <a:ln>
                <a:noFill/>
                <a:round/>
              </a:ln>
            </p:spPr>
          </p:sp>
          <p:sp>
            <p:nvSpPr>
              <p:cNvPr id="93896" name=""/>
              <p:cNvSpPr/>
              <p:nvPr/>
            </p:nvSpPr>
            <p:spPr>
              <a:xfrm>
                <a:off x="1904" y="2087"/>
                <a:ext cx="4" cy="12"/>
              </a:xfrm>
              <a:custGeom>
                <a:pathLst>
                  <a:path w="13" h="23">
                    <a:moveTo>
                      <a:pt x="7" y="23"/>
                    </a:moveTo>
                    <a:lnTo>
                      <a:pt x="8" y="22"/>
                    </a:lnTo>
                    <a:lnTo>
                      <a:pt x="9" y="21"/>
                    </a:lnTo>
                    <a:lnTo>
                      <a:pt x="11" y="18"/>
                    </a:lnTo>
                    <a:lnTo>
                      <a:pt x="13" y="16"/>
                    </a:lnTo>
                    <a:lnTo>
                      <a:pt x="13" y="13"/>
                    </a:lnTo>
                    <a:lnTo>
                      <a:pt x="13" y="8"/>
                    </a:lnTo>
                    <a:lnTo>
                      <a:pt x="11" y="7"/>
                    </a:lnTo>
                    <a:lnTo>
                      <a:pt x="9" y="4"/>
                    </a:lnTo>
                    <a:lnTo>
                      <a:pt x="8" y="3"/>
                    </a:lnTo>
                    <a:lnTo>
                      <a:pt x="5" y="1"/>
                    </a:lnTo>
                    <a:lnTo>
                      <a:pt x="3" y="1"/>
                    </a:lnTo>
                    <a:lnTo>
                      <a:pt x="0" y="0"/>
                    </a:lnTo>
                    <a:lnTo>
                      <a:pt x="0" y="2"/>
                    </a:lnTo>
                    <a:lnTo>
                      <a:pt x="3" y="3"/>
                    </a:lnTo>
                    <a:lnTo>
                      <a:pt x="5" y="4"/>
                    </a:lnTo>
                    <a:lnTo>
                      <a:pt x="8" y="7"/>
                    </a:lnTo>
                    <a:lnTo>
                      <a:pt x="9" y="8"/>
                    </a:lnTo>
                    <a:lnTo>
                      <a:pt x="9" y="10"/>
                    </a:lnTo>
                    <a:lnTo>
                      <a:pt x="9" y="13"/>
                    </a:lnTo>
                    <a:lnTo>
                      <a:pt x="9" y="15"/>
                    </a:lnTo>
                    <a:lnTo>
                      <a:pt x="9" y="17"/>
                    </a:lnTo>
                    <a:lnTo>
                      <a:pt x="9" y="18"/>
                    </a:lnTo>
                    <a:lnTo>
                      <a:pt x="8" y="21"/>
                    </a:lnTo>
                    <a:lnTo>
                      <a:pt x="7" y="23"/>
                    </a:lnTo>
                    <a:close/>
                  </a:path>
                </a:pathLst>
              </a:custGeom>
              <a:solidFill>
                <a:srgbClr val="808060"/>
              </a:solidFill>
              <a:ln>
                <a:noFill/>
                <a:round/>
              </a:ln>
            </p:spPr>
          </p:sp>
          <p:sp>
            <p:nvSpPr>
              <p:cNvPr id="93897" name=""/>
              <p:cNvSpPr/>
              <p:nvPr/>
            </p:nvSpPr>
            <p:spPr>
              <a:xfrm>
                <a:off x="1887" y="2087"/>
                <a:ext cx="9" cy="12"/>
              </a:xfrm>
              <a:custGeom>
                <a:pathLst>
                  <a:path w="28" h="23">
                    <a:moveTo>
                      <a:pt x="14" y="0"/>
                    </a:moveTo>
                    <a:lnTo>
                      <a:pt x="21" y="0"/>
                    </a:lnTo>
                    <a:lnTo>
                      <a:pt x="23" y="1"/>
                    </a:lnTo>
                    <a:lnTo>
                      <a:pt x="26" y="2"/>
                    </a:lnTo>
                    <a:lnTo>
                      <a:pt x="27" y="4"/>
                    </a:lnTo>
                    <a:lnTo>
                      <a:pt x="27" y="7"/>
                    </a:lnTo>
                    <a:lnTo>
                      <a:pt x="28" y="9"/>
                    </a:lnTo>
                    <a:lnTo>
                      <a:pt x="28" y="10"/>
                    </a:lnTo>
                    <a:lnTo>
                      <a:pt x="28" y="14"/>
                    </a:lnTo>
                    <a:lnTo>
                      <a:pt x="28" y="16"/>
                    </a:lnTo>
                    <a:lnTo>
                      <a:pt x="27" y="17"/>
                    </a:lnTo>
                    <a:lnTo>
                      <a:pt x="27" y="20"/>
                    </a:lnTo>
                    <a:lnTo>
                      <a:pt x="25" y="22"/>
                    </a:lnTo>
                    <a:lnTo>
                      <a:pt x="23" y="23"/>
                    </a:lnTo>
                    <a:lnTo>
                      <a:pt x="22" y="23"/>
                    </a:lnTo>
                    <a:lnTo>
                      <a:pt x="21" y="23"/>
                    </a:lnTo>
                    <a:lnTo>
                      <a:pt x="0" y="23"/>
                    </a:lnTo>
                    <a:lnTo>
                      <a:pt x="14" y="0"/>
                    </a:lnTo>
                    <a:close/>
                  </a:path>
                </a:pathLst>
              </a:custGeom>
              <a:solidFill>
                <a:srgbClr val="C0C080"/>
              </a:solidFill>
              <a:ln>
                <a:noFill/>
                <a:round/>
              </a:ln>
            </p:spPr>
          </p:sp>
          <p:sp>
            <p:nvSpPr>
              <p:cNvPr id="93898" name=""/>
              <p:cNvSpPr/>
              <p:nvPr/>
            </p:nvSpPr>
            <p:spPr>
              <a:xfrm>
                <a:off x="1891" y="2087"/>
                <a:ext cx="3" cy="3"/>
              </a:xfrm>
              <a:custGeom>
                <a:pathLst>
                  <a:path w="9" h="4">
                    <a:moveTo>
                      <a:pt x="9" y="0"/>
                    </a:moveTo>
                    <a:lnTo>
                      <a:pt x="0" y="0"/>
                    </a:lnTo>
                    <a:lnTo>
                      <a:pt x="9" y="4"/>
                    </a:lnTo>
                    <a:lnTo>
                      <a:pt x="9" y="0"/>
                    </a:lnTo>
                    <a:close/>
                  </a:path>
                </a:pathLst>
              </a:custGeom>
              <a:solidFill>
                <a:srgbClr val="808050"/>
              </a:solidFill>
              <a:ln>
                <a:noFill/>
                <a:round/>
              </a:ln>
            </p:spPr>
          </p:sp>
          <p:sp>
            <p:nvSpPr>
              <p:cNvPr id="93899" name=""/>
              <p:cNvSpPr/>
              <p:nvPr/>
            </p:nvSpPr>
            <p:spPr>
              <a:xfrm>
                <a:off x="1893" y="2087"/>
                <a:ext cx="3" cy="7"/>
              </a:xfrm>
              <a:custGeom>
                <a:pathLst>
                  <a:path w="9" h="13">
                    <a:moveTo>
                      <a:pt x="9" y="13"/>
                    </a:moveTo>
                    <a:lnTo>
                      <a:pt x="9" y="11"/>
                    </a:lnTo>
                    <a:lnTo>
                      <a:pt x="9" y="7"/>
                    </a:lnTo>
                    <a:lnTo>
                      <a:pt x="8" y="6"/>
                    </a:lnTo>
                    <a:lnTo>
                      <a:pt x="8" y="4"/>
                    </a:lnTo>
                    <a:lnTo>
                      <a:pt x="6" y="2"/>
                    </a:lnTo>
                    <a:lnTo>
                      <a:pt x="3" y="1"/>
                    </a:lnTo>
                    <a:lnTo>
                      <a:pt x="3" y="0"/>
                    </a:lnTo>
                    <a:lnTo>
                      <a:pt x="1" y="0"/>
                    </a:lnTo>
                    <a:lnTo>
                      <a:pt x="0" y="0"/>
                    </a:lnTo>
                    <a:lnTo>
                      <a:pt x="0" y="1"/>
                    </a:lnTo>
                    <a:lnTo>
                      <a:pt x="1" y="1"/>
                    </a:lnTo>
                    <a:lnTo>
                      <a:pt x="3" y="1"/>
                    </a:lnTo>
                    <a:lnTo>
                      <a:pt x="3" y="2"/>
                    </a:lnTo>
                    <a:lnTo>
                      <a:pt x="4" y="4"/>
                    </a:lnTo>
                    <a:lnTo>
                      <a:pt x="6" y="4"/>
                    </a:lnTo>
                    <a:lnTo>
                      <a:pt x="6" y="6"/>
                    </a:lnTo>
                    <a:lnTo>
                      <a:pt x="8" y="7"/>
                    </a:lnTo>
                    <a:lnTo>
                      <a:pt x="8" y="8"/>
                    </a:lnTo>
                    <a:lnTo>
                      <a:pt x="8" y="11"/>
                    </a:lnTo>
                    <a:lnTo>
                      <a:pt x="8" y="13"/>
                    </a:lnTo>
                    <a:lnTo>
                      <a:pt x="9" y="13"/>
                    </a:lnTo>
                    <a:close/>
                  </a:path>
                </a:pathLst>
              </a:custGeom>
              <a:solidFill>
                <a:srgbClr val="808050"/>
              </a:solidFill>
              <a:ln>
                <a:noFill/>
                <a:round/>
              </a:ln>
            </p:spPr>
          </p:sp>
          <p:sp>
            <p:nvSpPr>
              <p:cNvPr id="93900" name=""/>
              <p:cNvSpPr/>
              <p:nvPr/>
            </p:nvSpPr>
            <p:spPr>
              <a:xfrm flipH="1">
                <a:off x="1896" y="2091"/>
                <a:ext cx="0" cy="4"/>
              </a:xfrm>
              <a:prstGeom prst="rect">
                <a:avLst/>
              </a:prstGeom>
              <a:solidFill>
                <a:srgbClr val="808050"/>
              </a:solidFill>
              <a:ln>
                <a:noFill/>
                <a:miter lim="800000"/>
              </a:ln>
            </p:spPr>
          </p:sp>
          <p:sp>
            <p:nvSpPr>
              <p:cNvPr id="93901" name=""/>
              <p:cNvSpPr/>
              <p:nvPr/>
            </p:nvSpPr>
            <p:spPr>
              <a:xfrm>
                <a:off x="1893" y="2093"/>
                <a:ext cx="3" cy="7"/>
              </a:xfrm>
              <a:custGeom>
                <a:pathLst>
                  <a:path w="9" h="13">
                    <a:moveTo>
                      <a:pt x="0" y="13"/>
                    </a:moveTo>
                    <a:lnTo>
                      <a:pt x="1" y="13"/>
                    </a:lnTo>
                    <a:lnTo>
                      <a:pt x="3" y="13"/>
                    </a:lnTo>
                    <a:lnTo>
                      <a:pt x="3" y="12"/>
                    </a:lnTo>
                    <a:lnTo>
                      <a:pt x="4" y="12"/>
                    </a:lnTo>
                    <a:lnTo>
                      <a:pt x="6" y="11"/>
                    </a:lnTo>
                    <a:lnTo>
                      <a:pt x="8" y="9"/>
                    </a:lnTo>
                    <a:lnTo>
                      <a:pt x="8" y="7"/>
                    </a:lnTo>
                    <a:lnTo>
                      <a:pt x="9" y="6"/>
                    </a:lnTo>
                    <a:lnTo>
                      <a:pt x="9" y="2"/>
                    </a:lnTo>
                    <a:lnTo>
                      <a:pt x="9" y="0"/>
                    </a:lnTo>
                    <a:lnTo>
                      <a:pt x="8" y="0"/>
                    </a:lnTo>
                    <a:lnTo>
                      <a:pt x="8" y="2"/>
                    </a:lnTo>
                    <a:lnTo>
                      <a:pt x="8" y="5"/>
                    </a:lnTo>
                    <a:lnTo>
                      <a:pt x="8" y="6"/>
                    </a:lnTo>
                    <a:lnTo>
                      <a:pt x="6" y="7"/>
                    </a:lnTo>
                    <a:lnTo>
                      <a:pt x="6" y="9"/>
                    </a:lnTo>
                    <a:lnTo>
                      <a:pt x="4" y="9"/>
                    </a:lnTo>
                    <a:lnTo>
                      <a:pt x="4" y="11"/>
                    </a:lnTo>
                    <a:lnTo>
                      <a:pt x="3" y="11"/>
                    </a:lnTo>
                    <a:lnTo>
                      <a:pt x="3" y="12"/>
                    </a:lnTo>
                    <a:lnTo>
                      <a:pt x="1" y="12"/>
                    </a:lnTo>
                    <a:lnTo>
                      <a:pt x="0" y="12"/>
                    </a:lnTo>
                    <a:lnTo>
                      <a:pt x="0" y="13"/>
                    </a:lnTo>
                    <a:close/>
                  </a:path>
                </a:pathLst>
              </a:custGeom>
              <a:solidFill>
                <a:srgbClr val="808050"/>
              </a:solidFill>
              <a:ln>
                <a:noFill/>
                <a:round/>
              </a:ln>
            </p:spPr>
          </p:sp>
          <p:sp>
            <p:nvSpPr>
              <p:cNvPr id="93902" name=""/>
              <p:cNvSpPr/>
              <p:nvPr/>
            </p:nvSpPr>
            <p:spPr>
              <a:xfrm>
                <a:off x="1891" y="2097"/>
                <a:ext cx="3" cy="3"/>
              </a:xfrm>
              <a:prstGeom prst="rect">
                <a:avLst/>
              </a:prstGeom>
              <a:solidFill>
                <a:srgbClr val="808050"/>
              </a:solidFill>
              <a:ln>
                <a:noFill/>
                <a:miter lim="800000"/>
              </a:ln>
            </p:spPr>
          </p:sp>
          <p:sp>
            <p:nvSpPr>
              <p:cNvPr id="93903" name=""/>
              <p:cNvSpPr/>
              <p:nvPr/>
            </p:nvSpPr>
            <p:spPr>
              <a:xfrm>
                <a:off x="1887" y="2097"/>
                <a:ext cx="5" cy="3"/>
              </a:xfrm>
              <a:custGeom>
                <a:pathLst>
                  <a:path w="15" h="6">
                    <a:moveTo>
                      <a:pt x="0" y="0"/>
                    </a:moveTo>
                    <a:lnTo>
                      <a:pt x="0" y="6"/>
                    </a:lnTo>
                    <a:lnTo>
                      <a:pt x="15" y="6"/>
                    </a:lnTo>
                    <a:lnTo>
                      <a:pt x="15" y="0"/>
                    </a:lnTo>
                    <a:lnTo>
                      <a:pt x="0" y="0"/>
                    </a:lnTo>
                    <a:lnTo>
                      <a:pt x="2" y="0"/>
                    </a:lnTo>
                    <a:lnTo>
                      <a:pt x="0" y="0"/>
                    </a:lnTo>
                    <a:lnTo>
                      <a:pt x="0" y="6"/>
                    </a:lnTo>
                    <a:lnTo>
                      <a:pt x="0" y="0"/>
                    </a:lnTo>
                    <a:close/>
                  </a:path>
                </a:pathLst>
              </a:custGeom>
              <a:solidFill>
                <a:srgbClr val="808050"/>
              </a:solidFill>
              <a:ln>
                <a:noFill/>
                <a:round/>
              </a:ln>
            </p:spPr>
          </p:sp>
          <p:sp>
            <p:nvSpPr>
              <p:cNvPr id="93904" name=""/>
              <p:cNvSpPr/>
              <p:nvPr/>
            </p:nvSpPr>
            <p:spPr>
              <a:xfrm>
                <a:off x="1886" y="2087"/>
                <a:ext cx="2" cy="12"/>
              </a:xfrm>
              <a:custGeom>
                <a:pathLst>
                  <a:path w="6" h="23">
                    <a:moveTo>
                      <a:pt x="4" y="0"/>
                    </a:moveTo>
                    <a:lnTo>
                      <a:pt x="0" y="0"/>
                    </a:lnTo>
                    <a:lnTo>
                      <a:pt x="4" y="23"/>
                    </a:lnTo>
                    <a:lnTo>
                      <a:pt x="6" y="23"/>
                    </a:lnTo>
                    <a:lnTo>
                      <a:pt x="4" y="0"/>
                    </a:lnTo>
                    <a:lnTo>
                      <a:pt x="4" y="1"/>
                    </a:lnTo>
                    <a:lnTo>
                      <a:pt x="4" y="0"/>
                    </a:lnTo>
                    <a:lnTo>
                      <a:pt x="0" y="0"/>
                    </a:lnTo>
                    <a:lnTo>
                      <a:pt x="4" y="0"/>
                    </a:lnTo>
                    <a:close/>
                  </a:path>
                </a:pathLst>
              </a:custGeom>
              <a:solidFill>
                <a:srgbClr val="808050"/>
              </a:solidFill>
              <a:ln>
                <a:noFill/>
                <a:round/>
              </a:ln>
            </p:spPr>
          </p:sp>
          <p:sp>
            <p:nvSpPr>
              <p:cNvPr id="93905" name=""/>
              <p:cNvSpPr/>
              <p:nvPr/>
            </p:nvSpPr>
            <p:spPr>
              <a:xfrm>
                <a:off x="1887" y="2087"/>
                <a:ext cx="5" cy="3"/>
              </a:xfrm>
              <a:custGeom>
                <a:pathLst>
                  <a:path w="15" h="4">
                    <a:moveTo>
                      <a:pt x="15" y="0"/>
                    </a:moveTo>
                    <a:lnTo>
                      <a:pt x="0" y="0"/>
                    </a:lnTo>
                    <a:lnTo>
                      <a:pt x="15" y="4"/>
                    </a:lnTo>
                    <a:lnTo>
                      <a:pt x="15" y="0"/>
                    </a:lnTo>
                    <a:close/>
                  </a:path>
                </a:pathLst>
              </a:custGeom>
              <a:solidFill>
                <a:srgbClr val="808050"/>
              </a:solidFill>
              <a:ln>
                <a:noFill/>
                <a:round/>
              </a:ln>
            </p:spPr>
          </p:sp>
          <p:sp>
            <p:nvSpPr>
              <p:cNvPr id="93906" name=""/>
              <p:cNvSpPr/>
              <p:nvPr/>
            </p:nvSpPr>
            <p:spPr>
              <a:xfrm>
                <a:off x="1890" y="2089"/>
                <a:ext cx="5" cy="10"/>
              </a:xfrm>
              <a:custGeom>
                <a:pathLst>
                  <a:path w="13" h="20">
                    <a:moveTo>
                      <a:pt x="8" y="0"/>
                    </a:moveTo>
                    <a:lnTo>
                      <a:pt x="0" y="18"/>
                    </a:lnTo>
                    <a:lnTo>
                      <a:pt x="0" y="20"/>
                    </a:lnTo>
                    <a:lnTo>
                      <a:pt x="4" y="20"/>
                    </a:lnTo>
                    <a:lnTo>
                      <a:pt x="4" y="18"/>
                    </a:lnTo>
                    <a:lnTo>
                      <a:pt x="13" y="0"/>
                    </a:lnTo>
                    <a:lnTo>
                      <a:pt x="8" y="0"/>
                    </a:lnTo>
                    <a:close/>
                  </a:path>
                </a:pathLst>
              </a:custGeom>
              <a:solidFill>
                <a:srgbClr val="E0E0B0"/>
              </a:solidFill>
              <a:ln>
                <a:noFill/>
                <a:round/>
              </a:ln>
            </p:spPr>
          </p:sp>
          <p:sp>
            <p:nvSpPr>
              <p:cNvPr id="93907" name=""/>
              <p:cNvSpPr/>
              <p:nvPr/>
            </p:nvSpPr>
            <p:spPr>
              <a:xfrm>
                <a:off x="1892" y="2089"/>
                <a:ext cx="4" cy="10"/>
              </a:xfrm>
              <a:custGeom>
                <a:pathLst>
                  <a:path w="13" h="20">
                    <a:moveTo>
                      <a:pt x="8" y="0"/>
                    </a:moveTo>
                    <a:lnTo>
                      <a:pt x="0" y="19"/>
                    </a:lnTo>
                    <a:lnTo>
                      <a:pt x="1" y="20"/>
                    </a:lnTo>
                    <a:lnTo>
                      <a:pt x="7" y="20"/>
                    </a:lnTo>
                    <a:lnTo>
                      <a:pt x="7" y="19"/>
                    </a:lnTo>
                    <a:lnTo>
                      <a:pt x="13" y="7"/>
                    </a:lnTo>
                    <a:lnTo>
                      <a:pt x="13" y="6"/>
                    </a:lnTo>
                    <a:lnTo>
                      <a:pt x="12" y="4"/>
                    </a:lnTo>
                    <a:lnTo>
                      <a:pt x="12" y="3"/>
                    </a:lnTo>
                    <a:lnTo>
                      <a:pt x="8" y="0"/>
                    </a:lnTo>
                    <a:close/>
                  </a:path>
                </a:pathLst>
              </a:custGeom>
              <a:solidFill>
                <a:srgbClr val="E0E0B0"/>
              </a:solidFill>
              <a:ln>
                <a:noFill/>
                <a:round/>
              </a:ln>
            </p:spPr>
          </p:sp>
          <p:sp>
            <p:nvSpPr>
              <p:cNvPr id="93908" name=""/>
              <p:cNvSpPr/>
              <p:nvPr/>
            </p:nvSpPr>
            <p:spPr>
              <a:xfrm>
                <a:off x="1893" y="2093"/>
                <a:ext cx="3" cy="4"/>
              </a:xfrm>
              <a:custGeom>
                <a:pathLst>
                  <a:path w="8" h="7">
                    <a:moveTo>
                      <a:pt x="8" y="0"/>
                    </a:moveTo>
                    <a:lnTo>
                      <a:pt x="8" y="3"/>
                    </a:lnTo>
                    <a:lnTo>
                      <a:pt x="8" y="3"/>
                    </a:lnTo>
                    <a:lnTo>
                      <a:pt x="7" y="5"/>
                    </a:lnTo>
                    <a:lnTo>
                      <a:pt x="5" y="6"/>
                    </a:lnTo>
                    <a:lnTo>
                      <a:pt x="2" y="7"/>
                    </a:lnTo>
                    <a:lnTo>
                      <a:pt x="0" y="7"/>
                    </a:lnTo>
                  </a:path>
                </a:pathLst>
              </a:custGeom>
              <a:noFill/>
              <a:ln w="4763">
                <a:solidFill>
                  <a:srgbClr val="F0E0C0"/>
                </a:solidFill>
                <a:prstDash val="solid"/>
                <a:round/>
              </a:ln>
            </p:spPr>
          </p:sp>
          <p:sp>
            <p:nvSpPr>
              <p:cNvPr id="93909" name=""/>
              <p:cNvSpPr/>
              <p:nvPr/>
            </p:nvSpPr>
            <p:spPr>
              <a:xfrm>
                <a:off x="1888" y="2088"/>
                <a:ext cx="6" cy="2"/>
              </a:xfrm>
              <a:custGeom>
                <a:pathLst>
                  <a:path w="18" h="3">
                    <a:moveTo>
                      <a:pt x="0" y="0"/>
                    </a:moveTo>
                    <a:lnTo>
                      <a:pt x="14" y="0"/>
                    </a:lnTo>
                    <a:lnTo>
                      <a:pt x="16" y="0"/>
                    </a:lnTo>
                    <a:lnTo>
                      <a:pt x="18" y="3"/>
                    </a:lnTo>
                  </a:path>
                </a:pathLst>
              </a:custGeom>
              <a:noFill/>
              <a:ln w="4763">
                <a:solidFill>
                  <a:srgbClr val="F0E0C0"/>
                </a:solidFill>
                <a:prstDash val="solid"/>
                <a:round/>
              </a:ln>
            </p:spPr>
          </p:sp>
          <p:sp>
            <p:nvSpPr>
              <p:cNvPr id="93910" name=""/>
              <p:cNvSpPr/>
              <p:nvPr/>
            </p:nvSpPr>
            <p:spPr>
              <a:xfrm>
                <a:off x="1888" y="2089"/>
                <a:ext cx="1" cy="10"/>
              </a:xfrm>
              <a:custGeom>
                <a:pathLst>
                  <a:path w="4" h="20">
                    <a:moveTo>
                      <a:pt x="2" y="0"/>
                    </a:moveTo>
                    <a:lnTo>
                      <a:pt x="4" y="3"/>
                    </a:lnTo>
                    <a:lnTo>
                      <a:pt x="4" y="11"/>
                    </a:lnTo>
                    <a:lnTo>
                      <a:pt x="4" y="18"/>
                    </a:lnTo>
                    <a:lnTo>
                      <a:pt x="2" y="20"/>
                    </a:lnTo>
                    <a:lnTo>
                      <a:pt x="0" y="14"/>
                    </a:lnTo>
                    <a:lnTo>
                      <a:pt x="0" y="11"/>
                    </a:lnTo>
                    <a:lnTo>
                      <a:pt x="0" y="3"/>
                    </a:lnTo>
                    <a:lnTo>
                      <a:pt x="2" y="1"/>
                    </a:lnTo>
                    <a:lnTo>
                      <a:pt x="2" y="0"/>
                    </a:lnTo>
                    <a:close/>
                  </a:path>
                </a:pathLst>
              </a:custGeom>
              <a:solidFill>
                <a:srgbClr val="706040"/>
              </a:solidFill>
              <a:ln>
                <a:noFill/>
                <a:round/>
              </a:ln>
            </p:spPr>
          </p:sp>
          <p:sp>
            <p:nvSpPr>
              <p:cNvPr id="93911" name=""/>
              <p:cNvSpPr/>
              <p:nvPr/>
            </p:nvSpPr>
            <p:spPr>
              <a:xfrm>
                <a:off x="1888" y="2089"/>
                <a:ext cx="5" cy="10"/>
              </a:xfrm>
              <a:custGeom>
                <a:pathLst>
                  <a:path w="15" h="20">
                    <a:moveTo>
                      <a:pt x="9" y="0"/>
                    </a:moveTo>
                    <a:lnTo>
                      <a:pt x="0" y="17"/>
                    </a:lnTo>
                    <a:lnTo>
                      <a:pt x="1" y="20"/>
                    </a:lnTo>
                    <a:lnTo>
                      <a:pt x="8" y="20"/>
                    </a:lnTo>
                    <a:lnTo>
                      <a:pt x="8" y="18"/>
                    </a:lnTo>
                    <a:lnTo>
                      <a:pt x="15" y="0"/>
                    </a:lnTo>
                    <a:lnTo>
                      <a:pt x="9" y="0"/>
                    </a:lnTo>
                    <a:close/>
                  </a:path>
                </a:pathLst>
              </a:custGeom>
              <a:solidFill>
                <a:srgbClr val="E0E0B0"/>
              </a:solidFill>
              <a:ln>
                <a:noFill/>
                <a:round/>
              </a:ln>
            </p:spPr>
          </p:sp>
        </p:grpSp>
        <p:pic>
          <p:nvPicPr>
            <p:cNvPr id="93913" name=""/>
            <p:cNvPicPr/>
            <p:nvPr/>
          </p:nvPicPr>
          <p:blipFill>
            <a:blip r:embed="rId3"/>
            <a:stretch>
              <a:fillRect/>
            </a:stretch>
          </p:blipFill>
          <p:spPr>
            <a:xfrm>
              <a:off x="1862" y="2090"/>
              <a:ext cx="29" cy="9"/>
            </a:xfrm>
            <a:prstGeom prst="rect">
              <a:avLst/>
            </a:prstGeom>
            <a:noFill/>
            <a:ln>
              <a:noFill/>
              <a:miter lim="800000"/>
            </a:ln>
          </p:spPr>
        </p:pic>
      </p:grpSp>
      <p:grpSp>
        <p:nvGrpSpPr>
          <p:cNvPr id="94057" name=""/>
          <p:cNvGrpSpPr/>
          <p:nvPr/>
        </p:nvGrpSpPr>
        <p:grpSpPr>
          <a:xfrm>
            <a:off x="3073400" y="3214688"/>
            <a:ext cx="128588" cy="401637"/>
            <a:chOff x="1936" y="2025"/>
            <a:chExt cx="81" cy="253"/>
          </a:xfrm>
        </p:grpSpPr>
        <p:grpSp>
          <p:nvGrpSpPr>
            <p:cNvPr id="94055" name=""/>
            <p:cNvGrpSpPr/>
            <p:nvPr/>
          </p:nvGrpSpPr>
          <p:grpSpPr>
            <a:xfrm>
              <a:off x="1936" y="2025"/>
              <a:ext cx="81" cy="253"/>
              <a:chOff x="1936" y="2025"/>
              <a:chExt cx="81" cy="253"/>
            </a:xfrm>
          </p:grpSpPr>
          <p:sp>
            <p:nvSpPr>
              <p:cNvPr id="93915" name=""/>
              <p:cNvSpPr/>
              <p:nvPr/>
            </p:nvSpPr>
            <p:spPr>
              <a:xfrm>
                <a:off x="1948" y="2136"/>
                <a:ext cx="56" cy="138"/>
              </a:xfrm>
              <a:custGeom>
                <a:pathLst>
                  <a:path w="168" h="277">
                    <a:moveTo>
                      <a:pt x="3" y="0"/>
                    </a:moveTo>
                    <a:lnTo>
                      <a:pt x="165" y="0"/>
                    </a:lnTo>
                    <a:lnTo>
                      <a:pt x="166" y="0"/>
                    </a:lnTo>
                    <a:lnTo>
                      <a:pt x="168" y="2"/>
                    </a:lnTo>
                    <a:lnTo>
                      <a:pt x="168" y="3"/>
                    </a:lnTo>
                    <a:lnTo>
                      <a:pt x="168" y="273"/>
                    </a:lnTo>
                    <a:lnTo>
                      <a:pt x="168" y="274"/>
                    </a:lnTo>
                    <a:lnTo>
                      <a:pt x="166" y="276"/>
                    </a:lnTo>
                    <a:lnTo>
                      <a:pt x="165" y="277"/>
                    </a:lnTo>
                    <a:lnTo>
                      <a:pt x="3" y="277"/>
                    </a:lnTo>
                    <a:lnTo>
                      <a:pt x="1" y="276"/>
                    </a:lnTo>
                    <a:lnTo>
                      <a:pt x="0" y="274"/>
                    </a:lnTo>
                    <a:lnTo>
                      <a:pt x="0" y="273"/>
                    </a:lnTo>
                    <a:lnTo>
                      <a:pt x="0" y="3"/>
                    </a:lnTo>
                    <a:lnTo>
                      <a:pt x="0" y="2"/>
                    </a:lnTo>
                    <a:lnTo>
                      <a:pt x="1" y="0"/>
                    </a:lnTo>
                    <a:lnTo>
                      <a:pt x="3" y="0"/>
                    </a:lnTo>
                    <a:close/>
                  </a:path>
                </a:pathLst>
              </a:custGeom>
              <a:solidFill>
                <a:srgbClr val="F0E0C0"/>
              </a:solidFill>
              <a:ln>
                <a:noFill/>
                <a:round/>
              </a:ln>
            </p:spPr>
          </p:sp>
          <p:sp>
            <p:nvSpPr>
              <p:cNvPr id="93916" name=""/>
              <p:cNvSpPr/>
              <p:nvPr/>
            </p:nvSpPr>
            <p:spPr>
              <a:xfrm>
                <a:off x="1948" y="2252"/>
                <a:ext cx="56" cy="4"/>
              </a:xfrm>
              <a:prstGeom prst="rect">
                <a:avLst/>
              </a:prstGeom>
              <a:solidFill>
                <a:srgbClr val="A0A080"/>
              </a:solidFill>
              <a:ln>
                <a:noFill/>
                <a:miter lim="800000"/>
              </a:ln>
            </p:spPr>
          </p:sp>
          <p:sp>
            <p:nvSpPr>
              <p:cNvPr id="93917" name=""/>
              <p:cNvSpPr/>
              <p:nvPr/>
            </p:nvSpPr>
            <p:spPr>
              <a:xfrm>
                <a:off x="1948" y="2248"/>
                <a:ext cx="56" cy="4"/>
              </a:xfrm>
              <a:prstGeom prst="rect">
                <a:avLst/>
              </a:prstGeom>
              <a:solidFill>
                <a:srgbClr val="A0A080"/>
              </a:solidFill>
              <a:ln>
                <a:noFill/>
                <a:miter lim="800000"/>
              </a:ln>
            </p:spPr>
          </p:sp>
          <p:sp>
            <p:nvSpPr>
              <p:cNvPr id="93918" name=""/>
              <p:cNvSpPr/>
              <p:nvPr/>
            </p:nvSpPr>
            <p:spPr>
              <a:xfrm>
                <a:off x="1948" y="2245"/>
                <a:ext cx="56" cy="3"/>
              </a:xfrm>
              <a:prstGeom prst="rect">
                <a:avLst/>
              </a:prstGeom>
              <a:solidFill>
                <a:srgbClr val="404040"/>
              </a:solidFill>
              <a:ln>
                <a:noFill/>
                <a:miter lim="800000"/>
              </a:ln>
            </p:spPr>
          </p:sp>
          <p:sp>
            <p:nvSpPr>
              <p:cNvPr id="93919" name=""/>
              <p:cNvSpPr/>
              <p:nvPr/>
            </p:nvSpPr>
            <p:spPr>
              <a:xfrm>
                <a:off x="1948" y="2245"/>
                <a:ext cx="56" cy="3"/>
              </a:xfrm>
              <a:prstGeom prst="rect">
                <a:avLst/>
              </a:prstGeom>
              <a:solidFill>
                <a:srgbClr val="A0A080"/>
              </a:solidFill>
              <a:ln>
                <a:noFill/>
                <a:miter lim="800000"/>
              </a:ln>
            </p:spPr>
          </p:sp>
          <p:sp>
            <p:nvSpPr>
              <p:cNvPr id="93920" name=""/>
              <p:cNvSpPr/>
              <p:nvPr/>
            </p:nvSpPr>
            <p:spPr>
              <a:xfrm>
                <a:off x="1948" y="2240"/>
                <a:ext cx="56" cy="3"/>
              </a:xfrm>
              <a:prstGeom prst="rect">
                <a:avLst/>
              </a:prstGeom>
              <a:solidFill>
                <a:srgbClr val="A0A080"/>
              </a:solidFill>
              <a:ln>
                <a:noFill/>
                <a:miter lim="800000"/>
              </a:ln>
            </p:spPr>
          </p:sp>
          <p:sp>
            <p:nvSpPr>
              <p:cNvPr id="93921" name=""/>
              <p:cNvSpPr/>
              <p:nvPr/>
            </p:nvSpPr>
            <p:spPr>
              <a:xfrm>
                <a:off x="1948" y="2236"/>
                <a:ext cx="56" cy="3"/>
              </a:xfrm>
              <a:prstGeom prst="rect">
                <a:avLst/>
              </a:prstGeom>
              <a:solidFill>
                <a:srgbClr val="A0A080"/>
              </a:solidFill>
              <a:ln>
                <a:noFill/>
                <a:miter lim="800000"/>
              </a:ln>
            </p:spPr>
          </p:sp>
          <p:sp>
            <p:nvSpPr>
              <p:cNvPr id="93922" name=""/>
              <p:cNvSpPr/>
              <p:nvPr/>
            </p:nvSpPr>
            <p:spPr>
              <a:xfrm>
                <a:off x="1948" y="2232"/>
                <a:ext cx="56" cy="3"/>
              </a:xfrm>
              <a:prstGeom prst="rect">
                <a:avLst/>
              </a:prstGeom>
              <a:solidFill>
                <a:srgbClr val="A0A080"/>
              </a:solidFill>
              <a:ln>
                <a:noFill/>
                <a:miter lim="800000"/>
              </a:ln>
            </p:spPr>
          </p:sp>
          <p:sp>
            <p:nvSpPr>
              <p:cNvPr id="93923" name=""/>
              <p:cNvSpPr/>
              <p:nvPr/>
            </p:nvSpPr>
            <p:spPr>
              <a:xfrm>
                <a:off x="1948" y="2228"/>
                <a:ext cx="56" cy="2"/>
              </a:xfrm>
              <a:prstGeom prst="rect">
                <a:avLst/>
              </a:prstGeom>
              <a:solidFill>
                <a:srgbClr val="A0A080"/>
              </a:solidFill>
              <a:ln>
                <a:noFill/>
                <a:miter lim="800000"/>
              </a:ln>
            </p:spPr>
          </p:sp>
          <p:sp>
            <p:nvSpPr>
              <p:cNvPr id="93924" name=""/>
              <p:cNvSpPr/>
              <p:nvPr/>
            </p:nvSpPr>
            <p:spPr>
              <a:xfrm>
                <a:off x="1948" y="2223"/>
                <a:ext cx="56" cy="3"/>
              </a:xfrm>
              <a:prstGeom prst="rect">
                <a:avLst/>
              </a:prstGeom>
              <a:solidFill>
                <a:srgbClr val="A0A080"/>
              </a:solidFill>
              <a:ln>
                <a:noFill/>
                <a:miter lim="800000"/>
              </a:ln>
            </p:spPr>
          </p:sp>
          <p:sp>
            <p:nvSpPr>
              <p:cNvPr id="93925" name=""/>
              <p:cNvSpPr/>
              <p:nvPr/>
            </p:nvSpPr>
            <p:spPr>
              <a:xfrm>
                <a:off x="1948" y="2219"/>
                <a:ext cx="56" cy="3"/>
              </a:xfrm>
              <a:prstGeom prst="rect">
                <a:avLst/>
              </a:prstGeom>
              <a:solidFill>
                <a:srgbClr val="A0A080"/>
              </a:solidFill>
              <a:ln>
                <a:noFill/>
                <a:miter lim="800000"/>
              </a:ln>
            </p:spPr>
          </p:sp>
          <p:sp>
            <p:nvSpPr>
              <p:cNvPr id="93926" name=""/>
              <p:cNvSpPr/>
              <p:nvPr/>
            </p:nvSpPr>
            <p:spPr>
              <a:xfrm>
                <a:off x="1948" y="2214"/>
                <a:ext cx="56" cy="3"/>
              </a:xfrm>
              <a:prstGeom prst="rect">
                <a:avLst/>
              </a:prstGeom>
              <a:solidFill>
                <a:srgbClr val="A0A080"/>
              </a:solidFill>
              <a:ln>
                <a:noFill/>
                <a:miter lim="800000"/>
              </a:ln>
            </p:spPr>
          </p:sp>
          <p:sp>
            <p:nvSpPr>
              <p:cNvPr id="93927" name=""/>
              <p:cNvSpPr/>
              <p:nvPr/>
            </p:nvSpPr>
            <p:spPr>
              <a:xfrm>
                <a:off x="1948" y="2211"/>
                <a:ext cx="56" cy="3"/>
              </a:xfrm>
              <a:prstGeom prst="rect">
                <a:avLst/>
              </a:prstGeom>
              <a:solidFill>
                <a:srgbClr val="A0A080"/>
              </a:solidFill>
              <a:ln>
                <a:noFill/>
                <a:miter lim="800000"/>
              </a:ln>
            </p:spPr>
          </p:sp>
          <p:sp>
            <p:nvSpPr>
              <p:cNvPr id="93928" name=""/>
              <p:cNvSpPr/>
              <p:nvPr/>
            </p:nvSpPr>
            <p:spPr>
              <a:xfrm>
                <a:off x="1948" y="2207"/>
                <a:ext cx="56" cy="2"/>
              </a:xfrm>
              <a:prstGeom prst="rect">
                <a:avLst/>
              </a:prstGeom>
              <a:solidFill>
                <a:srgbClr val="A0A080"/>
              </a:solidFill>
              <a:ln>
                <a:noFill/>
                <a:miter lim="800000"/>
              </a:ln>
            </p:spPr>
          </p:sp>
          <p:sp>
            <p:nvSpPr>
              <p:cNvPr id="93929" name=""/>
              <p:cNvSpPr/>
              <p:nvPr/>
            </p:nvSpPr>
            <p:spPr>
              <a:xfrm>
                <a:off x="1948" y="2203"/>
                <a:ext cx="56" cy="2"/>
              </a:xfrm>
              <a:prstGeom prst="rect">
                <a:avLst/>
              </a:prstGeom>
              <a:solidFill>
                <a:srgbClr val="A0A080"/>
              </a:solidFill>
              <a:ln>
                <a:noFill/>
                <a:miter lim="800000"/>
              </a:ln>
            </p:spPr>
          </p:sp>
          <p:sp>
            <p:nvSpPr>
              <p:cNvPr id="93930" name=""/>
              <p:cNvSpPr/>
              <p:nvPr/>
            </p:nvSpPr>
            <p:spPr>
              <a:xfrm>
                <a:off x="1948" y="2198"/>
                <a:ext cx="56" cy="2"/>
              </a:xfrm>
              <a:prstGeom prst="rect">
                <a:avLst/>
              </a:prstGeom>
              <a:solidFill>
                <a:srgbClr val="A0A080"/>
              </a:solidFill>
              <a:ln>
                <a:noFill/>
                <a:miter lim="800000"/>
              </a:ln>
            </p:spPr>
          </p:sp>
          <p:sp>
            <p:nvSpPr>
              <p:cNvPr id="93931" name=""/>
              <p:cNvSpPr/>
              <p:nvPr/>
            </p:nvSpPr>
            <p:spPr>
              <a:xfrm>
                <a:off x="1948" y="2194"/>
                <a:ext cx="56" cy="2"/>
              </a:xfrm>
              <a:prstGeom prst="rect">
                <a:avLst/>
              </a:prstGeom>
              <a:solidFill>
                <a:srgbClr val="A0A080"/>
              </a:solidFill>
              <a:ln>
                <a:noFill/>
                <a:miter lim="800000"/>
              </a:ln>
            </p:spPr>
          </p:sp>
          <p:sp>
            <p:nvSpPr>
              <p:cNvPr id="93932" name=""/>
              <p:cNvSpPr/>
              <p:nvPr/>
            </p:nvSpPr>
            <p:spPr>
              <a:xfrm>
                <a:off x="1948" y="2189"/>
                <a:ext cx="56" cy="3"/>
              </a:xfrm>
              <a:prstGeom prst="rect">
                <a:avLst/>
              </a:prstGeom>
              <a:solidFill>
                <a:srgbClr val="A0A080"/>
              </a:solidFill>
              <a:ln>
                <a:noFill/>
                <a:miter lim="800000"/>
              </a:ln>
            </p:spPr>
          </p:sp>
          <p:sp>
            <p:nvSpPr>
              <p:cNvPr id="93933" name=""/>
              <p:cNvSpPr/>
              <p:nvPr/>
            </p:nvSpPr>
            <p:spPr>
              <a:xfrm>
                <a:off x="1936" y="2264"/>
                <a:ext cx="41" cy="14"/>
              </a:xfrm>
              <a:custGeom>
                <a:pathLst>
                  <a:path w="123" h="28">
                    <a:moveTo>
                      <a:pt x="39" y="0"/>
                    </a:moveTo>
                    <a:lnTo>
                      <a:pt x="35" y="0"/>
                    </a:lnTo>
                    <a:lnTo>
                      <a:pt x="35" y="13"/>
                    </a:lnTo>
                    <a:lnTo>
                      <a:pt x="0" y="23"/>
                    </a:lnTo>
                    <a:lnTo>
                      <a:pt x="0" y="28"/>
                    </a:lnTo>
                    <a:lnTo>
                      <a:pt x="123" y="28"/>
                    </a:lnTo>
                    <a:lnTo>
                      <a:pt x="123" y="20"/>
                    </a:lnTo>
                    <a:lnTo>
                      <a:pt x="39" y="20"/>
                    </a:lnTo>
                    <a:lnTo>
                      <a:pt x="39" y="0"/>
                    </a:lnTo>
                    <a:close/>
                  </a:path>
                </a:pathLst>
              </a:custGeom>
              <a:solidFill>
                <a:srgbClr val="808060"/>
              </a:solidFill>
              <a:ln>
                <a:noFill/>
                <a:round/>
              </a:ln>
            </p:spPr>
          </p:sp>
          <p:sp>
            <p:nvSpPr>
              <p:cNvPr id="93934" name=""/>
              <p:cNvSpPr/>
              <p:nvPr/>
            </p:nvSpPr>
            <p:spPr>
              <a:xfrm>
                <a:off x="1977" y="2264"/>
                <a:ext cx="40" cy="14"/>
              </a:xfrm>
              <a:custGeom>
                <a:pathLst>
                  <a:path w="121" h="28">
                    <a:moveTo>
                      <a:pt x="82" y="0"/>
                    </a:moveTo>
                    <a:lnTo>
                      <a:pt x="88" y="0"/>
                    </a:lnTo>
                    <a:lnTo>
                      <a:pt x="88" y="13"/>
                    </a:lnTo>
                    <a:lnTo>
                      <a:pt x="121" y="23"/>
                    </a:lnTo>
                    <a:lnTo>
                      <a:pt x="121" y="28"/>
                    </a:lnTo>
                    <a:lnTo>
                      <a:pt x="0" y="28"/>
                    </a:lnTo>
                    <a:lnTo>
                      <a:pt x="0" y="20"/>
                    </a:lnTo>
                    <a:lnTo>
                      <a:pt x="82" y="20"/>
                    </a:lnTo>
                    <a:lnTo>
                      <a:pt x="82" y="0"/>
                    </a:lnTo>
                    <a:close/>
                  </a:path>
                </a:pathLst>
              </a:custGeom>
              <a:solidFill>
                <a:srgbClr val="808060"/>
              </a:solidFill>
              <a:ln>
                <a:noFill/>
                <a:round/>
              </a:ln>
            </p:spPr>
          </p:sp>
          <p:sp>
            <p:nvSpPr>
              <p:cNvPr id="93935" name=""/>
              <p:cNvSpPr/>
              <p:nvPr/>
            </p:nvSpPr>
            <p:spPr>
              <a:xfrm>
                <a:off x="1958" y="2223"/>
                <a:ext cx="36" cy="47"/>
              </a:xfrm>
              <a:custGeom>
                <a:pathLst>
                  <a:path w="109" h="93">
                    <a:moveTo>
                      <a:pt x="0" y="1"/>
                    </a:moveTo>
                    <a:lnTo>
                      <a:pt x="0" y="93"/>
                    </a:lnTo>
                    <a:lnTo>
                      <a:pt x="109" y="93"/>
                    </a:lnTo>
                    <a:lnTo>
                      <a:pt x="109" y="0"/>
                    </a:lnTo>
                  </a:path>
                </a:pathLst>
              </a:custGeom>
              <a:noFill/>
              <a:ln w="4763">
                <a:solidFill>
                  <a:srgbClr val="808060"/>
                </a:solidFill>
                <a:prstDash val="solid"/>
                <a:round/>
              </a:ln>
            </p:spPr>
          </p:sp>
          <p:sp>
            <p:nvSpPr>
              <p:cNvPr id="93936" name=""/>
              <p:cNvSpPr/>
              <p:nvPr/>
            </p:nvSpPr>
            <p:spPr>
              <a:xfrm>
                <a:off x="1948" y="2025"/>
                <a:ext cx="56" cy="104"/>
              </a:xfrm>
              <a:custGeom>
                <a:pathLst>
                  <a:path w="168" h="208">
                    <a:moveTo>
                      <a:pt x="4" y="208"/>
                    </a:moveTo>
                    <a:lnTo>
                      <a:pt x="164" y="208"/>
                    </a:lnTo>
                    <a:lnTo>
                      <a:pt x="166" y="208"/>
                    </a:lnTo>
                    <a:lnTo>
                      <a:pt x="167" y="206"/>
                    </a:lnTo>
                    <a:lnTo>
                      <a:pt x="168" y="204"/>
                    </a:lnTo>
                    <a:lnTo>
                      <a:pt x="168" y="5"/>
                    </a:lnTo>
                    <a:lnTo>
                      <a:pt x="167" y="2"/>
                    </a:lnTo>
                    <a:lnTo>
                      <a:pt x="166" y="1"/>
                    </a:lnTo>
                    <a:lnTo>
                      <a:pt x="165" y="1"/>
                    </a:lnTo>
                    <a:lnTo>
                      <a:pt x="4" y="0"/>
                    </a:lnTo>
                    <a:lnTo>
                      <a:pt x="2" y="1"/>
                    </a:lnTo>
                    <a:lnTo>
                      <a:pt x="1" y="2"/>
                    </a:lnTo>
                    <a:lnTo>
                      <a:pt x="0" y="5"/>
                    </a:lnTo>
                    <a:lnTo>
                      <a:pt x="0" y="204"/>
                    </a:lnTo>
                    <a:lnTo>
                      <a:pt x="0" y="206"/>
                    </a:lnTo>
                    <a:lnTo>
                      <a:pt x="2" y="208"/>
                    </a:lnTo>
                    <a:lnTo>
                      <a:pt x="4" y="208"/>
                    </a:lnTo>
                    <a:close/>
                  </a:path>
                </a:pathLst>
              </a:custGeom>
              <a:solidFill>
                <a:srgbClr val="F0E0C0"/>
              </a:solidFill>
              <a:ln>
                <a:noFill/>
                <a:round/>
              </a:ln>
            </p:spPr>
          </p:sp>
          <p:sp>
            <p:nvSpPr>
              <p:cNvPr id="93937" name=""/>
              <p:cNvSpPr/>
              <p:nvPr/>
            </p:nvSpPr>
            <p:spPr>
              <a:xfrm>
                <a:off x="1953" y="2055"/>
                <a:ext cx="46" cy="65"/>
              </a:xfrm>
              <a:custGeom>
                <a:pathLst>
                  <a:path w="138" h="131">
                    <a:moveTo>
                      <a:pt x="7" y="131"/>
                    </a:moveTo>
                    <a:lnTo>
                      <a:pt x="132" y="131"/>
                    </a:lnTo>
                    <a:lnTo>
                      <a:pt x="133" y="131"/>
                    </a:lnTo>
                    <a:lnTo>
                      <a:pt x="135" y="130"/>
                    </a:lnTo>
                    <a:lnTo>
                      <a:pt x="136" y="129"/>
                    </a:lnTo>
                    <a:lnTo>
                      <a:pt x="138" y="128"/>
                    </a:lnTo>
                    <a:lnTo>
                      <a:pt x="138" y="125"/>
                    </a:lnTo>
                    <a:lnTo>
                      <a:pt x="138" y="6"/>
                    </a:lnTo>
                    <a:lnTo>
                      <a:pt x="138" y="4"/>
                    </a:lnTo>
                    <a:lnTo>
                      <a:pt x="136" y="3"/>
                    </a:lnTo>
                    <a:lnTo>
                      <a:pt x="135" y="0"/>
                    </a:lnTo>
                    <a:lnTo>
                      <a:pt x="133" y="0"/>
                    </a:lnTo>
                    <a:lnTo>
                      <a:pt x="132" y="0"/>
                    </a:lnTo>
                    <a:lnTo>
                      <a:pt x="7" y="0"/>
                    </a:lnTo>
                    <a:lnTo>
                      <a:pt x="4" y="0"/>
                    </a:lnTo>
                    <a:lnTo>
                      <a:pt x="3" y="0"/>
                    </a:lnTo>
                    <a:lnTo>
                      <a:pt x="2" y="3"/>
                    </a:lnTo>
                    <a:lnTo>
                      <a:pt x="1" y="4"/>
                    </a:lnTo>
                    <a:lnTo>
                      <a:pt x="0" y="6"/>
                    </a:lnTo>
                    <a:lnTo>
                      <a:pt x="0" y="125"/>
                    </a:lnTo>
                    <a:lnTo>
                      <a:pt x="1" y="128"/>
                    </a:lnTo>
                    <a:lnTo>
                      <a:pt x="1" y="128"/>
                    </a:lnTo>
                    <a:lnTo>
                      <a:pt x="3" y="130"/>
                    </a:lnTo>
                    <a:lnTo>
                      <a:pt x="4" y="131"/>
                    </a:lnTo>
                    <a:lnTo>
                      <a:pt x="7" y="131"/>
                    </a:lnTo>
                    <a:close/>
                  </a:path>
                </a:pathLst>
              </a:custGeom>
              <a:solidFill>
                <a:srgbClr val="F0E0C0"/>
              </a:solidFill>
              <a:ln>
                <a:noFill/>
                <a:round/>
              </a:ln>
            </p:spPr>
          </p:sp>
          <p:sp>
            <p:nvSpPr>
              <p:cNvPr id="93938" name=""/>
              <p:cNvSpPr/>
              <p:nvPr/>
            </p:nvSpPr>
            <p:spPr>
              <a:xfrm>
                <a:off x="1956" y="2073"/>
                <a:ext cx="40" cy="1"/>
              </a:xfrm>
              <a:prstGeom prst="rect">
                <a:avLst/>
              </a:prstGeom>
              <a:solidFill>
                <a:srgbClr val="505020"/>
              </a:solidFill>
              <a:ln w="4763">
                <a:solidFill>
                  <a:prstClr val="black"/>
                </a:solidFill>
                <a:miter lim="800000"/>
              </a:ln>
            </p:spPr>
          </p:sp>
          <p:sp>
            <p:nvSpPr>
              <p:cNvPr id="93939" name=""/>
              <p:cNvSpPr/>
              <p:nvPr/>
            </p:nvSpPr>
            <p:spPr>
              <a:xfrm>
                <a:off x="1956" y="2091"/>
                <a:ext cx="40" cy="0"/>
              </a:xfrm>
              <a:prstGeom prst="rect">
                <a:avLst/>
              </a:prstGeom>
              <a:solidFill>
                <a:srgbClr val="505020"/>
              </a:solidFill>
              <a:ln w="4763">
                <a:solidFill>
                  <a:prstClr val="black"/>
                </a:solidFill>
                <a:miter lim="800000"/>
              </a:ln>
            </p:spPr>
          </p:sp>
          <p:sp>
            <p:nvSpPr>
              <p:cNvPr id="93940" name=""/>
              <p:cNvSpPr/>
              <p:nvPr/>
            </p:nvSpPr>
            <p:spPr>
              <a:xfrm>
                <a:off x="1954" y="2057"/>
                <a:ext cx="44" cy="18"/>
              </a:xfrm>
              <a:custGeom>
                <a:pathLst>
                  <a:path w="133" h="36">
                    <a:moveTo>
                      <a:pt x="4" y="36"/>
                    </a:moveTo>
                    <a:lnTo>
                      <a:pt x="131" y="36"/>
                    </a:lnTo>
                    <a:lnTo>
                      <a:pt x="132" y="36"/>
                    </a:lnTo>
                    <a:lnTo>
                      <a:pt x="133" y="34"/>
                    </a:lnTo>
                    <a:lnTo>
                      <a:pt x="133" y="3"/>
                    </a:lnTo>
                    <a:lnTo>
                      <a:pt x="133" y="1"/>
                    </a:lnTo>
                    <a:lnTo>
                      <a:pt x="131" y="0"/>
                    </a:lnTo>
                    <a:lnTo>
                      <a:pt x="4" y="0"/>
                    </a:lnTo>
                    <a:lnTo>
                      <a:pt x="1" y="1"/>
                    </a:lnTo>
                    <a:lnTo>
                      <a:pt x="0" y="2"/>
                    </a:lnTo>
                    <a:lnTo>
                      <a:pt x="0" y="34"/>
                    </a:lnTo>
                    <a:lnTo>
                      <a:pt x="1" y="35"/>
                    </a:lnTo>
                    <a:lnTo>
                      <a:pt x="2" y="36"/>
                    </a:lnTo>
                    <a:lnTo>
                      <a:pt x="4" y="36"/>
                    </a:lnTo>
                    <a:close/>
                  </a:path>
                </a:pathLst>
              </a:custGeom>
              <a:solidFill>
                <a:srgbClr val="C0C080"/>
              </a:solidFill>
              <a:ln>
                <a:noFill/>
                <a:round/>
              </a:ln>
            </p:spPr>
          </p:sp>
          <p:sp>
            <p:nvSpPr>
              <p:cNvPr id="93941" name=""/>
              <p:cNvSpPr/>
              <p:nvPr/>
            </p:nvSpPr>
            <p:spPr>
              <a:xfrm>
                <a:off x="1966" y="2058"/>
                <a:ext cx="17" cy="13"/>
              </a:xfrm>
              <a:custGeom>
                <a:pathLst>
                  <a:path w="52" h="27">
                    <a:moveTo>
                      <a:pt x="2" y="0"/>
                    </a:moveTo>
                    <a:lnTo>
                      <a:pt x="50" y="0"/>
                    </a:lnTo>
                    <a:lnTo>
                      <a:pt x="51" y="0"/>
                    </a:lnTo>
                    <a:lnTo>
                      <a:pt x="52" y="2"/>
                    </a:lnTo>
                    <a:lnTo>
                      <a:pt x="52" y="25"/>
                    </a:lnTo>
                    <a:lnTo>
                      <a:pt x="51" y="27"/>
                    </a:lnTo>
                    <a:lnTo>
                      <a:pt x="50" y="27"/>
                    </a:lnTo>
                    <a:lnTo>
                      <a:pt x="2" y="27"/>
                    </a:lnTo>
                    <a:lnTo>
                      <a:pt x="0" y="27"/>
                    </a:lnTo>
                    <a:lnTo>
                      <a:pt x="0" y="25"/>
                    </a:lnTo>
                    <a:lnTo>
                      <a:pt x="0" y="2"/>
                    </a:lnTo>
                    <a:lnTo>
                      <a:pt x="0" y="0"/>
                    </a:lnTo>
                    <a:lnTo>
                      <a:pt x="2" y="0"/>
                    </a:lnTo>
                    <a:close/>
                  </a:path>
                </a:pathLst>
              </a:custGeom>
              <a:solidFill>
                <a:srgbClr val="00DFCA"/>
              </a:solidFill>
              <a:ln>
                <a:noFill/>
                <a:round/>
              </a:ln>
            </p:spPr>
          </p:sp>
          <p:sp>
            <p:nvSpPr>
              <p:cNvPr id="93942" name=""/>
              <p:cNvSpPr/>
              <p:nvPr/>
            </p:nvSpPr>
            <p:spPr>
              <a:xfrm>
                <a:off x="1988" y="2058"/>
                <a:ext cx="5" cy="4"/>
              </a:xfrm>
              <a:custGeom>
                <a:pathLst>
                  <a:path w="17" h="9">
                    <a:moveTo>
                      <a:pt x="2" y="9"/>
                    </a:moveTo>
                    <a:lnTo>
                      <a:pt x="15" y="9"/>
                    </a:lnTo>
                    <a:lnTo>
                      <a:pt x="16" y="7"/>
                    </a:lnTo>
                    <a:lnTo>
                      <a:pt x="17" y="2"/>
                    </a:lnTo>
                    <a:lnTo>
                      <a:pt x="15" y="0"/>
                    </a:lnTo>
                    <a:lnTo>
                      <a:pt x="2" y="0"/>
                    </a:lnTo>
                    <a:lnTo>
                      <a:pt x="1" y="0"/>
                    </a:lnTo>
                    <a:lnTo>
                      <a:pt x="0" y="7"/>
                    </a:lnTo>
                    <a:lnTo>
                      <a:pt x="2" y="9"/>
                    </a:lnTo>
                    <a:close/>
                  </a:path>
                </a:pathLst>
              </a:custGeom>
              <a:solidFill>
                <a:srgbClr val="808050"/>
              </a:solidFill>
              <a:ln>
                <a:noFill/>
                <a:round/>
              </a:ln>
            </p:spPr>
          </p:sp>
          <p:sp>
            <p:nvSpPr>
              <p:cNvPr id="93943" name=""/>
              <p:cNvSpPr/>
              <p:nvPr/>
            </p:nvSpPr>
            <p:spPr>
              <a:xfrm>
                <a:off x="1988" y="2058"/>
                <a:ext cx="5" cy="4"/>
              </a:xfrm>
              <a:custGeom>
                <a:pathLst>
                  <a:path w="17" h="9">
                    <a:moveTo>
                      <a:pt x="1" y="9"/>
                    </a:moveTo>
                    <a:lnTo>
                      <a:pt x="15" y="9"/>
                    </a:lnTo>
                    <a:lnTo>
                      <a:pt x="17" y="7"/>
                    </a:lnTo>
                    <a:lnTo>
                      <a:pt x="17" y="2"/>
                    </a:lnTo>
                    <a:lnTo>
                      <a:pt x="15" y="0"/>
                    </a:lnTo>
                    <a:lnTo>
                      <a:pt x="1" y="0"/>
                    </a:lnTo>
                    <a:lnTo>
                      <a:pt x="0" y="0"/>
                    </a:lnTo>
                    <a:lnTo>
                      <a:pt x="0" y="7"/>
                    </a:lnTo>
                    <a:lnTo>
                      <a:pt x="1" y="9"/>
                    </a:lnTo>
                    <a:close/>
                  </a:path>
                </a:pathLst>
              </a:custGeom>
              <a:solidFill>
                <a:srgbClr val="C0C080"/>
              </a:solidFill>
              <a:ln>
                <a:noFill/>
                <a:round/>
              </a:ln>
            </p:spPr>
          </p:sp>
          <p:sp>
            <p:nvSpPr>
              <p:cNvPr id="93944" name=""/>
              <p:cNvSpPr/>
              <p:nvPr/>
            </p:nvSpPr>
            <p:spPr>
              <a:xfrm>
                <a:off x="1956" y="2062"/>
                <a:ext cx="41" cy="4"/>
              </a:xfrm>
              <a:custGeom>
                <a:pathLst>
                  <a:path w="123" h="10">
                    <a:moveTo>
                      <a:pt x="2" y="10"/>
                    </a:moveTo>
                    <a:lnTo>
                      <a:pt x="120" y="10"/>
                    </a:lnTo>
                    <a:lnTo>
                      <a:pt x="123" y="8"/>
                    </a:lnTo>
                    <a:lnTo>
                      <a:pt x="123" y="6"/>
                    </a:lnTo>
                    <a:lnTo>
                      <a:pt x="123" y="4"/>
                    </a:lnTo>
                    <a:lnTo>
                      <a:pt x="123" y="0"/>
                    </a:lnTo>
                    <a:lnTo>
                      <a:pt x="120" y="0"/>
                    </a:lnTo>
                    <a:lnTo>
                      <a:pt x="2" y="0"/>
                    </a:lnTo>
                    <a:lnTo>
                      <a:pt x="1" y="0"/>
                    </a:lnTo>
                    <a:lnTo>
                      <a:pt x="0" y="4"/>
                    </a:lnTo>
                    <a:lnTo>
                      <a:pt x="0" y="6"/>
                    </a:lnTo>
                    <a:lnTo>
                      <a:pt x="1" y="8"/>
                    </a:lnTo>
                    <a:lnTo>
                      <a:pt x="2" y="10"/>
                    </a:lnTo>
                    <a:close/>
                  </a:path>
                </a:pathLst>
              </a:custGeom>
              <a:solidFill>
                <a:srgbClr val="A0A080"/>
              </a:solidFill>
              <a:ln>
                <a:noFill/>
                <a:round/>
              </a:ln>
            </p:spPr>
          </p:sp>
          <p:sp>
            <p:nvSpPr>
              <p:cNvPr id="93945" name=""/>
              <p:cNvSpPr/>
              <p:nvPr/>
            </p:nvSpPr>
            <p:spPr>
              <a:xfrm>
                <a:off x="1955" y="2073"/>
                <a:ext cx="43" cy="20"/>
              </a:xfrm>
              <a:custGeom>
                <a:pathLst>
                  <a:path w="131" h="38">
                    <a:moveTo>
                      <a:pt x="2" y="38"/>
                    </a:moveTo>
                    <a:lnTo>
                      <a:pt x="129" y="38"/>
                    </a:lnTo>
                    <a:lnTo>
                      <a:pt x="131" y="38"/>
                    </a:lnTo>
                    <a:lnTo>
                      <a:pt x="131" y="36"/>
                    </a:lnTo>
                    <a:lnTo>
                      <a:pt x="131" y="3"/>
                    </a:lnTo>
                    <a:lnTo>
                      <a:pt x="130" y="1"/>
                    </a:lnTo>
                    <a:lnTo>
                      <a:pt x="129" y="0"/>
                    </a:lnTo>
                    <a:lnTo>
                      <a:pt x="2" y="0"/>
                    </a:lnTo>
                    <a:lnTo>
                      <a:pt x="0" y="1"/>
                    </a:lnTo>
                    <a:lnTo>
                      <a:pt x="0" y="3"/>
                    </a:lnTo>
                    <a:lnTo>
                      <a:pt x="0" y="36"/>
                    </a:lnTo>
                    <a:lnTo>
                      <a:pt x="0" y="38"/>
                    </a:lnTo>
                    <a:lnTo>
                      <a:pt x="2" y="38"/>
                    </a:lnTo>
                    <a:close/>
                  </a:path>
                </a:pathLst>
              </a:custGeom>
              <a:solidFill>
                <a:srgbClr val="C0C080"/>
              </a:solidFill>
              <a:ln>
                <a:noFill/>
                <a:round/>
              </a:ln>
            </p:spPr>
          </p:sp>
          <p:sp>
            <p:nvSpPr>
              <p:cNvPr id="93946" name=""/>
              <p:cNvSpPr/>
              <p:nvPr/>
            </p:nvSpPr>
            <p:spPr>
              <a:xfrm>
                <a:off x="1966" y="2076"/>
                <a:ext cx="17" cy="14"/>
              </a:xfrm>
              <a:custGeom>
                <a:pathLst>
                  <a:path w="52" h="30">
                    <a:moveTo>
                      <a:pt x="3" y="0"/>
                    </a:moveTo>
                    <a:lnTo>
                      <a:pt x="49" y="0"/>
                    </a:lnTo>
                    <a:lnTo>
                      <a:pt x="51" y="0"/>
                    </a:lnTo>
                    <a:lnTo>
                      <a:pt x="52" y="3"/>
                    </a:lnTo>
                    <a:lnTo>
                      <a:pt x="52" y="4"/>
                    </a:lnTo>
                    <a:lnTo>
                      <a:pt x="52" y="26"/>
                    </a:lnTo>
                    <a:lnTo>
                      <a:pt x="52" y="28"/>
                    </a:lnTo>
                    <a:lnTo>
                      <a:pt x="50" y="30"/>
                    </a:lnTo>
                    <a:lnTo>
                      <a:pt x="49" y="30"/>
                    </a:lnTo>
                    <a:lnTo>
                      <a:pt x="3" y="30"/>
                    </a:lnTo>
                    <a:lnTo>
                      <a:pt x="1" y="30"/>
                    </a:lnTo>
                    <a:lnTo>
                      <a:pt x="0" y="28"/>
                    </a:lnTo>
                    <a:lnTo>
                      <a:pt x="0" y="26"/>
                    </a:lnTo>
                    <a:lnTo>
                      <a:pt x="0" y="4"/>
                    </a:lnTo>
                    <a:lnTo>
                      <a:pt x="0" y="2"/>
                    </a:lnTo>
                    <a:lnTo>
                      <a:pt x="2" y="0"/>
                    </a:lnTo>
                    <a:lnTo>
                      <a:pt x="3" y="0"/>
                    </a:lnTo>
                    <a:close/>
                  </a:path>
                </a:pathLst>
              </a:custGeom>
              <a:solidFill>
                <a:srgbClr val="00DFCA"/>
              </a:solidFill>
              <a:ln>
                <a:noFill/>
                <a:round/>
              </a:ln>
            </p:spPr>
          </p:sp>
          <p:sp>
            <p:nvSpPr>
              <p:cNvPr id="93947" name=""/>
              <p:cNvSpPr/>
              <p:nvPr/>
            </p:nvSpPr>
            <p:spPr>
              <a:xfrm>
                <a:off x="1984" y="2084"/>
                <a:ext cx="6" cy="5"/>
              </a:xfrm>
              <a:custGeom>
                <a:pathLst>
                  <a:path w="20" h="9">
                    <a:moveTo>
                      <a:pt x="2" y="9"/>
                    </a:moveTo>
                    <a:lnTo>
                      <a:pt x="16" y="9"/>
                    </a:lnTo>
                    <a:lnTo>
                      <a:pt x="18" y="9"/>
                    </a:lnTo>
                    <a:lnTo>
                      <a:pt x="20" y="6"/>
                    </a:lnTo>
                    <a:lnTo>
                      <a:pt x="20" y="5"/>
                    </a:lnTo>
                    <a:lnTo>
                      <a:pt x="19" y="1"/>
                    </a:lnTo>
                    <a:lnTo>
                      <a:pt x="18" y="0"/>
                    </a:lnTo>
                    <a:lnTo>
                      <a:pt x="2" y="0"/>
                    </a:lnTo>
                    <a:lnTo>
                      <a:pt x="1" y="0"/>
                    </a:lnTo>
                    <a:lnTo>
                      <a:pt x="0" y="3"/>
                    </a:lnTo>
                    <a:lnTo>
                      <a:pt x="0" y="6"/>
                    </a:lnTo>
                    <a:lnTo>
                      <a:pt x="1" y="8"/>
                    </a:lnTo>
                    <a:lnTo>
                      <a:pt x="2" y="9"/>
                    </a:lnTo>
                    <a:close/>
                  </a:path>
                </a:pathLst>
              </a:custGeom>
              <a:solidFill>
                <a:srgbClr val="808050"/>
              </a:solidFill>
              <a:ln>
                <a:noFill/>
                <a:round/>
              </a:ln>
            </p:spPr>
          </p:sp>
          <p:sp>
            <p:nvSpPr>
              <p:cNvPr id="93948" name=""/>
              <p:cNvSpPr/>
              <p:nvPr/>
            </p:nvSpPr>
            <p:spPr>
              <a:xfrm>
                <a:off x="1984" y="2084"/>
                <a:ext cx="6" cy="5"/>
              </a:xfrm>
              <a:custGeom>
                <a:pathLst>
                  <a:path w="20" h="9">
                    <a:moveTo>
                      <a:pt x="2" y="9"/>
                    </a:moveTo>
                    <a:lnTo>
                      <a:pt x="16" y="9"/>
                    </a:lnTo>
                    <a:lnTo>
                      <a:pt x="18" y="9"/>
                    </a:lnTo>
                    <a:lnTo>
                      <a:pt x="20" y="6"/>
                    </a:lnTo>
                    <a:lnTo>
                      <a:pt x="20" y="5"/>
                    </a:lnTo>
                    <a:lnTo>
                      <a:pt x="19" y="1"/>
                    </a:lnTo>
                    <a:lnTo>
                      <a:pt x="18" y="0"/>
                    </a:lnTo>
                    <a:lnTo>
                      <a:pt x="2" y="0"/>
                    </a:lnTo>
                    <a:lnTo>
                      <a:pt x="1" y="0"/>
                    </a:lnTo>
                    <a:lnTo>
                      <a:pt x="0" y="3"/>
                    </a:lnTo>
                    <a:lnTo>
                      <a:pt x="0" y="6"/>
                    </a:lnTo>
                    <a:lnTo>
                      <a:pt x="1" y="8"/>
                    </a:lnTo>
                    <a:lnTo>
                      <a:pt x="2" y="9"/>
                    </a:lnTo>
                    <a:close/>
                  </a:path>
                </a:pathLst>
              </a:custGeom>
              <a:solidFill>
                <a:srgbClr val="C0C080"/>
              </a:solidFill>
              <a:ln>
                <a:noFill/>
                <a:round/>
              </a:ln>
            </p:spPr>
          </p:sp>
          <p:sp>
            <p:nvSpPr>
              <p:cNvPr id="93949" name=""/>
              <p:cNvSpPr/>
              <p:nvPr/>
            </p:nvSpPr>
            <p:spPr>
              <a:xfrm>
                <a:off x="1964" y="2077"/>
                <a:ext cx="27" cy="6"/>
              </a:xfrm>
              <a:custGeom>
                <a:pathLst>
                  <a:path w="80" h="10">
                    <a:moveTo>
                      <a:pt x="0" y="8"/>
                    </a:moveTo>
                    <a:lnTo>
                      <a:pt x="29" y="8"/>
                    </a:lnTo>
                    <a:lnTo>
                      <a:pt x="29" y="10"/>
                    </a:lnTo>
                    <a:lnTo>
                      <a:pt x="55" y="10"/>
                    </a:lnTo>
                    <a:lnTo>
                      <a:pt x="55" y="8"/>
                    </a:lnTo>
                    <a:lnTo>
                      <a:pt x="80" y="8"/>
                    </a:lnTo>
                    <a:lnTo>
                      <a:pt x="80" y="2"/>
                    </a:lnTo>
                    <a:lnTo>
                      <a:pt x="55" y="2"/>
                    </a:lnTo>
                    <a:lnTo>
                      <a:pt x="55" y="0"/>
                    </a:lnTo>
                    <a:lnTo>
                      <a:pt x="30" y="0"/>
                    </a:lnTo>
                    <a:lnTo>
                      <a:pt x="30" y="1"/>
                    </a:lnTo>
                    <a:lnTo>
                      <a:pt x="0" y="1"/>
                    </a:lnTo>
                    <a:lnTo>
                      <a:pt x="0" y="8"/>
                    </a:lnTo>
                    <a:close/>
                  </a:path>
                </a:pathLst>
              </a:custGeom>
              <a:solidFill>
                <a:srgbClr val="A08060"/>
              </a:solidFill>
              <a:ln>
                <a:noFill/>
                <a:round/>
              </a:ln>
            </p:spPr>
          </p:sp>
          <p:sp>
            <p:nvSpPr>
              <p:cNvPr id="93950" name=""/>
              <p:cNvSpPr/>
              <p:nvPr/>
            </p:nvSpPr>
            <p:spPr>
              <a:xfrm>
                <a:off x="1955" y="2095"/>
                <a:ext cx="43" cy="4"/>
              </a:xfrm>
              <a:prstGeom prst="rect">
                <a:avLst/>
              </a:prstGeom>
              <a:solidFill>
                <a:srgbClr val="505020"/>
              </a:solidFill>
              <a:ln>
                <a:noFill/>
                <a:miter lim="800000"/>
              </a:ln>
            </p:spPr>
          </p:sp>
          <p:sp>
            <p:nvSpPr>
              <p:cNvPr id="93951" name=""/>
              <p:cNvSpPr/>
              <p:nvPr/>
            </p:nvSpPr>
            <p:spPr>
              <a:xfrm>
                <a:off x="1955" y="2095"/>
                <a:ext cx="43" cy="2"/>
              </a:xfrm>
              <a:custGeom>
                <a:pathLst>
                  <a:path w="131" h="5">
                    <a:moveTo>
                      <a:pt x="131" y="0"/>
                    </a:moveTo>
                    <a:lnTo>
                      <a:pt x="130" y="0"/>
                    </a:lnTo>
                    <a:lnTo>
                      <a:pt x="0" y="0"/>
                    </a:lnTo>
                    <a:lnTo>
                      <a:pt x="0" y="5"/>
                    </a:lnTo>
                    <a:lnTo>
                      <a:pt x="130" y="5"/>
                    </a:lnTo>
                    <a:lnTo>
                      <a:pt x="129" y="0"/>
                    </a:lnTo>
                    <a:lnTo>
                      <a:pt x="131" y="0"/>
                    </a:lnTo>
                    <a:lnTo>
                      <a:pt x="130" y="0"/>
                    </a:lnTo>
                    <a:lnTo>
                      <a:pt x="131" y="0"/>
                    </a:lnTo>
                    <a:close/>
                  </a:path>
                </a:pathLst>
              </a:custGeom>
              <a:solidFill>
                <a:srgbClr val="000000"/>
              </a:solidFill>
              <a:ln>
                <a:noFill/>
                <a:round/>
              </a:ln>
            </p:spPr>
          </p:sp>
          <p:sp>
            <p:nvSpPr>
              <p:cNvPr id="93952" name=""/>
              <p:cNvSpPr/>
              <p:nvPr/>
            </p:nvSpPr>
            <p:spPr>
              <a:xfrm>
                <a:off x="1997" y="2095"/>
                <a:ext cx="1" cy="4"/>
              </a:xfrm>
              <a:custGeom>
                <a:pathLst>
                  <a:path w="4" h="8">
                    <a:moveTo>
                      <a:pt x="2" y="8"/>
                    </a:moveTo>
                    <a:lnTo>
                      <a:pt x="4" y="7"/>
                    </a:lnTo>
                    <a:lnTo>
                      <a:pt x="4" y="0"/>
                    </a:lnTo>
                    <a:lnTo>
                      <a:pt x="0" y="0"/>
                    </a:lnTo>
                    <a:lnTo>
                      <a:pt x="0" y="7"/>
                    </a:lnTo>
                    <a:lnTo>
                      <a:pt x="2" y="7"/>
                    </a:lnTo>
                    <a:lnTo>
                      <a:pt x="2" y="8"/>
                    </a:lnTo>
                    <a:lnTo>
                      <a:pt x="4" y="8"/>
                    </a:lnTo>
                    <a:lnTo>
                      <a:pt x="4" y="7"/>
                    </a:lnTo>
                    <a:lnTo>
                      <a:pt x="2" y="8"/>
                    </a:lnTo>
                    <a:close/>
                  </a:path>
                </a:pathLst>
              </a:custGeom>
              <a:solidFill>
                <a:srgbClr val="000000"/>
              </a:solidFill>
              <a:ln>
                <a:noFill/>
                <a:round/>
              </a:ln>
            </p:spPr>
          </p:sp>
          <p:sp>
            <p:nvSpPr>
              <p:cNvPr id="93953" name=""/>
              <p:cNvSpPr/>
              <p:nvPr/>
            </p:nvSpPr>
            <p:spPr>
              <a:xfrm>
                <a:off x="1954" y="2097"/>
                <a:ext cx="44" cy="2"/>
              </a:xfrm>
              <a:custGeom>
                <a:pathLst>
                  <a:path w="132" h="5">
                    <a:moveTo>
                      <a:pt x="0" y="0"/>
                    </a:moveTo>
                    <a:lnTo>
                      <a:pt x="1" y="5"/>
                    </a:lnTo>
                    <a:lnTo>
                      <a:pt x="132" y="5"/>
                    </a:lnTo>
                    <a:lnTo>
                      <a:pt x="132" y="0"/>
                    </a:lnTo>
                    <a:lnTo>
                      <a:pt x="1" y="0"/>
                    </a:lnTo>
                    <a:lnTo>
                      <a:pt x="0" y="0"/>
                    </a:lnTo>
                    <a:lnTo>
                      <a:pt x="0" y="5"/>
                    </a:lnTo>
                    <a:lnTo>
                      <a:pt x="1" y="5"/>
                    </a:lnTo>
                    <a:lnTo>
                      <a:pt x="0" y="0"/>
                    </a:lnTo>
                    <a:close/>
                  </a:path>
                </a:pathLst>
              </a:custGeom>
              <a:solidFill>
                <a:srgbClr val="000000"/>
              </a:solidFill>
              <a:ln>
                <a:noFill/>
                <a:round/>
              </a:ln>
            </p:spPr>
          </p:sp>
          <p:sp>
            <p:nvSpPr>
              <p:cNvPr id="93954" name=""/>
              <p:cNvSpPr/>
              <p:nvPr/>
            </p:nvSpPr>
            <p:spPr>
              <a:xfrm>
                <a:off x="1954" y="2095"/>
                <a:ext cx="1" cy="4"/>
              </a:xfrm>
              <a:custGeom>
                <a:pathLst>
                  <a:path w="4" h="8">
                    <a:moveTo>
                      <a:pt x="4" y="0"/>
                    </a:moveTo>
                    <a:lnTo>
                      <a:pt x="0" y="0"/>
                    </a:lnTo>
                    <a:lnTo>
                      <a:pt x="0" y="8"/>
                    </a:lnTo>
                    <a:lnTo>
                      <a:pt x="4" y="8"/>
                    </a:lnTo>
                    <a:lnTo>
                      <a:pt x="4" y="0"/>
                    </a:lnTo>
                    <a:lnTo>
                      <a:pt x="4" y="2"/>
                    </a:lnTo>
                    <a:lnTo>
                      <a:pt x="4" y="0"/>
                    </a:lnTo>
                    <a:lnTo>
                      <a:pt x="0" y="0"/>
                    </a:lnTo>
                    <a:lnTo>
                      <a:pt x="4" y="0"/>
                    </a:lnTo>
                    <a:close/>
                  </a:path>
                </a:pathLst>
              </a:custGeom>
              <a:solidFill>
                <a:srgbClr val="000000"/>
              </a:solidFill>
              <a:ln>
                <a:noFill/>
                <a:round/>
              </a:ln>
            </p:spPr>
          </p:sp>
          <p:sp>
            <p:nvSpPr>
              <p:cNvPr id="93955" name=""/>
              <p:cNvSpPr/>
              <p:nvPr/>
            </p:nvSpPr>
            <p:spPr>
              <a:xfrm>
                <a:off x="1955" y="2097"/>
                <a:ext cx="43" cy="23"/>
              </a:xfrm>
              <a:custGeom>
                <a:pathLst>
                  <a:path w="131" h="46">
                    <a:moveTo>
                      <a:pt x="3" y="0"/>
                    </a:moveTo>
                    <a:lnTo>
                      <a:pt x="129" y="0"/>
                    </a:lnTo>
                    <a:lnTo>
                      <a:pt x="130" y="0"/>
                    </a:lnTo>
                    <a:lnTo>
                      <a:pt x="131" y="2"/>
                    </a:lnTo>
                    <a:lnTo>
                      <a:pt x="131" y="3"/>
                    </a:lnTo>
                    <a:lnTo>
                      <a:pt x="131" y="43"/>
                    </a:lnTo>
                    <a:lnTo>
                      <a:pt x="131" y="44"/>
                    </a:lnTo>
                    <a:lnTo>
                      <a:pt x="131" y="45"/>
                    </a:lnTo>
                    <a:lnTo>
                      <a:pt x="130" y="45"/>
                    </a:lnTo>
                    <a:lnTo>
                      <a:pt x="130" y="46"/>
                    </a:lnTo>
                    <a:lnTo>
                      <a:pt x="129" y="46"/>
                    </a:lnTo>
                    <a:lnTo>
                      <a:pt x="3" y="46"/>
                    </a:lnTo>
                    <a:lnTo>
                      <a:pt x="2" y="46"/>
                    </a:lnTo>
                    <a:lnTo>
                      <a:pt x="0" y="46"/>
                    </a:lnTo>
                    <a:lnTo>
                      <a:pt x="0" y="45"/>
                    </a:lnTo>
                    <a:lnTo>
                      <a:pt x="0" y="44"/>
                    </a:lnTo>
                    <a:lnTo>
                      <a:pt x="0" y="43"/>
                    </a:lnTo>
                    <a:lnTo>
                      <a:pt x="0" y="3"/>
                    </a:lnTo>
                    <a:lnTo>
                      <a:pt x="0" y="2"/>
                    </a:lnTo>
                    <a:lnTo>
                      <a:pt x="0" y="0"/>
                    </a:lnTo>
                    <a:lnTo>
                      <a:pt x="3" y="0"/>
                    </a:lnTo>
                    <a:close/>
                  </a:path>
                </a:pathLst>
              </a:custGeom>
              <a:solidFill>
                <a:srgbClr val="C0C080"/>
              </a:solidFill>
              <a:ln>
                <a:noFill/>
                <a:round/>
              </a:ln>
            </p:spPr>
          </p:sp>
          <p:sp>
            <p:nvSpPr>
              <p:cNvPr id="93956" name=""/>
              <p:cNvSpPr/>
              <p:nvPr/>
            </p:nvSpPr>
            <p:spPr>
              <a:xfrm>
                <a:off x="1965" y="2100"/>
                <a:ext cx="18" cy="18"/>
              </a:xfrm>
              <a:custGeom>
                <a:pathLst>
                  <a:path w="54" h="38">
                    <a:moveTo>
                      <a:pt x="4" y="0"/>
                    </a:moveTo>
                    <a:lnTo>
                      <a:pt x="51" y="0"/>
                    </a:lnTo>
                    <a:lnTo>
                      <a:pt x="52" y="0"/>
                    </a:lnTo>
                    <a:lnTo>
                      <a:pt x="53" y="1"/>
                    </a:lnTo>
                    <a:lnTo>
                      <a:pt x="53" y="3"/>
                    </a:lnTo>
                    <a:lnTo>
                      <a:pt x="54" y="4"/>
                    </a:lnTo>
                    <a:lnTo>
                      <a:pt x="54" y="5"/>
                    </a:lnTo>
                    <a:lnTo>
                      <a:pt x="54" y="34"/>
                    </a:lnTo>
                    <a:lnTo>
                      <a:pt x="53" y="35"/>
                    </a:lnTo>
                    <a:lnTo>
                      <a:pt x="53" y="37"/>
                    </a:lnTo>
                    <a:lnTo>
                      <a:pt x="53" y="38"/>
                    </a:lnTo>
                    <a:lnTo>
                      <a:pt x="52" y="38"/>
                    </a:lnTo>
                    <a:lnTo>
                      <a:pt x="51" y="38"/>
                    </a:lnTo>
                    <a:lnTo>
                      <a:pt x="4" y="38"/>
                    </a:lnTo>
                    <a:lnTo>
                      <a:pt x="3" y="38"/>
                    </a:lnTo>
                    <a:lnTo>
                      <a:pt x="1" y="37"/>
                    </a:lnTo>
                    <a:lnTo>
                      <a:pt x="0" y="35"/>
                    </a:lnTo>
                    <a:lnTo>
                      <a:pt x="0" y="34"/>
                    </a:lnTo>
                    <a:lnTo>
                      <a:pt x="0" y="5"/>
                    </a:lnTo>
                    <a:lnTo>
                      <a:pt x="0" y="4"/>
                    </a:lnTo>
                    <a:lnTo>
                      <a:pt x="1" y="3"/>
                    </a:lnTo>
                    <a:lnTo>
                      <a:pt x="1" y="1"/>
                    </a:lnTo>
                    <a:lnTo>
                      <a:pt x="3" y="0"/>
                    </a:lnTo>
                    <a:lnTo>
                      <a:pt x="4" y="0"/>
                    </a:lnTo>
                    <a:close/>
                  </a:path>
                </a:pathLst>
              </a:custGeom>
              <a:solidFill>
                <a:srgbClr val="00DFCA"/>
              </a:solidFill>
              <a:ln>
                <a:noFill/>
                <a:round/>
              </a:ln>
            </p:spPr>
          </p:sp>
          <p:sp>
            <p:nvSpPr>
              <p:cNvPr id="93957" name=""/>
              <p:cNvSpPr/>
              <p:nvPr/>
            </p:nvSpPr>
            <p:spPr>
              <a:xfrm>
                <a:off x="1967" y="2100"/>
                <a:ext cx="30" cy="15"/>
              </a:xfrm>
              <a:custGeom>
                <a:pathLst>
                  <a:path w="91" h="31">
                    <a:moveTo>
                      <a:pt x="0" y="0"/>
                    </a:moveTo>
                    <a:lnTo>
                      <a:pt x="91" y="0"/>
                    </a:lnTo>
                    <a:lnTo>
                      <a:pt x="91" y="21"/>
                    </a:lnTo>
                    <a:lnTo>
                      <a:pt x="13" y="21"/>
                    </a:lnTo>
                    <a:lnTo>
                      <a:pt x="13" y="31"/>
                    </a:lnTo>
                    <a:lnTo>
                      <a:pt x="0" y="31"/>
                    </a:lnTo>
                    <a:lnTo>
                      <a:pt x="0" y="0"/>
                    </a:lnTo>
                    <a:close/>
                  </a:path>
                </a:pathLst>
              </a:custGeom>
              <a:solidFill>
                <a:srgbClr val="404010"/>
              </a:solidFill>
              <a:ln>
                <a:noFill/>
                <a:round/>
              </a:ln>
            </p:spPr>
          </p:sp>
          <p:sp>
            <p:nvSpPr>
              <p:cNvPr id="93958" name=""/>
              <p:cNvSpPr/>
              <p:nvPr/>
            </p:nvSpPr>
            <p:spPr>
              <a:xfrm>
                <a:off x="1955" y="2092"/>
                <a:ext cx="43" cy="5"/>
              </a:xfrm>
              <a:prstGeom prst="rect">
                <a:avLst/>
              </a:prstGeom>
              <a:solidFill>
                <a:srgbClr val="C0C080"/>
              </a:solidFill>
              <a:ln>
                <a:noFill/>
                <a:miter lim="800000"/>
              </a:ln>
            </p:spPr>
          </p:sp>
          <p:sp>
            <p:nvSpPr>
              <p:cNvPr id="93959" name=""/>
              <p:cNvSpPr/>
              <p:nvPr/>
            </p:nvSpPr>
            <p:spPr>
              <a:xfrm>
                <a:off x="1953" y="2049"/>
                <a:ext cx="47" cy="4"/>
              </a:xfrm>
              <a:custGeom>
                <a:pathLst>
                  <a:path w="140" h="9">
                    <a:moveTo>
                      <a:pt x="2" y="0"/>
                    </a:moveTo>
                    <a:lnTo>
                      <a:pt x="138" y="0"/>
                    </a:lnTo>
                    <a:lnTo>
                      <a:pt x="139" y="0"/>
                    </a:lnTo>
                    <a:lnTo>
                      <a:pt x="140" y="3"/>
                    </a:lnTo>
                    <a:lnTo>
                      <a:pt x="140" y="7"/>
                    </a:lnTo>
                    <a:lnTo>
                      <a:pt x="138" y="9"/>
                    </a:lnTo>
                    <a:lnTo>
                      <a:pt x="2" y="9"/>
                    </a:lnTo>
                    <a:lnTo>
                      <a:pt x="1" y="7"/>
                    </a:lnTo>
                    <a:lnTo>
                      <a:pt x="0" y="5"/>
                    </a:lnTo>
                    <a:lnTo>
                      <a:pt x="0" y="2"/>
                    </a:lnTo>
                    <a:lnTo>
                      <a:pt x="2" y="0"/>
                    </a:lnTo>
                    <a:close/>
                  </a:path>
                </a:pathLst>
              </a:custGeom>
              <a:solidFill>
                <a:srgbClr val="E0D0A0"/>
              </a:solidFill>
              <a:ln>
                <a:noFill/>
                <a:round/>
              </a:ln>
            </p:spPr>
          </p:sp>
          <p:sp>
            <p:nvSpPr>
              <p:cNvPr id="93960" name=""/>
              <p:cNvSpPr/>
              <p:nvPr/>
            </p:nvSpPr>
            <p:spPr>
              <a:xfrm>
                <a:off x="1956" y="2064"/>
                <a:ext cx="10" cy="3"/>
              </a:xfrm>
              <a:custGeom>
                <a:pathLst>
                  <a:path w="28" h="6">
                    <a:moveTo>
                      <a:pt x="1" y="0"/>
                    </a:moveTo>
                    <a:lnTo>
                      <a:pt x="28" y="0"/>
                    </a:lnTo>
                    <a:lnTo>
                      <a:pt x="28" y="2"/>
                    </a:lnTo>
                    <a:lnTo>
                      <a:pt x="28" y="6"/>
                    </a:lnTo>
                    <a:lnTo>
                      <a:pt x="1" y="6"/>
                    </a:lnTo>
                    <a:lnTo>
                      <a:pt x="0" y="3"/>
                    </a:lnTo>
                    <a:lnTo>
                      <a:pt x="0" y="0"/>
                    </a:lnTo>
                    <a:lnTo>
                      <a:pt x="1" y="0"/>
                    </a:lnTo>
                    <a:close/>
                  </a:path>
                </a:pathLst>
              </a:custGeom>
              <a:solidFill>
                <a:srgbClr val="E0E0B0"/>
              </a:solidFill>
              <a:ln>
                <a:noFill/>
                <a:round/>
              </a:ln>
            </p:spPr>
          </p:sp>
          <p:sp>
            <p:nvSpPr>
              <p:cNvPr id="93961" name=""/>
              <p:cNvSpPr/>
              <p:nvPr/>
            </p:nvSpPr>
            <p:spPr>
              <a:xfrm>
                <a:off x="1965" y="2065"/>
                <a:ext cx="18" cy="2"/>
              </a:xfrm>
              <a:custGeom>
                <a:pathLst>
                  <a:path w="55" h="5">
                    <a:moveTo>
                      <a:pt x="0" y="0"/>
                    </a:moveTo>
                    <a:lnTo>
                      <a:pt x="55" y="0"/>
                    </a:lnTo>
                    <a:lnTo>
                      <a:pt x="0" y="5"/>
                    </a:lnTo>
                    <a:lnTo>
                      <a:pt x="0" y="0"/>
                    </a:lnTo>
                    <a:close/>
                  </a:path>
                </a:pathLst>
              </a:custGeom>
              <a:solidFill>
                <a:srgbClr val="E0E0B0"/>
              </a:solidFill>
              <a:ln>
                <a:noFill/>
                <a:round/>
              </a:ln>
            </p:spPr>
          </p:sp>
          <p:sp>
            <p:nvSpPr>
              <p:cNvPr id="93962" name=""/>
              <p:cNvSpPr/>
              <p:nvPr/>
            </p:nvSpPr>
            <p:spPr>
              <a:xfrm>
                <a:off x="1983" y="2064"/>
                <a:ext cx="14" cy="3"/>
              </a:xfrm>
              <a:custGeom>
                <a:pathLst>
                  <a:path w="44" h="6">
                    <a:moveTo>
                      <a:pt x="1" y="0"/>
                    </a:moveTo>
                    <a:lnTo>
                      <a:pt x="43" y="0"/>
                    </a:lnTo>
                    <a:lnTo>
                      <a:pt x="44" y="2"/>
                    </a:lnTo>
                    <a:lnTo>
                      <a:pt x="43" y="6"/>
                    </a:lnTo>
                    <a:lnTo>
                      <a:pt x="1" y="6"/>
                    </a:lnTo>
                    <a:lnTo>
                      <a:pt x="0" y="2"/>
                    </a:lnTo>
                    <a:lnTo>
                      <a:pt x="1" y="0"/>
                    </a:lnTo>
                    <a:close/>
                  </a:path>
                </a:pathLst>
              </a:custGeom>
              <a:solidFill>
                <a:srgbClr val="E0E0B0"/>
              </a:solidFill>
              <a:ln>
                <a:noFill/>
                <a:round/>
              </a:ln>
            </p:spPr>
          </p:sp>
          <p:sp>
            <p:nvSpPr>
              <p:cNvPr id="93963" name=""/>
              <p:cNvSpPr/>
              <p:nvPr/>
            </p:nvSpPr>
            <p:spPr>
              <a:xfrm>
                <a:off x="1966" y="2066"/>
                <a:ext cx="17" cy="5"/>
              </a:xfrm>
              <a:custGeom>
                <a:pathLst>
                  <a:path w="52" h="11">
                    <a:moveTo>
                      <a:pt x="0" y="0"/>
                    </a:moveTo>
                    <a:lnTo>
                      <a:pt x="51" y="0"/>
                    </a:lnTo>
                    <a:lnTo>
                      <a:pt x="52" y="2"/>
                    </a:lnTo>
                    <a:lnTo>
                      <a:pt x="52" y="10"/>
                    </a:lnTo>
                    <a:lnTo>
                      <a:pt x="51" y="11"/>
                    </a:lnTo>
                    <a:lnTo>
                      <a:pt x="0" y="11"/>
                    </a:lnTo>
                    <a:lnTo>
                      <a:pt x="0" y="10"/>
                    </a:lnTo>
                    <a:lnTo>
                      <a:pt x="0" y="2"/>
                    </a:lnTo>
                    <a:lnTo>
                      <a:pt x="0" y="0"/>
                    </a:lnTo>
                    <a:close/>
                  </a:path>
                </a:pathLst>
              </a:custGeom>
              <a:solidFill>
                <a:srgbClr val="00DFCA"/>
              </a:solidFill>
              <a:ln>
                <a:noFill/>
                <a:round/>
              </a:ln>
            </p:spPr>
          </p:sp>
          <p:sp>
            <p:nvSpPr>
              <p:cNvPr id="93964" name=""/>
              <p:cNvSpPr/>
              <p:nvPr/>
            </p:nvSpPr>
            <p:spPr>
              <a:xfrm>
                <a:off x="1988" y="2058"/>
                <a:ext cx="5" cy="1"/>
              </a:xfrm>
              <a:prstGeom prst="rect">
                <a:avLst/>
              </a:prstGeom>
              <a:solidFill>
                <a:srgbClr val="F0E0C0"/>
              </a:solidFill>
              <a:ln>
                <a:noFill/>
                <a:miter lim="800000"/>
              </a:ln>
            </p:spPr>
          </p:sp>
          <p:sp>
            <p:nvSpPr>
              <p:cNvPr id="93965" name=""/>
              <p:cNvSpPr/>
              <p:nvPr/>
            </p:nvSpPr>
            <p:spPr>
              <a:xfrm>
                <a:off x="1985" y="2058"/>
                <a:ext cx="8" cy="7"/>
              </a:xfrm>
              <a:custGeom>
                <a:pathLst>
                  <a:path w="24" h="15">
                    <a:moveTo>
                      <a:pt x="7" y="0"/>
                    </a:moveTo>
                    <a:lnTo>
                      <a:pt x="0" y="13"/>
                    </a:lnTo>
                    <a:lnTo>
                      <a:pt x="0" y="15"/>
                    </a:lnTo>
                    <a:lnTo>
                      <a:pt x="20" y="15"/>
                    </a:lnTo>
                    <a:lnTo>
                      <a:pt x="24" y="7"/>
                    </a:lnTo>
                    <a:lnTo>
                      <a:pt x="8" y="7"/>
                    </a:lnTo>
                    <a:lnTo>
                      <a:pt x="7" y="0"/>
                    </a:lnTo>
                    <a:close/>
                  </a:path>
                </a:pathLst>
              </a:custGeom>
              <a:solidFill>
                <a:srgbClr val="808060"/>
              </a:solidFill>
              <a:ln>
                <a:noFill/>
                <a:round/>
              </a:ln>
            </p:spPr>
          </p:sp>
          <p:sp>
            <p:nvSpPr>
              <p:cNvPr id="93966" name=""/>
              <p:cNvSpPr/>
              <p:nvPr/>
            </p:nvSpPr>
            <p:spPr>
              <a:xfrm>
                <a:off x="1966" y="2066"/>
                <a:ext cx="3" cy="4"/>
              </a:xfrm>
              <a:custGeom>
                <a:pathLst>
                  <a:path w="8" h="8">
                    <a:moveTo>
                      <a:pt x="1" y="0"/>
                    </a:moveTo>
                    <a:lnTo>
                      <a:pt x="7" y="0"/>
                    </a:lnTo>
                    <a:lnTo>
                      <a:pt x="8" y="0"/>
                    </a:lnTo>
                    <a:lnTo>
                      <a:pt x="8" y="2"/>
                    </a:lnTo>
                    <a:lnTo>
                      <a:pt x="8" y="6"/>
                    </a:lnTo>
                    <a:lnTo>
                      <a:pt x="8" y="8"/>
                    </a:lnTo>
                    <a:lnTo>
                      <a:pt x="1" y="8"/>
                    </a:lnTo>
                    <a:lnTo>
                      <a:pt x="0" y="6"/>
                    </a:lnTo>
                    <a:lnTo>
                      <a:pt x="0" y="2"/>
                    </a:lnTo>
                    <a:lnTo>
                      <a:pt x="0" y="0"/>
                    </a:lnTo>
                    <a:lnTo>
                      <a:pt x="1" y="0"/>
                    </a:lnTo>
                    <a:close/>
                  </a:path>
                </a:pathLst>
              </a:custGeom>
              <a:solidFill>
                <a:srgbClr val="A0A070"/>
              </a:solidFill>
              <a:ln>
                <a:noFill/>
                <a:round/>
              </a:ln>
            </p:spPr>
          </p:sp>
          <p:sp>
            <p:nvSpPr>
              <p:cNvPr id="93967" name=""/>
              <p:cNvSpPr/>
              <p:nvPr/>
            </p:nvSpPr>
            <p:spPr>
              <a:xfrm>
                <a:off x="1966" y="2066"/>
                <a:ext cx="3" cy="4"/>
              </a:xfrm>
              <a:custGeom>
                <a:pathLst>
                  <a:path w="8" h="7">
                    <a:moveTo>
                      <a:pt x="3" y="0"/>
                    </a:moveTo>
                    <a:lnTo>
                      <a:pt x="7" y="0"/>
                    </a:lnTo>
                    <a:lnTo>
                      <a:pt x="8" y="0"/>
                    </a:lnTo>
                    <a:lnTo>
                      <a:pt x="8" y="3"/>
                    </a:lnTo>
                    <a:lnTo>
                      <a:pt x="8" y="7"/>
                    </a:lnTo>
                    <a:lnTo>
                      <a:pt x="3" y="7"/>
                    </a:lnTo>
                    <a:lnTo>
                      <a:pt x="1" y="7"/>
                    </a:lnTo>
                    <a:lnTo>
                      <a:pt x="0" y="7"/>
                    </a:lnTo>
                    <a:lnTo>
                      <a:pt x="0" y="3"/>
                    </a:lnTo>
                    <a:lnTo>
                      <a:pt x="1" y="3"/>
                    </a:lnTo>
                    <a:lnTo>
                      <a:pt x="1" y="0"/>
                    </a:lnTo>
                    <a:lnTo>
                      <a:pt x="3" y="0"/>
                    </a:lnTo>
                    <a:close/>
                  </a:path>
                </a:pathLst>
              </a:custGeom>
              <a:solidFill>
                <a:srgbClr val="A0FF00"/>
              </a:solidFill>
              <a:ln>
                <a:noFill/>
                <a:round/>
              </a:ln>
            </p:spPr>
          </p:sp>
          <p:sp>
            <p:nvSpPr>
              <p:cNvPr id="93968" name=""/>
              <p:cNvSpPr/>
              <p:nvPr/>
            </p:nvSpPr>
            <p:spPr>
              <a:xfrm>
                <a:off x="1967" y="2066"/>
                <a:ext cx="1" cy="3"/>
              </a:xfrm>
              <a:custGeom>
                <a:pathLst>
                  <a:path w="2" h="6">
                    <a:moveTo>
                      <a:pt x="2" y="0"/>
                    </a:moveTo>
                    <a:lnTo>
                      <a:pt x="2" y="6"/>
                    </a:lnTo>
                    <a:lnTo>
                      <a:pt x="0" y="6"/>
                    </a:lnTo>
                    <a:lnTo>
                      <a:pt x="2" y="0"/>
                    </a:lnTo>
                    <a:close/>
                  </a:path>
                </a:pathLst>
              </a:custGeom>
              <a:solidFill>
                <a:srgbClr val="FFFFFF"/>
              </a:solidFill>
              <a:ln>
                <a:noFill/>
                <a:round/>
              </a:ln>
            </p:spPr>
          </p:sp>
          <p:sp>
            <p:nvSpPr>
              <p:cNvPr id="93969" name=""/>
              <p:cNvSpPr/>
              <p:nvPr/>
            </p:nvSpPr>
            <p:spPr>
              <a:xfrm>
                <a:off x="1959" y="2051"/>
                <a:ext cx="3" cy="2"/>
              </a:xfrm>
              <a:custGeom>
                <a:pathLst>
                  <a:path w="9" h="6">
                    <a:moveTo>
                      <a:pt x="3" y="0"/>
                    </a:moveTo>
                    <a:lnTo>
                      <a:pt x="7" y="0"/>
                    </a:lnTo>
                    <a:lnTo>
                      <a:pt x="9" y="0"/>
                    </a:lnTo>
                    <a:lnTo>
                      <a:pt x="9" y="2"/>
                    </a:lnTo>
                    <a:lnTo>
                      <a:pt x="9" y="4"/>
                    </a:lnTo>
                    <a:lnTo>
                      <a:pt x="7" y="6"/>
                    </a:lnTo>
                    <a:lnTo>
                      <a:pt x="3" y="6"/>
                    </a:lnTo>
                    <a:lnTo>
                      <a:pt x="0" y="4"/>
                    </a:lnTo>
                    <a:lnTo>
                      <a:pt x="0" y="2"/>
                    </a:lnTo>
                    <a:lnTo>
                      <a:pt x="0" y="0"/>
                    </a:lnTo>
                    <a:lnTo>
                      <a:pt x="3" y="0"/>
                    </a:lnTo>
                    <a:close/>
                  </a:path>
                </a:pathLst>
              </a:custGeom>
              <a:solidFill>
                <a:srgbClr val="A0A070"/>
              </a:solidFill>
              <a:ln>
                <a:noFill/>
                <a:round/>
              </a:ln>
            </p:spPr>
          </p:sp>
          <p:sp>
            <p:nvSpPr>
              <p:cNvPr id="93970" name=""/>
              <p:cNvSpPr/>
              <p:nvPr/>
            </p:nvSpPr>
            <p:spPr>
              <a:xfrm>
                <a:off x="1959" y="2051"/>
                <a:ext cx="3" cy="2"/>
              </a:xfrm>
              <a:custGeom>
                <a:pathLst>
                  <a:path w="9" h="6">
                    <a:moveTo>
                      <a:pt x="3" y="0"/>
                    </a:moveTo>
                    <a:lnTo>
                      <a:pt x="7" y="0"/>
                    </a:lnTo>
                    <a:lnTo>
                      <a:pt x="9" y="2"/>
                    </a:lnTo>
                    <a:lnTo>
                      <a:pt x="9" y="4"/>
                    </a:lnTo>
                    <a:lnTo>
                      <a:pt x="7" y="4"/>
                    </a:lnTo>
                    <a:lnTo>
                      <a:pt x="7" y="6"/>
                    </a:lnTo>
                    <a:lnTo>
                      <a:pt x="3" y="6"/>
                    </a:lnTo>
                    <a:lnTo>
                      <a:pt x="3" y="4"/>
                    </a:lnTo>
                    <a:lnTo>
                      <a:pt x="0" y="4"/>
                    </a:lnTo>
                    <a:lnTo>
                      <a:pt x="0" y="2"/>
                    </a:lnTo>
                    <a:lnTo>
                      <a:pt x="3" y="2"/>
                    </a:lnTo>
                    <a:lnTo>
                      <a:pt x="3" y="0"/>
                    </a:lnTo>
                    <a:close/>
                  </a:path>
                </a:pathLst>
              </a:custGeom>
              <a:solidFill>
                <a:srgbClr val="A0FF00"/>
              </a:solidFill>
              <a:ln>
                <a:noFill/>
                <a:round/>
              </a:ln>
            </p:spPr>
          </p:sp>
          <p:sp>
            <p:nvSpPr>
              <p:cNvPr id="93971" name=""/>
              <p:cNvSpPr/>
              <p:nvPr/>
            </p:nvSpPr>
            <p:spPr>
              <a:xfrm>
                <a:off x="1988" y="2051"/>
                <a:ext cx="3" cy="2"/>
              </a:xfrm>
              <a:custGeom>
                <a:pathLst>
                  <a:path w="9" h="6">
                    <a:moveTo>
                      <a:pt x="1" y="0"/>
                    </a:moveTo>
                    <a:lnTo>
                      <a:pt x="6" y="0"/>
                    </a:lnTo>
                    <a:lnTo>
                      <a:pt x="8" y="0"/>
                    </a:lnTo>
                    <a:lnTo>
                      <a:pt x="9" y="2"/>
                    </a:lnTo>
                    <a:lnTo>
                      <a:pt x="8" y="4"/>
                    </a:lnTo>
                    <a:lnTo>
                      <a:pt x="8" y="6"/>
                    </a:lnTo>
                    <a:lnTo>
                      <a:pt x="1" y="6"/>
                    </a:lnTo>
                    <a:lnTo>
                      <a:pt x="1" y="4"/>
                    </a:lnTo>
                    <a:lnTo>
                      <a:pt x="0" y="4"/>
                    </a:lnTo>
                    <a:lnTo>
                      <a:pt x="0" y="2"/>
                    </a:lnTo>
                    <a:lnTo>
                      <a:pt x="1" y="0"/>
                    </a:lnTo>
                    <a:close/>
                  </a:path>
                </a:pathLst>
              </a:custGeom>
              <a:solidFill>
                <a:srgbClr val="A0A070"/>
              </a:solidFill>
              <a:ln>
                <a:noFill/>
                <a:round/>
              </a:ln>
            </p:spPr>
          </p:sp>
          <p:sp>
            <p:nvSpPr>
              <p:cNvPr id="93972" name=""/>
              <p:cNvSpPr/>
              <p:nvPr/>
            </p:nvSpPr>
            <p:spPr>
              <a:xfrm>
                <a:off x="1988" y="2051"/>
                <a:ext cx="2" cy="2"/>
              </a:xfrm>
              <a:custGeom>
                <a:pathLst>
                  <a:path w="8" h="6">
                    <a:moveTo>
                      <a:pt x="0" y="0"/>
                    </a:moveTo>
                    <a:lnTo>
                      <a:pt x="6" y="0"/>
                    </a:lnTo>
                    <a:lnTo>
                      <a:pt x="8" y="0"/>
                    </a:lnTo>
                    <a:lnTo>
                      <a:pt x="8" y="4"/>
                    </a:lnTo>
                    <a:lnTo>
                      <a:pt x="8" y="6"/>
                    </a:lnTo>
                    <a:lnTo>
                      <a:pt x="6" y="6"/>
                    </a:lnTo>
                    <a:lnTo>
                      <a:pt x="0" y="6"/>
                    </a:lnTo>
                    <a:lnTo>
                      <a:pt x="0" y="4"/>
                    </a:lnTo>
                    <a:lnTo>
                      <a:pt x="0" y="0"/>
                    </a:lnTo>
                    <a:close/>
                  </a:path>
                </a:pathLst>
              </a:custGeom>
              <a:solidFill>
                <a:srgbClr val="A0FF00"/>
              </a:solidFill>
              <a:ln>
                <a:noFill/>
                <a:round/>
              </a:ln>
            </p:spPr>
          </p:sp>
          <p:sp>
            <p:nvSpPr>
              <p:cNvPr id="93973" name=""/>
              <p:cNvSpPr/>
              <p:nvPr/>
            </p:nvSpPr>
            <p:spPr>
              <a:xfrm>
                <a:off x="1988" y="2051"/>
                <a:ext cx="1" cy="1"/>
              </a:xfrm>
              <a:prstGeom prst="rect">
                <a:avLst/>
              </a:prstGeom>
              <a:solidFill>
                <a:srgbClr val="FFFFFF"/>
              </a:solidFill>
              <a:ln>
                <a:noFill/>
                <a:miter lim="800000"/>
              </a:ln>
            </p:spPr>
          </p:sp>
          <p:sp>
            <p:nvSpPr>
              <p:cNvPr id="93974" name=""/>
              <p:cNvSpPr/>
              <p:nvPr/>
            </p:nvSpPr>
            <p:spPr>
              <a:xfrm>
                <a:off x="1966" y="2085"/>
                <a:ext cx="3" cy="4"/>
              </a:xfrm>
              <a:custGeom>
                <a:pathLst>
                  <a:path w="8" h="8">
                    <a:moveTo>
                      <a:pt x="1" y="0"/>
                    </a:moveTo>
                    <a:lnTo>
                      <a:pt x="7" y="0"/>
                    </a:lnTo>
                    <a:lnTo>
                      <a:pt x="8" y="2"/>
                    </a:lnTo>
                    <a:lnTo>
                      <a:pt x="8" y="5"/>
                    </a:lnTo>
                    <a:lnTo>
                      <a:pt x="8" y="6"/>
                    </a:lnTo>
                    <a:lnTo>
                      <a:pt x="8" y="8"/>
                    </a:lnTo>
                    <a:lnTo>
                      <a:pt x="1" y="8"/>
                    </a:lnTo>
                    <a:lnTo>
                      <a:pt x="1" y="6"/>
                    </a:lnTo>
                    <a:lnTo>
                      <a:pt x="0" y="6"/>
                    </a:lnTo>
                    <a:lnTo>
                      <a:pt x="0" y="5"/>
                    </a:lnTo>
                    <a:lnTo>
                      <a:pt x="0" y="2"/>
                    </a:lnTo>
                    <a:lnTo>
                      <a:pt x="1" y="2"/>
                    </a:lnTo>
                    <a:lnTo>
                      <a:pt x="1" y="0"/>
                    </a:lnTo>
                    <a:close/>
                  </a:path>
                </a:pathLst>
              </a:custGeom>
              <a:solidFill>
                <a:srgbClr val="A0A070"/>
              </a:solidFill>
              <a:ln>
                <a:noFill/>
                <a:round/>
              </a:ln>
            </p:spPr>
          </p:sp>
          <p:sp>
            <p:nvSpPr>
              <p:cNvPr id="93975" name=""/>
              <p:cNvSpPr/>
              <p:nvPr/>
            </p:nvSpPr>
            <p:spPr>
              <a:xfrm>
                <a:off x="1966" y="2086"/>
                <a:ext cx="3" cy="3"/>
              </a:xfrm>
              <a:custGeom>
                <a:pathLst>
                  <a:path w="8" h="6">
                    <a:moveTo>
                      <a:pt x="3" y="0"/>
                    </a:moveTo>
                    <a:lnTo>
                      <a:pt x="7" y="0"/>
                    </a:lnTo>
                    <a:lnTo>
                      <a:pt x="8" y="0"/>
                    </a:lnTo>
                    <a:lnTo>
                      <a:pt x="8" y="4"/>
                    </a:lnTo>
                    <a:lnTo>
                      <a:pt x="8" y="6"/>
                    </a:lnTo>
                    <a:lnTo>
                      <a:pt x="3" y="6"/>
                    </a:lnTo>
                    <a:lnTo>
                      <a:pt x="1" y="6"/>
                    </a:lnTo>
                    <a:lnTo>
                      <a:pt x="0" y="6"/>
                    </a:lnTo>
                    <a:lnTo>
                      <a:pt x="0" y="4"/>
                    </a:lnTo>
                    <a:lnTo>
                      <a:pt x="1" y="0"/>
                    </a:lnTo>
                    <a:lnTo>
                      <a:pt x="3" y="0"/>
                    </a:lnTo>
                    <a:close/>
                  </a:path>
                </a:pathLst>
              </a:custGeom>
              <a:solidFill>
                <a:srgbClr val="A0FF00"/>
              </a:solidFill>
              <a:ln>
                <a:noFill/>
                <a:round/>
              </a:ln>
            </p:spPr>
          </p:sp>
          <p:sp>
            <p:nvSpPr>
              <p:cNvPr id="93976" name=""/>
              <p:cNvSpPr/>
              <p:nvPr/>
            </p:nvSpPr>
            <p:spPr>
              <a:xfrm>
                <a:off x="1967" y="2086"/>
                <a:ext cx="1" cy="2"/>
              </a:xfrm>
              <a:custGeom>
                <a:pathLst>
                  <a:path w="2" h="5">
                    <a:moveTo>
                      <a:pt x="2" y="0"/>
                    </a:moveTo>
                    <a:lnTo>
                      <a:pt x="2" y="5"/>
                    </a:lnTo>
                    <a:lnTo>
                      <a:pt x="0" y="5"/>
                    </a:lnTo>
                    <a:lnTo>
                      <a:pt x="2" y="0"/>
                    </a:lnTo>
                    <a:close/>
                  </a:path>
                </a:pathLst>
              </a:custGeom>
              <a:solidFill>
                <a:srgbClr val="FFFFFF"/>
              </a:solidFill>
              <a:ln>
                <a:noFill/>
                <a:round/>
              </a:ln>
            </p:spPr>
          </p:sp>
          <p:sp>
            <p:nvSpPr>
              <p:cNvPr id="93977" name=""/>
              <p:cNvSpPr/>
              <p:nvPr/>
            </p:nvSpPr>
            <p:spPr>
              <a:xfrm>
                <a:off x="1957" y="2114"/>
                <a:ext cx="3" cy="4"/>
              </a:xfrm>
              <a:custGeom>
                <a:pathLst>
                  <a:path w="9" h="7">
                    <a:moveTo>
                      <a:pt x="4" y="0"/>
                    </a:moveTo>
                    <a:lnTo>
                      <a:pt x="8" y="0"/>
                    </a:lnTo>
                    <a:lnTo>
                      <a:pt x="8" y="2"/>
                    </a:lnTo>
                    <a:lnTo>
                      <a:pt x="9" y="2"/>
                    </a:lnTo>
                    <a:lnTo>
                      <a:pt x="9" y="3"/>
                    </a:lnTo>
                    <a:lnTo>
                      <a:pt x="8" y="5"/>
                    </a:lnTo>
                    <a:lnTo>
                      <a:pt x="8" y="7"/>
                    </a:lnTo>
                    <a:lnTo>
                      <a:pt x="4" y="7"/>
                    </a:lnTo>
                    <a:lnTo>
                      <a:pt x="1" y="7"/>
                    </a:lnTo>
                    <a:lnTo>
                      <a:pt x="1" y="5"/>
                    </a:lnTo>
                    <a:lnTo>
                      <a:pt x="0" y="5"/>
                    </a:lnTo>
                    <a:lnTo>
                      <a:pt x="0" y="3"/>
                    </a:lnTo>
                    <a:lnTo>
                      <a:pt x="1" y="2"/>
                    </a:lnTo>
                    <a:lnTo>
                      <a:pt x="1" y="0"/>
                    </a:lnTo>
                    <a:lnTo>
                      <a:pt x="4" y="0"/>
                    </a:lnTo>
                    <a:close/>
                  </a:path>
                </a:pathLst>
              </a:custGeom>
              <a:solidFill>
                <a:srgbClr val="A0A070"/>
              </a:solidFill>
              <a:ln>
                <a:noFill/>
                <a:round/>
              </a:ln>
            </p:spPr>
          </p:sp>
          <p:sp>
            <p:nvSpPr>
              <p:cNvPr id="93978" name=""/>
              <p:cNvSpPr/>
              <p:nvPr/>
            </p:nvSpPr>
            <p:spPr>
              <a:xfrm>
                <a:off x="1958" y="2115"/>
                <a:ext cx="2" cy="2"/>
              </a:xfrm>
              <a:custGeom>
                <a:pathLst>
                  <a:path w="5" h="4">
                    <a:moveTo>
                      <a:pt x="0" y="0"/>
                    </a:moveTo>
                    <a:lnTo>
                      <a:pt x="0" y="4"/>
                    </a:lnTo>
                    <a:lnTo>
                      <a:pt x="5" y="4"/>
                    </a:lnTo>
                    <a:lnTo>
                      <a:pt x="0" y="0"/>
                    </a:lnTo>
                    <a:close/>
                  </a:path>
                </a:pathLst>
              </a:custGeom>
              <a:solidFill>
                <a:srgbClr val="A0FF00"/>
              </a:solidFill>
              <a:ln>
                <a:noFill/>
                <a:round/>
              </a:ln>
            </p:spPr>
          </p:sp>
          <p:sp>
            <p:nvSpPr>
              <p:cNvPr id="93979" name=""/>
              <p:cNvSpPr/>
              <p:nvPr/>
            </p:nvSpPr>
            <p:spPr>
              <a:xfrm>
                <a:off x="1958" y="2115"/>
                <a:ext cx="2" cy="2"/>
              </a:xfrm>
              <a:custGeom>
                <a:pathLst>
                  <a:path w="5" h="4">
                    <a:moveTo>
                      <a:pt x="0" y="0"/>
                    </a:moveTo>
                    <a:lnTo>
                      <a:pt x="0" y="4"/>
                    </a:lnTo>
                    <a:lnTo>
                      <a:pt x="5" y="4"/>
                    </a:lnTo>
                    <a:lnTo>
                      <a:pt x="0" y="0"/>
                    </a:lnTo>
                    <a:close/>
                  </a:path>
                </a:pathLst>
              </a:custGeom>
              <a:solidFill>
                <a:srgbClr val="A0FF00"/>
              </a:solidFill>
              <a:ln>
                <a:noFill/>
                <a:round/>
              </a:ln>
            </p:spPr>
          </p:sp>
          <p:sp>
            <p:nvSpPr>
              <p:cNvPr id="93980" name=""/>
              <p:cNvSpPr/>
              <p:nvPr/>
            </p:nvSpPr>
            <p:spPr>
              <a:xfrm>
                <a:off x="1958" y="2114"/>
                <a:ext cx="2" cy="2"/>
              </a:xfrm>
              <a:custGeom>
                <a:pathLst>
                  <a:path w="5" h="3">
                    <a:moveTo>
                      <a:pt x="0" y="0"/>
                    </a:moveTo>
                    <a:lnTo>
                      <a:pt x="0" y="3"/>
                    </a:lnTo>
                    <a:lnTo>
                      <a:pt x="5" y="3"/>
                    </a:lnTo>
                    <a:lnTo>
                      <a:pt x="0" y="0"/>
                    </a:lnTo>
                    <a:close/>
                  </a:path>
                </a:pathLst>
              </a:custGeom>
              <a:solidFill>
                <a:srgbClr val="A0FF00"/>
              </a:solidFill>
              <a:ln>
                <a:noFill/>
                <a:round/>
              </a:ln>
            </p:spPr>
          </p:sp>
          <p:sp>
            <p:nvSpPr>
              <p:cNvPr id="93981" name=""/>
              <p:cNvSpPr/>
              <p:nvPr/>
            </p:nvSpPr>
            <p:spPr>
              <a:xfrm>
                <a:off x="1958" y="2115"/>
                <a:ext cx="1" cy="2"/>
              </a:xfrm>
              <a:custGeom>
                <a:pathLst>
                  <a:path w="4" h="4">
                    <a:moveTo>
                      <a:pt x="0" y="0"/>
                    </a:moveTo>
                    <a:lnTo>
                      <a:pt x="4" y="0"/>
                    </a:lnTo>
                    <a:lnTo>
                      <a:pt x="0" y="4"/>
                    </a:lnTo>
                    <a:lnTo>
                      <a:pt x="0" y="0"/>
                    </a:lnTo>
                    <a:close/>
                  </a:path>
                </a:pathLst>
              </a:custGeom>
              <a:solidFill>
                <a:srgbClr val="FFFFFF"/>
              </a:solidFill>
              <a:ln>
                <a:noFill/>
                <a:round/>
              </a:ln>
            </p:spPr>
          </p:sp>
          <p:sp>
            <p:nvSpPr>
              <p:cNvPr id="93982" name=""/>
              <p:cNvSpPr/>
              <p:nvPr/>
            </p:nvSpPr>
            <p:spPr>
              <a:xfrm>
                <a:off x="1957" y="2062"/>
                <a:ext cx="39" cy="3"/>
              </a:xfrm>
              <a:prstGeom prst="rect">
                <a:avLst/>
              </a:prstGeom>
              <a:solidFill>
                <a:srgbClr val="505020"/>
              </a:solidFill>
              <a:ln>
                <a:noFill/>
                <a:miter lim="800000"/>
              </a:ln>
            </p:spPr>
          </p:sp>
          <p:sp>
            <p:nvSpPr>
              <p:cNvPr id="93983" name=""/>
              <p:cNvSpPr/>
              <p:nvPr/>
            </p:nvSpPr>
            <p:spPr>
              <a:xfrm>
                <a:off x="1966" y="2059"/>
                <a:ext cx="1" cy="5"/>
              </a:xfrm>
              <a:custGeom>
                <a:pathLst>
                  <a:path w="4" h="11">
                    <a:moveTo>
                      <a:pt x="2" y="0"/>
                    </a:moveTo>
                    <a:lnTo>
                      <a:pt x="4" y="2"/>
                    </a:lnTo>
                    <a:lnTo>
                      <a:pt x="4" y="10"/>
                    </a:lnTo>
                    <a:lnTo>
                      <a:pt x="2" y="11"/>
                    </a:lnTo>
                    <a:lnTo>
                      <a:pt x="0" y="2"/>
                    </a:lnTo>
                    <a:lnTo>
                      <a:pt x="2" y="0"/>
                    </a:lnTo>
                    <a:close/>
                  </a:path>
                </a:pathLst>
              </a:custGeom>
              <a:solidFill>
                <a:srgbClr val="E0E0B0"/>
              </a:solidFill>
              <a:ln>
                <a:noFill/>
                <a:round/>
              </a:ln>
            </p:spPr>
          </p:sp>
          <p:sp>
            <p:nvSpPr>
              <p:cNvPr id="93984" name=""/>
              <p:cNvSpPr/>
              <p:nvPr/>
            </p:nvSpPr>
            <p:spPr>
              <a:xfrm>
                <a:off x="1966" y="2065"/>
                <a:ext cx="1" cy="6"/>
              </a:xfrm>
              <a:custGeom>
                <a:pathLst>
                  <a:path w="4" h="13">
                    <a:moveTo>
                      <a:pt x="2" y="0"/>
                    </a:moveTo>
                    <a:lnTo>
                      <a:pt x="4" y="1"/>
                    </a:lnTo>
                    <a:lnTo>
                      <a:pt x="4" y="12"/>
                    </a:lnTo>
                    <a:lnTo>
                      <a:pt x="2" y="13"/>
                    </a:lnTo>
                    <a:lnTo>
                      <a:pt x="0" y="12"/>
                    </a:lnTo>
                    <a:lnTo>
                      <a:pt x="0" y="1"/>
                    </a:lnTo>
                    <a:lnTo>
                      <a:pt x="2" y="0"/>
                    </a:lnTo>
                    <a:close/>
                  </a:path>
                </a:pathLst>
              </a:custGeom>
              <a:solidFill>
                <a:srgbClr val="E0E0B0"/>
              </a:solidFill>
              <a:ln>
                <a:noFill/>
                <a:round/>
              </a:ln>
            </p:spPr>
          </p:sp>
          <p:sp>
            <p:nvSpPr>
              <p:cNvPr id="93985" name=""/>
              <p:cNvSpPr/>
              <p:nvPr/>
            </p:nvSpPr>
            <p:spPr>
              <a:xfrm>
                <a:off x="1967" y="2101"/>
                <a:ext cx="30" cy="10"/>
              </a:xfrm>
              <a:prstGeom prst="rect">
                <a:avLst/>
              </a:prstGeom>
              <a:solidFill>
                <a:srgbClr val="A0A080"/>
              </a:solidFill>
              <a:ln>
                <a:noFill/>
                <a:miter lim="800000"/>
              </a:ln>
            </p:spPr>
          </p:sp>
          <p:sp>
            <p:nvSpPr>
              <p:cNvPr id="93986" name=""/>
              <p:cNvSpPr/>
              <p:nvPr/>
            </p:nvSpPr>
            <p:spPr>
              <a:xfrm>
                <a:off x="1965" y="2115"/>
                <a:ext cx="17" cy="3"/>
              </a:xfrm>
              <a:custGeom>
                <a:pathLst>
                  <a:path w="53" h="6">
                    <a:moveTo>
                      <a:pt x="0" y="0"/>
                    </a:moveTo>
                    <a:lnTo>
                      <a:pt x="52" y="0"/>
                    </a:lnTo>
                    <a:lnTo>
                      <a:pt x="53" y="3"/>
                    </a:lnTo>
                    <a:lnTo>
                      <a:pt x="0" y="6"/>
                    </a:lnTo>
                    <a:lnTo>
                      <a:pt x="0" y="3"/>
                    </a:lnTo>
                    <a:lnTo>
                      <a:pt x="0" y="0"/>
                    </a:lnTo>
                    <a:close/>
                  </a:path>
                </a:pathLst>
              </a:custGeom>
              <a:solidFill>
                <a:srgbClr val="E0E0B0"/>
              </a:solidFill>
              <a:ln>
                <a:noFill/>
                <a:round/>
              </a:ln>
            </p:spPr>
          </p:sp>
          <p:sp>
            <p:nvSpPr>
              <p:cNvPr id="93987" name=""/>
              <p:cNvSpPr/>
              <p:nvPr/>
            </p:nvSpPr>
            <p:spPr>
              <a:xfrm>
                <a:off x="1971" y="2110"/>
                <a:ext cx="12" cy="1"/>
              </a:xfrm>
              <a:prstGeom prst="rect">
                <a:avLst/>
              </a:prstGeom>
              <a:solidFill>
                <a:srgbClr val="E0E0B0"/>
              </a:solidFill>
              <a:ln>
                <a:noFill/>
                <a:miter lim="800000"/>
              </a:ln>
            </p:spPr>
          </p:sp>
          <p:sp>
            <p:nvSpPr>
              <p:cNvPr id="93988" name=""/>
              <p:cNvSpPr/>
              <p:nvPr/>
            </p:nvSpPr>
            <p:spPr>
              <a:xfrm>
                <a:off x="1981" y="2110"/>
                <a:ext cx="17" cy="3"/>
              </a:xfrm>
              <a:custGeom>
                <a:pathLst>
                  <a:path w="50" h="6">
                    <a:moveTo>
                      <a:pt x="2" y="0"/>
                    </a:moveTo>
                    <a:lnTo>
                      <a:pt x="49" y="0"/>
                    </a:lnTo>
                    <a:lnTo>
                      <a:pt x="50" y="2"/>
                    </a:lnTo>
                    <a:lnTo>
                      <a:pt x="49" y="6"/>
                    </a:lnTo>
                    <a:lnTo>
                      <a:pt x="2" y="6"/>
                    </a:lnTo>
                    <a:lnTo>
                      <a:pt x="0" y="2"/>
                    </a:lnTo>
                    <a:lnTo>
                      <a:pt x="2" y="0"/>
                    </a:lnTo>
                    <a:close/>
                  </a:path>
                </a:pathLst>
              </a:custGeom>
              <a:solidFill>
                <a:srgbClr val="E0E0B0"/>
              </a:solidFill>
              <a:ln>
                <a:noFill/>
                <a:round/>
              </a:ln>
            </p:spPr>
          </p:sp>
          <p:sp>
            <p:nvSpPr>
              <p:cNvPr id="93989" name=""/>
              <p:cNvSpPr/>
              <p:nvPr/>
            </p:nvSpPr>
            <p:spPr>
              <a:xfrm>
                <a:off x="1964" y="2078"/>
                <a:ext cx="1" cy="4"/>
              </a:xfrm>
              <a:prstGeom prst="rect">
                <a:avLst/>
              </a:prstGeom>
              <a:solidFill>
                <a:srgbClr val="F0E0C0"/>
              </a:solidFill>
              <a:ln>
                <a:noFill/>
                <a:miter lim="800000"/>
              </a:ln>
            </p:spPr>
          </p:sp>
          <p:sp>
            <p:nvSpPr>
              <p:cNvPr id="93990" name=""/>
              <p:cNvSpPr/>
              <p:nvPr/>
            </p:nvSpPr>
            <p:spPr>
              <a:xfrm>
                <a:off x="1974" y="2077"/>
                <a:ext cx="1" cy="3"/>
              </a:xfrm>
              <a:prstGeom prst="rect">
                <a:avLst/>
              </a:prstGeom>
              <a:solidFill>
                <a:srgbClr val="F0E0C0"/>
              </a:solidFill>
              <a:ln>
                <a:noFill/>
                <a:miter lim="800000"/>
              </a:ln>
            </p:spPr>
          </p:sp>
          <p:sp>
            <p:nvSpPr>
              <p:cNvPr id="93991" name=""/>
              <p:cNvSpPr/>
              <p:nvPr/>
            </p:nvSpPr>
            <p:spPr>
              <a:xfrm>
                <a:off x="1973" y="2080"/>
                <a:ext cx="2" cy="3"/>
              </a:xfrm>
              <a:prstGeom prst="rect">
                <a:avLst/>
              </a:prstGeom>
              <a:solidFill>
                <a:srgbClr val="F0E0C0"/>
              </a:solidFill>
              <a:ln>
                <a:noFill/>
                <a:miter lim="800000"/>
              </a:ln>
            </p:spPr>
          </p:sp>
          <p:sp>
            <p:nvSpPr>
              <p:cNvPr id="93992" name=""/>
              <p:cNvSpPr/>
              <p:nvPr/>
            </p:nvSpPr>
            <p:spPr>
              <a:xfrm>
                <a:off x="1982" y="2080"/>
                <a:ext cx="9" cy="3"/>
              </a:xfrm>
              <a:prstGeom prst="rect">
                <a:avLst/>
              </a:prstGeom>
              <a:solidFill>
                <a:srgbClr val="F0E0C0"/>
              </a:solidFill>
              <a:ln>
                <a:noFill/>
                <a:miter lim="800000"/>
              </a:ln>
            </p:spPr>
          </p:sp>
          <p:sp>
            <p:nvSpPr>
              <p:cNvPr id="93993" name=""/>
              <p:cNvSpPr/>
              <p:nvPr/>
            </p:nvSpPr>
            <p:spPr>
              <a:xfrm>
                <a:off x="1966" y="2081"/>
                <a:ext cx="1" cy="9"/>
              </a:xfrm>
              <a:prstGeom prst="rect">
                <a:avLst/>
              </a:prstGeom>
              <a:solidFill>
                <a:srgbClr val="F0E0C0"/>
              </a:solidFill>
              <a:ln>
                <a:noFill/>
                <a:miter lim="800000"/>
              </a:ln>
            </p:spPr>
          </p:sp>
          <p:sp>
            <p:nvSpPr>
              <p:cNvPr id="93994" name=""/>
              <p:cNvSpPr/>
              <p:nvPr/>
            </p:nvSpPr>
            <p:spPr>
              <a:xfrm>
                <a:off x="1966" y="2088"/>
                <a:ext cx="17" cy="2"/>
              </a:xfrm>
              <a:custGeom>
                <a:pathLst>
                  <a:path w="51" h="5">
                    <a:moveTo>
                      <a:pt x="0" y="0"/>
                    </a:moveTo>
                    <a:lnTo>
                      <a:pt x="50" y="0"/>
                    </a:lnTo>
                    <a:lnTo>
                      <a:pt x="51" y="5"/>
                    </a:lnTo>
                    <a:lnTo>
                      <a:pt x="0" y="5"/>
                    </a:lnTo>
                    <a:lnTo>
                      <a:pt x="0" y="0"/>
                    </a:lnTo>
                    <a:close/>
                  </a:path>
                </a:pathLst>
              </a:custGeom>
              <a:solidFill>
                <a:srgbClr val="F0E0C0"/>
              </a:solidFill>
              <a:ln>
                <a:noFill/>
                <a:round/>
              </a:ln>
            </p:spPr>
          </p:sp>
          <p:sp>
            <p:nvSpPr>
              <p:cNvPr id="93995" name=""/>
              <p:cNvSpPr/>
              <p:nvPr/>
            </p:nvSpPr>
            <p:spPr>
              <a:xfrm>
                <a:off x="1982" y="2081"/>
                <a:ext cx="1" cy="9"/>
              </a:xfrm>
              <a:custGeom>
                <a:pathLst>
                  <a:path w="3" h="19">
                    <a:moveTo>
                      <a:pt x="3" y="0"/>
                    </a:moveTo>
                    <a:lnTo>
                      <a:pt x="3" y="15"/>
                    </a:lnTo>
                    <a:lnTo>
                      <a:pt x="2" y="17"/>
                    </a:lnTo>
                    <a:lnTo>
                      <a:pt x="2" y="19"/>
                    </a:lnTo>
                    <a:lnTo>
                      <a:pt x="0" y="17"/>
                    </a:lnTo>
                    <a:lnTo>
                      <a:pt x="2" y="15"/>
                    </a:lnTo>
                    <a:lnTo>
                      <a:pt x="2" y="0"/>
                    </a:lnTo>
                    <a:lnTo>
                      <a:pt x="3" y="0"/>
                    </a:lnTo>
                    <a:close/>
                  </a:path>
                </a:pathLst>
              </a:custGeom>
              <a:solidFill>
                <a:srgbClr val="808050"/>
              </a:solidFill>
              <a:ln>
                <a:noFill/>
                <a:round/>
              </a:ln>
            </p:spPr>
          </p:sp>
          <p:sp>
            <p:nvSpPr>
              <p:cNvPr id="93996" name=""/>
              <p:cNvSpPr/>
              <p:nvPr/>
            </p:nvSpPr>
            <p:spPr>
              <a:xfrm>
                <a:off x="1982" y="2078"/>
                <a:ext cx="9" cy="3"/>
              </a:xfrm>
              <a:prstGeom prst="rect">
                <a:avLst/>
              </a:prstGeom>
              <a:solidFill>
                <a:srgbClr val="706040"/>
              </a:solidFill>
              <a:ln>
                <a:noFill/>
                <a:miter lim="800000"/>
              </a:ln>
            </p:spPr>
          </p:sp>
          <p:sp>
            <p:nvSpPr>
              <p:cNvPr id="93997" name=""/>
              <p:cNvSpPr/>
              <p:nvPr/>
            </p:nvSpPr>
            <p:spPr>
              <a:xfrm>
                <a:off x="1988" y="2078"/>
                <a:ext cx="3" cy="4"/>
              </a:xfrm>
              <a:prstGeom prst="rect">
                <a:avLst/>
              </a:prstGeom>
              <a:solidFill>
                <a:srgbClr val="706040"/>
              </a:solidFill>
              <a:ln>
                <a:noFill/>
                <a:miter lim="800000"/>
              </a:ln>
            </p:spPr>
          </p:sp>
          <p:sp>
            <p:nvSpPr>
              <p:cNvPr id="93998" name=""/>
              <p:cNvSpPr/>
              <p:nvPr/>
            </p:nvSpPr>
            <p:spPr>
              <a:xfrm>
                <a:off x="1966" y="2076"/>
                <a:ext cx="17" cy="4"/>
              </a:xfrm>
              <a:custGeom>
                <a:pathLst>
                  <a:path w="52" h="10">
                    <a:moveTo>
                      <a:pt x="0" y="4"/>
                    </a:moveTo>
                    <a:lnTo>
                      <a:pt x="2" y="0"/>
                    </a:lnTo>
                    <a:lnTo>
                      <a:pt x="49" y="0"/>
                    </a:lnTo>
                    <a:lnTo>
                      <a:pt x="51" y="0"/>
                    </a:lnTo>
                    <a:lnTo>
                      <a:pt x="52" y="4"/>
                    </a:lnTo>
                    <a:lnTo>
                      <a:pt x="52" y="10"/>
                    </a:lnTo>
                    <a:lnTo>
                      <a:pt x="51" y="4"/>
                    </a:lnTo>
                    <a:lnTo>
                      <a:pt x="50" y="3"/>
                    </a:lnTo>
                    <a:lnTo>
                      <a:pt x="2" y="3"/>
                    </a:lnTo>
                    <a:lnTo>
                      <a:pt x="1" y="4"/>
                    </a:lnTo>
                    <a:lnTo>
                      <a:pt x="0" y="4"/>
                    </a:lnTo>
                    <a:close/>
                  </a:path>
                </a:pathLst>
              </a:custGeom>
              <a:solidFill>
                <a:srgbClr val="808050"/>
              </a:solidFill>
              <a:ln>
                <a:noFill/>
                <a:round/>
              </a:ln>
            </p:spPr>
          </p:sp>
          <p:sp>
            <p:nvSpPr>
              <p:cNvPr id="93999" name=""/>
              <p:cNvSpPr/>
              <p:nvPr/>
            </p:nvSpPr>
            <p:spPr>
              <a:xfrm>
                <a:off x="1965" y="2078"/>
                <a:ext cx="1" cy="4"/>
              </a:xfrm>
              <a:prstGeom prst="rect">
                <a:avLst/>
              </a:prstGeom>
              <a:solidFill>
                <a:srgbClr val="706040"/>
              </a:solidFill>
              <a:ln>
                <a:noFill/>
                <a:miter lim="800000"/>
              </a:ln>
            </p:spPr>
          </p:sp>
          <p:sp>
            <p:nvSpPr>
              <p:cNvPr id="94000" name=""/>
              <p:cNvSpPr/>
              <p:nvPr/>
            </p:nvSpPr>
            <p:spPr>
              <a:xfrm>
                <a:off x="1966" y="2076"/>
                <a:ext cx="1" cy="4"/>
              </a:xfrm>
              <a:custGeom>
                <a:pathLst>
                  <a:path w="4" h="8">
                    <a:moveTo>
                      <a:pt x="0" y="0"/>
                    </a:moveTo>
                    <a:lnTo>
                      <a:pt x="0" y="8"/>
                    </a:lnTo>
                    <a:lnTo>
                      <a:pt x="4" y="0"/>
                    </a:lnTo>
                    <a:lnTo>
                      <a:pt x="0" y="0"/>
                    </a:lnTo>
                    <a:close/>
                  </a:path>
                </a:pathLst>
              </a:custGeom>
              <a:solidFill>
                <a:srgbClr val="F0E0C0"/>
              </a:solidFill>
              <a:ln>
                <a:noFill/>
                <a:round/>
              </a:ln>
            </p:spPr>
          </p:sp>
          <p:sp>
            <p:nvSpPr>
              <p:cNvPr id="94001" name=""/>
              <p:cNvSpPr/>
              <p:nvPr/>
            </p:nvSpPr>
            <p:spPr>
              <a:xfrm>
                <a:off x="1974" y="2081"/>
                <a:ext cx="9" cy="2"/>
              </a:xfrm>
              <a:prstGeom prst="rect">
                <a:avLst/>
              </a:prstGeom>
              <a:solidFill>
                <a:srgbClr val="706040"/>
              </a:solidFill>
              <a:ln>
                <a:noFill/>
                <a:miter lim="800000"/>
              </a:ln>
            </p:spPr>
          </p:sp>
          <p:sp>
            <p:nvSpPr>
              <p:cNvPr id="94002" name=""/>
              <p:cNvSpPr/>
              <p:nvPr/>
            </p:nvSpPr>
            <p:spPr>
              <a:xfrm>
                <a:off x="1981" y="2080"/>
                <a:ext cx="2" cy="3"/>
              </a:xfrm>
              <a:prstGeom prst="rect">
                <a:avLst/>
              </a:prstGeom>
              <a:solidFill>
                <a:srgbClr val="706040"/>
              </a:solidFill>
              <a:ln>
                <a:noFill/>
                <a:miter lim="800000"/>
              </a:ln>
            </p:spPr>
          </p:sp>
          <p:sp>
            <p:nvSpPr>
              <p:cNvPr id="94003" name=""/>
              <p:cNvSpPr/>
              <p:nvPr/>
            </p:nvSpPr>
            <p:spPr>
              <a:xfrm>
                <a:off x="1981" y="2077"/>
                <a:ext cx="2" cy="4"/>
              </a:xfrm>
              <a:prstGeom prst="rect">
                <a:avLst/>
              </a:prstGeom>
              <a:solidFill>
                <a:srgbClr val="706040"/>
              </a:solidFill>
              <a:ln>
                <a:noFill/>
                <a:miter lim="800000"/>
              </a:ln>
            </p:spPr>
          </p:sp>
          <p:sp>
            <p:nvSpPr>
              <p:cNvPr id="94004" name=""/>
              <p:cNvSpPr/>
              <p:nvPr/>
            </p:nvSpPr>
            <p:spPr>
              <a:xfrm>
                <a:off x="1974" y="2077"/>
                <a:ext cx="9" cy="3"/>
              </a:xfrm>
              <a:prstGeom prst="rect">
                <a:avLst/>
              </a:prstGeom>
              <a:solidFill>
                <a:srgbClr val="706040"/>
              </a:solidFill>
              <a:ln>
                <a:noFill/>
                <a:miter lim="800000"/>
              </a:ln>
            </p:spPr>
          </p:sp>
          <p:sp>
            <p:nvSpPr>
              <p:cNvPr id="94005" name=""/>
              <p:cNvSpPr/>
              <p:nvPr/>
            </p:nvSpPr>
            <p:spPr>
              <a:xfrm>
                <a:off x="1984" y="2084"/>
                <a:ext cx="4" cy="3"/>
              </a:xfrm>
              <a:custGeom>
                <a:pathLst>
                  <a:path w="12" h="5">
                    <a:moveTo>
                      <a:pt x="0" y="0"/>
                    </a:moveTo>
                    <a:lnTo>
                      <a:pt x="12" y="0"/>
                    </a:lnTo>
                    <a:lnTo>
                      <a:pt x="0" y="5"/>
                    </a:lnTo>
                    <a:lnTo>
                      <a:pt x="0" y="0"/>
                    </a:lnTo>
                    <a:close/>
                  </a:path>
                </a:pathLst>
              </a:custGeom>
              <a:solidFill>
                <a:srgbClr val="F0E0C0"/>
              </a:solidFill>
              <a:ln>
                <a:noFill/>
                <a:round/>
              </a:ln>
            </p:spPr>
          </p:sp>
          <p:sp>
            <p:nvSpPr>
              <p:cNvPr id="94006" name=""/>
              <p:cNvSpPr/>
              <p:nvPr/>
            </p:nvSpPr>
            <p:spPr>
              <a:xfrm>
                <a:off x="1966" y="2058"/>
                <a:ext cx="17" cy="2"/>
              </a:xfrm>
              <a:prstGeom prst="rect">
                <a:avLst/>
              </a:prstGeom>
              <a:solidFill>
                <a:srgbClr val="706040"/>
              </a:solidFill>
              <a:ln>
                <a:noFill/>
                <a:miter lim="800000"/>
              </a:ln>
            </p:spPr>
          </p:sp>
          <p:sp>
            <p:nvSpPr>
              <p:cNvPr id="94007" name=""/>
              <p:cNvSpPr/>
              <p:nvPr/>
            </p:nvSpPr>
            <p:spPr>
              <a:xfrm>
                <a:off x="1982" y="2058"/>
                <a:ext cx="1" cy="5"/>
              </a:xfrm>
              <a:custGeom>
                <a:pathLst>
                  <a:path w="3" h="12">
                    <a:moveTo>
                      <a:pt x="0" y="0"/>
                    </a:moveTo>
                    <a:lnTo>
                      <a:pt x="3" y="11"/>
                    </a:lnTo>
                    <a:lnTo>
                      <a:pt x="0" y="12"/>
                    </a:lnTo>
                    <a:lnTo>
                      <a:pt x="0" y="1"/>
                    </a:lnTo>
                    <a:lnTo>
                      <a:pt x="0" y="0"/>
                    </a:lnTo>
                    <a:close/>
                  </a:path>
                </a:pathLst>
              </a:custGeom>
              <a:solidFill>
                <a:srgbClr val="706040"/>
              </a:solidFill>
              <a:ln>
                <a:noFill/>
                <a:round/>
              </a:ln>
            </p:spPr>
          </p:sp>
          <p:sp>
            <p:nvSpPr>
              <p:cNvPr id="94008" name=""/>
              <p:cNvSpPr/>
              <p:nvPr/>
            </p:nvSpPr>
            <p:spPr>
              <a:xfrm>
                <a:off x="1982" y="2066"/>
                <a:ext cx="1" cy="5"/>
              </a:xfrm>
              <a:prstGeom prst="rect">
                <a:avLst/>
              </a:prstGeom>
              <a:solidFill>
                <a:srgbClr val="706040"/>
              </a:solidFill>
              <a:ln>
                <a:noFill/>
                <a:miter lim="800000"/>
              </a:ln>
            </p:spPr>
          </p:sp>
          <p:sp>
            <p:nvSpPr>
              <p:cNvPr id="94009" name=""/>
              <p:cNvSpPr/>
              <p:nvPr/>
            </p:nvSpPr>
            <p:spPr>
              <a:xfrm>
                <a:off x="1966" y="2069"/>
                <a:ext cx="17" cy="2"/>
              </a:xfrm>
              <a:prstGeom prst="rect">
                <a:avLst/>
              </a:prstGeom>
              <a:solidFill>
                <a:srgbClr val="E0E0B0"/>
              </a:solidFill>
              <a:ln>
                <a:noFill/>
                <a:miter lim="800000"/>
              </a:ln>
            </p:spPr>
          </p:sp>
          <p:sp>
            <p:nvSpPr>
              <p:cNvPr id="94010" name=""/>
              <p:cNvSpPr/>
              <p:nvPr/>
            </p:nvSpPr>
            <p:spPr>
              <a:xfrm>
                <a:off x="1956" y="2062"/>
                <a:ext cx="2" cy="5"/>
              </a:xfrm>
              <a:custGeom>
                <a:pathLst>
                  <a:path w="5" h="11">
                    <a:moveTo>
                      <a:pt x="4" y="0"/>
                    </a:moveTo>
                    <a:lnTo>
                      <a:pt x="0" y="10"/>
                    </a:lnTo>
                    <a:lnTo>
                      <a:pt x="4" y="11"/>
                    </a:lnTo>
                    <a:lnTo>
                      <a:pt x="5" y="11"/>
                    </a:lnTo>
                    <a:lnTo>
                      <a:pt x="4" y="7"/>
                    </a:lnTo>
                    <a:lnTo>
                      <a:pt x="1" y="6"/>
                    </a:lnTo>
                    <a:lnTo>
                      <a:pt x="1" y="3"/>
                    </a:lnTo>
                    <a:lnTo>
                      <a:pt x="4" y="0"/>
                    </a:lnTo>
                    <a:close/>
                  </a:path>
                </a:pathLst>
              </a:custGeom>
              <a:solidFill>
                <a:srgbClr val="F0E0C0"/>
              </a:solidFill>
              <a:ln>
                <a:noFill/>
                <a:round/>
              </a:ln>
            </p:spPr>
          </p:sp>
          <p:sp>
            <p:nvSpPr>
              <p:cNvPr id="94011" name=""/>
              <p:cNvSpPr/>
              <p:nvPr/>
            </p:nvSpPr>
            <p:spPr>
              <a:xfrm>
                <a:off x="1967" y="2113"/>
                <a:ext cx="5" cy="2"/>
              </a:xfrm>
              <a:prstGeom prst="rect">
                <a:avLst/>
              </a:prstGeom>
              <a:solidFill>
                <a:srgbClr val="F0E0C0"/>
              </a:solidFill>
              <a:ln>
                <a:noFill/>
                <a:miter lim="800000"/>
              </a:ln>
            </p:spPr>
          </p:sp>
          <p:sp>
            <p:nvSpPr>
              <p:cNvPr id="94012" name=""/>
              <p:cNvSpPr/>
              <p:nvPr/>
            </p:nvSpPr>
            <p:spPr>
              <a:xfrm>
                <a:off x="1967" y="2100"/>
                <a:ext cx="30" cy="3"/>
              </a:xfrm>
              <a:prstGeom prst="rect">
                <a:avLst/>
              </a:prstGeom>
              <a:solidFill>
                <a:srgbClr val="706040"/>
              </a:solidFill>
              <a:ln>
                <a:noFill/>
                <a:miter lim="800000"/>
              </a:ln>
            </p:spPr>
          </p:sp>
          <p:sp>
            <p:nvSpPr>
              <p:cNvPr id="94013" name=""/>
              <p:cNvSpPr/>
              <p:nvPr/>
            </p:nvSpPr>
            <p:spPr>
              <a:xfrm>
                <a:off x="1967" y="2101"/>
                <a:ext cx="2" cy="14"/>
              </a:xfrm>
              <a:prstGeom prst="rect">
                <a:avLst/>
              </a:prstGeom>
              <a:solidFill>
                <a:srgbClr val="706040"/>
              </a:solidFill>
              <a:ln>
                <a:noFill/>
                <a:miter lim="800000"/>
              </a:ln>
            </p:spPr>
          </p:sp>
          <p:sp>
            <p:nvSpPr>
              <p:cNvPr id="94014" name=""/>
              <p:cNvSpPr/>
              <p:nvPr/>
            </p:nvSpPr>
            <p:spPr>
              <a:xfrm>
                <a:off x="1967" y="2108"/>
                <a:ext cx="30" cy="3"/>
              </a:xfrm>
              <a:prstGeom prst="rect">
                <a:avLst/>
              </a:prstGeom>
              <a:solidFill>
                <a:srgbClr val="706040"/>
              </a:solidFill>
              <a:ln>
                <a:noFill/>
                <a:miter lim="800000"/>
              </a:ln>
            </p:spPr>
          </p:sp>
          <p:sp>
            <p:nvSpPr>
              <p:cNvPr id="94015" name=""/>
              <p:cNvSpPr/>
              <p:nvPr/>
            </p:nvSpPr>
            <p:spPr>
              <a:xfrm>
                <a:off x="1948" y="2125"/>
                <a:ext cx="56" cy="13"/>
              </a:xfrm>
              <a:prstGeom prst="rect">
                <a:avLst/>
              </a:prstGeom>
              <a:solidFill>
                <a:srgbClr val="D0C0A0"/>
              </a:solidFill>
              <a:ln>
                <a:noFill/>
                <a:miter lim="800000"/>
              </a:ln>
            </p:spPr>
          </p:sp>
          <p:sp>
            <p:nvSpPr>
              <p:cNvPr id="94016" name=""/>
              <p:cNvSpPr/>
              <p:nvPr/>
            </p:nvSpPr>
            <p:spPr>
              <a:xfrm>
                <a:off x="1956" y="2126"/>
                <a:ext cx="40" cy="10"/>
              </a:xfrm>
              <a:custGeom>
                <a:pathLst>
                  <a:path w="119" h="20">
                    <a:moveTo>
                      <a:pt x="2" y="20"/>
                    </a:moveTo>
                    <a:lnTo>
                      <a:pt x="117" y="20"/>
                    </a:lnTo>
                    <a:lnTo>
                      <a:pt x="118" y="20"/>
                    </a:lnTo>
                    <a:lnTo>
                      <a:pt x="118" y="17"/>
                    </a:lnTo>
                    <a:lnTo>
                      <a:pt x="119" y="6"/>
                    </a:lnTo>
                    <a:lnTo>
                      <a:pt x="118" y="2"/>
                    </a:lnTo>
                    <a:lnTo>
                      <a:pt x="117" y="1"/>
                    </a:lnTo>
                    <a:lnTo>
                      <a:pt x="2" y="0"/>
                    </a:lnTo>
                    <a:lnTo>
                      <a:pt x="1" y="1"/>
                    </a:lnTo>
                    <a:lnTo>
                      <a:pt x="0" y="3"/>
                    </a:lnTo>
                    <a:lnTo>
                      <a:pt x="0" y="16"/>
                    </a:lnTo>
                    <a:lnTo>
                      <a:pt x="1" y="19"/>
                    </a:lnTo>
                    <a:lnTo>
                      <a:pt x="2" y="20"/>
                    </a:lnTo>
                    <a:close/>
                  </a:path>
                </a:pathLst>
              </a:custGeom>
              <a:solidFill>
                <a:srgbClr val="404040"/>
              </a:solidFill>
              <a:ln>
                <a:noFill/>
                <a:round/>
              </a:ln>
            </p:spPr>
          </p:sp>
          <p:sp>
            <p:nvSpPr>
              <p:cNvPr id="94017" name=""/>
              <p:cNvSpPr/>
              <p:nvPr/>
            </p:nvSpPr>
            <p:spPr>
              <a:xfrm>
                <a:off x="1974" y="2036"/>
                <a:ext cx="3" cy="2"/>
              </a:xfrm>
              <a:custGeom>
                <a:pathLst>
                  <a:path w="7" h="5">
                    <a:moveTo>
                      <a:pt x="5" y="0"/>
                    </a:moveTo>
                    <a:lnTo>
                      <a:pt x="7" y="0"/>
                    </a:lnTo>
                    <a:lnTo>
                      <a:pt x="7" y="5"/>
                    </a:lnTo>
                    <a:lnTo>
                      <a:pt x="0" y="5"/>
                    </a:lnTo>
                    <a:lnTo>
                      <a:pt x="5" y="0"/>
                    </a:lnTo>
                    <a:close/>
                  </a:path>
                </a:pathLst>
              </a:custGeom>
              <a:solidFill>
                <a:srgbClr val="C0C080"/>
              </a:solidFill>
              <a:ln>
                <a:noFill/>
                <a:round/>
              </a:ln>
            </p:spPr>
          </p:sp>
          <p:sp>
            <p:nvSpPr>
              <p:cNvPr id="94018" name=""/>
              <p:cNvSpPr/>
              <p:nvPr/>
            </p:nvSpPr>
            <p:spPr>
              <a:xfrm>
                <a:off x="1974" y="2036"/>
                <a:ext cx="1" cy="1"/>
              </a:xfrm>
              <a:custGeom>
                <a:pathLst>
                  <a:path w="3" h="1">
                    <a:moveTo>
                      <a:pt x="2" y="0"/>
                    </a:moveTo>
                    <a:lnTo>
                      <a:pt x="3" y="0"/>
                    </a:lnTo>
                    <a:lnTo>
                      <a:pt x="3" y="1"/>
                    </a:lnTo>
                    <a:lnTo>
                      <a:pt x="0" y="1"/>
                    </a:lnTo>
                    <a:lnTo>
                      <a:pt x="2" y="0"/>
                    </a:lnTo>
                  </a:path>
                </a:pathLst>
              </a:custGeom>
              <a:noFill/>
              <a:ln w="4763">
                <a:solidFill>
                  <a:srgbClr val="000000"/>
                </a:solidFill>
                <a:prstDash val="solid"/>
                <a:round/>
              </a:ln>
            </p:spPr>
          </p:sp>
          <p:sp>
            <p:nvSpPr>
              <p:cNvPr id="94019" name=""/>
              <p:cNvSpPr/>
              <p:nvPr/>
            </p:nvSpPr>
            <p:spPr>
              <a:xfrm>
                <a:off x="1953" y="2031"/>
                <a:ext cx="47" cy="13"/>
              </a:xfrm>
              <a:custGeom>
                <a:pathLst>
                  <a:path w="140" h="24">
                    <a:moveTo>
                      <a:pt x="10" y="0"/>
                    </a:moveTo>
                    <a:lnTo>
                      <a:pt x="131" y="0"/>
                    </a:lnTo>
                    <a:lnTo>
                      <a:pt x="133" y="1"/>
                    </a:lnTo>
                    <a:lnTo>
                      <a:pt x="134" y="1"/>
                    </a:lnTo>
                    <a:lnTo>
                      <a:pt x="136" y="3"/>
                    </a:lnTo>
                    <a:lnTo>
                      <a:pt x="138" y="4"/>
                    </a:lnTo>
                    <a:lnTo>
                      <a:pt x="139" y="7"/>
                    </a:lnTo>
                    <a:lnTo>
                      <a:pt x="140" y="8"/>
                    </a:lnTo>
                    <a:lnTo>
                      <a:pt x="140" y="10"/>
                    </a:lnTo>
                    <a:lnTo>
                      <a:pt x="140" y="14"/>
                    </a:lnTo>
                    <a:lnTo>
                      <a:pt x="140" y="16"/>
                    </a:lnTo>
                    <a:lnTo>
                      <a:pt x="139" y="17"/>
                    </a:lnTo>
                    <a:lnTo>
                      <a:pt x="138" y="19"/>
                    </a:lnTo>
                    <a:lnTo>
                      <a:pt x="136" y="22"/>
                    </a:lnTo>
                    <a:lnTo>
                      <a:pt x="134" y="23"/>
                    </a:lnTo>
                    <a:lnTo>
                      <a:pt x="133" y="24"/>
                    </a:lnTo>
                    <a:lnTo>
                      <a:pt x="131" y="24"/>
                    </a:lnTo>
                    <a:lnTo>
                      <a:pt x="129" y="24"/>
                    </a:lnTo>
                    <a:lnTo>
                      <a:pt x="10" y="24"/>
                    </a:lnTo>
                    <a:lnTo>
                      <a:pt x="9" y="24"/>
                    </a:lnTo>
                    <a:lnTo>
                      <a:pt x="7" y="24"/>
                    </a:lnTo>
                    <a:lnTo>
                      <a:pt x="4" y="23"/>
                    </a:lnTo>
                    <a:lnTo>
                      <a:pt x="3" y="22"/>
                    </a:lnTo>
                    <a:lnTo>
                      <a:pt x="1" y="18"/>
                    </a:lnTo>
                    <a:lnTo>
                      <a:pt x="0" y="16"/>
                    </a:lnTo>
                    <a:lnTo>
                      <a:pt x="0" y="15"/>
                    </a:lnTo>
                    <a:lnTo>
                      <a:pt x="0" y="14"/>
                    </a:lnTo>
                    <a:lnTo>
                      <a:pt x="0" y="10"/>
                    </a:lnTo>
                    <a:lnTo>
                      <a:pt x="0" y="9"/>
                    </a:lnTo>
                    <a:lnTo>
                      <a:pt x="0" y="8"/>
                    </a:lnTo>
                    <a:lnTo>
                      <a:pt x="1" y="5"/>
                    </a:lnTo>
                    <a:lnTo>
                      <a:pt x="2" y="3"/>
                    </a:lnTo>
                    <a:lnTo>
                      <a:pt x="4" y="1"/>
                    </a:lnTo>
                    <a:lnTo>
                      <a:pt x="7" y="1"/>
                    </a:lnTo>
                    <a:lnTo>
                      <a:pt x="10" y="0"/>
                    </a:lnTo>
                    <a:close/>
                  </a:path>
                </a:pathLst>
              </a:custGeom>
              <a:solidFill>
                <a:srgbClr val="F0E0C0"/>
              </a:solidFill>
              <a:ln>
                <a:noFill/>
                <a:round/>
              </a:ln>
            </p:spPr>
          </p:sp>
          <p:sp>
            <p:nvSpPr>
              <p:cNvPr id="94020" name=""/>
              <p:cNvSpPr/>
              <p:nvPr/>
            </p:nvSpPr>
            <p:spPr>
              <a:xfrm>
                <a:off x="1953" y="2031"/>
                <a:ext cx="46" cy="11"/>
              </a:xfrm>
              <a:custGeom>
                <a:pathLst>
                  <a:path w="136" h="21">
                    <a:moveTo>
                      <a:pt x="10" y="0"/>
                    </a:moveTo>
                    <a:lnTo>
                      <a:pt x="128" y="0"/>
                    </a:lnTo>
                    <a:lnTo>
                      <a:pt x="131" y="1"/>
                    </a:lnTo>
                    <a:lnTo>
                      <a:pt x="131" y="1"/>
                    </a:lnTo>
                    <a:lnTo>
                      <a:pt x="133" y="2"/>
                    </a:lnTo>
                    <a:lnTo>
                      <a:pt x="134" y="3"/>
                    </a:lnTo>
                    <a:lnTo>
                      <a:pt x="135" y="5"/>
                    </a:lnTo>
                    <a:lnTo>
                      <a:pt x="136" y="7"/>
                    </a:lnTo>
                    <a:lnTo>
                      <a:pt x="136" y="8"/>
                    </a:lnTo>
                    <a:lnTo>
                      <a:pt x="136" y="12"/>
                    </a:lnTo>
                    <a:lnTo>
                      <a:pt x="136" y="14"/>
                    </a:lnTo>
                    <a:lnTo>
                      <a:pt x="135" y="15"/>
                    </a:lnTo>
                    <a:lnTo>
                      <a:pt x="134" y="17"/>
                    </a:lnTo>
                    <a:lnTo>
                      <a:pt x="133" y="18"/>
                    </a:lnTo>
                    <a:lnTo>
                      <a:pt x="131" y="19"/>
                    </a:lnTo>
                    <a:lnTo>
                      <a:pt x="131" y="21"/>
                    </a:lnTo>
                    <a:lnTo>
                      <a:pt x="128" y="21"/>
                    </a:lnTo>
                    <a:lnTo>
                      <a:pt x="10" y="21"/>
                    </a:lnTo>
                    <a:lnTo>
                      <a:pt x="8" y="21"/>
                    </a:lnTo>
                    <a:lnTo>
                      <a:pt x="6" y="21"/>
                    </a:lnTo>
                    <a:lnTo>
                      <a:pt x="4" y="19"/>
                    </a:lnTo>
                    <a:lnTo>
                      <a:pt x="3" y="18"/>
                    </a:lnTo>
                    <a:lnTo>
                      <a:pt x="1" y="16"/>
                    </a:lnTo>
                    <a:lnTo>
                      <a:pt x="0" y="14"/>
                    </a:lnTo>
                    <a:lnTo>
                      <a:pt x="0" y="12"/>
                    </a:lnTo>
                    <a:lnTo>
                      <a:pt x="0" y="8"/>
                    </a:lnTo>
                    <a:lnTo>
                      <a:pt x="0" y="8"/>
                    </a:lnTo>
                    <a:lnTo>
                      <a:pt x="0" y="7"/>
                    </a:lnTo>
                    <a:lnTo>
                      <a:pt x="1" y="4"/>
                    </a:lnTo>
                    <a:lnTo>
                      <a:pt x="2" y="2"/>
                    </a:lnTo>
                    <a:lnTo>
                      <a:pt x="4" y="1"/>
                    </a:lnTo>
                    <a:lnTo>
                      <a:pt x="6" y="1"/>
                    </a:lnTo>
                    <a:lnTo>
                      <a:pt x="10" y="0"/>
                    </a:lnTo>
                  </a:path>
                </a:pathLst>
              </a:custGeom>
              <a:noFill/>
              <a:ln w="4763">
                <a:solidFill>
                  <a:srgbClr val="808060"/>
                </a:solidFill>
                <a:prstDash val="solid"/>
                <a:round/>
              </a:ln>
            </p:spPr>
          </p:sp>
          <p:sp>
            <p:nvSpPr>
              <p:cNvPr id="94021" name=""/>
              <p:cNvSpPr/>
              <p:nvPr/>
            </p:nvSpPr>
            <p:spPr>
              <a:xfrm>
                <a:off x="1954" y="2032"/>
                <a:ext cx="26" cy="11"/>
              </a:xfrm>
              <a:custGeom>
                <a:pathLst>
                  <a:path w="78" h="22">
                    <a:moveTo>
                      <a:pt x="13" y="0"/>
                    </a:moveTo>
                    <a:lnTo>
                      <a:pt x="65" y="0"/>
                    </a:lnTo>
                    <a:lnTo>
                      <a:pt x="68" y="0"/>
                    </a:lnTo>
                    <a:lnTo>
                      <a:pt x="71" y="1"/>
                    </a:lnTo>
                    <a:lnTo>
                      <a:pt x="73" y="1"/>
                    </a:lnTo>
                    <a:lnTo>
                      <a:pt x="75" y="2"/>
                    </a:lnTo>
                    <a:lnTo>
                      <a:pt x="77" y="3"/>
                    </a:lnTo>
                    <a:lnTo>
                      <a:pt x="77" y="4"/>
                    </a:lnTo>
                    <a:lnTo>
                      <a:pt x="78" y="6"/>
                    </a:lnTo>
                    <a:lnTo>
                      <a:pt x="78" y="7"/>
                    </a:lnTo>
                    <a:lnTo>
                      <a:pt x="78" y="8"/>
                    </a:lnTo>
                    <a:lnTo>
                      <a:pt x="78" y="14"/>
                    </a:lnTo>
                    <a:lnTo>
                      <a:pt x="78" y="16"/>
                    </a:lnTo>
                    <a:lnTo>
                      <a:pt x="77" y="18"/>
                    </a:lnTo>
                    <a:lnTo>
                      <a:pt x="76" y="20"/>
                    </a:lnTo>
                    <a:lnTo>
                      <a:pt x="73" y="21"/>
                    </a:lnTo>
                    <a:lnTo>
                      <a:pt x="71" y="22"/>
                    </a:lnTo>
                    <a:lnTo>
                      <a:pt x="67" y="22"/>
                    </a:lnTo>
                    <a:lnTo>
                      <a:pt x="65" y="22"/>
                    </a:lnTo>
                    <a:lnTo>
                      <a:pt x="13" y="22"/>
                    </a:lnTo>
                    <a:lnTo>
                      <a:pt x="10" y="22"/>
                    </a:lnTo>
                    <a:lnTo>
                      <a:pt x="8" y="22"/>
                    </a:lnTo>
                    <a:lnTo>
                      <a:pt x="6" y="21"/>
                    </a:lnTo>
                    <a:lnTo>
                      <a:pt x="3" y="20"/>
                    </a:lnTo>
                    <a:lnTo>
                      <a:pt x="2" y="18"/>
                    </a:lnTo>
                    <a:lnTo>
                      <a:pt x="1" y="16"/>
                    </a:lnTo>
                    <a:lnTo>
                      <a:pt x="0" y="15"/>
                    </a:lnTo>
                    <a:lnTo>
                      <a:pt x="0" y="14"/>
                    </a:lnTo>
                    <a:lnTo>
                      <a:pt x="0" y="8"/>
                    </a:lnTo>
                    <a:lnTo>
                      <a:pt x="0" y="7"/>
                    </a:lnTo>
                    <a:lnTo>
                      <a:pt x="1" y="6"/>
                    </a:lnTo>
                    <a:lnTo>
                      <a:pt x="1" y="4"/>
                    </a:lnTo>
                    <a:lnTo>
                      <a:pt x="1" y="3"/>
                    </a:lnTo>
                    <a:lnTo>
                      <a:pt x="2" y="3"/>
                    </a:lnTo>
                    <a:lnTo>
                      <a:pt x="3" y="2"/>
                    </a:lnTo>
                    <a:lnTo>
                      <a:pt x="5" y="1"/>
                    </a:lnTo>
                    <a:lnTo>
                      <a:pt x="8" y="0"/>
                    </a:lnTo>
                    <a:lnTo>
                      <a:pt x="13" y="0"/>
                    </a:lnTo>
                    <a:close/>
                  </a:path>
                </a:pathLst>
              </a:custGeom>
              <a:solidFill>
                <a:srgbClr val="F0E0C0"/>
              </a:solidFill>
              <a:ln>
                <a:noFill/>
                <a:round/>
              </a:ln>
            </p:spPr>
          </p:sp>
          <p:sp>
            <p:nvSpPr>
              <p:cNvPr id="94022" name=""/>
              <p:cNvSpPr/>
              <p:nvPr/>
            </p:nvSpPr>
            <p:spPr>
              <a:xfrm>
                <a:off x="1954" y="2032"/>
                <a:ext cx="24" cy="9"/>
              </a:xfrm>
              <a:custGeom>
                <a:pathLst>
                  <a:path w="73" h="17">
                    <a:moveTo>
                      <a:pt x="12" y="0"/>
                    </a:moveTo>
                    <a:lnTo>
                      <a:pt x="62" y="0"/>
                    </a:lnTo>
                    <a:lnTo>
                      <a:pt x="64" y="0"/>
                    </a:lnTo>
                    <a:lnTo>
                      <a:pt x="68" y="1"/>
                    </a:lnTo>
                    <a:lnTo>
                      <a:pt x="69" y="1"/>
                    </a:lnTo>
                    <a:lnTo>
                      <a:pt x="70" y="2"/>
                    </a:lnTo>
                    <a:lnTo>
                      <a:pt x="72" y="3"/>
                    </a:lnTo>
                    <a:lnTo>
                      <a:pt x="72" y="3"/>
                    </a:lnTo>
                    <a:lnTo>
                      <a:pt x="73" y="4"/>
                    </a:lnTo>
                    <a:lnTo>
                      <a:pt x="73" y="6"/>
                    </a:lnTo>
                    <a:lnTo>
                      <a:pt x="73" y="7"/>
                    </a:lnTo>
                    <a:lnTo>
                      <a:pt x="73" y="10"/>
                    </a:lnTo>
                    <a:lnTo>
                      <a:pt x="73" y="13"/>
                    </a:lnTo>
                    <a:lnTo>
                      <a:pt x="72" y="15"/>
                    </a:lnTo>
                    <a:lnTo>
                      <a:pt x="71" y="15"/>
                    </a:lnTo>
                    <a:lnTo>
                      <a:pt x="69" y="16"/>
                    </a:lnTo>
                    <a:lnTo>
                      <a:pt x="68" y="17"/>
                    </a:lnTo>
                    <a:lnTo>
                      <a:pt x="63" y="17"/>
                    </a:lnTo>
                    <a:lnTo>
                      <a:pt x="12" y="17"/>
                    </a:lnTo>
                    <a:lnTo>
                      <a:pt x="9" y="17"/>
                    </a:lnTo>
                    <a:lnTo>
                      <a:pt x="7" y="17"/>
                    </a:lnTo>
                    <a:lnTo>
                      <a:pt x="6" y="16"/>
                    </a:lnTo>
                    <a:lnTo>
                      <a:pt x="3" y="15"/>
                    </a:lnTo>
                    <a:lnTo>
                      <a:pt x="2" y="15"/>
                    </a:lnTo>
                    <a:lnTo>
                      <a:pt x="1" y="13"/>
                    </a:lnTo>
                    <a:lnTo>
                      <a:pt x="0" y="11"/>
                    </a:lnTo>
                    <a:lnTo>
                      <a:pt x="0" y="7"/>
                    </a:lnTo>
                    <a:lnTo>
                      <a:pt x="0" y="6"/>
                    </a:lnTo>
                    <a:lnTo>
                      <a:pt x="1" y="4"/>
                    </a:lnTo>
                    <a:lnTo>
                      <a:pt x="1" y="3"/>
                    </a:lnTo>
                    <a:lnTo>
                      <a:pt x="1" y="3"/>
                    </a:lnTo>
                    <a:lnTo>
                      <a:pt x="2" y="3"/>
                    </a:lnTo>
                    <a:lnTo>
                      <a:pt x="3" y="2"/>
                    </a:lnTo>
                    <a:lnTo>
                      <a:pt x="5" y="1"/>
                    </a:lnTo>
                    <a:lnTo>
                      <a:pt x="12" y="0"/>
                    </a:lnTo>
                  </a:path>
                </a:pathLst>
              </a:custGeom>
              <a:noFill/>
              <a:ln w="4763">
                <a:solidFill>
                  <a:srgbClr val="C0C0C0"/>
                </a:solidFill>
                <a:prstDash val="solid"/>
                <a:round/>
              </a:ln>
            </p:spPr>
          </p:sp>
          <p:sp>
            <p:nvSpPr>
              <p:cNvPr id="94023" name=""/>
              <p:cNvSpPr/>
              <p:nvPr/>
            </p:nvSpPr>
            <p:spPr>
              <a:xfrm>
                <a:off x="1974" y="2035"/>
                <a:ext cx="3" cy="3"/>
              </a:xfrm>
              <a:custGeom>
                <a:pathLst>
                  <a:path w="7" h="7">
                    <a:moveTo>
                      <a:pt x="2" y="0"/>
                    </a:moveTo>
                    <a:lnTo>
                      <a:pt x="6" y="0"/>
                    </a:lnTo>
                    <a:lnTo>
                      <a:pt x="7" y="0"/>
                    </a:lnTo>
                    <a:lnTo>
                      <a:pt x="7" y="2"/>
                    </a:lnTo>
                    <a:lnTo>
                      <a:pt x="5" y="5"/>
                    </a:lnTo>
                    <a:lnTo>
                      <a:pt x="5" y="7"/>
                    </a:lnTo>
                    <a:lnTo>
                      <a:pt x="2" y="7"/>
                    </a:lnTo>
                    <a:lnTo>
                      <a:pt x="0" y="7"/>
                    </a:lnTo>
                    <a:lnTo>
                      <a:pt x="0" y="5"/>
                    </a:lnTo>
                    <a:lnTo>
                      <a:pt x="1" y="2"/>
                    </a:lnTo>
                    <a:lnTo>
                      <a:pt x="1" y="0"/>
                    </a:lnTo>
                    <a:lnTo>
                      <a:pt x="2" y="0"/>
                    </a:lnTo>
                    <a:lnTo>
                      <a:pt x="2" y="5"/>
                    </a:lnTo>
                    <a:lnTo>
                      <a:pt x="1" y="5"/>
                    </a:lnTo>
                    <a:lnTo>
                      <a:pt x="2" y="2"/>
                    </a:lnTo>
                    <a:lnTo>
                      <a:pt x="5" y="2"/>
                    </a:lnTo>
                    <a:lnTo>
                      <a:pt x="2" y="5"/>
                    </a:lnTo>
                    <a:lnTo>
                      <a:pt x="2" y="0"/>
                    </a:lnTo>
                    <a:close/>
                  </a:path>
                </a:pathLst>
              </a:custGeom>
              <a:solidFill>
                <a:srgbClr val="C0C080"/>
              </a:solidFill>
              <a:ln>
                <a:noFill/>
                <a:round/>
              </a:ln>
            </p:spPr>
          </p:sp>
          <p:sp>
            <p:nvSpPr>
              <p:cNvPr id="94024" name=""/>
              <p:cNvSpPr/>
              <p:nvPr/>
            </p:nvSpPr>
            <p:spPr>
              <a:xfrm>
                <a:off x="1956" y="2037"/>
                <a:ext cx="21" cy="2"/>
              </a:xfrm>
              <a:custGeom>
                <a:pathLst>
                  <a:path w="63" h="5">
                    <a:moveTo>
                      <a:pt x="0" y="0"/>
                    </a:moveTo>
                    <a:lnTo>
                      <a:pt x="63" y="0"/>
                    </a:lnTo>
                    <a:lnTo>
                      <a:pt x="62" y="5"/>
                    </a:lnTo>
                    <a:lnTo>
                      <a:pt x="0" y="5"/>
                    </a:lnTo>
                    <a:lnTo>
                      <a:pt x="0" y="0"/>
                    </a:lnTo>
                    <a:close/>
                  </a:path>
                </a:pathLst>
              </a:custGeom>
              <a:solidFill>
                <a:srgbClr val="FF6000"/>
              </a:solidFill>
              <a:ln>
                <a:noFill/>
                <a:round/>
              </a:ln>
            </p:spPr>
          </p:sp>
          <p:sp>
            <p:nvSpPr>
              <p:cNvPr id="94025" name=""/>
              <p:cNvSpPr/>
              <p:nvPr/>
            </p:nvSpPr>
            <p:spPr>
              <a:xfrm>
                <a:off x="1972" y="2035"/>
                <a:ext cx="3" cy="3"/>
              </a:xfrm>
              <a:custGeom>
                <a:pathLst>
                  <a:path w="9" h="7">
                    <a:moveTo>
                      <a:pt x="0" y="7"/>
                    </a:moveTo>
                    <a:lnTo>
                      <a:pt x="6" y="0"/>
                    </a:lnTo>
                    <a:lnTo>
                      <a:pt x="9" y="0"/>
                    </a:lnTo>
                    <a:lnTo>
                      <a:pt x="8" y="7"/>
                    </a:lnTo>
                    <a:lnTo>
                      <a:pt x="6" y="7"/>
                    </a:lnTo>
                    <a:lnTo>
                      <a:pt x="6" y="5"/>
                    </a:lnTo>
                    <a:lnTo>
                      <a:pt x="5" y="5"/>
                    </a:lnTo>
                    <a:lnTo>
                      <a:pt x="6" y="3"/>
                    </a:lnTo>
                    <a:lnTo>
                      <a:pt x="6" y="2"/>
                    </a:lnTo>
                    <a:lnTo>
                      <a:pt x="3" y="7"/>
                    </a:lnTo>
                    <a:lnTo>
                      <a:pt x="0" y="7"/>
                    </a:lnTo>
                    <a:close/>
                  </a:path>
                </a:pathLst>
              </a:custGeom>
              <a:solidFill>
                <a:srgbClr val="C0C080"/>
              </a:solidFill>
              <a:ln>
                <a:noFill/>
                <a:round/>
              </a:ln>
            </p:spPr>
          </p:sp>
          <p:sp>
            <p:nvSpPr>
              <p:cNvPr id="94026" name=""/>
              <p:cNvSpPr/>
              <p:nvPr/>
            </p:nvSpPr>
            <p:spPr>
              <a:xfrm>
                <a:off x="1971" y="2035"/>
                <a:ext cx="3" cy="3"/>
              </a:xfrm>
              <a:custGeom>
                <a:pathLst>
                  <a:path w="8" h="7">
                    <a:moveTo>
                      <a:pt x="0" y="7"/>
                    </a:moveTo>
                    <a:lnTo>
                      <a:pt x="3" y="2"/>
                    </a:lnTo>
                    <a:lnTo>
                      <a:pt x="4" y="0"/>
                    </a:lnTo>
                    <a:lnTo>
                      <a:pt x="8" y="0"/>
                    </a:lnTo>
                    <a:lnTo>
                      <a:pt x="8" y="2"/>
                    </a:lnTo>
                    <a:lnTo>
                      <a:pt x="8" y="3"/>
                    </a:lnTo>
                    <a:lnTo>
                      <a:pt x="7" y="3"/>
                    </a:lnTo>
                    <a:lnTo>
                      <a:pt x="7" y="5"/>
                    </a:lnTo>
                    <a:lnTo>
                      <a:pt x="4" y="5"/>
                    </a:lnTo>
                    <a:lnTo>
                      <a:pt x="3" y="5"/>
                    </a:lnTo>
                    <a:lnTo>
                      <a:pt x="4" y="3"/>
                    </a:lnTo>
                    <a:lnTo>
                      <a:pt x="7" y="2"/>
                    </a:lnTo>
                    <a:lnTo>
                      <a:pt x="4" y="2"/>
                    </a:lnTo>
                    <a:lnTo>
                      <a:pt x="1" y="7"/>
                    </a:lnTo>
                    <a:lnTo>
                      <a:pt x="0" y="7"/>
                    </a:lnTo>
                    <a:close/>
                  </a:path>
                </a:pathLst>
              </a:custGeom>
              <a:solidFill>
                <a:srgbClr val="C0C080"/>
              </a:solidFill>
              <a:ln>
                <a:noFill/>
                <a:round/>
              </a:ln>
            </p:spPr>
          </p:sp>
          <p:sp>
            <p:nvSpPr>
              <p:cNvPr id="94027" name=""/>
              <p:cNvSpPr/>
              <p:nvPr/>
            </p:nvSpPr>
            <p:spPr>
              <a:xfrm>
                <a:off x="1969" y="2035"/>
                <a:ext cx="3" cy="3"/>
              </a:xfrm>
              <a:custGeom>
                <a:pathLst>
                  <a:path w="9" h="7">
                    <a:moveTo>
                      <a:pt x="0" y="7"/>
                    </a:moveTo>
                    <a:lnTo>
                      <a:pt x="2" y="2"/>
                    </a:lnTo>
                    <a:lnTo>
                      <a:pt x="3" y="0"/>
                    </a:lnTo>
                    <a:lnTo>
                      <a:pt x="8" y="0"/>
                    </a:lnTo>
                    <a:lnTo>
                      <a:pt x="9" y="0"/>
                    </a:lnTo>
                    <a:lnTo>
                      <a:pt x="9" y="2"/>
                    </a:lnTo>
                    <a:lnTo>
                      <a:pt x="7" y="7"/>
                    </a:lnTo>
                    <a:lnTo>
                      <a:pt x="6" y="7"/>
                    </a:lnTo>
                    <a:lnTo>
                      <a:pt x="8" y="2"/>
                    </a:lnTo>
                    <a:lnTo>
                      <a:pt x="7" y="2"/>
                    </a:lnTo>
                    <a:lnTo>
                      <a:pt x="3" y="7"/>
                    </a:lnTo>
                    <a:lnTo>
                      <a:pt x="2" y="7"/>
                    </a:lnTo>
                    <a:lnTo>
                      <a:pt x="6" y="2"/>
                    </a:lnTo>
                    <a:lnTo>
                      <a:pt x="3" y="2"/>
                    </a:lnTo>
                    <a:lnTo>
                      <a:pt x="1" y="7"/>
                    </a:lnTo>
                    <a:lnTo>
                      <a:pt x="0" y="7"/>
                    </a:lnTo>
                    <a:close/>
                  </a:path>
                </a:pathLst>
              </a:custGeom>
              <a:solidFill>
                <a:srgbClr val="C0C080"/>
              </a:solidFill>
              <a:ln>
                <a:noFill/>
                <a:round/>
              </a:ln>
            </p:spPr>
          </p:sp>
          <p:sp>
            <p:nvSpPr>
              <p:cNvPr id="94028" name=""/>
              <p:cNvSpPr/>
              <p:nvPr/>
            </p:nvSpPr>
            <p:spPr>
              <a:xfrm>
                <a:off x="1968" y="2035"/>
                <a:ext cx="2" cy="3"/>
              </a:xfrm>
              <a:custGeom>
                <a:pathLst>
                  <a:path w="7" h="7">
                    <a:moveTo>
                      <a:pt x="3" y="0"/>
                    </a:moveTo>
                    <a:lnTo>
                      <a:pt x="6" y="0"/>
                    </a:lnTo>
                    <a:lnTo>
                      <a:pt x="7" y="0"/>
                    </a:lnTo>
                    <a:lnTo>
                      <a:pt x="7" y="2"/>
                    </a:lnTo>
                    <a:lnTo>
                      <a:pt x="6" y="5"/>
                    </a:lnTo>
                    <a:lnTo>
                      <a:pt x="5" y="7"/>
                    </a:lnTo>
                    <a:lnTo>
                      <a:pt x="3" y="7"/>
                    </a:lnTo>
                    <a:lnTo>
                      <a:pt x="2" y="7"/>
                    </a:lnTo>
                    <a:lnTo>
                      <a:pt x="0" y="7"/>
                    </a:lnTo>
                    <a:lnTo>
                      <a:pt x="0" y="5"/>
                    </a:lnTo>
                    <a:lnTo>
                      <a:pt x="2" y="2"/>
                    </a:lnTo>
                    <a:lnTo>
                      <a:pt x="3" y="0"/>
                    </a:lnTo>
                    <a:lnTo>
                      <a:pt x="3" y="5"/>
                    </a:lnTo>
                    <a:lnTo>
                      <a:pt x="2" y="5"/>
                    </a:lnTo>
                    <a:lnTo>
                      <a:pt x="3" y="2"/>
                    </a:lnTo>
                    <a:lnTo>
                      <a:pt x="6" y="2"/>
                    </a:lnTo>
                    <a:lnTo>
                      <a:pt x="3" y="5"/>
                    </a:lnTo>
                    <a:lnTo>
                      <a:pt x="3" y="0"/>
                    </a:lnTo>
                    <a:close/>
                  </a:path>
                </a:pathLst>
              </a:custGeom>
              <a:solidFill>
                <a:srgbClr val="C0C080"/>
              </a:solidFill>
              <a:ln>
                <a:noFill/>
                <a:round/>
              </a:ln>
            </p:spPr>
          </p:sp>
          <p:sp>
            <p:nvSpPr>
              <p:cNvPr id="94029" name=""/>
              <p:cNvSpPr/>
              <p:nvPr/>
            </p:nvSpPr>
            <p:spPr>
              <a:xfrm>
                <a:off x="1966" y="2035"/>
                <a:ext cx="3" cy="3"/>
              </a:xfrm>
              <a:custGeom>
                <a:pathLst>
                  <a:path w="8" h="7">
                    <a:moveTo>
                      <a:pt x="8" y="0"/>
                    </a:moveTo>
                    <a:lnTo>
                      <a:pt x="4" y="0"/>
                    </a:lnTo>
                    <a:lnTo>
                      <a:pt x="3" y="0"/>
                    </a:lnTo>
                    <a:lnTo>
                      <a:pt x="3" y="2"/>
                    </a:lnTo>
                    <a:lnTo>
                      <a:pt x="0" y="5"/>
                    </a:lnTo>
                    <a:lnTo>
                      <a:pt x="0" y="7"/>
                    </a:lnTo>
                    <a:lnTo>
                      <a:pt x="1" y="7"/>
                    </a:lnTo>
                    <a:lnTo>
                      <a:pt x="4" y="7"/>
                    </a:lnTo>
                    <a:lnTo>
                      <a:pt x="4" y="5"/>
                    </a:lnTo>
                    <a:lnTo>
                      <a:pt x="3" y="5"/>
                    </a:lnTo>
                    <a:lnTo>
                      <a:pt x="4" y="2"/>
                    </a:lnTo>
                    <a:lnTo>
                      <a:pt x="8" y="2"/>
                    </a:lnTo>
                    <a:lnTo>
                      <a:pt x="8" y="0"/>
                    </a:lnTo>
                    <a:close/>
                  </a:path>
                </a:pathLst>
              </a:custGeom>
              <a:solidFill>
                <a:srgbClr val="C0C080"/>
              </a:solidFill>
              <a:ln>
                <a:noFill/>
                <a:round/>
              </a:ln>
            </p:spPr>
          </p:sp>
          <p:sp>
            <p:nvSpPr>
              <p:cNvPr id="94030" name=""/>
              <p:cNvSpPr/>
              <p:nvPr/>
            </p:nvSpPr>
            <p:spPr>
              <a:xfrm>
                <a:off x="1987" y="2032"/>
                <a:ext cx="3" cy="11"/>
              </a:xfrm>
              <a:custGeom>
                <a:pathLst>
                  <a:path w="9" h="22">
                    <a:moveTo>
                      <a:pt x="9" y="0"/>
                    </a:moveTo>
                    <a:lnTo>
                      <a:pt x="1" y="0"/>
                    </a:lnTo>
                    <a:lnTo>
                      <a:pt x="0" y="3"/>
                    </a:lnTo>
                    <a:lnTo>
                      <a:pt x="0" y="18"/>
                    </a:lnTo>
                    <a:lnTo>
                      <a:pt x="3" y="21"/>
                    </a:lnTo>
                    <a:lnTo>
                      <a:pt x="9" y="22"/>
                    </a:lnTo>
                    <a:lnTo>
                      <a:pt x="8" y="20"/>
                    </a:lnTo>
                    <a:lnTo>
                      <a:pt x="6" y="17"/>
                    </a:lnTo>
                    <a:lnTo>
                      <a:pt x="6" y="4"/>
                    </a:lnTo>
                    <a:lnTo>
                      <a:pt x="6" y="2"/>
                    </a:lnTo>
                    <a:lnTo>
                      <a:pt x="8" y="1"/>
                    </a:lnTo>
                    <a:lnTo>
                      <a:pt x="9" y="0"/>
                    </a:lnTo>
                    <a:close/>
                  </a:path>
                </a:pathLst>
              </a:custGeom>
              <a:solidFill>
                <a:srgbClr val="A0A070"/>
              </a:solidFill>
              <a:ln>
                <a:noFill/>
                <a:round/>
              </a:ln>
            </p:spPr>
          </p:sp>
          <p:sp>
            <p:nvSpPr>
              <p:cNvPr id="94031" name=""/>
              <p:cNvSpPr/>
              <p:nvPr/>
            </p:nvSpPr>
            <p:spPr>
              <a:xfrm>
                <a:off x="1988" y="2031"/>
                <a:ext cx="9" cy="12"/>
              </a:xfrm>
              <a:custGeom>
                <a:pathLst>
                  <a:path w="27" h="23">
                    <a:moveTo>
                      <a:pt x="5" y="23"/>
                    </a:moveTo>
                    <a:lnTo>
                      <a:pt x="22" y="23"/>
                    </a:lnTo>
                    <a:lnTo>
                      <a:pt x="23" y="23"/>
                    </a:lnTo>
                    <a:lnTo>
                      <a:pt x="24" y="22"/>
                    </a:lnTo>
                    <a:lnTo>
                      <a:pt x="26" y="21"/>
                    </a:lnTo>
                    <a:lnTo>
                      <a:pt x="26" y="19"/>
                    </a:lnTo>
                    <a:lnTo>
                      <a:pt x="27" y="19"/>
                    </a:lnTo>
                    <a:lnTo>
                      <a:pt x="27" y="17"/>
                    </a:lnTo>
                    <a:lnTo>
                      <a:pt x="27" y="16"/>
                    </a:lnTo>
                    <a:lnTo>
                      <a:pt x="27" y="7"/>
                    </a:lnTo>
                    <a:lnTo>
                      <a:pt x="27" y="5"/>
                    </a:lnTo>
                    <a:lnTo>
                      <a:pt x="26" y="3"/>
                    </a:lnTo>
                    <a:lnTo>
                      <a:pt x="26" y="2"/>
                    </a:lnTo>
                    <a:lnTo>
                      <a:pt x="24" y="1"/>
                    </a:lnTo>
                    <a:lnTo>
                      <a:pt x="22" y="0"/>
                    </a:lnTo>
                    <a:lnTo>
                      <a:pt x="5" y="0"/>
                    </a:lnTo>
                    <a:lnTo>
                      <a:pt x="3" y="1"/>
                    </a:lnTo>
                    <a:lnTo>
                      <a:pt x="2" y="2"/>
                    </a:lnTo>
                    <a:lnTo>
                      <a:pt x="2" y="3"/>
                    </a:lnTo>
                    <a:lnTo>
                      <a:pt x="0" y="5"/>
                    </a:lnTo>
                    <a:lnTo>
                      <a:pt x="0" y="7"/>
                    </a:lnTo>
                    <a:lnTo>
                      <a:pt x="0" y="16"/>
                    </a:lnTo>
                    <a:lnTo>
                      <a:pt x="0" y="17"/>
                    </a:lnTo>
                    <a:lnTo>
                      <a:pt x="0" y="19"/>
                    </a:lnTo>
                    <a:lnTo>
                      <a:pt x="2" y="19"/>
                    </a:lnTo>
                    <a:lnTo>
                      <a:pt x="2" y="21"/>
                    </a:lnTo>
                    <a:lnTo>
                      <a:pt x="3" y="22"/>
                    </a:lnTo>
                    <a:lnTo>
                      <a:pt x="5" y="23"/>
                    </a:lnTo>
                    <a:close/>
                  </a:path>
                </a:pathLst>
              </a:custGeom>
              <a:solidFill>
                <a:srgbClr val="505020"/>
              </a:solidFill>
              <a:ln>
                <a:noFill/>
                <a:round/>
              </a:ln>
            </p:spPr>
          </p:sp>
          <p:sp>
            <p:nvSpPr>
              <p:cNvPr id="94032" name=""/>
              <p:cNvSpPr/>
              <p:nvPr/>
            </p:nvSpPr>
            <p:spPr>
              <a:xfrm>
                <a:off x="1988" y="2032"/>
                <a:ext cx="9" cy="11"/>
              </a:xfrm>
              <a:custGeom>
                <a:pathLst>
                  <a:path w="27" h="22">
                    <a:moveTo>
                      <a:pt x="3" y="0"/>
                    </a:moveTo>
                    <a:lnTo>
                      <a:pt x="0" y="2"/>
                    </a:lnTo>
                    <a:lnTo>
                      <a:pt x="0" y="20"/>
                    </a:lnTo>
                    <a:lnTo>
                      <a:pt x="2" y="22"/>
                    </a:lnTo>
                    <a:lnTo>
                      <a:pt x="26" y="22"/>
                    </a:lnTo>
                    <a:lnTo>
                      <a:pt x="27" y="20"/>
                    </a:lnTo>
                    <a:lnTo>
                      <a:pt x="27" y="2"/>
                    </a:lnTo>
                    <a:lnTo>
                      <a:pt x="26" y="0"/>
                    </a:lnTo>
                    <a:lnTo>
                      <a:pt x="3" y="0"/>
                    </a:lnTo>
                    <a:close/>
                  </a:path>
                </a:pathLst>
              </a:custGeom>
              <a:solidFill>
                <a:srgbClr val="706040"/>
              </a:solidFill>
              <a:ln>
                <a:noFill/>
                <a:round/>
              </a:ln>
            </p:spPr>
          </p:sp>
          <p:sp>
            <p:nvSpPr>
              <p:cNvPr id="94033" name=""/>
              <p:cNvSpPr/>
              <p:nvPr/>
            </p:nvSpPr>
            <p:spPr>
              <a:xfrm>
                <a:off x="1989" y="2032"/>
                <a:ext cx="8" cy="11"/>
              </a:xfrm>
              <a:custGeom>
                <a:pathLst>
                  <a:path w="25" h="22">
                    <a:moveTo>
                      <a:pt x="2" y="0"/>
                    </a:moveTo>
                    <a:lnTo>
                      <a:pt x="0" y="1"/>
                    </a:lnTo>
                    <a:lnTo>
                      <a:pt x="0" y="20"/>
                    </a:lnTo>
                    <a:lnTo>
                      <a:pt x="1" y="22"/>
                    </a:lnTo>
                    <a:lnTo>
                      <a:pt x="24" y="22"/>
                    </a:lnTo>
                    <a:lnTo>
                      <a:pt x="25" y="20"/>
                    </a:lnTo>
                    <a:lnTo>
                      <a:pt x="25" y="2"/>
                    </a:lnTo>
                    <a:lnTo>
                      <a:pt x="24" y="0"/>
                    </a:lnTo>
                    <a:lnTo>
                      <a:pt x="2" y="0"/>
                    </a:lnTo>
                    <a:close/>
                  </a:path>
                </a:pathLst>
              </a:custGeom>
              <a:solidFill>
                <a:srgbClr val="808060"/>
              </a:solidFill>
              <a:ln>
                <a:noFill/>
                <a:round/>
              </a:ln>
            </p:spPr>
          </p:sp>
          <p:sp>
            <p:nvSpPr>
              <p:cNvPr id="94034" name=""/>
              <p:cNvSpPr/>
              <p:nvPr/>
            </p:nvSpPr>
            <p:spPr>
              <a:xfrm>
                <a:off x="1990" y="2033"/>
                <a:ext cx="6" cy="8"/>
              </a:xfrm>
              <a:custGeom>
                <a:pathLst>
                  <a:path w="18" h="15">
                    <a:moveTo>
                      <a:pt x="1" y="0"/>
                    </a:moveTo>
                    <a:lnTo>
                      <a:pt x="0" y="1"/>
                    </a:lnTo>
                    <a:lnTo>
                      <a:pt x="0" y="14"/>
                    </a:lnTo>
                    <a:lnTo>
                      <a:pt x="1" y="15"/>
                    </a:lnTo>
                    <a:lnTo>
                      <a:pt x="17" y="15"/>
                    </a:lnTo>
                    <a:lnTo>
                      <a:pt x="18" y="14"/>
                    </a:lnTo>
                    <a:lnTo>
                      <a:pt x="18" y="2"/>
                    </a:lnTo>
                    <a:lnTo>
                      <a:pt x="17" y="0"/>
                    </a:lnTo>
                    <a:lnTo>
                      <a:pt x="1" y="0"/>
                    </a:lnTo>
                    <a:close/>
                  </a:path>
                </a:pathLst>
              </a:custGeom>
              <a:solidFill>
                <a:srgbClr val="C0C080"/>
              </a:solidFill>
              <a:ln>
                <a:noFill/>
                <a:round/>
              </a:ln>
            </p:spPr>
          </p:sp>
          <p:sp>
            <p:nvSpPr>
              <p:cNvPr id="94035" name=""/>
              <p:cNvSpPr/>
              <p:nvPr/>
            </p:nvSpPr>
            <p:spPr>
              <a:xfrm>
                <a:off x="1991" y="2035"/>
                <a:ext cx="1" cy="2"/>
              </a:xfrm>
              <a:custGeom>
                <a:pathLst>
                  <a:path w="4" h="4">
                    <a:moveTo>
                      <a:pt x="3" y="0"/>
                    </a:moveTo>
                    <a:lnTo>
                      <a:pt x="3" y="1"/>
                    </a:lnTo>
                    <a:lnTo>
                      <a:pt x="3" y="1"/>
                    </a:lnTo>
                    <a:lnTo>
                      <a:pt x="4" y="2"/>
                    </a:lnTo>
                    <a:lnTo>
                      <a:pt x="4" y="2"/>
                    </a:lnTo>
                    <a:lnTo>
                      <a:pt x="3" y="3"/>
                    </a:lnTo>
                    <a:lnTo>
                      <a:pt x="3" y="4"/>
                    </a:lnTo>
                    <a:lnTo>
                      <a:pt x="2" y="4"/>
                    </a:lnTo>
                    <a:lnTo>
                      <a:pt x="0" y="3"/>
                    </a:lnTo>
                    <a:lnTo>
                      <a:pt x="0" y="2"/>
                    </a:lnTo>
                    <a:lnTo>
                      <a:pt x="0" y="2"/>
                    </a:lnTo>
                    <a:lnTo>
                      <a:pt x="0" y="1"/>
                    </a:lnTo>
                    <a:lnTo>
                      <a:pt x="2" y="1"/>
                    </a:lnTo>
                    <a:lnTo>
                      <a:pt x="3" y="0"/>
                    </a:lnTo>
                  </a:path>
                </a:pathLst>
              </a:custGeom>
              <a:noFill/>
              <a:ln w="4763">
                <a:solidFill>
                  <a:srgbClr val="000000"/>
                </a:solidFill>
                <a:prstDash val="solid"/>
                <a:round/>
              </a:ln>
            </p:spPr>
          </p:sp>
          <p:cxnSp>
            <p:nvCxnSpPr>
              <p:cNvPr id="94036" name=""/>
              <p:cNvCxnSpPr/>
              <p:nvPr/>
            </p:nvCxnSpPr>
            <p:spPr>
              <a:xfrm>
                <a:off x="1994" y="2035"/>
                <a:ext cx="1" cy="4"/>
              </a:xfrm>
              <a:prstGeom prst="line">
                <a:avLst/>
              </a:prstGeom>
              <a:noFill/>
              <a:ln w="4763">
                <a:solidFill>
                  <a:prstClr val="black"/>
                </a:solidFill>
                <a:miter lim="800000"/>
              </a:ln>
            </p:spPr>
          </p:cxnSp>
          <p:sp>
            <p:nvSpPr>
              <p:cNvPr id="94037" name=""/>
              <p:cNvSpPr/>
              <p:nvPr/>
            </p:nvSpPr>
            <p:spPr>
              <a:xfrm>
                <a:off x="1975" y="2031"/>
                <a:ext cx="22" cy="3"/>
              </a:xfrm>
              <a:prstGeom prst="rect">
                <a:avLst/>
              </a:prstGeom>
              <a:solidFill>
                <a:srgbClr val="808060"/>
              </a:solidFill>
              <a:ln>
                <a:noFill/>
                <a:miter lim="800000"/>
              </a:ln>
            </p:spPr>
          </p:sp>
          <p:sp>
            <p:nvSpPr>
              <p:cNvPr id="94038" name=""/>
              <p:cNvSpPr/>
              <p:nvPr/>
            </p:nvSpPr>
            <p:spPr>
              <a:xfrm>
                <a:off x="1975" y="2039"/>
                <a:ext cx="4" cy="5"/>
              </a:xfrm>
              <a:custGeom>
                <a:pathLst>
                  <a:path w="11" h="9">
                    <a:moveTo>
                      <a:pt x="0" y="6"/>
                    </a:moveTo>
                    <a:lnTo>
                      <a:pt x="0" y="9"/>
                    </a:lnTo>
                    <a:lnTo>
                      <a:pt x="4" y="9"/>
                    </a:lnTo>
                    <a:lnTo>
                      <a:pt x="6" y="7"/>
                    </a:lnTo>
                    <a:lnTo>
                      <a:pt x="7" y="3"/>
                    </a:lnTo>
                    <a:lnTo>
                      <a:pt x="9" y="2"/>
                    </a:lnTo>
                    <a:lnTo>
                      <a:pt x="11" y="0"/>
                    </a:lnTo>
                    <a:lnTo>
                      <a:pt x="9" y="0"/>
                    </a:lnTo>
                    <a:lnTo>
                      <a:pt x="5" y="3"/>
                    </a:lnTo>
                    <a:lnTo>
                      <a:pt x="4" y="6"/>
                    </a:lnTo>
                    <a:lnTo>
                      <a:pt x="0" y="6"/>
                    </a:lnTo>
                    <a:close/>
                  </a:path>
                </a:pathLst>
              </a:custGeom>
              <a:solidFill>
                <a:srgbClr val="808060"/>
              </a:solidFill>
              <a:ln>
                <a:noFill/>
                <a:round/>
              </a:ln>
            </p:spPr>
          </p:sp>
          <p:sp>
            <p:nvSpPr>
              <p:cNvPr id="94039" name=""/>
              <p:cNvSpPr/>
              <p:nvPr/>
            </p:nvSpPr>
            <p:spPr>
              <a:xfrm>
                <a:off x="1996" y="2031"/>
                <a:ext cx="4" cy="12"/>
              </a:xfrm>
              <a:custGeom>
                <a:pathLst>
                  <a:path w="13" h="23">
                    <a:moveTo>
                      <a:pt x="7" y="23"/>
                    </a:moveTo>
                    <a:lnTo>
                      <a:pt x="8" y="22"/>
                    </a:lnTo>
                    <a:lnTo>
                      <a:pt x="9" y="21"/>
                    </a:lnTo>
                    <a:lnTo>
                      <a:pt x="12" y="18"/>
                    </a:lnTo>
                    <a:lnTo>
                      <a:pt x="13" y="16"/>
                    </a:lnTo>
                    <a:lnTo>
                      <a:pt x="13" y="12"/>
                    </a:lnTo>
                    <a:lnTo>
                      <a:pt x="13" y="8"/>
                    </a:lnTo>
                    <a:lnTo>
                      <a:pt x="12" y="7"/>
                    </a:lnTo>
                    <a:lnTo>
                      <a:pt x="9" y="4"/>
                    </a:lnTo>
                    <a:lnTo>
                      <a:pt x="8" y="3"/>
                    </a:lnTo>
                    <a:lnTo>
                      <a:pt x="5" y="1"/>
                    </a:lnTo>
                    <a:lnTo>
                      <a:pt x="4" y="1"/>
                    </a:lnTo>
                    <a:lnTo>
                      <a:pt x="0" y="0"/>
                    </a:lnTo>
                    <a:lnTo>
                      <a:pt x="0" y="2"/>
                    </a:lnTo>
                    <a:lnTo>
                      <a:pt x="4" y="3"/>
                    </a:lnTo>
                    <a:lnTo>
                      <a:pt x="5" y="4"/>
                    </a:lnTo>
                    <a:lnTo>
                      <a:pt x="8" y="7"/>
                    </a:lnTo>
                    <a:lnTo>
                      <a:pt x="9" y="8"/>
                    </a:lnTo>
                    <a:lnTo>
                      <a:pt x="9" y="10"/>
                    </a:lnTo>
                    <a:lnTo>
                      <a:pt x="9" y="12"/>
                    </a:lnTo>
                    <a:lnTo>
                      <a:pt x="9" y="15"/>
                    </a:lnTo>
                    <a:lnTo>
                      <a:pt x="9" y="17"/>
                    </a:lnTo>
                    <a:lnTo>
                      <a:pt x="9" y="18"/>
                    </a:lnTo>
                    <a:lnTo>
                      <a:pt x="8" y="21"/>
                    </a:lnTo>
                    <a:lnTo>
                      <a:pt x="7" y="23"/>
                    </a:lnTo>
                    <a:close/>
                  </a:path>
                </a:pathLst>
              </a:custGeom>
              <a:solidFill>
                <a:srgbClr val="808060"/>
              </a:solidFill>
              <a:ln>
                <a:noFill/>
                <a:round/>
              </a:ln>
            </p:spPr>
          </p:sp>
          <p:sp>
            <p:nvSpPr>
              <p:cNvPr id="94040" name=""/>
              <p:cNvSpPr/>
              <p:nvPr/>
            </p:nvSpPr>
            <p:spPr>
              <a:xfrm>
                <a:off x="1979" y="2031"/>
                <a:ext cx="9" cy="12"/>
              </a:xfrm>
              <a:custGeom>
                <a:pathLst>
                  <a:path w="27" h="23">
                    <a:moveTo>
                      <a:pt x="14" y="0"/>
                    </a:moveTo>
                    <a:lnTo>
                      <a:pt x="20" y="0"/>
                    </a:lnTo>
                    <a:lnTo>
                      <a:pt x="23" y="1"/>
                    </a:lnTo>
                    <a:lnTo>
                      <a:pt x="25" y="2"/>
                    </a:lnTo>
                    <a:lnTo>
                      <a:pt x="26" y="4"/>
                    </a:lnTo>
                    <a:lnTo>
                      <a:pt x="26" y="7"/>
                    </a:lnTo>
                    <a:lnTo>
                      <a:pt x="27" y="9"/>
                    </a:lnTo>
                    <a:lnTo>
                      <a:pt x="27" y="10"/>
                    </a:lnTo>
                    <a:lnTo>
                      <a:pt x="27" y="14"/>
                    </a:lnTo>
                    <a:lnTo>
                      <a:pt x="27" y="16"/>
                    </a:lnTo>
                    <a:lnTo>
                      <a:pt x="26" y="17"/>
                    </a:lnTo>
                    <a:lnTo>
                      <a:pt x="26" y="19"/>
                    </a:lnTo>
                    <a:lnTo>
                      <a:pt x="24" y="22"/>
                    </a:lnTo>
                    <a:lnTo>
                      <a:pt x="23" y="23"/>
                    </a:lnTo>
                    <a:lnTo>
                      <a:pt x="22" y="23"/>
                    </a:lnTo>
                    <a:lnTo>
                      <a:pt x="20" y="23"/>
                    </a:lnTo>
                    <a:lnTo>
                      <a:pt x="0" y="23"/>
                    </a:lnTo>
                    <a:lnTo>
                      <a:pt x="14" y="0"/>
                    </a:lnTo>
                    <a:close/>
                  </a:path>
                </a:pathLst>
              </a:custGeom>
              <a:solidFill>
                <a:srgbClr val="C0C080"/>
              </a:solidFill>
              <a:ln>
                <a:noFill/>
                <a:round/>
              </a:ln>
            </p:spPr>
          </p:sp>
          <p:sp>
            <p:nvSpPr>
              <p:cNvPr id="94041" name=""/>
              <p:cNvSpPr/>
              <p:nvPr/>
            </p:nvSpPr>
            <p:spPr>
              <a:xfrm>
                <a:off x="1983" y="2031"/>
                <a:ext cx="3" cy="3"/>
              </a:xfrm>
              <a:custGeom>
                <a:pathLst>
                  <a:path w="9" h="4">
                    <a:moveTo>
                      <a:pt x="9" y="0"/>
                    </a:moveTo>
                    <a:lnTo>
                      <a:pt x="0" y="0"/>
                    </a:lnTo>
                    <a:lnTo>
                      <a:pt x="9" y="4"/>
                    </a:lnTo>
                    <a:lnTo>
                      <a:pt x="9" y="0"/>
                    </a:lnTo>
                    <a:close/>
                  </a:path>
                </a:pathLst>
              </a:custGeom>
              <a:solidFill>
                <a:srgbClr val="808050"/>
              </a:solidFill>
              <a:ln>
                <a:noFill/>
                <a:round/>
              </a:ln>
            </p:spPr>
          </p:sp>
          <p:sp>
            <p:nvSpPr>
              <p:cNvPr id="94042" name=""/>
              <p:cNvSpPr/>
              <p:nvPr/>
            </p:nvSpPr>
            <p:spPr>
              <a:xfrm>
                <a:off x="1985" y="2031"/>
                <a:ext cx="3" cy="7"/>
              </a:xfrm>
              <a:custGeom>
                <a:pathLst>
                  <a:path w="9" h="12">
                    <a:moveTo>
                      <a:pt x="9" y="12"/>
                    </a:moveTo>
                    <a:lnTo>
                      <a:pt x="9" y="11"/>
                    </a:lnTo>
                    <a:lnTo>
                      <a:pt x="9" y="7"/>
                    </a:lnTo>
                    <a:lnTo>
                      <a:pt x="8" y="5"/>
                    </a:lnTo>
                    <a:lnTo>
                      <a:pt x="8" y="4"/>
                    </a:lnTo>
                    <a:lnTo>
                      <a:pt x="6" y="2"/>
                    </a:lnTo>
                    <a:lnTo>
                      <a:pt x="4" y="1"/>
                    </a:lnTo>
                    <a:lnTo>
                      <a:pt x="4" y="0"/>
                    </a:lnTo>
                    <a:lnTo>
                      <a:pt x="1" y="0"/>
                    </a:lnTo>
                    <a:lnTo>
                      <a:pt x="0" y="0"/>
                    </a:lnTo>
                    <a:lnTo>
                      <a:pt x="0" y="1"/>
                    </a:lnTo>
                    <a:lnTo>
                      <a:pt x="1" y="1"/>
                    </a:lnTo>
                    <a:lnTo>
                      <a:pt x="4" y="1"/>
                    </a:lnTo>
                    <a:lnTo>
                      <a:pt x="4" y="2"/>
                    </a:lnTo>
                    <a:lnTo>
                      <a:pt x="5" y="4"/>
                    </a:lnTo>
                    <a:lnTo>
                      <a:pt x="6" y="4"/>
                    </a:lnTo>
                    <a:lnTo>
                      <a:pt x="6" y="5"/>
                    </a:lnTo>
                    <a:lnTo>
                      <a:pt x="8" y="7"/>
                    </a:lnTo>
                    <a:lnTo>
                      <a:pt x="8" y="8"/>
                    </a:lnTo>
                    <a:lnTo>
                      <a:pt x="8" y="11"/>
                    </a:lnTo>
                    <a:lnTo>
                      <a:pt x="8" y="12"/>
                    </a:lnTo>
                    <a:lnTo>
                      <a:pt x="9" y="12"/>
                    </a:lnTo>
                    <a:close/>
                  </a:path>
                </a:pathLst>
              </a:custGeom>
              <a:solidFill>
                <a:srgbClr val="808050"/>
              </a:solidFill>
              <a:ln>
                <a:noFill/>
                <a:round/>
              </a:ln>
            </p:spPr>
          </p:sp>
          <p:sp>
            <p:nvSpPr>
              <p:cNvPr id="94043" name=""/>
              <p:cNvSpPr/>
              <p:nvPr/>
            </p:nvSpPr>
            <p:spPr>
              <a:xfrm>
                <a:off x="1987" y="2035"/>
                <a:ext cx="1" cy="4"/>
              </a:xfrm>
              <a:prstGeom prst="rect">
                <a:avLst/>
              </a:prstGeom>
              <a:solidFill>
                <a:srgbClr val="808050"/>
              </a:solidFill>
              <a:ln>
                <a:noFill/>
                <a:miter lim="800000"/>
              </a:ln>
            </p:spPr>
          </p:sp>
          <p:sp>
            <p:nvSpPr>
              <p:cNvPr id="94044" name=""/>
              <p:cNvSpPr/>
              <p:nvPr/>
            </p:nvSpPr>
            <p:spPr>
              <a:xfrm>
                <a:off x="1985" y="2037"/>
                <a:ext cx="3" cy="7"/>
              </a:xfrm>
              <a:custGeom>
                <a:pathLst>
                  <a:path w="9" h="13">
                    <a:moveTo>
                      <a:pt x="0" y="13"/>
                    </a:moveTo>
                    <a:lnTo>
                      <a:pt x="1" y="13"/>
                    </a:lnTo>
                    <a:lnTo>
                      <a:pt x="4" y="13"/>
                    </a:lnTo>
                    <a:lnTo>
                      <a:pt x="4" y="12"/>
                    </a:lnTo>
                    <a:lnTo>
                      <a:pt x="5" y="12"/>
                    </a:lnTo>
                    <a:lnTo>
                      <a:pt x="6" y="11"/>
                    </a:lnTo>
                    <a:lnTo>
                      <a:pt x="8" y="8"/>
                    </a:lnTo>
                    <a:lnTo>
                      <a:pt x="8" y="7"/>
                    </a:lnTo>
                    <a:lnTo>
                      <a:pt x="9" y="6"/>
                    </a:lnTo>
                    <a:lnTo>
                      <a:pt x="9" y="1"/>
                    </a:lnTo>
                    <a:lnTo>
                      <a:pt x="9" y="0"/>
                    </a:lnTo>
                    <a:lnTo>
                      <a:pt x="8" y="0"/>
                    </a:lnTo>
                    <a:lnTo>
                      <a:pt x="8" y="1"/>
                    </a:lnTo>
                    <a:lnTo>
                      <a:pt x="8" y="5"/>
                    </a:lnTo>
                    <a:lnTo>
                      <a:pt x="8" y="6"/>
                    </a:lnTo>
                    <a:lnTo>
                      <a:pt x="6" y="7"/>
                    </a:lnTo>
                    <a:lnTo>
                      <a:pt x="6" y="8"/>
                    </a:lnTo>
                    <a:lnTo>
                      <a:pt x="5" y="8"/>
                    </a:lnTo>
                    <a:lnTo>
                      <a:pt x="5" y="11"/>
                    </a:lnTo>
                    <a:lnTo>
                      <a:pt x="4" y="11"/>
                    </a:lnTo>
                    <a:lnTo>
                      <a:pt x="4" y="12"/>
                    </a:lnTo>
                    <a:lnTo>
                      <a:pt x="1" y="12"/>
                    </a:lnTo>
                    <a:lnTo>
                      <a:pt x="0" y="12"/>
                    </a:lnTo>
                    <a:lnTo>
                      <a:pt x="0" y="13"/>
                    </a:lnTo>
                    <a:close/>
                  </a:path>
                </a:pathLst>
              </a:custGeom>
              <a:solidFill>
                <a:srgbClr val="808050"/>
              </a:solidFill>
              <a:ln>
                <a:noFill/>
                <a:round/>
              </a:ln>
            </p:spPr>
          </p:sp>
          <p:sp>
            <p:nvSpPr>
              <p:cNvPr id="94045" name=""/>
              <p:cNvSpPr/>
              <p:nvPr/>
            </p:nvSpPr>
            <p:spPr>
              <a:xfrm>
                <a:off x="1983" y="2041"/>
                <a:ext cx="3" cy="3"/>
              </a:xfrm>
              <a:prstGeom prst="rect">
                <a:avLst/>
              </a:prstGeom>
              <a:solidFill>
                <a:srgbClr val="808050"/>
              </a:solidFill>
              <a:ln>
                <a:noFill/>
                <a:miter lim="800000"/>
              </a:ln>
            </p:spPr>
          </p:sp>
          <p:sp>
            <p:nvSpPr>
              <p:cNvPr id="94046" name=""/>
              <p:cNvSpPr/>
              <p:nvPr/>
            </p:nvSpPr>
            <p:spPr>
              <a:xfrm>
                <a:off x="1979" y="2041"/>
                <a:ext cx="5" cy="3"/>
              </a:xfrm>
              <a:custGeom>
                <a:pathLst>
                  <a:path w="15" h="6">
                    <a:moveTo>
                      <a:pt x="0" y="0"/>
                    </a:moveTo>
                    <a:lnTo>
                      <a:pt x="0" y="6"/>
                    </a:lnTo>
                    <a:lnTo>
                      <a:pt x="15" y="6"/>
                    </a:lnTo>
                    <a:lnTo>
                      <a:pt x="15" y="0"/>
                    </a:lnTo>
                    <a:lnTo>
                      <a:pt x="0" y="0"/>
                    </a:lnTo>
                    <a:lnTo>
                      <a:pt x="1" y="0"/>
                    </a:lnTo>
                    <a:lnTo>
                      <a:pt x="0" y="0"/>
                    </a:lnTo>
                    <a:lnTo>
                      <a:pt x="0" y="6"/>
                    </a:lnTo>
                    <a:lnTo>
                      <a:pt x="0" y="0"/>
                    </a:lnTo>
                    <a:close/>
                  </a:path>
                </a:pathLst>
              </a:custGeom>
              <a:solidFill>
                <a:srgbClr val="808050"/>
              </a:solidFill>
              <a:ln>
                <a:noFill/>
                <a:round/>
              </a:ln>
            </p:spPr>
          </p:sp>
          <p:sp>
            <p:nvSpPr>
              <p:cNvPr id="94047" name=""/>
              <p:cNvSpPr/>
              <p:nvPr/>
            </p:nvSpPr>
            <p:spPr>
              <a:xfrm>
                <a:off x="1978" y="2031"/>
                <a:ext cx="2" cy="12"/>
              </a:xfrm>
              <a:custGeom>
                <a:pathLst>
                  <a:path w="6" h="23">
                    <a:moveTo>
                      <a:pt x="4" y="0"/>
                    </a:moveTo>
                    <a:lnTo>
                      <a:pt x="0" y="0"/>
                    </a:lnTo>
                    <a:lnTo>
                      <a:pt x="4" y="23"/>
                    </a:lnTo>
                    <a:lnTo>
                      <a:pt x="6" y="23"/>
                    </a:lnTo>
                    <a:lnTo>
                      <a:pt x="4" y="0"/>
                    </a:lnTo>
                    <a:lnTo>
                      <a:pt x="4" y="1"/>
                    </a:lnTo>
                    <a:lnTo>
                      <a:pt x="4" y="0"/>
                    </a:lnTo>
                    <a:lnTo>
                      <a:pt x="0" y="0"/>
                    </a:lnTo>
                    <a:lnTo>
                      <a:pt x="4" y="0"/>
                    </a:lnTo>
                    <a:close/>
                  </a:path>
                </a:pathLst>
              </a:custGeom>
              <a:solidFill>
                <a:srgbClr val="808050"/>
              </a:solidFill>
              <a:ln>
                <a:noFill/>
                <a:round/>
              </a:ln>
            </p:spPr>
          </p:sp>
          <p:sp>
            <p:nvSpPr>
              <p:cNvPr id="94048" name=""/>
              <p:cNvSpPr/>
              <p:nvPr/>
            </p:nvSpPr>
            <p:spPr>
              <a:xfrm>
                <a:off x="1979" y="2031"/>
                <a:ext cx="5" cy="3"/>
              </a:xfrm>
              <a:custGeom>
                <a:pathLst>
                  <a:path w="15" h="4">
                    <a:moveTo>
                      <a:pt x="15" y="0"/>
                    </a:moveTo>
                    <a:lnTo>
                      <a:pt x="0" y="0"/>
                    </a:lnTo>
                    <a:lnTo>
                      <a:pt x="15" y="4"/>
                    </a:lnTo>
                    <a:lnTo>
                      <a:pt x="15" y="0"/>
                    </a:lnTo>
                    <a:close/>
                  </a:path>
                </a:pathLst>
              </a:custGeom>
              <a:solidFill>
                <a:srgbClr val="808050"/>
              </a:solidFill>
              <a:ln>
                <a:noFill/>
                <a:round/>
              </a:ln>
            </p:spPr>
          </p:sp>
          <p:sp>
            <p:nvSpPr>
              <p:cNvPr id="94049" name=""/>
              <p:cNvSpPr/>
              <p:nvPr/>
            </p:nvSpPr>
            <p:spPr>
              <a:xfrm>
                <a:off x="1982" y="2033"/>
                <a:ext cx="5" cy="10"/>
              </a:xfrm>
              <a:custGeom>
                <a:pathLst>
                  <a:path w="14" h="20">
                    <a:moveTo>
                      <a:pt x="8" y="0"/>
                    </a:moveTo>
                    <a:lnTo>
                      <a:pt x="0" y="18"/>
                    </a:lnTo>
                    <a:lnTo>
                      <a:pt x="0" y="20"/>
                    </a:lnTo>
                    <a:lnTo>
                      <a:pt x="5" y="20"/>
                    </a:lnTo>
                    <a:lnTo>
                      <a:pt x="5" y="18"/>
                    </a:lnTo>
                    <a:lnTo>
                      <a:pt x="14" y="0"/>
                    </a:lnTo>
                    <a:lnTo>
                      <a:pt x="8" y="0"/>
                    </a:lnTo>
                    <a:close/>
                  </a:path>
                </a:pathLst>
              </a:custGeom>
              <a:solidFill>
                <a:srgbClr val="E0E0B0"/>
              </a:solidFill>
              <a:ln>
                <a:noFill/>
                <a:round/>
              </a:ln>
            </p:spPr>
          </p:sp>
          <p:sp>
            <p:nvSpPr>
              <p:cNvPr id="94050" name=""/>
              <p:cNvSpPr/>
              <p:nvPr/>
            </p:nvSpPr>
            <p:spPr>
              <a:xfrm>
                <a:off x="1984" y="2033"/>
                <a:ext cx="4" cy="10"/>
              </a:xfrm>
              <a:custGeom>
                <a:pathLst>
                  <a:path w="12" h="20">
                    <a:moveTo>
                      <a:pt x="8" y="0"/>
                    </a:moveTo>
                    <a:lnTo>
                      <a:pt x="0" y="19"/>
                    </a:lnTo>
                    <a:lnTo>
                      <a:pt x="1" y="20"/>
                    </a:lnTo>
                    <a:lnTo>
                      <a:pt x="6" y="20"/>
                    </a:lnTo>
                    <a:lnTo>
                      <a:pt x="6" y="19"/>
                    </a:lnTo>
                    <a:lnTo>
                      <a:pt x="12" y="7"/>
                    </a:lnTo>
                    <a:lnTo>
                      <a:pt x="12" y="6"/>
                    </a:lnTo>
                    <a:lnTo>
                      <a:pt x="11" y="4"/>
                    </a:lnTo>
                    <a:lnTo>
                      <a:pt x="11" y="2"/>
                    </a:lnTo>
                    <a:lnTo>
                      <a:pt x="8" y="0"/>
                    </a:lnTo>
                    <a:close/>
                  </a:path>
                </a:pathLst>
              </a:custGeom>
              <a:solidFill>
                <a:srgbClr val="E0E0B0"/>
              </a:solidFill>
              <a:ln>
                <a:noFill/>
                <a:round/>
              </a:ln>
            </p:spPr>
          </p:sp>
          <p:sp>
            <p:nvSpPr>
              <p:cNvPr id="94051" name=""/>
              <p:cNvSpPr/>
              <p:nvPr/>
            </p:nvSpPr>
            <p:spPr>
              <a:xfrm>
                <a:off x="1985" y="2037"/>
                <a:ext cx="2" cy="4"/>
              </a:xfrm>
              <a:custGeom>
                <a:pathLst>
                  <a:path w="8" h="7">
                    <a:moveTo>
                      <a:pt x="8" y="0"/>
                    </a:moveTo>
                    <a:lnTo>
                      <a:pt x="8" y="3"/>
                    </a:lnTo>
                    <a:lnTo>
                      <a:pt x="8" y="3"/>
                    </a:lnTo>
                    <a:lnTo>
                      <a:pt x="7" y="5"/>
                    </a:lnTo>
                    <a:lnTo>
                      <a:pt x="6" y="6"/>
                    </a:lnTo>
                    <a:lnTo>
                      <a:pt x="2" y="7"/>
                    </a:lnTo>
                    <a:lnTo>
                      <a:pt x="0" y="7"/>
                    </a:lnTo>
                  </a:path>
                </a:pathLst>
              </a:custGeom>
              <a:noFill/>
              <a:ln w="4763">
                <a:solidFill>
                  <a:srgbClr val="F0E0C0"/>
                </a:solidFill>
                <a:prstDash val="solid"/>
                <a:round/>
              </a:ln>
            </p:spPr>
          </p:sp>
          <p:sp>
            <p:nvSpPr>
              <p:cNvPr id="94052" name=""/>
              <p:cNvSpPr/>
              <p:nvPr/>
            </p:nvSpPr>
            <p:spPr>
              <a:xfrm>
                <a:off x="1980" y="2032"/>
                <a:ext cx="6" cy="2"/>
              </a:xfrm>
              <a:custGeom>
                <a:pathLst>
                  <a:path w="18" h="3">
                    <a:moveTo>
                      <a:pt x="0" y="0"/>
                    </a:moveTo>
                    <a:lnTo>
                      <a:pt x="14" y="0"/>
                    </a:lnTo>
                    <a:lnTo>
                      <a:pt x="16" y="0"/>
                    </a:lnTo>
                    <a:lnTo>
                      <a:pt x="18" y="3"/>
                    </a:lnTo>
                  </a:path>
                </a:pathLst>
              </a:custGeom>
              <a:noFill/>
              <a:ln w="4763">
                <a:solidFill>
                  <a:srgbClr val="F0E0C0"/>
                </a:solidFill>
                <a:prstDash val="solid"/>
                <a:round/>
              </a:ln>
            </p:spPr>
          </p:sp>
          <p:sp>
            <p:nvSpPr>
              <p:cNvPr id="94053" name=""/>
              <p:cNvSpPr/>
              <p:nvPr/>
            </p:nvSpPr>
            <p:spPr>
              <a:xfrm>
                <a:off x="1979" y="2033"/>
                <a:ext cx="2" cy="10"/>
              </a:xfrm>
              <a:custGeom>
                <a:pathLst>
                  <a:path w="4" h="20">
                    <a:moveTo>
                      <a:pt x="2" y="0"/>
                    </a:moveTo>
                    <a:lnTo>
                      <a:pt x="4" y="2"/>
                    </a:lnTo>
                    <a:lnTo>
                      <a:pt x="4" y="11"/>
                    </a:lnTo>
                    <a:lnTo>
                      <a:pt x="4" y="18"/>
                    </a:lnTo>
                    <a:lnTo>
                      <a:pt x="2" y="20"/>
                    </a:lnTo>
                    <a:lnTo>
                      <a:pt x="0" y="14"/>
                    </a:lnTo>
                    <a:lnTo>
                      <a:pt x="0" y="11"/>
                    </a:lnTo>
                    <a:lnTo>
                      <a:pt x="0" y="2"/>
                    </a:lnTo>
                    <a:lnTo>
                      <a:pt x="2" y="1"/>
                    </a:lnTo>
                    <a:lnTo>
                      <a:pt x="2" y="0"/>
                    </a:lnTo>
                    <a:close/>
                  </a:path>
                </a:pathLst>
              </a:custGeom>
              <a:solidFill>
                <a:srgbClr val="706040"/>
              </a:solidFill>
              <a:ln>
                <a:noFill/>
                <a:round/>
              </a:ln>
            </p:spPr>
          </p:sp>
          <p:sp>
            <p:nvSpPr>
              <p:cNvPr id="94054" name=""/>
              <p:cNvSpPr/>
              <p:nvPr/>
            </p:nvSpPr>
            <p:spPr>
              <a:xfrm>
                <a:off x="1979" y="2033"/>
                <a:ext cx="5" cy="10"/>
              </a:xfrm>
              <a:custGeom>
                <a:pathLst>
                  <a:path w="15" h="20">
                    <a:moveTo>
                      <a:pt x="9" y="0"/>
                    </a:moveTo>
                    <a:lnTo>
                      <a:pt x="0" y="16"/>
                    </a:lnTo>
                    <a:lnTo>
                      <a:pt x="1" y="20"/>
                    </a:lnTo>
                    <a:lnTo>
                      <a:pt x="8" y="20"/>
                    </a:lnTo>
                    <a:lnTo>
                      <a:pt x="8" y="18"/>
                    </a:lnTo>
                    <a:lnTo>
                      <a:pt x="15" y="0"/>
                    </a:lnTo>
                    <a:lnTo>
                      <a:pt x="9" y="0"/>
                    </a:lnTo>
                    <a:close/>
                  </a:path>
                </a:pathLst>
              </a:custGeom>
              <a:solidFill>
                <a:srgbClr val="E0E0B0"/>
              </a:solidFill>
              <a:ln>
                <a:noFill/>
                <a:round/>
              </a:ln>
            </p:spPr>
          </p:sp>
        </p:grpSp>
        <p:pic>
          <p:nvPicPr>
            <p:cNvPr id="94056" name=""/>
            <p:cNvPicPr/>
            <p:nvPr/>
          </p:nvPicPr>
          <p:blipFill>
            <a:blip r:embed="rId3"/>
            <a:stretch>
              <a:fillRect/>
            </a:stretch>
          </p:blipFill>
          <p:spPr>
            <a:xfrm>
              <a:off x="1953" y="2034"/>
              <a:ext cx="30" cy="9"/>
            </a:xfrm>
            <a:prstGeom prst="rect">
              <a:avLst/>
            </a:prstGeom>
            <a:noFill/>
            <a:ln>
              <a:noFill/>
              <a:miter lim="800000"/>
            </a:ln>
          </p:spPr>
        </p:pic>
      </p:grpSp>
      <p:grpSp>
        <p:nvGrpSpPr>
          <p:cNvPr id="94200" name=""/>
          <p:cNvGrpSpPr/>
          <p:nvPr/>
        </p:nvGrpSpPr>
        <p:grpSpPr>
          <a:xfrm>
            <a:off x="3211513" y="3136900"/>
            <a:ext cx="128587" cy="401638"/>
            <a:chOff x="2023" y="1976"/>
            <a:chExt cx="81" cy="253"/>
          </a:xfrm>
        </p:grpSpPr>
        <p:grpSp>
          <p:nvGrpSpPr>
            <p:cNvPr id="94198" name=""/>
            <p:cNvGrpSpPr/>
            <p:nvPr/>
          </p:nvGrpSpPr>
          <p:grpSpPr>
            <a:xfrm>
              <a:off x="2023" y="1976"/>
              <a:ext cx="81" cy="253"/>
              <a:chOff x="2023" y="1976"/>
              <a:chExt cx="81" cy="253"/>
            </a:xfrm>
          </p:grpSpPr>
          <p:sp>
            <p:nvSpPr>
              <p:cNvPr id="94058" name=""/>
              <p:cNvSpPr/>
              <p:nvPr/>
            </p:nvSpPr>
            <p:spPr>
              <a:xfrm>
                <a:off x="2035" y="2087"/>
                <a:ext cx="56" cy="138"/>
              </a:xfrm>
              <a:custGeom>
                <a:pathLst>
                  <a:path w="169" h="277">
                    <a:moveTo>
                      <a:pt x="4" y="0"/>
                    </a:moveTo>
                    <a:lnTo>
                      <a:pt x="165" y="0"/>
                    </a:lnTo>
                    <a:lnTo>
                      <a:pt x="167" y="0"/>
                    </a:lnTo>
                    <a:lnTo>
                      <a:pt x="169" y="2"/>
                    </a:lnTo>
                    <a:lnTo>
                      <a:pt x="169" y="3"/>
                    </a:lnTo>
                    <a:lnTo>
                      <a:pt x="169" y="273"/>
                    </a:lnTo>
                    <a:lnTo>
                      <a:pt x="169" y="274"/>
                    </a:lnTo>
                    <a:lnTo>
                      <a:pt x="167" y="275"/>
                    </a:lnTo>
                    <a:lnTo>
                      <a:pt x="165" y="277"/>
                    </a:lnTo>
                    <a:lnTo>
                      <a:pt x="4" y="277"/>
                    </a:lnTo>
                    <a:lnTo>
                      <a:pt x="1" y="275"/>
                    </a:lnTo>
                    <a:lnTo>
                      <a:pt x="0" y="274"/>
                    </a:lnTo>
                    <a:lnTo>
                      <a:pt x="0" y="273"/>
                    </a:lnTo>
                    <a:lnTo>
                      <a:pt x="0" y="3"/>
                    </a:lnTo>
                    <a:lnTo>
                      <a:pt x="0" y="2"/>
                    </a:lnTo>
                    <a:lnTo>
                      <a:pt x="1" y="0"/>
                    </a:lnTo>
                    <a:lnTo>
                      <a:pt x="4" y="0"/>
                    </a:lnTo>
                    <a:close/>
                  </a:path>
                </a:pathLst>
              </a:custGeom>
              <a:solidFill>
                <a:srgbClr val="F0E0C0"/>
              </a:solidFill>
              <a:ln>
                <a:noFill/>
                <a:round/>
              </a:ln>
            </p:spPr>
          </p:sp>
          <p:sp>
            <p:nvSpPr>
              <p:cNvPr id="94059" name=""/>
              <p:cNvSpPr/>
              <p:nvPr/>
            </p:nvSpPr>
            <p:spPr>
              <a:xfrm>
                <a:off x="2035" y="2203"/>
                <a:ext cx="56" cy="4"/>
              </a:xfrm>
              <a:prstGeom prst="rect">
                <a:avLst/>
              </a:prstGeom>
              <a:solidFill>
                <a:srgbClr val="A0A080"/>
              </a:solidFill>
              <a:ln>
                <a:noFill/>
                <a:miter lim="800000"/>
              </a:ln>
            </p:spPr>
          </p:sp>
          <p:sp>
            <p:nvSpPr>
              <p:cNvPr id="94060" name=""/>
              <p:cNvSpPr/>
              <p:nvPr/>
            </p:nvSpPr>
            <p:spPr>
              <a:xfrm>
                <a:off x="2035" y="2199"/>
                <a:ext cx="56" cy="4"/>
              </a:xfrm>
              <a:prstGeom prst="rect">
                <a:avLst/>
              </a:prstGeom>
              <a:solidFill>
                <a:srgbClr val="A0A080"/>
              </a:solidFill>
              <a:ln>
                <a:noFill/>
                <a:miter lim="800000"/>
              </a:ln>
            </p:spPr>
          </p:sp>
          <p:sp>
            <p:nvSpPr>
              <p:cNvPr id="94061" name=""/>
              <p:cNvSpPr/>
              <p:nvPr/>
            </p:nvSpPr>
            <p:spPr>
              <a:xfrm>
                <a:off x="2035" y="2195"/>
                <a:ext cx="56" cy="3"/>
              </a:xfrm>
              <a:prstGeom prst="rect">
                <a:avLst/>
              </a:prstGeom>
              <a:solidFill>
                <a:srgbClr val="404040"/>
              </a:solidFill>
              <a:ln>
                <a:noFill/>
                <a:miter lim="800000"/>
              </a:ln>
            </p:spPr>
          </p:sp>
          <p:sp>
            <p:nvSpPr>
              <p:cNvPr id="94062" name=""/>
              <p:cNvSpPr/>
              <p:nvPr/>
            </p:nvSpPr>
            <p:spPr>
              <a:xfrm>
                <a:off x="2035" y="2195"/>
                <a:ext cx="56" cy="3"/>
              </a:xfrm>
              <a:prstGeom prst="rect">
                <a:avLst/>
              </a:prstGeom>
              <a:solidFill>
                <a:srgbClr val="A0A080"/>
              </a:solidFill>
              <a:ln>
                <a:noFill/>
                <a:miter lim="800000"/>
              </a:ln>
            </p:spPr>
          </p:sp>
          <p:sp>
            <p:nvSpPr>
              <p:cNvPr id="94063" name=""/>
              <p:cNvSpPr/>
              <p:nvPr/>
            </p:nvSpPr>
            <p:spPr>
              <a:xfrm>
                <a:off x="2035" y="2191"/>
                <a:ext cx="56" cy="3"/>
              </a:xfrm>
              <a:prstGeom prst="rect">
                <a:avLst/>
              </a:prstGeom>
              <a:solidFill>
                <a:srgbClr val="A0A080"/>
              </a:solidFill>
              <a:ln>
                <a:noFill/>
                <a:miter lim="800000"/>
              </a:ln>
            </p:spPr>
          </p:sp>
          <p:sp>
            <p:nvSpPr>
              <p:cNvPr id="94064" name=""/>
              <p:cNvSpPr/>
              <p:nvPr/>
            </p:nvSpPr>
            <p:spPr>
              <a:xfrm>
                <a:off x="2035" y="2187"/>
                <a:ext cx="56" cy="3"/>
              </a:xfrm>
              <a:prstGeom prst="rect">
                <a:avLst/>
              </a:prstGeom>
              <a:solidFill>
                <a:srgbClr val="A0A080"/>
              </a:solidFill>
              <a:ln>
                <a:noFill/>
                <a:miter lim="800000"/>
              </a:ln>
            </p:spPr>
          </p:sp>
          <p:sp>
            <p:nvSpPr>
              <p:cNvPr id="94065" name=""/>
              <p:cNvSpPr/>
              <p:nvPr/>
            </p:nvSpPr>
            <p:spPr>
              <a:xfrm>
                <a:off x="2035" y="2183"/>
                <a:ext cx="56" cy="3"/>
              </a:xfrm>
              <a:prstGeom prst="rect">
                <a:avLst/>
              </a:prstGeom>
              <a:solidFill>
                <a:srgbClr val="A0A080"/>
              </a:solidFill>
              <a:ln>
                <a:noFill/>
                <a:miter lim="800000"/>
              </a:ln>
            </p:spPr>
          </p:sp>
          <p:sp>
            <p:nvSpPr>
              <p:cNvPr id="94066" name=""/>
              <p:cNvSpPr/>
              <p:nvPr/>
            </p:nvSpPr>
            <p:spPr>
              <a:xfrm>
                <a:off x="2035" y="2179"/>
                <a:ext cx="56" cy="2"/>
              </a:xfrm>
              <a:prstGeom prst="rect">
                <a:avLst/>
              </a:prstGeom>
              <a:solidFill>
                <a:srgbClr val="A0A080"/>
              </a:solidFill>
              <a:ln>
                <a:noFill/>
                <a:miter lim="800000"/>
              </a:ln>
            </p:spPr>
          </p:sp>
          <p:sp>
            <p:nvSpPr>
              <p:cNvPr id="94067" name=""/>
              <p:cNvSpPr/>
              <p:nvPr/>
            </p:nvSpPr>
            <p:spPr>
              <a:xfrm>
                <a:off x="2035" y="2174"/>
                <a:ext cx="56" cy="3"/>
              </a:xfrm>
              <a:prstGeom prst="rect">
                <a:avLst/>
              </a:prstGeom>
              <a:solidFill>
                <a:srgbClr val="A0A080"/>
              </a:solidFill>
              <a:ln>
                <a:noFill/>
                <a:miter lim="800000"/>
              </a:ln>
            </p:spPr>
          </p:sp>
          <p:sp>
            <p:nvSpPr>
              <p:cNvPr id="94068" name=""/>
              <p:cNvSpPr/>
              <p:nvPr/>
            </p:nvSpPr>
            <p:spPr>
              <a:xfrm>
                <a:off x="2035" y="2170"/>
                <a:ext cx="56" cy="3"/>
              </a:xfrm>
              <a:prstGeom prst="rect">
                <a:avLst/>
              </a:prstGeom>
              <a:solidFill>
                <a:srgbClr val="A0A080"/>
              </a:solidFill>
              <a:ln>
                <a:noFill/>
                <a:miter lim="800000"/>
              </a:ln>
            </p:spPr>
          </p:sp>
          <p:sp>
            <p:nvSpPr>
              <p:cNvPr id="94069" name=""/>
              <p:cNvSpPr/>
              <p:nvPr/>
            </p:nvSpPr>
            <p:spPr>
              <a:xfrm>
                <a:off x="2035" y="2165"/>
                <a:ext cx="56" cy="3"/>
              </a:xfrm>
              <a:prstGeom prst="rect">
                <a:avLst/>
              </a:prstGeom>
              <a:solidFill>
                <a:srgbClr val="A0A080"/>
              </a:solidFill>
              <a:ln>
                <a:noFill/>
                <a:miter lim="800000"/>
              </a:ln>
            </p:spPr>
          </p:sp>
          <p:sp>
            <p:nvSpPr>
              <p:cNvPr id="94070" name=""/>
              <p:cNvSpPr/>
              <p:nvPr/>
            </p:nvSpPr>
            <p:spPr>
              <a:xfrm>
                <a:off x="2035" y="2162"/>
                <a:ext cx="56" cy="3"/>
              </a:xfrm>
              <a:prstGeom prst="rect">
                <a:avLst/>
              </a:prstGeom>
              <a:solidFill>
                <a:srgbClr val="A0A080"/>
              </a:solidFill>
              <a:ln>
                <a:noFill/>
                <a:miter lim="800000"/>
              </a:ln>
            </p:spPr>
          </p:sp>
          <p:sp>
            <p:nvSpPr>
              <p:cNvPr id="94071" name=""/>
              <p:cNvSpPr/>
              <p:nvPr/>
            </p:nvSpPr>
            <p:spPr>
              <a:xfrm>
                <a:off x="2035" y="2158"/>
                <a:ext cx="56" cy="2"/>
              </a:xfrm>
              <a:prstGeom prst="rect">
                <a:avLst/>
              </a:prstGeom>
              <a:solidFill>
                <a:srgbClr val="A0A080"/>
              </a:solidFill>
              <a:ln>
                <a:noFill/>
                <a:miter lim="800000"/>
              </a:ln>
            </p:spPr>
          </p:sp>
          <p:sp>
            <p:nvSpPr>
              <p:cNvPr id="94072" name=""/>
              <p:cNvSpPr/>
              <p:nvPr/>
            </p:nvSpPr>
            <p:spPr>
              <a:xfrm>
                <a:off x="2035" y="2153"/>
                <a:ext cx="56" cy="3"/>
              </a:xfrm>
              <a:prstGeom prst="rect">
                <a:avLst/>
              </a:prstGeom>
              <a:solidFill>
                <a:srgbClr val="A0A080"/>
              </a:solidFill>
              <a:ln>
                <a:noFill/>
                <a:miter lim="800000"/>
              </a:ln>
            </p:spPr>
          </p:sp>
          <p:sp>
            <p:nvSpPr>
              <p:cNvPr id="94073" name=""/>
              <p:cNvSpPr/>
              <p:nvPr/>
            </p:nvSpPr>
            <p:spPr>
              <a:xfrm>
                <a:off x="2035" y="2149"/>
                <a:ext cx="56" cy="2"/>
              </a:xfrm>
              <a:prstGeom prst="rect">
                <a:avLst/>
              </a:prstGeom>
              <a:solidFill>
                <a:srgbClr val="A0A080"/>
              </a:solidFill>
              <a:ln>
                <a:noFill/>
                <a:miter lim="800000"/>
              </a:ln>
            </p:spPr>
          </p:sp>
          <p:sp>
            <p:nvSpPr>
              <p:cNvPr id="94074" name=""/>
              <p:cNvSpPr/>
              <p:nvPr/>
            </p:nvSpPr>
            <p:spPr>
              <a:xfrm>
                <a:off x="2035" y="2145"/>
                <a:ext cx="56" cy="2"/>
              </a:xfrm>
              <a:prstGeom prst="rect">
                <a:avLst/>
              </a:prstGeom>
              <a:solidFill>
                <a:srgbClr val="A0A080"/>
              </a:solidFill>
              <a:ln>
                <a:noFill/>
                <a:miter lim="800000"/>
              </a:ln>
            </p:spPr>
          </p:sp>
          <p:sp>
            <p:nvSpPr>
              <p:cNvPr id="94075" name=""/>
              <p:cNvSpPr/>
              <p:nvPr/>
            </p:nvSpPr>
            <p:spPr>
              <a:xfrm>
                <a:off x="2035" y="2140"/>
                <a:ext cx="56" cy="3"/>
              </a:xfrm>
              <a:prstGeom prst="rect">
                <a:avLst/>
              </a:prstGeom>
              <a:solidFill>
                <a:srgbClr val="A0A080"/>
              </a:solidFill>
              <a:ln>
                <a:noFill/>
                <a:miter lim="800000"/>
              </a:ln>
            </p:spPr>
          </p:sp>
          <p:sp>
            <p:nvSpPr>
              <p:cNvPr id="94076" name=""/>
              <p:cNvSpPr/>
              <p:nvPr/>
            </p:nvSpPr>
            <p:spPr>
              <a:xfrm>
                <a:off x="2023" y="2215"/>
                <a:ext cx="41" cy="14"/>
              </a:xfrm>
              <a:custGeom>
                <a:pathLst>
                  <a:path w="122" h="28">
                    <a:moveTo>
                      <a:pt x="39" y="0"/>
                    </a:moveTo>
                    <a:lnTo>
                      <a:pt x="34" y="0"/>
                    </a:lnTo>
                    <a:lnTo>
                      <a:pt x="34" y="13"/>
                    </a:lnTo>
                    <a:lnTo>
                      <a:pt x="0" y="23"/>
                    </a:lnTo>
                    <a:lnTo>
                      <a:pt x="0" y="28"/>
                    </a:lnTo>
                    <a:lnTo>
                      <a:pt x="122" y="28"/>
                    </a:lnTo>
                    <a:lnTo>
                      <a:pt x="122" y="20"/>
                    </a:lnTo>
                    <a:lnTo>
                      <a:pt x="39" y="20"/>
                    </a:lnTo>
                    <a:lnTo>
                      <a:pt x="39" y="0"/>
                    </a:lnTo>
                    <a:close/>
                  </a:path>
                </a:pathLst>
              </a:custGeom>
              <a:solidFill>
                <a:srgbClr val="808060"/>
              </a:solidFill>
              <a:ln>
                <a:noFill/>
                <a:round/>
              </a:ln>
            </p:spPr>
          </p:sp>
          <p:sp>
            <p:nvSpPr>
              <p:cNvPr id="94077" name=""/>
              <p:cNvSpPr/>
              <p:nvPr/>
            </p:nvSpPr>
            <p:spPr>
              <a:xfrm>
                <a:off x="2064" y="2215"/>
                <a:ext cx="40" cy="14"/>
              </a:xfrm>
              <a:custGeom>
                <a:pathLst>
                  <a:path w="122" h="28">
                    <a:moveTo>
                      <a:pt x="83" y="0"/>
                    </a:moveTo>
                    <a:lnTo>
                      <a:pt x="89" y="0"/>
                    </a:lnTo>
                    <a:lnTo>
                      <a:pt x="89" y="13"/>
                    </a:lnTo>
                    <a:lnTo>
                      <a:pt x="122" y="23"/>
                    </a:lnTo>
                    <a:lnTo>
                      <a:pt x="122" y="28"/>
                    </a:lnTo>
                    <a:lnTo>
                      <a:pt x="0" y="28"/>
                    </a:lnTo>
                    <a:lnTo>
                      <a:pt x="0" y="20"/>
                    </a:lnTo>
                    <a:lnTo>
                      <a:pt x="83" y="20"/>
                    </a:lnTo>
                    <a:lnTo>
                      <a:pt x="83" y="0"/>
                    </a:lnTo>
                    <a:close/>
                  </a:path>
                </a:pathLst>
              </a:custGeom>
              <a:solidFill>
                <a:srgbClr val="808060"/>
              </a:solidFill>
              <a:ln>
                <a:noFill/>
                <a:round/>
              </a:ln>
            </p:spPr>
          </p:sp>
          <p:sp>
            <p:nvSpPr>
              <p:cNvPr id="94078" name=""/>
              <p:cNvSpPr/>
              <p:nvPr/>
            </p:nvSpPr>
            <p:spPr>
              <a:xfrm>
                <a:off x="2045" y="2174"/>
                <a:ext cx="36" cy="47"/>
              </a:xfrm>
              <a:custGeom>
                <a:pathLst>
                  <a:path w="109" h="93">
                    <a:moveTo>
                      <a:pt x="0" y="1"/>
                    </a:moveTo>
                    <a:lnTo>
                      <a:pt x="0" y="93"/>
                    </a:lnTo>
                    <a:lnTo>
                      <a:pt x="109" y="93"/>
                    </a:lnTo>
                    <a:lnTo>
                      <a:pt x="109" y="0"/>
                    </a:lnTo>
                  </a:path>
                </a:pathLst>
              </a:custGeom>
              <a:noFill/>
              <a:ln w="4763">
                <a:solidFill>
                  <a:srgbClr val="808060"/>
                </a:solidFill>
                <a:prstDash val="solid"/>
                <a:round/>
              </a:ln>
            </p:spPr>
          </p:sp>
          <p:sp>
            <p:nvSpPr>
              <p:cNvPr id="94079" name=""/>
              <p:cNvSpPr/>
              <p:nvPr/>
            </p:nvSpPr>
            <p:spPr>
              <a:xfrm>
                <a:off x="2035" y="1976"/>
                <a:ext cx="56" cy="104"/>
              </a:xfrm>
              <a:custGeom>
                <a:pathLst>
                  <a:path w="169" h="208">
                    <a:moveTo>
                      <a:pt x="5" y="208"/>
                    </a:moveTo>
                    <a:lnTo>
                      <a:pt x="164" y="208"/>
                    </a:lnTo>
                    <a:lnTo>
                      <a:pt x="167" y="208"/>
                    </a:lnTo>
                    <a:lnTo>
                      <a:pt x="168" y="205"/>
                    </a:lnTo>
                    <a:lnTo>
                      <a:pt x="169" y="204"/>
                    </a:lnTo>
                    <a:lnTo>
                      <a:pt x="169" y="4"/>
                    </a:lnTo>
                    <a:lnTo>
                      <a:pt x="168" y="2"/>
                    </a:lnTo>
                    <a:lnTo>
                      <a:pt x="167" y="1"/>
                    </a:lnTo>
                    <a:lnTo>
                      <a:pt x="165" y="1"/>
                    </a:lnTo>
                    <a:lnTo>
                      <a:pt x="5" y="0"/>
                    </a:lnTo>
                    <a:lnTo>
                      <a:pt x="3" y="1"/>
                    </a:lnTo>
                    <a:lnTo>
                      <a:pt x="1" y="2"/>
                    </a:lnTo>
                    <a:lnTo>
                      <a:pt x="0" y="4"/>
                    </a:lnTo>
                    <a:lnTo>
                      <a:pt x="0" y="204"/>
                    </a:lnTo>
                    <a:lnTo>
                      <a:pt x="0" y="205"/>
                    </a:lnTo>
                    <a:lnTo>
                      <a:pt x="3" y="208"/>
                    </a:lnTo>
                    <a:lnTo>
                      <a:pt x="5" y="208"/>
                    </a:lnTo>
                    <a:close/>
                  </a:path>
                </a:pathLst>
              </a:custGeom>
              <a:solidFill>
                <a:srgbClr val="F0E0C0"/>
              </a:solidFill>
              <a:ln>
                <a:noFill/>
                <a:round/>
              </a:ln>
            </p:spPr>
          </p:sp>
          <p:sp>
            <p:nvSpPr>
              <p:cNvPr id="94080" name=""/>
              <p:cNvSpPr/>
              <p:nvPr/>
            </p:nvSpPr>
            <p:spPr>
              <a:xfrm>
                <a:off x="2040" y="2006"/>
                <a:ext cx="46" cy="65"/>
              </a:xfrm>
              <a:custGeom>
                <a:pathLst>
                  <a:path w="138" h="131">
                    <a:moveTo>
                      <a:pt x="7" y="131"/>
                    </a:moveTo>
                    <a:lnTo>
                      <a:pt x="132" y="131"/>
                    </a:lnTo>
                    <a:lnTo>
                      <a:pt x="133" y="131"/>
                    </a:lnTo>
                    <a:lnTo>
                      <a:pt x="136" y="130"/>
                    </a:lnTo>
                    <a:lnTo>
                      <a:pt x="137" y="129"/>
                    </a:lnTo>
                    <a:lnTo>
                      <a:pt x="138" y="128"/>
                    </a:lnTo>
                    <a:lnTo>
                      <a:pt x="138" y="125"/>
                    </a:lnTo>
                    <a:lnTo>
                      <a:pt x="138" y="6"/>
                    </a:lnTo>
                    <a:lnTo>
                      <a:pt x="138" y="4"/>
                    </a:lnTo>
                    <a:lnTo>
                      <a:pt x="137" y="2"/>
                    </a:lnTo>
                    <a:lnTo>
                      <a:pt x="136" y="0"/>
                    </a:lnTo>
                    <a:lnTo>
                      <a:pt x="133" y="0"/>
                    </a:lnTo>
                    <a:lnTo>
                      <a:pt x="132" y="0"/>
                    </a:lnTo>
                    <a:lnTo>
                      <a:pt x="7" y="0"/>
                    </a:lnTo>
                    <a:lnTo>
                      <a:pt x="5" y="0"/>
                    </a:lnTo>
                    <a:lnTo>
                      <a:pt x="4" y="0"/>
                    </a:lnTo>
                    <a:lnTo>
                      <a:pt x="3" y="2"/>
                    </a:lnTo>
                    <a:lnTo>
                      <a:pt x="2" y="4"/>
                    </a:lnTo>
                    <a:lnTo>
                      <a:pt x="0" y="6"/>
                    </a:lnTo>
                    <a:lnTo>
                      <a:pt x="0" y="125"/>
                    </a:lnTo>
                    <a:lnTo>
                      <a:pt x="2" y="128"/>
                    </a:lnTo>
                    <a:lnTo>
                      <a:pt x="2" y="128"/>
                    </a:lnTo>
                    <a:lnTo>
                      <a:pt x="4" y="130"/>
                    </a:lnTo>
                    <a:lnTo>
                      <a:pt x="5" y="131"/>
                    </a:lnTo>
                    <a:lnTo>
                      <a:pt x="7" y="131"/>
                    </a:lnTo>
                    <a:close/>
                  </a:path>
                </a:pathLst>
              </a:custGeom>
              <a:solidFill>
                <a:srgbClr val="F0E0C0"/>
              </a:solidFill>
              <a:ln>
                <a:noFill/>
                <a:round/>
              </a:ln>
            </p:spPr>
          </p:sp>
          <p:sp>
            <p:nvSpPr>
              <p:cNvPr id="94081" name=""/>
              <p:cNvSpPr/>
              <p:nvPr/>
            </p:nvSpPr>
            <p:spPr>
              <a:xfrm>
                <a:off x="2043" y="2024"/>
                <a:ext cx="40" cy="0"/>
              </a:xfrm>
              <a:prstGeom prst="rect">
                <a:avLst/>
              </a:prstGeom>
              <a:solidFill>
                <a:srgbClr val="505020"/>
              </a:solidFill>
              <a:ln w="4763">
                <a:solidFill>
                  <a:prstClr val="black"/>
                </a:solidFill>
                <a:miter lim="800000"/>
              </a:ln>
            </p:spPr>
          </p:sp>
          <p:sp>
            <p:nvSpPr>
              <p:cNvPr id="94082" name=""/>
              <p:cNvSpPr/>
              <p:nvPr/>
            </p:nvSpPr>
            <p:spPr>
              <a:xfrm>
                <a:off x="2043" y="2042"/>
                <a:ext cx="40" cy="0"/>
              </a:xfrm>
              <a:prstGeom prst="rect">
                <a:avLst/>
              </a:prstGeom>
              <a:solidFill>
                <a:srgbClr val="505020"/>
              </a:solidFill>
              <a:ln w="4763">
                <a:solidFill>
                  <a:prstClr val="black"/>
                </a:solidFill>
                <a:miter lim="800000"/>
              </a:ln>
            </p:spPr>
          </p:sp>
          <p:sp>
            <p:nvSpPr>
              <p:cNvPr id="94083" name=""/>
              <p:cNvSpPr/>
              <p:nvPr/>
            </p:nvSpPr>
            <p:spPr>
              <a:xfrm>
                <a:off x="2041" y="2008"/>
                <a:ext cx="45" cy="18"/>
              </a:xfrm>
              <a:custGeom>
                <a:pathLst>
                  <a:path w="133" h="36">
                    <a:moveTo>
                      <a:pt x="3" y="36"/>
                    </a:moveTo>
                    <a:lnTo>
                      <a:pt x="130" y="36"/>
                    </a:lnTo>
                    <a:lnTo>
                      <a:pt x="132" y="36"/>
                    </a:lnTo>
                    <a:lnTo>
                      <a:pt x="133" y="34"/>
                    </a:lnTo>
                    <a:lnTo>
                      <a:pt x="133" y="3"/>
                    </a:lnTo>
                    <a:lnTo>
                      <a:pt x="133" y="1"/>
                    </a:lnTo>
                    <a:lnTo>
                      <a:pt x="130" y="0"/>
                    </a:lnTo>
                    <a:lnTo>
                      <a:pt x="3" y="0"/>
                    </a:lnTo>
                    <a:lnTo>
                      <a:pt x="1" y="1"/>
                    </a:lnTo>
                    <a:lnTo>
                      <a:pt x="0" y="2"/>
                    </a:lnTo>
                    <a:lnTo>
                      <a:pt x="0" y="34"/>
                    </a:lnTo>
                    <a:lnTo>
                      <a:pt x="1" y="35"/>
                    </a:lnTo>
                    <a:lnTo>
                      <a:pt x="2" y="36"/>
                    </a:lnTo>
                    <a:lnTo>
                      <a:pt x="3" y="36"/>
                    </a:lnTo>
                    <a:close/>
                  </a:path>
                </a:pathLst>
              </a:custGeom>
              <a:solidFill>
                <a:srgbClr val="C0C080"/>
              </a:solidFill>
              <a:ln>
                <a:noFill/>
                <a:round/>
              </a:ln>
            </p:spPr>
          </p:sp>
          <p:sp>
            <p:nvSpPr>
              <p:cNvPr id="94084" name=""/>
              <p:cNvSpPr/>
              <p:nvPr/>
            </p:nvSpPr>
            <p:spPr>
              <a:xfrm>
                <a:off x="2053" y="2008"/>
                <a:ext cx="17" cy="14"/>
              </a:xfrm>
              <a:custGeom>
                <a:pathLst>
                  <a:path w="53" h="27">
                    <a:moveTo>
                      <a:pt x="2" y="0"/>
                    </a:moveTo>
                    <a:lnTo>
                      <a:pt x="51" y="0"/>
                    </a:lnTo>
                    <a:lnTo>
                      <a:pt x="52" y="0"/>
                    </a:lnTo>
                    <a:lnTo>
                      <a:pt x="53" y="2"/>
                    </a:lnTo>
                    <a:lnTo>
                      <a:pt x="53" y="24"/>
                    </a:lnTo>
                    <a:lnTo>
                      <a:pt x="52" y="27"/>
                    </a:lnTo>
                    <a:lnTo>
                      <a:pt x="51" y="27"/>
                    </a:lnTo>
                    <a:lnTo>
                      <a:pt x="2" y="27"/>
                    </a:lnTo>
                    <a:lnTo>
                      <a:pt x="0" y="27"/>
                    </a:lnTo>
                    <a:lnTo>
                      <a:pt x="0" y="24"/>
                    </a:lnTo>
                    <a:lnTo>
                      <a:pt x="0" y="2"/>
                    </a:lnTo>
                    <a:lnTo>
                      <a:pt x="0" y="0"/>
                    </a:lnTo>
                    <a:lnTo>
                      <a:pt x="2" y="0"/>
                    </a:lnTo>
                    <a:close/>
                  </a:path>
                </a:pathLst>
              </a:custGeom>
              <a:solidFill>
                <a:srgbClr val="00DFCA"/>
              </a:solidFill>
              <a:ln>
                <a:noFill/>
                <a:round/>
              </a:ln>
            </p:spPr>
          </p:sp>
          <p:sp>
            <p:nvSpPr>
              <p:cNvPr id="94085" name=""/>
              <p:cNvSpPr/>
              <p:nvPr/>
            </p:nvSpPr>
            <p:spPr>
              <a:xfrm>
                <a:off x="2075" y="2008"/>
                <a:ext cx="6" cy="5"/>
              </a:xfrm>
              <a:custGeom>
                <a:pathLst>
                  <a:path w="17" h="9">
                    <a:moveTo>
                      <a:pt x="2" y="9"/>
                    </a:moveTo>
                    <a:lnTo>
                      <a:pt x="15" y="9"/>
                    </a:lnTo>
                    <a:lnTo>
                      <a:pt x="16" y="7"/>
                    </a:lnTo>
                    <a:lnTo>
                      <a:pt x="17" y="2"/>
                    </a:lnTo>
                    <a:lnTo>
                      <a:pt x="15" y="0"/>
                    </a:lnTo>
                    <a:lnTo>
                      <a:pt x="2" y="0"/>
                    </a:lnTo>
                    <a:lnTo>
                      <a:pt x="1" y="0"/>
                    </a:lnTo>
                    <a:lnTo>
                      <a:pt x="0" y="7"/>
                    </a:lnTo>
                    <a:lnTo>
                      <a:pt x="2" y="9"/>
                    </a:lnTo>
                    <a:close/>
                  </a:path>
                </a:pathLst>
              </a:custGeom>
              <a:solidFill>
                <a:srgbClr val="808050"/>
              </a:solidFill>
              <a:ln>
                <a:noFill/>
                <a:round/>
              </a:ln>
            </p:spPr>
          </p:sp>
          <p:sp>
            <p:nvSpPr>
              <p:cNvPr id="94086" name=""/>
              <p:cNvSpPr/>
              <p:nvPr/>
            </p:nvSpPr>
            <p:spPr>
              <a:xfrm>
                <a:off x="2075" y="2008"/>
                <a:ext cx="6" cy="5"/>
              </a:xfrm>
              <a:custGeom>
                <a:pathLst>
                  <a:path w="17" h="9">
                    <a:moveTo>
                      <a:pt x="1" y="9"/>
                    </a:moveTo>
                    <a:lnTo>
                      <a:pt x="15" y="9"/>
                    </a:lnTo>
                    <a:lnTo>
                      <a:pt x="17" y="7"/>
                    </a:lnTo>
                    <a:lnTo>
                      <a:pt x="17" y="2"/>
                    </a:lnTo>
                    <a:lnTo>
                      <a:pt x="15" y="0"/>
                    </a:lnTo>
                    <a:lnTo>
                      <a:pt x="1" y="0"/>
                    </a:lnTo>
                    <a:lnTo>
                      <a:pt x="0" y="0"/>
                    </a:lnTo>
                    <a:lnTo>
                      <a:pt x="0" y="7"/>
                    </a:lnTo>
                    <a:lnTo>
                      <a:pt x="1" y="9"/>
                    </a:lnTo>
                    <a:close/>
                  </a:path>
                </a:pathLst>
              </a:custGeom>
              <a:solidFill>
                <a:srgbClr val="C0C080"/>
              </a:solidFill>
              <a:ln>
                <a:noFill/>
                <a:round/>
              </a:ln>
            </p:spPr>
          </p:sp>
          <p:sp>
            <p:nvSpPr>
              <p:cNvPr id="94087" name=""/>
              <p:cNvSpPr/>
              <p:nvPr/>
            </p:nvSpPr>
            <p:spPr>
              <a:xfrm>
                <a:off x="2044" y="2013"/>
                <a:ext cx="40" cy="4"/>
              </a:xfrm>
              <a:custGeom>
                <a:pathLst>
                  <a:path w="122" h="9">
                    <a:moveTo>
                      <a:pt x="2" y="9"/>
                    </a:moveTo>
                    <a:lnTo>
                      <a:pt x="120" y="9"/>
                    </a:lnTo>
                    <a:lnTo>
                      <a:pt x="122" y="8"/>
                    </a:lnTo>
                    <a:lnTo>
                      <a:pt x="122" y="6"/>
                    </a:lnTo>
                    <a:lnTo>
                      <a:pt x="122" y="4"/>
                    </a:lnTo>
                    <a:lnTo>
                      <a:pt x="122" y="0"/>
                    </a:lnTo>
                    <a:lnTo>
                      <a:pt x="120" y="0"/>
                    </a:lnTo>
                    <a:lnTo>
                      <a:pt x="2" y="0"/>
                    </a:lnTo>
                    <a:lnTo>
                      <a:pt x="1" y="0"/>
                    </a:lnTo>
                    <a:lnTo>
                      <a:pt x="0" y="4"/>
                    </a:lnTo>
                    <a:lnTo>
                      <a:pt x="0" y="6"/>
                    </a:lnTo>
                    <a:lnTo>
                      <a:pt x="1" y="8"/>
                    </a:lnTo>
                    <a:lnTo>
                      <a:pt x="2" y="9"/>
                    </a:lnTo>
                    <a:close/>
                  </a:path>
                </a:pathLst>
              </a:custGeom>
              <a:solidFill>
                <a:srgbClr val="A0A080"/>
              </a:solidFill>
              <a:ln>
                <a:noFill/>
                <a:round/>
              </a:ln>
            </p:spPr>
          </p:sp>
          <p:sp>
            <p:nvSpPr>
              <p:cNvPr id="94088" name=""/>
              <p:cNvSpPr/>
              <p:nvPr/>
            </p:nvSpPr>
            <p:spPr>
              <a:xfrm>
                <a:off x="2042" y="2024"/>
                <a:ext cx="44" cy="20"/>
              </a:xfrm>
              <a:custGeom>
                <a:pathLst>
                  <a:path w="131" h="38">
                    <a:moveTo>
                      <a:pt x="1" y="38"/>
                    </a:moveTo>
                    <a:lnTo>
                      <a:pt x="128" y="38"/>
                    </a:lnTo>
                    <a:lnTo>
                      <a:pt x="131" y="38"/>
                    </a:lnTo>
                    <a:lnTo>
                      <a:pt x="131" y="36"/>
                    </a:lnTo>
                    <a:lnTo>
                      <a:pt x="131" y="3"/>
                    </a:lnTo>
                    <a:lnTo>
                      <a:pt x="130" y="1"/>
                    </a:lnTo>
                    <a:lnTo>
                      <a:pt x="128" y="0"/>
                    </a:lnTo>
                    <a:lnTo>
                      <a:pt x="1" y="0"/>
                    </a:lnTo>
                    <a:lnTo>
                      <a:pt x="0" y="1"/>
                    </a:lnTo>
                    <a:lnTo>
                      <a:pt x="0" y="3"/>
                    </a:lnTo>
                    <a:lnTo>
                      <a:pt x="0" y="36"/>
                    </a:lnTo>
                    <a:lnTo>
                      <a:pt x="0" y="38"/>
                    </a:lnTo>
                    <a:lnTo>
                      <a:pt x="1" y="38"/>
                    </a:lnTo>
                    <a:close/>
                  </a:path>
                </a:pathLst>
              </a:custGeom>
              <a:solidFill>
                <a:srgbClr val="C0C080"/>
              </a:solidFill>
              <a:ln>
                <a:noFill/>
                <a:round/>
              </a:ln>
            </p:spPr>
          </p:sp>
          <p:sp>
            <p:nvSpPr>
              <p:cNvPr id="94089" name=""/>
              <p:cNvSpPr/>
              <p:nvPr/>
            </p:nvSpPr>
            <p:spPr>
              <a:xfrm>
                <a:off x="2053" y="2027"/>
                <a:ext cx="17" cy="14"/>
              </a:xfrm>
              <a:custGeom>
                <a:pathLst>
                  <a:path w="53" h="29">
                    <a:moveTo>
                      <a:pt x="4" y="0"/>
                    </a:moveTo>
                    <a:lnTo>
                      <a:pt x="49" y="0"/>
                    </a:lnTo>
                    <a:lnTo>
                      <a:pt x="52" y="0"/>
                    </a:lnTo>
                    <a:lnTo>
                      <a:pt x="53" y="3"/>
                    </a:lnTo>
                    <a:lnTo>
                      <a:pt x="53" y="4"/>
                    </a:lnTo>
                    <a:lnTo>
                      <a:pt x="53" y="26"/>
                    </a:lnTo>
                    <a:lnTo>
                      <a:pt x="53" y="28"/>
                    </a:lnTo>
                    <a:lnTo>
                      <a:pt x="51" y="29"/>
                    </a:lnTo>
                    <a:lnTo>
                      <a:pt x="49" y="29"/>
                    </a:lnTo>
                    <a:lnTo>
                      <a:pt x="4" y="29"/>
                    </a:lnTo>
                    <a:lnTo>
                      <a:pt x="1" y="29"/>
                    </a:lnTo>
                    <a:lnTo>
                      <a:pt x="0" y="28"/>
                    </a:lnTo>
                    <a:lnTo>
                      <a:pt x="0" y="26"/>
                    </a:lnTo>
                    <a:lnTo>
                      <a:pt x="0" y="4"/>
                    </a:lnTo>
                    <a:lnTo>
                      <a:pt x="0" y="1"/>
                    </a:lnTo>
                    <a:lnTo>
                      <a:pt x="2" y="0"/>
                    </a:lnTo>
                    <a:lnTo>
                      <a:pt x="4" y="0"/>
                    </a:lnTo>
                    <a:close/>
                  </a:path>
                </a:pathLst>
              </a:custGeom>
              <a:solidFill>
                <a:srgbClr val="00DFCA"/>
              </a:solidFill>
              <a:ln>
                <a:noFill/>
                <a:round/>
              </a:ln>
            </p:spPr>
          </p:sp>
          <p:sp>
            <p:nvSpPr>
              <p:cNvPr id="94090" name=""/>
              <p:cNvSpPr/>
              <p:nvPr/>
            </p:nvSpPr>
            <p:spPr>
              <a:xfrm>
                <a:off x="2071" y="2035"/>
                <a:ext cx="7" cy="5"/>
              </a:xfrm>
              <a:custGeom>
                <a:pathLst>
                  <a:path w="21" h="9">
                    <a:moveTo>
                      <a:pt x="2" y="9"/>
                    </a:moveTo>
                    <a:lnTo>
                      <a:pt x="16" y="9"/>
                    </a:lnTo>
                    <a:lnTo>
                      <a:pt x="18" y="9"/>
                    </a:lnTo>
                    <a:lnTo>
                      <a:pt x="21" y="6"/>
                    </a:lnTo>
                    <a:lnTo>
                      <a:pt x="21" y="4"/>
                    </a:lnTo>
                    <a:lnTo>
                      <a:pt x="19" y="1"/>
                    </a:lnTo>
                    <a:lnTo>
                      <a:pt x="18" y="0"/>
                    </a:lnTo>
                    <a:lnTo>
                      <a:pt x="2" y="0"/>
                    </a:lnTo>
                    <a:lnTo>
                      <a:pt x="1" y="0"/>
                    </a:lnTo>
                    <a:lnTo>
                      <a:pt x="0" y="3"/>
                    </a:lnTo>
                    <a:lnTo>
                      <a:pt x="0" y="6"/>
                    </a:lnTo>
                    <a:lnTo>
                      <a:pt x="1" y="8"/>
                    </a:lnTo>
                    <a:lnTo>
                      <a:pt x="2" y="9"/>
                    </a:lnTo>
                    <a:close/>
                  </a:path>
                </a:pathLst>
              </a:custGeom>
              <a:solidFill>
                <a:srgbClr val="808050"/>
              </a:solidFill>
              <a:ln>
                <a:noFill/>
                <a:round/>
              </a:ln>
            </p:spPr>
          </p:sp>
          <p:sp>
            <p:nvSpPr>
              <p:cNvPr id="94091" name=""/>
              <p:cNvSpPr/>
              <p:nvPr/>
            </p:nvSpPr>
            <p:spPr>
              <a:xfrm>
                <a:off x="2071" y="2035"/>
                <a:ext cx="7" cy="5"/>
              </a:xfrm>
              <a:custGeom>
                <a:pathLst>
                  <a:path w="21" h="9">
                    <a:moveTo>
                      <a:pt x="2" y="9"/>
                    </a:moveTo>
                    <a:lnTo>
                      <a:pt x="16" y="9"/>
                    </a:lnTo>
                    <a:lnTo>
                      <a:pt x="18" y="9"/>
                    </a:lnTo>
                    <a:lnTo>
                      <a:pt x="21" y="6"/>
                    </a:lnTo>
                    <a:lnTo>
                      <a:pt x="21" y="4"/>
                    </a:lnTo>
                    <a:lnTo>
                      <a:pt x="19" y="1"/>
                    </a:lnTo>
                    <a:lnTo>
                      <a:pt x="18" y="0"/>
                    </a:lnTo>
                    <a:lnTo>
                      <a:pt x="2" y="0"/>
                    </a:lnTo>
                    <a:lnTo>
                      <a:pt x="1" y="0"/>
                    </a:lnTo>
                    <a:lnTo>
                      <a:pt x="0" y="3"/>
                    </a:lnTo>
                    <a:lnTo>
                      <a:pt x="0" y="6"/>
                    </a:lnTo>
                    <a:lnTo>
                      <a:pt x="1" y="8"/>
                    </a:lnTo>
                    <a:lnTo>
                      <a:pt x="2" y="9"/>
                    </a:lnTo>
                    <a:close/>
                  </a:path>
                </a:pathLst>
              </a:custGeom>
              <a:solidFill>
                <a:srgbClr val="C0C080"/>
              </a:solidFill>
              <a:ln>
                <a:noFill/>
                <a:round/>
              </a:ln>
            </p:spPr>
          </p:sp>
          <p:sp>
            <p:nvSpPr>
              <p:cNvPr id="94092" name=""/>
              <p:cNvSpPr/>
              <p:nvPr/>
            </p:nvSpPr>
            <p:spPr>
              <a:xfrm>
                <a:off x="2051" y="2028"/>
                <a:ext cx="27" cy="6"/>
              </a:xfrm>
              <a:custGeom>
                <a:pathLst>
                  <a:path w="80" h="10">
                    <a:moveTo>
                      <a:pt x="0" y="8"/>
                    </a:moveTo>
                    <a:lnTo>
                      <a:pt x="28" y="8"/>
                    </a:lnTo>
                    <a:lnTo>
                      <a:pt x="28" y="10"/>
                    </a:lnTo>
                    <a:lnTo>
                      <a:pt x="55" y="10"/>
                    </a:lnTo>
                    <a:lnTo>
                      <a:pt x="55" y="8"/>
                    </a:lnTo>
                    <a:lnTo>
                      <a:pt x="80" y="8"/>
                    </a:lnTo>
                    <a:lnTo>
                      <a:pt x="80" y="2"/>
                    </a:lnTo>
                    <a:lnTo>
                      <a:pt x="55" y="2"/>
                    </a:lnTo>
                    <a:lnTo>
                      <a:pt x="55" y="0"/>
                    </a:lnTo>
                    <a:lnTo>
                      <a:pt x="29" y="0"/>
                    </a:lnTo>
                    <a:lnTo>
                      <a:pt x="29" y="1"/>
                    </a:lnTo>
                    <a:lnTo>
                      <a:pt x="0" y="1"/>
                    </a:lnTo>
                    <a:lnTo>
                      <a:pt x="0" y="8"/>
                    </a:lnTo>
                    <a:close/>
                  </a:path>
                </a:pathLst>
              </a:custGeom>
              <a:solidFill>
                <a:srgbClr val="A08060"/>
              </a:solidFill>
              <a:ln>
                <a:noFill/>
                <a:round/>
              </a:ln>
            </p:spPr>
          </p:sp>
          <p:sp>
            <p:nvSpPr>
              <p:cNvPr id="94093" name=""/>
              <p:cNvSpPr/>
              <p:nvPr/>
            </p:nvSpPr>
            <p:spPr>
              <a:xfrm>
                <a:off x="2042" y="2046"/>
                <a:ext cx="43" cy="4"/>
              </a:xfrm>
              <a:prstGeom prst="rect">
                <a:avLst/>
              </a:prstGeom>
              <a:solidFill>
                <a:srgbClr val="505020"/>
              </a:solidFill>
              <a:ln>
                <a:noFill/>
                <a:miter lim="800000"/>
              </a:ln>
            </p:spPr>
          </p:sp>
          <p:sp>
            <p:nvSpPr>
              <p:cNvPr id="94094" name=""/>
              <p:cNvSpPr/>
              <p:nvPr/>
            </p:nvSpPr>
            <p:spPr>
              <a:xfrm>
                <a:off x="2042" y="2046"/>
                <a:ext cx="44" cy="2"/>
              </a:xfrm>
              <a:custGeom>
                <a:pathLst>
                  <a:path w="131" h="4">
                    <a:moveTo>
                      <a:pt x="131" y="0"/>
                    </a:moveTo>
                    <a:lnTo>
                      <a:pt x="130" y="0"/>
                    </a:lnTo>
                    <a:lnTo>
                      <a:pt x="0" y="0"/>
                    </a:lnTo>
                    <a:lnTo>
                      <a:pt x="0" y="4"/>
                    </a:lnTo>
                    <a:lnTo>
                      <a:pt x="130" y="4"/>
                    </a:lnTo>
                    <a:lnTo>
                      <a:pt x="128" y="0"/>
                    </a:lnTo>
                    <a:lnTo>
                      <a:pt x="131" y="0"/>
                    </a:lnTo>
                    <a:lnTo>
                      <a:pt x="130" y="0"/>
                    </a:lnTo>
                    <a:lnTo>
                      <a:pt x="131" y="0"/>
                    </a:lnTo>
                    <a:close/>
                  </a:path>
                </a:pathLst>
              </a:custGeom>
              <a:solidFill>
                <a:srgbClr val="000000"/>
              </a:solidFill>
              <a:ln>
                <a:noFill/>
                <a:round/>
              </a:ln>
            </p:spPr>
          </p:sp>
          <p:sp>
            <p:nvSpPr>
              <p:cNvPr id="94095" name=""/>
              <p:cNvSpPr/>
              <p:nvPr/>
            </p:nvSpPr>
            <p:spPr>
              <a:xfrm>
                <a:off x="2084" y="2046"/>
                <a:ext cx="2" cy="4"/>
              </a:xfrm>
              <a:custGeom>
                <a:pathLst>
                  <a:path w="5" h="8">
                    <a:moveTo>
                      <a:pt x="2" y="8"/>
                    </a:moveTo>
                    <a:lnTo>
                      <a:pt x="5" y="7"/>
                    </a:lnTo>
                    <a:lnTo>
                      <a:pt x="5" y="0"/>
                    </a:lnTo>
                    <a:lnTo>
                      <a:pt x="0" y="0"/>
                    </a:lnTo>
                    <a:lnTo>
                      <a:pt x="0" y="7"/>
                    </a:lnTo>
                    <a:lnTo>
                      <a:pt x="2" y="7"/>
                    </a:lnTo>
                    <a:lnTo>
                      <a:pt x="2" y="8"/>
                    </a:lnTo>
                    <a:lnTo>
                      <a:pt x="5" y="8"/>
                    </a:lnTo>
                    <a:lnTo>
                      <a:pt x="5" y="7"/>
                    </a:lnTo>
                    <a:lnTo>
                      <a:pt x="2" y="8"/>
                    </a:lnTo>
                    <a:close/>
                  </a:path>
                </a:pathLst>
              </a:custGeom>
              <a:solidFill>
                <a:srgbClr val="000000"/>
              </a:solidFill>
              <a:ln>
                <a:noFill/>
                <a:round/>
              </a:ln>
            </p:spPr>
          </p:sp>
          <p:sp>
            <p:nvSpPr>
              <p:cNvPr id="94096" name=""/>
              <p:cNvSpPr/>
              <p:nvPr/>
            </p:nvSpPr>
            <p:spPr>
              <a:xfrm>
                <a:off x="2041" y="2048"/>
                <a:ext cx="44" cy="2"/>
              </a:xfrm>
              <a:custGeom>
                <a:pathLst>
                  <a:path w="132" h="5">
                    <a:moveTo>
                      <a:pt x="0" y="0"/>
                    </a:moveTo>
                    <a:lnTo>
                      <a:pt x="1" y="5"/>
                    </a:lnTo>
                    <a:lnTo>
                      <a:pt x="132" y="5"/>
                    </a:lnTo>
                    <a:lnTo>
                      <a:pt x="132" y="0"/>
                    </a:lnTo>
                    <a:lnTo>
                      <a:pt x="1" y="0"/>
                    </a:lnTo>
                    <a:lnTo>
                      <a:pt x="0" y="0"/>
                    </a:lnTo>
                    <a:lnTo>
                      <a:pt x="0" y="5"/>
                    </a:lnTo>
                    <a:lnTo>
                      <a:pt x="1" y="5"/>
                    </a:lnTo>
                    <a:lnTo>
                      <a:pt x="0" y="0"/>
                    </a:lnTo>
                    <a:close/>
                  </a:path>
                </a:pathLst>
              </a:custGeom>
              <a:solidFill>
                <a:srgbClr val="000000"/>
              </a:solidFill>
              <a:ln>
                <a:noFill/>
                <a:round/>
              </a:ln>
            </p:spPr>
          </p:sp>
          <p:sp>
            <p:nvSpPr>
              <p:cNvPr id="94097" name=""/>
              <p:cNvSpPr/>
              <p:nvPr/>
            </p:nvSpPr>
            <p:spPr>
              <a:xfrm>
                <a:off x="2041" y="2046"/>
                <a:ext cx="1" cy="4"/>
              </a:xfrm>
              <a:custGeom>
                <a:pathLst>
                  <a:path w="3" h="8">
                    <a:moveTo>
                      <a:pt x="3" y="0"/>
                    </a:moveTo>
                    <a:lnTo>
                      <a:pt x="0" y="0"/>
                    </a:lnTo>
                    <a:lnTo>
                      <a:pt x="0" y="8"/>
                    </a:lnTo>
                    <a:lnTo>
                      <a:pt x="3" y="8"/>
                    </a:lnTo>
                    <a:lnTo>
                      <a:pt x="3" y="0"/>
                    </a:lnTo>
                    <a:lnTo>
                      <a:pt x="3" y="2"/>
                    </a:lnTo>
                    <a:lnTo>
                      <a:pt x="3" y="0"/>
                    </a:lnTo>
                    <a:lnTo>
                      <a:pt x="0" y="0"/>
                    </a:lnTo>
                    <a:lnTo>
                      <a:pt x="3" y="0"/>
                    </a:lnTo>
                    <a:close/>
                  </a:path>
                </a:pathLst>
              </a:custGeom>
              <a:solidFill>
                <a:srgbClr val="000000"/>
              </a:solidFill>
              <a:ln>
                <a:noFill/>
                <a:round/>
              </a:ln>
            </p:spPr>
          </p:sp>
          <p:sp>
            <p:nvSpPr>
              <p:cNvPr id="94098" name=""/>
              <p:cNvSpPr/>
              <p:nvPr/>
            </p:nvSpPr>
            <p:spPr>
              <a:xfrm>
                <a:off x="2042" y="2048"/>
                <a:ext cx="44" cy="22"/>
              </a:xfrm>
              <a:custGeom>
                <a:pathLst>
                  <a:path w="131" h="46">
                    <a:moveTo>
                      <a:pt x="2" y="0"/>
                    </a:moveTo>
                    <a:lnTo>
                      <a:pt x="128" y="0"/>
                    </a:lnTo>
                    <a:lnTo>
                      <a:pt x="130" y="0"/>
                    </a:lnTo>
                    <a:lnTo>
                      <a:pt x="131" y="1"/>
                    </a:lnTo>
                    <a:lnTo>
                      <a:pt x="131" y="3"/>
                    </a:lnTo>
                    <a:lnTo>
                      <a:pt x="131" y="42"/>
                    </a:lnTo>
                    <a:lnTo>
                      <a:pt x="131" y="44"/>
                    </a:lnTo>
                    <a:lnTo>
                      <a:pt x="131" y="45"/>
                    </a:lnTo>
                    <a:lnTo>
                      <a:pt x="130" y="45"/>
                    </a:lnTo>
                    <a:lnTo>
                      <a:pt x="130" y="46"/>
                    </a:lnTo>
                    <a:lnTo>
                      <a:pt x="128" y="46"/>
                    </a:lnTo>
                    <a:lnTo>
                      <a:pt x="2" y="46"/>
                    </a:lnTo>
                    <a:lnTo>
                      <a:pt x="1" y="46"/>
                    </a:lnTo>
                    <a:lnTo>
                      <a:pt x="0" y="46"/>
                    </a:lnTo>
                    <a:lnTo>
                      <a:pt x="0" y="45"/>
                    </a:lnTo>
                    <a:lnTo>
                      <a:pt x="0" y="44"/>
                    </a:lnTo>
                    <a:lnTo>
                      <a:pt x="0" y="42"/>
                    </a:lnTo>
                    <a:lnTo>
                      <a:pt x="0" y="3"/>
                    </a:lnTo>
                    <a:lnTo>
                      <a:pt x="0" y="1"/>
                    </a:lnTo>
                    <a:lnTo>
                      <a:pt x="0" y="0"/>
                    </a:lnTo>
                    <a:lnTo>
                      <a:pt x="2" y="0"/>
                    </a:lnTo>
                    <a:close/>
                  </a:path>
                </a:pathLst>
              </a:custGeom>
              <a:solidFill>
                <a:srgbClr val="C0C080"/>
              </a:solidFill>
              <a:ln>
                <a:noFill/>
                <a:round/>
              </a:ln>
            </p:spPr>
          </p:sp>
          <p:sp>
            <p:nvSpPr>
              <p:cNvPr id="94099" name=""/>
              <p:cNvSpPr/>
              <p:nvPr/>
            </p:nvSpPr>
            <p:spPr>
              <a:xfrm>
                <a:off x="2052" y="2051"/>
                <a:ext cx="18" cy="18"/>
              </a:xfrm>
              <a:custGeom>
                <a:pathLst>
                  <a:path w="54" h="38">
                    <a:moveTo>
                      <a:pt x="3" y="0"/>
                    </a:moveTo>
                    <a:lnTo>
                      <a:pt x="50" y="0"/>
                    </a:lnTo>
                    <a:lnTo>
                      <a:pt x="51" y="0"/>
                    </a:lnTo>
                    <a:lnTo>
                      <a:pt x="53" y="1"/>
                    </a:lnTo>
                    <a:lnTo>
                      <a:pt x="53" y="2"/>
                    </a:lnTo>
                    <a:lnTo>
                      <a:pt x="54" y="4"/>
                    </a:lnTo>
                    <a:lnTo>
                      <a:pt x="54" y="5"/>
                    </a:lnTo>
                    <a:lnTo>
                      <a:pt x="54" y="34"/>
                    </a:lnTo>
                    <a:lnTo>
                      <a:pt x="53" y="35"/>
                    </a:lnTo>
                    <a:lnTo>
                      <a:pt x="53" y="36"/>
                    </a:lnTo>
                    <a:lnTo>
                      <a:pt x="53" y="38"/>
                    </a:lnTo>
                    <a:lnTo>
                      <a:pt x="51" y="38"/>
                    </a:lnTo>
                    <a:lnTo>
                      <a:pt x="50" y="38"/>
                    </a:lnTo>
                    <a:lnTo>
                      <a:pt x="3" y="38"/>
                    </a:lnTo>
                    <a:lnTo>
                      <a:pt x="2" y="38"/>
                    </a:lnTo>
                    <a:lnTo>
                      <a:pt x="1" y="36"/>
                    </a:lnTo>
                    <a:lnTo>
                      <a:pt x="0" y="35"/>
                    </a:lnTo>
                    <a:lnTo>
                      <a:pt x="0" y="34"/>
                    </a:lnTo>
                    <a:lnTo>
                      <a:pt x="0" y="5"/>
                    </a:lnTo>
                    <a:lnTo>
                      <a:pt x="0" y="4"/>
                    </a:lnTo>
                    <a:lnTo>
                      <a:pt x="1" y="2"/>
                    </a:lnTo>
                    <a:lnTo>
                      <a:pt x="1" y="1"/>
                    </a:lnTo>
                    <a:lnTo>
                      <a:pt x="2" y="0"/>
                    </a:lnTo>
                    <a:lnTo>
                      <a:pt x="3" y="0"/>
                    </a:lnTo>
                    <a:close/>
                  </a:path>
                </a:pathLst>
              </a:custGeom>
              <a:solidFill>
                <a:srgbClr val="00DFCA"/>
              </a:solidFill>
              <a:ln>
                <a:noFill/>
                <a:round/>
              </a:ln>
            </p:spPr>
          </p:sp>
          <p:sp>
            <p:nvSpPr>
              <p:cNvPr id="94100" name=""/>
              <p:cNvSpPr/>
              <p:nvPr/>
            </p:nvSpPr>
            <p:spPr>
              <a:xfrm>
                <a:off x="2054" y="2051"/>
                <a:ext cx="30" cy="15"/>
              </a:xfrm>
              <a:custGeom>
                <a:pathLst>
                  <a:path w="90" h="31">
                    <a:moveTo>
                      <a:pt x="0" y="0"/>
                    </a:moveTo>
                    <a:lnTo>
                      <a:pt x="90" y="0"/>
                    </a:lnTo>
                    <a:lnTo>
                      <a:pt x="90" y="21"/>
                    </a:lnTo>
                    <a:lnTo>
                      <a:pt x="12" y="21"/>
                    </a:lnTo>
                    <a:lnTo>
                      <a:pt x="12" y="31"/>
                    </a:lnTo>
                    <a:lnTo>
                      <a:pt x="0" y="31"/>
                    </a:lnTo>
                    <a:lnTo>
                      <a:pt x="0" y="0"/>
                    </a:lnTo>
                    <a:close/>
                  </a:path>
                </a:pathLst>
              </a:custGeom>
              <a:solidFill>
                <a:srgbClr val="404010"/>
              </a:solidFill>
              <a:ln>
                <a:noFill/>
                <a:round/>
              </a:ln>
            </p:spPr>
          </p:sp>
          <p:sp>
            <p:nvSpPr>
              <p:cNvPr id="94101" name=""/>
              <p:cNvSpPr/>
              <p:nvPr/>
            </p:nvSpPr>
            <p:spPr>
              <a:xfrm>
                <a:off x="2042" y="2043"/>
                <a:ext cx="44" cy="5"/>
              </a:xfrm>
              <a:prstGeom prst="rect">
                <a:avLst/>
              </a:prstGeom>
              <a:solidFill>
                <a:srgbClr val="C0C080"/>
              </a:solidFill>
              <a:ln>
                <a:noFill/>
                <a:miter lim="800000"/>
              </a:ln>
            </p:spPr>
          </p:sp>
          <p:sp>
            <p:nvSpPr>
              <p:cNvPr id="94102" name=""/>
              <p:cNvSpPr/>
              <p:nvPr/>
            </p:nvSpPr>
            <p:spPr>
              <a:xfrm>
                <a:off x="2040" y="2000"/>
                <a:ext cx="47" cy="4"/>
              </a:xfrm>
              <a:custGeom>
                <a:pathLst>
                  <a:path w="140" h="10">
                    <a:moveTo>
                      <a:pt x="3" y="0"/>
                    </a:moveTo>
                    <a:lnTo>
                      <a:pt x="138" y="0"/>
                    </a:lnTo>
                    <a:lnTo>
                      <a:pt x="139" y="0"/>
                    </a:lnTo>
                    <a:lnTo>
                      <a:pt x="140" y="4"/>
                    </a:lnTo>
                    <a:lnTo>
                      <a:pt x="140" y="7"/>
                    </a:lnTo>
                    <a:lnTo>
                      <a:pt x="138" y="10"/>
                    </a:lnTo>
                    <a:lnTo>
                      <a:pt x="3" y="10"/>
                    </a:lnTo>
                    <a:lnTo>
                      <a:pt x="2" y="7"/>
                    </a:lnTo>
                    <a:lnTo>
                      <a:pt x="0" y="6"/>
                    </a:lnTo>
                    <a:lnTo>
                      <a:pt x="0" y="3"/>
                    </a:lnTo>
                    <a:lnTo>
                      <a:pt x="3" y="0"/>
                    </a:lnTo>
                    <a:close/>
                  </a:path>
                </a:pathLst>
              </a:custGeom>
              <a:solidFill>
                <a:srgbClr val="E0D0A0"/>
              </a:solidFill>
              <a:ln>
                <a:noFill/>
                <a:round/>
              </a:ln>
            </p:spPr>
          </p:sp>
          <p:sp>
            <p:nvSpPr>
              <p:cNvPr id="94103" name=""/>
              <p:cNvSpPr/>
              <p:nvPr/>
            </p:nvSpPr>
            <p:spPr>
              <a:xfrm>
                <a:off x="2044" y="2015"/>
                <a:ext cx="9" cy="3"/>
              </a:xfrm>
              <a:custGeom>
                <a:pathLst>
                  <a:path w="27" h="6">
                    <a:moveTo>
                      <a:pt x="1" y="0"/>
                    </a:moveTo>
                    <a:lnTo>
                      <a:pt x="27" y="0"/>
                    </a:lnTo>
                    <a:lnTo>
                      <a:pt x="27" y="2"/>
                    </a:lnTo>
                    <a:lnTo>
                      <a:pt x="27" y="6"/>
                    </a:lnTo>
                    <a:lnTo>
                      <a:pt x="1" y="6"/>
                    </a:lnTo>
                    <a:lnTo>
                      <a:pt x="0" y="3"/>
                    </a:lnTo>
                    <a:lnTo>
                      <a:pt x="0" y="0"/>
                    </a:lnTo>
                    <a:lnTo>
                      <a:pt x="1" y="0"/>
                    </a:lnTo>
                    <a:close/>
                  </a:path>
                </a:pathLst>
              </a:custGeom>
              <a:solidFill>
                <a:srgbClr val="E0E0B0"/>
              </a:solidFill>
              <a:ln>
                <a:noFill/>
                <a:round/>
              </a:ln>
            </p:spPr>
          </p:sp>
          <p:sp>
            <p:nvSpPr>
              <p:cNvPr id="94104" name=""/>
              <p:cNvSpPr/>
              <p:nvPr/>
            </p:nvSpPr>
            <p:spPr>
              <a:xfrm>
                <a:off x="2052" y="2015"/>
                <a:ext cx="18" cy="3"/>
              </a:xfrm>
              <a:custGeom>
                <a:pathLst>
                  <a:path w="55" h="5">
                    <a:moveTo>
                      <a:pt x="0" y="0"/>
                    </a:moveTo>
                    <a:lnTo>
                      <a:pt x="55" y="0"/>
                    </a:lnTo>
                    <a:lnTo>
                      <a:pt x="0" y="5"/>
                    </a:lnTo>
                    <a:lnTo>
                      <a:pt x="0" y="0"/>
                    </a:lnTo>
                    <a:close/>
                  </a:path>
                </a:pathLst>
              </a:custGeom>
              <a:solidFill>
                <a:srgbClr val="E0E0B0"/>
              </a:solidFill>
              <a:ln>
                <a:noFill/>
                <a:round/>
              </a:ln>
            </p:spPr>
          </p:sp>
          <p:sp>
            <p:nvSpPr>
              <p:cNvPr id="94105" name=""/>
              <p:cNvSpPr/>
              <p:nvPr/>
            </p:nvSpPr>
            <p:spPr>
              <a:xfrm>
                <a:off x="2070" y="2015"/>
                <a:ext cx="14" cy="3"/>
              </a:xfrm>
              <a:custGeom>
                <a:pathLst>
                  <a:path w="43" h="6">
                    <a:moveTo>
                      <a:pt x="1" y="0"/>
                    </a:moveTo>
                    <a:lnTo>
                      <a:pt x="42" y="0"/>
                    </a:lnTo>
                    <a:lnTo>
                      <a:pt x="43" y="2"/>
                    </a:lnTo>
                    <a:lnTo>
                      <a:pt x="42" y="6"/>
                    </a:lnTo>
                    <a:lnTo>
                      <a:pt x="1" y="6"/>
                    </a:lnTo>
                    <a:lnTo>
                      <a:pt x="0" y="2"/>
                    </a:lnTo>
                    <a:lnTo>
                      <a:pt x="1" y="0"/>
                    </a:lnTo>
                    <a:close/>
                  </a:path>
                </a:pathLst>
              </a:custGeom>
              <a:solidFill>
                <a:srgbClr val="E0E0B0"/>
              </a:solidFill>
              <a:ln>
                <a:noFill/>
                <a:round/>
              </a:ln>
            </p:spPr>
          </p:sp>
          <p:sp>
            <p:nvSpPr>
              <p:cNvPr id="94106" name=""/>
              <p:cNvSpPr/>
              <p:nvPr/>
            </p:nvSpPr>
            <p:spPr>
              <a:xfrm>
                <a:off x="2053" y="2017"/>
                <a:ext cx="17" cy="5"/>
              </a:xfrm>
              <a:custGeom>
                <a:pathLst>
                  <a:path w="53" h="11">
                    <a:moveTo>
                      <a:pt x="0" y="0"/>
                    </a:moveTo>
                    <a:lnTo>
                      <a:pt x="52" y="0"/>
                    </a:lnTo>
                    <a:lnTo>
                      <a:pt x="53" y="1"/>
                    </a:lnTo>
                    <a:lnTo>
                      <a:pt x="53" y="10"/>
                    </a:lnTo>
                    <a:lnTo>
                      <a:pt x="52" y="11"/>
                    </a:lnTo>
                    <a:lnTo>
                      <a:pt x="0" y="11"/>
                    </a:lnTo>
                    <a:lnTo>
                      <a:pt x="0" y="10"/>
                    </a:lnTo>
                    <a:lnTo>
                      <a:pt x="0" y="1"/>
                    </a:lnTo>
                    <a:lnTo>
                      <a:pt x="0" y="0"/>
                    </a:lnTo>
                    <a:close/>
                  </a:path>
                </a:pathLst>
              </a:custGeom>
              <a:solidFill>
                <a:srgbClr val="00DFCA"/>
              </a:solidFill>
              <a:ln>
                <a:noFill/>
                <a:round/>
              </a:ln>
            </p:spPr>
          </p:sp>
          <p:sp>
            <p:nvSpPr>
              <p:cNvPr id="94107" name=""/>
              <p:cNvSpPr/>
              <p:nvPr/>
            </p:nvSpPr>
            <p:spPr>
              <a:xfrm>
                <a:off x="2076" y="2008"/>
                <a:ext cx="5" cy="2"/>
              </a:xfrm>
              <a:prstGeom prst="rect">
                <a:avLst/>
              </a:prstGeom>
              <a:solidFill>
                <a:srgbClr val="F0E0C0"/>
              </a:solidFill>
              <a:ln>
                <a:noFill/>
                <a:miter lim="800000"/>
              </a:ln>
            </p:spPr>
          </p:sp>
          <p:sp>
            <p:nvSpPr>
              <p:cNvPr id="94108" name=""/>
              <p:cNvSpPr/>
              <p:nvPr/>
            </p:nvSpPr>
            <p:spPr>
              <a:xfrm>
                <a:off x="2073" y="2008"/>
                <a:ext cx="8" cy="8"/>
              </a:xfrm>
              <a:custGeom>
                <a:pathLst>
                  <a:path w="24" h="15">
                    <a:moveTo>
                      <a:pt x="7" y="0"/>
                    </a:moveTo>
                    <a:lnTo>
                      <a:pt x="0" y="13"/>
                    </a:lnTo>
                    <a:lnTo>
                      <a:pt x="0" y="15"/>
                    </a:lnTo>
                    <a:lnTo>
                      <a:pt x="19" y="15"/>
                    </a:lnTo>
                    <a:lnTo>
                      <a:pt x="24" y="7"/>
                    </a:lnTo>
                    <a:lnTo>
                      <a:pt x="8" y="7"/>
                    </a:lnTo>
                    <a:lnTo>
                      <a:pt x="7" y="0"/>
                    </a:lnTo>
                    <a:close/>
                  </a:path>
                </a:pathLst>
              </a:custGeom>
              <a:solidFill>
                <a:srgbClr val="808060"/>
              </a:solidFill>
              <a:ln>
                <a:noFill/>
                <a:round/>
              </a:ln>
            </p:spPr>
          </p:sp>
          <p:sp>
            <p:nvSpPr>
              <p:cNvPr id="94109" name=""/>
              <p:cNvSpPr/>
              <p:nvPr/>
            </p:nvSpPr>
            <p:spPr>
              <a:xfrm>
                <a:off x="2053" y="2017"/>
                <a:ext cx="3" cy="4"/>
              </a:xfrm>
              <a:custGeom>
                <a:pathLst>
                  <a:path w="8" h="9">
                    <a:moveTo>
                      <a:pt x="1" y="0"/>
                    </a:moveTo>
                    <a:lnTo>
                      <a:pt x="7" y="0"/>
                    </a:lnTo>
                    <a:lnTo>
                      <a:pt x="8" y="0"/>
                    </a:lnTo>
                    <a:lnTo>
                      <a:pt x="8" y="3"/>
                    </a:lnTo>
                    <a:lnTo>
                      <a:pt x="8" y="6"/>
                    </a:lnTo>
                    <a:lnTo>
                      <a:pt x="8" y="9"/>
                    </a:lnTo>
                    <a:lnTo>
                      <a:pt x="1" y="9"/>
                    </a:lnTo>
                    <a:lnTo>
                      <a:pt x="0" y="6"/>
                    </a:lnTo>
                    <a:lnTo>
                      <a:pt x="0" y="3"/>
                    </a:lnTo>
                    <a:lnTo>
                      <a:pt x="0" y="0"/>
                    </a:lnTo>
                    <a:lnTo>
                      <a:pt x="1" y="0"/>
                    </a:lnTo>
                    <a:close/>
                  </a:path>
                </a:pathLst>
              </a:custGeom>
              <a:solidFill>
                <a:srgbClr val="A0A070"/>
              </a:solidFill>
              <a:ln>
                <a:noFill/>
                <a:round/>
              </a:ln>
            </p:spPr>
          </p:sp>
          <p:sp>
            <p:nvSpPr>
              <p:cNvPr id="94110" name=""/>
              <p:cNvSpPr/>
              <p:nvPr/>
            </p:nvSpPr>
            <p:spPr>
              <a:xfrm>
                <a:off x="2053" y="2017"/>
                <a:ext cx="3" cy="4"/>
              </a:xfrm>
              <a:custGeom>
                <a:pathLst>
                  <a:path w="8" h="7">
                    <a:moveTo>
                      <a:pt x="4" y="0"/>
                    </a:moveTo>
                    <a:lnTo>
                      <a:pt x="7" y="0"/>
                    </a:lnTo>
                    <a:lnTo>
                      <a:pt x="8" y="0"/>
                    </a:lnTo>
                    <a:lnTo>
                      <a:pt x="8" y="4"/>
                    </a:lnTo>
                    <a:lnTo>
                      <a:pt x="8" y="7"/>
                    </a:lnTo>
                    <a:lnTo>
                      <a:pt x="4" y="7"/>
                    </a:lnTo>
                    <a:lnTo>
                      <a:pt x="1" y="7"/>
                    </a:lnTo>
                    <a:lnTo>
                      <a:pt x="0" y="7"/>
                    </a:lnTo>
                    <a:lnTo>
                      <a:pt x="0" y="4"/>
                    </a:lnTo>
                    <a:lnTo>
                      <a:pt x="1" y="4"/>
                    </a:lnTo>
                    <a:lnTo>
                      <a:pt x="1" y="0"/>
                    </a:lnTo>
                    <a:lnTo>
                      <a:pt x="4" y="0"/>
                    </a:lnTo>
                    <a:close/>
                  </a:path>
                </a:pathLst>
              </a:custGeom>
              <a:solidFill>
                <a:srgbClr val="A0FF00"/>
              </a:solidFill>
              <a:ln>
                <a:noFill/>
                <a:round/>
              </a:ln>
            </p:spPr>
          </p:sp>
          <p:sp>
            <p:nvSpPr>
              <p:cNvPr id="94111" name=""/>
              <p:cNvSpPr/>
              <p:nvPr/>
            </p:nvSpPr>
            <p:spPr>
              <a:xfrm>
                <a:off x="2054" y="2017"/>
                <a:ext cx="1" cy="3"/>
              </a:xfrm>
              <a:custGeom>
                <a:pathLst>
                  <a:path w="2" h="6">
                    <a:moveTo>
                      <a:pt x="2" y="0"/>
                    </a:moveTo>
                    <a:lnTo>
                      <a:pt x="2" y="6"/>
                    </a:lnTo>
                    <a:lnTo>
                      <a:pt x="0" y="6"/>
                    </a:lnTo>
                    <a:lnTo>
                      <a:pt x="2" y="0"/>
                    </a:lnTo>
                    <a:close/>
                  </a:path>
                </a:pathLst>
              </a:custGeom>
              <a:solidFill>
                <a:srgbClr val="FFFFFF"/>
              </a:solidFill>
              <a:ln>
                <a:noFill/>
                <a:round/>
              </a:ln>
            </p:spPr>
          </p:sp>
          <p:sp>
            <p:nvSpPr>
              <p:cNvPr id="94112" name=""/>
              <p:cNvSpPr/>
              <p:nvPr/>
            </p:nvSpPr>
            <p:spPr>
              <a:xfrm>
                <a:off x="2047" y="2001"/>
                <a:ext cx="3" cy="3"/>
              </a:xfrm>
              <a:custGeom>
                <a:pathLst>
                  <a:path w="9" h="6">
                    <a:moveTo>
                      <a:pt x="2" y="0"/>
                    </a:moveTo>
                    <a:lnTo>
                      <a:pt x="7" y="0"/>
                    </a:lnTo>
                    <a:lnTo>
                      <a:pt x="9" y="0"/>
                    </a:lnTo>
                    <a:lnTo>
                      <a:pt x="9" y="2"/>
                    </a:lnTo>
                    <a:lnTo>
                      <a:pt x="9" y="3"/>
                    </a:lnTo>
                    <a:lnTo>
                      <a:pt x="7" y="6"/>
                    </a:lnTo>
                    <a:lnTo>
                      <a:pt x="2" y="6"/>
                    </a:lnTo>
                    <a:lnTo>
                      <a:pt x="0" y="3"/>
                    </a:lnTo>
                    <a:lnTo>
                      <a:pt x="0" y="2"/>
                    </a:lnTo>
                    <a:lnTo>
                      <a:pt x="0" y="0"/>
                    </a:lnTo>
                    <a:lnTo>
                      <a:pt x="2" y="0"/>
                    </a:lnTo>
                    <a:close/>
                  </a:path>
                </a:pathLst>
              </a:custGeom>
              <a:solidFill>
                <a:srgbClr val="A0A070"/>
              </a:solidFill>
              <a:ln>
                <a:noFill/>
                <a:round/>
              </a:ln>
            </p:spPr>
          </p:sp>
          <p:sp>
            <p:nvSpPr>
              <p:cNvPr id="94113" name=""/>
              <p:cNvSpPr/>
              <p:nvPr/>
            </p:nvSpPr>
            <p:spPr>
              <a:xfrm>
                <a:off x="2047" y="2001"/>
                <a:ext cx="3" cy="3"/>
              </a:xfrm>
              <a:custGeom>
                <a:pathLst>
                  <a:path w="9" h="6">
                    <a:moveTo>
                      <a:pt x="2" y="0"/>
                    </a:moveTo>
                    <a:lnTo>
                      <a:pt x="7" y="0"/>
                    </a:lnTo>
                    <a:lnTo>
                      <a:pt x="9" y="2"/>
                    </a:lnTo>
                    <a:lnTo>
                      <a:pt x="9" y="3"/>
                    </a:lnTo>
                    <a:lnTo>
                      <a:pt x="7" y="3"/>
                    </a:lnTo>
                    <a:lnTo>
                      <a:pt x="7" y="6"/>
                    </a:lnTo>
                    <a:lnTo>
                      <a:pt x="2" y="6"/>
                    </a:lnTo>
                    <a:lnTo>
                      <a:pt x="2" y="3"/>
                    </a:lnTo>
                    <a:lnTo>
                      <a:pt x="0" y="3"/>
                    </a:lnTo>
                    <a:lnTo>
                      <a:pt x="0" y="2"/>
                    </a:lnTo>
                    <a:lnTo>
                      <a:pt x="2" y="2"/>
                    </a:lnTo>
                    <a:lnTo>
                      <a:pt x="2" y="0"/>
                    </a:lnTo>
                    <a:close/>
                  </a:path>
                </a:pathLst>
              </a:custGeom>
              <a:solidFill>
                <a:srgbClr val="A0FF00"/>
              </a:solidFill>
              <a:ln>
                <a:noFill/>
                <a:round/>
              </a:ln>
            </p:spPr>
          </p:sp>
          <p:sp>
            <p:nvSpPr>
              <p:cNvPr id="94114" name=""/>
              <p:cNvSpPr/>
              <p:nvPr/>
            </p:nvSpPr>
            <p:spPr>
              <a:xfrm>
                <a:off x="2075" y="2001"/>
                <a:ext cx="3" cy="3"/>
              </a:xfrm>
              <a:custGeom>
                <a:pathLst>
                  <a:path w="9" h="6">
                    <a:moveTo>
                      <a:pt x="1" y="0"/>
                    </a:moveTo>
                    <a:lnTo>
                      <a:pt x="5" y="0"/>
                    </a:lnTo>
                    <a:lnTo>
                      <a:pt x="8" y="0"/>
                    </a:lnTo>
                    <a:lnTo>
                      <a:pt x="9" y="2"/>
                    </a:lnTo>
                    <a:lnTo>
                      <a:pt x="8" y="3"/>
                    </a:lnTo>
                    <a:lnTo>
                      <a:pt x="8" y="6"/>
                    </a:lnTo>
                    <a:lnTo>
                      <a:pt x="1" y="6"/>
                    </a:lnTo>
                    <a:lnTo>
                      <a:pt x="1" y="3"/>
                    </a:lnTo>
                    <a:lnTo>
                      <a:pt x="0" y="3"/>
                    </a:lnTo>
                    <a:lnTo>
                      <a:pt x="0" y="2"/>
                    </a:lnTo>
                    <a:lnTo>
                      <a:pt x="1" y="0"/>
                    </a:lnTo>
                    <a:close/>
                  </a:path>
                </a:pathLst>
              </a:custGeom>
              <a:solidFill>
                <a:srgbClr val="A0A070"/>
              </a:solidFill>
              <a:ln>
                <a:noFill/>
                <a:round/>
              </a:ln>
            </p:spPr>
          </p:sp>
          <p:sp>
            <p:nvSpPr>
              <p:cNvPr id="94115" name=""/>
              <p:cNvSpPr/>
              <p:nvPr/>
            </p:nvSpPr>
            <p:spPr>
              <a:xfrm>
                <a:off x="2075" y="2001"/>
                <a:ext cx="3" cy="3"/>
              </a:xfrm>
              <a:custGeom>
                <a:pathLst>
                  <a:path w="8" h="6">
                    <a:moveTo>
                      <a:pt x="0" y="0"/>
                    </a:moveTo>
                    <a:lnTo>
                      <a:pt x="5" y="0"/>
                    </a:lnTo>
                    <a:lnTo>
                      <a:pt x="8" y="0"/>
                    </a:lnTo>
                    <a:lnTo>
                      <a:pt x="8" y="3"/>
                    </a:lnTo>
                    <a:lnTo>
                      <a:pt x="8" y="6"/>
                    </a:lnTo>
                    <a:lnTo>
                      <a:pt x="5" y="6"/>
                    </a:lnTo>
                    <a:lnTo>
                      <a:pt x="0" y="6"/>
                    </a:lnTo>
                    <a:lnTo>
                      <a:pt x="0" y="3"/>
                    </a:lnTo>
                    <a:lnTo>
                      <a:pt x="0" y="0"/>
                    </a:lnTo>
                    <a:close/>
                  </a:path>
                </a:pathLst>
              </a:custGeom>
              <a:solidFill>
                <a:srgbClr val="A0FF00"/>
              </a:solidFill>
              <a:ln>
                <a:noFill/>
                <a:round/>
              </a:ln>
            </p:spPr>
          </p:sp>
          <p:sp>
            <p:nvSpPr>
              <p:cNvPr id="94116" name=""/>
              <p:cNvSpPr/>
              <p:nvPr/>
            </p:nvSpPr>
            <p:spPr>
              <a:xfrm>
                <a:off x="2075" y="2001"/>
                <a:ext cx="1" cy="2"/>
              </a:xfrm>
              <a:prstGeom prst="rect">
                <a:avLst/>
              </a:prstGeom>
              <a:solidFill>
                <a:srgbClr val="FFFFFF"/>
              </a:solidFill>
              <a:ln>
                <a:noFill/>
                <a:miter lim="800000"/>
              </a:ln>
            </p:spPr>
          </p:sp>
          <p:sp>
            <p:nvSpPr>
              <p:cNvPr id="94117" name=""/>
              <p:cNvSpPr/>
              <p:nvPr/>
            </p:nvSpPr>
            <p:spPr>
              <a:xfrm>
                <a:off x="2053" y="2036"/>
                <a:ext cx="3" cy="4"/>
              </a:xfrm>
              <a:custGeom>
                <a:pathLst>
                  <a:path w="8" h="8">
                    <a:moveTo>
                      <a:pt x="1" y="0"/>
                    </a:moveTo>
                    <a:lnTo>
                      <a:pt x="7" y="0"/>
                    </a:lnTo>
                    <a:lnTo>
                      <a:pt x="8" y="2"/>
                    </a:lnTo>
                    <a:lnTo>
                      <a:pt x="8" y="5"/>
                    </a:lnTo>
                    <a:lnTo>
                      <a:pt x="8" y="6"/>
                    </a:lnTo>
                    <a:lnTo>
                      <a:pt x="8" y="8"/>
                    </a:lnTo>
                    <a:lnTo>
                      <a:pt x="1" y="8"/>
                    </a:lnTo>
                    <a:lnTo>
                      <a:pt x="1" y="6"/>
                    </a:lnTo>
                    <a:lnTo>
                      <a:pt x="0" y="6"/>
                    </a:lnTo>
                    <a:lnTo>
                      <a:pt x="0" y="5"/>
                    </a:lnTo>
                    <a:lnTo>
                      <a:pt x="0" y="2"/>
                    </a:lnTo>
                    <a:lnTo>
                      <a:pt x="1" y="2"/>
                    </a:lnTo>
                    <a:lnTo>
                      <a:pt x="1" y="0"/>
                    </a:lnTo>
                    <a:close/>
                  </a:path>
                </a:pathLst>
              </a:custGeom>
              <a:solidFill>
                <a:srgbClr val="A0A070"/>
              </a:solidFill>
              <a:ln>
                <a:noFill/>
                <a:round/>
              </a:ln>
            </p:spPr>
          </p:sp>
          <p:sp>
            <p:nvSpPr>
              <p:cNvPr id="94118" name=""/>
              <p:cNvSpPr/>
              <p:nvPr/>
            </p:nvSpPr>
            <p:spPr>
              <a:xfrm>
                <a:off x="2053" y="2037"/>
                <a:ext cx="3" cy="2"/>
              </a:xfrm>
              <a:custGeom>
                <a:pathLst>
                  <a:path w="8" h="6">
                    <a:moveTo>
                      <a:pt x="4" y="0"/>
                    </a:moveTo>
                    <a:lnTo>
                      <a:pt x="7" y="0"/>
                    </a:lnTo>
                    <a:lnTo>
                      <a:pt x="8" y="0"/>
                    </a:lnTo>
                    <a:lnTo>
                      <a:pt x="8" y="4"/>
                    </a:lnTo>
                    <a:lnTo>
                      <a:pt x="8" y="6"/>
                    </a:lnTo>
                    <a:lnTo>
                      <a:pt x="4" y="6"/>
                    </a:lnTo>
                    <a:lnTo>
                      <a:pt x="1" y="6"/>
                    </a:lnTo>
                    <a:lnTo>
                      <a:pt x="0" y="6"/>
                    </a:lnTo>
                    <a:lnTo>
                      <a:pt x="0" y="4"/>
                    </a:lnTo>
                    <a:lnTo>
                      <a:pt x="1" y="0"/>
                    </a:lnTo>
                    <a:lnTo>
                      <a:pt x="4" y="0"/>
                    </a:lnTo>
                    <a:close/>
                  </a:path>
                </a:pathLst>
              </a:custGeom>
              <a:solidFill>
                <a:srgbClr val="A0FF00"/>
              </a:solidFill>
              <a:ln>
                <a:noFill/>
                <a:round/>
              </a:ln>
            </p:spPr>
          </p:sp>
          <p:sp>
            <p:nvSpPr>
              <p:cNvPr id="94119" name=""/>
              <p:cNvSpPr/>
              <p:nvPr/>
            </p:nvSpPr>
            <p:spPr>
              <a:xfrm>
                <a:off x="2054" y="2037"/>
                <a:ext cx="1" cy="2"/>
              </a:xfrm>
              <a:custGeom>
                <a:pathLst>
                  <a:path w="2" h="5">
                    <a:moveTo>
                      <a:pt x="2" y="0"/>
                    </a:moveTo>
                    <a:lnTo>
                      <a:pt x="2" y="5"/>
                    </a:lnTo>
                    <a:lnTo>
                      <a:pt x="0" y="5"/>
                    </a:lnTo>
                    <a:lnTo>
                      <a:pt x="2" y="0"/>
                    </a:lnTo>
                    <a:close/>
                  </a:path>
                </a:pathLst>
              </a:custGeom>
              <a:solidFill>
                <a:srgbClr val="FFFFFF"/>
              </a:solidFill>
              <a:ln>
                <a:noFill/>
                <a:round/>
              </a:ln>
            </p:spPr>
          </p:sp>
          <p:sp>
            <p:nvSpPr>
              <p:cNvPr id="94120" name=""/>
              <p:cNvSpPr/>
              <p:nvPr/>
            </p:nvSpPr>
            <p:spPr>
              <a:xfrm>
                <a:off x="2044" y="2065"/>
                <a:ext cx="3" cy="4"/>
              </a:xfrm>
              <a:custGeom>
                <a:pathLst>
                  <a:path w="9" h="7">
                    <a:moveTo>
                      <a:pt x="3" y="0"/>
                    </a:moveTo>
                    <a:lnTo>
                      <a:pt x="8" y="0"/>
                    </a:lnTo>
                    <a:lnTo>
                      <a:pt x="8" y="3"/>
                    </a:lnTo>
                    <a:lnTo>
                      <a:pt x="9" y="3"/>
                    </a:lnTo>
                    <a:lnTo>
                      <a:pt x="9" y="4"/>
                    </a:lnTo>
                    <a:lnTo>
                      <a:pt x="8" y="6"/>
                    </a:lnTo>
                    <a:lnTo>
                      <a:pt x="8" y="7"/>
                    </a:lnTo>
                    <a:lnTo>
                      <a:pt x="3" y="7"/>
                    </a:lnTo>
                    <a:lnTo>
                      <a:pt x="1" y="7"/>
                    </a:lnTo>
                    <a:lnTo>
                      <a:pt x="1" y="6"/>
                    </a:lnTo>
                    <a:lnTo>
                      <a:pt x="0" y="6"/>
                    </a:lnTo>
                    <a:lnTo>
                      <a:pt x="0" y="4"/>
                    </a:lnTo>
                    <a:lnTo>
                      <a:pt x="1" y="3"/>
                    </a:lnTo>
                    <a:lnTo>
                      <a:pt x="1" y="0"/>
                    </a:lnTo>
                    <a:lnTo>
                      <a:pt x="3" y="0"/>
                    </a:lnTo>
                    <a:close/>
                  </a:path>
                </a:pathLst>
              </a:custGeom>
              <a:solidFill>
                <a:srgbClr val="A0A070"/>
              </a:solidFill>
              <a:ln>
                <a:noFill/>
                <a:round/>
              </a:ln>
            </p:spPr>
          </p:sp>
          <p:sp>
            <p:nvSpPr>
              <p:cNvPr id="94121" name=""/>
              <p:cNvSpPr/>
              <p:nvPr/>
            </p:nvSpPr>
            <p:spPr>
              <a:xfrm>
                <a:off x="2045" y="2066"/>
                <a:ext cx="2" cy="2"/>
              </a:xfrm>
              <a:custGeom>
                <a:pathLst>
                  <a:path w="6" h="5">
                    <a:moveTo>
                      <a:pt x="0" y="0"/>
                    </a:moveTo>
                    <a:lnTo>
                      <a:pt x="0" y="5"/>
                    </a:lnTo>
                    <a:lnTo>
                      <a:pt x="6" y="5"/>
                    </a:lnTo>
                    <a:lnTo>
                      <a:pt x="0" y="0"/>
                    </a:lnTo>
                    <a:close/>
                  </a:path>
                </a:pathLst>
              </a:custGeom>
              <a:solidFill>
                <a:srgbClr val="A0FF00"/>
              </a:solidFill>
              <a:ln>
                <a:noFill/>
                <a:round/>
              </a:ln>
            </p:spPr>
          </p:sp>
          <p:sp>
            <p:nvSpPr>
              <p:cNvPr id="94122" name=""/>
              <p:cNvSpPr/>
              <p:nvPr/>
            </p:nvSpPr>
            <p:spPr>
              <a:xfrm>
                <a:off x="2045" y="2066"/>
                <a:ext cx="2" cy="2"/>
              </a:xfrm>
              <a:custGeom>
                <a:pathLst>
                  <a:path w="6" h="5">
                    <a:moveTo>
                      <a:pt x="0" y="0"/>
                    </a:moveTo>
                    <a:lnTo>
                      <a:pt x="0" y="5"/>
                    </a:lnTo>
                    <a:lnTo>
                      <a:pt x="6" y="5"/>
                    </a:lnTo>
                    <a:lnTo>
                      <a:pt x="0" y="0"/>
                    </a:lnTo>
                    <a:close/>
                  </a:path>
                </a:pathLst>
              </a:custGeom>
              <a:solidFill>
                <a:srgbClr val="A0FF00"/>
              </a:solidFill>
              <a:ln>
                <a:noFill/>
                <a:round/>
              </a:ln>
            </p:spPr>
          </p:sp>
          <p:sp>
            <p:nvSpPr>
              <p:cNvPr id="94123" name=""/>
              <p:cNvSpPr/>
              <p:nvPr/>
            </p:nvSpPr>
            <p:spPr>
              <a:xfrm>
                <a:off x="2045" y="2065"/>
                <a:ext cx="2" cy="2"/>
              </a:xfrm>
              <a:custGeom>
                <a:pathLst>
                  <a:path w="6" h="4">
                    <a:moveTo>
                      <a:pt x="0" y="0"/>
                    </a:moveTo>
                    <a:lnTo>
                      <a:pt x="0" y="4"/>
                    </a:lnTo>
                    <a:lnTo>
                      <a:pt x="6" y="4"/>
                    </a:lnTo>
                    <a:lnTo>
                      <a:pt x="0" y="0"/>
                    </a:lnTo>
                    <a:close/>
                  </a:path>
                </a:pathLst>
              </a:custGeom>
              <a:solidFill>
                <a:srgbClr val="A0FF00"/>
              </a:solidFill>
              <a:ln>
                <a:noFill/>
                <a:round/>
              </a:ln>
            </p:spPr>
          </p:sp>
          <p:sp>
            <p:nvSpPr>
              <p:cNvPr id="94124" name=""/>
              <p:cNvSpPr/>
              <p:nvPr/>
            </p:nvSpPr>
            <p:spPr>
              <a:xfrm>
                <a:off x="2045" y="2066"/>
                <a:ext cx="2" cy="2"/>
              </a:xfrm>
              <a:custGeom>
                <a:pathLst>
                  <a:path w="5" h="5">
                    <a:moveTo>
                      <a:pt x="0" y="0"/>
                    </a:moveTo>
                    <a:lnTo>
                      <a:pt x="5" y="0"/>
                    </a:lnTo>
                    <a:lnTo>
                      <a:pt x="0" y="5"/>
                    </a:lnTo>
                    <a:lnTo>
                      <a:pt x="0" y="0"/>
                    </a:lnTo>
                    <a:close/>
                  </a:path>
                </a:pathLst>
              </a:custGeom>
              <a:solidFill>
                <a:srgbClr val="FFFFFF"/>
              </a:solidFill>
              <a:ln>
                <a:noFill/>
                <a:round/>
              </a:ln>
            </p:spPr>
          </p:sp>
          <p:sp>
            <p:nvSpPr>
              <p:cNvPr id="94125" name=""/>
              <p:cNvSpPr/>
              <p:nvPr/>
            </p:nvSpPr>
            <p:spPr>
              <a:xfrm>
                <a:off x="2044" y="2013"/>
                <a:ext cx="40" cy="3"/>
              </a:xfrm>
              <a:prstGeom prst="rect">
                <a:avLst/>
              </a:prstGeom>
              <a:solidFill>
                <a:srgbClr val="505020"/>
              </a:solidFill>
              <a:ln>
                <a:noFill/>
                <a:miter lim="800000"/>
              </a:ln>
            </p:spPr>
          </p:sp>
          <p:sp>
            <p:nvSpPr>
              <p:cNvPr id="94126" name=""/>
              <p:cNvSpPr/>
              <p:nvPr/>
            </p:nvSpPr>
            <p:spPr>
              <a:xfrm>
                <a:off x="2053" y="2010"/>
                <a:ext cx="1" cy="5"/>
              </a:xfrm>
              <a:custGeom>
                <a:pathLst>
                  <a:path w="5" h="11">
                    <a:moveTo>
                      <a:pt x="2" y="0"/>
                    </a:moveTo>
                    <a:lnTo>
                      <a:pt x="5" y="1"/>
                    </a:lnTo>
                    <a:lnTo>
                      <a:pt x="5" y="10"/>
                    </a:lnTo>
                    <a:lnTo>
                      <a:pt x="2" y="11"/>
                    </a:lnTo>
                    <a:lnTo>
                      <a:pt x="0" y="1"/>
                    </a:lnTo>
                    <a:lnTo>
                      <a:pt x="2" y="0"/>
                    </a:lnTo>
                    <a:close/>
                  </a:path>
                </a:pathLst>
              </a:custGeom>
              <a:solidFill>
                <a:srgbClr val="E0E0B0"/>
              </a:solidFill>
              <a:ln>
                <a:noFill/>
                <a:round/>
              </a:ln>
            </p:spPr>
          </p:sp>
          <p:sp>
            <p:nvSpPr>
              <p:cNvPr id="94127" name=""/>
              <p:cNvSpPr/>
              <p:nvPr/>
            </p:nvSpPr>
            <p:spPr>
              <a:xfrm>
                <a:off x="2053" y="2015"/>
                <a:ext cx="1" cy="7"/>
              </a:xfrm>
              <a:custGeom>
                <a:pathLst>
                  <a:path w="5" h="13">
                    <a:moveTo>
                      <a:pt x="2" y="0"/>
                    </a:moveTo>
                    <a:lnTo>
                      <a:pt x="5" y="1"/>
                    </a:lnTo>
                    <a:lnTo>
                      <a:pt x="5" y="12"/>
                    </a:lnTo>
                    <a:lnTo>
                      <a:pt x="2" y="13"/>
                    </a:lnTo>
                    <a:lnTo>
                      <a:pt x="0" y="12"/>
                    </a:lnTo>
                    <a:lnTo>
                      <a:pt x="0" y="1"/>
                    </a:lnTo>
                    <a:lnTo>
                      <a:pt x="2" y="0"/>
                    </a:lnTo>
                    <a:close/>
                  </a:path>
                </a:pathLst>
              </a:custGeom>
              <a:solidFill>
                <a:srgbClr val="E0E0B0"/>
              </a:solidFill>
              <a:ln>
                <a:noFill/>
                <a:round/>
              </a:ln>
            </p:spPr>
          </p:sp>
          <p:sp>
            <p:nvSpPr>
              <p:cNvPr id="94128" name=""/>
              <p:cNvSpPr/>
              <p:nvPr/>
            </p:nvSpPr>
            <p:spPr>
              <a:xfrm>
                <a:off x="2054" y="2052"/>
                <a:ext cx="30" cy="10"/>
              </a:xfrm>
              <a:prstGeom prst="rect">
                <a:avLst/>
              </a:prstGeom>
              <a:solidFill>
                <a:srgbClr val="A0A080"/>
              </a:solidFill>
              <a:ln>
                <a:noFill/>
                <a:miter lim="800000"/>
              </a:ln>
            </p:spPr>
          </p:sp>
          <p:sp>
            <p:nvSpPr>
              <p:cNvPr id="94129" name=""/>
              <p:cNvSpPr/>
              <p:nvPr/>
            </p:nvSpPr>
            <p:spPr>
              <a:xfrm>
                <a:off x="2052" y="2066"/>
                <a:ext cx="18" cy="3"/>
              </a:xfrm>
              <a:custGeom>
                <a:pathLst>
                  <a:path w="53" h="6">
                    <a:moveTo>
                      <a:pt x="0" y="0"/>
                    </a:moveTo>
                    <a:lnTo>
                      <a:pt x="51" y="0"/>
                    </a:lnTo>
                    <a:lnTo>
                      <a:pt x="53" y="3"/>
                    </a:lnTo>
                    <a:lnTo>
                      <a:pt x="0" y="6"/>
                    </a:lnTo>
                    <a:lnTo>
                      <a:pt x="0" y="3"/>
                    </a:lnTo>
                    <a:lnTo>
                      <a:pt x="0" y="0"/>
                    </a:lnTo>
                    <a:close/>
                  </a:path>
                </a:pathLst>
              </a:custGeom>
              <a:solidFill>
                <a:srgbClr val="E0E0B0"/>
              </a:solidFill>
              <a:ln>
                <a:noFill/>
                <a:round/>
              </a:ln>
            </p:spPr>
          </p:sp>
          <p:sp>
            <p:nvSpPr>
              <p:cNvPr id="94130" name=""/>
              <p:cNvSpPr/>
              <p:nvPr/>
            </p:nvSpPr>
            <p:spPr>
              <a:xfrm>
                <a:off x="2058" y="2060"/>
                <a:ext cx="12" cy="2"/>
              </a:xfrm>
              <a:prstGeom prst="rect">
                <a:avLst/>
              </a:prstGeom>
              <a:solidFill>
                <a:srgbClr val="E0E0B0"/>
              </a:solidFill>
              <a:ln>
                <a:noFill/>
                <a:miter lim="800000"/>
              </a:ln>
            </p:spPr>
          </p:sp>
          <p:sp>
            <p:nvSpPr>
              <p:cNvPr id="94131" name=""/>
              <p:cNvSpPr/>
              <p:nvPr/>
            </p:nvSpPr>
            <p:spPr>
              <a:xfrm>
                <a:off x="2068" y="2060"/>
                <a:ext cx="17" cy="3"/>
              </a:xfrm>
              <a:custGeom>
                <a:pathLst>
                  <a:path w="51" h="6">
                    <a:moveTo>
                      <a:pt x="2" y="0"/>
                    </a:moveTo>
                    <a:lnTo>
                      <a:pt x="49" y="0"/>
                    </a:lnTo>
                    <a:lnTo>
                      <a:pt x="51" y="2"/>
                    </a:lnTo>
                    <a:lnTo>
                      <a:pt x="49" y="6"/>
                    </a:lnTo>
                    <a:lnTo>
                      <a:pt x="2" y="6"/>
                    </a:lnTo>
                    <a:lnTo>
                      <a:pt x="0" y="2"/>
                    </a:lnTo>
                    <a:lnTo>
                      <a:pt x="2" y="0"/>
                    </a:lnTo>
                    <a:close/>
                  </a:path>
                </a:pathLst>
              </a:custGeom>
              <a:solidFill>
                <a:srgbClr val="E0E0B0"/>
              </a:solidFill>
              <a:ln>
                <a:noFill/>
                <a:round/>
              </a:ln>
            </p:spPr>
          </p:sp>
          <p:sp>
            <p:nvSpPr>
              <p:cNvPr id="94132" name=""/>
              <p:cNvSpPr/>
              <p:nvPr/>
            </p:nvSpPr>
            <p:spPr>
              <a:xfrm>
                <a:off x="2051" y="2029"/>
                <a:ext cx="1" cy="4"/>
              </a:xfrm>
              <a:prstGeom prst="rect">
                <a:avLst/>
              </a:prstGeom>
              <a:solidFill>
                <a:srgbClr val="F0E0C0"/>
              </a:solidFill>
              <a:ln>
                <a:noFill/>
                <a:miter lim="800000"/>
              </a:ln>
            </p:spPr>
          </p:sp>
          <p:sp>
            <p:nvSpPr>
              <p:cNvPr id="94133" name=""/>
              <p:cNvSpPr/>
              <p:nvPr/>
            </p:nvSpPr>
            <p:spPr>
              <a:xfrm>
                <a:off x="2061" y="2028"/>
                <a:ext cx="1" cy="3"/>
              </a:xfrm>
              <a:prstGeom prst="rect">
                <a:avLst/>
              </a:prstGeom>
              <a:solidFill>
                <a:srgbClr val="F0E0C0"/>
              </a:solidFill>
              <a:ln>
                <a:noFill/>
                <a:miter lim="800000"/>
              </a:ln>
            </p:spPr>
          </p:sp>
          <p:sp>
            <p:nvSpPr>
              <p:cNvPr id="94134" name=""/>
              <p:cNvSpPr/>
              <p:nvPr/>
            </p:nvSpPr>
            <p:spPr>
              <a:xfrm>
                <a:off x="2060" y="2031"/>
                <a:ext cx="2" cy="3"/>
              </a:xfrm>
              <a:prstGeom prst="rect">
                <a:avLst/>
              </a:prstGeom>
              <a:solidFill>
                <a:srgbClr val="F0E0C0"/>
              </a:solidFill>
              <a:ln>
                <a:noFill/>
                <a:miter lim="800000"/>
              </a:ln>
            </p:spPr>
          </p:sp>
          <p:sp>
            <p:nvSpPr>
              <p:cNvPr id="94135" name=""/>
              <p:cNvSpPr/>
              <p:nvPr/>
            </p:nvSpPr>
            <p:spPr>
              <a:xfrm>
                <a:off x="2069" y="2031"/>
                <a:ext cx="9" cy="3"/>
              </a:xfrm>
              <a:prstGeom prst="rect">
                <a:avLst/>
              </a:prstGeom>
              <a:solidFill>
                <a:srgbClr val="F0E0C0"/>
              </a:solidFill>
              <a:ln>
                <a:noFill/>
                <a:miter lim="800000"/>
              </a:ln>
            </p:spPr>
          </p:sp>
          <p:sp>
            <p:nvSpPr>
              <p:cNvPr id="94136" name=""/>
              <p:cNvSpPr/>
              <p:nvPr/>
            </p:nvSpPr>
            <p:spPr>
              <a:xfrm>
                <a:off x="2053" y="2032"/>
                <a:ext cx="1" cy="9"/>
              </a:xfrm>
              <a:prstGeom prst="rect">
                <a:avLst/>
              </a:prstGeom>
              <a:solidFill>
                <a:srgbClr val="F0E0C0"/>
              </a:solidFill>
              <a:ln>
                <a:noFill/>
                <a:miter lim="800000"/>
              </a:ln>
            </p:spPr>
          </p:sp>
          <p:sp>
            <p:nvSpPr>
              <p:cNvPr id="94137" name=""/>
              <p:cNvSpPr/>
              <p:nvPr/>
            </p:nvSpPr>
            <p:spPr>
              <a:xfrm>
                <a:off x="2053" y="2039"/>
                <a:ext cx="17" cy="2"/>
              </a:xfrm>
              <a:custGeom>
                <a:pathLst>
                  <a:path w="52" h="4">
                    <a:moveTo>
                      <a:pt x="0" y="0"/>
                    </a:moveTo>
                    <a:lnTo>
                      <a:pt x="51" y="0"/>
                    </a:lnTo>
                    <a:lnTo>
                      <a:pt x="52" y="4"/>
                    </a:lnTo>
                    <a:lnTo>
                      <a:pt x="0" y="4"/>
                    </a:lnTo>
                    <a:lnTo>
                      <a:pt x="0" y="0"/>
                    </a:lnTo>
                    <a:close/>
                  </a:path>
                </a:pathLst>
              </a:custGeom>
              <a:solidFill>
                <a:srgbClr val="F0E0C0"/>
              </a:solidFill>
              <a:ln>
                <a:noFill/>
                <a:round/>
              </a:ln>
            </p:spPr>
          </p:sp>
          <p:sp>
            <p:nvSpPr>
              <p:cNvPr id="94138" name=""/>
              <p:cNvSpPr/>
              <p:nvPr/>
            </p:nvSpPr>
            <p:spPr>
              <a:xfrm>
                <a:off x="2069" y="2032"/>
                <a:ext cx="1" cy="9"/>
              </a:xfrm>
              <a:custGeom>
                <a:pathLst>
                  <a:path w="4" h="18">
                    <a:moveTo>
                      <a:pt x="4" y="0"/>
                    </a:moveTo>
                    <a:lnTo>
                      <a:pt x="4" y="15"/>
                    </a:lnTo>
                    <a:lnTo>
                      <a:pt x="3" y="17"/>
                    </a:lnTo>
                    <a:lnTo>
                      <a:pt x="3" y="18"/>
                    </a:lnTo>
                    <a:lnTo>
                      <a:pt x="0" y="17"/>
                    </a:lnTo>
                    <a:lnTo>
                      <a:pt x="3" y="15"/>
                    </a:lnTo>
                    <a:lnTo>
                      <a:pt x="3" y="0"/>
                    </a:lnTo>
                    <a:lnTo>
                      <a:pt x="4" y="0"/>
                    </a:lnTo>
                    <a:close/>
                  </a:path>
                </a:pathLst>
              </a:custGeom>
              <a:solidFill>
                <a:srgbClr val="808050"/>
              </a:solidFill>
              <a:ln>
                <a:noFill/>
                <a:round/>
              </a:ln>
            </p:spPr>
          </p:sp>
          <p:sp>
            <p:nvSpPr>
              <p:cNvPr id="94139" name=""/>
              <p:cNvSpPr/>
              <p:nvPr/>
            </p:nvSpPr>
            <p:spPr>
              <a:xfrm>
                <a:off x="2069" y="2029"/>
                <a:ext cx="9" cy="3"/>
              </a:xfrm>
              <a:prstGeom prst="rect">
                <a:avLst/>
              </a:prstGeom>
              <a:solidFill>
                <a:srgbClr val="706040"/>
              </a:solidFill>
              <a:ln>
                <a:noFill/>
                <a:miter lim="800000"/>
              </a:ln>
            </p:spPr>
          </p:sp>
          <p:sp>
            <p:nvSpPr>
              <p:cNvPr id="94140" name=""/>
              <p:cNvSpPr/>
              <p:nvPr/>
            </p:nvSpPr>
            <p:spPr>
              <a:xfrm>
                <a:off x="2076" y="2029"/>
                <a:ext cx="2" cy="4"/>
              </a:xfrm>
              <a:prstGeom prst="rect">
                <a:avLst/>
              </a:prstGeom>
              <a:solidFill>
                <a:srgbClr val="706040"/>
              </a:solidFill>
              <a:ln>
                <a:noFill/>
                <a:miter lim="800000"/>
              </a:ln>
            </p:spPr>
          </p:sp>
          <p:sp>
            <p:nvSpPr>
              <p:cNvPr id="94141" name=""/>
              <p:cNvSpPr/>
              <p:nvPr/>
            </p:nvSpPr>
            <p:spPr>
              <a:xfrm>
                <a:off x="2053" y="2027"/>
                <a:ext cx="17" cy="4"/>
              </a:xfrm>
              <a:custGeom>
                <a:pathLst>
                  <a:path w="53" h="10">
                    <a:moveTo>
                      <a:pt x="0" y="4"/>
                    </a:moveTo>
                    <a:lnTo>
                      <a:pt x="2" y="0"/>
                    </a:lnTo>
                    <a:lnTo>
                      <a:pt x="49" y="0"/>
                    </a:lnTo>
                    <a:lnTo>
                      <a:pt x="52" y="0"/>
                    </a:lnTo>
                    <a:lnTo>
                      <a:pt x="53" y="4"/>
                    </a:lnTo>
                    <a:lnTo>
                      <a:pt x="53" y="10"/>
                    </a:lnTo>
                    <a:lnTo>
                      <a:pt x="52" y="4"/>
                    </a:lnTo>
                    <a:lnTo>
                      <a:pt x="51" y="3"/>
                    </a:lnTo>
                    <a:lnTo>
                      <a:pt x="2" y="3"/>
                    </a:lnTo>
                    <a:lnTo>
                      <a:pt x="1" y="4"/>
                    </a:lnTo>
                    <a:lnTo>
                      <a:pt x="0" y="4"/>
                    </a:lnTo>
                    <a:close/>
                  </a:path>
                </a:pathLst>
              </a:custGeom>
              <a:solidFill>
                <a:srgbClr val="808050"/>
              </a:solidFill>
              <a:ln>
                <a:noFill/>
                <a:round/>
              </a:ln>
            </p:spPr>
          </p:sp>
          <p:sp>
            <p:nvSpPr>
              <p:cNvPr id="94142" name=""/>
              <p:cNvSpPr/>
              <p:nvPr/>
            </p:nvSpPr>
            <p:spPr>
              <a:xfrm>
                <a:off x="2052" y="2029"/>
                <a:ext cx="1" cy="4"/>
              </a:xfrm>
              <a:prstGeom prst="rect">
                <a:avLst/>
              </a:prstGeom>
              <a:solidFill>
                <a:srgbClr val="706040"/>
              </a:solidFill>
              <a:ln>
                <a:noFill/>
                <a:miter lim="800000"/>
              </a:ln>
            </p:spPr>
          </p:sp>
          <p:sp>
            <p:nvSpPr>
              <p:cNvPr id="94143" name=""/>
              <p:cNvSpPr/>
              <p:nvPr/>
            </p:nvSpPr>
            <p:spPr>
              <a:xfrm>
                <a:off x="2053" y="2027"/>
                <a:ext cx="1" cy="4"/>
              </a:xfrm>
              <a:custGeom>
                <a:pathLst>
                  <a:path w="5" h="9">
                    <a:moveTo>
                      <a:pt x="0" y="0"/>
                    </a:moveTo>
                    <a:lnTo>
                      <a:pt x="0" y="9"/>
                    </a:lnTo>
                    <a:lnTo>
                      <a:pt x="5" y="0"/>
                    </a:lnTo>
                    <a:lnTo>
                      <a:pt x="0" y="0"/>
                    </a:lnTo>
                    <a:close/>
                  </a:path>
                </a:pathLst>
              </a:custGeom>
              <a:solidFill>
                <a:srgbClr val="F0E0C0"/>
              </a:solidFill>
              <a:ln>
                <a:noFill/>
                <a:round/>
              </a:ln>
            </p:spPr>
          </p:sp>
          <p:sp>
            <p:nvSpPr>
              <p:cNvPr id="94144" name=""/>
              <p:cNvSpPr/>
              <p:nvPr/>
            </p:nvSpPr>
            <p:spPr>
              <a:xfrm>
                <a:off x="2061" y="2032"/>
                <a:ext cx="9" cy="2"/>
              </a:xfrm>
              <a:prstGeom prst="rect">
                <a:avLst/>
              </a:prstGeom>
              <a:solidFill>
                <a:srgbClr val="706040"/>
              </a:solidFill>
              <a:ln>
                <a:noFill/>
                <a:miter lim="800000"/>
              </a:ln>
            </p:spPr>
          </p:sp>
          <p:sp>
            <p:nvSpPr>
              <p:cNvPr id="94145" name=""/>
              <p:cNvSpPr/>
              <p:nvPr/>
            </p:nvSpPr>
            <p:spPr>
              <a:xfrm>
                <a:off x="2068" y="2031"/>
                <a:ext cx="2" cy="3"/>
              </a:xfrm>
              <a:prstGeom prst="rect">
                <a:avLst/>
              </a:prstGeom>
              <a:solidFill>
                <a:srgbClr val="706040"/>
              </a:solidFill>
              <a:ln>
                <a:noFill/>
                <a:miter lim="800000"/>
              </a:ln>
            </p:spPr>
          </p:sp>
          <p:sp>
            <p:nvSpPr>
              <p:cNvPr id="94146" name=""/>
              <p:cNvSpPr/>
              <p:nvPr/>
            </p:nvSpPr>
            <p:spPr>
              <a:xfrm>
                <a:off x="2068" y="2028"/>
                <a:ext cx="2" cy="4"/>
              </a:xfrm>
              <a:prstGeom prst="rect">
                <a:avLst/>
              </a:prstGeom>
              <a:solidFill>
                <a:srgbClr val="706040"/>
              </a:solidFill>
              <a:ln>
                <a:noFill/>
                <a:miter lim="800000"/>
              </a:ln>
            </p:spPr>
          </p:sp>
          <p:sp>
            <p:nvSpPr>
              <p:cNvPr id="94147" name=""/>
              <p:cNvSpPr/>
              <p:nvPr/>
            </p:nvSpPr>
            <p:spPr>
              <a:xfrm>
                <a:off x="2061" y="2028"/>
                <a:ext cx="9" cy="3"/>
              </a:xfrm>
              <a:prstGeom prst="rect">
                <a:avLst/>
              </a:prstGeom>
              <a:solidFill>
                <a:srgbClr val="706040"/>
              </a:solidFill>
              <a:ln>
                <a:noFill/>
                <a:miter lim="800000"/>
              </a:ln>
            </p:spPr>
          </p:sp>
          <p:sp>
            <p:nvSpPr>
              <p:cNvPr id="94148" name=""/>
              <p:cNvSpPr/>
              <p:nvPr/>
            </p:nvSpPr>
            <p:spPr>
              <a:xfrm>
                <a:off x="2071" y="2035"/>
                <a:ext cx="5" cy="3"/>
              </a:xfrm>
              <a:custGeom>
                <a:pathLst>
                  <a:path w="13" h="4">
                    <a:moveTo>
                      <a:pt x="0" y="0"/>
                    </a:moveTo>
                    <a:lnTo>
                      <a:pt x="13" y="0"/>
                    </a:lnTo>
                    <a:lnTo>
                      <a:pt x="0" y="4"/>
                    </a:lnTo>
                    <a:lnTo>
                      <a:pt x="0" y="0"/>
                    </a:lnTo>
                    <a:close/>
                  </a:path>
                </a:pathLst>
              </a:custGeom>
              <a:solidFill>
                <a:srgbClr val="F0E0C0"/>
              </a:solidFill>
              <a:ln>
                <a:noFill/>
                <a:round/>
              </a:ln>
            </p:spPr>
          </p:sp>
          <p:sp>
            <p:nvSpPr>
              <p:cNvPr id="94149" name=""/>
              <p:cNvSpPr/>
              <p:nvPr/>
            </p:nvSpPr>
            <p:spPr>
              <a:xfrm>
                <a:off x="2053" y="2008"/>
                <a:ext cx="17" cy="3"/>
              </a:xfrm>
              <a:prstGeom prst="rect">
                <a:avLst/>
              </a:prstGeom>
              <a:solidFill>
                <a:srgbClr val="706040"/>
              </a:solidFill>
              <a:ln>
                <a:noFill/>
                <a:miter lim="800000"/>
              </a:ln>
            </p:spPr>
          </p:sp>
          <p:sp>
            <p:nvSpPr>
              <p:cNvPr id="94150" name=""/>
              <p:cNvSpPr/>
              <p:nvPr/>
            </p:nvSpPr>
            <p:spPr>
              <a:xfrm>
                <a:off x="2069" y="2008"/>
                <a:ext cx="1" cy="6"/>
              </a:xfrm>
              <a:custGeom>
                <a:pathLst>
                  <a:path w="4" h="12">
                    <a:moveTo>
                      <a:pt x="0" y="0"/>
                    </a:moveTo>
                    <a:lnTo>
                      <a:pt x="4" y="10"/>
                    </a:lnTo>
                    <a:lnTo>
                      <a:pt x="0" y="12"/>
                    </a:lnTo>
                    <a:lnTo>
                      <a:pt x="0" y="1"/>
                    </a:lnTo>
                    <a:lnTo>
                      <a:pt x="0" y="0"/>
                    </a:lnTo>
                    <a:close/>
                  </a:path>
                </a:pathLst>
              </a:custGeom>
              <a:solidFill>
                <a:srgbClr val="706040"/>
              </a:solidFill>
              <a:ln>
                <a:noFill/>
                <a:round/>
              </a:ln>
            </p:spPr>
          </p:sp>
          <p:sp>
            <p:nvSpPr>
              <p:cNvPr id="94151" name=""/>
              <p:cNvSpPr/>
              <p:nvPr/>
            </p:nvSpPr>
            <p:spPr>
              <a:xfrm>
                <a:off x="2069" y="2017"/>
                <a:ext cx="1" cy="5"/>
              </a:xfrm>
              <a:prstGeom prst="rect">
                <a:avLst/>
              </a:prstGeom>
              <a:solidFill>
                <a:srgbClr val="706040"/>
              </a:solidFill>
              <a:ln>
                <a:noFill/>
                <a:miter lim="800000"/>
              </a:ln>
            </p:spPr>
          </p:sp>
          <p:sp>
            <p:nvSpPr>
              <p:cNvPr id="94152" name=""/>
              <p:cNvSpPr/>
              <p:nvPr/>
            </p:nvSpPr>
            <p:spPr>
              <a:xfrm>
                <a:off x="2053" y="2020"/>
                <a:ext cx="17" cy="2"/>
              </a:xfrm>
              <a:prstGeom prst="rect">
                <a:avLst/>
              </a:prstGeom>
              <a:solidFill>
                <a:srgbClr val="E0E0B0"/>
              </a:solidFill>
              <a:ln>
                <a:noFill/>
                <a:miter lim="800000"/>
              </a:ln>
            </p:spPr>
          </p:sp>
          <p:sp>
            <p:nvSpPr>
              <p:cNvPr id="94153" name=""/>
              <p:cNvSpPr/>
              <p:nvPr/>
            </p:nvSpPr>
            <p:spPr>
              <a:xfrm>
                <a:off x="2044" y="2013"/>
                <a:ext cx="1" cy="5"/>
              </a:xfrm>
              <a:custGeom>
                <a:pathLst>
                  <a:path w="4" h="11">
                    <a:moveTo>
                      <a:pt x="3" y="0"/>
                    </a:moveTo>
                    <a:lnTo>
                      <a:pt x="0" y="9"/>
                    </a:lnTo>
                    <a:lnTo>
                      <a:pt x="3" y="11"/>
                    </a:lnTo>
                    <a:lnTo>
                      <a:pt x="4" y="11"/>
                    </a:lnTo>
                    <a:lnTo>
                      <a:pt x="3" y="7"/>
                    </a:lnTo>
                    <a:lnTo>
                      <a:pt x="1" y="6"/>
                    </a:lnTo>
                    <a:lnTo>
                      <a:pt x="1" y="2"/>
                    </a:lnTo>
                    <a:lnTo>
                      <a:pt x="3" y="0"/>
                    </a:lnTo>
                    <a:close/>
                  </a:path>
                </a:pathLst>
              </a:custGeom>
              <a:solidFill>
                <a:srgbClr val="F0E0C0"/>
              </a:solidFill>
              <a:ln>
                <a:noFill/>
                <a:round/>
              </a:ln>
            </p:spPr>
          </p:sp>
          <p:sp>
            <p:nvSpPr>
              <p:cNvPr id="94154" name=""/>
              <p:cNvSpPr/>
              <p:nvPr/>
            </p:nvSpPr>
            <p:spPr>
              <a:xfrm>
                <a:off x="2054" y="2064"/>
                <a:ext cx="5" cy="2"/>
              </a:xfrm>
              <a:prstGeom prst="rect">
                <a:avLst/>
              </a:prstGeom>
              <a:solidFill>
                <a:srgbClr val="F0E0C0"/>
              </a:solidFill>
              <a:ln>
                <a:noFill/>
                <a:miter lim="800000"/>
              </a:ln>
            </p:spPr>
          </p:sp>
          <p:sp>
            <p:nvSpPr>
              <p:cNvPr id="94155" name=""/>
              <p:cNvSpPr/>
              <p:nvPr/>
            </p:nvSpPr>
            <p:spPr>
              <a:xfrm>
                <a:off x="2054" y="2051"/>
                <a:ext cx="30" cy="2"/>
              </a:xfrm>
              <a:prstGeom prst="rect">
                <a:avLst/>
              </a:prstGeom>
              <a:solidFill>
                <a:srgbClr val="706040"/>
              </a:solidFill>
              <a:ln>
                <a:noFill/>
                <a:miter lim="800000"/>
              </a:ln>
            </p:spPr>
          </p:sp>
          <p:sp>
            <p:nvSpPr>
              <p:cNvPr id="94156" name=""/>
              <p:cNvSpPr/>
              <p:nvPr/>
            </p:nvSpPr>
            <p:spPr>
              <a:xfrm>
                <a:off x="2054" y="2052"/>
                <a:ext cx="2" cy="14"/>
              </a:xfrm>
              <a:prstGeom prst="rect">
                <a:avLst/>
              </a:prstGeom>
              <a:solidFill>
                <a:srgbClr val="706040"/>
              </a:solidFill>
              <a:ln>
                <a:noFill/>
                <a:miter lim="800000"/>
              </a:ln>
            </p:spPr>
          </p:sp>
          <p:sp>
            <p:nvSpPr>
              <p:cNvPr id="94157" name=""/>
              <p:cNvSpPr/>
              <p:nvPr/>
            </p:nvSpPr>
            <p:spPr>
              <a:xfrm>
                <a:off x="2054" y="2059"/>
                <a:ext cx="30" cy="3"/>
              </a:xfrm>
              <a:prstGeom prst="rect">
                <a:avLst/>
              </a:prstGeom>
              <a:solidFill>
                <a:srgbClr val="706040"/>
              </a:solidFill>
              <a:ln>
                <a:noFill/>
                <a:miter lim="800000"/>
              </a:ln>
            </p:spPr>
          </p:sp>
          <p:sp>
            <p:nvSpPr>
              <p:cNvPr id="94158" name=""/>
              <p:cNvSpPr/>
              <p:nvPr/>
            </p:nvSpPr>
            <p:spPr>
              <a:xfrm>
                <a:off x="2035" y="2076"/>
                <a:ext cx="56" cy="13"/>
              </a:xfrm>
              <a:prstGeom prst="rect">
                <a:avLst/>
              </a:prstGeom>
              <a:solidFill>
                <a:srgbClr val="D0C0A0"/>
              </a:solidFill>
              <a:ln>
                <a:noFill/>
                <a:miter lim="800000"/>
              </a:ln>
            </p:spPr>
          </p:sp>
          <p:sp>
            <p:nvSpPr>
              <p:cNvPr id="94159" name=""/>
              <p:cNvSpPr/>
              <p:nvPr/>
            </p:nvSpPr>
            <p:spPr>
              <a:xfrm>
                <a:off x="2044" y="2077"/>
                <a:ext cx="39" cy="10"/>
              </a:xfrm>
              <a:custGeom>
                <a:pathLst>
                  <a:path w="119" h="20">
                    <a:moveTo>
                      <a:pt x="2" y="20"/>
                    </a:moveTo>
                    <a:lnTo>
                      <a:pt x="117" y="20"/>
                    </a:lnTo>
                    <a:lnTo>
                      <a:pt x="118" y="20"/>
                    </a:lnTo>
                    <a:lnTo>
                      <a:pt x="118" y="17"/>
                    </a:lnTo>
                    <a:lnTo>
                      <a:pt x="119" y="6"/>
                    </a:lnTo>
                    <a:lnTo>
                      <a:pt x="118" y="2"/>
                    </a:lnTo>
                    <a:lnTo>
                      <a:pt x="117" y="1"/>
                    </a:lnTo>
                    <a:lnTo>
                      <a:pt x="2" y="0"/>
                    </a:lnTo>
                    <a:lnTo>
                      <a:pt x="1" y="1"/>
                    </a:lnTo>
                    <a:lnTo>
                      <a:pt x="0" y="3"/>
                    </a:lnTo>
                    <a:lnTo>
                      <a:pt x="0" y="16"/>
                    </a:lnTo>
                    <a:lnTo>
                      <a:pt x="1" y="18"/>
                    </a:lnTo>
                    <a:lnTo>
                      <a:pt x="2" y="20"/>
                    </a:lnTo>
                    <a:close/>
                  </a:path>
                </a:pathLst>
              </a:custGeom>
              <a:solidFill>
                <a:srgbClr val="404040"/>
              </a:solidFill>
              <a:ln>
                <a:noFill/>
                <a:round/>
              </a:ln>
            </p:spPr>
          </p:sp>
          <p:sp>
            <p:nvSpPr>
              <p:cNvPr id="94160" name=""/>
              <p:cNvSpPr/>
              <p:nvPr/>
            </p:nvSpPr>
            <p:spPr>
              <a:xfrm>
                <a:off x="2061" y="1987"/>
                <a:ext cx="3" cy="2"/>
              </a:xfrm>
              <a:custGeom>
                <a:pathLst>
                  <a:path w="7" h="4">
                    <a:moveTo>
                      <a:pt x="5" y="0"/>
                    </a:moveTo>
                    <a:lnTo>
                      <a:pt x="7" y="0"/>
                    </a:lnTo>
                    <a:lnTo>
                      <a:pt x="7" y="4"/>
                    </a:lnTo>
                    <a:lnTo>
                      <a:pt x="0" y="4"/>
                    </a:lnTo>
                    <a:lnTo>
                      <a:pt x="5" y="0"/>
                    </a:lnTo>
                    <a:close/>
                  </a:path>
                </a:pathLst>
              </a:custGeom>
              <a:solidFill>
                <a:srgbClr val="C0C080"/>
              </a:solidFill>
              <a:ln>
                <a:noFill/>
                <a:round/>
              </a:ln>
            </p:spPr>
          </p:sp>
          <p:sp>
            <p:nvSpPr>
              <p:cNvPr id="94161" name=""/>
              <p:cNvSpPr/>
              <p:nvPr/>
            </p:nvSpPr>
            <p:spPr>
              <a:xfrm>
                <a:off x="2061" y="1987"/>
                <a:ext cx="2" cy="1"/>
              </a:xfrm>
              <a:custGeom>
                <a:pathLst>
                  <a:path w="4" h="1">
                    <a:moveTo>
                      <a:pt x="3" y="0"/>
                    </a:moveTo>
                    <a:lnTo>
                      <a:pt x="4" y="0"/>
                    </a:lnTo>
                    <a:lnTo>
                      <a:pt x="4" y="1"/>
                    </a:lnTo>
                    <a:lnTo>
                      <a:pt x="0" y="1"/>
                    </a:lnTo>
                    <a:lnTo>
                      <a:pt x="3" y="0"/>
                    </a:lnTo>
                  </a:path>
                </a:pathLst>
              </a:custGeom>
              <a:noFill/>
              <a:ln w="4763">
                <a:solidFill>
                  <a:srgbClr val="000000"/>
                </a:solidFill>
                <a:prstDash val="solid"/>
                <a:round/>
              </a:ln>
            </p:spPr>
          </p:sp>
          <p:sp>
            <p:nvSpPr>
              <p:cNvPr id="94162" name=""/>
              <p:cNvSpPr/>
              <p:nvPr/>
            </p:nvSpPr>
            <p:spPr>
              <a:xfrm>
                <a:off x="2040" y="1982"/>
                <a:ext cx="47" cy="12"/>
              </a:xfrm>
              <a:custGeom>
                <a:pathLst>
                  <a:path w="140" h="25">
                    <a:moveTo>
                      <a:pt x="11" y="0"/>
                    </a:moveTo>
                    <a:lnTo>
                      <a:pt x="131" y="0"/>
                    </a:lnTo>
                    <a:lnTo>
                      <a:pt x="133" y="2"/>
                    </a:lnTo>
                    <a:lnTo>
                      <a:pt x="135" y="2"/>
                    </a:lnTo>
                    <a:lnTo>
                      <a:pt x="137" y="4"/>
                    </a:lnTo>
                    <a:lnTo>
                      <a:pt x="138" y="5"/>
                    </a:lnTo>
                    <a:lnTo>
                      <a:pt x="139" y="7"/>
                    </a:lnTo>
                    <a:lnTo>
                      <a:pt x="140" y="9"/>
                    </a:lnTo>
                    <a:lnTo>
                      <a:pt x="140" y="11"/>
                    </a:lnTo>
                    <a:lnTo>
                      <a:pt x="140" y="14"/>
                    </a:lnTo>
                    <a:lnTo>
                      <a:pt x="140" y="17"/>
                    </a:lnTo>
                    <a:lnTo>
                      <a:pt x="139" y="18"/>
                    </a:lnTo>
                    <a:lnTo>
                      <a:pt x="138" y="20"/>
                    </a:lnTo>
                    <a:lnTo>
                      <a:pt x="137" y="23"/>
                    </a:lnTo>
                    <a:lnTo>
                      <a:pt x="135" y="24"/>
                    </a:lnTo>
                    <a:lnTo>
                      <a:pt x="133" y="25"/>
                    </a:lnTo>
                    <a:lnTo>
                      <a:pt x="131" y="25"/>
                    </a:lnTo>
                    <a:lnTo>
                      <a:pt x="130" y="25"/>
                    </a:lnTo>
                    <a:lnTo>
                      <a:pt x="11" y="25"/>
                    </a:lnTo>
                    <a:lnTo>
                      <a:pt x="10" y="25"/>
                    </a:lnTo>
                    <a:lnTo>
                      <a:pt x="7" y="25"/>
                    </a:lnTo>
                    <a:lnTo>
                      <a:pt x="5" y="24"/>
                    </a:lnTo>
                    <a:lnTo>
                      <a:pt x="4" y="23"/>
                    </a:lnTo>
                    <a:lnTo>
                      <a:pt x="2" y="19"/>
                    </a:lnTo>
                    <a:lnTo>
                      <a:pt x="0" y="17"/>
                    </a:lnTo>
                    <a:lnTo>
                      <a:pt x="0" y="16"/>
                    </a:lnTo>
                    <a:lnTo>
                      <a:pt x="0" y="14"/>
                    </a:lnTo>
                    <a:lnTo>
                      <a:pt x="0" y="11"/>
                    </a:lnTo>
                    <a:lnTo>
                      <a:pt x="0" y="10"/>
                    </a:lnTo>
                    <a:lnTo>
                      <a:pt x="0" y="9"/>
                    </a:lnTo>
                    <a:lnTo>
                      <a:pt x="2" y="6"/>
                    </a:lnTo>
                    <a:lnTo>
                      <a:pt x="3" y="4"/>
                    </a:lnTo>
                    <a:lnTo>
                      <a:pt x="5" y="2"/>
                    </a:lnTo>
                    <a:lnTo>
                      <a:pt x="7" y="2"/>
                    </a:lnTo>
                    <a:lnTo>
                      <a:pt x="11" y="0"/>
                    </a:lnTo>
                    <a:close/>
                  </a:path>
                </a:pathLst>
              </a:custGeom>
              <a:solidFill>
                <a:srgbClr val="F0E0C0"/>
              </a:solidFill>
              <a:ln>
                <a:noFill/>
                <a:round/>
              </a:ln>
            </p:spPr>
          </p:sp>
          <p:sp>
            <p:nvSpPr>
              <p:cNvPr id="94163" name=""/>
              <p:cNvSpPr/>
              <p:nvPr/>
            </p:nvSpPr>
            <p:spPr>
              <a:xfrm>
                <a:off x="2040" y="1982"/>
                <a:ext cx="46" cy="11"/>
              </a:xfrm>
              <a:custGeom>
                <a:pathLst>
                  <a:path w="137" h="21">
                    <a:moveTo>
                      <a:pt x="11" y="0"/>
                    </a:moveTo>
                    <a:lnTo>
                      <a:pt x="129" y="0"/>
                    </a:lnTo>
                    <a:lnTo>
                      <a:pt x="131" y="2"/>
                    </a:lnTo>
                    <a:lnTo>
                      <a:pt x="131" y="2"/>
                    </a:lnTo>
                    <a:lnTo>
                      <a:pt x="133" y="3"/>
                    </a:lnTo>
                    <a:lnTo>
                      <a:pt x="135" y="4"/>
                    </a:lnTo>
                    <a:lnTo>
                      <a:pt x="136" y="6"/>
                    </a:lnTo>
                    <a:lnTo>
                      <a:pt x="137" y="7"/>
                    </a:lnTo>
                    <a:lnTo>
                      <a:pt x="137" y="9"/>
                    </a:lnTo>
                    <a:lnTo>
                      <a:pt x="137" y="13"/>
                    </a:lnTo>
                    <a:lnTo>
                      <a:pt x="137" y="14"/>
                    </a:lnTo>
                    <a:lnTo>
                      <a:pt x="136" y="16"/>
                    </a:lnTo>
                    <a:lnTo>
                      <a:pt x="135" y="18"/>
                    </a:lnTo>
                    <a:lnTo>
                      <a:pt x="133" y="19"/>
                    </a:lnTo>
                    <a:lnTo>
                      <a:pt x="131" y="20"/>
                    </a:lnTo>
                    <a:lnTo>
                      <a:pt x="131" y="21"/>
                    </a:lnTo>
                    <a:lnTo>
                      <a:pt x="129" y="21"/>
                    </a:lnTo>
                    <a:lnTo>
                      <a:pt x="11" y="21"/>
                    </a:lnTo>
                    <a:lnTo>
                      <a:pt x="8" y="21"/>
                    </a:lnTo>
                    <a:lnTo>
                      <a:pt x="6" y="21"/>
                    </a:lnTo>
                    <a:lnTo>
                      <a:pt x="5" y="20"/>
                    </a:lnTo>
                    <a:lnTo>
                      <a:pt x="4" y="19"/>
                    </a:lnTo>
                    <a:lnTo>
                      <a:pt x="2" y="17"/>
                    </a:lnTo>
                    <a:lnTo>
                      <a:pt x="0" y="14"/>
                    </a:lnTo>
                    <a:lnTo>
                      <a:pt x="0" y="13"/>
                    </a:lnTo>
                    <a:lnTo>
                      <a:pt x="0" y="9"/>
                    </a:lnTo>
                    <a:lnTo>
                      <a:pt x="0" y="9"/>
                    </a:lnTo>
                    <a:lnTo>
                      <a:pt x="0" y="7"/>
                    </a:lnTo>
                    <a:lnTo>
                      <a:pt x="2" y="5"/>
                    </a:lnTo>
                    <a:lnTo>
                      <a:pt x="3" y="3"/>
                    </a:lnTo>
                    <a:lnTo>
                      <a:pt x="5" y="2"/>
                    </a:lnTo>
                    <a:lnTo>
                      <a:pt x="6" y="2"/>
                    </a:lnTo>
                    <a:lnTo>
                      <a:pt x="11" y="0"/>
                    </a:lnTo>
                  </a:path>
                </a:pathLst>
              </a:custGeom>
              <a:noFill/>
              <a:ln w="4763">
                <a:solidFill>
                  <a:srgbClr val="808060"/>
                </a:solidFill>
                <a:prstDash val="solid"/>
                <a:round/>
              </a:ln>
            </p:spPr>
          </p:sp>
          <p:sp>
            <p:nvSpPr>
              <p:cNvPr id="94164" name=""/>
              <p:cNvSpPr/>
              <p:nvPr/>
            </p:nvSpPr>
            <p:spPr>
              <a:xfrm>
                <a:off x="2041" y="1983"/>
                <a:ext cx="26" cy="11"/>
              </a:xfrm>
              <a:custGeom>
                <a:pathLst>
                  <a:path w="78" h="22">
                    <a:moveTo>
                      <a:pt x="12" y="0"/>
                    </a:moveTo>
                    <a:lnTo>
                      <a:pt x="65" y="0"/>
                    </a:lnTo>
                    <a:lnTo>
                      <a:pt x="67" y="0"/>
                    </a:lnTo>
                    <a:lnTo>
                      <a:pt x="71" y="1"/>
                    </a:lnTo>
                    <a:lnTo>
                      <a:pt x="73" y="1"/>
                    </a:lnTo>
                    <a:lnTo>
                      <a:pt x="74" y="2"/>
                    </a:lnTo>
                    <a:lnTo>
                      <a:pt x="76" y="3"/>
                    </a:lnTo>
                    <a:lnTo>
                      <a:pt x="76" y="4"/>
                    </a:lnTo>
                    <a:lnTo>
                      <a:pt x="78" y="5"/>
                    </a:lnTo>
                    <a:lnTo>
                      <a:pt x="78" y="7"/>
                    </a:lnTo>
                    <a:lnTo>
                      <a:pt x="78" y="8"/>
                    </a:lnTo>
                    <a:lnTo>
                      <a:pt x="78" y="14"/>
                    </a:lnTo>
                    <a:lnTo>
                      <a:pt x="78" y="16"/>
                    </a:lnTo>
                    <a:lnTo>
                      <a:pt x="76" y="18"/>
                    </a:lnTo>
                    <a:lnTo>
                      <a:pt x="75" y="19"/>
                    </a:lnTo>
                    <a:lnTo>
                      <a:pt x="73" y="21"/>
                    </a:lnTo>
                    <a:lnTo>
                      <a:pt x="71" y="22"/>
                    </a:lnTo>
                    <a:lnTo>
                      <a:pt x="66" y="22"/>
                    </a:lnTo>
                    <a:lnTo>
                      <a:pt x="65" y="22"/>
                    </a:lnTo>
                    <a:lnTo>
                      <a:pt x="12" y="22"/>
                    </a:lnTo>
                    <a:lnTo>
                      <a:pt x="10" y="22"/>
                    </a:lnTo>
                    <a:lnTo>
                      <a:pt x="8" y="22"/>
                    </a:lnTo>
                    <a:lnTo>
                      <a:pt x="5" y="21"/>
                    </a:lnTo>
                    <a:lnTo>
                      <a:pt x="3" y="19"/>
                    </a:lnTo>
                    <a:lnTo>
                      <a:pt x="2" y="18"/>
                    </a:lnTo>
                    <a:lnTo>
                      <a:pt x="1" y="16"/>
                    </a:lnTo>
                    <a:lnTo>
                      <a:pt x="0" y="15"/>
                    </a:lnTo>
                    <a:lnTo>
                      <a:pt x="0" y="14"/>
                    </a:lnTo>
                    <a:lnTo>
                      <a:pt x="0" y="8"/>
                    </a:lnTo>
                    <a:lnTo>
                      <a:pt x="0" y="7"/>
                    </a:lnTo>
                    <a:lnTo>
                      <a:pt x="1" y="5"/>
                    </a:lnTo>
                    <a:lnTo>
                      <a:pt x="1" y="4"/>
                    </a:lnTo>
                    <a:lnTo>
                      <a:pt x="1" y="3"/>
                    </a:lnTo>
                    <a:lnTo>
                      <a:pt x="2" y="3"/>
                    </a:lnTo>
                    <a:lnTo>
                      <a:pt x="3" y="2"/>
                    </a:lnTo>
                    <a:lnTo>
                      <a:pt x="4" y="1"/>
                    </a:lnTo>
                    <a:lnTo>
                      <a:pt x="8" y="0"/>
                    </a:lnTo>
                    <a:lnTo>
                      <a:pt x="12" y="0"/>
                    </a:lnTo>
                    <a:close/>
                  </a:path>
                </a:pathLst>
              </a:custGeom>
              <a:solidFill>
                <a:srgbClr val="F0E0C0"/>
              </a:solidFill>
              <a:ln>
                <a:noFill/>
                <a:round/>
              </a:ln>
            </p:spPr>
          </p:sp>
          <p:sp>
            <p:nvSpPr>
              <p:cNvPr id="94165" name=""/>
              <p:cNvSpPr/>
              <p:nvPr/>
            </p:nvSpPr>
            <p:spPr>
              <a:xfrm>
                <a:off x="2041" y="1983"/>
                <a:ext cx="24" cy="9"/>
              </a:xfrm>
              <a:custGeom>
                <a:pathLst>
                  <a:path w="73" h="17">
                    <a:moveTo>
                      <a:pt x="11" y="0"/>
                    </a:moveTo>
                    <a:lnTo>
                      <a:pt x="61" y="0"/>
                    </a:lnTo>
                    <a:lnTo>
                      <a:pt x="64" y="0"/>
                    </a:lnTo>
                    <a:lnTo>
                      <a:pt x="67" y="1"/>
                    </a:lnTo>
                    <a:lnTo>
                      <a:pt x="68" y="1"/>
                    </a:lnTo>
                    <a:lnTo>
                      <a:pt x="69" y="2"/>
                    </a:lnTo>
                    <a:lnTo>
                      <a:pt x="72" y="3"/>
                    </a:lnTo>
                    <a:lnTo>
                      <a:pt x="72" y="3"/>
                    </a:lnTo>
                    <a:lnTo>
                      <a:pt x="73" y="4"/>
                    </a:lnTo>
                    <a:lnTo>
                      <a:pt x="73" y="5"/>
                    </a:lnTo>
                    <a:lnTo>
                      <a:pt x="73" y="7"/>
                    </a:lnTo>
                    <a:lnTo>
                      <a:pt x="73" y="10"/>
                    </a:lnTo>
                    <a:lnTo>
                      <a:pt x="73" y="12"/>
                    </a:lnTo>
                    <a:lnTo>
                      <a:pt x="72" y="15"/>
                    </a:lnTo>
                    <a:lnTo>
                      <a:pt x="71" y="15"/>
                    </a:lnTo>
                    <a:lnTo>
                      <a:pt x="68" y="16"/>
                    </a:lnTo>
                    <a:lnTo>
                      <a:pt x="67" y="17"/>
                    </a:lnTo>
                    <a:lnTo>
                      <a:pt x="63" y="17"/>
                    </a:lnTo>
                    <a:lnTo>
                      <a:pt x="11" y="17"/>
                    </a:lnTo>
                    <a:lnTo>
                      <a:pt x="9" y="17"/>
                    </a:lnTo>
                    <a:lnTo>
                      <a:pt x="6" y="17"/>
                    </a:lnTo>
                    <a:lnTo>
                      <a:pt x="5" y="16"/>
                    </a:lnTo>
                    <a:lnTo>
                      <a:pt x="3" y="15"/>
                    </a:lnTo>
                    <a:lnTo>
                      <a:pt x="2" y="15"/>
                    </a:lnTo>
                    <a:lnTo>
                      <a:pt x="1" y="12"/>
                    </a:lnTo>
                    <a:lnTo>
                      <a:pt x="0" y="11"/>
                    </a:lnTo>
                    <a:lnTo>
                      <a:pt x="0" y="7"/>
                    </a:lnTo>
                    <a:lnTo>
                      <a:pt x="0" y="5"/>
                    </a:lnTo>
                    <a:lnTo>
                      <a:pt x="1" y="4"/>
                    </a:lnTo>
                    <a:lnTo>
                      <a:pt x="1" y="3"/>
                    </a:lnTo>
                    <a:lnTo>
                      <a:pt x="1" y="3"/>
                    </a:lnTo>
                    <a:lnTo>
                      <a:pt x="2" y="3"/>
                    </a:lnTo>
                    <a:lnTo>
                      <a:pt x="3" y="2"/>
                    </a:lnTo>
                    <a:lnTo>
                      <a:pt x="4" y="1"/>
                    </a:lnTo>
                    <a:lnTo>
                      <a:pt x="11" y="0"/>
                    </a:lnTo>
                  </a:path>
                </a:pathLst>
              </a:custGeom>
              <a:noFill/>
              <a:ln w="4763">
                <a:solidFill>
                  <a:srgbClr val="C0C0C0"/>
                </a:solidFill>
                <a:prstDash val="solid"/>
                <a:round/>
              </a:ln>
            </p:spPr>
          </p:sp>
          <p:sp>
            <p:nvSpPr>
              <p:cNvPr id="94166" name=""/>
              <p:cNvSpPr/>
              <p:nvPr/>
            </p:nvSpPr>
            <p:spPr>
              <a:xfrm>
                <a:off x="2061" y="1986"/>
                <a:ext cx="3" cy="3"/>
              </a:xfrm>
              <a:custGeom>
                <a:pathLst>
                  <a:path w="7" h="7">
                    <a:moveTo>
                      <a:pt x="3" y="0"/>
                    </a:moveTo>
                    <a:lnTo>
                      <a:pt x="6" y="0"/>
                    </a:lnTo>
                    <a:lnTo>
                      <a:pt x="7" y="0"/>
                    </a:lnTo>
                    <a:lnTo>
                      <a:pt x="7" y="3"/>
                    </a:lnTo>
                    <a:lnTo>
                      <a:pt x="5" y="6"/>
                    </a:lnTo>
                    <a:lnTo>
                      <a:pt x="5" y="7"/>
                    </a:lnTo>
                    <a:lnTo>
                      <a:pt x="3" y="7"/>
                    </a:lnTo>
                    <a:lnTo>
                      <a:pt x="0" y="7"/>
                    </a:lnTo>
                    <a:lnTo>
                      <a:pt x="0" y="6"/>
                    </a:lnTo>
                    <a:lnTo>
                      <a:pt x="2" y="3"/>
                    </a:lnTo>
                    <a:lnTo>
                      <a:pt x="2" y="0"/>
                    </a:lnTo>
                    <a:lnTo>
                      <a:pt x="3" y="0"/>
                    </a:lnTo>
                    <a:lnTo>
                      <a:pt x="3" y="6"/>
                    </a:lnTo>
                    <a:lnTo>
                      <a:pt x="2" y="6"/>
                    </a:lnTo>
                    <a:lnTo>
                      <a:pt x="3" y="3"/>
                    </a:lnTo>
                    <a:lnTo>
                      <a:pt x="5" y="3"/>
                    </a:lnTo>
                    <a:lnTo>
                      <a:pt x="3" y="6"/>
                    </a:lnTo>
                    <a:lnTo>
                      <a:pt x="3" y="0"/>
                    </a:lnTo>
                    <a:close/>
                  </a:path>
                </a:pathLst>
              </a:custGeom>
              <a:solidFill>
                <a:srgbClr val="C0C080"/>
              </a:solidFill>
              <a:ln>
                <a:noFill/>
                <a:round/>
              </a:ln>
            </p:spPr>
          </p:sp>
          <p:sp>
            <p:nvSpPr>
              <p:cNvPr id="94167" name=""/>
              <p:cNvSpPr/>
              <p:nvPr/>
            </p:nvSpPr>
            <p:spPr>
              <a:xfrm>
                <a:off x="2043" y="1988"/>
                <a:ext cx="21" cy="2"/>
              </a:xfrm>
              <a:custGeom>
                <a:pathLst>
                  <a:path w="63" h="5">
                    <a:moveTo>
                      <a:pt x="0" y="0"/>
                    </a:moveTo>
                    <a:lnTo>
                      <a:pt x="63" y="0"/>
                    </a:lnTo>
                    <a:lnTo>
                      <a:pt x="62" y="5"/>
                    </a:lnTo>
                    <a:lnTo>
                      <a:pt x="0" y="5"/>
                    </a:lnTo>
                    <a:lnTo>
                      <a:pt x="0" y="0"/>
                    </a:lnTo>
                    <a:close/>
                  </a:path>
                </a:pathLst>
              </a:custGeom>
              <a:solidFill>
                <a:srgbClr val="FF6000"/>
              </a:solidFill>
              <a:ln>
                <a:noFill/>
                <a:round/>
              </a:ln>
            </p:spPr>
          </p:sp>
          <p:sp>
            <p:nvSpPr>
              <p:cNvPr id="94168" name=""/>
              <p:cNvSpPr/>
              <p:nvPr/>
            </p:nvSpPr>
            <p:spPr>
              <a:xfrm>
                <a:off x="2059" y="1986"/>
                <a:ext cx="3" cy="3"/>
              </a:xfrm>
              <a:custGeom>
                <a:pathLst>
                  <a:path w="10" h="7">
                    <a:moveTo>
                      <a:pt x="0" y="7"/>
                    </a:moveTo>
                    <a:lnTo>
                      <a:pt x="6" y="0"/>
                    </a:lnTo>
                    <a:lnTo>
                      <a:pt x="10" y="0"/>
                    </a:lnTo>
                    <a:lnTo>
                      <a:pt x="8" y="7"/>
                    </a:lnTo>
                    <a:lnTo>
                      <a:pt x="6" y="7"/>
                    </a:lnTo>
                    <a:lnTo>
                      <a:pt x="6" y="6"/>
                    </a:lnTo>
                    <a:lnTo>
                      <a:pt x="5" y="6"/>
                    </a:lnTo>
                    <a:lnTo>
                      <a:pt x="6" y="4"/>
                    </a:lnTo>
                    <a:lnTo>
                      <a:pt x="6" y="3"/>
                    </a:lnTo>
                    <a:lnTo>
                      <a:pt x="4" y="7"/>
                    </a:lnTo>
                    <a:lnTo>
                      <a:pt x="0" y="7"/>
                    </a:lnTo>
                    <a:close/>
                  </a:path>
                </a:pathLst>
              </a:custGeom>
              <a:solidFill>
                <a:srgbClr val="C0C080"/>
              </a:solidFill>
              <a:ln>
                <a:noFill/>
                <a:round/>
              </a:ln>
            </p:spPr>
          </p:sp>
          <p:sp>
            <p:nvSpPr>
              <p:cNvPr id="94169" name=""/>
              <p:cNvSpPr/>
              <p:nvPr/>
            </p:nvSpPr>
            <p:spPr>
              <a:xfrm>
                <a:off x="2058" y="1986"/>
                <a:ext cx="3" cy="3"/>
              </a:xfrm>
              <a:custGeom>
                <a:pathLst>
                  <a:path w="8" h="7">
                    <a:moveTo>
                      <a:pt x="0" y="7"/>
                    </a:moveTo>
                    <a:lnTo>
                      <a:pt x="4" y="3"/>
                    </a:lnTo>
                    <a:lnTo>
                      <a:pt x="5" y="0"/>
                    </a:lnTo>
                    <a:lnTo>
                      <a:pt x="8" y="0"/>
                    </a:lnTo>
                    <a:lnTo>
                      <a:pt x="8" y="3"/>
                    </a:lnTo>
                    <a:lnTo>
                      <a:pt x="8" y="4"/>
                    </a:lnTo>
                    <a:lnTo>
                      <a:pt x="7" y="4"/>
                    </a:lnTo>
                    <a:lnTo>
                      <a:pt x="7" y="6"/>
                    </a:lnTo>
                    <a:lnTo>
                      <a:pt x="5" y="6"/>
                    </a:lnTo>
                    <a:lnTo>
                      <a:pt x="4" y="6"/>
                    </a:lnTo>
                    <a:lnTo>
                      <a:pt x="5" y="4"/>
                    </a:lnTo>
                    <a:lnTo>
                      <a:pt x="7" y="3"/>
                    </a:lnTo>
                    <a:lnTo>
                      <a:pt x="5" y="3"/>
                    </a:lnTo>
                    <a:lnTo>
                      <a:pt x="1" y="7"/>
                    </a:lnTo>
                    <a:lnTo>
                      <a:pt x="0" y="7"/>
                    </a:lnTo>
                    <a:close/>
                  </a:path>
                </a:pathLst>
              </a:custGeom>
              <a:solidFill>
                <a:srgbClr val="C0C080"/>
              </a:solidFill>
              <a:ln>
                <a:noFill/>
                <a:round/>
              </a:ln>
            </p:spPr>
          </p:sp>
          <p:sp>
            <p:nvSpPr>
              <p:cNvPr id="94170" name=""/>
              <p:cNvSpPr/>
              <p:nvPr/>
            </p:nvSpPr>
            <p:spPr>
              <a:xfrm>
                <a:off x="2056" y="1986"/>
                <a:ext cx="3" cy="3"/>
              </a:xfrm>
              <a:custGeom>
                <a:pathLst>
                  <a:path w="10" h="7">
                    <a:moveTo>
                      <a:pt x="0" y="7"/>
                    </a:moveTo>
                    <a:lnTo>
                      <a:pt x="3" y="3"/>
                    </a:lnTo>
                    <a:lnTo>
                      <a:pt x="4" y="0"/>
                    </a:lnTo>
                    <a:lnTo>
                      <a:pt x="8" y="0"/>
                    </a:lnTo>
                    <a:lnTo>
                      <a:pt x="10" y="0"/>
                    </a:lnTo>
                    <a:lnTo>
                      <a:pt x="10" y="3"/>
                    </a:lnTo>
                    <a:lnTo>
                      <a:pt x="7" y="7"/>
                    </a:lnTo>
                    <a:lnTo>
                      <a:pt x="6" y="7"/>
                    </a:lnTo>
                    <a:lnTo>
                      <a:pt x="8" y="3"/>
                    </a:lnTo>
                    <a:lnTo>
                      <a:pt x="7" y="3"/>
                    </a:lnTo>
                    <a:lnTo>
                      <a:pt x="4" y="7"/>
                    </a:lnTo>
                    <a:lnTo>
                      <a:pt x="3" y="7"/>
                    </a:lnTo>
                    <a:lnTo>
                      <a:pt x="6" y="3"/>
                    </a:lnTo>
                    <a:lnTo>
                      <a:pt x="4" y="3"/>
                    </a:lnTo>
                    <a:lnTo>
                      <a:pt x="2" y="7"/>
                    </a:lnTo>
                    <a:lnTo>
                      <a:pt x="0" y="7"/>
                    </a:lnTo>
                    <a:close/>
                  </a:path>
                </a:pathLst>
              </a:custGeom>
              <a:solidFill>
                <a:srgbClr val="C0C080"/>
              </a:solidFill>
              <a:ln>
                <a:noFill/>
                <a:round/>
              </a:ln>
            </p:spPr>
          </p:sp>
          <p:sp>
            <p:nvSpPr>
              <p:cNvPr id="94171" name=""/>
              <p:cNvSpPr/>
              <p:nvPr/>
            </p:nvSpPr>
            <p:spPr>
              <a:xfrm>
                <a:off x="2055" y="1986"/>
                <a:ext cx="2" cy="3"/>
              </a:xfrm>
              <a:custGeom>
                <a:pathLst>
                  <a:path w="7" h="7">
                    <a:moveTo>
                      <a:pt x="2" y="0"/>
                    </a:moveTo>
                    <a:lnTo>
                      <a:pt x="6" y="0"/>
                    </a:lnTo>
                    <a:lnTo>
                      <a:pt x="7" y="0"/>
                    </a:lnTo>
                    <a:lnTo>
                      <a:pt x="7" y="3"/>
                    </a:lnTo>
                    <a:lnTo>
                      <a:pt x="6" y="6"/>
                    </a:lnTo>
                    <a:lnTo>
                      <a:pt x="5" y="7"/>
                    </a:lnTo>
                    <a:lnTo>
                      <a:pt x="2" y="7"/>
                    </a:lnTo>
                    <a:lnTo>
                      <a:pt x="1" y="7"/>
                    </a:lnTo>
                    <a:lnTo>
                      <a:pt x="0" y="7"/>
                    </a:lnTo>
                    <a:lnTo>
                      <a:pt x="0" y="6"/>
                    </a:lnTo>
                    <a:lnTo>
                      <a:pt x="1" y="3"/>
                    </a:lnTo>
                    <a:lnTo>
                      <a:pt x="2" y="0"/>
                    </a:lnTo>
                    <a:lnTo>
                      <a:pt x="2" y="6"/>
                    </a:lnTo>
                    <a:lnTo>
                      <a:pt x="1" y="6"/>
                    </a:lnTo>
                    <a:lnTo>
                      <a:pt x="2" y="3"/>
                    </a:lnTo>
                    <a:lnTo>
                      <a:pt x="6" y="3"/>
                    </a:lnTo>
                    <a:lnTo>
                      <a:pt x="2" y="6"/>
                    </a:lnTo>
                    <a:lnTo>
                      <a:pt x="2" y="0"/>
                    </a:lnTo>
                    <a:close/>
                  </a:path>
                </a:pathLst>
              </a:custGeom>
              <a:solidFill>
                <a:srgbClr val="C0C080"/>
              </a:solidFill>
              <a:ln>
                <a:noFill/>
                <a:round/>
              </a:ln>
            </p:spPr>
          </p:sp>
          <p:sp>
            <p:nvSpPr>
              <p:cNvPr id="94172" name=""/>
              <p:cNvSpPr/>
              <p:nvPr/>
            </p:nvSpPr>
            <p:spPr>
              <a:xfrm>
                <a:off x="2053" y="1986"/>
                <a:ext cx="3" cy="3"/>
              </a:xfrm>
              <a:custGeom>
                <a:pathLst>
                  <a:path w="8" h="7">
                    <a:moveTo>
                      <a:pt x="8" y="0"/>
                    </a:moveTo>
                    <a:lnTo>
                      <a:pt x="5" y="0"/>
                    </a:lnTo>
                    <a:lnTo>
                      <a:pt x="4" y="0"/>
                    </a:lnTo>
                    <a:lnTo>
                      <a:pt x="4" y="3"/>
                    </a:lnTo>
                    <a:lnTo>
                      <a:pt x="0" y="6"/>
                    </a:lnTo>
                    <a:lnTo>
                      <a:pt x="0" y="7"/>
                    </a:lnTo>
                    <a:lnTo>
                      <a:pt x="1" y="7"/>
                    </a:lnTo>
                    <a:lnTo>
                      <a:pt x="5" y="7"/>
                    </a:lnTo>
                    <a:lnTo>
                      <a:pt x="5" y="6"/>
                    </a:lnTo>
                    <a:lnTo>
                      <a:pt x="4" y="6"/>
                    </a:lnTo>
                    <a:lnTo>
                      <a:pt x="5" y="3"/>
                    </a:lnTo>
                    <a:lnTo>
                      <a:pt x="8" y="3"/>
                    </a:lnTo>
                    <a:lnTo>
                      <a:pt x="8" y="0"/>
                    </a:lnTo>
                    <a:close/>
                  </a:path>
                </a:pathLst>
              </a:custGeom>
              <a:solidFill>
                <a:srgbClr val="C0C080"/>
              </a:solidFill>
              <a:ln>
                <a:noFill/>
                <a:round/>
              </a:ln>
            </p:spPr>
          </p:sp>
          <p:sp>
            <p:nvSpPr>
              <p:cNvPr id="94173" name=""/>
              <p:cNvSpPr/>
              <p:nvPr/>
            </p:nvSpPr>
            <p:spPr>
              <a:xfrm>
                <a:off x="2074" y="1983"/>
                <a:ext cx="4" cy="11"/>
              </a:xfrm>
              <a:custGeom>
                <a:pathLst>
                  <a:path w="10" h="22">
                    <a:moveTo>
                      <a:pt x="10" y="0"/>
                    </a:moveTo>
                    <a:lnTo>
                      <a:pt x="2" y="0"/>
                    </a:lnTo>
                    <a:lnTo>
                      <a:pt x="0" y="3"/>
                    </a:lnTo>
                    <a:lnTo>
                      <a:pt x="0" y="18"/>
                    </a:lnTo>
                    <a:lnTo>
                      <a:pt x="4" y="21"/>
                    </a:lnTo>
                    <a:lnTo>
                      <a:pt x="10" y="22"/>
                    </a:lnTo>
                    <a:lnTo>
                      <a:pt x="8" y="19"/>
                    </a:lnTo>
                    <a:lnTo>
                      <a:pt x="6" y="17"/>
                    </a:lnTo>
                    <a:lnTo>
                      <a:pt x="6" y="4"/>
                    </a:lnTo>
                    <a:lnTo>
                      <a:pt x="6" y="2"/>
                    </a:lnTo>
                    <a:lnTo>
                      <a:pt x="8" y="1"/>
                    </a:lnTo>
                    <a:lnTo>
                      <a:pt x="10" y="0"/>
                    </a:lnTo>
                    <a:close/>
                  </a:path>
                </a:pathLst>
              </a:custGeom>
              <a:solidFill>
                <a:srgbClr val="A0A070"/>
              </a:solidFill>
              <a:ln>
                <a:noFill/>
                <a:round/>
              </a:ln>
            </p:spPr>
          </p:sp>
          <p:sp>
            <p:nvSpPr>
              <p:cNvPr id="94174" name=""/>
              <p:cNvSpPr/>
              <p:nvPr/>
            </p:nvSpPr>
            <p:spPr>
              <a:xfrm>
                <a:off x="2076" y="1982"/>
                <a:ext cx="8" cy="12"/>
              </a:xfrm>
              <a:custGeom>
                <a:pathLst>
                  <a:path w="26" h="24">
                    <a:moveTo>
                      <a:pt x="4" y="24"/>
                    </a:moveTo>
                    <a:lnTo>
                      <a:pt x="22" y="24"/>
                    </a:lnTo>
                    <a:lnTo>
                      <a:pt x="23" y="24"/>
                    </a:lnTo>
                    <a:lnTo>
                      <a:pt x="24" y="23"/>
                    </a:lnTo>
                    <a:lnTo>
                      <a:pt x="25" y="21"/>
                    </a:lnTo>
                    <a:lnTo>
                      <a:pt x="25" y="20"/>
                    </a:lnTo>
                    <a:lnTo>
                      <a:pt x="26" y="20"/>
                    </a:lnTo>
                    <a:lnTo>
                      <a:pt x="26" y="18"/>
                    </a:lnTo>
                    <a:lnTo>
                      <a:pt x="26" y="17"/>
                    </a:lnTo>
                    <a:lnTo>
                      <a:pt x="26" y="7"/>
                    </a:lnTo>
                    <a:lnTo>
                      <a:pt x="26" y="6"/>
                    </a:lnTo>
                    <a:lnTo>
                      <a:pt x="25" y="4"/>
                    </a:lnTo>
                    <a:lnTo>
                      <a:pt x="25" y="3"/>
                    </a:lnTo>
                    <a:lnTo>
                      <a:pt x="24" y="2"/>
                    </a:lnTo>
                    <a:lnTo>
                      <a:pt x="22" y="0"/>
                    </a:lnTo>
                    <a:lnTo>
                      <a:pt x="4" y="0"/>
                    </a:lnTo>
                    <a:lnTo>
                      <a:pt x="2" y="2"/>
                    </a:lnTo>
                    <a:lnTo>
                      <a:pt x="1" y="3"/>
                    </a:lnTo>
                    <a:lnTo>
                      <a:pt x="1" y="4"/>
                    </a:lnTo>
                    <a:lnTo>
                      <a:pt x="0" y="6"/>
                    </a:lnTo>
                    <a:lnTo>
                      <a:pt x="0" y="7"/>
                    </a:lnTo>
                    <a:lnTo>
                      <a:pt x="0" y="17"/>
                    </a:lnTo>
                    <a:lnTo>
                      <a:pt x="0" y="18"/>
                    </a:lnTo>
                    <a:lnTo>
                      <a:pt x="0" y="20"/>
                    </a:lnTo>
                    <a:lnTo>
                      <a:pt x="1" y="20"/>
                    </a:lnTo>
                    <a:lnTo>
                      <a:pt x="1" y="21"/>
                    </a:lnTo>
                    <a:lnTo>
                      <a:pt x="2" y="23"/>
                    </a:lnTo>
                    <a:lnTo>
                      <a:pt x="4" y="24"/>
                    </a:lnTo>
                    <a:close/>
                  </a:path>
                </a:pathLst>
              </a:custGeom>
              <a:solidFill>
                <a:srgbClr val="505020"/>
              </a:solidFill>
              <a:ln>
                <a:noFill/>
                <a:round/>
              </a:ln>
            </p:spPr>
          </p:sp>
          <p:sp>
            <p:nvSpPr>
              <p:cNvPr id="94175" name=""/>
              <p:cNvSpPr/>
              <p:nvPr/>
            </p:nvSpPr>
            <p:spPr>
              <a:xfrm>
                <a:off x="2076" y="1983"/>
                <a:ext cx="8" cy="11"/>
              </a:xfrm>
              <a:custGeom>
                <a:pathLst>
                  <a:path w="26" h="22">
                    <a:moveTo>
                      <a:pt x="2" y="0"/>
                    </a:moveTo>
                    <a:lnTo>
                      <a:pt x="0" y="2"/>
                    </a:lnTo>
                    <a:lnTo>
                      <a:pt x="0" y="19"/>
                    </a:lnTo>
                    <a:lnTo>
                      <a:pt x="1" y="22"/>
                    </a:lnTo>
                    <a:lnTo>
                      <a:pt x="25" y="22"/>
                    </a:lnTo>
                    <a:lnTo>
                      <a:pt x="26" y="19"/>
                    </a:lnTo>
                    <a:lnTo>
                      <a:pt x="26" y="2"/>
                    </a:lnTo>
                    <a:lnTo>
                      <a:pt x="25" y="0"/>
                    </a:lnTo>
                    <a:lnTo>
                      <a:pt x="2" y="0"/>
                    </a:lnTo>
                    <a:close/>
                  </a:path>
                </a:pathLst>
              </a:custGeom>
              <a:solidFill>
                <a:srgbClr val="706040"/>
              </a:solidFill>
              <a:ln>
                <a:noFill/>
                <a:round/>
              </a:ln>
            </p:spPr>
          </p:sp>
          <p:sp>
            <p:nvSpPr>
              <p:cNvPr id="94176" name=""/>
              <p:cNvSpPr/>
              <p:nvPr/>
            </p:nvSpPr>
            <p:spPr>
              <a:xfrm>
                <a:off x="2076" y="1983"/>
                <a:ext cx="8" cy="11"/>
              </a:xfrm>
              <a:custGeom>
                <a:pathLst>
                  <a:path w="25" h="22">
                    <a:moveTo>
                      <a:pt x="2" y="0"/>
                    </a:moveTo>
                    <a:lnTo>
                      <a:pt x="0" y="1"/>
                    </a:lnTo>
                    <a:lnTo>
                      <a:pt x="0" y="19"/>
                    </a:lnTo>
                    <a:lnTo>
                      <a:pt x="1" y="22"/>
                    </a:lnTo>
                    <a:lnTo>
                      <a:pt x="24" y="22"/>
                    </a:lnTo>
                    <a:lnTo>
                      <a:pt x="25" y="19"/>
                    </a:lnTo>
                    <a:lnTo>
                      <a:pt x="25" y="2"/>
                    </a:lnTo>
                    <a:lnTo>
                      <a:pt x="24" y="0"/>
                    </a:lnTo>
                    <a:lnTo>
                      <a:pt x="2" y="0"/>
                    </a:lnTo>
                    <a:close/>
                  </a:path>
                </a:pathLst>
              </a:custGeom>
              <a:solidFill>
                <a:srgbClr val="808060"/>
              </a:solidFill>
              <a:ln>
                <a:noFill/>
                <a:round/>
              </a:ln>
            </p:spPr>
          </p:sp>
          <p:sp>
            <p:nvSpPr>
              <p:cNvPr id="94177" name=""/>
              <p:cNvSpPr/>
              <p:nvPr/>
            </p:nvSpPr>
            <p:spPr>
              <a:xfrm>
                <a:off x="2078" y="1984"/>
                <a:ext cx="6" cy="8"/>
              </a:xfrm>
              <a:custGeom>
                <a:pathLst>
                  <a:path w="18" h="15">
                    <a:moveTo>
                      <a:pt x="1" y="0"/>
                    </a:moveTo>
                    <a:lnTo>
                      <a:pt x="0" y="1"/>
                    </a:lnTo>
                    <a:lnTo>
                      <a:pt x="0" y="14"/>
                    </a:lnTo>
                    <a:lnTo>
                      <a:pt x="1" y="15"/>
                    </a:lnTo>
                    <a:lnTo>
                      <a:pt x="17" y="15"/>
                    </a:lnTo>
                    <a:lnTo>
                      <a:pt x="18" y="14"/>
                    </a:lnTo>
                    <a:lnTo>
                      <a:pt x="18" y="2"/>
                    </a:lnTo>
                    <a:lnTo>
                      <a:pt x="17" y="0"/>
                    </a:lnTo>
                    <a:lnTo>
                      <a:pt x="1" y="0"/>
                    </a:lnTo>
                    <a:close/>
                  </a:path>
                </a:pathLst>
              </a:custGeom>
              <a:solidFill>
                <a:srgbClr val="C0C080"/>
              </a:solidFill>
              <a:ln>
                <a:noFill/>
                <a:round/>
              </a:ln>
            </p:spPr>
          </p:sp>
          <p:sp>
            <p:nvSpPr>
              <p:cNvPr id="94178" name=""/>
              <p:cNvSpPr/>
              <p:nvPr/>
            </p:nvSpPr>
            <p:spPr>
              <a:xfrm>
                <a:off x="2078" y="1986"/>
                <a:ext cx="1" cy="2"/>
              </a:xfrm>
              <a:custGeom>
                <a:pathLst>
                  <a:path w="3" h="5">
                    <a:moveTo>
                      <a:pt x="2" y="0"/>
                    </a:moveTo>
                    <a:lnTo>
                      <a:pt x="2" y="2"/>
                    </a:lnTo>
                    <a:lnTo>
                      <a:pt x="2" y="2"/>
                    </a:lnTo>
                    <a:lnTo>
                      <a:pt x="3" y="3"/>
                    </a:lnTo>
                    <a:lnTo>
                      <a:pt x="3" y="3"/>
                    </a:lnTo>
                    <a:lnTo>
                      <a:pt x="2" y="4"/>
                    </a:lnTo>
                    <a:lnTo>
                      <a:pt x="2" y="5"/>
                    </a:lnTo>
                    <a:lnTo>
                      <a:pt x="1" y="5"/>
                    </a:lnTo>
                    <a:lnTo>
                      <a:pt x="0" y="4"/>
                    </a:lnTo>
                    <a:lnTo>
                      <a:pt x="0" y="3"/>
                    </a:lnTo>
                    <a:lnTo>
                      <a:pt x="0" y="3"/>
                    </a:lnTo>
                    <a:lnTo>
                      <a:pt x="0" y="2"/>
                    </a:lnTo>
                    <a:lnTo>
                      <a:pt x="1" y="2"/>
                    </a:lnTo>
                    <a:lnTo>
                      <a:pt x="2" y="0"/>
                    </a:lnTo>
                  </a:path>
                </a:pathLst>
              </a:custGeom>
              <a:noFill/>
              <a:ln w="4763">
                <a:solidFill>
                  <a:srgbClr val="000000"/>
                </a:solidFill>
                <a:prstDash val="solid"/>
                <a:round/>
              </a:ln>
            </p:spPr>
          </p:sp>
          <p:cxnSp>
            <p:nvCxnSpPr>
              <p:cNvPr id="94179" name=""/>
              <p:cNvCxnSpPr/>
              <p:nvPr/>
            </p:nvCxnSpPr>
            <p:spPr>
              <a:xfrm>
                <a:off x="2081" y="1986"/>
                <a:ext cx="1" cy="4"/>
              </a:xfrm>
              <a:prstGeom prst="line">
                <a:avLst/>
              </a:prstGeom>
              <a:noFill/>
              <a:ln w="4763">
                <a:solidFill>
                  <a:prstClr val="black"/>
                </a:solidFill>
                <a:miter lim="800000"/>
              </a:ln>
            </p:spPr>
          </p:cxnSp>
          <p:sp>
            <p:nvSpPr>
              <p:cNvPr id="94180" name=""/>
              <p:cNvSpPr/>
              <p:nvPr/>
            </p:nvSpPr>
            <p:spPr>
              <a:xfrm>
                <a:off x="2062" y="1982"/>
                <a:ext cx="22" cy="3"/>
              </a:xfrm>
              <a:prstGeom prst="rect">
                <a:avLst/>
              </a:prstGeom>
              <a:solidFill>
                <a:srgbClr val="808060"/>
              </a:solidFill>
              <a:ln>
                <a:noFill/>
                <a:miter lim="800000"/>
              </a:ln>
            </p:spPr>
          </p:sp>
          <p:sp>
            <p:nvSpPr>
              <p:cNvPr id="94181" name=""/>
              <p:cNvSpPr/>
              <p:nvPr/>
            </p:nvSpPr>
            <p:spPr>
              <a:xfrm>
                <a:off x="2062" y="1990"/>
                <a:ext cx="4" cy="4"/>
              </a:xfrm>
              <a:custGeom>
                <a:pathLst>
                  <a:path w="10" h="9">
                    <a:moveTo>
                      <a:pt x="0" y="5"/>
                    </a:moveTo>
                    <a:lnTo>
                      <a:pt x="0" y="9"/>
                    </a:lnTo>
                    <a:lnTo>
                      <a:pt x="3" y="9"/>
                    </a:lnTo>
                    <a:lnTo>
                      <a:pt x="5" y="7"/>
                    </a:lnTo>
                    <a:lnTo>
                      <a:pt x="7" y="3"/>
                    </a:lnTo>
                    <a:lnTo>
                      <a:pt x="9" y="2"/>
                    </a:lnTo>
                    <a:lnTo>
                      <a:pt x="10" y="0"/>
                    </a:lnTo>
                    <a:lnTo>
                      <a:pt x="9" y="0"/>
                    </a:lnTo>
                    <a:lnTo>
                      <a:pt x="4" y="3"/>
                    </a:lnTo>
                    <a:lnTo>
                      <a:pt x="3" y="5"/>
                    </a:lnTo>
                    <a:lnTo>
                      <a:pt x="0" y="5"/>
                    </a:lnTo>
                    <a:close/>
                  </a:path>
                </a:pathLst>
              </a:custGeom>
              <a:solidFill>
                <a:srgbClr val="808060"/>
              </a:solidFill>
              <a:ln>
                <a:noFill/>
                <a:round/>
              </a:ln>
            </p:spPr>
          </p:sp>
          <p:sp>
            <p:nvSpPr>
              <p:cNvPr id="94182" name=""/>
              <p:cNvSpPr/>
              <p:nvPr/>
            </p:nvSpPr>
            <p:spPr>
              <a:xfrm>
                <a:off x="2083" y="1982"/>
                <a:ext cx="4" cy="12"/>
              </a:xfrm>
              <a:custGeom>
                <a:pathLst>
                  <a:path w="12" h="24">
                    <a:moveTo>
                      <a:pt x="7" y="24"/>
                    </a:moveTo>
                    <a:lnTo>
                      <a:pt x="8" y="23"/>
                    </a:lnTo>
                    <a:lnTo>
                      <a:pt x="9" y="21"/>
                    </a:lnTo>
                    <a:lnTo>
                      <a:pt x="11" y="19"/>
                    </a:lnTo>
                    <a:lnTo>
                      <a:pt x="12" y="17"/>
                    </a:lnTo>
                    <a:lnTo>
                      <a:pt x="12" y="13"/>
                    </a:lnTo>
                    <a:lnTo>
                      <a:pt x="12" y="9"/>
                    </a:lnTo>
                    <a:lnTo>
                      <a:pt x="11" y="7"/>
                    </a:lnTo>
                    <a:lnTo>
                      <a:pt x="9" y="5"/>
                    </a:lnTo>
                    <a:lnTo>
                      <a:pt x="8" y="4"/>
                    </a:lnTo>
                    <a:lnTo>
                      <a:pt x="4" y="2"/>
                    </a:lnTo>
                    <a:lnTo>
                      <a:pt x="3" y="2"/>
                    </a:lnTo>
                    <a:lnTo>
                      <a:pt x="0" y="0"/>
                    </a:lnTo>
                    <a:lnTo>
                      <a:pt x="0" y="3"/>
                    </a:lnTo>
                    <a:lnTo>
                      <a:pt x="3" y="4"/>
                    </a:lnTo>
                    <a:lnTo>
                      <a:pt x="4" y="5"/>
                    </a:lnTo>
                    <a:lnTo>
                      <a:pt x="8" y="7"/>
                    </a:lnTo>
                    <a:lnTo>
                      <a:pt x="9" y="9"/>
                    </a:lnTo>
                    <a:lnTo>
                      <a:pt x="9" y="11"/>
                    </a:lnTo>
                    <a:lnTo>
                      <a:pt x="9" y="13"/>
                    </a:lnTo>
                    <a:lnTo>
                      <a:pt x="9" y="16"/>
                    </a:lnTo>
                    <a:lnTo>
                      <a:pt x="9" y="18"/>
                    </a:lnTo>
                    <a:lnTo>
                      <a:pt x="9" y="19"/>
                    </a:lnTo>
                    <a:lnTo>
                      <a:pt x="8" y="21"/>
                    </a:lnTo>
                    <a:lnTo>
                      <a:pt x="7" y="24"/>
                    </a:lnTo>
                    <a:close/>
                  </a:path>
                </a:pathLst>
              </a:custGeom>
              <a:solidFill>
                <a:srgbClr val="808060"/>
              </a:solidFill>
              <a:ln>
                <a:noFill/>
                <a:round/>
              </a:ln>
            </p:spPr>
          </p:sp>
          <p:sp>
            <p:nvSpPr>
              <p:cNvPr id="94183" name=""/>
              <p:cNvSpPr/>
              <p:nvPr/>
            </p:nvSpPr>
            <p:spPr>
              <a:xfrm>
                <a:off x="2066" y="1982"/>
                <a:ext cx="9" cy="12"/>
              </a:xfrm>
              <a:custGeom>
                <a:pathLst>
                  <a:path w="28" h="24">
                    <a:moveTo>
                      <a:pt x="14" y="0"/>
                    </a:moveTo>
                    <a:lnTo>
                      <a:pt x="21" y="0"/>
                    </a:lnTo>
                    <a:lnTo>
                      <a:pt x="23" y="2"/>
                    </a:lnTo>
                    <a:lnTo>
                      <a:pt x="25" y="3"/>
                    </a:lnTo>
                    <a:lnTo>
                      <a:pt x="27" y="5"/>
                    </a:lnTo>
                    <a:lnTo>
                      <a:pt x="27" y="7"/>
                    </a:lnTo>
                    <a:lnTo>
                      <a:pt x="28" y="10"/>
                    </a:lnTo>
                    <a:lnTo>
                      <a:pt x="28" y="11"/>
                    </a:lnTo>
                    <a:lnTo>
                      <a:pt x="28" y="14"/>
                    </a:lnTo>
                    <a:lnTo>
                      <a:pt x="28" y="17"/>
                    </a:lnTo>
                    <a:lnTo>
                      <a:pt x="27" y="18"/>
                    </a:lnTo>
                    <a:lnTo>
                      <a:pt x="27" y="20"/>
                    </a:lnTo>
                    <a:lnTo>
                      <a:pt x="24" y="23"/>
                    </a:lnTo>
                    <a:lnTo>
                      <a:pt x="23" y="24"/>
                    </a:lnTo>
                    <a:lnTo>
                      <a:pt x="22" y="24"/>
                    </a:lnTo>
                    <a:lnTo>
                      <a:pt x="21" y="24"/>
                    </a:lnTo>
                    <a:lnTo>
                      <a:pt x="0" y="24"/>
                    </a:lnTo>
                    <a:lnTo>
                      <a:pt x="14" y="0"/>
                    </a:lnTo>
                    <a:close/>
                  </a:path>
                </a:pathLst>
              </a:custGeom>
              <a:solidFill>
                <a:srgbClr val="C0C080"/>
              </a:solidFill>
              <a:ln>
                <a:noFill/>
                <a:round/>
              </a:ln>
            </p:spPr>
          </p:sp>
          <p:sp>
            <p:nvSpPr>
              <p:cNvPr id="94184" name=""/>
              <p:cNvSpPr/>
              <p:nvPr/>
            </p:nvSpPr>
            <p:spPr>
              <a:xfrm>
                <a:off x="2070" y="1982"/>
                <a:ext cx="3" cy="3"/>
              </a:xfrm>
              <a:custGeom>
                <a:pathLst>
                  <a:path w="9" h="5">
                    <a:moveTo>
                      <a:pt x="9" y="0"/>
                    </a:moveTo>
                    <a:lnTo>
                      <a:pt x="0" y="0"/>
                    </a:lnTo>
                    <a:lnTo>
                      <a:pt x="9" y="5"/>
                    </a:lnTo>
                    <a:lnTo>
                      <a:pt x="9" y="0"/>
                    </a:lnTo>
                    <a:close/>
                  </a:path>
                </a:pathLst>
              </a:custGeom>
              <a:solidFill>
                <a:srgbClr val="808050"/>
              </a:solidFill>
              <a:ln>
                <a:noFill/>
                <a:round/>
              </a:ln>
            </p:spPr>
          </p:sp>
          <p:sp>
            <p:nvSpPr>
              <p:cNvPr id="94185" name=""/>
              <p:cNvSpPr/>
              <p:nvPr/>
            </p:nvSpPr>
            <p:spPr>
              <a:xfrm>
                <a:off x="2072" y="1982"/>
                <a:ext cx="3" cy="7"/>
              </a:xfrm>
              <a:custGeom>
                <a:pathLst>
                  <a:path w="9" h="13">
                    <a:moveTo>
                      <a:pt x="9" y="13"/>
                    </a:moveTo>
                    <a:lnTo>
                      <a:pt x="9" y="12"/>
                    </a:lnTo>
                    <a:lnTo>
                      <a:pt x="9" y="7"/>
                    </a:lnTo>
                    <a:lnTo>
                      <a:pt x="8" y="6"/>
                    </a:lnTo>
                    <a:lnTo>
                      <a:pt x="8" y="5"/>
                    </a:lnTo>
                    <a:lnTo>
                      <a:pt x="5" y="3"/>
                    </a:lnTo>
                    <a:lnTo>
                      <a:pt x="3" y="2"/>
                    </a:lnTo>
                    <a:lnTo>
                      <a:pt x="3" y="0"/>
                    </a:lnTo>
                    <a:lnTo>
                      <a:pt x="1" y="0"/>
                    </a:lnTo>
                    <a:lnTo>
                      <a:pt x="0" y="0"/>
                    </a:lnTo>
                    <a:lnTo>
                      <a:pt x="0" y="2"/>
                    </a:lnTo>
                    <a:lnTo>
                      <a:pt x="1" y="2"/>
                    </a:lnTo>
                    <a:lnTo>
                      <a:pt x="3" y="2"/>
                    </a:lnTo>
                    <a:lnTo>
                      <a:pt x="3" y="3"/>
                    </a:lnTo>
                    <a:lnTo>
                      <a:pt x="4" y="5"/>
                    </a:lnTo>
                    <a:lnTo>
                      <a:pt x="5" y="5"/>
                    </a:lnTo>
                    <a:lnTo>
                      <a:pt x="5" y="6"/>
                    </a:lnTo>
                    <a:lnTo>
                      <a:pt x="8" y="7"/>
                    </a:lnTo>
                    <a:lnTo>
                      <a:pt x="8" y="9"/>
                    </a:lnTo>
                    <a:lnTo>
                      <a:pt x="8" y="12"/>
                    </a:lnTo>
                    <a:lnTo>
                      <a:pt x="8" y="13"/>
                    </a:lnTo>
                    <a:lnTo>
                      <a:pt x="9" y="13"/>
                    </a:lnTo>
                    <a:close/>
                  </a:path>
                </a:pathLst>
              </a:custGeom>
              <a:solidFill>
                <a:srgbClr val="808050"/>
              </a:solidFill>
              <a:ln>
                <a:noFill/>
                <a:round/>
              </a:ln>
            </p:spPr>
          </p:sp>
          <p:sp>
            <p:nvSpPr>
              <p:cNvPr id="94186" name=""/>
              <p:cNvSpPr/>
              <p:nvPr/>
            </p:nvSpPr>
            <p:spPr>
              <a:xfrm>
                <a:off x="2074" y="1986"/>
                <a:ext cx="1" cy="4"/>
              </a:xfrm>
              <a:prstGeom prst="rect">
                <a:avLst/>
              </a:prstGeom>
              <a:solidFill>
                <a:srgbClr val="808050"/>
              </a:solidFill>
              <a:ln>
                <a:noFill/>
                <a:miter lim="800000"/>
              </a:ln>
            </p:spPr>
          </p:sp>
          <p:sp>
            <p:nvSpPr>
              <p:cNvPr id="94187" name=""/>
              <p:cNvSpPr/>
              <p:nvPr/>
            </p:nvSpPr>
            <p:spPr>
              <a:xfrm>
                <a:off x="2072" y="1988"/>
                <a:ext cx="3" cy="6"/>
              </a:xfrm>
              <a:custGeom>
                <a:pathLst>
                  <a:path w="9" h="13">
                    <a:moveTo>
                      <a:pt x="0" y="13"/>
                    </a:moveTo>
                    <a:lnTo>
                      <a:pt x="1" y="13"/>
                    </a:lnTo>
                    <a:lnTo>
                      <a:pt x="3" y="13"/>
                    </a:lnTo>
                    <a:lnTo>
                      <a:pt x="3" y="12"/>
                    </a:lnTo>
                    <a:lnTo>
                      <a:pt x="4" y="12"/>
                    </a:lnTo>
                    <a:lnTo>
                      <a:pt x="5" y="11"/>
                    </a:lnTo>
                    <a:lnTo>
                      <a:pt x="8" y="8"/>
                    </a:lnTo>
                    <a:lnTo>
                      <a:pt x="8" y="7"/>
                    </a:lnTo>
                    <a:lnTo>
                      <a:pt x="9" y="6"/>
                    </a:lnTo>
                    <a:lnTo>
                      <a:pt x="9" y="1"/>
                    </a:lnTo>
                    <a:lnTo>
                      <a:pt x="9" y="0"/>
                    </a:lnTo>
                    <a:lnTo>
                      <a:pt x="8" y="0"/>
                    </a:lnTo>
                    <a:lnTo>
                      <a:pt x="8" y="1"/>
                    </a:lnTo>
                    <a:lnTo>
                      <a:pt x="8" y="5"/>
                    </a:lnTo>
                    <a:lnTo>
                      <a:pt x="8" y="6"/>
                    </a:lnTo>
                    <a:lnTo>
                      <a:pt x="5" y="7"/>
                    </a:lnTo>
                    <a:lnTo>
                      <a:pt x="5" y="8"/>
                    </a:lnTo>
                    <a:lnTo>
                      <a:pt x="4" y="8"/>
                    </a:lnTo>
                    <a:lnTo>
                      <a:pt x="4" y="11"/>
                    </a:lnTo>
                    <a:lnTo>
                      <a:pt x="3" y="11"/>
                    </a:lnTo>
                    <a:lnTo>
                      <a:pt x="3" y="12"/>
                    </a:lnTo>
                    <a:lnTo>
                      <a:pt x="1" y="12"/>
                    </a:lnTo>
                    <a:lnTo>
                      <a:pt x="0" y="12"/>
                    </a:lnTo>
                    <a:lnTo>
                      <a:pt x="0" y="13"/>
                    </a:lnTo>
                    <a:close/>
                  </a:path>
                </a:pathLst>
              </a:custGeom>
              <a:solidFill>
                <a:srgbClr val="808050"/>
              </a:solidFill>
              <a:ln>
                <a:noFill/>
                <a:round/>
              </a:ln>
            </p:spPr>
          </p:sp>
          <p:sp>
            <p:nvSpPr>
              <p:cNvPr id="94188" name=""/>
              <p:cNvSpPr/>
              <p:nvPr/>
            </p:nvSpPr>
            <p:spPr>
              <a:xfrm>
                <a:off x="2070" y="1992"/>
                <a:ext cx="3" cy="2"/>
              </a:xfrm>
              <a:prstGeom prst="rect">
                <a:avLst/>
              </a:prstGeom>
              <a:solidFill>
                <a:srgbClr val="808050"/>
              </a:solidFill>
              <a:ln>
                <a:noFill/>
                <a:miter lim="800000"/>
              </a:ln>
            </p:spPr>
          </p:sp>
          <p:sp>
            <p:nvSpPr>
              <p:cNvPr id="94189" name=""/>
              <p:cNvSpPr/>
              <p:nvPr/>
            </p:nvSpPr>
            <p:spPr>
              <a:xfrm>
                <a:off x="2066" y="1992"/>
                <a:ext cx="5" cy="2"/>
              </a:xfrm>
              <a:custGeom>
                <a:pathLst>
                  <a:path w="15" h="6">
                    <a:moveTo>
                      <a:pt x="0" y="0"/>
                    </a:moveTo>
                    <a:lnTo>
                      <a:pt x="0" y="6"/>
                    </a:lnTo>
                    <a:lnTo>
                      <a:pt x="15" y="6"/>
                    </a:lnTo>
                    <a:lnTo>
                      <a:pt x="15" y="0"/>
                    </a:lnTo>
                    <a:lnTo>
                      <a:pt x="0" y="0"/>
                    </a:lnTo>
                    <a:lnTo>
                      <a:pt x="1" y="0"/>
                    </a:lnTo>
                    <a:lnTo>
                      <a:pt x="0" y="0"/>
                    </a:lnTo>
                    <a:lnTo>
                      <a:pt x="0" y="6"/>
                    </a:lnTo>
                    <a:lnTo>
                      <a:pt x="0" y="0"/>
                    </a:lnTo>
                    <a:close/>
                  </a:path>
                </a:pathLst>
              </a:custGeom>
              <a:solidFill>
                <a:srgbClr val="808050"/>
              </a:solidFill>
              <a:ln>
                <a:noFill/>
                <a:round/>
              </a:ln>
            </p:spPr>
          </p:sp>
          <p:sp>
            <p:nvSpPr>
              <p:cNvPr id="94190" name=""/>
              <p:cNvSpPr/>
              <p:nvPr/>
            </p:nvSpPr>
            <p:spPr>
              <a:xfrm>
                <a:off x="2065" y="1982"/>
                <a:ext cx="2" cy="12"/>
              </a:xfrm>
              <a:custGeom>
                <a:pathLst>
                  <a:path w="6" h="24">
                    <a:moveTo>
                      <a:pt x="3" y="0"/>
                    </a:moveTo>
                    <a:lnTo>
                      <a:pt x="0" y="0"/>
                    </a:lnTo>
                    <a:lnTo>
                      <a:pt x="3" y="24"/>
                    </a:lnTo>
                    <a:lnTo>
                      <a:pt x="6" y="24"/>
                    </a:lnTo>
                    <a:lnTo>
                      <a:pt x="3" y="0"/>
                    </a:lnTo>
                    <a:lnTo>
                      <a:pt x="3" y="2"/>
                    </a:lnTo>
                    <a:lnTo>
                      <a:pt x="3" y="0"/>
                    </a:lnTo>
                    <a:lnTo>
                      <a:pt x="0" y="0"/>
                    </a:lnTo>
                    <a:lnTo>
                      <a:pt x="3" y="0"/>
                    </a:lnTo>
                    <a:close/>
                  </a:path>
                </a:pathLst>
              </a:custGeom>
              <a:solidFill>
                <a:srgbClr val="808050"/>
              </a:solidFill>
              <a:ln>
                <a:noFill/>
                <a:round/>
              </a:ln>
            </p:spPr>
          </p:sp>
          <p:sp>
            <p:nvSpPr>
              <p:cNvPr id="94191" name=""/>
              <p:cNvSpPr/>
              <p:nvPr/>
            </p:nvSpPr>
            <p:spPr>
              <a:xfrm>
                <a:off x="2066" y="1982"/>
                <a:ext cx="5" cy="3"/>
              </a:xfrm>
              <a:custGeom>
                <a:pathLst>
                  <a:path w="15" h="5">
                    <a:moveTo>
                      <a:pt x="15" y="0"/>
                    </a:moveTo>
                    <a:lnTo>
                      <a:pt x="0" y="0"/>
                    </a:lnTo>
                    <a:lnTo>
                      <a:pt x="15" y="5"/>
                    </a:lnTo>
                    <a:lnTo>
                      <a:pt x="15" y="0"/>
                    </a:lnTo>
                    <a:close/>
                  </a:path>
                </a:pathLst>
              </a:custGeom>
              <a:solidFill>
                <a:srgbClr val="808050"/>
              </a:solidFill>
              <a:ln>
                <a:noFill/>
                <a:round/>
              </a:ln>
            </p:spPr>
          </p:sp>
          <p:sp>
            <p:nvSpPr>
              <p:cNvPr id="94192" name=""/>
              <p:cNvSpPr/>
              <p:nvPr/>
            </p:nvSpPr>
            <p:spPr>
              <a:xfrm>
                <a:off x="2069" y="1984"/>
                <a:ext cx="5" cy="10"/>
              </a:xfrm>
              <a:custGeom>
                <a:pathLst>
                  <a:path w="14" h="20">
                    <a:moveTo>
                      <a:pt x="8" y="0"/>
                    </a:moveTo>
                    <a:lnTo>
                      <a:pt x="0" y="17"/>
                    </a:lnTo>
                    <a:lnTo>
                      <a:pt x="0" y="20"/>
                    </a:lnTo>
                    <a:lnTo>
                      <a:pt x="5" y="20"/>
                    </a:lnTo>
                    <a:lnTo>
                      <a:pt x="5" y="17"/>
                    </a:lnTo>
                    <a:lnTo>
                      <a:pt x="14" y="0"/>
                    </a:lnTo>
                    <a:lnTo>
                      <a:pt x="8" y="0"/>
                    </a:lnTo>
                    <a:close/>
                  </a:path>
                </a:pathLst>
              </a:custGeom>
              <a:solidFill>
                <a:srgbClr val="E0E0B0"/>
              </a:solidFill>
              <a:ln>
                <a:noFill/>
                <a:round/>
              </a:ln>
            </p:spPr>
          </p:sp>
          <p:sp>
            <p:nvSpPr>
              <p:cNvPr id="94193" name=""/>
              <p:cNvSpPr/>
              <p:nvPr/>
            </p:nvSpPr>
            <p:spPr>
              <a:xfrm>
                <a:off x="2071" y="1984"/>
                <a:ext cx="4" cy="10"/>
              </a:xfrm>
              <a:custGeom>
                <a:pathLst>
                  <a:path w="13" h="20">
                    <a:moveTo>
                      <a:pt x="8" y="0"/>
                    </a:moveTo>
                    <a:lnTo>
                      <a:pt x="0" y="19"/>
                    </a:lnTo>
                    <a:lnTo>
                      <a:pt x="1" y="20"/>
                    </a:lnTo>
                    <a:lnTo>
                      <a:pt x="7" y="20"/>
                    </a:lnTo>
                    <a:lnTo>
                      <a:pt x="7" y="19"/>
                    </a:lnTo>
                    <a:lnTo>
                      <a:pt x="13" y="7"/>
                    </a:lnTo>
                    <a:lnTo>
                      <a:pt x="13" y="6"/>
                    </a:lnTo>
                    <a:lnTo>
                      <a:pt x="11" y="3"/>
                    </a:lnTo>
                    <a:lnTo>
                      <a:pt x="11" y="2"/>
                    </a:lnTo>
                    <a:lnTo>
                      <a:pt x="8" y="0"/>
                    </a:lnTo>
                    <a:close/>
                  </a:path>
                </a:pathLst>
              </a:custGeom>
              <a:solidFill>
                <a:srgbClr val="E0E0B0"/>
              </a:solidFill>
              <a:ln>
                <a:noFill/>
                <a:round/>
              </a:ln>
            </p:spPr>
          </p:sp>
          <p:sp>
            <p:nvSpPr>
              <p:cNvPr id="94194" name=""/>
              <p:cNvSpPr/>
              <p:nvPr/>
            </p:nvSpPr>
            <p:spPr>
              <a:xfrm>
                <a:off x="2072" y="1988"/>
                <a:ext cx="2" cy="4"/>
              </a:xfrm>
              <a:custGeom>
                <a:pathLst>
                  <a:path w="8" h="7">
                    <a:moveTo>
                      <a:pt x="8" y="0"/>
                    </a:moveTo>
                    <a:lnTo>
                      <a:pt x="8" y="2"/>
                    </a:lnTo>
                    <a:lnTo>
                      <a:pt x="8" y="2"/>
                    </a:lnTo>
                    <a:lnTo>
                      <a:pt x="7" y="5"/>
                    </a:lnTo>
                    <a:lnTo>
                      <a:pt x="6" y="6"/>
                    </a:lnTo>
                    <a:lnTo>
                      <a:pt x="3" y="7"/>
                    </a:lnTo>
                    <a:lnTo>
                      <a:pt x="0" y="7"/>
                    </a:lnTo>
                  </a:path>
                </a:pathLst>
              </a:custGeom>
              <a:noFill/>
              <a:ln w="4763">
                <a:solidFill>
                  <a:srgbClr val="F0E0C0"/>
                </a:solidFill>
                <a:prstDash val="solid"/>
                <a:round/>
              </a:ln>
            </p:spPr>
          </p:sp>
          <p:sp>
            <p:nvSpPr>
              <p:cNvPr id="94195" name=""/>
              <p:cNvSpPr/>
              <p:nvPr/>
            </p:nvSpPr>
            <p:spPr>
              <a:xfrm>
                <a:off x="2067" y="1983"/>
                <a:ext cx="6" cy="2"/>
              </a:xfrm>
              <a:custGeom>
                <a:pathLst>
                  <a:path w="18" h="3">
                    <a:moveTo>
                      <a:pt x="0" y="0"/>
                    </a:moveTo>
                    <a:lnTo>
                      <a:pt x="13" y="0"/>
                    </a:lnTo>
                    <a:lnTo>
                      <a:pt x="16" y="0"/>
                    </a:lnTo>
                    <a:lnTo>
                      <a:pt x="18" y="3"/>
                    </a:lnTo>
                  </a:path>
                </a:pathLst>
              </a:custGeom>
              <a:noFill/>
              <a:ln w="4763">
                <a:solidFill>
                  <a:srgbClr val="F0E0C0"/>
                </a:solidFill>
                <a:prstDash val="solid"/>
                <a:round/>
              </a:ln>
            </p:spPr>
          </p:sp>
          <p:sp>
            <p:nvSpPr>
              <p:cNvPr id="94196" name=""/>
              <p:cNvSpPr/>
              <p:nvPr/>
            </p:nvSpPr>
            <p:spPr>
              <a:xfrm>
                <a:off x="2066" y="1984"/>
                <a:ext cx="2" cy="10"/>
              </a:xfrm>
              <a:custGeom>
                <a:pathLst>
                  <a:path w="5" h="20">
                    <a:moveTo>
                      <a:pt x="3" y="0"/>
                    </a:moveTo>
                    <a:lnTo>
                      <a:pt x="5" y="2"/>
                    </a:lnTo>
                    <a:lnTo>
                      <a:pt x="5" y="10"/>
                    </a:lnTo>
                    <a:lnTo>
                      <a:pt x="5" y="17"/>
                    </a:lnTo>
                    <a:lnTo>
                      <a:pt x="3" y="20"/>
                    </a:lnTo>
                    <a:lnTo>
                      <a:pt x="0" y="14"/>
                    </a:lnTo>
                    <a:lnTo>
                      <a:pt x="0" y="10"/>
                    </a:lnTo>
                    <a:lnTo>
                      <a:pt x="0" y="2"/>
                    </a:lnTo>
                    <a:lnTo>
                      <a:pt x="3" y="1"/>
                    </a:lnTo>
                    <a:lnTo>
                      <a:pt x="3" y="0"/>
                    </a:lnTo>
                    <a:close/>
                  </a:path>
                </a:pathLst>
              </a:custGeom>
              <a:solidFill>
                <a:srgbClr val="706040"/>
              </a:solidFill>
              <a:ln>
                <a:noFill/>
                <a:round/>
              </a:ln>
            </p:spPr>
          </p:sp>
          <p:sp>
            <p:nvSpPr>
              <p:cNvPr id="94197" name=""/>
              <p:cNvSpPr/>
              <p:nvPr/>
            </p:nvSpPr>
            <p:spPr>
              <a:xfrm>
                <a:off x="2066" y="1984"/>
                <a:ext cx="5" cy="10"/>
              </a:xfrm>
              <a:custGeom>
                <a:pathLst>
                  <a:path w="15" h="20">
                    <a:moveTo>
                      <a:pt x="10" y="0"/>
                    </a:moveTo>
                    <a:lnTo>
                      <a:pt x="0" y="16"/>
                    </a:lnTo>
                    <a:lnTo>
                      <a:pt x="2" y="20"/>
                    </a:lnTo>
                    <a:lnTo>
                      <a:pt x="8" y="20"/>
                    </a:lnTo>
                    <a:lnTo>
                      <a:pt x="8" y="17"/>
                    </a:lnTo>
                    <a:lnTo>
                      <a:pt x="15" y="0"/>
                    </a:lnTo>
                    <a:lnTo>
                      <a:pt x="10" y="0"/>
                    </a:lnTo>
                    <a:close/>
                  </a:path>
                </a:pathLst>
              </a:custGeom>
              <a:solidFill>
                <a:srgbClr val="E0E0B0"/>
              </a:solidFill>
              <a:ln>
                <a:noFill/>
                <a:round/>
              </a:ln>
            </p:spPr>
          </p:sp>
        </p:grpSp>
        <p:pic>
          <p:nvPicPr>
            <p:cNvPr id="94199" name=""/>
            <p:cNvPicPr/>
            <p:nvPr/>
          </p:nvPicPr>
          <p:blipFill>
            <a:blip r:embed="rId3"/>
            <a:stretch>
              <a:fillRect/>
            </a:stretch>
          </p:blipFill>
          <p:spPr>
            <a:xfrm>
              <a:off x="2040" y="1985"/>
              <a:ext cx="30" cy="9"/>
            </a:xfrm>
            <a:prstGeom prst="rect">
              <a:avLst/>
            </a:prstGeom>
            <a:noFill/>
            <a:ln>
              <a:noFill/>
              <a:miter lim="800000"/>
            </a:ln>
          </p:spPr>
        </p:pic>
      </p:grpSp>
      <p:grpSp>
        <p:nvGrpSpPr>
          <p:cNvPr id="94343" name=""/>
          <p:cNvGrpSpPr/>
          <p:nvPr/>
        </p:nvGrpSpPr>
        <p:grpSpPr>
          <a:xfrm>
            <a:off x="3335338" y="3059113"/>
            <a:ext cx="128587" cy="401637"/>
            <a:chOff x="2101" y="1927"/>
            <a:chExt cx="81" cy="253"/>
          </a:xfrm>
        </p:grpSpPr>
        <p:grpSp>
          <p:nvGrpSpPr>
            <p:cNvPr id="94341" name=""/>
            <p:cNvGrpSpPr/>
            <p:nvPr/>
          </p:nvGrpSpPr>
          <p:grpSpPr>
            <a:xfrm>
              <a:off x="2101" y="1927"/>
              <a:ext cx="81" cy="253"/>
              <a:chOff x="2101" y="1927"/>
              <a:chExt cx="81" cy="253"/>
            </a:xfrm>
          </p:grpSpPr>
          <p:sp>
            <p:nvSpPr>
              <p:cNvPr id="94201" name=""/>
              <p:cNvSpPr/>
              <p:nvPr/>
            </p:nvSpPr>
            <p:spPr>
              <a:xfrm>
                <a:off x="2113" y="2038"/>
                <a:ext cx="56" cy="138"/>
              </a:xfrm>
              <a:custGeom>
                <a:pathLst>
                  <a:path w="169" h="277">
                    <a:moveTo>
                      <a:pt x="4" y="0"/>
                    </a:moveTo>
                    <a:lnTo>
                      <a:pt x="165" y="0"/>
                    </a:lnTo>
                    <a:lnTo>
                      <a:pt x="167" y="0"/>
                    </a:lnTo>
                    <a:lnTo>
                      <a:pt x="169" y="3"/>
                    </a:lnTo>
                    <a:lnTo>
                      <a:pt x="169" y="4"/>
                    </a:lnTo>
                    <a:lnTo>
                      <a:pt x="169" y="274"/>
                    </a:lnTo>
                    <a:lnTo>
                      <a:pt x="169" y="275"/>
                    </a:lnTo>
                    <a:lnTo>
                      <a:pt x="167" y="276"/>
                    </a:lnTo>
                    <a:lnTo>
                      <a:pt x="165" y="277"/>
                    </a:lnTo>
                    <a:lnTo>
                      <a:pt x="4" y="277"/>
                    </a:lnTo>
                    <a:lnTo>
                      <a:pt x="1" y="276"/>
                    </a:lnTo>
                    <a:lnTo>
                      <a:pt x="0" y="275"/>
                    </a:lnTo>
                    <a:lnTo>
                      <a:pt x="0" y="274"/>
                    </a:lnTo>
                    <a:lnTo>
                      <a:pt x="0" y="4"/>
                    </a:lnTo>
                    <a:lnTo>
                      <a:pt x="0" y="3"/>
                    </a:lnTo>
                    <a:lnTo>
                      <a:pt x="1" y="0"/>
                    </a:lnTo>
                    <a:lnTo>
                      <a:pt x="4" y="0"/>
                    </a:lnTo>
                    <a:close/>
                  </a:path>
                </a:pathLst>
              </a:custGeom>
              <a:solidFill>
                <a:srgbClr val="F0E0C0"/>
              </a:solidFill>
              <a:ln>
                <a:noFill/>
                <a:round/>
              </a:ln>
            </p:spPr>
          </p:sp>
          <p:sp>
            <p:nvSpPr>
              <p:cNvPr id="94202" name=""/>
              <p:cNvSpPr/>
              <p:nvPr/>
            </p:nvSpPr>
            <p:spPr>
              <a:xfrm>
                <a:off x="2113" y="2153"/>
                <a:ext cx="56" cy="5"/>
              </a:xfrm>
              <a:prstGeom prst="rect">
                <a:avLst/>
              </a:prstGeom>
              <a:solidFill>
                <a:srgbClr val="A0A080"/>
              </a:solidFill>
              <a:ln>
                <a:noFill/>
                <a:miter lim="800000"/>
              </a:ln>
            </p:spPr>
          </p:sp>
          <p:sp>
            <p:nvSpPr>
              <p:cNvPr id="94203" name=""/>
              <p:cNvSpPr/>
              <p:nvPr/>
            </p:nvSpPr>
            <p:spPr>
              <a:xfrm>
                <a:off x="2113" y="2150"/>
                <a:ext cx="56" cy="3"/>
              </a:xfrm>
              <a:prstGeom prst="rect">
                <a:avLst/>
              </a:prstGeom>
              <a:solidFill>
                <a:srgbClr val="A0A080"/>
              </a:solidFill>
              <a:ln>
                <a:noFill/>
                <a:miter lim="800000"/>
              </a:ln>
            </p:spPr>
          </p:sp>
          <p:sp>
            <p:nvSpPr>
              <p:cNvPr id="94204" name=""/>
              <p:cNvSpPr/>
              <p:nvPr/>
            </p:nvSpPr>
            <p:spPr>
              <a:xfrm>
                <a:off x="2113" y="2146"/>
                <a:ext cx="56" cy="3"/>
              </a:xfrm>
              <a:prstGeom prst="rect">
                <a:avLst/>
              </a:prstGeom>
              <a:solidFill>
                <a:srgbClr val="404040"/>
              </a:solidFill>
              <a:ln>
                <a:noFill/>
                <a:miter lim="800000"/>
              </a:ln>
            </p:spPr>
          </p:sp>
          <p:sp>
            <p:nvSpPr>
              <p:cNvPr id="94205" name=""/>
              <p:cNvSpPr/>
              <p:nvPr/>
            </p:nvSpPr>
            <p:spPr>
              <a:xfrm>
                <a:off x="2113" y="2146"/>
                <a:ext cx="56" cy="3"/>
              </a:xfrm>
              <a:prstGeom prst="rect">
                <a:avLst/>
              </a:prstGeom>
              <a:solidFill>
                <a:srgbClr val="A0A080"/>
              </a:solidFill>
              <a:ln>
                <a:noFill/>
                <a:miter lim="800000"/>
              </a:ln>
            </p:spPr>
          </p:sp>
          <p:sp>
            <p:nvSpPr>
              <p:cNvPr id="94206" name=""/>
              <p:cNvSpPr/>
              <p:nvPr/>
            </p:nvSpPr>
            <p:spPr>
              <a:xfrm>
                <a:off x="2113" y="2142"/>
                <a:ext cx="56" cy="3"/>
              </a:xfrm>
              <a:prstGeom prst="rect">
                <a:avLst/>
              </a:prstGeom>
              <a:solidFill>
                <a:srgbClr val="A0A080"/>
              </a:solidFill>
              <a:ln>
                <a:noFill/>
                <a:miter lim="800000"/>
              </a:ln>
            </p:spPr>
          </p:sp>
          <p:sp>
            <p:nvSpPr>
              <p:cNvPr id="94207" name=""/>
              <p:cNvSpPr/>
              <p:nvPr/>
            </p:nvSpPr>
            <p:spPr>
              <a:xfrm>
                <a:off x="2113" y="2138"/>
                <a:ext cx="56" cy="3"/>
              </a:xfrm>
              <a:prstGeom prst="rect">
                <a:avLst/>
              </a:prstGeom>
              <a:solidFill>
                <a:srgbClr val="A0A080"/>
              </a:solidFill>
              <a:ln>
                <a:noFill/>
                <a:miter lim="800000"/>
              </a:ln>
            </p:spPr>
          </p:sp>
          <p:sp>
            <p:nvSpPr>
              <p:cNvPr id="94208" name=""/>
              <p:cNvSpPr/>
              <p:nvPr/>
            </p:nvSpPr>
            <p:spPr>
              <a:xfrm>
                <a:off x="2113" y="2134"/>
                <a:ext cx="56" cy="2"/>
              </a:xfrm>
              <a:prstGeom prst="rect">
                <a:avLst/>
              </a:prstGeom>
              <a:solidFill>
                <a:srgbClr val="A0A080"/>
              </a:solidFill>
              <a:ln>
                <a:noFill/>
                <a:miter lim="800000"/>
              </a:ln>
            </p:spPr>
          </p:sp>
          <p:sp>
            <p:nvSpPr>
              <p:cNvPr id="94209" name=""/>
              <p:cNvSpPr/>
              <p:nvPr/>
            </p:nvSpPr>
            <p:spPr>
              <a:xfrm>
                <a:off x="2113" y="2129"/>
                <a:ext cx="56" cy="3"/>
              </a:xfrm>
              <a:prstGeom prst="rect">
                <a:avLst/>
              </a:prstGeom>
              <a:solidFill>
                <a:srgbClr val="A0A080"/>
              </a:solidFill>
              <a:ln>
                <a:noFill/>
                <a:miter lim="800000"/>
              </a:ln>
            </p:spPr>
          </p:sp>
          <p:sp>
            <p:nvSpPr>
              <p:cNvPr id="94210" name=""/>
              <p:cNvSpPr/>
              <p:nvPr/>
            </p:nvSpPr>
            <p:spPr>
              <a:xfrm>
                <a:off x="2113" y="2125"/>
                <a:ext cx="56" cy="3"/>
              </a:xfrm>
              <a:prstGeom prst="rect">
                <a:avLst/>
              </a:prstGeom>
              <a:solidFill>
                <a:srgbClr val="A0A080"/>
              </a:solidFill>
              <a:ln>
                <a:noFill/>
                <a:miter lim="800000"/>
              </a:ln>
            </p:spPr>
          </p:sp>
          <p:sp>
            <p:nvSpPr>
              <p:cNvPr id="94211" name=""/>
              <p:cNvSpPr/>
              <p:nvPr/>
            </p:nvSpPr>
            <p:spPr>
              <a:xfrm>
                <a:off x="2113" y="2121"/>
                <a:ext cx="56" cy="3"/>
              </a:xfrm>
              <a:prstGeom prst="rect">
                <a:avLst/>
              </a:prstGeom>
              <a:solidFill>
                <a:srgbClr val="A0A080"/>
              </a:solidFill>
              <a:ln>
                <a:noFill/>
                <a:miter lim="800000"/>
              </a:ln>
            </p:spPr>
          </p:sp>
          <p:sp>
            <p:nvSpPr>
              <p:cNvPr id="94212" name=""/>
              <p:cNvSpPr/>
              <p:nvPr/>
            </p:nvSpPr>
            <p:spPr>
              <a:xfrm>
                <a:off x="2113" y="2116"/>
                <a:ext cx="56" cy="3"/>
              </a:xfrm>
              <a:prstGeom prst="rect">
                <a:avLst/>
              </a:prstGeom>
              <a:solidFill>
                <a:srgbClr val="A0A080"/>
              </a:solidFill>
              <a:ln>
                <a:noFill/>
                <a:miter lim="800000"/>
              </a:ln>
            </p:spPr>
          </p:sp>
          <p:sp>
            <p:nvSpPr>
              <p:cNvPr id="94213" name=""/>
              <p:cNvSpPr/>
              <p:nvPr/>
            </p:nvSpPr>
            <p:spPr>
              <a:xfrm>
                <a:off x="2113" y="2113"/>
                <a:ext cx="56" cy="2"/>
              </a:xfrm>
              <a:prstGeom prst="rect">
                <a:avLst/>
              </a:prstGeom>
              <a:solidFill>
                <a:srgbClr val="A0A080"/>
              </a:solidFill>
              <a:ln>
                <a:noFill/>
                <a:miter lim="800000"/>
              </a:ln>
            </p:spPr>
          </p:sp>
          <p:sp>
            <p:nvSpPr>
              <p:cNvPr id="94214" name=""/>
              <p:cNvSpPr/>
              <p:nvPr/>
            </p:nvSpPr>
            <p:spPr>
              <a:xfrm>
                <a:off x="2113" y="2109"/>
                <a:ext cx="56" cy="2"/>
              </a:xfrm>
              <a:prstGeom prst="rect">
                <a:avLst/>
              </a:prstGeom>
              <a:solidFill>
                <a:srgbClr val="A0A080"/>
              </a:solidFill>
              <a:ln>
                <a:noFill/>
                <a:miter lim="800000"/>
              </a:ln>
            </p:spPr>
          </p:sp>
          <p:sp>
            <p:nvSpPr>
              <p:cNvPr id="94215" name=""/>
              <p:cNvSpPr/>
              <p:nvPr/>
            </p:nvSpPr>
            <p:spPr>
              <a:xfrm>
                <a:off x="2113" y="2104"/>
                <a:ext cx="56" cy="3"/>
              </a:xfrm>
              <a:prstGeom prst="rect">
                <a:avLst/>
              </a:prstGeom>
              <a:solidFill>
                <a:srgbClr val="A0A080"/>
              </a:solidFill>
              <a:ln>
                <a:noFill/>
                <a:miter lim="800000"/>
              </a:ln>
            </p:spPr>
          </p:sp>
          <p:sp>
            <p:nvSpPr>
              <p:cNvPr id="94216" name=""/>
              <p:cNvSpPr/>
              <p:nvPr/>
            </p:nvSpPr>
            <p:spPr>
              <a:xfrm>
                <a:off x="2113" y="2100"/>
                <a:ext cx="56" cy="2"/>
              </a:xfrm>
              <a:prstGeom prst="rect">
                <a:avLst/>
              </a:prstGeom>
              <a:solidFill>
                <a:srgbClr val="A0A080"/>
              </a:solidFill>
              <a:ln>
                <a:noFill/>
                <a:miter lim="800000"/>
              </a:ln>
            </p:spPr>
          </p:sp>
          <p:sp>
            <p:nvSpPr>
              <p:cNvPr id="94217" name=""/>
              <p:cNvSpPr/>
              <p:nvPr/>
            </p:nvSpPr>
            <p:spPr>
              <a:xfrm>
                <a:off x="2113" y="2096"/>
                <a:ext cx="56" cy="2"/>
              </a:xfrm>
              <a:prstGeom prst="rect">
                <a:avLst/>
              </a:prstGeom>
              <a:solidFill>
                <a:srgbClr val="A0A080"/>
              </a:solidFill>
              <a:ln>
                <a:noFill/>
                <a:miter lim="800000"/>
              </a:ln>
            </p:spPr>
          </p:sp>
          <p:sp>
            <p:nvSpPr>
              <p:cNvPr id="94218" name=""/>
              <p:cNvSpPr/>
              <p:nvPr/>
            </p:nvSpPr>
            <p:spPr>
              <a:xfrm>
                <a:off x="2113" y="2091"/>
                <a:ext cx="56" cy="3"/>
              </a:xfrm>
              <a:prstGeom prst="rect">
                <a:avLst/>
              </a:prstGeom>
              <a:solidFill>
                <a:srgbClr val="A0A080"/>
              </a:solidFill>
              <a:ln>
                <a:noFill/>
                <a:miter lim="800000"/>
              </a:ln>
            </p:spPr>
          </p:sp>
          <p:sp>
            <p:nvSpPr>
              <p:cNvPr id="94219" name=""/>
              <p:cNvSpPr/>
              <p:nvPr/>
            </p:nvSpPr>
            <p:spPr>
              <a:xfrm>
                <a:off x="2101" y="2166"/>
                <a:ext cx="41" cy="14"/>
              </a:xfrm>
              <a:custGeom>
                <a:pathLst>
                  <a:path w="122" h="28">
                    <a:moveTo>
                      <a:pt x="39" y="0"/>
                    </a:moveTo>
                    <a:lnTo>
                      <a:pt x="34" y="0"/>
                    </a:lnTo>
                    <a:lnTo>
                      <a:pt x="34" y="12"/>
                    </a:lnTo>
                    <a:lnTo>
                      <a:pt x="0" y="23"/>
                    </a:lnTo>
                    <a:lnTo>
                      <a:pt x="0" y="28"/>
                    </a:lnTo>
                    <a:lnTo>
                      <a:pt x="122" y="28"/>
                    </a:lnTo>
                    <a:lnTo>
                      <a:pt x="122" y="19"/>
                    </a:lnTo>
                    <a:lnTo>
                      <a:pt x="39" y="19"/>
                    </a:lnTo>
                    <a:lnTo>
                      <a:pt x="39" y="0"/>
                    </a:lnTo>
                    <a:close/>
                  </a:path>
                </a:pathLst>
              </a:custGeom>
              <a:solidFill>
                <a:srgbClr val="808060"/>
              </a:solidFill>
              <a:ln>
                <a:noFill/>
                <a:round/>
              </a:ln>
            </p:spPr>
          </p:sp>
          <p:sp>
            <p:nvSpPr>
              <p:cNvPr id="94220" name=""/>
              <p:cNvSpPr/>
              <p:nvPr/>
            </p:nvSpPr>
            <p:spPr>
              <a:xfrm>
                <a:off x="2142" y="2166"/>
                <a:ext cx="40" cy="14"/>
              </a:xfrm>
              <a:custGeom>
                <a:pathLst>
                  <a:path w="122" h="28">
                    <a:moveTo>
                      <a:pt x="83" y="0"/>
                    </a:moveTo>
                    <a:lnTo>
                      <a:pt x="89" y="0"/>
                    </a:lnTo>
                    <a:lnTo>
                      <a:pt x="89" y="12"/>
                    </a:lnTo>
                    <a:lnTo>
                      <a:pt x="122" y="23"/>
                    </a:lnTo>
                    <a:lnTo>
                      <a:pt x="122" y="28"/>
                    </a:lnTo>
                    <a:lnTo>
                      <a:pt x="0" y="28"/>
                    </a:lnTo>
                    <a:lnTo>
                      <a:pt x="0" y="19"/>
                    </a:lnTo>
                    <a:lnTo>
                      <a:pt x="83" y="19"/>
                    </a:lnTo>
                    <a:lnTo>
                      <a:pt x="83" y="0"/>
                    </a:lnTo>
                    <a:close/>
                  </a:path>
                </a:pathLst>
              </a:custGeom>
              <a:solidFill>
                <a:srgbClr val="808060"/>
              </a:solidFill>
              <a:ln>
                <a:noFill/>
                <a:round/>
              </a:ln>
            </p:spPr>
          </p:sp>
          <p:sp>
            <p:nvSpPr>
              <p:cNvPr id="94221" name=""/>
              <p:cNvSpPr/>
              <p:nvPr/>
            </p:nvSpPr>
            <p:spPr>
              <a:xfrm>
                <a:off x="2123" y="2125"/>
                <a:ext cx="36" cy="47"/>
              </a:xfrm>
              <a:custGeom>
                <a:pathLst>
                  <a:path w="109" h="93">
                    <a:moveTo>
                      <a:pt x="0" y="1"/>
                    </a:moveTo>
                    <a:lnTo>
                      <a:pt x="0" y="93"/>
                    </a:lnTo>
                    <a:lnTo>
                      <a:pt x="109" y="93"/>
                    </a:lnTo>
                    <a:lnTo>
                      <a:pt x="109" y="0"/>
                    </a:lnTo>
                  </a:path>
                </a:pathLst>
              </a:custGeom>
              <a:noFill/>
              <a:ln w="4763">
                <a:solidFill>
                  <a:srgbClr val="808060"/>
                </a:solidFill>
                <a:prstDash val="solid"/>
                <a:round/>
              </a:ln>
            </p:spPr>
          </p:sp>
          <p:sp>
            <p:nvSpPr>
              <p:cNvPr id="94222" name=""/>
              <p:cNvSpPr/>
              <p:nvPr/>
            </p:nvSpPr>
            <p:spPr>
              <a:xfrm>
                <a:off x="2113" y="1927"/>
                <a:ext cx="56" cy="104"/>
              </a:xfrm>
              <a:custGeom>
                <a:pathLst>
                  <a:path w="169" h="209">
                    <a:moveTo>
                      <a:pt x="5" y="209"/>
                    </a:moveTo>
                    <a:lnTo>
                      <a:pt x="164" y="209"/>
                    </a:lnTo>
                    <a:lnTo>
                      <a:pt x="167" y="209"/>
                    </a:lnTo>
                    <a:lnTo>
                      <a:pt x="168" y="206"/>
                    </a:lnTo>
                    <a:lnTo>
                      <a:pt x="169" y="205"/>
                    </a:lnTo>
                    <a:lnTo>
                      <a:pt x="169" y="5"/>
                    </a:lnTo>
                    <a:lnTo>
                      <a:pt x="168" y="3"/>
                    </a:lnTo>
                    <a:lnTo>
                      <a:pt x="167" y="2"/>
                    </a:lnTo>
                    <a:lnTo>
                      <a:pt x="165" y="2"/>
                    </a:lnTo>
                    <a:lnTo>
                      <a:pt x="5" y="0"/>
                    </a:lnTo>
                    <a:lnTo>
                      <a:pt x="3" y="2"/>
                    </a:lnTo>
                    <a:lnTo>
                      <a:pt x="1" y="3"/>
                    </a:lnTo>
                    <a:lnTo>
                      <a:pt x="0" y="5"/>
                    </a:lnTo>
                    <a:lnTo>
                      <a:pt x="0" y="205"/>
                    </a:lnTo>
                    <a:lnTo>
                      <a:pt x="0" y="206"/>
                    </a:lnTo>
                    <a:lnTo>
                      <a:pt x="3" y="209"/>
                    </a:lnTo>
                    <a:lnTo>
                      <a:pt x="5" y="209"/>
                    </a:lnTo>
                    <a:close/>
                  </a:path>
                </a:pathLst>
              </a:custGeom>
              <a:solidFill>
                <a:srgbClr val="F0E0C0"/>
              </a:solidFill>
              <a:ln>
                <a:noFill/>
                <a:round/>
              </a:ln>
            </p:spPr>
          </p:sp>
          <p:sp>
            <p:nvSpPr>
              <p:cNvPr id="94223" name=""/>
              <p:cNvSpPr/>
              <p:nvPr/>
            </p:nvSpPr>
            <p:spPr>
              <a:xfrm>
                <a:off x="2118" y="1956"/>
                <a:ext cx="46" cy="66"/>
              </a:xfrm>
              <a:custGeom>
                <a:pathLst>
                  <a:path w="138" h="131">
                    <a:moveTo>
                      <a:pt x="7" y="131"/>
                    </a:moveTo>
                    <a:lnTo>
                      <a:pt x="132" y="131"/>
                    </a:lnTo>
                    <a:lnTo>
                      <a:pt x="133" y="131"/>
                    </a:lnTo>
                    <a:lnTo>
                      <a:pt x="136" y="130"/>
                    </a:lnTo>
                    <a:lnTo>
                      <a:pt x="137" y="128"/>
                    </a:lnTo>
                    <a:lnTo>
                      <a:pt x="138" y="127"/>
                    </a:lnTo>
                    <a:lnTo>
                      <a:pt x="138" y="125"/>
                    </a:lnTo>
                    <a:lnTo>
                      <a:pt x="138" y="6"/>
                    </a:lnTo>
                    <a:lnTo>
                      <a:pt x="138" y="3"/>
                    </a:lnTo>
                    <a:lnTo>
                      <a:pt x="137" y="2"/>
                    </a:lnTo>
                    <a:lnTo>
                      <a:pt x="136" y="0"/>
                    </a:lnTo>
                    <a:lnTo>
                      <a:pt x="133" y="0"/>
                    </a:lnTo>
                    <a:lnTo>
                      <a:pt x="132" y="0"/>
                    </a:lnTo>
                    <a:lnTo>
                      <a:pt x="7" y="0"/>
                    </a:lnTo>
                    <a:lnTo>
                      <a:pt x="5" y="0"/>
                    </a:lnTo>
                    <a:lnTo>
                      <a:pt x="4" y="0"/>
                    </a:lnTo>
                    <a:lnTo>
                      <a:pt x="3" y="2"/>
                    </a:lnTo>
                    <a:lnTo>
                      <a:pt x="2" y="3"/>
                    </a:lnTo>
                    <a:lnTo>
                      <a:pt x="0" y="6"/>
                    </a:lnTo>
                    <a:lnTo>
                      <a:pt x="0" y="125"/>
                    </a:lnTo>
                    <a:lnTo>
                      <a:pt x="2" y="127"/>
                    </a:lnTo>
                    <a:lnTo>
                      <a:pt x="2" y="127"/>
                    </a:lnTo>
                    <a:lnTo>
                      <a:pt x="4" y="130"/>
                    </a:lnTo>
                    <a:lnTo>
                      <a:pt x="5" y="131"/>
                    </a:lnTo>
                    <a:lnTo>
                      <a:pt x="7" y="131"/>
                    </a:lnTo>
                    <a:close/>
                  </a:path>
                </a:pathLst>
              </a:custGeom>
              <a:solidFill>
                <a:srgbClr val="F0E0C0"/>
              </a:solidFill>
              <a:ln>
                <a:noFill/>
                <a:round/>
              </a:ln>
            </p:spPr>
          </p:sp>
          <p:sp>
            <p:nvSpPr>
              <p:cNvPr id="94224" name=""/>
              <p:cNvSpPr/>
              <p:nvPr/>
            </p:nvSpPr>
            <p:spPr>
              <a:xfrm>
                <a:off x="2121" y="1975"/>
                <a:ext cx="40" cy="0"/>
              </a:xfrm>
              <a:prstGeom prst="rect">
                <a:avLst/>
              </a:prstGeom>
              <a:solidFill>
                <a:srgbClr val="505020"/>
              </a:solidFill>
              <a:ln w="4763">
                <a:solidFill>
                  <a:prstClr val="black"/>
                </a:solidFill>
                <a:miter lim="800000"/>
              </a:ln>
            </p:spPr>
          </p:sp>
          <p:sp>
            <p:nvSpPr>
              <p:cNvPr id="94225" name=""/>
              <p:cNvSpPr/>
              <p:nvPr/>
            </p:nvSpPr>
            <p:spPr>
              <a:xfrm>
                <a:off x="2121" y="1993"/>
                <a:ext cx="40" cy="0"/>
              </a:xfrm>
              <a:prstGeom prst="rect">
                <a:avLst/>
              </a:prstGeom>
              <a:solidFill>
                <a:srgbClr val="505020"/>
              </a:solidFill>
              <a:ln w="4763">
                <a:solidFill>
                  <a:prstClr val="black"/>
                </a:solidFill>
                <a:miter lim="800000"/>
              </a:ln>
            </p:spPr>
          </p:sp>
          <p:sp>
            <p:nvSpPr>
              <p:cNvPr id="94226" name=""/>
              <p:cNvSpPr/>
              <p:nvPr/>
            </p:nvSpPr>
            <p:spPr>
              <a:xfrm>
                <a:off x="2119" y="1959"/>
                <a:ext cx="45" cy="18"/>
              </a:xfrm>
              <a:custGeom>
                <a:pathLst>
                  <a:path w="133" h="36">
                    <a:moveTo>
                      <a:pt x="3" y="36"/>
                    </a:moveTo>
                    <a:lnTo>
                      <a:pt x="130" y="36"/>
                    </a:lnTo>
                    <a:lnTo>
                      <a:pt x="132" y="36"/>
                    </a:lnTo>
                    <a:lnTo>
                      <a:pt x="133" y="33"/>
                    </a:lnTo>
                    <a:lnTo>
                      <a:pt x="133" y="3"/>
                    </a:lnTo>
                    <a:lnTo>
                      <a:pt x="133" y="1"/>
                    </a:lnTo>
                    <a:lnTo>
                      <a:pt x="130" y="0"/>
                    </a:lnTo>
                    <a:lnTo>
                      <a:pt x="3" y="0"/>
                    </a:lnTo>
                    <a:lnTo>
                      <a:pt x="1" y="1"/>
                    </a:lnTo>
                    <a:lnTo>
                      <a:pt x="0" y="2"/>
                    </a:lnTo>
                    <a:lnTo>
                      <a:pt x="0" y="33"/>
                    </a:lnTo>
                    <a:lnTo>
                      <a:pt x="1" y="35"/>
                    </a:lnTo>
                    <a:lnTo>
                      <a:pt x="2" y="36"/>
                    </a:lnTo>
                    <a:lnTo>
                      <a:pt x="3" y="36"/>
                    </a:lnTo>
                    <a:close/>
                  </a:path>
                </a:pathLst>
              </a:custGeom>
              <a:solidFill>
                <a:srgbClr val="C0C080"/>
              </a:solidFill>
              <a:ln>
                <a:noFill/>
                <a:round/>
              </a:ln>
            </p:spPr>
          </p:sp>
          <p:sp>
            <p:nvSpPr>
              <p:cNvPr id="94227" name=""/>
              <p:cNvSpPr/>
              <p:nvPr/>
            </p:nvSpPr>
            <p:spPr>
              <a:xfrm>
                <a:off x="2131" y="1959"/>
                <a:ext cx="17" cy="14"/>
              </a:xfrm>
              <a:custGeom>
                <a:pathLst>
                  <a:path w="53" h="27">
                    <a:moveTo>
                      <a:pt x="2" y="0"/>
                    </a:moveTo>
                    <a:lnTo>
                      <a:pt x="51" y="0"/>
                    </a:lnTo>
                    <a:lnTo>
                      <a:pt x="52" y="0"/>
                    </a:lnTo>
                    <a:lnTo>
                      <a:pt x="53" y="2"/>
                    </a:lnTo>
                    <a:lnTo>
                      <a:pt x="53" y="24"/>
                    </a:lnTo>
                    <a:lnTo>
                      <a:pt x="52" y="27"/>
                    </a:lnTo>
                    <a:lnTo>
                      <a:pt x="51" y="27"/>
                    </a:lnTo>
                    <a:lnTo>
                      <a:pt x="2" y="27"/>
                    </a:lnTo>
                    <a:lnTo>
                      <a:pt x="0" y="27"/>
                    </a:lnTo>
                    <a:lnTo>
                      <a:pt x="0" y="24"/>
                    </a:lnTo>
                    <a:lnTo>
                      <a:pt x="0" y="2"/>
                    </a:lnTo>
                    <a:lnTo>
                      <a:pt x="0" y="0"/>
                    </a:lnTo>
                    <a:lnTo>
                      <a:pt x="2" y="0"/>
                    </a:lnTo>
                    <a:close/>
                  </a:path>
                </a:pathLst>
              </a:custGeom>
              <a:solidFill>
                <a:srgbClr val="00DFCA"/>
              </a:solidFill>
              <a:ln>
                <a:noFill/>
                <a:round/>
              </a:ln>
            </p:spPr>
          </p:sp>
          <p:sp>
            <p:nvSpPr>
              <p:cNvPr id="94228" name=""/>
              <p:cNvSpPr/>
              <p:nvPr/>
            </p:nvSpPr>
            <p:spPr>
              <a:xfrm>
                <a:off x="2153" y="1959"/>
                <a:ext cx="6" cy="5"/>
              </a:xfrm>
              <a:custGeom>
                <a:pathLst>
                  <a:path w="17" h="9">
                    <a:moveTo>
                      <a:pt x="2" y="9"/>
                    </a:moveTo>
                    <a:lnTo>
                      <a:pt x="14" y="9"/>
                    </a:lnTo>
                    <a:lnTo>
                      <a:pt x="16" y="7"/>
                    </a:lnTo>
                    <a:lnTo>
                      <a:pt x="17" y="2"/>
                    </a:lnTo>
                    <a:lnTo>
                      <a:pt x="14" y="0"/>
                    </a:lnTo>
                    <a:lnTo>
                      <a:pt x="2" y="0"/>
                    </a:lnTo>
                    <a:lnTo>
                      <a:pt x="1" y="0"/>
                    </a:lnTo>
                    <a:lnTo>
                      <a:pt x="0" y="7"/>
                    </a:lnTo>
                    <a:lnTo>
                      <a:pt x="2" y="9"/>
                    </a:lnTo>
                    <a:close/>
                  </a:path>
                </a:pathLst>
              </a:custGeom>
              <a:solidFill>
                <a:srgbClr val="808050"/>
              </a:solidFill>
              <a:ln>
                <a:noFill/>
                <a:round/>
              </a:ln>
            </p:spPr>
          </p:sp>
          <p:sp>
            <p:nvSpPr>
              <p:cNvPr id="94229" name=""/>
              <p:cNvSpPr/>
              <p:nvPr/>
            </p:nvSpPr>
            <p:spPr>
              <a:xfrm>
                <a:off x="2153" y="1959"/>
                <a:ext cx="6" cy="5"/>
              </a:xfrm>
              <a:custGeom>
                <a:pathLst>
                  <a:path w="17" h="9">
                    <a:moveTo>
                      <a:pt x="1" y="9"/>
                    </a:moveTo>
                    <a:lnTo>
                      <a:pt x="14" y="9"/>
                    </a:lnTo>
                    <a:lnTo>
                      <a:pt x="17" y="7"/>
                    </a:lnTo>
                    <a:lnTo>
                      <a:pt x="17" y="2"/>
                    </a:lnTo>
                    <a:lnTo>
                      <a:pt x="14" y="0"/>
                    </a:lnTo>
                    <a:lnTo>
                      <a:pt x="1" y="0"/>
                    </a:lnTo>
                    <a:lnTo>
                      <a:pt x="0" y="0"/>
                    </a:lnTo>
                    <a:lnTo>
                      <a:pt x="0" y="7"/>
                    </a:lnTo>
                    <a:lnTo>
                      <a:pt x="1" y="9"/>
                    </a:lnTo>
                    <a:close/>
                  </a:path>
                </a:pathLst>
              </a:custGeom>
              <a:solidFill>
                <a:srgbClr val="C0C080"/>
              </a:solidFill>
              <a:ln>
                <a:noFill/>
                <a:round/>
              </a:ln>
            </p:spPr>
          </p:sp>
          <p:sp>
            <p:nvSpPr>
              <p:cNvPr id="94230" name=""/>
              <p:cNvSpPr/>
              <p:nvPr/>
            </p:nvSpPr>
            <p:spPr>
              <a:xfrm>
                <a:off x="2122" y="1963"/>
                <a:ext cx="40" cy="5"/>
              </a:xfrm>
              <a:custGeom>
                <a:pathLst>
                  <a:path w="122" h="9">
                    <a:moveTo>
                      <a:pt x="2" y="9"/>
                    </a:moveTo>
                    <a:lnTo>
                      <a:pt x="120" y="9"/>
                    </a:lnTo>
                    <a:lnTo>
                      <a:pt x="122" y="8"/>
                    </a:lnTo>
                    <a:lnTo>
                      <a:pt x="122" y="6"/>
                    </a:lnTo>
                    <a:lnTo>
                      <a:pt x="122" y="3"/>
                    </a:lnTo>
                    <a:lnTo>
                      <a:pt x="122" y="0"/>
                    </a:lnTo>
                    <a:lnTo>
                      <a:pt x="120" y="0"/>
                    </a:lnTo>
                    <a:lnTo>
                      <a:pt x="2" y="0"/>
                    </a:lnTo>
                    <a:lnTo>
                      <a:pt x="1" y="0"/>
                    </a:lnTo>
                    <a:lnTo>
                      <a:pt x="0" y="3"/>
                    </a:lnTo>
                    <a:lnTo>
                      <a:pt x="0" y="6"/>
                    </a:lnTo>
                    <a:lnTo>
                      <a:pt x="1" y="8"/>
                    </a:lnTo>
                    <a:lnTo>
                      <a:pt x="2" y="9"/>
                    </a:lnTo>
                    <a:close/>
                  </a:path>
                </a:pathLst>
              </a:custGeom>
              <a:solidFill>
                <a:srgbClr val="A0A080"/>
              </a:solidFill>
              <a:ln>
                <a:noFill/>
                <a:round/>
              </a:ln>
            </p:spPr>
          </p:sp>
          <p:sp>
            <p:nvSpPr>
              <p:cNvPr id="94231" name=""/>
              <p:cNvSpPr/>
              <p:nvPr/>
            </p:nvSpPr>
            <p:spPr>
              <a:xfrm>
                <a:off x="2120" y="1975"/>
                <a:ext cx="44" cy="19"/>
              </a:xfrm>
              <a:custGeom>
                <a:pathLst>
                  <a:path w="131" h="39">
                    <a:moveTo>
                      <a:pt x="1" y="39"/>
                    </a:moveTo>
                    <a:lnTo>
                      <a:pt x="128" y="39"/>
                    </a:lnTo>
                    <a:lnTo>
                      <a:pt x="131" y="39"/>
                    </a:lnTo>
                    <a:lnTo>
                      <a:pt x="131" y="37"/>
                    </a:lnTo>
                    <a:lnTo>
                      <a:pt x="131" y="4"/>
                    </a:lnTo>
                    <a:lnTo>
                      <a:pt x="130" y="1"/>
                    </a:lnTo>
                    <a:lnTo>
                      <a:pt x="128" y="0"/>
                    </a:lnTo>
                    <a:lnTo>
                      <a:pt x="1" y="0"/>
                    </a:lnTo>
                    <a:lnTo>
                      <a:pt x="0" y="1"/>
                    </a:lnTo>
                    <a:lnTo>
                      <a:pt x="0" y="4"/>
                    </a:lnTo>
                    <a:lnTo>
                      <a:pt x="0" y="37"/>
                    </a:lnTo>
                    <a:lnTo>
                      <a:pt x="0" y="39"/>
                    </a:lnTo>
                    <a:lnTo>
                      <a:pt x="1" y="39"/>
                    </a:lnTo>
                    <a:close/>
                  </a:path>
                </a:pathLst>
              </a:custGeom>
              <a:solidFill>
                <a:srgbClr val="C0C080"/>
              </a:solidFill>
              <a:ln>
                <a:noFill/>
                <a:round/>
              </a:ln>
            </p:spPr>
          </p:sp>
          <p:sp>
            <p:nvSpPr>
              <p:cNvPr id="94232" name=""/>
              <p:cNvSpPr/>
              <p:nvPr/>
            </p:nvSpPr>
            <p:spPr>
              <a:xfrm>
                <a:off x="2131" y="1977"/>
                <a:ext cx="17" cy="15"/>
              </a:xfrm>
              <a:custGeom>
                <a:pathLst>
                  <a:path w="53" h="29">
                    <a:moveTo>
                      <a:pt x="3" y="0"/>
                    </a:moveTo>
                    <a:lnTo>
                      <a:pt x="49" y="0"/>
                    </a:lnTo>
                    <a:lnTo>
                      <a:pt x="52" y="0"/>
                    </a:lnTo>
                    <a:lnTo>
                      <a:pt x="53" y="2"/>
                    </a:lnTo>
                    <a:lnTo>
                      <a:pt x="53" y="4"/>
                    </a:lnTo>
                    <a:lnTo>
                      <a:pt x="53" y="26"/>
                    </a:lnTo>
                    <a:lnTo>
                      <a:pt x="53" y="28"/>
                    </a:lnTo>
                    <a:lnTo>
                      <a:pt x="51" y="29"/>
                    </a:lnTo>
                    <a:lnTo>
                      <a:pt x="49" y="29"/>
                    </a:lnTo>
                    <a:lnTo>
                      <a:pt x="3" y="29"/>
                    </a:lnTo>
                    <a:lnTo>
                      <a:pt x="1" y="29"/>
                    </a:lnTo>
                    <a:lnTo>
                      <a:pt x="0" y="28"/>
                    </a:lnTo>
                    <a:lnTo>
                      <a:pt x="0" y="26"/>
                    </a:lnTo>
                    <a:lnTo>
                      <a:pt x="0" y="4"/>
                    </a:lnTo>
                    <a:lnTo>
                      <a:pt x="0" y="1"/>
                    </a:lnTo>
                    <a:lnTo>
                      <a:pt x="2" y="0"/>
                    </a:lnTo>
                    <a:lnTo>
                      <a:pt x="3" y="0"/>
                    </a:lnTo>
                    <a:close/>
                  </a:path>
                </a:pathLst>
              </a:custGeom>
              <a:solidFill>
                <a:srgbClr val="00DFCA"/>
              </a:solidFill>
              <a:ln>
                <a:noFill/>
                <a:round/>
              </a:ln>
            </p:spPr>
          </p:sp>
          <p:sp>
            <p:nvSpPr>
              <p:cNvPr id="94233" name=""/>
              <p:cNvSpPr/>
              <p:nvPr/>
            </p:nvSpPr>
            <p:spPr>
              <a:xfrm>
                <a:off x="2149" y="1986"/>
                <a:ext cx="7" cy="5"/>
              </a:xfrm>
              <a:custGeom>
                <a:pathLst>
                  <a:path w="21" h="9">
                    <a:moveTo>
                      <a:pt x="2" y="9"/>
                    </a:moveTo>
                    <a:lnTo>
                      <a:pt x="16" y="9"/>
                    </a:lnTo>
                    <a:lnTo>
                      <a:pt x="18" y="9"/>
                    </a:lnTo>
                    <a:lnTo>
                      <a:pt x="21" y="5"/>
                    </a:lnTo>
                    <a:lnTo>
                      <a:pt x="21" y="4"/>
                    </a:lnTo>
                    <a:lnTo>
                      <a:pt x="19" y="1"/>
                    </a:lnTo>
                    <a:lnTo>
                      <a:pt x="18" y="0"/>
                    </a:lnTo>
                    <a:lnTo>
                      <a:pt x="2" y="0"/>
                    </a:lnTo>
                    <a:lnTo>
                      <a:pt x="1" y="0"/>
                    </a:lnTo>
                    <a:lnTo>
                      <a:pt x="0" y="3"/>
                    </a:lnTo>
                    <a:lnTo>
                      <a:pt x="0" y="5"/>
                    </a:lnTo>
                    <a:lnTo>
                      <a:pt x="1" y="8"/>
                    </a:lnTo>
                    <a:lnTo>
                      <a:pt x="2" y="9"/>
                    </a:lnTo>
                    <a:close/>
                  </a:path>
                </a:pathLst>
              </a:custGeom>
              <a:solidFill>
                <a:srgbClr val="808050"/>
              </a:solidFill>
              <a:ln>
                <a:noFill/>
                <a:round/>
              </a:ln>
            </p:spPr>
          </p:sp>
          <p:sp>
            <p:nvSpPr>
              <p:cNvPr id="94234" name=""/>
              <p:cNvSpPr/>
              <p:nvPr/>
            </p:nvSpPr>
            <p:spPr>
              <a:xfrm>
                <a:off x="2149" y="1986"/>
                <a:ext cx="7" cy="5"/>
              </a:xfrm>
              <a:custGeom>
                <a:pathLst>
                  <a:path w="21" h="9">
                    <a:moveTo>
                      <a:pt x="2" y="9"/>
                    </a:moveTo>
                    <a:lnTo>
                      <a:pt x="16" y="9"/>
                    </a:lnTo>
                    <a:lnTo>
                      <a:pt x="18" y="9"/>
                    </a:lnTo>
                    <a:lnTo>
                      <a:pt x="21" y="5"/>
                    </a:lnTo>
                    <a:lnTo>
                      <a:pt x="21" y="4"/>
                    </a:lnTo>
                    <a:lnTo>
                      <a:pt x="19" y="1"/>
                    </a:lnTo>
                    <a:lnTo>
                      <a:pt x="18" y="0"/>
                    </a:lnTo>
                    <a:lnTo>
                      <a:pt x="2" y="0"/>
                    </a:lnTo>
                    <a:lnTo>
                      <a:pt x="1" y="0"/>
                    </a:lnTo>
                    <a:lnTo>
                      <a:pt x="0" y="3"/>
                    </a:lnTo>
                    <a:lnTo>
                      <a:pt x="0" y="5"/>
                    </a:lnTo>
                    <a:lnTo>
                      <a:pt x="1" y="8"/>
                    </a:lnTo>
                    <a:lnTo>
                      <a:pt x="2" y="9"/>
                    </a:lnTo>
                    <a:close/>
                  </a:path>
                </a:pathLst>
              </a:custGeom>
              <a:solidFill>
                <a:srgbClr val="C0C080"/>
              </a:solidFill>
              <a:ln>
                <a:noFill/>
                <a:round/>
              </a:ln>
            </p:spPr>
          </p:sp>
          <p:sp>
            <p:nvSpPr>
              <p:cNvPr id="94235" name=""/>
              <p:cNvSpPr/>
              <p:nvPr/>
            </p:nvSpPr>
            <p:spPr>
              <a:xfrm>
                <a:off x="2129" y="1979"/>
                <a:ext cx="27" cy="6"/>
              </a:xfrm>
              <a:custGeom>
                <a:pathLst>
                  <a:path w="81" h="10">
                    <a:moveTo>
                      <a:pt x="0" y="8"/>
                    </a:moveTo>
                    <a:lnTo>
                      <a:pt x="29" y="8"/>
                    </a:lnTo>
                    <a:lnTo>
                      <a:pt x="29" y="10"/>
                    </a:lnTo>
                    <a:lnTo>
                      <a:pt x="56" y="10"/>
                    </a:lnTo>
                    <a:lnTo>
                      <a:pt x="56" y="8"/>
                    </a:lnTo>
                    <a:lnTo>
                      <a:pt x="81" y="8"/>
                    </a:lnTo>
                    <a:lnTo>
                      <a:pt x="81" y="2"/>
                    </a:lnTo>
                    <a:lnTo>
                      <a:pt x="56" y="2"/>
                    </a:lnTo>
                    <a:lnTo>
                      <a:pt x="56" y="0"/>
                    </a:lnTo>
                    <a:lnTo>
                      <a:pt x="30" y="0"/>
                    </a:lnTo>
                    <a:lnTo>
                      <a:pt x="30" y="1"/>
                    </a:lnTo>
                    <a:lnTo>
                      <a:pt x="0" y="1"/>
                    </a:lnTo>
                    <a:lnTo>
                      <a:pt x="0" y="8"/>
                    </a:lnTo>
                    <a:close/>
                  </a:path>
                </a:pathLst>
              </a:custGeom>
              <a:solidFill>
                <a:srgbClr val="A08060"/>
              </a:solidFill>
              <a:ln>
                <a:noFill/>
                <a:round/>
              </a:ln>
            </p:spPr>
          </p:sp>
          <p:sp>
            <p:nvSpPr>
              <p:cNvPr id="94236" name=""/>
              <p:cNvSpPr/>
              <p:nvPr/>
            </p:nvSpPr>
            <p:spPr>
              <a:xfrm>
                <a:off x="2120" y="1997"/>
                <a:ext cx="43" cy="4"/>
              </a:xfrm>
              <a:prstGeom prst="rect">
                <a:avLst/>
              </a:prstGeom>
              <a:solidFill>
                <a:srgbClr val="505020"/>
              </a:solidFill>
              <a:ln>
                <a:noFill/>
                <a:miter lim="800000"/>
              </a:ln>
            </p:spPr>
          </p:sp>
          <p:sp>
            <p:nvSpPr>
              <p:cNvPr id="94237" name=""/>
              <p:cNvSpPr/>
              <p:nvPr/>
            </p:nvSpPr>
            <p:spPr>
              <a:xfrm>
                <a:off x="2120" y="1997"/>
                <a:ext cx="44" cy="2"/>
              </a:xfrm>
              <a:custGeom>
                <a:pathLst>
                  <a:path w="131" h="4">
                    <a:moveTo>
                      <a:pt x="131" y="0"/>
                    </a:moveTo>
                    <a:lnTo>
                      <a:pt x="130" y="0"/>
                    </a:lnTo>
                    <a:lnTo>
                      <a:pt x="0" y="0"/>
                    </a:lnTo>
                    <a:lnTo>
                      <a:pt x="0" y="4"/>
                    </a:lnTo>
                    <a:lnTo>
                      <a:pt x="130" y="4"/>
                    </a:lnTo>
                    <a:lnTo>
                      <a:pt x="128" y="0"/>
                    </a:lnTo>
                    <a:lnTo>
                      <a:pt x="131" y="0"/>
                    </a:lnTo>
                    <a:lnTo>
                      <a:pt x="130" y="0"/>
                    </a:lnTo>
                    <a:lnTo>
                      <a:pt x="131" y="0"/>
                    </a:lnTo>
                    <a:close/>
                  </a:path>
                </a:pathLst>
              </a:custGeom>
              <a:solidFill>
                <a:srgbClr val="000000"/>
              </a:solidFill>
              <a:ln>
                <a:noFill/>
                <a:round/>
              </a:ln>
            </p:spPr>
          </p:sp>
          <p:sp>
            <p:nvSpPr>
              <p:cNvPr id="94238" name=""/>
              <p:cNvSpPr/>
              <p:nvPr/>
            </p:nvSpPr>
            <p:spPr>
              <a:xfrm>
                <a:off x="2162" y="1997"/>
                <a:ext cx="2" cy="4"/>
              </a:xfrm>
              <a:custGeom>
                <a:pathLst>
                  <a:path w="5" h="8">
                    <a:moveTo>
                      <a:pt x="2" y="8"/>
                    </a:moveTo>
                    <a:lnTo>
                      <a:pt x="5" y="7"/>
                    </a:lnTo>
                    <a:lnTo>
                      <a:pt x="5" y="0"/>
                    </a:lnTo>
                    <a:lnTo>
                      <a:pt x="0" y="0"/>
                    </a:lnTo>
                    <a:lnTo>
                      <a:pt x="0" y="7"/>
                    </a:lnTo>
                    <a:lnTo>
                      <a:pt x="2" y="7"/>
                    </a:lnTo>
                    <a:lnTo>
                      <a:pt x="2" y="8"/>
                    </a:lnTo>
                    <a:lnTo>
                      <a:pt x="5" y="8"/>
                    </a:lnTo>
                    <a:lnTo>
                      <a:pt x="5" y="7"/>
                    </a:lnTo>
                    <a:lnTo>
                      <a:pt x="2" y="8"/>
                    </a:lnTo>
                    <a:close/>
                  </a:path>
                </a:pathLst>
              </a:custGeom>
              <a:solidFill>
                <a:srgbClr val="000000"/>
              </a:solidFill>
              <a:ln>
                <a:noFill/>
                <a:round/>
              </a:ln>
            </p:spPr>
          </p:sp>
          <p:sp>
            <p:nvSpPr>
              <p:cNvPr id="94239" name=""/>
              <p:cNvSpPr/>
              <p:nvPr/>
            </p:nvSpPr>
            <p:spPr>
              <a:xfrm>
                <a:off x="2119" y="1999"/>
                <a:ext cx="44" cy="2"/>
              </a:xfrm>
              <a:custGeom>
                <a:pathLst>
                  <a:path w="132" h="5">
                    <a:moveTo>
                      <a:pt x="0" y="0"/>
                    </a:moveTo>
                    <a:lnTo>
                      <a:pt x="1" y="5"/>
                    </a:lnTo>
                    <a:lnTo>
                      <a:pt x="132" y="5"/>
                    </a:lnTo>
                    <a:lnTo>
                      <a:pt x="132" y="0"/>
                    </a:lnTo>
                    <a:lnTo>
                      <a:pt x="1" y="0"/>
                    </a:lnTo>
                    <a:lnTo>
                      <a:pt x="0" y="0"/>
                    </a:lnTo>
                    <a:lnTo>
                      <a:pt x="0" y="5"/>
                    </a:lnTo>
                    <a:lnTo>
                      <a:pt x="1" y="5"/>
                    </a:lnTo>
                    <a:lnTo>
                      <a:pt x="0" y="0"/>
                    </a:lnTo>
                    <a:close/>
                  </a:path>
                </a:pathLst>
              </a:custGeom>
              <a:solidFill>
                <a:srgbClr val="000000"/>
              </a:solidFill>
              <a:ln>
                <a:noFill/>
                <a:round/>
              </a:ln>
            </p:spPr>
          </p:sp>
          <p:sp>
            <p:nvSpPr>
              <p:cNvPr id="94240" name=""/>
              <p:cNvSpPr/>
              <p:nvPr/>
            </p:nvSpPr>
            <p:spPr>
              <a:xfrm>
                <a:off x="2119" y="1997"/>
                <a:ext cx="1" cy="4"/>
              </a:xfrm>
              <a:custGeom>
                <a:pathLst>
                  <a:path w="3" h="8">
                    <a:moveTo>
                      <a:pt x="3" y="0"/>
                    </a:moveTo>
                    <a:lnTo>
                      <a:pt x="0" y="0"/>
                    </a:lnTo>
                    <a:lnTo>
                      <a:pt x="0" y="8"/>
                    </a:lnTo>
                    <a:lnTo>
                      <a:pt x="3" y="8"/>
                    </a:lnTo>
                    <a:lnTo>
                      <a:pt x="3" y="0"/>
                    </a:lnTo>
                    <a:lnTo>
                      <a:pt x="3" y="2"/>
                    </a:lnTo>
                    <a:lnTo>
                      <a:pt x="3" y="0"/>
                    </a:lnTo>
                    <a:lnTo>
                      <a:pt x="0" y="0"/>
                    </a:lnTo>
                    <a:lnTo>
                      <a:pt x="3" y="0"/>
                    </a:lnTo>
                    <a:close/>
                  </a:path>
                </a:pathLst>
              </a:custGeom>
              <a:solidFill>
                <a:srgbClr val="000000"/>
              </a:solidFill>
              <a:ln>
                <a:noFill/>
                <a:round/>
              </a:ln>
            </p:spPr>
          </p:sp>
          <p:sp>
            <p:nvSpPr>
              <p:cNvPr id="94241" name=""/>
              <p:cNvSpPr/>
              <p:nvPr/>
            </p:nvSpPr>
            <p:spPr>
              <a:xfrm>
                <a:off x="2120" y="1999"/>
                <a:ext cx="44" cy="22"/>
              </a:xfrm>
              <a:custGeom>
                <a:pathLst>
                  <a:path w="131" h="46">
                    <a:moveTo>
                      <a:pt x="2" y="0"/>
                    </a:moveTo>
                    <a:lnTo>
                      <a:pt x="128" y="0"/>
                    </a:lnTo>
                    <a:lnTo>
                      <a:pt x="130" y="0"/>
                    </a:lnTo>
                    <a:lnTo>
                      <a:pt x="131" y="1"/>
                    </a:lnTo>
                    <a:lnTo>
                      <a:pt x="131" y="2"/>
                    </a:lnTo>
                    <a:lnTo>
                      <a:pt x="131" y="42"/>
                    </a:lnTo>
                    <a:lnTo>
                      <a:pt x="131" y="43"/>
                    </a:lnTo>
                    <a:lnTo>
                      <a:pt x="131" y="44"/>
                    </a:lnTo>
                    <a:lnTo>
                      <a:pt x="130" y="44"/>
                    </a:lnTo>
                    <a:lnTo>
                      <a:pt x="130" y="46"/>
                    </a:lnTo>
                    <a:lnTo>
                      <a:pt x="128" y="46"/>
                    </a:lnTo>
                    <a:lnTo>
                      <a:pt x="2" y="46"/>
                    </a:lnTo>
                    <a:lnTo>
                      <a:pt x="1" y="46"/>
                    </a:lnTo>
                    <a:lnTo>
                      <a:pt x="0" y="46"/>
                    </a:lnTo>
                    <a:lnTo>
                      <a:pt x="0" y="44"/>
                    </a:lnTo>
                    <a:lnTo>
                      <a:pt x="0" y="43"/>
                    </a:lnTo>
                    <a:lnTo>
                      <a:pt x="0" y="42"/>
                    </a:lnTo>
                    <a:lnTo>
                      <a:pt x="0" y="2"/>
                    </a:lnTo>
                    <a:lnTo>
                      <a:pt x="0" y="1"/>
                    </a:lnTo>
                    <a:lnTo>
                      <a:pt x="0" y="0"/>
                    </a:lnTo>
                    <a:lnTo>
                      <a:pt x="2" y="0"/>
                    </a:lnTo>
                    <a:close/>
                  </a:path>
                </a:pathLst>
              </a:custGeom>
              <a:solidFill>
                <a:srgbClr val="C0C080"/>
              </a:solidFill>
              <a:ln>
                <a:noFill/>
                <a:round/>
              </a:ln>
            </p:spPr>
          </p:sp>
          <p:sp>
            <p:nvSpPr>
              <p:cNvPr id="94242" name=""/>
              <p:cNvSpPr/>
              <p:nvPr/>
            </p:nvSpPr>
            <p:spPr>
              <a:xfrm>
                <a:off x="2130" y="2001"/>
                <a:ext cx="18" cy="19"/>
              </a:xfrm>
              <a:custGeom>
                <a:pathLst>
                  <a:path w="54" h="37">
                    <a:moveTo>
                      <a:pt x="3" y="0"/>
                    </a:moveTo>
                    <a:lnTo>
                      <a:pt x="50" y="0"/>
                    </a:lnTo>
                    <a:lnTo>
                      <a:pt x="51" y="0"/>
                    </a:lnTo>
                    <a:lnTo>
                      <a:pt x="53" y="1"/>
                    </a:lnTo>
                    <a:lnTo>
                      <a:pt x="53" y="2"/>
                    </a:lnTo>
                    <a:lnTo>
                      <a:pt x="54" y="3"/>
                    </a:lnTo>
                    <a:lnTo>
                      <a:pt x="54" y="5"/>
                    </a:lnTo>
                    <a:lnTo>
                      <a:pt x="54" y="34"/>
                    </a:lnTo>
                    <a:lnTo>
                      <a:pt x="53" y="35"/>
                    </a:lnTo>
                    <a:lnTo>
                      <a:pt x="53" y="36"/>
                    </a:lnTo>
                    <a:lnTo>
                      <a:pt x="53" y="37"/>
                    </a:lnTo>
                    <a:lnTo>
                      <a:pt x="51" y="37"/>
                    </a:lnTo>
                    <a:lnTo>
                      <a:pt x="50" y="37"/>
                    </a:lnTo>
                    <a:lnTo>
                      <a:pt x="3" y="37"/>
                    </a:lnTo>
                    <a:lnTo>
                      <a:pt x="2" y="37"/>
                    </a:lnTo>
                    <a:lnTo>
                      <a:pt x="1" y="36"/>
                    </a:lnTo>
                    <a:lnTo>
                      <a:pt x="0" y="35"/>
                    </a:lnTo>
                    <a:lnTo>
                      <a:pt x="0" y="34"/>
                    </a:lnTo>
                    <a:lnTo>
                      <a:pt x="0" y="5"/>
                    </a:lnTo>
                    <a:lnTo>
                      <a:pt x="0" y="3"/>
                    </a:lnTo>
                    <a:lnTo>
                      <a:pt x="1" y="2"/>
                    </a:lnTo>
                    <a:lnTo>
                      <a:pt x="1" y="1"/>
                    </a:lnTo>
                    <a:lnTo>
                      <a:pt x="2" y="0"/>
                    </a:lnTo>
                    <a:lnTo>
                      <a:pt x="3" y="0"/>
                    </a:lnTo>
                    <a:close/>
                  </a:path>
                </a:pathLst>
              </a:custGeom>
              <a:solidFill>
                <a:srgbClr val="00DFCA"/>
              </a:solidFill>
              <a:ln>
                <a:noFill/>
                <a:round/>
              </a:ln>
            </p:spPr>
          </p:sp>
          <p:sp>
            <p:nvSpPr>
              <p:cNvPr id="94243" name=""/>
              <p:cNvSpPr/>
              <p:nvPr/>
            </p:nvSpPr>
            <p:spPr>
              <a:xfrm>
                <a:off x="2132" y="2002"/>
                <a:ext cx="30" cy="15"/>
              </a:xfrm>
              <a:custGeom>
                <a:pathLst>
                  <a:path w="90" h="30">
                    <a:moveTo>
                      <a:pt x="0" y="0"/>
                    </a:moveTo>
                    <a:lnTo>
                      <a:pt x="90" y="0"/>
                    </a:lnTo>
                    <a:lnTo>
                      <a:pt x="90" y="21"/>
                    </a:lnTo>
                    <a:lnTo>
                      <a:pt x="12" y="21"/>
                    </a:lnTo>
                    <a:lnTo>
                      <a:pt x="12" y="30"/>
                    </a:lnTo>
                    <a:lnTo>
                      <a:pt x="0" y="30"/>
                    </a:lnTo>
                    <a:lnTo>
                      <a:pt x="0" y="0"/>
                    </a:lnTo>
                    <a:close/>
                  </a:path>
                </a:pathLst>
              </a:custGeom>
              <a:solidFill>
                <a:srgbClr val="404010"/>
              </a:solidFill>
              <a:ln>
                <a:noFill/>
                <a:round/>
              </a:ln>
            </p:spPr>
          </p:sp>
          <p:sp>
            <p:nvSpPr>
              <p:cNvPr id="94244" name=""/>
              <p:cNvSpPr/>
              <p:nvPr/>
            </p:nvSpPr>
            <p:spPr>
              <a:xfrm>
                <a:off x="2120" y="1994"/>
                <a:ext cx="44" cy="5"/>
              </a:xfrm>
              <a:prstGeom prst="rect">
                <a:avLst/>
              </a:prstGeom>
              <a:solidFill>
                <a:srgbClr val="C0C080"/>
              </a:solidFill>
              <a:ln>
                <a:noFill/>
                <a:miter lim="800000"/>
              </a:ln>
            </p:spPr>
          </p:sp>
          <p:sp>
            <p:nvSpPr>
              <p:cNvPr id="94245" name=""/>
              <p:cNvSpPr/>
              <p:nvPr/>
            </p:nvSpPr>
            <p:spPr>
              <a:xfrm>
                <a:off x="2118" y="1951"/>
                <a:ext cx="47" cy="4"/>
              </a:xfrm>
              <a:custGeom>
                <a:pathLst>
                  <a:path w="140" h="10">
                    <a:moveTo>
                      <a:pt x="3" y="0"/>
                    </a:moveTo>
                    <a:lnTo>
                      <a:pt x="138" y="0"/>
                    </a:lnTo>
                    <a:lnTo>
                      <a:pt x="139" y="0"/>
                    </a:lnTo>
                    <a:lnTo>
                      <a:pt x="140" y="4"/>
                    </a:lnTo>
                    <a:lnTo>
                      <a:pt x="140" y="7"/>
                    </a:lnTo>
                    <a:lnTo>
                      <a:pt x="138" y="10"/>
                    </a:lnTo>
                    <a:lnTo>
                      <a:pt x="3" y="10"/>
                    </a:lnTo>
                    <a:lnTo>
                      <a:pt x="2" y="7"/>
                    </a:lnTo>
                    <a:lnTo>
                      <a:pt x="0" y="6"/>
                    </a:lnTo>
                    <a:lnTo>
                      <a:pt x="0" y="3"/>
                    </a:lnTo>
                    <a:lnTo>
                      <a:pt x="3" y="0"/>
                    </a:lnTo>
                    <a:close/>
                  </a:path>
                </a:pathLst>
              </a:custGeom>
              <a:solidFill>
                <a:srgbClr val="E0D0A0"/>
              </a:solidFill>
              <a:ln>
                <a:noFill/>
                <a:round/>
              </a:ln>
            </p:spPr>
          </p:sp>
          <p:sp>
            <p:nvSpPr>
              <p:cNvPr id="94246" name=""/>
              <p:cNvSpPr/>
              <p:nvPr/>
            </p:nvSpPr>
            <p:spPr>
              <a:xfrm>
                <a:off x="2122" y="1966"/>
                <a:ext cx="9" cy="3"/>
              </a:xfrm>
              <a:custGeom>
                <a:pathLst>
                  <a:path w="27" h="5">
                    <a:moveTo>
                      <a:pt x="1" y="0"/>
                    </a:moveTo>
                    <a:lnTo>
                      <a:pt x="27" y="0"/>
                    </a:lnTo>
                    <a:lnTo>
                      <a:pt x="27" y="2"/>
                    </a:lnTo>
                    <a:lnTo>
                      <a:pt x="27" y="5"/>
                    </a:lnTo>
                    <a:lnTo>
                      <a:pt x="1" y="5"/>
                    </a:lnTo>
                    <a:lnTo>
                      <a:pt x="0" y="3"/>
                    </a:lnTo>
                    <a:lnTo>
                      <a:pt x="0" y="0"/>
                    </a:lnTo>
                    <a:lnTo>
                      <a:pt x="1" y="0"/>
                    </a:lnTo>
                    <a:close/>
                  </a:path>
                </a:pathLst>
              </a:custGeom>
              <a:solidFill>
                <a:srgbClr val="E0E0B0"/>
              </a:solidFill>
              <a:ln>
                <a:noFill/>
                <a:round/>
              </a:ln>
            </p:spPr>
          </p:sp>
          <p:sp>
            <p:nvSpPr>
              <p:cNvPr id="94247" name=""/>
              <p:cNvSpPr/>
              <p:nvPr/>
            </p:nvSpPr>
            <p:spPr>
              <a:xfrm>
                <a:off x="2130" y="1966"/>
                <a:ext cx="18" cy="3"/>
              </a:xfrm>
              <a:custGeom>
                <a:pathLst>
                  <a:path w="55" h="4">
                    <a:moveTo>
                      <a:pt x="0" y="0"/>
                    </a:moveTo>
                    <a:lnTo>
                      <a:pt x="55" y="0"/>
                    </a:lnTo>
                    <a:lnTo>
                      <a:pt x="0" y="4"/>
                    </a:lnTo>
                    <a:lnTo>
                      <a:pt x="0" y="0"/>
                    </a:lnTo>
                    <a:close/>
                  </a:path>
                </a:pathLst>
              </a:custGeom>
              <a:solidFill>
                <a:srgbClr val="E0E0B0"/>
              </a:solidFill>
              <a:ln>
                <a:noFill/>
                <a:round/>
              </a:ln>
            </p:spPr>
          </p:sp>
          <p:sp>
            <p:nvSpPr>
              <p:cNvPr id="94248" name=""/>
              <p:cNvSpPr/>
              <p:nvPr/>
            </p:nvSpPr>
            <p:spPr>
              <a:xfrm>
                <a:off x="2148" y="1966"/>
                <a:ext cx="14" cy="3"/>
              </a:xfrm>
              <a:custGeom>
                <a:pathLst>
                  <a:path w="43" h="5">
                    <a:moveTo>
                      <a:pt x="1" y="0"/>
                    </a:moveTo>
                    <a:lnTo>
                      <a:pt x="42" y="0"/>
                    </a:lnTo>
                    <a:lnTo>
                      <a:pt x="43" y="2"/>
                    </a:lnTo>
                    <a:lnTo>
                      <a:pt x="42" y="5"/>
                    </a:lnTo>
                    <a:lnTo>
                      <a:pt x="1" y="5"/>
                    </a:lnTo>
                    <a:lnTo>
                      <a:pt x="0" y="2"/>
                    </a:lnTo>
                    <a:lnTo>
                      <a:pt x="1" y="0"/>
                    </a:lnTo>
                    <a:close/>
                  </a:path>
                </a:pathLst>
              </a:custGeom>
              <a:solidFill>
                <a:srgbClr val="E0E0B0"/>
              </a:solidFill>
              <a:ln>
                <a:noFill/>
                <a:round/>
              </a:ln>
            </p:spPr>
          </p:sp>
          <p:sp>
            <p:nvSpPr>
              <p:cNvPr id="94249" name=""/>
              <p:cNvSpPr/>
              <p:nvPr/>
            </p:nvSpPr>
            <p:spPr>
              <a:xfrm>
                <a:off x="2131" y="1968"/>
                <a:ext cx="17" cy="5"/>
              </a:xfrm>
              <a:custGeom>
                <a:pathLst>
                  <a:path w="53" h="11">
                    <a:moveTo>
                      <a:pt x="0" y="0"/>
                    </a:moveTo>
                    <a:lnTo>
                      <a:pt x="52" y="0"/>
                    </a:lnTo>
                    <a:lnTo>
                      <a:pt x="53" y="1"/>
                    </a:lnTo>
                    <a:lnTo>
                      <a:pt x="53" y="9"/>
                    </a:lnTo>
                    <a:lnTo>
                      <a:pt x="52" y="11"/>
                    </a:lnTo>
                    <a:lnTo>
                      <a:pt x="0" y="11"/>
                    </a:lnTo>
                    <a:lnTo>
                      <a:pt x="0" y="9"/>
                    </a:lnTo>
                    <a:lnTo>
                      <a:pt x="0" y="1"/>
                    </a:lnTo>
                    <a:lnTo>
                      <a:pt x="0" y="0"/>
                    </a:lnTo>
                    <a:close/>
                  </a:path>
                </a:pathLst>
              </a:custGeom>
              <a:solidFill>
                <a:srgbClr val="00DFCA"/>
              </a:solidFill>
              <a:ln>
                <a:noFill/>
                <a:round/>
              </a:ln>
            </p:spPr>
          </p:sp>
          <p:sp>
            <p:nvSpPr>
              <p:cNvPr id="94250" name=""/>
              <p:cNvSpPr/>
              <p:nvPr/>
            </p:nvSpPr>
            <p:spPr>
              <a:xfrm>
                <a:off x="2154" y="1959"/>
                <a:ext cx="5" cy="2"/>
              </a:xfrm>
              <a:prstGeom prst="rect">
                <a:avLst/>
              </a:prstGeom>
              <a:solidFill>
                <a:srgbClr val="F0E0C0"/>
              </a:solidFill>
              <a:ln>
                <a:noFill/>
                <a:miter lim="800000"/>
              </a:ln>
            </p:spPr>
          </p:sp>
          <p:sp>
            <p:nvSpPr>
              <p:cNvPr id="94251" name=""/>
              <p:cNvSpPr/>
              <p:nvPr/>
            </p:nvSpPr>
            <p:spPr>
              <a:xfrm>
                <a:off x="2151" y="1959"/>
                <a:ext cx="8" cy="8"/>
              </a:xfrm>
              <a:custGeom>
                <a:pathLst>
                  <a:path w="24" h="15">
                    <a:moveTo>
                      <a:pt x="7" y="0"/>
                    </a:moveTo>
                    <a:lnTo>
                      <a:pt x="0" y="13"/>
                    </a:lnTo>
                    <a:lnTo>
                      <a:pt x="0" y="15"/>
                    </a:lnTo>
                    <a:lnTo>
                      <a:pt x="19" y="15"/>
                    </a:lnTo>
                    <a:lnTo>
                      <a:pt x="24" y="7"/>
                    </a:lnTo>
                    <a:lnTo>
                      <a:pt x="8" y="7"/>
                    </a:lnTo>
                    <a:lnTo>
                      <a:pt x="7" y="0"/>
                    </a:lnTo>
                    <a:close/>
                  </a:path>
                </a:pathLst>
              </a:custGeom>
              <a:solidFill>
                <a:srgbClr val="808060"/>
              </a:solidFill>
              <a:ln>
                <a:noFill/>
                <a:round/>
              </a:ln>
            </p:spPr>
          </p:sp>
          <p:sp>
            <p:nvSpPr>
              <p:cNvPr id="94252" name=""/>
              <p:cNvSpPr/>
              <p:nvPr/>
            </p:nvSpPr>
            <p:spPr>
              <a:xfrm>
                <a:off x="2131" y="1968"/>
                <a:ext cx="3" cy="4"/>
              </a:xfrm>
              <a:custGeom>
                <a:pathLst>
                  <a:path w="8" h="8">
                    <a:moveTo>
                      <a:pt x="1" y="0"/>
                    </a:moveTo>
                    <a:lnTo>
                      <a:pt x="7" y="0"/>
                    </a:lnTo>
                    <a:lnTo>
                      <a:pt x="8" y="0"/>
                    </a:lnTo>
                    <a:lnTo>
                      <a:pt x="8" y="3"/>
                    </a:lnTo>
                    <a:lnTo>
                      <a:pt x="8" y="6"/>
                    </a:lnTo>
                    <a:lnTo>
                      <a:pt x="8" y="8"/>
                    </a:lnTo>
                    <a:lnTo>
                      <a:pt x="1" y="8"/>
                    </a:lnTo>
                    <a:lnTo>
                      <a:pt x="0" y="6"/>
                    </a:lnTo>
                    <a:lnTo>
                      <a:pt x="0" y="3"/>
                    </a:lnTo>
                    <a:lnTo>
                      <a:pt x="0" y="0"/>
                    </a:lnTo>
                    <a:lnTo>
                      <a:pt x="1" y="0"/>
                    </a:lnTo>
                    <a:close/>
                  </a:path>
                </a:pathLst>
              </a:custGeom>
              <a:solidFill>
                <a:srgbClr val="A0A070"/>
              </a:solidFill>
              <a:ln>
                <a:noFill/>
                <a:round/>
              </a:ln>
            </p:spPr>
          </p:sp>
          <p:sp>
            <p:nvSpPr>
              <p:cNvPr id="94253" name=""/>
              <p:cNvSpPr/>
              <p:nvPr/>
            </p:nvSpPr>
            <p:spPr>
              <a:xfrm>
                <a:off x="2131" y="1968"/>
                <a:ext cx="3" cy="4"/>
              </a:xfrm>
              <a:custGeom>
                <a:pathLst>
                  <a:path w="8" h="7">
                    <a:moveTo>
                      <a:pt x="4" y="0"/>
                    </a:moveTo>
                    <a:lnTo>
                      <a:pt x="7" y="0"/>
                    </a:lnTo>
                    <a:lnTo>
                      <a:pt x="8" y="0"/>
                    </a:lnTo>
                    <a:lnTo>
                      <a:pt x="8" y="4"/>
                    </a:lnTo>
                    <a:lnTo>
                      <a:pt x="8" y="7"/>
                    </a:lnTo>
                    <a:lnTo>
                      <a:pt x="4" y="7"/>
                    </a:lnTo>
                    <a:lnTo>
                      <a:pt x="1" y="7"/>
                    </a:lnTo>
                    <a:lnTo>
                      <a:pt x="0" y="7"/>
                    </a:lnTo>
                    <a:lnTo>
                      <a:pt x="0" y="4"/>
                    </a:lnTo>
                    <a:lnTo>
                      <a:pt x="1" y="4"/>
                    </a:lnTo>
                    <a:lnTo>
                      <a:pt x="1" y="0"/>
                    </a:lnTo>
                    <a:lnTo>
                      <a:pt x="4" y="0"/>
                    </a:lnTo>
                    <a:close/>
                  </a:path>
                </a:pathLst>
              </a:custGeom>
              <a:solidFill>
                <a:srgbClr val="A0FF00"/>
              </a:solidFill>
              <a:ln>
                <a:noFill/>
                <a:round/>
              </a:ln>
            </p:spPr>
          </p:sp>
          <p:sp>
            <p:nvSpPr>
              <p:cNvPr id="94254" name=""/>
              <p:cNvSpPr/>
              <p:nvPr/>
            </p:nvSpPr>
            <p:spPr>
              <a:xfrm>
                <a:off x="2132" y="1968"/>
                <a:ext cx="1" cy="3"/>
              </a:xfrm>
              <a:custGeom>
                <a:pathLst>
                  <a:path w="2" h="6">
                    <a:moveTo>
                      <a:pt x="2" y="0"/>
                    </a:moveTo>
                    <a:lnTo>
                      <a:pt x="2" y="6"/>
                    </a:lnTo>
                    <a:lnTo>
                      <a:pt x="0" y="6"/>
                    </a:lnTo>
                    <a:lnTo>
                      <a:pt x="2" y="0"/>
                    </a:lnTo>
                    <a:close/>
                  </a:path>
                </a:pathLst>
              </a:custGeom>
              <a:solidFill>
                <a:srgbClr val="FFFFFF"/>
              </a:solidFill>
              <a:ln>
                <a:noFill/>
                <a:round/>
              </a:ln>
            </p:spPr>
          </p:sp>
          <p:sp>
            <p:nvSpPr>
              <p:cNvPr id="94255" name=""/>
              <p:cNvSpPr/>
              <p:nvPr/>
            </p:nvSpPr>
            <p:spPr>
              <a:xfrm>
                <a:off x="2125" y="1952"/>
                <a:ext cx="3" cy="3"/>
              </a:xfrm>
              <a:custGeom>
                <a:pathLst>
                  <a:path w="9" h="6">
                    <a:moveTo>
                      <a:pt x="2" y="0"/>
                    </a:moveTo>
                    <a:lnTo>
                      <a:pt x="7" y="0"/>
                    </a:lnTo>
                    <a:lnTo>
                      <a:pt x="9" y="0"/>
                    </a:lnTo>
                    <a:lnTo>
                      <a:pt x="9" y="2"/>
                    </a:lnTo>
                    <a:lnTo>
                      <a:pt x="9" y="3"/>
                    </a:lnTo>
                    <a:lnTo>
                      <a:pt x="7" y="6"/>
                    </a:lnTo>
                    <a:lnTo>
                      <a:pt x="2" y="6"/>
                    </a:lnTo>
                    <a:lnTo>
                      <a:pt x="0" y="3"/>
                    </a:lnTo>
                    <a:lnTo>
                      <a:pt x="0" y="2"/>
                    </a:lnTo>
                    <a:lnTo>
                      <a:pt x="0" y="0"/>
                    </a:lnTo>
                    <a:lnTo>
                      <a:pt x="2" y="0"/>
                    </a:lnTo>
                    <a:close/>
                  </a:path>
                </a:pathLst>
              </a:custGeom>
              <a:solidFill>
                <a:srgbClr val="A0A070"/>
              </a:solidFill>
              <a:ln>
                <a:noFill/>
                <a:round/>
              </a:ln>
            </p:spPr>
          </p:sp>
          <p:sp>
            <p:nvSpPr>
              <p:cNvPr id="94256" name=""/>
              <p:cNvSpPr/>
              <p:nvPr/>
            </p:nvSpPr>
            <p:spPr>
              <a:xfrm>
                <a:off x="2125" y="1952"/>
                <a:ext cx="3" cy="3"/>
              </a:xfrm>
              <a:custGeom>
                <a:pathLst>
                  <a:path w="9" h="6">
                    <a:moveTo>
                      <a:pt x="2" y="0"/>
                    </a:moveTo>
                    <a:lnTo>
                      <a:pt x="7" y="0"/>
                    </a:lnTo>
                    <a:lnTo>
                      <a:pt x="9" y="2"/>
                    </a:lnTo>
                    <a:lnTo>
                      <a:pt x="9" y="3"/>
                    </a:lnTo>
                    <a:lnTo>
                      <a:pt x="7" y="3"/>
                    </a:lnTo>
                    <a:lnTo>
                      <a:pt x="7" y="6"/>
                    </a:lnTo>
                    <a:lnTo>
                      <a:pt x="2" y="6"/>
                    </a:lnTo>
                    <a:lnTo>
                      <a:pt x="2" y="3"/>
                    </a:lnTo>
                    <a:lnTo>
                      <a:pt x="0" y="3"/>
                    </a:lnTo>
                    <a:lnTo>
                      <a:pt x="0" y="2"/>
                    </a:lnTo>
                    <a:lnTo>
                      <a:pt x="2" y="2"/>
                    </a:lnTo>
                    <a:lnTo>
                      <a:pt x="2" y="0"/>
                    </a:lnTo>
                    <a:close/>
                  </a:path>
                </a:pathLst>
              </a:custGeom>
              <a:solidFill>
                <a:srgbClr val="A0FF00"/>
              </a:solidFill>
              <a:ln>
                <a:noFill/>
                <a:round/>
              </a:ln>
            </p:spPr>
          </p:sp>
          <p:sp>
            <p:nvSpPr>
              <p:cNvPr id="94257" name=""/>
              <p:cNvSpPr/>
              <p:nvPr/>
            </p:nvSpPr>
            <p:spPr>
              <a:xfrm>
                <a:off x="2153" y="1952"/>
                <a:ext cx="3" cy="3"/>
              </a:xfrm>
              <a:custGeom>
                <a:pathLst>
                  <a:path w="9" h="6">
                    <a:moveTo>
                      <a:pt x="1" y="0"/>
                    </a:moveTo>
                    <a:lnTo>
                      <a:pt x="5" y="0"/>
                    </a:lnTo>
                    <a:lnTo>
                      <a:pt x="8" y="0"/>
                    </a:lnTo>
                    <a:lnTo>
                      <a:pt x="9" y="2"/>
                    </a:lnTo>
                    <a:lnTo>
                      <a:pt x="8" y="3"/>
                    </a:lnTo>
                    <a:lnTo>
                      <a:pt x="8" y="6"/>
                    </a:lnTo>
                    <a:lnTo>
                      <a:pt x="1" y="6"/>
                    </a:lnTo>
                    <a:lnTo>
                      <a:pt x="1" y="3"/>
                    </a:lnTo>
                    <a:lnTo>
                      <a:pt x="0" y="3"/>
                    </a:lnTo>
                    <a:lnTo>
                      <a:pt x="0" y="2"/>
                    </a:lnTo>
                    <a:lnTo>
                      <a:pt x="1" y="0"/>
                    </a:lnTo>
                    <a:close/>
                  </a:path>
                </a:pathLst>
              </a:custGeom>
              <a:solidFill>
                <a:srgbClr val="A0A070"/>
              </a:solidFill>
              <a:ln>
                <a:noFill/>
                <a:round/>
              </a:ln>
            </p:spPr>
          </p:sp>
          <p:sp>
            <p:nvSpPr>
              <p:cNvPr id="94258" name=""/>
              <p:cNvSpPr/>
              <p:nvPr/>
            </p:nvSpPr>
            <p:spPr>
              <a:xfrm>
                <a:off x="2153" y="1952"/>
                <a:ext cx="3" cy="3"/>
              </a:xfrm>
              <a:custGeom>
                <a:pathLst>
                  <a:path w="8" h="6">
                    <a:moveTo>
                      <a:pt x="0" y="0"/>
                    </a:moveTo>
                    <a:lnTo>
                      <a:pt x="5" y="0"/>
                    </a:lnTo>
                    <a:lnTo>
                      <a:pt x="8" y="0"/>
                    </a:lnTo>
                    <a:lnTo>
                      <a:pt x="8" y="3"/>
                    </a:lnTo>
                    <a:lnTo>
                      <a:pt x="8" y="6"/>
                    </a:lnTo>
                    <a:lnTo>
                      <a:pt x="5" y="6"/>
                    </a:lnTo>
                    <a:lnTo>
                      <a:pt x="0" y="6"/>
                    </a:lnTo>
                    <a:lnTo>
                      <a:pt x="0" y="3"/>
                    </a:lnTo>
                    <a:lnTo>
                      <a:pt x="0" y="0"/>
                    </a:lnTo>
                    <a:close/>
                  </a:path>
                </a:pathLst>
              </a:custGeom>
              <a:solidFill>
                <a:srgbClr val="A0FF00"/>
              </a:solidFill>
              <a:ln>
                <a:noFill/>
                <a:round/>
              </a:ln>
            </p:spPr>
          </p:sp>
          <p:sp>
            <p:nvSpPr>
              <p:cNvPr id="94259" name=""/>
              <p:cNvSpPr/>
              <p:nvPr/>
            </p:nvSpPr>
            <p:spPr>
              <a:xfrm>
                <a:off x="2153" y="1952"/>
                <a:ext cx="1" cy="2"/>
              </a:xfrm>
              <a:prstGeom prst="rect">
                <a:avLst/>
              </a:prstGeom>
              <a:solidFill>
                <a:srgbClr val="FFFFFF"/>
              </a:solidFill>
              <a:ln>
                <a:noFill/>
                <a:miter lim="800000"/>
              </a:ln>
            </p:spPr>
          </p:sp>
          <p:sp>
            <p:nvSpPr>
              <p:cNvPr id="94260" name=""/>
              <p:cNvSpPr/>
              <p:nvPr/>
            </p:nvSpPr>
            <p:spPr>
              <a:xfrm>
                <a:off x="2131" y="1987"/>
                <a:ext cx="3" cy="4"/>
              </a:xfrm>
              <a:custGeom>
                <a:pathLst>
                  <a:path w="8" h="8">
                    <a:moveTo>
                      <a:pt x="1" y="0"/>
                    </a:moveTo>
                    <a:lnTo>
                      <a:pt x="7" y="0"/>
                    </a:lnTo>
                    <a:lnTo>
                      <a:pt x="8" y="2"/>
                    </a:lnTo>
                    <a:lnTo>
                      <a:pt x="8" y="4"/>
                    </a:lnTo>
                    <a:lnTo>
                      <a:pt x="8" y="6"/>
                    </a:lnTo>
                    <a:lnTo>
                      <a:pt x="8" y="8"/>
                    </a:lnTo>
                    <a:lnTo>
                      <a:pt x="1" y="8"/>
                    </a:lnTo>
                    <a:lnTo>
                      <a:pt x="1" y="6"/>
                    </a:lnTo>
                    <a:lnTo>
                      <a:pt x="0" y="6"/>
                    </a:lnTo>
                    <a:lnTo>
                      <a:pt x="0" y="4"/>
                    </a:lnTo>
                    <a:lnTo>
                      <a:pt x="0" y="2"/>
                    </a:lnTo>
                    <a:lnTo>
                      <a:pt x="1" y="2"/>
                    </a:lnTo>
                    <a:lnTo>
                      <a:pt x="1" y="0"/>
                    </a:lnTo>
                    <a:close/>
                  </a:path>
                </a:pathLst>
              </a:custGeom>
              <a:solidFill>
                <a:srgbClr val="A0A070"/>
              </a:solidFill>
              <a:ln>
                <a:noFill/>
                <a:round/>
              </a:ln>
            </p:spPr>
          </p:sp>
          <p:sp>
            <p:nvSpPr>
              <p:cNvPr id="94261" name=""/>
              <p:cNvSpPr/>
              <p:nvPr/>
            </p:nvSpPr>
            <p:spPr>
              <a:xfrm>
                <a:off x="2131" y="1987"/>
                <a:ext cx="3" cy="3"/>
              </a:xfrm>
              <a:custGeom>
                <a:pathLst>
                  <a:path w="8" h="6">
                    <a:moveTo>
                      <a:pt x="4" y="0"/>
                    </a:moveTo>
                    <a:lnTo>
                      <a:pt x="7" y="0"/>
                    </a:lnTo>
                    <a:lnTo>
                      <a:pt x="8" y="0"/>
                    </a:lnTo>
                    <a:lnTo>
                      <a:pt x="8" y="3"/>
                    </a:lnTo>
                    <a:lnTo>
                      <a:pt x="8" y="6"/>
                    </a:lnTo>
                    <a:lnTo>
                      <a:pt x="4" y="6"/>
                    </a:lnTo>
                    <a:lnTo>
                      <a:pt x="1" y="6"/>
                    </a:lnTo>
                    <a:lnTo>
                      <a:pt x="0" y="6"/>
                    </a:lnTo>
                    <a:lnTo>
                      <a:pt x="0" y="3"/>
                    </a:lnTo>
                    <a:lnTo>
                      <a:pt x="1" y="0"/>
                    </a:lnTo>
                    <a:lnTo>
                      <a:pt x="4" y="0"/>
                    </a:lnTo>
                    <a:close/>
                  </a:path>
                </a:pathLst>
              </a:custGeom>
              <a:solidFill>
                <a:srgbClr val="A0FF00"/>
              </a:solidFill>
              <a:ln>
                <a:noFill/>
                <a:round/>
              </a:ln>
            </p:spPr>
          </p:sp>
          <p:sp>
            <p:nvSpPr>
              <p:cNvPr id="94262" name=""/>
              <p:cNvSpPr/>
              <p:nvPr/>
            </p:nvSpPr>
            <p:spPr>
              <a:xfrm>
                <a:off x="2132" y="1987"/>
                <a:ext cx="1" cy="3"/>
              </a:xfrm>
              <a:custGeom>
                <a:pathLst>
                  <a:path w="2" h="5">
                    <a:moveTo>
                      <a:pt x="2" y="0"/>
                    </a:moveTo>
                    <a:lnTo>
                      <a:pt x="2" y="5"/>
                    </a:lnTo>
                    <a:lnTo>
                      <a:pt x="0" y="5"/>
                    </a:lnTo>
                    <a:lnTo>
                      <a:pt x="2" y="0"/>
                    </a:lnTo>
                    <a:close/>
                  </a:path>
                </a:pathLst>
              </a:custGeom>
              <a:solidFill>
                <a:srgbClr val="FFFFFF"/>
              </a:solidFill>
              <a:ln>
                <a:noFill/>
                <a:round/>
              </a:ln>
            </p:spPr>
          </p:sp>
          <p:sp>
            <p:nvSpPr>
              <p:cNvPr id="94263" name=""/>
              <p:cNvSpPr/>
              <p:nvPr/>
            </p:nvSpPr>
            <p:spPr>
              <a:xfrm>
                <a:off x="2122" y="2016"/>
                <a:ext cx="3" cy="4"/>
              </a:xfrm>
              <a:custGeom>
                <a:pathLst>
                  <a:path w="9" h="7">
                    <a:moveTo>
                      <a:pt x="3" y="0"/>
                    </a:moveTo>
                    <a:lnTo>
                      <a:pt x="8" y="0"/>
                    </a:lnTo>
                    <a:lnTo>
                      <a:pt x="8" y="2"/>
                    </a:lnTo>
                    <a:lnTo>
                      <a:pt x="9" y="2"/>
                    </a:lnTo>
                    <a:lnTo>
                      <a:pt x="9" y="4"/>
                    </a:lnTo>
                    <a:lnTo>
                      <a:pt x="8" y="6"/>
                    </a:lnTo>
                    <a:lnTo>
                      <a:pt x="8" y="7"/>
                    </a:lnTo>
                    <a:lnTo>
                      <a:pt x="3" y="7"/>
                    </a:lnTo>
                    <a:lnTo>
                      <a:pt x="1" y="7"/>
                    </a:lnTo>
                    <a:lnTo>
                      <a:pt x="1" y="6"/>
                    </a:lnTo>
                    <a:lnTo>
                      <a:pt x="0" y="6"/>
                    </a:lnTo>
                    <a:lnTo>
                      <a:pt x="0" y="4"/>
                    </a:lnTo>
                    <a:lnTo>
                      <a:pt x="1" y="2"/>
                    </a:lnTo>
                    <a:lnTo>
                      <a:pt x="1" y="0"/>
                    </a:lnTo>
                    <a:lnTo>
                      <a:pt x="3" y="0"/>
                    </a:lnTo>
                    <a:close/>
                  </a:path>
                </a:pathLst>
              </a:custGeom>
              <a:solidFill>
                <a:srgbClr val="A0A070"/>
              </a:solidFill>
              <a:ln>
                <a:noFill/>
                <a:round/>
              </a:ln>
            </p:spPr>
          </p:sp>
          <p:sp>
            <p:nvSpPr>
              <p:cNvPr id="94264" name=""/>
              <p:cNvSpPr/>
              <p:nvPr/>
            </p:nvSpPr>
            <p:spPr>
              <a:xfrm>
                <a:off x="2123" y="2017"/>
                <a:ext cx="2" cy="2"/>
              </a:xfrm>
              <a:custGeom>
                <a:pathLst>
                  <a:path w="6" h="5">
                    <a:moveTo>
                      <a:pt x="0" y="0"/>
                    </a:moveTo>
                    <a:lnTo>
                      <a:pt x="0" y="5"/>
                    </a:lnTo>
                    <a:lnTo>
                      <a:pt x="6" y="5"/>
                    </a:lnTo>
                    <a:lnTo>
                      <a:pt x="0" y="0"/>
                    </a:lnTo>
                    <a:close/>
                  </a:path>
                </a:pathLst>
              </a:custGeom>
              <a:solidFill>
                <a:srgbClr val="A0FF00"/>
              </a:solidFill>
              <a:ln>
                <a:noFill/>
                <a:round/>
              </a:ln>
            </p:spPr>
          </p:sp>
          <p:sp>
            <p:nvSpPr>
              <p:cNvPr id="94265" name=""/>
              <p:cNvSpPr/>
              <p:nvPr/>
            </p:nvSpPr>
            <p:spPr>
              <a:xfrm>
                <a:off x="2123" y="2017"/>
                <a:ext cx="2" cy="2"/>
              </a:xfrm>
              <a:custGeom>
                <a:pathLst>
                  <a:path w="6" h="5">
                    <a:moveTo>
                      <a:pt x="0" y="0"/>
                    </a:moveTo>
                    <a:lnTo>
                      <a:pt x="0" y="5"/>
                    </a:lnTo>
                    <a:lnTo>
                      <a:pt x="6" y="5"/>
                    </a:lnTo>
                    <a:lnTo>
                      <a:pt x="0" y="0"/>
                    </a:lnTo>
                    <a:close/>
                  </a:path>
                </a:pathLst>
              </a:custGeom>
              <a:solidFill>
                <a:srgbClr val="A0FF00"/>
              </a:solidFill>
              <a:ln>
                <a:noFill/>
                <a:round/>
              </a:ln>
            </p:spPr>
          </p:sp>
          <p:sp>
            <p:nvSpPr>
              <p:cNvPr id="94266" name=""/>
              <p:cNvSpPr/>
              <p:nvPr/>
            </p:nvSpPr>
            <p:spPr>
              <a:xfrm>
                <a:off x="2123" y="2016"/>
                <a:ext cx="2" cy="2"/>
              </a:xfrm>
              <a:custGeom>
                <a:pathLst>
                  <a:path w="6" h="4">
                    <a:moveTo>
                      <a:pt x="0" y="0"/>
                    </a:moveTo>
                    <a:lnTo>
                      <a:pt x="0" y="4"/>
                    </a:lnTo>
                    <a:lnTo>
                      <a:pt x="6" y="4"/>
                    </a:lnTo>
                    <a:lnTo>
                      <a:pt x="0" y="0"/>
                    </a:lnTo>
                    <a:close/>
                  </a:path>
                </a:pathLst>
              </a:custGeom>
              <a:solidFill>
                <a:srgbClr val="A0FF00"/>
              </a:solidFill>
              <a:ln>
                <a:noFill/>
                <a:round/>
              </a:ln>
            </p:spPr>
          </p:sp>
          <p:sp>
            <p:nvSpPr>
              <p:cNvPr id="94267" name=""/>
              <p:cNvSpPr/>
              <p:nvPr/>
            </p:nvSpPr>
            <p:spPr>
              <a:xfrm>
                <a:off x="2123" y="2017"/>
                <a:ext cx="2" cy="2"/>
              </a:xfrm>
              <a:custGeom>
                <a:pathLst>
                  <a:path w="5" h="5">
                    <a:moveTo>
                      <a:pt x="0" y="0"/>
                    </a:moveTo>
                    <a:lnTo>
                      <a:pt x="5" y="0"/>
                    </a:lnTo>
                    <a:lnTo>
                      <a:pt x="0" y="5"/>
                    </a:lnTo>
                    <a:lnTo>
                      <a:pt x="0" y="0"/>
                    </a:lnTo>
                    <a:close/>
                  </a:path>
                </a:pathLst>
              </a:custGeom>
              <a:solidFill>
                <a:srgbClr val="FFFFFF"/>
              </a:solidFill>
              <a:ln>
                <a:noFill/>
                <a:round/>
              </a:ln>
            </p:spPr>
          </p:sp>
          <p:sp>
            <p:nvSpPr>
              <p:cNvPr id="94268" name=""/>
              <p:cNvSpPr/>
              <p:nvPr/>
            </p:nvSpPr>
            <p:spPr>
              <a:xfrm>
                <a:off x="2122" y="1963"/>
                <a:ext cx="40" cy="4"/>
              </a:xfrm>
              <a:prstGeom prst="rect">
                <a:avLst/>
              </a:prstGeom>
              <a:solidFill>
                <a:srgbClr val="505020"/>
              </a:solidFill>
              <a:ln>
                <a:noFill/>
                <a:miter lim="800000"/>
              </a:ln>
            </p:spPr>
          </p:sp>
          <p:sp>
            <p:nvSpPr>
              <p:cNvPr id="94269" name=""/>
              <p:cNvSpPr/>
              <p:nvPr/>
            </p:nvSpPr>
            <p:spPr>
              <a:xfrm>
                <a:off x="2131" y="1961"/>
                <a:ext cx="1" cy="5"/>
              </a:xfrm>
              <a:custGeom>
                <a:pathLst>
                  <a:path w="5" h="11">
                    <a:moveTo>
                      <a:pt x="2" y="0"/>
                    </a:moveTo>
                    <a:lnTo>
                      <a:pt x="5" y="1"/>
                    </a:lnTo>
                    <a:lnTo>
                      <a:pt x="5" y="9"/>
                    </a:lnTo>
                    <a:lnTo>
                      <a:pt x="2" y="11"/>
                    </a:lnTo>
                    <a:lnTo>
                      <a:pt x="0" y="1"/>
                    </a:lnTo>
                    <a:lnTo>
                      <a:pt x="2" y="0"/>
                    </a:lnTo>
                    <a:close/>
                  </a:path>
                </a:pathLst>
              </a:custGeom>
              <a:solidFill>
                <a:srgbClr val="E0E0B0"/>
              </a:solidFill>
              <a:ln>
                <a:noFill/>
                <a:round/>
              </a:ln>
            </p:spPr>
          </p:sp>
          <p:sp>
            <p:nvSpPr>
              <p:cNvPr id="94270" name=""/>
              <p:cNvSpPr/>
              <p:nvPr/>
            </p:nvSpPr>
            <p:spPr>
              <a:xfrm>
                <a:off x="2131" y="1966"/>
                <a:ext cx="1" cy="7"/>
              </a:xfrm>
              <a:custGeom>
                <a:pathLst>
                  <a:path w="5" h="13">
                    <a:moveTo>
                      <a:pt x="2" y="0"/>
                    </a:moveTo>
                    <a:lnTo>
                      <a:pt x="5" y="1"/>
                    </a:lnTo>
                    <a:lnTo>
                      <a:pt x="5" y="11"/>
                    </a:lnTo>
                    <a:lnTo>
                      <a:pt x="2" y="13"/>
                    </a:lnTo>
                    <a:lnTo>
                      <a:pt x="0" y="11"/>
                    </a:lnTo>
                    <a:lnTo>
                      <a:pt x="0" y="1"/>
                    </a:lnTo>
                    <a:lnTo>
                      <a:pt x="2" y="0"/>
                    </a:lnTo>
                    <a:close/>
                  </a:path>
                </a:pathLst>
              </a:custGeom>
              <a:solidFill>
                <a:srgbClr val="E0E0B0"/>
              </a:solidFill>
              <a:ln>
                <a:noFill/>
                <a:round/>
              </a:ln>
            </p:spPr>
          </p:sp>
          <p:sp>
            <p:nvSpPr>
              <p:cNvPr id="94271" name=""/>
              <p:cNvSpPr/>
              <p:nvPr/>
            </p:nvSpPr>
            <p:spPr>
              <a:xfrm>
                <a:off x="2132" y="2003"/>
                <a:ext cx="30" cy="10"/>
              </a:xfrm>
              <a:prstGeom prst="rect">
                <a:avLst/>
              </a:prstGeom>
              <a:solidFill>
                <a:srgbClr val="A0A080"/>
              </a:solidFill>
              <a:ln>
                <a:noFill/>
                <a:miter lim="800000"/>
              </a:ln>
            </p:spPr>
          </p:sp>
          <p:sp>
            <p:nvSpPr>
              <p:cNvPr id="94272" name=""/>
              <p:cNvSpPr/>
              <p:nvPr/>
            </p:nvSpPr>
            <p:spPr>
              <a:xfrm>
                <a:off x="2130" y="2017"/>
                <a:ext cx="18" cy="3"/>
              </a:xfrm>
              <a:custGeom>
                <a:pathLst>
                  <a:path w="53" h="6">
                    <a:moveTo>
                      <a:pt x="0" y="0"/>
                    </a:moveTo>
                    <a:lnTo>
                      <a:pt x="51" y="0"/>
                    </a:lnTo>
                    <a:lnTo>
                      <a:pt x="53" y="4"/>
                    </a:lnTo>
                    <a:lnTo>
                      <a:pt x="0" y="6"/>
                    </a:lnTo>
                    <a:lnTo>
                      <a:pt x="0" y="4"/>
                    </a:lnTo>
                    <a:lnTo>
                      <a:pt x="0" y="0"/>
                    </a:lnTo>
                    <a:close/>
                  </a:path>
                </a:pathLst>
              </a:custGeom>
              <a:solidFill>
                <a:srgbClr val="E0E0B0"/>
              </a:solidFill>
              <a:ln>
                <a:noFill/>
                <a:round/>
              </a:ln>
            </p:spPr>
          </p:sp>
          <p:sp>
            <p:nvSpPr>
              <p:cNvPr id="94273" name=""/>
              <p:cNvSpPr/>
              <p:nvPr/>
            </p:nvSpPr>
            <p:spPr>
              <a:xfrm>
                <a:off x="2136" y="2011"/>
                <a:ext cx="12" cy="2"/>
              </a:xfrm>
              <a:prstGeom prst="rect">
                <a:avLst/>
              </a:prstGeom>
              <a:solidFill>
                <a:srgbClr val="E0E0B0"/>
              </a:solidFill>
              <a:ln>
                <a:noFill/>
                <a:miter lim="800000"/>
              </a:ln>
            </p:spPr>
          </p:sp>
          <p:sp>
            <p:nvSpPr>
              <p:cNvPr id="94274" name=""/>
              <p:cNvSpPr/>
              <p:nvPr/>
            </p:nvSpPr>
            <p:spPr>
              <a:xfrm>
                <a:off x="2146" y="2011"/>
                <a:ext cx="17" cy="3"/>
              </a:xfrm>
              <a:custGeom>
                <a:pathLst>
                  <a:path w="51" h="6">
                    <a:moveTo>
                      <a:pt x="2" y="0"/>
                    </a:moveTo>
                    <a:lnTo>
                      <a:pt x="49" y="0"/>
                    </a:lnTo>
                    <a:lnTo>
                      <a:pt x="51" y="2"/>
                    </a:lnTo>
                    <a:lnTo>
                      <a:pt x="49" y="6"/>
                    </a:lnTo>
                    <a:lnTo>
                      <a:pt x="2" y="6"/>
                    </a:lnTo>
                    <a:lnTo>
                      <a:pt x="0" y="2"/>
                    </a:lnTo>
                    <a:lnTo>
                      <a:pt x="2" y="0"/>
                    </a:lnTo>
                    <a:close/>
                  </a:path>
                </a:pathLst>
              </a:custGeom>
              <a:solidFill>
                <a:srgbClr val="E0E0B0"/>
              </a:solidFill>
              <a:ln>
                <a:noFill/>
                <a:round/>
              </a:ln>
            </p:spPr>
          </p:sp>
          <p:sp>
            <p:nvSpPr>
              <p:cNvPr id="94275" name=""/>
              <p:cNvSpPr/>
              <p:nvPr/>
            </p:nvSpPr>
            <p:spPr>
              <a:xfrm>
                <a:off x="2129" y="1980"/>
                <a:ext cx="1" cy="4"/>
              </a:xfrm>
              <a:prstGeom prst="rect">
                <a:avLst/>
              </a:prstGeom>
              <a:solidFill>
                <a:srgbClr val="F0E0C0"/>
              </a:solidFill>
              <a:ln>
                <a:noFill/>
                <a:miter lim="800000"/>
              </a:ln>
            </p:spPr>
          </p:sp>
          <p:sp>
            <p:nvSpPr>
              <p:cNvPr id="94276" name=""/>
              <p:cNvSpPr/>
              <p:nvPr/>
            </p:nvSpPr>
            <p:spPr>
              <a:xfrm>
                <a:off x="2139" y="1979"/>
                <a:ext cx="1" cy="3"/>
              </a:xfrm>
              <a:prstGeom prst="rect">
                <a:avLst/>
              </a:prstGeom>
              <a:solidFill>
                <a:srgbClr val="F0E0C0"/>
              </a:solidFill>
              <a:ln>
                <a:noFill/>
                <a:miter lim="800000"/>
              </a:ln>
            </p:spPr>
          </p:sp>
          <p:sp>
            <p:nvSpPr>
              <p:cNvPr id="94277" name=""/>
              <p:cNvSpPr/>
              <p:nvPr/>
            </p:nvSpPr>
            <p:spPr>
              <a:xfrm>
                <a:off x="2138" y="1982"/>
                <a:ext cx="2" cy="3"/>
              </a:xfrm>
              <a:prstGeom prst="rect">
                <a:avLst/>
              </a:prstGeom>
              <a:solidFill>
                <a:srgbClr val="F0E0C0"/>
              </a:solidFill>
              <a:ln>
                <a:noFill/>
                <a:miter lim="800000"/>
              </a:ln>
            </p:spPr>
          </p:sp>
          <p:sp>
            <p:nvSpPr>
              <p:cNvPr id="94278" name=""/>
              <p:cNvSpPr/>
              <p:nvPr/>
            </p:nvSpPr>
            <p:spPr>
              <a:xfrm>
                <a:off x="2147" y="1982"/>
                <a:ext cx="9" cy="3"/>
              </a:xfrm>
              <a:prstGeom prst="rect">
                <a:avLst/>
              </a:prstGeom>
              <a:solidFill>
                <a:srgbClr val="F0E0C0"/>
              </a:solidFill>
              <a:ln>
                <a:noFill/>
                <a:miter lim="800000"/>
              </a:ln>
            </p:spPr>
          </p:sp>
          <p:sp>
            <p:nvSpPr>
              <p:cNvPr id="94279" name=""/>
              <p:cNvSpPr/>
              <p:nvPr/>
            </p:nvSpPr>
            <p:spPr>
              <a:xfrm>
                <a:off x="2131" y="1983"/>
                <a:ext cx="1" cy="9"/>
              </a:xfrm>
              <a:prstGeom prst="rect">
                <a:avLst/>
              </a:prstGeom>
              <a:solidFill>
                <a:srgbClr val="F0E0C0"/>
              </a:solidFill>
              <a:ln>
                <a:noFill/>
                <a:miter lim="800000"/>
              </a:ln>
            </p:spPr>
          </p:sp>
          <p:sp>
            <p:nvSpPr>
              <p:cNvPr id="94280" name=""/>
              <p:cNvSpPr/>
              <p:nvPr/>
            </p:nvSpPr>
            <p:spPr>
              <a:xfrm>
                <a:off x="2131" y="1990"/>
                <a:ext cx="17" cy="2"/>
              </a:xfrm>
              <a:custGeom>
                <a:pathLst>
                  <a:path w="52" h="4">
                    <a:moveTo>
                      <a:pt x="0" y="0"/>
                    </a:moveTo>
                    <a:lnTo>
                      <a:pt x="51" y="0"/>
                    </a:lnTo>
                    <a:lnTo>
                      <a:pt x="52" y="4"/>
                    </a:lnTo>
                    <a:lnTo>
                      <a:pt x="0" y="4"/>
                    </a:lnTo>
                    <a:lnTo>
                      <a:pt x="0" y="0"/>
                    </a:lnTo>
                    <a:close/>
                  </a:path>
                </a:pathLst>
              </a:custGeom>
              <a:solidFill>
                <a:srgbClr val="F0E0C0"/>
              </a:solidFill>
              <a:ln>
                <a:noFill/>
                <a:round/>
              </a:ln>
            </p:spPr>
          </p:sp>
          <p:sp>
            <p:nvSpPr>
              <p:cNvPr id="94281" name=""/>
              <p:cNvSpPr/>
              <p:nvPr/>
            </p:nvSpPr>
            <p:spPr>
              <a:xfrm>
                <a:off x="2147" y="1983"/>
                <a:ext cx="1" cy="9"/>
              </a:xfrm>
              <a:custGeom>
                <a:pathLst>
                  <a:path w="4" h="18">
                    <a:moveTo>
                      <a:pt x="4" y="0"/>
                    </a:moveTo>
                    <a:lnTo>
                      <a:pt x="4" y="15"/>
                    </a:lnTo>
                    <a:lnTo>
                      <a:pt x="3" y="17"/>
                    </a:lnTo>
                    <a:lnTo>
                      <a:pt x="3" y="18"/>
                    </a:lnTo>
                    <a:lnTo>
                      <a:pt x="0" y="17"/>
                    </a:lnTo>
                    <a:lnTo>
                      <a:pt x="3" y="15"/>
                    </a:lnTo>
                    <a:lnTo>
                      <a:pt x="3" y="0"/>
                    </a:lnTo>
                    <a:lnTo>
                      <a:pt x="4" y="0"/>
                    </a:lnTo>
                    <a:close/>
                  </a:path>
                </a:pathLst>
              </a:custGeom>
              <a:solidFill>
                <a:srgbClr val="808050"/>
              </a:solidFill>
              <a:ln>
                <a:noFill/>
                <a:round/>
              </a:ln>
            </p:spPr>
          </p:sp>
          <p:sp>
            <p:nvSpPr>
              <p:cNvPr id="94282" name=""/>
              <p:cNvSpPr/>
              <p:nvPr/>
            </p:nvSpPr>
            <p:spPr>
              <a:xfrm>
                <a:off x="2147" y="1980"/>
                <a:ext cx="9" cy="3"/>
              </a:xfrm>
              <a:prstGeom prst="rect">
                <a:avLst/>
              </a:prstGeom>
              <a:solidFill>
                <a:srgbClr val="706040"/>
              </a:solidFill>
              <a:ln>
                <a:noFill/>
                <a:miter lim="800000"/>
              </a:ln>
            </p:spPr>
          </p:sp>
          <p:sp>
            <p:nvSpPr>
              <p:cNvPr id="94283" name=""/>
              <p:cNvSpPr/>
              <p:nvPr/>
            </p:nvSpPr>
            <p:spPr>
              <a:xfrm>
                <a:off x="2154" y="1980"/>
                <a:ext cx="2" cy="4"/>
              </a:xfrm>
              <a:prstGeom prst="rect">
                <a:avLst/>
              </a:prstGeom>
              <a:solidFill>
                <a:srgbClr val="706040"/>
              </a:solidFill>
              <a:ln>
                <a:noFill/>
                <a:miter lim="800000"/>
              </a:ln>
            </p:spPr>
          </p:sp>
          <p:sp>
            <p:nvSpPr>
              <p:cNvPr id="94284" name=""/>
              <p:cNvSpPr/>
              <p:nvPr/>
            </p:nvSpPr>
            <p:spPr>
              <a:xfrm>
                <a:off x="2131" y="1977"/>
                <a:ext cx="17" cy="5"/>
              </a:xfrm>
              <a:custGeom>
                <a:pathLst>
                  <a:path w="53" h="9">
                    <a:moveTo>
                      <a:pt x="0" y="4"/>
                    </a:moveTo>
                    <a:lnTo>
                      <a:pt x="2" y="0"/>
                    </a:lnTo>
                    <a:lnTo>
                      <a:pt x="49" y="0"/>
                    </a:lnTo>
                    <a:lnTo>
                      <a:pt x="52" y="0"/>
                    </a:lnTo>
                    <a:lnTo>
                      <a:pt x="53" y="4"/>
                    </a:lnTo>
                    <a:lnTo>
                      <a:pt x="53" y="9"/>
                    </a:lnTo>
                    <a:lnTo>
                      <a:pt x="52" y="4"/>
                    </a:lnTo>
                    <a:lnTo>
                      <a:pt x="51" y="2"/>
                    </a:lnTo>
                    <a:lnTo>
                      <a:pt x="2" y="2"/>
                    </a:lnTo>
                    <a:lnTo>
                      <a:pt x="1" y="4"/>
                    </a:lnTo>
                    <a:lnTo>
                      <a:pt x="0" y="4"/>
                    </a:lnTo>
                    <a:close/>
                  </a:path>
                </a:pathLst>
              </a:custGeom>
              <a:solidFill>
                <a:srgbClr val="808050"/>
              </a:solidFill>
              <a:ln>
                <a:noFill/>
                <a:round/>
              </a:ln>
            </p:spPr>
          </p:sp>
          <p:sp>
            <p:nvSpPr>
              <p:cNvPr id="94285" name=""/>
              <p:cNvSpPr/>
              <p:nvPr/>
            </p:nvSpPr>
            <p:spPr>
              <a:xfrm>
                <a:off x="2130" y="1980"/>
                <a:ext cx="1" cy="4"/>
              </a:xfrm>
              <a:prstGeom prst="rect">
                <a:avLst/>
              </a:prstGeom>
              <a:solidFill>
                <a:srgbClr val="706040"/>
              </a:solidFill>
              <a:ln>
                <a:noFill/>
                <a:miter lim="800000"/>
              </a:ln>
            </p:spPr>
          </p:sp>
          <p:sp>
            <p:nvSpPr>
              <p:cNvPr id="94286" name=""/>
              <p:cNvSpPr/>
              <p:nvPr/>
            </p:nvSpPr>
            <p:spPr>
              <a:xfrm>
                <a:off x="2131" y="1978"/>
                <a:ext cx="1" cy="4"/>
              </a:xfrm>
              <a:custGeom>
                <a:pathLst>
                  <a:path w="5" h="8">
                    <a:moveTo>
                      <a:pt x="0" y="0"/>
                    </a:moveTo>
                    <a:lnTo>
                      <a:pt x="0" y="8"/>
                    </a:lnTo>
                    <a:lnTo>
                      <a:pt x="5" y="0"/>
                    </a:lnTo>
                    <a:lnTo>
                      <a:pt x="0" y="0"/>
                    </a:lnTo>
                    <a:close/>
                  </a:path>
                </a:pathLst>
              </a:custGeom>
              <a:solidFill>
                <a:srgbClr val="F0E0C0"/>
              </a:solidFill>
              <a:ln>
                <a:noFill/>
                <a:round/>
              </a:ln>
            </p:spPr>
          </p:sp>
          <p:sp>
            <p:nvSpPr>
              <p:cNvPr id="94287" name=""/>
              <p:cNvSpPr/>
              <p:nvPr/>
            </p:nvSpPr>
            <p:spPr>
              <a:xfrm>
                <a:off x="2139" y="1983"/>
                <a:ext cx="9" cy="2"/>
              </a:xfrm>
              <a:prstGeom prst="rect">
                <a:avLst/>
              </a:prstGeom>
              <a:solidFill>
                <a:srgbClr val="706040"/>
              </a:solidFill>
              <a:ln>
                <a:noFill/>
                <a:miter lim="800000"/>
              </a:ln>
            </p:spPr>
          </p:sp>
          <p:sp>
            <p:nvSpPr>
              <p:cNvPr id="94288" name=""/>
              <p:cNvSpPr/>
              <p:nvPr/>
            </p:nvSpPr>
            <p:spPr>
              <a:xfrm>
                <a:off x="2146" y="1982"/>
                <a:ext cx="2" cy="3"/>
              </a:xfrm>
              <a:prstGeom prst="rect">
                <a:avLst/>
              </a:prstGeom>
              <a:solidFill>
                <a:srgbClr val="706040"/>
              </a:solidFill>
              <a:ln>
                <a:noFill/>
                <a:miter lim="800000"/>
              </a:ln>
            </p:spPr>
          </p:sp>
          <p:sp>
            <p:nvSpPr>
              <p:cNvPr id="94289" name=""/>
              <p:cNvSpPr/>
              <p:nvPr/>
            </p:nvSpPr>
            <p:spPr>
              <a:xfrm>
                <a:off x="2146" y="1979"/>
                <a:ext cx="2" cy="4"/>
              </a:xfrm>
              <a:prstGeom prst="rect">
                <a:avLst/>
              </a:prstGeom>
              <a:solidFill>
                <a:srgbClr val="706040"/>
              </a:solidFill>
              <a:ln>
                <a:noFill/>
                <a:miter lim="800000"/>
              </a:ln>
            </p:spPr>
          </p:sp>
          <p:sp>
            <p:nvSpPr>
              <p:cNvPr id="94290" name=""/>
              <p:cNvSpPr/>
              <p:nvPr/>
            </p:nvSpPr>
            <p:spPr>
              <a:xfrm>
                <a:off x="2139" y="1979"/>
                <a:ext cx="9" cy="3"/>
              </a:xfrm>
              <a:prstGeom prst="rect">
                <a:avLst/>
              </a:prstGeom>
              <a:solidFill>
                <a:srgbClr val="706040"/>
              </a:solidFill>
              <a:ln>
                <a:noFill/>
                <a:miter lim="800000"/>
              </a:ln>
            </p:spPr>
          </p:sp>
          <p:sp>
            <p:nvSpPr>
              <p:cNvPr id="94291" name=""/>
              <p:cNvSpPr/>
              <p:nvPr/>
            </p:nvSpPr>
            <p:spPr>
              <a:xfrm>
                <a:off x="2149" y="1986"/>
                <a:ext cx="5" cy="3"/>
              </a:xfrm>
              <a:custGeom>
                <a:pathLst>
                  <a:path w="13" h="4">
                    <a:moveTo>
                      <a:pt x="0" y="0"/>
                    </a:moveTo>
                    <a:lnTo>
                      <a:pt x="13" y="0"/>
                    </a:lnTo>
                    <a:lnTo>
                      <a:pt x="0" y="4"/>
                    </a:lnTo>
                    <a:lnTo>
                      <a:pt x="0" y="0"/>
                    </a:lnTo>
                    <a:close/>
                  </a:path>
                </a:pathLst>
              </a:custGeom>
              <a:solidFill>
                <a:srgbClr val="F0E0C0"/>
              </a:solidFill>
              <a:ln>
                <a:noFill/>
                <a:round/>
              </a:ln>
            </p:spPr>
          </p:sp>
          <p:sp>
            <p:nvSpPr>
              <p:cNvPr id="94292" name=""/>
              <p:cNvSpPr/>
              <p:nvPr/>
            </p:nvSpPr>
            <p:spPr>
              <a:xfrm>
                <a:off x="2131" y="1959"/>
                <a:ext cx="17" cy="3"/>
              </a:xfrm>
              <a:prstGeom prst="rect">
                <a:avLst/>
              </a:prstGeom>
              <a:solidFill>
                <a:srgbClr val="706040"/>
              </a:solidFill>
              <a:ln>
                <a:noFill/>
                <a:miter lim="800000"/>
              </a:ln>
            </p:spPr>
          </p:sp>
          <p:sp>
            <p:nvSpPr>
              <p:cNvPr id="94293" name=""/>
              <p:cNvSpPr/>
              <p:nvPr/>
            </p:nvSpPr>
            <p:spPr>
              <a:xfrm>
                <a:off x="2147" y="1959"/>
                <a:ext cx="1" cy="6"/>
              </a:xfrm>
              <a:custGeom>
                <a:pathLst>
                  <a:path w="4" h="11">
                    <a:moveTo>
                      <a:pt x="0" y="0"/>
                    </a:moveTo>
                    <a:lnTo>
                      <a:pt x="4" y="10"/>
                    </a:lnTo>
                    <a:lnTo>
                      <a:pt x="0" y="11"/>
                    </a:lnTo>
                    <a:lnTo>
                      <a:pt x="0" y="1"/>
                    </a:lnTo>
                    <a:lnTo>
                      <a:pt x="0" y="0"/>
                    </a:lnTo>
                    <a:close/>
                  </a:path>
                </a:pathLst>
              </a:custGeom>
              <a:solidFill>
                <a:srgbClr val="706040"/>
              </a:solidFill>
              <a:ln>
                <a:noFill/>
                <a:round/>
              </a:ln>
            </p:spPr>
          </p:sp>
          <p:sp>
            <p:nvSpPr>
              <p:cNvPr id="94294" name=""/>
              <p:cNvSpPr/>
              <p:nvPr/>
            </p:nvSpPr>
            <p:spPr>
              <a:xfrm>
                <a:off x="2147" y="1968"/>
                <a:ext cx="1" cy="5"/>
              </a:xfrm>
              <a:prstGeom prst="rect">
                <a:avLst/>
              </a:prstGeom>
              <a:solidFill>
                <a:srgbClr val="706040"/>
              </a:solidFill>
              <a:ln>
                <a:noFill/>
                <a:miter lim="800000"/>
              </a:ln>
            </p:spPr>
          </p:sp>
          <p:sp>
            <p:nvSpPr>
              <p:cNvPr id="94295" name=""/>
              <p:cNvSpPr/>
              <p:nvPr/>
            </p:nvSpPr>
            <p:spPr>
              <a:xfrm>
                <a:off x="2131" y="1970"/>
                <a:ext cx="17" cy="3"/>
              </a:xfrm>
              <a:prstGeom prst="rect">
                <a:avLst/>
              </a:prstGeom>
              <a:solidFill>
                <a:srgbClr val="E0E0B0"/>
              </a:solidFill>
              <a:ln>
                <a:noFill/>
                <a:miter lim="800000"/>
              </a:ln>
            </p:spPr>
          </p:sp>
          <p:sp>
            <p:nvSpPr>
              <p:cNvPr id="94296" name=""/>
              <p:cNvSpPr/>
              <p:nvPr/>
            </p:nvSpPr>
            <p:spPr>
              <a:xfrm>
                <a:off x="2122" y="1963"/>
                <a:ext cx="1" cy="6"/>
              </a:xfrm>
              <a:custGeom>
                <a:pathLst>
                  <a:path w="4" h="10">
                    <a:moveTo>
                      <a:pt x="3" y="0"/>
                    </a:moveTo>
                    <a:lnTo>
                      <a:pt x="0" y="9"/>
                    </a:lnTo>
                    <a:lnTo>
                      <a:pt x="3" y="10"/>
                    </a:lnTo>
                    <a:lnTo>
                      <a:pt x="4" y="10"/>
                    </a:lnTo>
                    <a:lnTo>
                      <a:pt x="3" y="7"/>
                    </a:lnTo>
                    <a:lnTo>
                      <a:pt x="1" y="6"/>
                    </a:lnTo>
                    <a:lnTo>
                      <a:pt x="1" y="2"/>
                    </a:lnTo>
                    <a:lnTo>
                      <a:pt x="3" y="0"/>
                    </a:lnTo>
                    <a:close/>
                  </a:path>
                </a:pathLst>
              </a:custGeom>
              <a:solidFill>
                <a:srgbClr val="F0E0C0"/>
              </a:solidFill>
              <a:ln>
                <a:noFill/>
                <a:round/>
              </a:ln>
            </p:spPr>
          </p:sp>
          <p:sp>
            <p:nvSpPr>
              <p:cNvPr id="94297" name=""/>
              <p:cNvSpPr/>
              <p:nvPr/>
            </p:nvSpPr>
            <p:spPr>
              <a:xfrm>
                <a:off x="2132" y="2015"/>
                <a:ext cx="5" cy="2"/>
              </a:xfrm>
              <a:prstGeom prst="rect">
                <a:avLst/>
              </a:prstGeom>
              <a:solidFill>
                <a:srgbClr val="F0E0C0"/>
              </a:solidFill>
              <a:ln>
                <a:noFill/>
                <a:miter lim="800000"/>
              </a:ln>
            </p:spPr>
          </p:sp>
          <p:sp>
            <p:nvSpPr>
              <p:cNvPr id="94298" name=""/>
              <p:cNvSpPr/>
              <p:nvPr/>
            </p:nvSpPr>
            <p:spPr>
              <a:xfrm>
                <a:off x="2132" y="2002"/>
                <a:ext cx="30" cy="2"/>
              </a:xfrm>
              <a:prstGeom prst="rect">
                <a:avLst/>
              </a:prstGeom>
              <a:solidFill>
                <a:srgbClr val="706040"/>
              </a:solidFill>
              <a:ln>
                <a:noFill/>
                <a:miter lim="800000"/>
              </a:ln>
            </p:spPr>
          </p:sp>
          <p:sp>
            <p:nvSpPr>
              <p:cNvPr id="94299" name=""/>
              <p:cNvSpPr/>
              <p:nvPr/>
            </p:nvSpPr>
            <p:spPr>
              <a:xfrm>
                <a:off x="2132" y="2003"/>
                <a:ext cx="2" cy="14"/>
              </a:xfrm>
              <a:prstGeom prst="rect">
                <a:avLst/>
              </a:prstGeom>
              <a:solidFill>
                <a:srgbClr val="706040"/>
              </a:solidFill>
              <a:ln>
                <a:noFill/>
                <a:miter lim="800000"/>
              </a:ln>
            </p:spPr>
          </p:sp>
          <p:sp>
            <p:nvSpPr>
              <p:cNvPr id="94300" name=""/>
              <p:cNvSpPr/>
              <p:nvPr/>
            </p:nvSpPr>
            <p:spPr>
              <a:xfrm>
                <a:off x="2132" y="2010"/>
                <a:ext cx="30" cy="3"/>
              </a:xfrm>
              <a:prstGeom prst="rect">
                <a:avLst/>
              </a:prstGeom>
              <a:solidFill>
                <a:srgbClr val="706040"/>
              </a:solidFill>
              <a:ln>
                <a:noFill/>
                <a:miter lim="800000"/>
              </a:ln>
            </p:spPr>
          </p:sp>
          <p:sp>
            <p:nvSpPr>
              <p:cNvPr id="94301" name=""/>
              <p:cNvSpPr/>
              <p:nvPr/>
            </p:nvSpPr>
            <p:spPr>
              <a:xfrm>
                <a:off x="2113" y="2027"/>
                <a:ext cx="56" cy="13"/>
              </a:xfrm>
              <a:prstGeom prst="rect">
                <a:avLst/>
              </a:prstGeom>
              <a:solidFill>
                <a:srgbClr val="D0C0A0"/>
              </a:solidFill>
              <a:ln>
                <a:noFill/>
                <a:miter lim="800000"/>
              </a:ln>
            </p:spPr>
          </p:sp>
          <p:sp>
            <p:nvSpPr>
              <p:cNvPr id="94302" name=""/>
              <p:cNvSpPr/>
              <p:nvPr/>
            </p:nvSpPr>
            <p:spPr>
              <a:xfrm>
                <a:off x="2122" y="2028"/>
                <a:ext cx="39" cy="10"/>
              </a:xfrm>
              <a:custGeom>
                <a:pathLst>
                  <a:path w="119" h="19">
                    <a:moveTo>
                      <a:pt x="2" y="19"/>
                    </a:moveTo>
                    <a:lnTo>
                      <a:pt x="117" y="19"/>
                    </a:lnTo>
                    <a:lnTo>
                      <a:pt x="118" y="19"/>
                    </a:lnTo>
                    <a:lnTo>
                      <a:pt x="118" y="17"/>
                    </a:lnTo>
                    <a:lnTo>
                      <a:pt x="119" y="5"/>
                    </a:lnTo>
                    <a:lnTo>
                      <a:pt x="118" y="2"/>
                    </a:lnTo>
                    <a:lnTo>
                      <a:pt x="117" y="1"/>
                    </a:lnTo>
                    <a:lnTo>
                      <a:pt x="2" y="0"/>
                    </a:lnTo>
                    <a:lnTo>
                      <a:pt x="1" y="1"/>
                    </a:lnTo>
                    <a:lnTo>
                      <a:pt x="0" y="3"/>
                    </a:lnTo>
                    <a:lnTo>
                      <a:pt x="0" y="16"/>
                    </a:lnTo>
                    <a:lnTo>
                      <a:pt x="1" y="18"/>
                    </a:lnTo>
                    <a:lnTo>
                      <a:pt x="2" y="19"/>
                    </a:lnTo>
                    <a:close/>
                  </a:path>
                </a:pathLst>
              </a:custGeom>
              <a:solidFill>
                <a:srgbClr val="404040"/>
              </a:solidFill>
              <a:ln>
                <a:noFill/>
                <a:round/>
              </a:ln>
            </p:spPr>
          </p:sp>
          <p:sp>
            <p:nvSpPr>
              <p:cNvPr id="94303" name=""/>
              <p:cNvSpPr/>
              <p:nvPr/>
            </p:nvSpPr>
            <p:spPr>
              <a:xfrm>
                <a:off x="2139" y="1938"/>
                <a:ext cx="3" cy="2"/>
              </a:xfrm>
              <a:custGeom>
                <a:pathLst>
                  <a:path w="7" h="4">
                    <a:moveTo>
                      <a:pt x="5" y="0"/>
                    </a:moveTo>
                    <a:lnTo>
                      <a:pt x="7" y="0"/>
                    </a:lnTo>
                    <a:lnTo>
                      <a:pt x="7" y="4"/>
                    </a:lnTo>
                    <a:lnTo>
                      <a:pt x="0" y="4"/>
                    </a:lnTo>
                    <a:lnTo>
                      <a:pt x="5" y="0"/>
                    </a:lnTo>
                    <a:close/>
                  </a:path>
                </a:pathLst>
              </a:custGeom>
              <a:solidFill>
                <a:srgbClr val="C0C080"/>
              </a:solidFill>
              <a:ln>
                <a:noFill/>
                <a:round/>
              </a:ln>
            </p:spPr>
          </p:sp>
          <p:sp>
            <p:nvSpPr>
              <p:cNvPr id="94304" name=""/>
              <p:cNvSpPr/>
              <p:nvPr/>
            </p:nvSpPr>
            <p:spPr>
              <a:xfrm>
                <a:off x="2139" y="1938"/>
                <a:ext cx="2" cy="1"/>
              </a:xfrm>
              <a:custGeom>
                <a:pathLst>
                  <a:path w="4" h="1">
                    <a:moveTo>
                      <a:pt x="3" y="0"/>
                    </a:moveTo>
                    <a:lnTo>
                      <a:pt x="4" y="0"/>
                    </a:lnTo>
                    <a:lnTo>
                      <a:pt x="4" y="1"/>
                    </a:lnTo>
                    <a:lnTo>
                      <a:pt x="0" y="1"/>
                    </a:lnTo>
                    <a:lnTo>
                      <a:pt x="3" y="0"/>
                    </a:lnTo>
                  </a:path>
                </a:pathLst>
              </a:custGeom>
              <a:noFill/>
              <a:ln w="4763">
                <a:solidFill>
                  <a:srgbClr val="000000"/>
                </a:solidFill>
                <a:prstDash val="solid"/>
                <a:round/>
              </a:ln>
            </p:spPr>
          </p:sp>
          <p:sp>
            <p:nvSpPr>
              <p:cNvPr id="94305" name=""/>
              <p:cNvSpPr/>
              <p:nvPr/>
            </p:nvSpPr>
            <p:spPr>
              <a:xfrm>
                <a:off x="2118" y="1933"/>
                <a:ext cx="47" cy="12"/>
              </a:xfrm>
              <a:custGeom>
                <a:pathLst>
                  <a:path w="140" h="25">
                    <a:moveTo>
                      <a:pt x="11" y="0"/>
                    </a:moveTo>
                    <a:lnTo>
                      <a:pt x="131" y="0"/>
                    </a:lnTo>
                    <a:lnTo>
                      <a:pt x="133" y="1"/>
                    </a:lnTo>
                    <a:lnTo>
                      <a:pt x="135" y="1"/>
                    </a:lnTo>
                    <a:lnTo>
                      <a:pt x="137" y="4"/>
                    </a:lnTo>
                    <a:lnTo>
                      <a:pt x="138" y="5"/>
                    </a:lnTo>
                    <a:lnTo>
                      <a:pt x="139" y="7"/>
                    </a:lnTo>
                    <a:lnTo>
                      <a:pt x="140" y="8"/>
                    </a:lnTo>
                    <a:lnTo>
                      <a:pt x="140" y="11"/>
                    </a:lnTo>
                    <a:lnTo>
                      <a:pt x="140" y="14"/>
                    </a:lnTo>
                    <a:lnTo>
                      <a:pt x="140" y="17"/>
                    </a:lnTo>
                    <a:lnTo>
                      <a:pt x="139" y="18"/>
                    </a:lnTo>
                    <a:lnTo>
                      <a:pt x="138" y="20"/>
                    </a:lnTo>
                    <a:lnTo>
                      <a:pt x="137" y="22"/>
                    </a:lnTo>
                    <a:lnTo>
                      <a:pt x="135" y="24"/>
                    </a:lnTo>
                    <a:lnTo>
                      <a:pt x="133" y="25"/>
                    </a:lnTo>
                    <a:lnTo>
                      <a:pt x="131" y="25"/>
                    </a:lnTo>
                    <a:lnTo>
                      <a:pt x="130" y="25"/>
                    </a:lnTo>
                    <a:lnTo>
                      <a:pt x="11" y="25"/>
                    </a:lnTo>
                    <a:lnTo>
                      <a:pt x="10" y="25"/>
                    </a:lnTo>
                    <a:lnTo>
                      <a:pt x="7" y="25"/>
                    </a:lnTo>
                    <a:lnTo>
                      <a:pt x="5" y="24"/>
                    </a:lnTo>
                    <a:lnTo>
                      <a:pt x="4" y="22"/>
                    </a:lnTo>
                    <a:lnTo>
                      <a:pt x="2" y="19"/>
                    </a:lnTo>
                    <a:lnTo>
                      <a:pt x="0" y="17"/>
                    </a:lnTo>
                    <a:lnTo>
                      <a:pt x="0" y="15"/>
                    </a:lnTo>
                    <a:lnTo>
                      <a:pt x="0" y="14"/>
                    </a:lnTo>
                    <a:lnTo>
                      <a:pt x="0" y="11"/>
                    </a:lnTo>
                    <a:lnTo>
                      <a:pt x="0" y="10"/>
                    </a:lnTo>
                    <a:lnTo>
                      <a:pt x="0" y="8"/>
                    </a:lnTo>
                    <a:lnTo>
                      <a:pt x="2" y="6"/>
                    </a:lnTo>
                    <a:lnTo>
                      <a:pt x="3" y="4"/>
                    </a:lnTo>
                    <a:lnTo>
                      <a:pt x="5" y="1"/>
                    </a:lnTo>
                    <a:lnTo>
                      <a:pt x="7" y="1"/>
                    </a:lnTo>
                    <a:lnTo>
                      <a:pt x="11" y="0"/>
                    </a:lnTo>
                    <a:close/>
                  </a:path>
                </a:pathLst>
              </a:custGeom>
              <a:solidFill>
                <a:srgbClr val="F0E0C0"/>
              </a:solidFill>
              <a:ln>
                <a:noFill/>
                <a:round/>
              </a:ln>
            </p:spPr>
          </p:sp>
          <p:sp>
            <p:nvSpPr>
              <p:cNvPr id="94306" name=""/>
              <p:cNvSpPr/>
              <p:nvPr/>
            </p:nvSpPr>
            <p:spPr>
              <a:xfrm>
                <a:off x="2118" y="1933"/>
                <a:ext cx="46" cy="11"/>
              </a:xfrm>
              <a:custGeom>
                <a:pathLst>
                  <a:path w="137" h="21">
                    <a:moveTo>
                      <a:pt x="11" y="0"/>
                    </a:moveTo>
                    <a:lnTo>
                      <a:pt x="129" y="0"/>
                    </a:lnTo>
                    <a:lnTo>
                      <a:pt x="131" y="1"/>
                    </a:lnTo>
                    <a:lnTo>
                      <a:pt x="131" y="1"/>
                    </a:lnTo>
                    <a:lnTo>
                      <a:pt x="133" y="3"/>
                    </a:lnTo>
                    <a:lnTo>
                      <a:pt x="135" y="4"/>
                    </a:lnTo>
                    <a:lnTo>
                      <a:pt x="136" y="6"/>
                    </a:lnTo>
                    <a:lnTo>
                      <a:pt x="137" y="7"/>
                    </a:lnTo>
                    <a:lnTo>
                      <a:pt x="137" y="8"/>
                    </a:lnTo>
                    <a:lnTo>
                      <a:pt x="137" y="13"/>
                    </a:lnTo>
                    <a:lnTo>
                      <a:pt x="137" y="14"/>
                    </a:lnTo>
                    <a:lnTo>
                      <a:pt x="136" y="15"/>
                    </a:lnTo>
                    <a:lnTo>
                      <a:pt x="135" y="18"/>
                    </a:lnTo>
                    <a:lnTo>
                      <a:pt x="133" y="19"/>
                    </a:lnTo>
                    <a:lnTo>
                      <a:pt x="131" y="20"/>
                    </a:lnTo>
                    <a:lnTo>
                      <a:pt x="131" y="21"/>
                    </a:lnTo>
                    <a:lnTo>
                      <a:pt x="129" y="21"/>
                    </a:lnTo>
                    <a:lnTo>
                      <a:pt x="11" y="21"/>
                    </a:lnTo>
                    <a:lnTo>
                      <a:pt x="8" y="21"/>
                    </a:lnTo>
                    <a:lnTo>
                      <a:pt x="6" y="21"/>
                    </a:lnTo>
                    <a:lnTo>
                      <a:pt x="5" y="20"/>
                    </a:lnTo>
                    <a:lnTo>
                      <a:pt x="4" y="19"/>
                    </a:lnTo>
                    <a:lnTo>
                      <a:pt x="2" y="17"/>
                    </a:lnTo>
                    <a:lnTo>
                      <a:pt x="0" y="14"/>
                    </a:lnTo>
                    <a:lnTo>
                      <a:pt x="0" y="13"/>
                    </a:lnTo>
                    <a:lnTo>
                      <a:pt x="0" y="8"/>
                    </a:lnTo>
                    <a:lnTo>
                      <a:pt x="0" y="8"/>
                    </a:lnTo>
                    <a:lnTo>
                      <a:pt x="0" y="7"/>
                    </a:lnTo>
                    <a:lnTo>
                      <a:pt x="2" y="5"/>
                    </a:lnTo>
                    <a:lnTo>
                      <a:pt x="3" y="3"/>
                    </a:lnTo>
                    <a:lnTo>
                      <a:pt x="5" y="1"/>
                    </a:lnTo>
                    <a:lnTo>
                      <a:pt x="6" y="1"/>
                    </a:lnTo>
                    <a:lnTo>
                      <a:pt x="11" y="0"/>
                    </a:lnTo>
                  </a:path>
                </a:pathLst>
              </a:custGeom>
              <a:noFill/>
              <a:ln w="4763">
                <a:solidFill>
                  <a:srgbClr val="808060"/>
                </a:solidFill>
                <a:prstDash val="solid"/>
                <a:round/>
              </a:ln>
            </p:spPr>
          </p:sp>
          <p:sp>
            <p:nvSpPr>
              <p:cNvPr id="94307" name=""/>
              <p:cNvSpPr/>
              <p:nvPr/>
            </p:nvSpPr>
            <p:spPr>
              <a:xfrm>
                <a:off x="2119" y="1934"/>
                <a:ext cx="26" cy="11"/>
              </a:xfrm>
              <a:custGeom>
                <a:pathLst>
                  <a:path w="77" h="23">
                    <a:moveTo>
                      <a:pt x="12" y="0"/>
                    </a:moveTo>
                    <a:lnTo>
                      <a:pt x="65" y="0"/>
                    </a:lnTo>
                    <a:lnTo>
                      <a:pt x="67" y="0"/>
                    </a:lnTo>
                    <a:lnTo>
                      <a:pt x="71" y="2"/>
                    </a:lnTo>
                    <a:lnTo>
                      <a:pt x="73" y="2"/>
                    </a:lnTo>
                    <a:lnTo>
                      <a:pt x="74" y="3"/>
                    </a:lnTo>
                    <a:lnTo>
                      <a:pt x="76" y="4"/>
                    </a:lnTo>
                    <a:lnTo>
                      <a:pt x="76" y="5"/>
                    </a:lnTo>
                    <a:lnTo>
                      <a:pt x="77" y="6"/>
                    </a:lnTo>
                    <a:lnTo>
                      <a:pt x="77" y="7"/>
                    </a:lnTo>
                    <a:lnTo>
                      <a:pt x="77" y="9"/>
                    </a:lnTo>
                    <a:lnTo>
                      <a:pt x="77" y="14"/>
                    </a:lnTo>
                    <a:lnTo>
                      <a:pt x="77" y="17"/>
                    </a:lnTo>
                    <a:lnTo>
                      <a:pt x="76" y="19"/>
                    </a:lnTo>
                    <a:lnTo>
                      <a:pt x="75" y="20"/>
                    </a:lnTo>
                    <a:lnTo>
                      <a:pt x="73" y="21"/>
                    </a:lnTo>
                    <a:lnTo>
                      <a:pt x="71" y="23"/>
                    </a:lnTo>
                    <a:lnTo>
                      <a:pt x="66" y="23"/>
                    </a:lnTo>
                    <a:lnTo>
                      <a:pt x="65" y="23"/>
                    </a:lnTo>
                    <a:lnTo>
                      <a:pt x="12" y="23"/>
                    </a:lnTo>
                    <a:lnTo>
                      <a:pt x="10" y="23"/>
                    </a:lnTo>
                    <a:lnTo>
                      <a:pt x="8" y="23"/>
                    </a:lnTo>
                    <a:lnTo>
                      <a:pt x="5" y="21"/>
                    </a:lnTo>
                    <a:lnTo>
                      <a:pt x="3" y="20"/>
                    </a:lnTo>
                    <a:lnTo>
                      <a:pt x="2" y="19"/>
                    </a:lnTo>
                    <a:lnTo>
                      <a:pt x="1" y="17"/>
                    </a:lnTo>
                    <a:lnTo>
                      <a:pt x="0" y="16"/>
                    </a:lnTo>
                    <a:lnTo>
                      <a:pt x="0" y="14"/>
                    </a:lnTo>
                    <a:lnTo>
                      <a:pt x="0" y="9"/>
                    </a:lnTo>
                    <a:lnTo>
                      <a:pt x="0" y="7"/>
                    </a:lnTo>
                    <a:lnTo>
                      <a:pt x="1" y="6"/>
                    </a:lnTo>
                    <a:lnTo>
                      <a:pt x="1" y="5"/>
                    </a:lnTo>
                    <a:lnTo>
                      <a:pt x="1" y="4"/>
                    </a:lnTo>
                    <a:lnTo>
                      <a:pt x="2" y="4"/>
                    </a:lnTo>
                    <a:lnTo>
                      <a:pt x="3" y="3"/>
                    </a:lnTo>
                    <a:lnTo>
                      <a:pt x="4" y="2"/>
                    </a:lnTo>
                    <a:lnTo>
                      <a:pt x="8" y="0"/>
                    </a:lnTo>
                    <a:lnTo>
                      <a:pt x="12" y="0"/>
                    </a:lnTo>
                    <a:close/>
                  </a:path>
                </a:pathLst>
              </a:custGeom>
              <a:solidFill>
                <a:srgbClr val="F0E0C0"/>
              </a:solidFill>
              <a:ln>
                <a:noFill/>
                <a:round/>
              </a:ln>
            </p:spPr>
          </p:sp>
          <p:sp>
            <p:nvSpPr>
              <p:cNvPr id="94308" name=""/>
              <p:cNvSpPr/>
              <p:nvPr/>
            </p:nvSpPr>
            <p:spPr>
              <a:xfrm>
                <a:off x="2119" y="1934"/>
                <a:ext cx="24" cy="8"/>
              </a:xfrm>
              <a:custGeom>
                <a:pathLst>
                  <a:path w="73" h="18">
                    <a:moveTo>
                      <a:pt x="11" y="0"/>
                    </a:moveTo>
                    <a:lnTo>
                      <a:pt x="61" y="0"/>
                    </a:lnTo>
                    <a:lnTo>
                      <a:pt x="64" y="0"/>
                    </a:lnTo>
                    <a:lnTo>
                      <a:pt x="67" y="2"/>
                    </a:lnTo>
                    <a:lnTo>
                      <a:pt x="68" y="2"/>
                    </a:lnTo>
                    <a:lnTo>
                      <a:pt x="69" y="3"/>
                    </a:lnTo>
                    <a:lnTo>
                      <a:pt x="72" y="4"/>
                    </a:lnTo>
                    <a:lnTo>
                      <a:pt x="72" y="4"/>
                    </a:lnTo>
                    <a:lnTo>
                      <a:pt x="73" y="5"/>
                    </a:lnTo>
                    <a:lnTo>
                      <a:pt x="73" y="6"/>
                    </a:lnTo>
                    <a:lnTo>
                      <a:pt x="73" y="7"/>
                    </a:lnTo>
                    <a:lnTo>
                      <a:pt x="73" y="11"/>
                    </a:lnTo>
                    <a:lnTo>
                      <a:pt x="73" y="13"/>
                    </a:lnTo>
                    <a:lnTo>
                      <a:pt x="72" y="16"/>
                    </a:lnTo>
                    <a:lnTo>
                      <a:pt x="71" y="16"/>
                    </a:lnTo>
                    <a:lnTo>
                      <a:pt x="68" y="17"/>
                    </a:lnTo>
                    <a:lnTo>
                      <a:pt x="67" y="18"/>
                    </a:lnTo>
                    <a:lnTo>
                      <a:pt x="63" y="18"/>
                    </a:lnTo>
                    <a:lnTo>
                      <a:pt x="11" y="18"/>
                    </a:lnTo>
                    <a:lnTo>
                      <a:pt x="9" y="18"/>
                    </a:lnTo>
                    <a:lnTo>
                      <a:pt x="6" y="18"/>
                    </a:lnTo>
                    <a:lnTo>
                      <a:pt x="5" y="17"/>
                    </a:lnTo>
                    <a:lnTo>
                      <a:pt x="3" y="16"/>
                    </a:lnTo>
                    <a:lnTo>
                      <a:pt x="2" y="16"/>
                    </a:lnTo>
                    <a:lnTo>
                      <a:pt x="1" y="13"/>
                    </a:lnTo>
                    <a:lnTo>
                      <a:pt x="0" y="12"/>
                    </a:lnTo>
                    <a:lnTo>
                      <a:pt x="0" y="7"/>
                    </a:lnTo>
                    <a:lnTo>
                      <a:pt x="0" y="6"/>
                    </a:lnTo>
                    <a:lnTo>
                      <a:pt x="1" y="5"/>
                    </a:lnTo>
                    <a:lnTo>
                      <a:pt x="1" y="4"/>
                    </a:lnTo>
                    <a:lnTo>
                      <a:pt x="1" y="4"/>
                    </a:lnTo>
                    <a:lnTo>
                      <a:pt x="2" y="4"/>
                    </a:lnTo>
                    <a:lnTo>
                      <a:pt x="3" y="3"/>
                    </a:lnTo>
                    <a:lnTo>
                      <a:pt x="4" y="2"/>
                    </a:lnTo>
                    <a:lnTo>
                      <a:pt x="11" y="0"/>
                    </a:lnTo>
                  </a:path>
                </a:pathLst>
              </a:custGeom>
              <a:noFill/>
              <a:ln w="4763">
                <a:solidFill>
                  <a:srgbClr val="C0C0C0"/>
                </a:solidFill>
                <a:prstDash val="solid"/>
                <a:round/>
              </a:ln>
            </p:spPr>
          </p:sp>
          <p:sp>
            <p:nvSpPr>
              <p:cNvPr id="94309" name=""/>
              <p:cNvSpPr/>
              <p:nvPr/>
            </p:nvSpPr>
            <p:spPr>
              <a:xfrm>
                <a:off x="2139" y="1937"/>
                <a:ext cx="3" cy="3"/>
              </a:xfrm>
              <a:custGeom>
                <a:pathLst>
                  <a:path w="7" h="7">
                    <a:moveTo>
                      <a:pt x="3" y="0"/>
                    </a:moveTo>
                    <a:lnTo>
                      <a:pt x="6" y="0"/>
                    </a:lnTo>
                    <a:lnTo>
                      <a:pt x="7" y="0"/>
                    </a:lnTo>
                    <a:lnTo>
                      <a:pt x="7" y="3"/>
                    </a:lnTo>
                    <a:lnTo>
                      <a:pt x="5" y="6"/>
                    </a:lnTo>
                    <a:lnTo>
                      <a:pt x="5" y="7"/>
                    </a:lnTo>
                    <a:lnTo>
                      <a:pt x="3" y="7"/>
                    </a:lnTo>
                    <a:lnTo>
                      <a:pt x="0" y="7"/>
                    </a:lnTo>
                    <a:lnTo>
                      <a:pt x="0" y="6"/>
                    </a:lnTo>
                    <a:lnTo>
                      <a:pt x="2" y="3"/>
                    </a:lnTo>
                    <a:lnTo>
                      <a:pt x="2" y="0"/>
                    </a:lnTo>
                    <a:lnTo>
                      <a:pt x="3" y="0"/>
                    </a:lnTo>
                    <a:lnTo>
                      <a:pt x="3" y="6"/>
                    </a:lnTo>
                    <a:lnTo>
                      <a:pt x="2" y="6"/>
                    </a:lnTo>
                    <a:lnTo>
                      <a:pt x="3" y="3"/>
                    </a:lnTo>
                    <a:lnTo>
                      <a:pt x="5" y="3"/>
                    </a:lnTo>
                    <a:lnTo>
                      <a:pt x="3" y="6"/>
                    </a:lnTo>
                    <a:lnTo>
                      <a:pt x="3" y="0"/>
                    </a:lnTo>
                    <a:close/>
                  </a:path>
                </a:pathLst>
              </a:custGeom>
              <a:solidFill>
                <a:srgbClr val="C0C080"/>
              </a:solidFill>
              <a:ln>
                <a:noFill/>
                <a:round/>
              </a:ln>
            </p:spPr>
          </p:sp>
          <p:sp>
            <p:nvSpPr>
              <p:cNvPr id="94310" name=""/>
              <p:cNvSpPr/>
              <p:nvPr/>
            </p:nvSpPr>
            <p:spPr>
              <a:xfrm>
                <a:off x="2121" y="1939"/>
                <a:ext cx="21" cy="2"/>
              </a:xfrm>
              <a:custGeom>
                <a:pathLst>
                  <a:path w="63" h="5">
                    <a:moveTo>
                      <a:pt x="0" y="0"/>
                    </a:moveTo>
                    <a:lnTo>
                      <a:pt x="63" y="0"/>
                    </a:lnTo>
                    <a:lnTo>
                      <a:pt x="62" y="5"/>
                    </a:lnTo>
                    <a:lnTo>
                      <a:pt x="0" y="5"/>
                    </a:lnTo>
                    <a:lnTo>
                      <a:pt x="0" y="0"/>
                    </a:lnTo>
                    <a:close/>
                  </a:path>
                </a:pathLst>
              </a:custGeom>
              <a:solidFill>
                <a:srgbClr val="FF6000"/>
              </a:solidFill>
              <a:ln>
                <a:noFill/>
                <a:round/>
              </a:ln>
            </p:spPr>
          </p:sp>
          <p:sp>
            <p:nvSpPr>
              <p:cNvPr id="94311" name=""/>
              <p:cNvSpPr/>
              <p:nvPr/>
            </p:nvSpPr>
            <p:spPr>
              <a:xfrm>
                <a:off x="2137" y="1937"/>
                <a:ext cx="3" cy="3"/>
              </a:xfrm>
              <a:custGeom>
                <a:pathLst>
                  <a:path w="10" h="7">
                    <a:moveTo>
                      <a:pt x="0" y="7"/>
                    </a:moveTo>
                    <a:lnTo>
                      <a:pt x="6" y="0"/>
                    </a:lnTo>
                    <a:lnTo>
                      <a:pt x="10" y="0"/>
                    </a:lnTo>
                    <a:lnTo>
                      <a:pt x="8" y="7"/>
                    </a:lnTo>
                    <a:lnTo>
                      <a:pt x="6" y="7"/>
                    </a:lnTo>
                    <a:lnTo>
                      <a:pt x="6" y="6"/>
                    </a:lnTo>
                    <a:lnTo>
                      <a:pt x="5" y="6"/>
                    </a:lnTo>
                    <a:lnTo>
                      <a:pt x="6" y="4"/>
                    </a:lnTo>
                    <a:lnTo>
                      <a:pt x="6" y="3"/>
                    </a:lnTo>
                    <a:lnTo>
                      <a:pt x="4" y="7"/>
                    </a:lnTo>
                    <a:lnTo>
                      <a:pt x="0" y="7"/>
                    </a:lnTo>
                    <a:close/>
                  </a:path>
                </a:pathLst>
              </a:custGeom>
              <a:solidFill>
                <a:srgbClr val="C0C080"/>
              </a:solidFill>
              <a:ln>
                <a:noFill/>
                <a:round/>
              </a:ln>
            </p:spPr>
          </p:sp>
          <p:sp>
            <p:nvSpPr>
              <p:cNvPr id="94312" name=""/>
              <p:cNvSpPr/>
              <p:nvPr/>
            </p:nvSpPr>
            <p:spPr>
              <a:xfrm>
                <a:off x="2136" y="1937"/>
                <a:ext cx="3" cy="3"/>
              </a:xfrm>
              <a:custGeom>
                <a:pathLst>
                  <a:path w="8" h="7">
                    <a:moveTo>
                      <a:pt x="0" y="7"/>
                    </a:moveTo>
                    <a:lnTo>
                      <a:pt x="4" y="3"/>
                    </a:lnTo>
                    <a:lnTo>
                      <a:pt x="5" y="0"/>
                    </a:lnTo>
                    <a:lnTo>
                      <a:pt x="8" y="0"/>
                    </a:lnTo>
                    <a:lnTo>
                      <a:pt x="8" y="3"/>
                    </a:lnTo>
                    <a:lnTo>
                      <a:pt x="8" y="4"/>
                    </a:lnTo>
                    <a:lnTo>
                      <a:pt x="7" y="4"/>
                    </a:lnTo>
                    <a:lnTo>
                      <a:pt x="7" y="6"/>
                    </a:lnTo>
                    <a:lnTo>
                      <a:pt x="5" y="6"/>
                    </a:lnTo>
                    <a:lnTo>
                      <a:pt x="4" y="6"/>
                    </a:lnTo>
                    <a:lnTo>
                      <a:pt x="5" y="4"/>
                    </a:lnTo>
                    <a:lnTo>
                      <a:pt x="7" y="3"/>
                    </a:lnTo>
                    <a:lnTo>
                      <a:pt x="5" y="3"/>
                    </a:lnTo>
                    <a:lnTo>
                      <a:pt x="1" y="7"/>
                    </a:lnTo>
                    <a:lnTo>
                      <a:pt x="0" y="7"/>
                    </a:lnTo>
                    <a:close/>
                  </a:path>
                </a:pathLst>
              </a:custGeom>
              <a:solidFill>
                <a:srgbClr val="C0C080"/>
              </a:solidFill>
              <a:ln>
                <a:noFill/>
                <a:round/>
              </a:ln>
            </p:spPr>
          </p:sp>
          <p:sp>
            <p:nvSpPr>
              <p:cNvPr id="94313" name=""/>
              <p:cNvSpPr/>
              <p:nvPr/>
            </p:nvSpPr>
            <p:spPr>
              <a:xfrm>
                <a:off x="2134" y="1937"/>
                <a:ext cx="3" cy="3"/>
              </a:xfrm>
              <a:custGeom>
                <a:pathLst>
                  <a:path w="10" h="7">
                    <a:moveTo>
                      <a:pt x="0" y="7"/>
                    </a:moveTo>
                    <a:lnTo>
                      <a:pt x="3" y="3"/>
                    </a:lnTo>
                    <a:lnTo>
                      <a:pt x="4" y="0"/>
                    </a:lnTo>
                    <a:lnTo>
                      <a:pt x="8" y="0"/>
                    </a:lnTo>
                    <a:lnTo>
                      <a:pt x="10" y="0"/>
                    </a:lnTo>
                    <a:lnTo>
                      <a:pt x="10" y="3"/>
                    </a:lnTo>
                    <a:lnTo>
                      <a:pt x="7" y="7"/>
                    </a:lnTo>
                    <a:lnTo>
                      <a:pt x="6" y="7"/>
                    </a:lnTo>
                    <a:lnTo>
                      <a:pt x="8" y="3"/>
                    </a:lnTo>
                    <a:lnTo>
                      <a:pt x="7" y="3"/>
                    </a:lnTo>
                    <a:lnTo>
                      <a:pt x="4" y="7"/>
                    </a:lnTo>
                    <a:lnTo>
                      <a:pt x="3" y="7"/>
                    </a:lnTo>
                    <a:lnTo>
                      <a:pt x="6" y="3"/>
                    </a:lnTo>
                    <a:lnTo>
                      <a:pt x="4" y="3"/>
                    </a:lnTo>
                    <a:lnTo>
                      <a:pt x="2" y="7"/>
                    </a:lnTo>
                    <a:lnTo>
                      <a:pt x="0" y="7"/>
                    </a:lnTo>
                    <a:close/>
                  </a:path>
                </a:pathLst>
              </a:custGeom>
              <a:solidFill>
                <a:srgbClr val="C0C080"/>
              </a:solidFill>
              <a:ln>
                <a:noFill/>
                <a:round/>
              </a:ln>
            </p:spPr>
          </p:sp>
          <p:sp>
            <p:nvSpPr>
              <p:cNvPr id="94314" name=""/>
              <p:cNvSpPr/>
              <p:nvPr/>
            </p:nvSpPr>
            <p:spPr>
              <a:xfrm>
                <a:off x="2133" y="1937"/>
                <a:ext cx="2" cy="3"/>
              </a:xfrm>
              <a:custGeom>
                <a:pathLst>
                  <a:path w="7" h="7">
                    <a:moveTo>
                      <a:pt x="2" y="0"/>
                    </a:moveTo>
                    <a:lnTo>
                      <a:pt x="6" y="0"/>
                    </a:lnTo>
                    <a:lnTo>
                      <a:pt x="7" y="0"/>
                    </a:lnTo>
                    <a:lnTo>
                      <a:pt x="7" y="3"/>
                    </a:lnTo>
                    <a:lnTo>
                      <a:pt x="6" y="6"/>
                    </a:lnTo>
                    <a:lnTo>
                      <a:pt x="5" y="7"/>
                    </a:lnTo>
                    <a:lnTo>
                      <a:pt x="2" y="7"/>
                    </a:lnTo>
                    <a:lnTo>
                      <a:pt x="1" y="7"/>
                    </a:lnTo>
                    <a:lnTo>
                      <a:pt x="0" y="7"/>
                    </a:lnTo>
                    <a:lnTo>
                      <a:pt x="0" y="6"/>
                    </a:lnTo>
                    <a:lnTo>
                      <a:pt x="1" y="3"/>
                    </a:lnTo>
                    <a:lnTo>
                      <a:pt x="2" y="0"/>
                    </a:lnTo>
                    <a:lnTo>
                      <a:pt x="2" y="6"/>
                    </a:lnTo>
                    <a:lnTo>
                      <a:pt x="1" y="6"/>
                    </a:lnTo>
                    <a:lnTo>
                      <a:pt x="2" y="3"/>
                    </a:lnTo>
                    <a:lnTo>
                      <a:pt x="6" y="3"/>
                    </a:lnTo>
                    <a:lnTo>
                      <a:pt x="2" y="6"/>
                    </a:lnTo>
                    <a:lnTo>
                      <a:pt x="2" y="0"/>
                    </a:lnTo>
                    <a:close/>
                  </a:path>
                </a:pathLst>
              </a:custGeom>
              <a:solidFill>
                <a:srgbClr val="C0C080"/>
              </a:solidFill>
              <a:ln>
                <a:noFill/>
                <a:round/>
              </a:ln>
            </p:spPr>
          </p:sp>
          <p:sp>
            <p:nvSpPr>
              <p:cNvPr id="94315" name=""/>
              <p:cNvSpPr/>
              <p:nvPr/>
            </p:nvSpPr>
            <p:spPr>
              <a:xfrm>
                <a:off x="2131" y="1937"/>
                <a:ext cx="3" cy="3"/>
              </a:xfrm>
              <a:custGeom>
                <a:pathLst>
                  <a:path w="8" h="7">
                    <a:moveTo>
                      <a:pt x="8" y="0"/>
                    </a:moveTo>
                    <a:lnTo>
                      <a:pt x="5" y="0"/>
                    </a:lnTo>
                    <a:lnTo>
                      <a:pt x="4" y="0"/>
                    </a:lnTo>
                    <a:lnTo>
                      <a:pt x="4" y="3"/>
                    </a:lnTo>
                    <a:lnTo>
                      <a:pt x="0" y="6"/>
                    </a:lnTo>
                    <a:lnTo>
                      <a:pt x="0" y="7"/>
                    </a:lnTo>
                    <a:lnTo>
                      <a:pt x="1" y="7"/>
                    </a:lnTo>
                    <a:lnTo>
                      <a:pt x="5" y="7"/>
                    </a:lnTo>
                    <a:lnTo>
                      <a:pt x="5" y="6"/>
                    </a:lnTo>
                    <a:lnTo>
                      <a:pt x="4" y="6"/>
                    </a:lnTo>
                    <a:lnTo>
                      <a:pt x="5" y="3"/>
                    </a:lnTo>
                    <a:lnTo>
                      <a:pt x="8" y="3"/>
                    </a:lnTo>
                    <a:lnTo>
                      <a:pt x="8" y="0"/>
                    </a:lnTo>
                    <a:close/>
                  </a:path>
                </a:pathLst>
              </a:custGeom>
              <a:solidFill>
                <a:srgbClr val="C0C080"/>
              </a:solidFill>
              <a:ln>
                <a:noFill/>
                <a:round/>
              </a:ln>
            </p:spPr>
          </p:sp>
          <p:sp>
            <p:nvSpPr>
              <p:cNvPr id="94316" name=""/>
              <p:cNvSpPr/>
              <p:nvPr/>
            </p:nvSpPr>
            <p:spPr>
              <a:xfrm>
                <a:off x="2152" y="1934"/>
                <a:ext cx="4" cy="11"/>
              </a:xfrm>
              <a:custGeom>
                <a:pathLst>
                  <a:path w="10" h="23">
                    <a:moveTo>
                      <a:pt x="10" y="0"/>
                    </a:moveTo>
                    <a:lnTo>
                      <a:pt x="2" y="0"/>
                    </a:lnTo>
                    <a:lnTo>
                      <a:pt x="0" y="4"/>
                    </a:lnTo>
                    <a:lnTo>
                      <a:pt x="0" y="19"/>
                    </a:lnTo>
                    <a:lnTo>
                      <a:pt x="4" y="21"/>
                    </a:lnTo>
                    <a:lnTo>
                      <a:pt x="10" y="23"/>
                    </a:lnTo>
                    <a:lnTo>
                      <a:pt x="8" y="20"/>
                    </a:lnTo>
                    <a:lnTo>
                      <a:pt x="6" y="18"/>
                    </a:lnTo>
                    <a:lnTo>
                      <a:pt x="6" y="5"/>
                    </a:lnTo>
                    <a:lnTo>
                      <a:pt x="6" y="3"/>
                    </a:lnTo>
                    <a:lnTo>
                      <a:pt x="8" y="2"/>
                    </a:lnTo>
                    <a:lnTo>
                      <a:pt x="10" y="0"/>
                    </a:lnTo>
                    <a:close/>
                  </a:path>
                </a:pathLst>
              </a:custGeom>
              <a:solidFill>
                <a:srgbClr val="A0A070"/>
              </a:solidFill>
              <a:ln>
                <a:noFill/>
                <a:round/>
              </a:ln>
            </p:spPr>
          </p:sp>
          <p:sp>
            <p:nvSpPr>
              <p:cNvPr id="94317" name=""/>
              <p:cNvSpPr/>
              <p:nvPr/>
            </p:nvSpPr>
            <p:spPr>
              <a:xfrm>
                <a:off x="2154" y="1933"/>
                <a:ext cx="8" cy="12"/>
              </a:xfrm>
              <a:custGeom>
                <a:pathLst>
                  <a:path w="26" h="24">
                    <a:moveTo>
                      <a:pt x="4" y="24"/>
                    </a:moveTo>
                    <a:lnTo>
                      <a:pt x="22" y="24"/>
                    </a:lnTo>
                    <a:lnTo>
                      <a:pt x="23" y="24"/>
                    </a:lnTo>
                    <a:lnTo>
                      <a:pt x="24" y="22"/>
                    </a:lnTo>
                    <a:lnTo>
                      <a:pt x="25" y="21"/>
                    </a:lnTo>
                    <a:lnTo>
                      <a:pt x="25" y="20"/>
                    </a:lnTo>
                    <a:lnTo>
                      <a:pt x="26" y="20"/>
                    </a:lnTo>
                    <a:lnTo>
                      <a:pt x="26" y="18"/>
                    </a:lnTo>
                    <a:lnTo>
                      <a:pt x="26" y="17"/>
                    </a:lnTo>
                    <a:lnTo>
                      <a:pt x="26" y="7"/>
                    </a:lnTo>
                    <a:lnTo>
                      <a:pt x="26" y="6"/>
                    </a:lnTo>
                    <a:lnTo>
                      <a:pt x="25" y="4"/>
                    </a:lnTo>
                    <a:lnTo>
                      <a:pt x="25" y="3"/>
                    </a:lnTo>
                    <a:lnTo>
                      <a:pt x="24" y="1"/>
                    </a:lnTo>
                    <a:lnTo>
                      <a:pt x="22" y="0"/>
                    </a:lnTo>
                    <a:lnTo>
                      <a:pt x="4" y="0"/>
                    </a:lnTo>
                    <a:lnTo>
                      <a:pt x="2" y="1"/>
                    </a:lnTo>
                    <a:lnTo>
                      <a:pt x="1" y="3"/>
                    </a:lnTo>
                    <a:lnTo>
                      <a:pt x="1" y="4"/>
                    </a:lnTo>
                    <a:lnTo>
                      <a:pt x="0" y="6"/>
                    </a:lnTo>
                    <a:lnTo>
                      <a:pt x="0" y="7"/>
                    </a:lnTo>
                    <a:lnTo>
                      <a:pt x="0" y="17"/>
                    </a:lnTo>
                    <a:lnTo>
                      <a:pt x="0" y="18"/>
                    </a:lnTo>
                    <a:lnTo>
                      <a:pt x="0" y="20"/>
                    </a:lnTo>
                    <a:lnTo>
                      <a:pt x="1" y="20"/>
                    </a:lnTo>
                    <a:lnTo>
                      <a:pt x="1" y="21"/>
                    </a:lnTo>
                    <a:lnTo>
                      <a:pt x="2" y="22"/>
                    </a:lnTo>
                    <a:lnTo>
                      <a:pt x="4" y="24"/>
                    </a:lnTo>
                    <a:close/>
                  </a:path>
                </a:pathLst>
              </a:custGeom>
              <a:solidFill>
                <a:srgbClr val="505020"/>
              </a:solidFill>
              <a:ln>
                <a:noFill/>
                <a:round/>
              </a:ln>
            </p:spPr>
          </p:sp>
          <p:sp>
            <p:nvSpPr>
              <p:cNvPr id="94318" name=""/>
              <p:cNvSpPr/>
              <p:nvPr/>
            </p:nvSpPr>
            <p:spPr>
              <a:xfrm>
                <a:off x="2154" y="1934"/>
                <a:ext cx="8" cy="11"/>
              </a:xfrm>
              <a:custGeom>
                <a:pathLst>
                  <a:path w="26" h="23">
                    <a:moveTo>
                      <a:pt x="2" y="0"/>
                    </a:moveTo>
                    <a:lnTo>
                      <a:pt x="0" y="3"/>
                    </a:lnTo>
                    <a:lnTo>
                      <a:pt x="0" y="20"/>
                    </a:lnTo>
                    <a:lnTo>
                      <a:pt x="1" y="23"/>
                    </a:lnTo>
                    <a:lnTo>
                      <a:pt x="25" y="23"/>
                    </a:lnTo>
                    <a:lnTo>
                      <a:pt x="26" y="20"/>
                    </a:lnTo>
                    <a:lnTo>
                      <a:pt x="26" y="3"/>
                    </a:lnTo>
                    <a:lnTo>
                      <a:pt x="25" y="0"/>
                    </a:lnTo>
                    <a:lnTo>
                      <a:pt x="2" y="0"/>
                    </a:lnTo>
                    <a:close/>
                  </a:path>
                </a:pathLst>
              </a:custGeom>
              <a:solidFill>
                <a:srgbClr val="706040"/>
              </a:solidFill>
              <a:ln>
                <a:noFill/>
                <a:round/>
              </a:ln>
            </p:spPr>
          </p:sp>
          <p:sp>
            <p:nvSpPr>
              <p:cNvPr id="94319" name=""/>
              <p:cNvSpPr/>
              <p:nvPr/>
            </p:nvSpPr>
            <p:spPr>
              <a:xfrm>
                <a:off x="2154" y="1934"/>
                <a:ext cx="8" cy="11"/>
              </a:xfrm>
              <a:custGeom>
                <a:pathLst>
                  <a:path w="25" h="23">
                    <a:moveTo>
                      <a:pt x="2" y="0"/>
                    </a:moveTo>
                    <a:lnTo>
                      <a:pt x="0" y="2"/>
                    </a:lnTo>
                    <a:lnTo>
                      <a:pt x="0" y="20"/>
                    </a:lnTo>
                    <a:lnTo>
                      <a:pt x="1" y="23"/>
                    </a:lnTo>
                    <a:lnTo>
                      <a:pt x="24" y="23"/>
                    </a:lnTo>
                    <a:lnTo>
                      <a:pt x="25" y="20"/>
                    </a:lnTo>
                    <a:lnTo>
                      <a:pt x="25" y="3"/>
                    </a:lnTo>
                    <a:lnTo>
                      <a:pt x="24" y="0"/>
                    </a:lnTo>
                    <a:lnTo>
                      <a:pt x="2" y="0"/>
                    </a:lnTo>
                    <a:close/>
                  </a:path>
                </a:pathLst>
              </a:custGeom>
              <a:solidFill>
                <a:srgbClr val="808060"/>
              </a:solidFill>
              <a:ln>
                <a:noFill/>
                <a:round/>
              </a:ln>
            </p:spPr>
          </p:sp>
          <p:sp>
            <p:nvSpPr>
              <p:cNvPr id="94320" name=""/>
              <p:cNvSpPr/>
              <p:nvPr/>
            </p:nvSpPr>
            <p:spPr>
              <a:xfrm>
                <a:off x="2156" y="1935"/>
                <a:ext cx="6" cy="7"/>
              </a:xfrm>
              <a:custGeom>
                <a:pathLst>
                  <a:path w="18" h="15">
                    <a:moveTo>
                      <a:pt x="1" y="0"/>
                    </a:moveTo>
                    <a:lnTo>
                      <a:pt x="0" y="1"/>
                    </a:lnTo>
                    <a:lnTo>
                      <a:pt x="0" y="14"/>
                    </a:lnTo>
                    <a:lnTo>
                      <a:pt x="1" y="15"/>
                    </a:lnTo>
                    <a:lnTo>
                      <a:pt x="17" y="15"/>
                    </a:lnTo>
                    <a:lnTo>
                      <a:pt x="18" y="14"/>
                    </a:lnTo>
                    <a:lnTo>
                      <a:pt x="18" y="2"/>
                    </a:lnTo>
                    <a:lnTo>
                      <a:pt x="17" y="0"/>
                    </a:lnTo>
                    <a:lnTo>
                      <a:pt x="1" y="0"/>
                    </a:lnTo>
                    <a:close/>
                  </a:path>
                </a:pathLst>
              </a:custGeom>
              <a:solidFill>
                <a:srgbClr val="C0C080"/>
              </a:solidFill>
              <a:ln>
                <a:noFill/>
                <a:round/>
              </a:ln>
            </p:spPr>
          </p:sp>
          <p:sp>
            <p:nvSpPr>
              <p:cNvPr id="94321" name=""/>
              <p:cNvSpPr/>
              <p:nvPr/>
            </p:nvSpPr>
            <p:spPr>
              <a:xfrm>
                <a:off x="2156" y="1937"/>
                <a:ext cx="1" cy="2"/>
              </a:xfrm>
              <a:custGeom>
                <a:pathLst>
                  <a:path w="3" h="5">
                    <a:moveTo>
                      <a:pt x="2" y="0"/>
                    </a:moveTo>
                    <a:lnTo>
                      <a:pt x="2" y="1"/>
                    </a:lnTo>
                    <a:lnTo>
                      <a:pt x="2" y="1"/>
                    </a:lnTo>
                    <a:lnTo>
                      <a:pt x="3" y="3"/>
                    </a:lnTo>
                    <a:lnTo>
                      <a:pt x="3" y="3"/>
                    </a:lnTo>
                    <a:lnTo>
                      <a:pt x="2" y="4"/>
                    </a:lnTo>
                    <a:lnTo>
                      <a:pt x="2" y="5"/>
                    </a:lnTo>
                    <a:lnTo>
                      <a:pt x="1" y="5"/>
                    </a:lnTo>
                    <a:lnTo>
                      <a:pt x="0" y="4"/>
                    </a:lnTo>
                    <a:lnTo>
                      <a:pt x="0" y="3"/>
                    </a:lnTo>
                    <a:lnTo>
                      <a:pt x="0" y="3"/>
                    </a:lnTo>
                    <a:lnTo>
                      <a:pt x="0" y="1"/>
                    </a:lnTo>
                    <a:lnTo>
                      <a:pt x="1" y="1"/>
                    </a:lnTo>
                    <a:lnTo>
                      <a:pt x="2" y="0"/>
                    </a:lnTo>
                  </a:path>
                </a:pathLst>
              </a:custGeom>
              <a:noFill/>
              <a:ln w="4763">
                <a:solidFill>
                  <a:srgbClr val="000000"/>
                </a:solidFill>
                <a:prstDash val="solid"/>
                <a:round/>
              </a:ln>
            </p:spPr>
          </p:sp>
          <p:cxnSp>
            <p:nvCxnSpPr>
              <p:cNvPr id="94322" name=""/>
              <p:cNvCxnSpPr/>
              <p:nvPr/>
            </p:nvCxnSpPr>
            <p:spPr>
              <a:xfrm>
                <a:off x="2159" y="1937"/>
                <a:ext cx="1" cy="4"/>
              </a:xfrm>
              <a:prstGeom prst="line">
                <a:avLst/>
              </a:prstGeom>
              <a:noFill/>
              <a:ln w="4763">
                <a:solidFill>
                  <a:prstClr val="black"/>
                </a:solidFill>
                <a:miter lim="800000"/>
              </a:ln>
            </p:spPr>
          </p:cxnSp>
          <p:sp>
            <p:nvSpPr>
              <p:cNvPr id="94323" name=""/>
              <p:cNvSpPr/>
              <p:nvPr/>
            </p:nvSpPr>
            <p:spPr>
              <a:xfrm>
                <a:off x="2140" y="1933"/>
                <a:ext cx="22" cy="2"/>
              </a:xfrm>
              <a:prstGeom prst="rect">
                <a:avLst/>
              </a:prstGeom>
              <a:solidFill>
                <a:srgbClr val="808060"/>
              </a:solidFill>
              <a:ln>
                <a:noFill/>
                <a:miter lim="800000"/>
              </a:ln>
            </p:spPr>
          </p:sp>
          <p:sp>
            <p:nvSpPr>
              <p:cNvPr id="94324" name=""/>
              <p:cNvSpPr/>
              <p:nvPr/>
            </p:nvSpPr>
            <p:spPr>
              <a:xfrm>
                <a:off x="2140" y="1941"/>
                <a:ext cx="4" cy="4"/>
              </a:xfrm>
              <a:custGeom>
                <a:pathLst>
                  <a:path w="10" h="10">
                    <a:moveTo>
                      <a:pt x="0" y="6"/>
                    </a:moveTo>
                    <a:lnTo>
                      <a:pt x="0" y="10"/>
                    </a:lnTo>
                    <a:lnTo>
                      <a:pt x="3" y="10"/>
                    </a:lnTo>
                    <a:lnTo>
                      <a:pt x="5" y="7"/>
                    </a:lnTo>
                    <a:lnTo>
                      <a:pt x="7" y="4"/>
                    </a:lnTo>
                    <a:lnTo>
                      <a:pt x="9" y="3"/>
                    </a:lnTo>
                    <a:lnTo>
                      <a:pt x="10" y="0"/>
                    </a:lnTo>
                    <a:lnTo>
                      <a:pt x="9" y="0"/>
                    </a:lnTo>
                    <a:lnTo>
                      <a:pt x="4" y="4"/>
                    </a:lnTo>
                    <a:lnTo>
                      <a:pt x="3" y="6"/>
                    </a:lnTo>
                    <a:lnTo>
                      <a:pt x="0" y="6"/>
                    </a:lnTo>
                    <a:close/>
                  </a:path>
                </a:pathLst>
              </a:custGeom>
              <a:solidFill>
                <a:srgbClr val="808060"/>
              </a:solidFill>
              <a:ln>
                <a:noFill/>
                <a:round/>
              </a:ln>
            </p:spPr>
          </p:sp>
          <p:sp>
            <p:nvSpPr>
              <p:cNvPr id="94325" name=""/>
              <p:cNvSpPr/>
              <p:nvPr/>
            </p:nvSpPr>
            <p:spPr>
              <a:xfrm>
                <a:off x="2161" y="1933"/>
                <a:ext cx="4" cy="12"/>
              </a:xfrm>
              <a:custGeom>
                <a:pathLst>
                  <a:path w="12" h="24">
                    <a:moveTo>
                      <a:pt x="7" y="24"/>
                    </a:moveTo>
                    <a:lnTo>
                      <a:pt x="8" y="22"/>
                    </a:lnTo>
                    <a:lnTo>
                      <a:pt x="9" y="21"/>
                    </a:lnTo>
                    <a:lnTo>
                      <a:pt x="11" y="19"/>
                    </a:lnTo>
                    <a:lnTo>
                      <a:pt x="12" y="17"/>
                    </a:lnTo>
                    <a:lnTo>
                      <a:pt x="12" y="13"/>
                    </a:lnTo>
                    <a:lnTo>
                      <a:pt x="12" y="8"/>
                    </a:lnTo>
                    <a:lnTo>
                      <a:pt x="11" y="7"/>
                    </a:lnTo>
                    <a:lnTo>
                      <a:pt x="9" y="5"/>
                    </a:lnTo>
                    <a:lnTo>
                      <a:pt x="8" y="4"/>
                    </a:lnTo>
                    <a:lnTo>
                      <a:pt x="4" y="1"/>
                    </a:lnTo>
                    <a:lnTo>
                      <a:pt x="3" y="1"/>
                    </a:lnTo>
                    <a:lnTo>
                      <a:pt x="0" y="0"/>
                    </a:lnTo>
                    <a:lnTo>
                      <a:pt x="0" y="3"/>
                    </a:lnTo>
                    <a:lnTo>
                      <a:pt x="3" y="4"/>
                    </a:lnTo>
                    <a:lnTo>
                      <a:pt x="4" y="5"/>
                    </a:lnTo>
                    <a:lnTo>
                      <a:pt x="8" y="7"/>
                    </a:lnTo>
                    <a:lnTo>
                      <a:pt x="9" y="8"/>
                    </a:lnTo>
                    <a:lnTo>
                      <a:pt x="9" y="11"/>
                    </a:lnTo>
                    <a:lnTo>
                      <a:pt x="9" y="13"/>
                    </a:lnTo>
                    <a:lnTo>
                      <a:pt x="9" y="15"/>
                    </a:lnTo>
                    <a:lnTo>
                      <a:pt x="9" y="18"/>
                    </a:lnTo>
                    <a:lnTo>
                      <a:pt x="9" y="19"/>
                    </a:lnTo>
                    <a:lnTo>
                      <a:pt x="8" y="21"/>
                    </a:lnTo>
                    <a:lnTo>
                      <a:pt x="7" y="24"/>
                    </a:lnTo>
                    <a:close/>
                  </a:path>
                </a:pathLst>
              </a:custGeom>
              <a:solidFill>
                <a:srgbClr val="808060"/>
              </a:solidFill>
              <a:ln>
                <a:noFill/>
                <a:round/>
              </a:ln>
            </p:spPr>
          </p:sp>
          <p:sp>
            <p:nvSpPr>
              <p:cNvPr id="94326" name=""/>
              <p:cNvSpPr/>
              <p:nvPr/>
            </p:nvSpPr>
            <p:spPr>
              <a:xfrm>
                <a:off x="2144" y="1933"/>
                <a:ext cx="9" cy="12"/>
              </a:xfrm>
              <a:custGeom>
                <a:pathLst>
                  <a:path w="28" h="24">
                    <a:moveTo>
                      <a:pt x="14" y="0"/>
                    </a:moveTo>
                    <a:lnTo>
                      <a:pt x="21" y="0"/>
                    </a:lnTo>
                    <a:lnTo>
                      <a:pt x="23" y="1"/>
                    </a:lnTo>
                    <a:lnTo>
                      <a:pt x="25" y="3"/>
                    </a:lnTo>
                    <a:lnTo>
                      <a:pt x="27" y="5"/>
                    </a:lnTo>
                    <a:lnTo>
                      <a:pt x="27" y="7"/>
                    </a:lnTo>
                    <a:lnTo>
                      <a:pt x="28" y="10"/>
                    </a:lnTo>
                    <a:lnTo>
                      <a:pt x="28" y="11"/>
                    </a:lnTo>
                    <a:lnTo>
                      <a:pt x="28" y="14"/>
                    </a:lnTo>
                    <a:lnTo>
                      <a:pt x="28" y="17"/>
                    </a:lnTo>
                    <a:lnTo>
                      <a:pt x="27" y="18"/>
                    </a:lnTo>
                    <a:lnTo>
                      <a:pt x="27" y="20"/>
                    </a:lnTo>
                    <a:lnTo>
                      <a:pt x="24" y="22"/>
                    </a:lnTo>
                    <a:lnTo>
                      <a:pt x="23" y="24"/>
                    </a:lnTo>
                    <a:lnTo>
                      <a:pt x="22" y="24"/>
                    </a:lnTo>
                    <a:lnTo>
                      <a:pt x="21" y="24"/>
                    </a:lnTo>
                    <a:lnTo>
                      <a:pt x="0" y="24"/>
                    </a:lnTo>
                    <a:lnTo>
                      <a:pt x="14" y="0"/>
                    </a:lnTo>
                    <a:close/>
                  </a:path>
                </a:pathLst>
              </a:custGeom>
              <a:solidFill>
                <a:srgbClr val="C0C080"/>
              </a:solidFill>
              <a:ln>
                <a:noFill/>
                <a:round/>
              </a:ln>
            </p:spPr>
          </p:sp>
          <p:sp>
            <p:nvSpPr>
              <p:cNvPr id="94327" name=""/>
              <p:cNvSpPr/>
              <p:nvPr/>
            </p:nvSpPr>
            <p:spPr>
              <a:xfrm>
                <a:off x="2148" y="1933"/>
                <a:ext cx="3" cy="2"/>
              </a:xfrm>
              <a:custGeom>
                <a:pathLst>
                  <a:path w="9" h="5">
                    <a:moveTo>
                      <a:pt x="9" y="0"/>
                    </a:moveTo>
                    <a:lnTo>
                      <a:pt x="0" y="0"/>
                    </a:lnTo>
                    <a:lnTo>
                      <a:pt x="9" y="5"/>
                    </a:lnTo>
                    <a:lnTo>
                      <a:pt x="9" y="0"/>
                    </a:lnTo>
                    <a:close/>
                  </a:path>
                </a:pathLst>
              </a:custGeom>
              <a:solidFill>
                <a:srgbClr val="808050"/>
              </a:solidFill>
              <a:ln>
                <a:noFill/>
                <a:round/>
              </a:ln>
            </p:spPr>
          </p:sp>
          <p:sp>
            <p:nvSpPr>
              <p:cNvPr id="94328" name=""/>
              <p:cNvSpPr/>
              <p:nvPr/>
            </p:nvSpPr>
            <p:spPr>
              <a:xfrm>
                <a:off x="2150" y="1933"/>
                <a:ext cx="3" cy="7"/>
              </a:xfrm>
              <a:custGeom>
                <a:pathLst>
                  <a:path w="9" h="13">
                    <a:moveTo>
                      <a:pt x="9" y="13"/>
                    </a:moveTo>
                    <a:lnTo>
                      <a:pt x="9" y="12"/>
                    </a:lnTo>
                    <a:lnTo>
                      <a:pt x="9" y="7"/>
                    </a:lnTo>
                    <a:lnTo>
                      <a:pt x="8" y="6"/>
                    </a:lnTo>
                    <a:lnTo>
                      <a:pt x="8" y="5"/>
                    </a:lnTo>
                    <a:lnTo>
                      <a:pt x="5" y="3"/>
                    </a:lnTo>
                    <a:lnTo>
                      <a:pt x="3" y="1"/>
                    </a:lnTo>
                    <a:lnTo>
                      <a:pt x="3" y="0"/>
                    </a:lnTo>
                    <a:lnTo>
                      <a:pt x="1" y="0"/>
                    </a:lnTo>
                    <a:lnTo>
                      <a:pt x="0" y="0"/>
                    </a:lnTo>
                    <a:lnTo>
                      <a:pt x="0" y="1"/>
                    </a:lnTo>
                    <a:lnTo>
                      <a:pt x="1" y="1"/>
                    </a:lnTo>
                    <a:lnTo>
                      <a:pt x="3" y="1"/>
                    </a:lnTo>
                    <a:lnTo>
                      <a:pt x="3" y="3"/>
                    </a:lnTo>
                    <a:lnTo>
                      <a:pt x="4" y="5"/>
                    </a:lnTo>
                    <a:lnTo>
                      <a:pt x="5" y="5"/>
                    </a:lnTo>
                    <a:lnTo>
                      <a:pt x="5" y="6"/>
                    </a:lnTo>
                    <a:lnTo>
                      <a:pt x="8" y="7"/>
                    </a:lnTo>
                    <a:lnTo>
                      <a:pt x="8" y="8"/>
                    </a:lnTo>
                    <a:lnTo>
                      <a:pt x="8" y="12"/>
                    </a:lnTo>
                    <a:lnTo>
                      <a:pt x="8" y="13"/>
                    </a:lnTo>
                    <a:lnTo>
                      <a:pt x="9" y="13"/>
                    </a:lnTo>
                    <a:close/>
                  </a:path>
                </a:pathLst>
              </a:custGeom>
              <a:solidFill>
                <a:srgbClr val="808050"/>
              </a:solidFill>
              <a:ln>
                <a:noFill/>
                <a:round/>
              </a:ln>
            </p:spPr>
          </p:sp>
          <p:sp>
            <p:nvSpPr>
              <p:cNvPr id="94329" name=""/>
              <p:cNvSpPr/>
              <p:nvPr/>
            </p:nvSpPr>
            <p:spPr>
              <a:xfrm>
                <a:off x="2152" y="1937"/>
                <a:ext cx="1" cy="4"/>
              </a:xfrm>
              <a:prstGeom prst="rect">
                <a:avLst/>
              </a:prstGeom>
              <a:solidFill>
                <a:srgbClr val="808050"/>
              </a:solidFill>
              <a:ln>
                <a:noFill/>
                <a:miter lim="800000"/>
              </a:ln>
            </p:spPr>
          </p:sp>
          <p:sp>
            <p:nvSpPr>
              <p:cNvPr id="94330" name=""/>
              <p:cNvSpPr/>
              <p:nvPr/>
            </p:nvSpPr>
            <p:spPr>
              <a:xfrm>
                <a:off x="2150" y="1939"/>
                <a:ext cx="3" cy="6"/>
              </a:xfrm>
              <a:custGeom>
                <a:pathLst>
                  <a:path w="9" h="13">
                    <a:moveTo>
                      <a:pt x="0" y="13"/>
                    </a:moveTo>
                    <a:lnTo>
                      <a:pt x="1" y="13"/>
                    </a:lnTo>
                    <a:lnTo>
                      <a:pt x="3" y="13"/>
                    </a:lnTo>
                    <a:lnTo>
                      <a:pt x="3" y="12"/>
                    </a:lnTo>
                    <a:lnTo>
                      <a:pt x="4" y="12"/>
                    </a:lnTo>
                    <a:lnTo>
                      <a:pt x="5" y="10"/>
                    </a:lnTo>
                    <a:lnTo>
                      <a:pt x="8" y="8"/>
                    </a:lnTo>
                    <a:lnTo>
                      <a:pt x="8" y="7"/>
                    </a:lnTo>
                    <a:lnTo>
                      <a:pt x="9" y="6"/>
                    </a:lnTo>
                    <a:lnTo>
                      <a:pt x="9" y="1"/>
                    </a:lnTo>
                    <a:lnTo>
                      <a:pt x="9" y="0"/>
                    </a:lnTo>
                    <a:lnTo>
                      <a:pt x="8" y="0"/>
                    </a:lnTo>
                    <a:lnTo>
                      <a:pt x="8" y="1"/>
                    </a:lnTo>
                    <a:lnTo>
                      <a:pt x="8" y="5"/>
                    </a:lnTo>
                    <a:lnTo>
                      <a:pt x="8" y="6"/>
                    </a:lnTo>
                    <a:lnTo>
                      <a:pt x="5" y="7"/>
                    </a:lnTo>
                    <a:lnTo>
                      <a:pt x="5" y="8"/>
                    </a:lnTo>
                    <a:lnTo>
                      <a:pt x="4" y="8"/>
                    </a:lnTo>
                    <a:lnTo>
                      <a:pt x="4" y="10"/>
                    </a:lnTo>
                    <a:lnTo>
                      <a:pt x="3" y="10"/>
                    </a:lnTo>
                    <a:lnTo>
                      <a:pt x="3" y="12"/>
                    </a:lnTo>
                    <a:lnTo>
                      <a:pt x="1" y="12"/>
                    </a:lnTo>
                    <a:lnTo>
                      <a:pt x="0" y="12"/>
                    </a:lnTo>
                    <a:lnTo>
                      <a:pt x="0" y="13"/>
                    </a:lnTo>
                    <a:close/>
                  </a:path>
                </a:pathLst>
              </a:custGeom>
              <a:solidFill>
                <a:srgbClr val="808050"/>
              </a:solidFill>
              <a:ln>
                <a:noFill/>
                <a:round/>
              </a:ln>
            </p:spPr>
          </p:sp>
          <p:sp>
            <p:nvSpPr>
              <p:cNvPr id="94331" name=""/>
              <p:cNvSpPr/>
              <p:nvPr/>
            </p:nvSpPr>
            <p:spPr>
              <a:xfrm>
                <a:off x="2148" y="1942"/>
                <a:ext cx="3" cy="3"/>
              </a:xfrm>
              <a:prstGeom prst="rect">
                <a:avLst/>
              </a:prstGeom>
              <a:solidFill>
                <a:srgbClr val="808050"/>
              </a:solidFill>
              <a:ln>
                <a:noFill/>
                <a:miter lim="800000"/>
              </a:ln>
            </p:spPr>
          </p:sp>
          <p:sp>
            <p:nvSpPr>
              <p:cNvPr id="94332" name=""/>
              <p:cNvSpPr/>
              <p:nvPr/>
            </p:nvSpPr>
            <p:spPr>
              <a:xfrm>
                <a:off x="2144" y="1942"/>
                <a:ext cx="5" cy="3"/>
              </a:xfrm>
              <a:custGeom>
                <a:pathLst>
                  <a:path w="15" h="6">
                    <a:moveTo>
                      <a:pt x="0" y="0"/>
                    </a:moveTo>
                    <a:lnTo>
                      <a:pt x="0" y="6"/>
                    </a:lnTo>
                    <a:lnTo>
                      <a:pt x="15" y="6"/>
                    </a:lnTo>
                    <a:lnTo>
                      <a:pt x="15" y="0"/>
                    </a:lnTo>
                    <a:lnTo>
                      <a:pt x="0" y="0"/>
                    </a:lnTo>
                    <a:lnTo>
                      <a:pt x="1" y="0"/>
                    </a:lnTo>
                    <a:lnTo>
                      <a:pt x="0" y="0"/>
                    </a:lnTo>
                    <a:lnTo>
                      <a:pt x="0" y="6"/>
                    </a:lnTo>
                    <a:lnTo>
                      <a:pt x="0" y="0"/>
                    </a:lnTo>
                    <a:close/>
                  </a:path>
                </a:pathLst>
              </a:custGeom>
              <a:solidFill>
                <a:srgbClr val="808050"/>
              </a:solidFill>
              <a:ln>
                <a:noFill/>
                <a:round/>
              </a:ln>
            </p:spPr>
          </p:sp>
          <p:sp>
            <p:nvSpPr>
              <p:cNvPr id="94333" name=""/>
              <p:cNvSpPr/>
              <p:nvPr/>
            </p:nvSpPr>
            <p:spPr>
              <a:xfrm>
                <a:off x="2143" y="1933"/>
                <a:ext cx="2" cy="12"/>
              </a:xfrm>
              <a:custGeom>
                <a:pathLst>
                  <a:path w="6" h="24">
                    <a:moveTo>
                      <a:pt x="3" y="0"/>
                    </a:moveTo>
                    <a:lnTo>
                      <a:pt x="0" y="0"/>
                    </a:lnTo>
                    <a:lnTo>
                      <a:pt x="3" y="24"/>
                    </a:lnTo>
                    <a:lnTo>
                      <a:pt x="6" y="24"/>
                    </a:lnTo>
                    <a:lnTo>
                      <a:pt x="3" y="0"/>
                    </a:lnTo>
                    <a:lnTo>
                      <a:pt x="3" y="1"/>
                    </a:lnTo>
                    <a:lnTo>
                      <a:pt x="3" y="0"/>
                    </a:lnTo>
                    <a:lnTo>
                      <a:pt x="0" y="0"/>
                    </a:lnTo>
                    <a:lnTo>
                      <a:pt x="3" y="0"/>
                    </a:lnTo>
                    <a:close/>
                  </a:path>
                </a:pathLst>
              </a:custGeom>
              <a:solidFill>
                <a:srgbClr val="808050"/>
              </a:solidFill>
              <a:ln>
                <a:noFill/>
                <a:round/>
              </a:ln>
            </p:spPr>
          </p:sp>
          <p:sp>
            <p:nvSpPr>
              <p:cNvPr id="94334" name=""/>
              <p:cNvSpPr/>
              <p:nvPr/>
            </p:nvSpPr>
            <p:spPr>
              <a:xfrm>
                <a:off x="2144" y="1933"/>
                <a:ext cx="5" cy="2"/>
              </a:xfrm>
              <a:custGeom>
                <a:pathLst>
                  <a:path w="15" h="5">
                    <a:moveTo>
                      <a:pt x="15" y="0"/>
                    </a:moveTo>
                    <a:lnTo>
                      <a:pt x="0" y="0"/>
                    </a:lnTo>
                    <a:lnTo>
                      <a:pt x="15" y="5"/>
                    </a:lnTo>
                    <a:lnTo>
                      <a:pt x="15" y="0"/>
                    </a:lnTo>
                    <a:close/>
                  </a:path>
                </a:pathLst>
              </a:custGeom>
              <a:solidFill>
                <a:srgbClr val="808050"/>
              </a:solidFill>
              <a:ln>
                <a:noFill/>
                <a:round/>
              </a:ln>
            </p:spPr>
          </p:sp>
          <p:sp>
            <p:nvSpPr>
              <p:cNvPr id="94335" name=""/>
              <p:cNvSpPr/>
              <p:nvPr/>
            </p:nvSpPr>
            <p:spPr>
              <a:xfrm>
                <a:off x="2147" y="1935"/>
                <a:ext cx="5" cy="10"/>
              </a:xfrm>
              <a:custGeom>
                <a:pathLst>
                  <a:path w="14" h="20">
                    <a:moveTo>
                      <a:pt x="8" y="0"/>
                    </a:moveTo>
                    <a:lnTo>
                      <a:pt x="0" y="17"/>
                    </a:lnTo>
                    <a:lnTo>
                      <a:pt x="0" y="20"/>
                    </a:lnTo>
                    <a:lnTo>
                      <a:pt x="5" y="20"/>
                    </a:lnTo>
                    <a:lnTo>
                      <a:pt x="5" y="17"/>
                    </a:lnTo>
                    <a:lnTo>
                      <a:pt x="14" y="0"/>
                    </a:lnTo>
                    <a:lnTo>
                      <a:pt x="8" y="0"/>
                    </a:lnTo>
                    <a:close/>
                  </a:path>
                </a:pathLst>
              </a:custGeom>
              <a:solidFill>
                <a:srgbClr val="E0E0B0"/>
              </a:solidFill>
              <a:ln>
                <a:noFill/>
                <a:round/>
              </a:ln>
            </p:spPr>
          </p:sp>
          <p:sp>
            <p:nvSpPr>
              <p:cNvPr id="94336" name=""/>
              <p:cNvSpPr/>
              <p:nvPr/>
            </p:nvSpPr>
            <p:spPr>
              <a:xfrm>
                <a:off x="2149" y="1935"/>
                <a:ext cx="4" cy="10"/>
              </a:xfrm>
              <a:custGeom>
                <a:pathLst>
                  <a:path w="13" h="20">
                    <a:moveTo>
                      <a:pt x="8" y="0"/>
                    </a:moveTo>
                    <a:lnTo>
                      <a:pt x="0" y="18"/>
                    </a:lnTo>
                    <a:lnTo>
                      <a:pt x="1" y="20"/>
                    </a:lnTo>
                    <a:lnTo>
                      <a:pt x="7" y="20"/>
                    </a:lnTo>
                    <a:lnTo>
                      <a:pt x="7" y="18"/>
                    </a:lnTo>
                    <a:lnTo>
                      <a:pt x="13" y="7"/>
                    </a:lnTo>
                    <a:lnTo>
                      <a:pt x="13" y="6"/>
                    </a:lnTo>
                    <a:lnTo>
                      <a:pt x="11" y="3"/>
                    </a:lnTo>
                    <a:lnTo>
                      <a:pt x="11" y="2"/>
                    </a:lnTo>
                    <a:lnTo>
                      <a:pt x="8" y="0"/>
                    </a:lnTo>
                    <a:close/>
                  </a:path>
                </a:pathLst>
              </a:custGeom>
              <a:solidFill>
                <a:srgbClr val="E0E0B0"/>
              </a:solidFill>
              <a:ln>
                <a:noFill/>
                <a:round/>
              </a:ln>
            </p:spPr>
          </p:sp>
          <p:sp>
            <p:nvSpPr>
              <p:cNvPr id="94337" name=""/>
              <p:cNvSpPr/>
              <p:nvPr/>
            </p:nvSpPr>
            <p:spPr>
              <a:xfrm>
                <a:off x="2150" y="1939"/>
                <a:ext cx="2" cy="3"/>
              </a:xfrm>
              <a:custGeom>
                <a:pathLst>
                  <a:path w="8" h="7">
                    <a:moveTo>
                      <a:pt x="8" y="0"/>
                    </a:moveTo>
                    <a:lnTo>
                      <a:pt x="8" y="2"/>
                    </a:lnTo>
                    <a:lnTo>
                      <a:pt x="8" y="2"/>
                    </a:lnTo>
                    <a:lnTo>
                      <a:pt x="7" y="5"/>
                    </a:lnTo>
                    <a:lnTo>
                      <a:pt x="6" y="6"/>
                    </a:lnTo>
                    <a:lnTo>
                      <a:pt x="3" y="7"/>
                    </a:lnTo>
                    <a:lnTo>
                      <a:pt x="0" y="7"/>
                    </a:lnTo>
                  </a:path>
                </a:pathLst>
              </a:custGeom>
              <a:noFill/>
              <a:ln w="4763">
                <a:solidFill>
                  <a:srgbClr val="F0E0C0"/>
                </a:solidFill>
                <a:prstDash val="solid"/>
                <a:round/>
              </a:ln>
            </p:spPr>
          </p:sp>
          <p:sp>
            <p:nvSpPr>
              <p:cNvPr id="94338" name=""/>
              <p:cNvSpPr/>
              <p:nvPr/>
            </p:nvSpPr>
            <p:spPr>
              <a:xfrm>
                <a:off x="2145" y="1934"/>
                <a:ext cx="6" cy="1"/>
              </a:xfrm>
              <a:custGeom>
                <a:pathLst>
                  <a:path w="19" h="4">
                    <a:moveTo>
                      <a:pt x="0" y="0"/>
                    </a:moveTo>
                    <a:lnTo>
                      <a:pt x="14" y="0"/>
                    </a:lnTo>
                    <a:lnTo>
                      <a:pt x="17" y="0"/>
                    </a:lnTo>
                    <a:lnTo>
                      <a:pt x="19" y="4"/>
                    </a:lnTo>
                  </a:path>
                </a:pathLst>
              </a:custGeom>
              <a:noFill/>
              <a:ln w="4763">
                <a:solidFill>
                  <a:srgbClr val="F0E0C0"/>
                </a:solidFill>
                <a:prstDash val="solid"/>
                <a:round/>
              </a:ln>
            </p:spPr>
          </p:sp>
          <p:sp>
            <p:nvSpPr>
              <p:cNvPr id="94339" name=""/>
              <p:cNvSpPr/>
              <p:nvPr/>
            </p:nvSpPr>
            <p:spPr>
              <a:xfrm>
                <a:off x="2144" y="1935"/>
                <a:ext cx="2" cy="10"/>
              </a:xfrm>
              <a:custGeom>
                <a:pathLst>
                  <a:path w="5" h="20">
                    <a:moveTo>
                      <a:pt x="3" y="0"/>
                    </a:moveTo>
                    <a:lnTo>
                      <a:pt x="5" y="2"/>
                    </a:lnTo>
                    <a:lnTo>
                      <a:pt x="5" y="10"/>
                    </a:lnTo>
                    <a:lnTo>
                      <a:pt x="5" y="17"/>
                    </a:lnTo>
                    <a:lnTo>
                      <a:pt x="3" y="20"/>
                    </a:lnTo>
                    <a:lnTo>
                      <a:pt x="0" y="14"/>
                    </a:lnTo>
                    <a:lnTo>
                      <a:pt x="0" y="10"/>
                    </a:lnTo>
                    <a:lnTo>
                      <a:pt x="0" y="2"/>
                    </a:lnTo>
                    <a:lnTo>
                      <a:pt x="3" y="1"/>
                    </a:lnTo>
                    <a:lnTo>
                      <a:pt x="3" y="0"/>
                    </a:lnTo>
                    <a:close/>
                  </a:path>
                </a:pathLst>
              </a:custGeom>
              <a:solidFill>
                <a:srgbClr val="706040"/>
              </a:solidFill>
              <a:ln>
                <a:noFill/>
                <a:round/>
              </a:ln>
            </p:spPr>
          </p:sp>
          <p:sp>
            <p:nvSpPr>
              <p:cNvPr id="94340" name=""/>
              <p:cNvSpPr/>
              <p:nvPr/>
            </p:nvSpPr>
            <p:spPr>
              <a:xfrm>
                <a:off x="2144" y="1935"/>
                <a:ext cx="5" cy="10"/>
              </a:xfrm>
              <a:custGeom>
                <a:pathLst>
                  <a:path w="15" h="20">
                    <a:moveTo>
                      <a:pt x="10" y="0"/>
                    </a:moveTo>
                    <a:lnTo>
                      <a:pt x="0" y="16"/>
                    </a:lnTo>
                    <a:lnTo>
                      <a:pt x="1" y="20"/>
                    </a:lnTo>
                    <a:lnTo>
                      <a:pt x="8" y="20"/>
                    </a:lnTo>
                    <a:lnTo>
                      <a:pt x="8" y="17"/>
                    </a:lnTo>
                    <a:lnTo>
                      <a:pt x="15" y="0"/>
                    </a:lnTo>
                    <a:lnTo>
                      <a:pt x="10" y="0"/>
                    </a:lnTo>
                    <a:close/>
                  </a:path>
                </a:pathLst>
              </a:custGeom>
              <a:solidFill>
                <a:srgbClr val="E0E0B0"/>
              </a:solidFill>
              <a:ln>
                <a:noFill/>
                <a:round/>
              </a:ln>
            </p:spPr>
          </p:sp>
        </p:grpSp>
        <p:pic>
          <p:nvPicPr>
            <p:cNvPr id="94342" name=""/>
            <p:cNvPicPr/>
            <p:nvPr/>
          </p:nvPicPr>
          <p:blipFill>
            <a:blip r:embed="rId3"/>
            <a:stretch>
              <a:fillRect/>
            </a:stretch>
          </p:blipFill>
          <p:spPr>
            <a:xfrm>
              <a:off x="2118" y="1935"/>
              <a:ext cx="30" cy="10"/>
            </a:xfrm>
            <a:prstGeom prst="rect">
              <a:avLst/>
            </a:prstGeom>
            <a:noFill/>
            <a:ln>
              <a:noFill/>
              <a:miter lim="800000"/>
            </a:ln>
          </p:spPr>
        </p:pic>
      </p:grpSp>
      <p:sp>
        <p:nvSpPr>
          <p:cNvPr id="50192"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New-Breed Enterprise Mainframe</a:t>
            </a:r>
          </a:p>
        </p:txBody>
      </p:sp>
      <p:sp>
        <p:nvSpPr>
          <p:cNvPr id="50193" name=""/>
          <p:cNvSpPr/>
          <p:nvPr>
            <p:ph type="body" sz="half" idx="1"/>
          </p:nvPr>
        </p:nvSpPr>
        <p:spPr>
          <a:xfrm>
            <a:off x="3962400" y="1524000"/>
            <a:ext cx="4895850"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28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400" b="0" i="0" u="none" baseline="0">
                <a:solidFill>
                  <a:schemeClr val="tx1"/>
                </a:solidFill>
                <a:effectLst/>
                <a:latin typeface="Arial" pitchFamily="34" charset="0"/>
              </a:defRPr>
            </a:lvl5pPr>
          </a:lstStyle>
          <a:p>
            <a:pPr lvl="0"/>
            <a:r>
              <a:rPr sz="2600"/>
              <a:t>N-tier architecture</a:t>
            </a:r>
            <a:endParaRPr sz="2600"/>
          </a:p>
          <a:p>
            <a:pPr lvl="0"/>
            <a:r>
              <a:rPr sz="2600"/>
              <a:t>Reliability, operability, manageability constraints</a:t>
            </a:r>
            <a:endParaRPr sz="2600"/>
          </a:p>
          <a:p>
            <a:pPr lvl="0"/>
            <a:r>
              <a:rPr sz="2600"/>
              <a:t>Multi-vendor control issues</a:t>
            </a:r>
            <a:endParaRPr sz="2600"/>
          </a:p>
          <a:p>
            <a:pPr lvl="0">
              <a:buNone/>
            </a:pPr>
            <a:r>
              <a:rPr sz="2600"/>
              <a:t>But …</a:t>
            </a:r>
            <a:endParaRPr sz="2600"/>
          </a:p>
          <a:p>
            <a:pPr lvl="0"/>
            <a:r>
              <a:rPr sz="2600"/>
              <a:t>Running today’s mission- critical enterprise applications: a paradox</a:t>
            </a:r>
            <a:endParaRPr sz="2600"/>
          </a:p>
        </p:txBody>
      </p:sp>
      <p:grpSp>
        <p:nvGrpSpPr>
          <p:cNvPr id="50195" name=""/>
          <p:cNvGrpSpPr/>
          <p:nvPr/>
        </p:nvGrpSpPr>
        <p:grpSpPr>
          <a:xfrm>
            <a:off x="1443038" y="1912938"/>
            <a:ext cx="603250" cy="1160462"/>
            <a:chOff x="2316" y="1043"/>
            <a:chExt cx="880" cy="1245"/>
          </a:xfrm>
        </p:grpSpPr>
        <p:cxnSp>
          <p:nvCxnSpPr>
            <p:cNvPr id="50196" name=""/>
            <p:cNvCxnSpPr/>
            <p:nvPr/>
          </p:nvCxnSpPr>
          <p:spPr>
            <a:xfrm>
              <a:off x="2517" y="1872"/>
              <a:ext cx="352" cy="0"/>
            </a:xfrm>
            <a:prstGeom prst="line">
              <a:avLst/>
            </a:prstGeom>
            <a:noFill/>
            <a:ln w="12700">
              <a:solidFill>
                <a:schemeClr val="tx2"/>
              </a:solidFill>
              <a:miter lim="800000"/>
            </a:ln>
            <a:effectLst/>
          </p:spPr>
        </p:cxnSp>
        <p:pic>
          <p:nvPicPr>
            <p:cNvPr id="50197" name=""/>
            <p:cNvPicPr/>
            <p:nvPr/>
          </p:nvPicPr>
          <p:blipFill>
            <a:blip r:embed="rId4"/>
            <a:stretch>
              <a:fillRect/>
            </a:stretch>
          </p:blipFill>
          <p:spPr>
            <a:xfrm>
              <a:off x="2882" y="2272"/>
              <a:ext cx="75" cy="16"/>
            </a:xfrm>
            <a:prstGeom prst="rect">
              <a:avLst/>
            </a:prstGeom>
            <a:noFill/>
            <a:ln>
              <a:noFill/>
              <a:miter lim="800000"/>
            </a:ln>
            <a:effectLst/>
          </p:spPr>
        </p:pic>
        <p:grpSp>
          <p:nvGrpSpPr>
            <p:cNvPr id="50198" name=""/>
            <p:cNvGrpSpPr/>
            <p:nvPr/>
          </p:nvGrpSpPr>
          <p:grpSpPr>
            <a:xfrm>
              <a:off x="2316" y="1717"/>
              <a:ext cx="311" cy="431"/>
              <a:chOff x="2316" y="1717"/>
              <a:chExt cx="311" cy="431"/>
            </a:xfrm>
          </p:grpSpPr>
          <p:sp>
            <p:nvSpPr>
              <p:cNvPr id="50199" name=""/>
              <p:cNvSpPr/>
              <p:nvPr/>
            </p:nvSpPr>
            <p:spPr>
              <a:xfrm>
                <a:off x="2328" y="1924"/>
                <a:ext cx="299" cy="94"/>
              </a:xfrm>
              <a:prstGeom prst="ellipse">
                <a:avLst/>
              </a:prstGeom>
              <a:solidFill>
                <a:srgbClr val="3C0023"/>
              </a:solidFill>
              <a:ln>
                <a:noFill/>
                <a:miter lim="800000"/>
              </a:ln>
              <a:effectLst/>
            </p:spPr>
          </p:sp>
          <p:sp>
            <p:nvSpPr>
              <p:cNvPr id="50200" name=""/>
              <p:cNvSpPr/>
              <p:nvPr/>
            </p:nvSpPr>
            <p:spPr>
              <a:xfrm>
                <a:off x="2350" y="1761"/>
                <a:ext cx="222" cy="244"/>
              </a:xfrm>
              <a:custGeom>
                <a:pathLst>
                  <a:path w="222" h="244">
                    <a:moveTo>
                      <a:pt x="0" y="0"/>
                    </a:moveTo>
                    <a:lnTo>
                      <a:pt x="221" y="0"/>
                    </a:lnTo>
                    <a:lnTo>
                      <a:pt x="221" y="197"/>
                    </a:lnTo>
                    <a:lnTo>
                      <a:pt x="220" y="201"/>
                    </a:lnTo>
                    <a:lnTo>
                      <a:pt x="218" y="206"/>
                    </a:lnTo>
                    <a:lnTo>
                      <a:pt x="214" y="211"/>
                    </a:lnTo>
                    <a:lnTo>
                      <a:pt x="210" y="215"/>
                    </a:lnTo>
                    <a:lnTo>
                      <a:pt x="204" y="219"/>
                    </a:lnTo>
                    <a:lnTo>
                      <a:pt x="198" y="223"/>
                    </a:lnTo>
                    <a:lnTo>
                      <a:pt x="191" y="226"/>
                    </a:lnTo>
                    <a:lnTo>
                      <a:pt x="183" y="230"/>
                    </a:lnTo>
                    <a:lnTo>
                      <a:pt x="174" y="232"/>
                    </a:lnTo>
                    <a:lnTo>
                      <a:pt x="163" y="235"/>
                    </a:lnTo>
                    <a:lnTo>
                      <a:pt x="153" y="237"/>
                    </a:lnTo>
                    <a:lnTo>
                      <a:pt x="142" y="239"/>
                    </a:lnTo>
                    <a:lnTo>
                      <a:pt x="130" y="241"/>
                    </a:lnTo>
                    <a:lnTo>
                      <a:pt x="118" y="242"/>
                    </a:lnTo>
                    <a:lnTo>
                      <a:pt x="106" y="242"/>
                    </a:lnTo>
                    <a:lnTo>
                      <a:pt x="92" y="243"/>
                    </a:lnTo>
                    <a:lnTo>
                      <a:pt x="86" y="243"/>
                    </a:lnTo>
                    <a:lnTo>
                      <a:pt x="79" y="242"/>
                    </a:lnTo>
                    <a:lnTo>
                      <a:pt x="73" y="242"/>
                    </a:lnTo>
                    <a:lnTo>
                      <a:pt x="66" y="242"/>
                    </a:lnTo>
                    <a:lnTo>
                      <a:pt x="60" y="241"/>
                    </a:lnTo>
                    <a:lnTo>
                      <a:pt x="54" y="240"/>
                    </a:lnTo>
                    <a:lnTo>
                      <a:pt x="48" y="240"/>
                    </a:lnTo>
                    <a:lnTo>
                      <a:pt x="41" y="239"/>
                    </a:lnTo>
                    <a:lnTo>
                      <a:pt x="36" y="238"/>
                    </a:lnTo>
                    <a:lnTo>
                      <a:pt x="31" y="236"/>
                    </a:lnTo>
                    <a:lnTo>
                      <a:pt x="25" y="235"/>
                    </a:lnTo>
                    <a:lnTo>
                      <a:pt x="19" y="234"/>
                    </a:lnTo>
                    <a:lnTo>
                      <a:pt x="15" y="232"/>
                    </a:lnTo>
                    <a:lnTo>
                      <a:pt x="9" y="231"/>
                    </a:lnTo>
                    <a:lnTo>
                      <a:pt x="5" y="229"/>
                    </a:lnTo>
                    <a:lnTo>
                      <a:pt x="0" y="227"/>
                    </a:lnTo>
                    <a:lnTo>
                      <a:pt x="0" y="0"/>
                    </a:lnTo>
                  </a:path>
                </a:pathLst>
              </a:custGeom>
              <a:gradFill rotWithShape="0">
                <a:gsLst>
                  <a:gs pos="0">
                    <a:srgbClr val="6E0043">
                      <a:gamma/>
                      <a:tint val="89804"/>
                      <a:invGamma/>
                    </a:srgbClr>
                  </a:gs>
                  <a:gs pos="100000">
                    <a:srgbClr val="6E0043"/>
                  </a:gs>
                </a:gsLst>
                <a:lin ang="0" scaled="1"/>
              </a:gradFill>
              <a:ln cap="rnd">
                <a:noFill/>
                <a:round/>
              </a:ln>
              <a:effectLst/>
            </p:spPr>
          </p:sp>
          <p:sp>
            <p:nvSpPr>
              <p:cNvPr id="50201" name=""/>
              <p:cNvSpPr/>
              <p:nvPr/>
            </p:nvSpPr>
            <p:spPr>
              <a:xfrm>
                <a:off x="2316" y="1761"/>
                <a:ext cx="32" cy="229"/>
              </a:xfrm>
              <a:custGeom>
                <a:pathLst>
                  <a:path w="32" h="229">
                    <a:moveTo>
                      <a:pt x="30" y="0"/>
                    </a:moveTo>
                    <a:lnTo>
                      <a:pt x="31" y="228"/>
                    </a:lnTo>
                    <a:lnTo>
                      <a:pt x="23" y="225"/>
                    </a:lnTo>
                    <a:lnTo>
                      <a:pt x="17" y="221"/>
                    </a:lnTo>
                    <a:lnTo>
                      <a:pt x="12" y="218"/>
                    </a:lnTo>
                    <a:lnTo>
                      <a:pt x="7" y="214"/>
                    </a:lnTo>
                    <a:lnTo>
                      <a:pt x="5" y="210"/>
                    </a:lnTo>
                    <a:lnTo>
                      <a:pt x="1" y="206"/>
                    </a:lnTo>
                    <a:lnTo>
                      <a:pt x="0" y="202"/>
                    </a:lnTo>
                    <a:lnTo>
                      <a:pt x="0" y="197"/>
                    </a:lnTo>
                    <a:lnTo>
                      <a:pt x="0" y="0"/>
                    </a:lnTo>
                    <a:lnTo>
                      <a:pt x="30" y="0"/>
                    </a:lnTo>
                  </a:path>
                </a:pathLst>
              </a:custGeom>
              <a:gradFill rotWithShape="0">
                <a:gsLst>
                  <a:gs pos="0">
                    <a:srgbClr val="D93192"/>
                  </a:gs>
                  <a:gs pos="100000">
                    <a:srgbClr val="D93192">
                      <a:gamma/>
                      <a:tint val="0"/>
                      <a:invGamma/>
                    </a:srgbClr>
                  </a:gs>
                </a:gsLst>
                <a:lin ang="0" scaled="1"/>
              </a:gradFill>
              <a:ln cap="rnd">
                <a:noFill/>
                <a:round/>
              </a:ln>
              <a:effectLst/>
            </p:spPr>
          </p:sp>
          <p:sp>
            <p:nvSpPr>
              <p:cNvPr id="50202" name=""/>
              <p:cNvSpPr/>
              <p:nvPr/>
            </p:nvSpPr>
            <p:spPr>
              <a:xfrm>
                <a:off x="2316" y="1717"/>
                <a:ext cx="256" cy="91"/>
              </a:xfrm>
              <a:custGeom>
                <a:pathLst>
                  <a:path w="256" h="91">
                    <a:moveTo>
                      <a:pt x="127" y="0"/>
                    </a:moveTo>
                    <a:lnTo>
                      <a:pt x="140" y="0"/>
                    </a:lnTo>
                    <a:lnTo>
                      <a:pt x="153" y="1"/>
                    </a:lnTo>
                    <a:lnTo>
                      <a:pt x="165" y="2"/>
                    </a:lnTo>
                    <a:lnTo>
                      <a:pt x="176" y="3"/>
                    </a:lnTo>
                    <a:lnTo>
                      <a:pt x="188" y="5"/>
                    </a:lnTo>
                    <a:lnTo>
                      <a:pt x="198" y="8"/>
                    </a:lnTo>
                    <a:lnTo>
                      <a:pt x="207" y="10"/>
                    </a:lnTo>
                    <a:lnTo>
                      <a:pt x="217" y="13"/>
                    </a:lnTo>
                    <a:lnTo>
                      <a:pt x="225" y="17"/>
                    </a:lnTo>
                    <a:lnTo>
                      <a:pt x="232" y="20"/>
                    </a:lnTo>
                    <a:lnTo>
                      <a:pt x="239" y="24"/>
                    </a:lnTo>
                    <a:lnTo>
                      <a:pt x="245" y="28"/>
                    </a:lnTo>
                    <a:lnTo>
                      <a:pt x="249" y="32"/>
                    </a:lnTo>
                    <a:lnTo>
                      <a:pt x="252" y="36"/>
                    </a:lnTo>
                    <a:lnTo>
                      <a:pt x="254" y="41"/>
                    </a:lnTo>
                    <a:lnTo>
                      <a:pt x="255" y="45"/>
                    </a:lnTo>
                    <a:lnTo>
                      <a:pt x="254" y="50"/>
                    </a:lnTo>
                    <a:lnTo>
                      <a:pt x="252" y="54"/>
                    </a:lnTo>
                    <a:lnTo>
                      <a:pt x="249" y="59"/>
                    </a:lnTo>
                    <a:lnTo>
                      <a:pt x="245" y="63"/>
                    </a:lnTo>
                    <a:lnTo>
                      <a:pt x="239" y="67"/>
                    </a:lnTo>
                    <a:lnTo>
                      <a:pt x="232" y="71"/>
                    </a:lnTo>
                    <a:lnTo>
                      <a:pt x="225" y="74"/>
                    </a:lnTo>
                    <a:lnTo>
                      <a:pt x="217" y="77"/>
                    </a:lnTo>
                    <a:lnTo>
                      <a:pt x="207" y="80"/>
                    </a:lnTo>
                    <a:lnTo>
                      <a:pt x="198" y="83"/>
                    </a:lnTo>
                    <a:lnTo>
                      <a:pt x="188" y="85"/>
                    </a:lnTo>
                    <a:lnTo>
                      <a:pt x="176" y="87"/>
                    </a:lnTo>
                    <a:lnTo>
                      <a:pt x="165" y="88"/>
                    </a:lnTo>
                    <a:lnTo>
                      <a:pt x="153" y="89"/>
                    </a:lnTo>
                    <a:lnTo>
                      <a:pt x="140" y="90"/>
                    </a:lnTo>
                    <a:lnTo>
                      <a:pt x="127" y="90"/>
                    </a:lnTo>
                    <a:lnTo>
                      <a:pt x="114" y="90"/>
                    </a:lnTo>
                    <a:lnTo>
                      <a:pt x="102" y="89"/>
                    </a:lnTo>
                    <a:lnTo>
                      <a:pt x="89" y="88"/>
                    </a:lnTo>
                    <a:lnTo>
                      <a:pt x="78" y="87"/>
                    </a:lnTo>
                    <a:lnTo>
                      <a:pt x="66" y="85"/>
                    </a:lnTo>
                    <a:lnTo>
                      <a:pt x="55" y="83"/>
                    </a:lnTo>
                    <a:lnTo>
                      <a:pt x="46" y="80"/>
                    </a:lnTo>
                    <a:lnTo>
                      <a:pt x="37" y="77"/>
                    </a:lnTo>
                    <a:lnTo>
                      <a:pt x="29" y="74"/>
                    </a:lnTo>
                    <a:lnTo>
                      <a:pt x="21" y="71"/>
                    </a:lnTo>
                    <a:lnTo>
                      <a:pt x="15" y="67"/>
                    </a:lnTo>
                    <a:lnTo>
                      <a:pt x="9" y="63"/>
                    </a:lnTo>
                    <a:lnTo>
                      <a:pt x="5" y="59"/>
                    </a:lnTo>
                    <a:lnTo>
                      <a:pt x="2" y="54"/>
                    </a:lnTo>
                    <a:lnTo>
                      <a:pt x="0" y="50"/>
                    </a:lnTo>
                    <a:lnTo>
                      <a:pt x="0" y="45"/>
                    </a:lnTo>
                    <a:lnTo>
                      <a:pt x="0" y="41"/>
                    </a:lnTo>
                    <a:lnTo>
                      <a:pt x="2" y="36"/>
                    </a:lnTo>
                    <a:lnTo>
                      <a:pt x="5" y="32"/>
                    </a:lnTo>
                    <a:lnTo>
                      <a:pt x="9" y="28"/>
                    </a:lnTo>
                    <a:lnTo>
                      <a:pt x="15" y="24"/>
                    </a:lnTo>
                    <a:lnTo>
                      <a:pt x="21" y="20"/>
                    </a:lnTo>
                    <a:lnTo>
                      <a:pt x="29" y="17"/>
                    </a:lnTo>
                    <a:lnTo>
                      <a:pt x="37" y="13"/>
                    </a:lnTo>
                    <a:lnTo>
                      <a:pt x="46" y="10"/>
                    </a:lnTo>
                    <a:lnTo>
                      <a:pt x="55" y="8"/>
                    </a:lnTo>
                    <a:lnTo>
                      <a:pt x="66" y="5"/>
                    </a:lnTo>
                    <a:lnTo>
                      <a:pt x="78" y="3"/>
                    </a:lnTo>
                    <a:lnTo>
                      <a:pt x="89" y="2"/>
                    </a:lnTo>
                    <a:lnTo>
                      <a:pt x="102" y="1"/>
                    </a:lnTo>
                    <a:lnTo>
                      <a:pt x="114" y="0"/>
                    </a:lnTo>
                    <a:lnTo>
                      <a:pt x="127" y="0"/>
                    </a:lnTo>
                  </a:path>
                </a:pathLst>
              </a:custGeom>
              <a:gradFill rotWithShape="0">
                <a:gsLst>
                  <a:gs pos="0">
                    <a:srgbClr val="D93192">
                      <a:gamma/>
                      <a:tint val="80000"/>
                      <a:invGamma/>
                    </a:srgbClr>
                  </a:gs>
                  <a:gs pos="100000">
                    <a:srgbClr val="D93192"/>
                  </a:gs>
                </a:gsLst>
                <a:lin ang="0" scaled="1"/>
              </a:gradFill>
              <a:ln cap="rnd">
                <a:noFill/>
                <a:round/>
              </a:ln>
              <a:effectLst/>
            </p:spPr>
          </p:sp>
          <p:pic>
            <p:nvPicPr>
              <p:cNvPr id="50203" name=""/>
              <p:cNvPicPr/>
              <p:nvPr/>
            </p:nvPicPr>
            <p:blipFill>
              <a:blip r:embed="rId4"/>
              <a:stretch>
                <a:fillRect/>
              </a:stretch>
            </p:blipFill>
            <p:spPr>
              <a:xfrm>
                <a:off x="2339" y="2132"/>
                <a:ext cx="61" cy="16"/>
              </a:xfrm>
              <a:prstGeom prst="rect">
                <a:avLst/>
              </a:prstGeom>
              <a:noFill/>
              <a:ln>
                <a:noFill/>
                <a:miter lim="800000"/>
              </a:ln>
              <a:effectLst/>
            </p:spPr>
          </p:pic>
        </p:grpSp>
        <p:pic>
          <p:nvPicPr>
            <p:cNvPr id="50204" name=""/>
            <p:cNvPicPr/>
            <p:nvPr/>
          </p:nvPicPr>
          <p:blipFill>
            <a:blip r:embed="rId5"/>
            <a:stretch>
              <a:fillRect/>
            </a:stretch>
          </p:blipFill>
          <p:spPr>
            <a:xfrm>
              <a:off x="2714" y="1043"/>
              <a:ext cx="482" cy="1024"/>
            </a:xfrm>
            <a:prstGeom prst="rect">
              <a:avLst/>
            </a:prstGeom>
            <a:noFill/>
            <a:ln>
              <a:noFill/>
              <a:miter lim="800000"/>
            </a:ln>
            <a:effectLst/>
          </p:spPr>
        </p:pic>
      </p:grpSp>
      <p:sp>
        <p:nvSpPr>
          <p:cNvPr id="50207" name=""/>
          <p:cNvSpPr/>
          <p:nvPr/>
        </p:nvSpPr>
        <p:spPr>
          <a:xfrm>
            <a:off x="668338" y="3571875"/>
            <a:ext cx="1052512" cy="403225"/>
          </a:xfrm>
          <a:custGeom>
            <a:pathLst>
              <a:path w="1537" h="433">
                <a:moveTo>
                  <a:pt x="0" y="0"/>
                </a:moveTo>
                <a:lnTo>
                  <a:pt x="0" y="432"/>
                </a:lnTo>
                <a:lnTo>
                  <a:pt x="1536" y="432"/>
                </a:lnTo>
              </a:path>
            </a:pathLst>
          </a:custGeom>
          <a:noFill/>
          <a:ln w="12700" cap="rnd" cmpd="sng">
            <a:solidFill>
              <a:srgbClr val="00DFCA"/>
            </a:solidFill>
            <a:prstDash val="sysDot"/>
            <a:round/>
            <a:headEnd type="none" w="sm" len="sm"/>
            <a:tailEnd type="none" w="sm" len="sm"/>
          </a:ln>
          <a:effectLst/>
        </p:spPr>
      </p:sp>
      <p:sp>
        <p:nvSpPr>
          <p:cNvPr id="50208" name=""/>
          <p:cNvSpPr/>
          <p:nvPr/>
        </p:nvSpPr>
        <p:spPr>
          <a:xfrm>
            <a:off x="369888" y="3386138"/>
            <a:ext cx="1395412" cy="639762"/>
          </a:xfrm>
          <a:custGeom>
            <a:pathLst>
              <a:path w="2038" h="685">
                <a:moveTo>
                  <a:pt x="0" y="0"/>
                </a:moveTo>
                <a:lnTo>
                  <a:pt x="0" y="684"/>
                </a:lnTo>
                <a:lnTo>
                  <a:pt x="2037" y="684"/>
                </a:lnTo>
              </a:path>
            </a:pathLst>
          </a:custGeom>
          <a:noFill/>
          <a:ln w="12700" cap="rnd" cmpd="sng">
            <a:solidFill>
              <a:srgbClr val="00DFCA"/>
            </a:solidFill>
            <a:prstDash val="sysDot"/>
            <a:round/>
            <a:headEnd type="none" w="sm" len="sm"/>
            <a:tailEnd type="none" w="sm" len="sm"/>
          </a:ln>
          <a:effectLst/>
        </p:spPr>
      </p:sp>
      <p:sp>
        <p:nvSpPr>
          <p:cNvPr id="50209" name=""/>
          <p:cNvSpPr/>
          <p:nvPr/>
        </p:nvSpPr>
        <p:spPr>
          <a:xfrm>
            <a:off x="530225" y="3360738"/>
            <a:ext cx="1198563" cy="639762"/>
          </a:xfrm>
          <a:custGeom>
            <a:pathLst>
              <a:path w="1751" h="685">
                <a:moveTo>
                  <a:pt x="0" y="0"/>
                </a:moveTo>
                <a:lnTo>
                  <a:pt x="0" y="684"/>
                </a:lnTo>
                <a:lnTo>
                  <a:pt x="1750" y="684"/>
                </a:lnTo>
              </a:path>
            </a:pathLst>
          </a:custGeom>
          <a:noFill/>
          <a:ln w="12700" cap="rnd" cmpd="sng">
            <a:solidFill>
              <a:srgbClr val="00DFCA"/>
            </a:solidFill>
            <a:prstDash val="sysDot"/>
            <a:round/>
            <a:headEnd type="none" w="sm" len="sm"/>
            <a:tailEnd type="none" w="sm" len="sm"/>
          </a:ln>
          <a:effectLst/>
        </p:spPr>
      </p:sp>
      <p:sp>
        <p:nvSpPr>
          <p:cNvPr id="50210" name=""/>
          <p:cNvSpPr/>
          <p:nvPr/>
        </p:nvSpPr>
        <p:spPr>
          <a:xfrm>
            <a:off x="230188" y="3302000"/>
            <a:ext cx="1476375" cy="752475"/>
          </a:xfrm>
          <a:custGeom>
            <a:pathLst>
              <a:path w="2156" h="805">
                <a:moveTo>
                  <a:pt x="0" y="0"/>
                </a:moveTo>
                <a:lnTo>
                  <a:pt x="0" y="804"/>
                </a:lnTo>
                <a:lnTo>
                  <a:pt x="2155" y="804"/>
                </a:lnTo>
              </a:path>
            </a:pathLst>
          </a:custGeom>
          <a:noFill/>
          <a:ln w="12700" cap="rnd" cmpd="sng">
            <a:solidFill>
              <a:srgbClr val="00DFCA"/>
            </a:solidFill>
            <a:prstDash val="sysDot"/>
            <a:round/>
            <a:headEnd type="none" w="sm" len="sm"/>
            <a:tailEnd type="none" w="sm" len="sm"/>
          </a:ln>
          <a:effectLst/>
        </p:spPr>
      </p:sp>
      <p:sp>
        <p:nvSpPr>
          <p:cNvPr id="50211" name=""/>
          <p:cNvSpPr/>
          <p:nvPr/>
        </p:nvSpPr>
        <p:spPr>
          <a:xfrm>
            <a:off x="381000" y="2895600"/>
            <a:ext cx="1066800" cy="228600"/>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900" b="1">
                <a:solidFill>
                  <a:srgbClr val="FFFF66"/>
                </a:solidFill>
                <a:effectLst>
                  <a:outerShdw blurRad="38100" dist="38100" dir="2700000" algn="tl">
                    <a:srgbClr val="000000"/>
                  </a:outerShdw>
                </a:effectLst>
                <a:latin typeface="Arial" pitchFamily="34" charset="0"/>
              </a:rPr>
              <a:t>FDDI Ring No. 1</a:t>
            </a:r>
            <a:endParaRPr sz="900" b="1">
              <a:solidFill>
                <a:schemeClr val="tx2"/>
              </a:solidFill>
              <a:effectLst>
                <a:outerShdw blurRad="38100" dist="38100" dir="2700000" algn="tl">
                  <a:srgbClr val="000000">
                    <a:alpha val="43137"/>
                  </a:srgbClr>
                </a:outerShdw>
              </a:effectLst>
              <a:latin typeface="Arial" pitchFamily="34" charset="0"/>
            </a:endParaRPr>
          </a:p>
        </p:txBody>
      </p:sp>
      <p:sp>
        <p:nvSpPr>
          <p:cNvPr id="50212" name=""/>
          <p:cNvSpPr/>
          <p:nvPr/>
        </p:nvSpPr>
        <p:spPr>
          <a:xfrm>
            <a:off x="1495425" y="3254375"/>
            <a:ext cx="127000" cy="569913"/>
          </a:xfrm>
          <a:custGeom>
            <a:pathLst>
              <a:path w="185" h="610">
                <a:moveTo>
                  <a:pt x="0" y="0"/>
                </a:moveTo>
                <a:lnTo>
                  <a:pt x="0" y="609"/>
                </a:lnTo>
                <a:lnTo>
                  <a:pt x="184" y="609"/>
                </a:lnTo>
              </a:path>
            </a:pathLst>
          </a:custGeom>
          <a:noFill/>
          <a:ln w="12700" cap="rnd" cmpd="sng">
            <a:solidFill>
              <a:srgbClr val="00DFCA"/>
            </a:solidFill>
            <a:prstDash val="sysDot"/>
            <a:round/>
            <a:headEnd type="none" w="sm" len="sm"/>
            <a:tailEnd type="none" w="sm" len="sm"/>
          </a:ln>
          <a:effectLst/>
        </p:spPr>
      </p:sp>
      <p:sp>
        <p:nvSpPr>
          <p:cNvPr id="50213" name=""/>
          <p:cNvSpPr/>
          <p:nvPr/>
        </p:nvSpPr>
        <p:spPr>
          <a:xfrm>
            <a:off x="968375" y="3643313"/>
            <a:ext cx="657225" cy="280987"/>
          </a:xfrm>
          <a:custGeom>
            <a:pathLst>
              <a:path w="961" h="301">
                <a:moveTo>
                  <a:pt x="0" y="0"/>
                </a:moveTo>
                <a:lnTo>
                  <a:pt x="0" y="300"/>
                </a:lnTo>
                <a:lnTo>
                  <a:pt x="960" y="300"/>
                </a:lnTo>
              </a:path>
            </a:pathLst>
          </a:custGeom>
          <a:noFill/>
          <a:ln w="12700" cap="rnd" cmpd="sng">
            <a:solidFill>
              <a:srgbClr val="00DFCA"/>
            </a:solidFill>
            <a:prstDash val="sysDot"/>
            <a:round/>
            <a:headEnd type="none" w="sm" len="sm"/>
            <a:tailEnd type="none" w="sm" len="sm"/>
          </a:ln>
          <a:effectLst/>
        </p:spPr>
      </p:sp>
      <p:sp>
        <p:nvSpPr>
          <p:cNvPr id="50214" name=""/>
          <p:cNvSpPr/>
          <p:nvPr/>
        </p:nvSpPr>
        <p:spPr>
          <a:xfrm>
            <a:off x="1252538" y="3459163"/>
            <a:ext cx="338137" cy="415925"/>
          </a:xfrm>
          <a:custGeom>
            <a:pathLst>
              <a:path w="492" h="445">
                <a:moveTo>
                  <a:pt x="0" y="0"/>
                </a:moveTo>
                <a:lnTo>
                  <a:pt x="0" y="444"/>
                </a:lnTo>
                <a:lnTo>
                  <a:pt x="491" y="444"/>
                </a:lnTo>
              </a:path>
            </a:pathLst>
          </a:custGeom>
          <a:noFill/>
          <a:ln w="12700" cap="rnd" cmpd="sng">
            <a:solidFill>
              <a:srgbClr val="00DFCA"/>
            </a:solidFill>
            <a:prstDash val="sysDot"/>
            <a:round/>
            <a:headEnd type="none" w="sm" len="sm"/>
            <a:tailEnd type="none" w="sm" len="sm"/>
          </a:ln>
          <a:effectLst/>
        </p:spPr>
      </p:sp>
      <p:sp>
        <p:nvSpPr>
          <p:cNvPr id="50215" name=""/>
          <p:cNvSpPr/>
          <p:nvPr/>
        </p:nvSpPr>
        <p:spPr>
          <a:xfrm>
            <a:off x="1114425" y="3517900"/>
            <a:ext cx="490538" cy="382588"/>
          </a:xfrm>
          <a:custGeom>
            <a:pathLst>
              <a:path w="715" h="409">
                <a:moveTo>
                  <a:pt x="0" y="0"/>
                </a:moveTo>
                <a:lnTo>
                  <a:pt x="0" y="408"/>
                </a:lnTo>
                <a:lnTo>
                  <a:pt x="714" y="408"/>
                </a:lnTo>
              </a:path>
            </a:pathLst>
          </a:custGeom>
          <a:noFill/>
          <a:ln w="12700" cap="rnd" cmpd="sng">
            <a:solidFill>
              <a:srgbClr val="00DFCA"/>
            </a:solidFill>
            <a:prstDash val="sysDot"/>
            <a:round/>
            <a:headEnd type="none" w="sm" len="sm"/>
            <a:tailEnd type="none" w="sm" len="sm"/>
          </a:ln>
          <a:effectLst/>
        </p:spPr>
      </p:sp>
      <p:sp>
        <p:nvSpPr>
          <p:cNvPr id="50216" name=""/>
          <p:cNvSpPr/>
          <p:nvPr/>
        </p:nvSpPr>
        <p:spPr>
          <a:xfrm>
            <a:off x="1377950" y="3333750"/>
            <a:ext cx="227013" cy="515938"/>
          </a:xfrm>
          <a:custGeom>
            <a:pathLst>
              <a:path w="331" h="553">
                <a:moveTo>
                  <a:pt x="0" y="0"/>
                </a:moveTo>
                <a:lnTo>
                  <a:pt x="0" y="552"/>
                </a:lnTo>
                <a:lnTo>
                  <a:pt x="330" y="552"/>
                </a:lnTo>
              </a:path>
            </a:pathLst>
          </a:custGeom>
          <a:noFill/>
          <a:ln w="12700" cap="rnd" cmpd="sng">
            <a:solidFill>
              <a:srgbClr val="00DFCA"/>
            </a:solidFill>
            <a:prstDash val="sysDot"/>
            <a:round/>
            <a:headEnd type="none" w="sm" len="sm"/>
            <a:tailEnd type="none" w="sm" len="sm"/>
          </a:ln>
          <a:effectLst/>
        </p:spPr>
      </p:sp>
      <p:sp>
        <p:nvSpPr>
          <p:cNvPr id="50217" name=""/>
          <p:cNvSpPr/>
          <p:nvPr/>
        </p:nvSpPr>
        <p:spPr>
          <a:xfrm>
            <a:off x="304800" y="2743200"/>
            <a:ext cx="1150938" cy="728663"/>
          </a:xfrm>
          <a:prstGeom prst="ellipse">
            <a:avLst/>
          </a:prstGeom>
          <a:noFill/>
          <a:ln w="25400">
            <a:solidFill>
              <a:schemeClr val="tx2"/>
            </a:solidFill>
            <a:miter lim="800000"/>
          </a:ln>
          <a:effectLst/>
        </p:spPr>
      </p:sp>
      <p:grpSp>
        <p:nvGrpSpPr>
          <p:cNvPr id="50218" name=""/>
          <p:cNvGrpSpPr/>
          <p:nvPr/>
        </p:nvGrpSpPr>
        <p:grpSpPr>
          <a:xfrm>
            <a:off x="171450" y="2925763"/>
            <a:ext cx="125413" cy="396875"/>
            <a:chOff x="458" y="2128"/>
            <a:chExt cx="183" cy="426"/>
          </a:xfrm>
        </p:grpSpPr>
        <p:sp>
          <p:nvSpPr>
            <p:cNvPr id="50219" name=""/>
            <p:cNvSpPr/>
            <p:nvPr/>
          </p:nvSpPr>
          <p:spPr>
            <a:xfrm>
              <a:off x="486" y="2317"/>
              <a:ext cx="125" cy="230"/>
            </a:xfrm>
            <a:custGeom>
              <a:pathLst>
                <a:path w="125" h="230">
                  <a:moveTo>
                    <a:pt x="2" y="0"/>
                  </a:moveTo>
                  <a:lnTo>
                    <a:pt x="121" y="0"/>
                  </a:lnTo>
                  <a:lnTo>
                    <a:pt x="122" y="0"/>
                  </a:lnTo>
                  <a:lnTo>
                    <a:pt x="124" y="2"/>
                  </a:lnTo>
                  <a:lnTo>
                    <a:pt x="124" y="3"/>
                  </a:lnTo>
                  <a:lnTo>
                    <a:pt x="124" y="226"/>
                  </a:lnTo>
                  <a:lnTo>
                    <a:pt x="124" y="227"/>
                  </a:lnTo>
                  <a:lnTo>
                    <a:pt x="122" y="228"/>
                  </a:lnTo>
                  <a:lnTo>
                    <a:pt x="121"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0220" name=""/>
            <p:cNvSpPr/>
            <p:nvPr/>
          </p:nvSpPr>
          <p:spPr>
            <a:xfrm>
              <a:off x="486" y="251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21" name=""/>
            <p:cNvSpPr/>
            <p:nvPr/>
          </p:nvSpPr>
          <p:spPr>
            <a:xfrm>
              <a:off x="486" y="250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22" name=""/>
            <p:cNvSpPr/>
            <p:nvPr/>
          </p:nvSpPr>
          <p:spPr>
            <a:xfrm>
              <a:off x="486" y="2500"/>
              <a:ext cx="125" cy="17"/>
            </a:xfrm>
            <a:custGeom>
              <a:pathLst>
                <a:path w="125" h="17">
                  <a:moveTo>
                    <a:pt x="0" y="0"/>
                  </a:moveTo>
                  <a:lnTo>
                    <a:pt x="124" y="0"/>
                  </a:lnTo>
                  <a:lnTo>
                    <a:pt x="124" y="16"/>
                  </a:lnTo>
                  <a:lnTo>
                    <a:pt x="0" y="16"/>
                  </a:lnTo>
                  <a:lnTo>
                    <a:pt x="0" y="0"/>
                  </a:lnTo>
                </a:path>
              </a:pathLst>
            </a:custGeom>
            <a:solidFill>
              <a:srgbClr val="404040"/>
            </a:solidFill>
            <a:ln cap="rnd">
              <a:noFill/>
              <a:round/>
            </a:ln>
            <a:effectLst/>
          </p:spPr>
        </p:sp>
        <p:sp>
          <p:nvSpPr>
            <p:cNvPr id="50223" name=""/>
            <p:cNvSpPr/>
            <p:nvPr/>
          </p:nvSpPr>
          <p:spPr>
            <a:xfrm>
              <a:off x="486" y="250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24" name=""/>
            <p:cNvSpPr/>
            <p:nvPr/>
          </p:nvSpPr>
          <p:spPr>
            <a:xfrm>
              <a:off x="486" y="249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25" name=""/>
            <p:cNvSpPr/>
            <p:nvPr/>
          </p:nvSpPr>
          <p:spPr>
            <a:xfrm>
              <a:off x="486" y="248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26" name=""/>
            <p:cNvSpPr/>
            <p:nvPr/>
          </p:nvSpPr>
          <p:spPr>
            <a:xfrm>
              <a:off x="486" y="247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27" name=""/>
            <p:cNvSpPr/>
            <p:nvPr/>
          </p:nvSpPr>
          <p:spPr>
            <a:xfrm>
              <a:off x="486" y="247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28" name=""/>
            <p:cNvSpPr/>
            <p:nvPr/>
          </p:nvSpPr>
          <p:spPr>
            <a:xfrm>
              <a:off x="486" y="246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29" name=""/>
            <p:cNvSpPr/>
            <p:nvPr/>
          </p:nvSpPr>
          <p:spPr>
            <a:xfrm>
              <a:off x="486" y="245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30" name=""/>
            <p:cNvSpPr/>
            <p:nvPr/>
          </p:nvSpPr>
          <p:spPr>
            <a:xfrm>
              <a:off x="486" y="244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31" name=""/>
            <p:cNvSpPr/>
            <p:nvPr/>
          </p:nvSpPr>
          <p:spPr>
            <a:xfrm>
              <a:off x="486" y="244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32" name=""/>
            <p:cNvSpPr/>
            <p:nvPr/>
          </p:nvSpPr>
          <p:spPr>
            <a:xfrm>
              <a:off x="486" y="243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33" name=""/>
            <p:cNvSpPr/>
            <p:nvPr/>
          </p:nvSpPr>
          <p:spPr>
            <a:xfrm>
              <a:off x="486" y="242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34" name=""/>
            <p:cNvSpPr/>
            <p:nvPr/>
          </p:nvSpPr>
          <p:spPr>
            <a:xfrm>
              <a:off x="486" y="2419"/>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35" name=""/>
            <p:cNvSpPr/>
            <p:nvPr/>
          </p:nvSpPr>
          <p:spPr>
            <a:xfrm>
              <a:off x="486" y="241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36" name=""/>
            <p:cNvSpPr/>
            <p:nvPr/>
          </p:nvSpPr>
          <p:spPr>
            <a:xfrm>
              <a:off x="486" y="240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237" name=""/>
            <p:cNvSpPr/>
            <p:nvPr/>
          </p:nvSpPr>
          <p:spPr>
            <a:xfrm>
              <a:off x="458" y="2537"/>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0238" name=""/>
            <p:cNvSpPr/>
            <p:nvPr/>
          </p:nvSpPr>
          <p:spPr>
            <a:xfrm>
              <a:off x="553" y="2537"/>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0239" name=""/>
            <p:cNvSpPr/>
            <p:nvPr/>
          </p:nvSpPr>
          <p:spPr>
            <a:xfrm>
              <a:off x="509" y="2466"/>
              <a:ext cx="86" cy="81"/>
            </a:xfrm>
            <a:custGeom>
              <a:pathLst>
                <a:path w="86" h="81">
                  <a:moveTo>
                    <a:pt x="0" y="1"/>
                  </a:moveTo>
                  <a:lnTo>
                    <a:pt x="0" y="80"/>
                  </a:lnTo>
                  <a:lnTo>
                    <a:pt x="85" y="80"/>
                  </a:lnTo>
                  <a:lnTo>
                    <a:pt x="85" y="0"/>
                  </a:lnTo>
                </a:path>
              </a:pathLst>
            </a:custGeom>
            <a:noFill/>
            <a:ln w="12700" cap="rnd" cmpd="sng">
              <a:solidFill>
                <a:srgbClr val="808060"/>
              </a:solidFill>
              <a:prstDash val="solid"/>
              <a:round/>
              <a:headEnd type="none" w="sm" len="sm"/>
              <a:tailEnd type="none" w="sm" len="sm"/>
            </a:ln>
            <a:effectLst/>
          </p:spPr>
        </p:sp>
        <p:sp>
          <p:nvSpPr>
            <p:cNvPr id="50240" name=""/>
            <p:cNvSpPr/>
            <p:nvPr/>
          </p:nvSpPr>
          <p:spPr>
            <a:xfrm>
              <a:off x="486" y="2128"/>
              <a:ext cx="125" cy="171"/>
            </a:xfrm>
            <a:custGeom>
              <a:pathLst>
                <a:path w="125" h="171">
                  <a:moveTo>
                    <a:pt x="3" y="170"/>
                  </a:moveTo>
                  <a:lnTo>
                    <a:pt x="120" y="170"/>
                  </a:lnTo>
                  <a:lnTo>
                    <a:pt x="122" y="170"/>
                  </a:lnTo>
                  <a:lnTo>
                    <a:pt x="123" y="168"/>
                  </a:lnTo>
                  <a:lnTo>
                    <a:pt x="124" y="167"/>
                  </a:lnTo>
                  <a:lnTo>
                    <a:pt x="124" y="4"/>
                  </a:lnTo>
                  <a:lnTo>
                    <a:pt x="123" y="2"/>
                  </a:lnTo>
                  <a:lnTo>
                    <a:pt x="122" y="1"/>
                  </a:lnTo>
                  <a:lnTo>
                    <a:pt x="121"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0241" name=""/>
            <p:cNvSpPr/>
            <p:nvPr/>
          </p:nvSpPr>
          <p:spPr>
            <a:xfrm>
              <a:off x="499" y="2178"/>
              <a:ext cx="100" cy="105"/>
            </a:xfrm>
            <a:custGeom>
              <a:pathLst>
                <a:path w="100" h="105">
                  <a:moveTo>
                    <a:pt x="4" y="104"/>
                  </a:moveTo>
                  <a:lnTo>
                    <a:pt x="95" y="104"/>
                  </a:lnTo>
                  <a:lnTo>
                    <a:pt x="96" y="104"/>
                  </a:lnTo>
                  <a:lnTo>
                    <a:pt x="97" y="103"/>
                  </a:lnTo>
                  <a:lnTo>
                    <a:pt x="98" y="102"/>
                  </a:lnTo>
                  <a:lnTo>
                    <a:pt x="99" y="101"/>
                  </a:lnTo>
                  <a:lnTo>
                    <a:pt x="99" y="99"/>
                  </a:lnTo>
                  <a:lnTo>
                    <a:pt x="99" y="5"/>
                  </a:lnTo>
                  <a:lnTo>
                    <a:pt x="99" y="3"/>
                  </a:lnTo>
                  <a:lnTo>
                    <a:pt x="98" y="2"/>
                  </a:lnTo>
                  <a:lnTo>
                    <a:pt x="97" y="0"/>
                  </a:lnTo>
                  <a:lnTo>
                    <a:pt x="96" y="0"/>
                  </a:lnTo>
                  <a:lnTo>
                    <a:pt x="95"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0242" name=""/>
            <p:cNvSpPr/>
            <p:nvPr/>
          </p:nvSpPr>
          <p:spPr>
            <a:xfrm>
              <a:off x="502" y="2208"/>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0243" name=""/>
            <p:cNvSpPr/>
            <p:nvPr/>
          </p:nvSpPr>
          <p:spPr>
            <a:xfrm>
              <a:off x="502" y="2239"/>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50244" name=""/>
            <p:cNvSpPr/>
            <p:nvPr/>
          </p:nvSpPr>
          <p:spPr>
            <a:xfrm>
              <a:off x="500" y="2182"/>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0245" name=""/>
            <p:cNvSpPr/>
            <p:nvPr/>
          </p:nvSpPr>
          <p:spPr>
            <a:xfrm>
              <a:off x="527" y="2183"/>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0246" name=""/>
            <p:cNvSpPr/>
            <p:nvPr/>
          </p:nvSpPr>
          <p:spPr>
            <a:xfrm>
              <a:off x="579" y="218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0247" name=""/>
            <p:cNvSpPr/>
            <p:nvPr/>
          </p:nvSpPr>
          <p:spPr>
            <a:xfrm>
              <a:off x="579" y="218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0248" name=""/>
            <p:cNvSpPr/>
            <p:nvPr/>
          </p:nvSpPr>
          <p:spPr>
            <a:xfrm>
              <a:off x="506" y="2190"/>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0249" name=""/>
            <p:cNvSpPr/>
            <p:nvPr/>
          </p:nvSpPr>
          <p:spPr>
            <a:xfrm>
              <a:off x="502" y="2210"/>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0250" name=""/>
            <p:cNvSpPr/>
            <p:nvPr/>
          </p:nvSpPr>
          <p:spPr>
            <a:xfrm>
              <a:off x="527" y="2214"/>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0251" name=""/>
            <p:cNvSpPr/>
            <p:nvPr/>
          </p:nvSpPr>
          <p:spPr>
            <a:xfrm>
              <a:off x="569" y="222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0252" name=""/>
            <p:cNvSpPr/>
            <p:nvPr/>
          </p:nvSpPr>
          <p:spPr>
            <a:xfrm>
              <a:off x="569" y="222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0253" name=""/>
            <p:cNvSpPr/>
            <p:nvPr/>
          </p:nvSpPr>
          <p:spPr>
            <a:xfrm>
              <a:off x="524" y="2217"/>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0254" name=""/>
            <p:cNvSpPr/>
            <p:nvPr/>
          </p:nvSpPr>
          <p:spPr>
            <a:xfrm>
              <a:off x="502" y="2246"/>
              <a:ext cx="95" cy="17"/>
            </a:xfrm>
            <a:custGeom>
              <a:pathLst>
                <a:path w="95" h="17">
                  <a:moveTo>
                    <a:pt x="0" y="16"/>
                  </a:moveTo>
                  <a:lnTo>
                    <a:pt x="94" y="16"/>
                  </a:lnTo>
                  <a:lnTo>
                    <a:pt x="94" y="0"/>
                  </a:lnTo>
                  <a:lnTo>
                    <a:pt x="0" y="0"/>
                  </a:lnTo>
                  <a:lnTo>
                    <a:pt x="0" y="16"/>
                  </a:lnTo>
                </a:path>
              </a:pathLst>
            </a:custGeom>
            <a:solidFill>
              <a:srgbClr val="505020"/>
            </a:solidFill>
            <a:ln cap="rnd">
              <a:noFill/>
              <a:round/>
            </a:ln>
            <a:effectLst/>
          </p:spPr>
        </p:sp>
        <p:sp>
          <p:nvSpPr>
            <p:cNvPr id="50255" name=""/>
            <p:cNvSpPr/>
            <p:nvPr/>
          </p:nvSpPr>
          <p:spPr>
            <a:xfrm>
              <a:off x="502" y="2243"/>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0256" name=""/>
            <p:cNvSpPr/>
            <p:nvPr/>
          </p:nvSpPr>
          <p:spPr>
            <a:xfrm>
              <a:off x="596" y="2246"/>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0257" name=""/>
            <p:cNvSpPr/>
            <p:nvPr/>
          </p:nvSpPr>
          <p:spPr>
            <a:xfrm>
              <a:off x="500" y="2246"/>
              <a:ext cx="97" cy="17"/>
            </a:xfrm>
            <a:custGeom>
              <a:pathLst>
                <a:path w="97" h="17">
                  <a:moveTo>
                    <a:pt x="0" y="16"/>
                  </a:moveTo>
                  <a:lnTo>
                    <a:pt x="0" y="0"/>
                  </a:lnTo>
                  <a:lnTo>
                    <a:pt x="96" y="0"/>
                  </a:lnTo>
                  <a:lnTo>
                    <a:pt x="96" y="16"/>
                  </a:lnTo>
                  <a:lnTo>
                    <a:pt x="0" y="16"/>
                  </a:lnTo>
                  <a:lnTo>
                    <a:pt x="0" y="16"/>
                  </a:lnTo>
                  <a:lnTo>
                    <a:pt x="0" y="0"/>
                  </a:lnTo>
                  <a:lnTo>
                    <a:pt x="0" y="0"/>
                  </a:lnTo>
                  <a:lnTo>
                    <a:pt x="0" y="16"/>
                  </a:lnTo>
                </a:path>
              </a:pathLst>
            </a:custGeom>
            <a:solidFill>
              <a:srgbClr val="000000"/>
            </a:solidFill>
            <a:ln cap="rnd">
              <a:noFill/>
              <a:round/>
            </a:ln>
            <a:effectLst/>
          </p:spPr>
        </p:sp>
        <p:sp>
          <p:nvSpPr>
            <p:cNvPr id="50258" name=""/>
            <p:cNvSpPr/>
            <p:nvPr/>
          </p:nvSpPr>
          <p:spPr>
            <a:xfrm>
              <a:off x="496" y="2246"/>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0259" name=""/>
            <p:cNvSpPr/>
            <p:nvPr/>
          </p:nvSpPr>
          <p:spPr>
            <a:xfrm>
              <a:off x="502" y="2250"/>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0260" name=""/>
            <p:cNvSpPr/>
            <p:nvPr/>
          </p:nvSpPr>
          <p:spPr>
            <a:xfrm>
              <a:off x="525" y="2255"/>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0261" name=""/>
            <p:cNvSpPr/>
            <p:nvPr/>
          </p:nvSpPr>
          <p:spPr>
            <a:xfrm>
              <a:off x="531" y="2256"/>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0262" name=""/>
            <p:cNvSpPr/>
            <p:nvPr/>
          </p:nvSpPr>
          <p:spPr>
            <a:xfrm>
              <a:off x="502" y="2242"/>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0263" name=""/>
            <p:cNvSpPr/>
            <p:nvPr/>
          </p:nvSpPr>
          <p:spPr>
            <a:xfrm>
              <a:off x="499" y="2168"/>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50264" name=""/>
            <p:cNvSpPr/>
            <p:nvPr/>
          </p:nvSpPr>
          <p:spPr>
            <a:xfrm>
              <a:off x="506" y="2191"/>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0265" name=""/>
            <p:cNvSpPr/>
            <p:nvPr/>
          </p:nvSpPr>
          <p:spPr>
            <a:xfrm>
              <a:off x="525" y="2191"/>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50266" name=""/>
            <p:cNvSpPr/>
            <p:nvPr/>
          </p:nvSpPr>
          <p:spPr>
            <a:xfrm>
              <a:off x="567" y="2191"/>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50267" name=""/>
            <p:cNvSpPr/>
            <p:nvPr/>
          </p:nvSpPr>
          <p:spPr>
            <a:xfrm>
              <a:off x="527" y="2197"/>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0268" name=""/>
            <p:cNvSpPr/>
            <p:nvPr/>
          </p:nvSpPr>
          <p:spPr>
            <a:xfrm>
              <a:off x="580" y="217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269" name=""/>
            <p:cNvSpPr/>
            <p:nvPr/>
          </p:nvSpPr>
          <p:spPr>
            <a:xfrm>
              <a:off x="573" y="2183"/>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0270" name=""/>
            <p:cNvSpPr/>
            <p:nvPr/>
          </p:nvSpPr>
          <p:spPr>
            <a:xfrm>
              <a:off x="527" y="2197"/>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0271" name=""/>
            <p:cNvSpPr/>
            <p:nvPr/>
          </p:nvSpPr>
          <p:spPr>
            <a:xfrm>
              <a:off x="527" y="2196"/>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0272" name=""/>
            <p:cNvSpPr/>
            <p:nvPr/>
          </p:nvSpPr>
          <p:spPr>
            <a:xfrm>
              <a:off x="525" y="2195"/>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273" name=""/>
            <p:cNvSpPr/>
            <p:nvPr/>
          </p:nvSpPr>
          <p:spPr>
            <a:xfrm>
              <a:off x="513" y="2168"/>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0274" name=""/>
            <p:cNvSpPr/>
            <p:nvPr/>
          </p:nvSpPr>
          <p:spPr>
            <a:xfrm>
              <a:off x="513" y="2168"/>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0275" name=""/>
            <p:cNvCxnSpPr/>
            <p:nvPr/>
          </p:nvCxnSpPr>
          <p:spPr>
            <a:xfrm>
              <a:off x="514" y="2171"/>
              <a:ext cx="2" cy="0"/>
            </a:xfrm>
            <a:prstGeom prst="line">
              <a:avLst/>
            </a:prstGeom>
            <a:noFill/>
            <a:ln>
              <a:noFill/>
              <a:miter lim="800000"/>
            </a:ln>
            <a:effectLst/>
          </p:spPr>
        </p:cxnSp>
        <p:sp>
          <p:nvSpPr>
            <p:cNvPr id="50276" name=""/>
            <p:cNvSpPr/>
            <p:nvPr/>
          </p:nvSpPr>
          <p:spPr>
            <a:xfrm>
              <a:off x="579" y="2168"/>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0277" name=""/>
            <p:cNvSpPr/>
            <p:nvPr/>
          </p:nvSpPr>
          <p:spPr>
            <a:xfrm>
              <a:off x="578" y="2168"/>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0278" name=""/>
            <p:cNvSpPr/>
            <p:nvPr/>
          </p:nvSpPr>
          <p:spPr>
            <a:xfrm>
              <a:off x="574" y="2166"/>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0279" name=""/>
            <p:cNvSpPr/>
            <p:nvPr/>
          </p:nvSpPr>
          <p:spPr>
            <a:xfrm>
              <a:off x="527" y="2229"/>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0280" name=""/>
            <p:cNvSpPr/>
            <p:nvPr/>
          </p:nvSpPr>
          <p:spPr>
            <a:xfrm>
              <a:off x="527" y="2228"/>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0281" name=""/>
            <p:cNvSpPr/>
            <p:nvPr/>
          </p:nvSpPr>
          <p:spPr>
            <a:xfrm>
              <a:off x="525" y="222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282" name=""/>
            <p:cNvSpPr/>
            <p:nvPr/>
          </p:nvSpPr>
          <p:spPr>
            <a:xfrm>
              <a:off x="507" y="2278"/>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0283" name=""/>
            <p:cNvCxnSpPr/>
            <p:nvPr/>
          </p:nvCxnSpPr>
          <p:spPr>
            <a:xfrm>
              <a:off x="509" y="2282"/>
              <a:ext cx="3" cy="0"/>
            </a:xfrm>
            <a:prstGeom prst="line">
              <a:avLst/>
            </a:prstGeom>
            <a:noFill/>
            <a:ln>
              <a:noFill/>
              <a:miter lim="800000"/>
            </a:ln>
            <a:effectLst/>
          </p:spPr>
        </p:cxnSp>
        <p:cxnSp>
          <p:nvCxnSpPr>
            <p:cNvPr id="50284" name=""/>
            <p:cNvCxnSpPr/>
            <p:nvPr/>
          </p:nvCxnSpPr>
          <p:spPr>
            <a:xfrm>
              <a:off x="509" y="2282"/>
              <a:ext cx="3" cy="0"/>
            </a:xfrm>
            <a:prstGeom prst="line">
              <a:avLst/>
            </a:prstGeom>
            <a:noFill/>
            <a:ln>
              <a:noFill/>
              <a:miter lim="800000"/>
            </a:ln>
            <a:effectLst/>
          </p:spPr>
        </p:cxnSp>
        <p:cxnSp>
          <p:nvCxnSpPr>
            <p:cNvPr id="50285" name=""/>
            <p:cNvCxnSpPr/>
            <p:nvPr/>
          </p:nvCxnSpPr>
          <p:spPr>
            <a:xfrm>
              <a:off x="509" y="2282"/>
              <a:ext cx="3" cy="0"/>
            </a:xfrm>
            <a:prstGeom prst="line">
              <a:avLst/>
            </a:prstGeom>
            <a:noFill/>
            <a:ln>
              <a:noFill/>
              <a:miter lim="800000"/>
            </a:ln>
            <a:effectLst/>
          </p:spPr>
        </p:cxnSp>
        <p:cxnSp>
          <p:nvCxnSpPr>
            <p:cNvPr id="50286" name=""/>
            <p:cNvCxnSpPr/>
            <p:nvPr/>
          </p:nvCxnSpPr>
          <p:spPr>
            <a:xfrm>
              <a:off x="509" y="2282"/>
              <a:ext cx="3" cy="0"/>
            </a:xfrm>
            <a:prstGeom prst="line">
              <a:avLst/>
            </a:prstGeom>
            <a:noFill/>
            <a:ln>
              <a:noFill/>
              <a:miter lim="800000"/>
            </a:ln>
            <a:effectLst/>
          </p:spPr>
        </p:cxnSp>
        <p:cxnSp>
          <p:nvCxnSpPr>
            <p:cNvPr id="50287" name=""/>
            <p:cNvCxnSpPr/>
            <p:nvPr/>
          </p:nvCxnSpPr>
          <p:spPr>
            <a:xfrm>
              <a:off x="509" y="2282"/>
              <a:ext cx="3" cy="0"/>
            </a:xfrm>
            <a:prstGeom prst="line">
              <a:avLst/>
            </a:prstGeom>
            <a:noFill/>
            <a:ln>
              <a:noFill/>
              <a:miter lim="800000"/>
            </a:ln>
            <a:effectLst/>
          </p:spPr>
        </p:cxnSp>
        <p:cxnSp>
          <p:nvCxnSpPr>
            <p:cNvPr id="50288" name=""/>
            <p:cNvCxnSpPr/>
            <p:nvPr/>
          </p:nvCxnSpPr>
          <p:spPr>
            <a:xfrm>
              <a:off x="509" y="2282"/>
              <a:ext cx="3" cy="0"/>
            </a:xfrm>
            <a:prstGeom prst="line">
              <a:avLst/>
            </a:prstGeom>
            <a:noFill/>
            <a:ln>
              <a:noFill/>
              <a:miter lim="800000"/>
            </a:ln>
            <a:effectLst/>
          </p:spPr>
        </p:cxnSp>
        <p:cxnSp>
          <p:nvCxnSpPr>
            <p:cNvPr id="50289" name=""/>
            <p:cNvCxnSpPr/>
            <p:nvPr/>
          </p:nvCxnSpPr>
          <p:spPr>
            <a:xfrm>
              <a:off x="509" y="2282"/>
              <a:ext cx="3" cy="0"/>
            </a:xfrm>
            <a:prstGeom prst="line">
              <a:avLst/>
            </a:prstGeom>
            <a:noFill/>
            <a:ln>
              <a:noFill/>
              <a:miter lim="800000"/>
            </a:ln>
            <a:effectLst/>
          </p:spPr>
        </p:cxnSp>
        <p:sp>
          <p:nvSpPr>
            <p:cNvPr id="50290" name=""/>
            <p:cNvSpPr/>
            <p:nvPr/>
          </p:nvSpPr>
          <p:spPr>
            <a:xfrm>
              <a:off x="507" y="227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291" name=""/>
            <p:cNvCxnSpPr/>
            <p:nvPr/>
          </p:nvCxnSpPr>
          <p:spPr>
            <a:xfrm>
              <a:off x="509" y="2281"/>
              <a:ext cx="3" cy="0"/>
            </a:xfrm>
            <a:prstGeom prst="line">
              <a:avLst/>
            </a:prstGeom>
            <a:noFill/>
            <a:ln>
              <a:noFill/>
              <a:miter lim="800000"/>
            </a:ln>
            <a:effectLst/>
          </p:spPr>
        </p:cxnSp>
        <p:cxnSp>
          <p:nvCxnSpPr>
            <p:cNvPr id="50292" name=""/>
            <p:cNvCxnSpPr/>
            <p:nvPr/>
          </p:nvCxnSpPr>
          <p:spPr>
            <a:xfrm>
              <a:off x="509" y="2281"/>
              <a:ext cx="3" cy="0"/>
            </a:xfrm>
            <a:prstGeom prst="line">
              <a:avLst/>
            </a:prstGeom>
            <a:noFill/>
            <a:ln>
              <a:noFill/>
              <a:miter lim="800000"/>
            </a:ln>
            <a:effectLst/>
          </p:spPr>
        </p:cxnSp>
        <p:cxnSp>
          <p:nvCxnSpPr>
            <p:cNvPr id="50293" name=""/>
            <p:cNvCxnSpPr/>
            <p:nvPr/>
          </p:nvCxnSpPr>
          <p:spPr>
            <a:xfrm>
              <a:off x="509" y="2281"/>
              <a:ext cx="3" cy="0"/>
            </a:xfrm>
            <a:prstGeom prst="line">
              <a:avLst/>
            </a:prstGeom>
            <a:noFill/>
            <a:ln>
              <a:noFill/>
              <a:miter lim="800000"/>
            </a:ln>
            <a:effectLst/>
          </p:spPr>
        </p:cxnSp>
        <p:cxnSp>
          <p:nvCxnSpPr>
            <p:cNvPr id="50294" name=""/>
            <p:cNvCxnSpPr/>
            <p:nvPr/>
          </p:nvCxnSpPr>
          <p:spPr>
            <a:xfrm>
              <a:off x="509" y="2281"/>
              <a:ext cx="3" cy="0"/>
            </a:xfrm>
            <a:prstGeom prst="line">
              <a:avLst/>
            </a:prstGeom>
            <a:noFill/>
            <a:ln>
              <a:noFill/>
              <a:miter lim="800000"/>
            </a:ln>
            <a:effectLst/>
          </p:spPr>
        </p:cxnSp>
        <p:cxnSp>
          <p:nvCxnSpPr>
            <p:cNvPr id="50295" name=""/>
            <p:cNvCxnSpPr/>
            <p:nvPr/>
          </p:nvCxnSpPr>
          <p:spPr>
            <a:xfrm>
              <a:off x="509" y="2281"/>
              <a:ext cx="3" cy="0"/>
            </a:xfrm>
            <a:prstGeom prst="line">
              <a:avLst/>
            </a:prstGeom>
            <a:noFill/>
            <a:ln>
              <a:noFill/>
              <a:miter lim="800000"/>
            </a:ln>
            <a:effectLst/>
          </p:spPr>
        </p:cxnSp>
        <p:cxnSp>
          <p:nvCxnSpPr>
            <p:cNvPr id="50296" name=""/>
            <p:cNvCxnSpPr/>
            <p:nvPr/>
          </p:nvCxnSpPr>
          <p:spPr>
            <a:xfrm>
              <a:off x="509" y="2281"/>
              <a:ext cx="3" cy="0"/>
            </a:xfrm>
            <a:prstGeom prst="line">
              <a:avLst/>
            </a:prstGeom>
            <a:noFill/>
            <a:ln>
              <a:noFill/>
              <a:miter lim="800000"/>
            </a:ln>
            <a:effectLst/>
          </p:spPr>
        </p:cxnSp>
        <p:cxnSp>
          <p:nvCxnSpPr>
            <p:cNvPr id="50297" name=""/>
            <p:cNvCxnSpPr/>
            <p:nvPr/>
          </p:nvCxnSpPr>
          <p:spPr>
            <a:xfrm>
              <a:off x="509" y="2281"/>
              <a:ext cx="3" cy="0"/>
            </a:xfrm>
            <a:prstGeom prst="line">
              <a:avLst/>
            </a:prstGeom>
            <a:noFill/>
            <a:ln>
              <a:noFill/>
              <a:miter lim="800000"/>
            </a:ln>
            <a:effectLst/>
          </p:spPr>
        </p:cxnSp>
        <p:cxnSp>
          <p:nvCxnSpPr>
            <p:cNvPr id="50298" name=""/>
            <p:cNvCxnSpPr/>
            <p:nvPr/>
          </p:nvCxnSpPr>
          <p:spPr>
            <a:xfrm>
              <a:off x="509" y="2281"/>
              <a:ext cx="3" cy="0"/>
            </a:xfrm>
            <a:prstGeom prst="line">
              <a:avLst/>
            </a:prstGeom>
            <a:noFill/>
            <a:ln>
              <a:noFill/>
              <a:miter lim="800000"/>
            </a:ln>
            <a:effectLst/>
          </p:spPr>
        </p:cxnSp>
        <p:cxnSp>
          <p:nvCxnSpPr>
            <p:cNvPr id="50299" name=""/>
            <p:cNvCxnSpPr/>
            <p:nvPr/>
          </p:nvCxnSpPr>
          <p:spPr>
            <a:xfrm>
              <a:off x="509" y="2281"/>
              <a:ext cx="3" cy="0"/>
            </a:xfrm>
            <a:prstGeom prst="line">
              <a:avLst/>
            </a:prstGeom>
            <a:noFill/>
            <a:ln>
              <a:noFill/>
              <a:miter lim="800000"/>
            </a:ln>
            <a:effectLst/>
          </p:spPr>
        </p:cxnSp>
        <p:sp>
          <p:nvSpPr>
            <p:cNvPr id="50300" name=""/>
            <p:cNvSpPr/>
            <p:nvPr/>
          </p:nvSpPr>
          <p:spPr>
            <a:xfrm>
              <a:off x="507" y="227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301" name=""/>
            <p:cNvCxnSpPr/>
            <p:nvPr/>
          </p:nvCxnSpPr>
          <p:spPr>
            <a:xfrm>
              <a:off x="509" y="2281"/>
              <a:ext cx="3" cy="0"/>
            </a:xfrm>
            <a:prstGeom prst="line">
              <a:avLst/>
            </a:prstGeom>
            <a:noFill/>
            <a:ln>
              <a:noFill/>
              <a:miter lim="800000"/>
            </a:ln>
            <a:effectLst/>
          </p:spPr>
        </p:cxnSp>
        <p:cxnSp>
          <p:nvCxnSpPr>
            <p:cNvPr id="50302" name=""/>
            <p:cNvCxnSpPr/>
            <p:nvPr/>
          </p:nvCxnSpPr>
          <p:spPr>
            <a:xfrm>
              <a:off x="509" y="2281"/>
              <a:ext cx="3" cy="0"/>
            </a:xfrm>
            <a:prstGeom prst="line">
              <a:avLst/>
            </a:prstGeom>
            <a:noFill/>
            <a:ln>
              <a:noFill/>
              <a:miter lim="800000"/>
            </a:ln>
            <a:effectLst/>
          </p:spPr>
        </p:cxnSp>
        <p:cxnSp>
          <p:nvCxnSpPr>
            <p:cNvPr id="50303" name=""/>
            <p:cNvCxnSpPr/>
            <p:nvPr/>
          </p:nvCxnSpPr>
          <p:spPr>
            <a:xfrm>
              <a:off x="509" y="2281"/>
              <a:ext cx="3" cy="0"/>
            </a:xfrm>
            <a:prstGeom prst="line">
              <a:avLst/>
            </a:prstGeom>
            <a:noFill/>
            <a:ln>
              <a:noFill/>
              <a:miter lim="800000"/>
            </a:ln>
            <a:effectLst/>
          </p:spPr>
        </p:cxnSp>
        <p:cxnSp>
          <p:nvCxnSpPr>
            <p:cNvPr id="50304" name=""/>
            <p:cNvCxnSpPr/>
            <p:nvPr/>
          </p:nvCxnSpPr>
          <p:spPr>
            <a:xfrm>
              <a:off x="509" y="2281"/>
              <a:ext cx="3" cy="0"/>
            </a:xfrm>
            <a:prstGeom prst="line">
              <a:avLst/>
            </a:prstGeom>
            <a:noFill/>
            <a:ln>
              <a:noFill/>
              <a:miter lim="800000"/>
            </a:ln>
            <a:effectLst/>
          </p:spPr>
        </p:cxnSp>
        <p:cxnSp>
          <p:nvCxnSpPr>
            <p:cNvPr id="50305" name=""/>
            <p:cNvCxnSpPr/>
            <p:nvPr/>
          </p:nvCxnSpPr>
          <p:spPr>
            <a:xfrm>
              <a:off x="509" y="2281"/>
              <a:ext cx="3" cy="0"/>
            </a:xfrm>
            <a:prstGeom prst="line">
              <a:avLst/>
            </a:prstGeom>
            <a:noFill/>
            <a:ln>
              <a:noFill/>
              <a:miter lim="800000"/>
            </a:ln>
            <a:effectLst/>
          </p:spPr>
        </p:cxnSp>
        <p:sp>
          <p:nvSpPr>
            <p:cNvPr id="50306" name=""/>
            <p:cNvSpPr/>
            <p:nvPr/>
          </p:nvSpPr>
          <p:spPr>
            <a:xfrm>
              <a:off x="507" y="2275"/>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307" name=""/>
            <p:cNvCxnSpPr/>
            <p:nvPr/>
          </p:nvCxnSpPr>
          <p:spPr>
            <a:xfrm>
              <a:off x="509" y="2280"/>
              <a:ext cx="3" cy="0"/>
            </a:xfrm>
            <a:prstGeom prst="line">
              <a:avLst/>
            </a:prstGeom>
            <a:noFill/>
            <a:ln>
              <a:noFill/>
              <a:miter lim="800000"/>
            </a:ln>
            <a:effectLst/>
          </p:spPr>
        </p:cxnSp>
        <p:sp>
          <p:nvSpPr>
            <p:cNvPr id="50308" name=""/>
            <p:cNvSpPr/>
            <p:nvPr/>
          </p:nvSpPr>
          <p:spPr>
            <a:xfrm>
              <a:off x="506" y="2277"/>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0309" name=""/>
            <p:cNvSpPr/>
            <p:nvPr/>
          </p:nvSpPr>
          <p:spPr>
            <a:xfrm>
              <a:off x="507" y="2188"/>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50310" name=""/>
            <p:cNvSpPr/>
            <p:nvPr/>
          </p:nvSpPr>
          <p:spPr>
            <a:xfrm>
              <a:off x="524" y="2185"/>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0311" name=""/>
            <p:cNvSpPr/>
            <p:nvPr/>
          </p:nvSpPr>
          <p:spPr>
            <a:xfrm>
              <a:off x="524" y="2195"/>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0312" name=""/>
            <p:cNvSpPr/>
            <p:nvPr/>
          </p:nvSpPr>
          <p:spPr>
            <a:xfrm>
              <a:off x="531" y="2258"/>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0313" name=""/>
            <p:cNvSpPr/>
            <p:nvPr/>
          </p:nvSpPr>
          <p:spPr>
            <a:xfrm>
              <a:off x="525" y="2279"/>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50314" name=""/>
            <p:cNvSpPr/>
            <p:nvPr/>
          </p:nvSpPr>
          <p:spPr>
            <a:xfrm>
              <a:off x="540" y="2267"/>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50315" name=""/>
            <p:cNvSpPr/>
            <p:nvPr/>
          </p:nvSpPr>
          <p:spPr>
            <a:xfrm>
              <a:off x="564" y="2269"/>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0316" name=""/>
            <p:cNvCxnSpPr/>
            <p:nvPr/>
          </p:nvCxnSpPr>
          <p:spPr>
            <a:xfrm flipH="1">
              <a:off x="527" y="2222"/>
              <a:ext cx="0" cy="13"/>
            </a:xfrm>
            <a:prstGeom prst="line">
              <a:avLst/>
            </a:prstGeom>
            <a:noFill/>
            <a:ln>
              <a:noFill/>
              <a:miter lim="800000"/>
            </a:ln>
            <a:effectLst/>
          </p:spPr>
        </p:cxnSp>
        <p:cxnSp>
          <p:nvCxnSpPr>
            <p:cNvPr id="50317" name=""/>
            <p:cNvCxnSpPr/>
            <p:nvPr/>
          </p:nvCxnSpPr>
          <p:spPr>
            <a:xfrm flipH="1">
              <a:off x="527" y="2217"/>
              <a:ext cx="0" cy="1"/>
            </a:xfrm>
            <a:prstGeom prst="line">
              <a:avLst/>
            </a:prstGeom>
            <a:noFill/>
            <a:ln>
              <a:noFill/>
              <a:miter lim="800000"/>
            </a:ln>
            <a:effectLst/>
          </p:spPr>
        </p:cxnSp>
        <p:sp>
          <p:nvSpPr>
            <p:cNvPr id="50318" name=""/>
            <p:cNvSpPr/>
            <p:nvPr/>
          </p:nvSpPr>
          <p:spPr>
            <a:xfrm>
              <a:off x="519" y="2217"/>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319" name=""/>
            <p:cNvSpPr/>
            <p:nvPr/>
          </p:nvSpPr>
          <p:spPr>
            <a:xfrm>
              <a:off x="541" y="221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320" name=""/>
            <p:cNvSpPr/>
            <p:nvPr/>
          </p:nvSpPr>
          <p:spPr>
            <a:xfrm>
              <a:off x="541" y="221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321" name=""/>
            <p:cNvSpPr/>
            <p:nvPr/>
          </p:nvSpPr>
          <p:spPr>
            <a:xfrm>
              <a:off x="565" y="221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322" name=""/>
            <p:cNvSpPr/>
            <p:nvPr/>
          </p:nvSpPr>
          <p:spPr>
            <a:xfrm>
              <a:off x="524" y="2223"/>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0323" name=""/>
            <p:cNvSpPr/>
            <p:nvPr/>
          </p:nvSpPr>
          <p:spPr>
            <a:xfrm>
              <a:off x="527" y="2231"/>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0324" name=""/>
            <p:cNvSpPr/>
            <p:nvPr/>
          </p:nvSpPr>
          <p:spPr>
            <a:xfrm>
              <a:off x="561" y="2223"/>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0325" name=""/>
            <p:cNvSpPr/>
            <p:nvPr/>
          </p:nvSpPr>
          <p:spPr>
            <a:xfrm>
              <a:off x="565" y="221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326" name=""/>
            <p:cNvSpPr/>
            <p:nvPr/>
          </p:nvSpPr>
          <p:spPr>
            <a:xfrm>
              <a:off x="579" y="221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327" name=""/>
            <p:cNvSpPr/>
            <p:nvPr/>
          </p:nvSpPr>
          <p:spPr>
            <a:xfrm>
              <a:off x="527" y="2214"/>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0328" name=""/>
            <p:cNvSpPr/>
            <p:nvPr/>
          </p:nvSpPr>
          <p:spPr>
            <a:xfrm>
              <a:off x="520" y="221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329" name=""/>
            <p:cNvSpPr/>
            <p:nvPr/>
          </p:nvSpPr>
          <p:spPr>
            <a:xfrm>
              <a:off x="524" y="2214"/>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0330" name=""/>
            <p:cNvCxnSpPr/>
            <p:nvPr/>
          </p:nvCxnSpPr>
          <p:spPr>
            <a:xfrm>
              <a:off x="525" y="2218"/>
              <a:ext cx="21" cy="0"/>
            </a:xfrm>
            <a:prstGeom prst="line">
              <a:avLst/>
            </a:prstGeom>
            <a:noFill/>
            <a:ln>
              <a:noFill/>
              <a:miter lim="800000"/>
            </a:ln>
            <a:effectLst/>
          </p:spPr>
        </p:cxnSp>
        <p:cxnSp>
          <p:nvCxnSpPr>
            <p:cNvPr id="50331" name=""/>
            <p:cNvCxnSpPr/>
            <p:nvPr/>
          </p:nvCxnSpPr>
          <p:spPr>
            <a:xfrm flipH="1">
              <a:off x="546" y="2222"/>
              <a:ext cx="0" cy="2"/>
            </a:xfrm>
            <a:prstGeom prst="line">
              <a:avLst/>
            </a:prstGeom>
            <a:noFill/>
            <a:ln>
              <a:noFill/>
              <a:miter lim="800000"/>
            </a:ln>
            <a:effectLst/>
          </p:spPr>
        </p:cxnSp>
        <p:sp>
          <p:nvSpPr>
            <p:cNvPr id="50332" name=""/>
            <p:cNvSpPr/>
            <p:nvPr/>
          </p:nvSpPr>
          <p:spPr>
            <a:xfrm>
              <a:off x="546" y="221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333" name=""/>
            <p:cNvSpPr/>
            <p:nvPr/>
          </p:nvSpPr>
          <p:spPr>
            <a:xfrm>
              <a:off x="560" y="221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334" name=""/>
            <p:cNvSpPr/>
            <p:nvPr/>
          </p:nvSpPr>
          <p:spPr>
            <a:xfrm>
              <a:off x="560" y="2215"/>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335" name=""/>
            <p:cNvSpPr/>
            <p:nvPr/>
          </p:nvSpPr>
          <p:spPr>
            <a:xfrm>
              <a:off x="546" y="2213"/>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336" name=""/>
            <p:cNvSpPr/>
            <p:nvPr/>
          </p:nvSpPr>
          <p:spPr>
            <a:xfrm>
              <a:off x="571" y="2225"/>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0337" name=""/>
            <p:cNvSpPr/>
            <p:nvPr/>
          </p:nvSpPr>
          <p:spPr>
            <a:xfrm>
              <a:off x="527" y="2180"/>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0338" name=""/>
            <p:cNvSpPr/>
            <p:nvPr/>
          </p:nvSpPr>
          <p:spPr>
            <a:xfrm>
              <a:off x="561" y="2183"/>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0339" name=""/>
            <p:cNvSpPr/>
            <p:nvPr/>
          </p:nvSpPr>
          <p:spPr>
            <a:xfrm>
              <a:off x="561" y="2197"/>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0340" name=""/>
            <p:cNvSpPr/>
            <p:nvPr/>
          </p:nvSpPr>
          <p:spPr>
            <a:xfrm>
              <a:off x="527" y="2198"/>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0341" name=""/>
            <p:cNvSpPr/>
            <p:nvPr/>
          </p:nvSpPr>
          <p:spPr>
            <a:xfrm>
              <a:off x="502" y="2190"/>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0342" name=""/>
            <p:cNvSpPr/>
            <p:nvPr/>
          </p:nvSpPr>
          <p:spPr>
            <a:xfrm>
              <a:off x="531" y="2274"/>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0343" name=""/>
            <p:cNvCxnSpPr/>
            <p:nvPr/>
          </p:nvCxnSpPr>
          <p:spPr>
            <a:xfrm flipH="1">
              <a:off x="600" y="2258"/>
              <a:ext cx="0" cy="14"/>
            </a:xfrm>
            <a:prstGeom prst="line">
              <a:avLst/>
            </a:prstGeom>
            <a:noFill/>
            <a:ln>
              <a:noFill/>
              <a:miter lim="800000"/>
            </a:ln>
            <a:effectLst/>
          </p:spPr>
        </p:cxnSp>
        <p:sp>
          <p:nvSpPr>
            <p:cNvPr id="50344" name=""/>
            <p:cNvSpPr/>
            <p:nvPr/>
          </p:nvSpPr>
          <p:spPr>
            <a:xfrm>
              <a:off x="531" y="2252"/>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0345" name=""/>
            <p:cNvSpPr/>
            <p:nvPr/>
          </p:nvSpPr>
          <p:spPr>
            <a:xfrm>
              <a:off x="527" y="2258"/>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0346" name=""/>
            <p:cNvSpPr/>
            <p:nvPr/>
          </p:nvSpPr>
          <p:spPr>
            <a:xfrm>
              <a:off x="531" y="2266"/>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0347" name=""/>
            <p:cNvSpPr/>
            <p:nvPr/>
          </p:nvSpPr>
          <p:spPr>
            <a:xfrm>
              <a:off x="486" y="2298"/>
              <a:ext cx="125" cy="17"/>
            </a:xfrm>
            <a:custGeom>
              <a:pathLst>
                <a:path w="125" h="17">
                  <a:moveTo>
                    <a:pt x="0" y="0"/>
                  </a:moveTo>
                  <a:lnTo>
                    <a:pt x="0" y="16"/>
                  </a:lnTo>
                  <a:lnTo>
                    <a:pt x="124" y="16"/>
                  </a:lnTo>
                  <a:lnTo>
                    <a:pt x="124" y="0"/>
                  </a:lnTo>
                  <a:lnTo>
                    <a:pt x="0" y="0"/>
                  </a:lnTo>
                </a:path>
              </a:pathLst>
            </a:custGeom>
            <a:solidFill>
              <a:srgbClr val="D0C0A0"/>
            </a:solidFill>
            <a:ln cap="rnd">
              <a:noFill/>
              <a:round/>
            </a:ln>
            <a:effectLst/>
          </p:spPr>
        </p:sp>
        <p:sp>
          <p:nvSpPr>
            <p:cNvPr id="50348" name=""/>
            <p:cNvSpPr/>
            <p:nvPr/>
          </p:nvSpPr>
          <p:spPr>
            <a:xfrm>
              <a:off x="506" y="2300"/>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0349" name=""/>
            <p:cNvSpPr/>
            <p:nvPr/>
          </p:nvSpPr>
          <p:spPr>
            <a:xfrm>
              <a:off x="546" y="2142"/>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0350" name=""/>
            <p:cNvSpPr/>
            <p:nvPr/>
          </p:nvSpPr>
          <p:spPr>
            <a:xfrm>
              <a:off x="548" y="2146"/>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0351" name=""/>
            <p:cNvSpPr/>
            <p:nvPr/>
          </p:nvSpPr>
          <p:spPr>
            <a:xfrm>
              <a:off x="499" y="2138"/>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50352" name=""/>
            <p:cNvSpPr/>
            <p:nvPr/>
          </p:nvSpPr>
          <p:spPr>
            <a:xfrm>
              <a:off x="499" y="2138"/>
              <a:ext cx="106" cy="19"/>
            </a:xfrm>
            <a:custGeom>
              <a:pathLst>
                <a:path w="106" h="19">
                  <a:moveTo>
                    <a:pt x="7" y="0"/>
                  </a:moveTo>
                  <a:lnTo>
                    <a:pt x="98" y="0"/>
                  </a:lnTo>
                  <a:lnTo>
                    <a:pt x="100" y="1"/>
                  </a:lnTo>
                  <a:lnTo>
                    <a:pt x="100" y="1"/>
                  </a:lnTo>
                  <a:lnTo>
                    <a:pt x="102" y="2"/>
                  </a:lnTo>
                  <a:lnTo>
                    <a:pt x="103" y="3"/>
                  </a:lnTo>
                  <a:lnTo>
                    <a:pt x="104" y="5"/>
                  </a:lnTo>
                  <a:lnTo>
                    <a:pt x="105" y="6"/>
                  </a:lnTo>
                  <a:lnTo>
                    <a:pt x="105" y="7"/>
                  </a:lnTo>
                  <a:lnTo>
                    <a:pt x="105" y="11"/>
                  </a:lnTo>
                  <a:lnTo>
                    <a:pt x="105" y="12"/>
                  </a:lnTo>
                  <a:lnTo>
                    <a:pt x="104" y="13"/>
                  </a:lnTo>
                  <a:lnTo>
                    <a:pt x="103" y="15"/>
                  </a:lnTo>
                  <a:lnTo>
                    <a:pt x="102" y="16"/>
                  </a:lnTo>
                  <a:lnTo>
                    <a:pt x="100" y="17"/>
                  </a:lnTo>
                  <a:lnTo>
                    <a:pt x="100" y="18"/>
                  </a:lnTo>
                  <a:lnTo>
                    <a:pt x="98" y="18"/>
                  </a:lnTo>
                  <a:lnTo>
                    <a:pt x="7"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7" y="0"/>
                  </a:lnTo>
                </a:path>
              </a:pathLst>
            </a:custGeom>
            <a:noFill/>
            <a:ln w="12700" cap="rnd" cmpd="sng">
              <a:solidFill>
                <a:srgbClr val="808060"/>
              </a:solidFill>
              <a:prstDash val="solid"/>
              <a:round/>
            </a:ln>
            <a:effectLst/>
          </p:spPr>
        </p:sp>
        <p:sp>
          <p:nvSpPr>
            <p:cNvPr id="50353" name=""/>
            <p:cNvSpPr/>
            <p:nvPr/>
          </p:nvSpPr>
          <p:spPr>
            <a:xfrm>
              <a:off x="500" y="2139"/>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50354" name=""/>
            <p:cNvSpPr/>
            <p:nvPr/>
          </p:nvSpPr>
          <p:spPr>
            <a:xfrm>
              <a:off x="500" y="2139"/>
              <a:ext cx="57" cy="17"/>
            </a:xfrm>
            <a:custGeom>
              <a:pathLst>
                <a:path w="57" h="17">
                  <a:moveTo>
                    <a:pt x="8" y="0"/>
                  </a:moveTo>
                  <a:lnTo>
                    <a:pt x="47" y="0"/>
                  </a:lnTo>
                  <a:lnTo>
                    <a:pt x="49" y="0"/>
                  </a:lnTo>
                  <a:lnTo>
                    <a:pt x="51" y="1"/>
                  </a:lnTo>
                  <a:lnTo>
                    <a:pt x="52" y="1"/>
                  </a:lnTo>
                  <a:lnTo>
                    <a:pt x="53" y="2"/>
                  </a:lnTo>
                  <a:lnTo>
                    <a:pt x="55" y="3"/>
                  </a:lnTo>
                  <a:lnTo>
                    <a:pt x="55" y="3"/>
                  </a:lnTo>
                  <a:lnTo>
                    <a:pt x="56" y="4"/>
                  </a:lnTo>
                  <a:lnTo>
                    <a:pt x="56" y="5"/>
                  </a:lnTo>
                  <a:lnTo>
                    <a:pt x="56" y="6"/>
                  </a:lnTo>
                  <a:lnTo>
                    <a:pt x="56" y="9"/>
                  </a:lnTo>
                  <a:lnTo>
                    <a:pt x="56" y="11"/>
                  </a:lnTo>
                  <a:lnTo>
                    <a:pt x="55" y="13"/>
                  </a:lnTo>
                  <a:lnTo>
                    <a:pt x="54" y="13"/>
                  </a:lnTo>
                  <a:lnTo>
                    <a:pt x="52" y="14"/>
                  </a:lnTo>
                  <a:lnTo>
                    <a:pt x="51"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0355" name=""/>
            <p:cNvSpPr/>
            <p:nvPr/>
          </p:nvSpPr>
          <p:spPr>
            <a:xfrm>
              <a:off x="546" y="2142"/>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0356" name=""/>
            <p:cNvSpPr/>
            <p:nvPr/>
          </p:nvSpPr>
          <p:spPr>
            <a:xfrm>
              <a:off x="504" y="2144"/>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50357" name=""/>
            <p:cNvSpPr/>
            <p:nvPr/>
          </p:nvSpPr>
          <p:spPr>
            <a:xfrm>
              <a:off x="541" y="2142"/>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0358" name=""/>
            <p:cNvSpPr/>
            <p:nvPr/>
          </p:nvSpPr>
          <p:spPr>
            <a:xfrm>
              <a:off x="540" y="2142"/>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0359" name=""/>
            <p:cNvSpPr/>
            <p:nvPr/>
          </p:nvSpPr>
          <p:spPr>
            <a:xfrm>
              <a:off x="535" y="2142"/>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0360" name=""/>
            <p:cNvSpPr/>
            <p:nvPr/>
          </p:nvSpPr>
          <p:spPr>
            <a:xfrm>
              <a:off x="531" y="2142"/>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0361" name=""/>
            <p:cNvSpPr/>
            <p:nvPr/>
          </p:nvSpPr>
          <p:spPr>
            <a:xfrm>
              <a:off x="527" y="2142"/>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0362" name=""/>
            <p:cNvSpPr/>
            <p:nvPr/>
          </p:nvSpPr>
          <p:spPr>
            <a:xfrm>
              <a:off x="578" y="2139"/>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0363" name=""/>
            <p:cNvSpPr/>
            <p:nvPr/>
          </p:nvSpPr>
          <p:spPr>
            <a:xfrm>
              <a:off x="580" y="2138"/>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0364" name=""/>
            <p:cNvSpPr/>
            <p:nvPr/>
          </p:nvSpPr>
          <p:spPr>
            <a:xfrm>
              <a:off x="580" y="213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0365" name=""/>
            <p:cNvSpPr/>
            <p:nvPr/>
          </p:nvSpPr>
          <p:spPr>
            <a:xfrm>
              <a:off x="581" y="213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0366" name=""/>
            <p:cNvSpPr/>
            <p:nvPr/>
          </p:nvSpPr>
          <p:spPr>
            <a:xfrm>
              <a:off x="585" y="2141"/>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0367" name=""/>
            <p:cNvSpPr/>
            <p:nvPr/>
          </p:nvSpPr>
          <p:spPr>
            <a:xfrm>
              <a:off x="587" y="2144"/>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0368" name=""/>
            <p:cNvCxnSpPr/>
            <p:nvPr/>
          </p:nvCxnSpPr>
          <p:spPr>
            <a:xfrm flipH="1">
              <a:off x="594" y="2144"/>
              <a:ext cx="0" cy="4"/>
            </a:xfrm>
            <a:prstGeom prst="line">
              <a:avLst/>
            </a:prstGeom>
            <a:noFill/>
            <a:ln w="12700">
              <a:solidFill>
                <a:prstClr val="black"/>
              </a:solidFill>
              <a:miter lim="800000"/>
            </a:ln>
            <a:effectLst/>
          </p:spPr>
        </p:cxnSp>
        <p:sp>
          <p:nvSpPr>
            <p:cNvPr id="50369" name=""/>
            <p:cNvSpPr/>
            <p:nvPr/>
          </p:nvSpPr>
          <p:spPr>
            <a:xfrm>
              <a:off x="549" y="2134"/>
              <a:ext cx="46" cy="17"/>
            </a:xfrm>
            <a:custGeom>
              <a:pathLst>
                <a:path w="46" h="17">
                  <a:moveTo>
                    <a:pt x="0" y="16"/>
                  </a:moveTo>
                  <a:lnTo>
                    <a:pt x="45" y="16"/>
                  </a:lnTo>
                  <a:lnTo>
                    <a:pt x="45" y="0"/>
                  </a:lnTo>
                  <a:lnTo>
                    <a:pt x="0" y="0"/>
                  </a:lnTo>
                  <a:lnTo>
                    <a:pt x="0" y="16"/>
                  </a:lnTo>
                </a:path>
              </a:pathLst>
            </a:custGeom>
            <a:solidFill>
              <a:srgbClr val="808060"/>
            </a:solidFill>
            <a:ln cap="rnd">
              <a:noFill/>
              <a:round/>
            </a:ln>
            <a:effectLst/>
          </p:spPr>
        </p:sp>
        <p:sp>
          <p:nvSpPr>
            <p:cNvPr id="50370" name=""/>
            <p:cNvSpPr/>
            <p:nvPr/>
          </p:nvSpPr>
          <p:spPr>
            <a:xfrm>
              <a:off x="549" y="2151"/>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0371" name=""/>
            <p:cNvSpPr/>
            <p:nvPr/>
          </p:nvSpPr>
          <p:spPr>
            <a:xfrm>
              <a:off x="597" y="2138"/>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0372" name=""/>
            <p:cNvSpPr/>
            <p:nvPr/>
          </p:nvSpPr>
          <p:spPr>
            <a:xfrm>
              <a:off x="558" y="2138"/>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0373" name=""/>
            <p:cNvSpPr/>
            <p:nvPr/>
          </p:nvSpPr>
          <p:spPr>
            <a:xfrm>
              <a:off x="567" y="2134"/>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0374" name=""/>
            <p:cNvSpPr/>
            <p:nvPr/>
          </p:nvSpPr>
          <p:spPr>
            <a:xfrm>
              <a:off x="572" y="213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0375" name=""/>
            <p:cNvSpPr/>
            <p:nvPr/>
          </p:nvSpPr>
          <p:spPr>
            <a:xfrm>
              <a:off x="572" y="2143"/>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0376" name=""/>
            <p:cNvSpPr/>
            <p:nvPr/>
          </p:nvSpPr>
          <p:spPr>
            <a:xfrm>
              <a:off x="572" y="2148"/>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0377" name=""/>
            <p:cNvSpPr/>
            <p:nvPr/>
          </p:nvSpPr>
          <p:spPr>
            <a:xfrm>
              <a:off x="567" y="2151"/>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0378" name=""/>
            <p:cNvSpPr/>
            <p:nvPr/>
          </p:nvSpPr>
          <p:spPr>
            <a:xfrm>
              <a:off x="558" y="2151"/>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0379" name=""/>
            <p:cNvSpPr/>
            <p:nvPr/>
          </p:nvSpPr>
          <p:spPr>
            <a:xfrm>
              <a:off x="554" y="2138"/>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0380" name=""/>
            <p:cNvSpPr/>
            <p:nvPr/>
          </p:nvSpPr>
          <p:spPr>
            <a:xfrm>
              <a:off x="558" y="2134"/>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0381" name=""/>
            <p:cNvSpPr/>
            <p:nvPr/>
          </p:nvSpPr>
          <p:spPr>
            <a:xfrm>
              <a:off x="565" y="2141"/>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0382" name=""/>
            <p:cNvSpPr/>
            <p:nvPr/>
          </p:nvSpPr>
          <p:spPr>
            <a:xfrm>
              <a:off x="569" y="2141"/>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0383" name=""/>
            <p:cNvSpPr/>
            <p:nvPr/>
          </p:nvSpPr>
          <p:spPr>
            <a:xfrm>
              <a:off x="572" y="2148"/>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0384" name=""/>
            <p:cNvSpPr/>
            <p:nvPr/>
          </p:nvSpPr>
          <p:spPr>
            <a:xfrm>
              <a:off x="560" y="2139"/>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0385" name=""/>
            <p:cNvSpPr/>
            <p:nvPr/>
          </p:nvSpPr>
          <p:spPr>
            <a:xfrm>
              <a:off x="556" y="2141"/>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0386" name=""/>
            <p:cNvSpPr/>
            <p:nvPr/>
          </p:nvSpPr>
          <p:spPr>
            <a:xfrm>
              <a:off x="559" y="2141"/>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50387" name=""/>
          <p:cNvPicPr/>
          <p:nvPr/>
        </p:nvPicPr>
        <p:blipFill>
          <a:blip r:embed="rId4"/>
          <a:stretch>
            <a:fillRect/>
          </a:stretch>
        </p:blipFill>
        <p:spPr>
          <a:xfrm>
            <a:off x="200025" y="2938463"/>
            <a:ext cx="41275" cy="14287"/>
          </a:xfrm>
          <a:prstGeom prst="rect">
            <a:avLst/>
          </a:prstGeom>
          <a:noFill/>
          <a:ln>
            <a:noFill/>
            <a:miter lim="800000"/>
          </a:ln>
          <a:effectLst/>
        </p:spPr>
      </p:pic>
      <p:grpSp>
        <p:nvGrpSpPr>
          <p:cNvPr id="50388" name=""/>
          <p:cNvGrpSpPr/>
          <p:nvPr/>
        </p:nvGrpSpPr>
        <p:grpSpPr>
          <a:xfrm>
            <a:off x="309563" y="3067050"/>
            <a:ext cx="127000" cy="398463"/>
            <a:chOff x="660" y="2280"/>
            <a:chExt cx="184" cy="426"/>
          </a:xfrm>
        </p:grpSpPr>
        <p:sp>
          <p:nvSpPr>
            <p:cNvPr id="50389" name=""/>
            <p:cNvSpPr/>
            <p:nvPr/>
          </p:nvSpPr>
          <p:spPr>
            <a:xfrm>
              <a:off x="689" y="2469"/>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0390" name=""/>
            <p:cNvSpPr/>
            <p:nvPr/>
          </p:nvSpPr>
          <p:spPr>
            <a:xfrm>
              <a:off x="689" y="266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391" name=""/>
            <p:cNvSpPr/>
            <p:nvPr/>
          </p:nvSpPr>
          <p:spPr>
            <a:xfrm>
              <a:off x="689" y="265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392" name=""/>
            <p:cNvSpPr/>
            <p:nvPr/>
          </p:nvSpPr>
          <p:spPr>
            <a:xfrm>
              <a:off x="689" y="2652"/>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50393" name=""/>
            <p:cNvSpPr/>
            <p:nvPr/>
          </p:nvSpPr>
          <p:spPr>
            <a:xfrm>
              <a:off x="689" y="265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394" name=""/>
            <p:cNvSpPr/>
            <p:nvPr/>
          </p:nvSpPr>
          <p:spPr>
            <a:xfrm>
              <a:off x="689" y="264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395" name=""/>
            <p:cNvSpPr/>
            <p:nvPr/>
          </p:nvSpPr>
          <p:spPr>
            <a:xfrm>
              <a:off x="689" y="263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396" name=""/>
            <p:cNvSpPr/>
            <p:nvPr/>
          </p:nvSpPr>
          <p:spPr>
            <a:xfrm>
              <a:off x="689" y="263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397" name=""/>
            <p:cNvSpPr/>
            <p:nvPr/>
          </p:nvSpPr>
          <p:spPr>
            <a:xfrm>
              <a:off x="689" y="262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398" name=""/>
            <p:cNvSpPr/>
            <p:nvPr/>
          </p:nvSpPr>
          <p:spPr>
            <a:xfrm>
              <a:off x="689" y="261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399" name=""/>
            <p:cNvSpPr/>
            <p:nvPr/>
          </p:nvSpPr>
          <p:spPr>
            <a:xfrm>
              <a:off x="689" y="260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400" name=""/>
            <p:cNvSpPr/>
            <p:nvPr/>
          </p:nvSpPr>
          <p:spPr>
            <a:xfrm>
              <a:off x="689" y="260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401" name=""/>
            <p:cNvSpPr/>
            <p:nvPr/>
          </p:nvSpPr>
          <p:spPr>
            <a:xfrm>
              <a:off x="689" y="259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402" name=""/>
            <p:cNvSpPr/>
            <p:nvPr/>
          </p:nvSpPr>
          <p:spPr>
            <a:xfrm>
              <a:off x="689" y="258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403" name=""/>
            <p:cNvSpPr/>
            <p:nvPr/>
          </p:nvSpPr>
          <p:spPr>
            <a:xfrm>
              <a:off x="689" y="257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404" name=""/>
            <p:cNvSpPr/>
            <p:nvPr/>
          </p:nvSpPr>
          <p:spPr>
            <a:xfrm>
              <a:off x="689" y="257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405" name=""/>
            <p:cNvSpPr/>
            <p:nvPr/>
          </p:nvSpPr>
          <p:spPr>
            <a:xfrm>
              <a:off x="689" y="256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406" name=""/>
            <p:cNvSpPr/>
            <p:nvPr/>
          </p:nvSpPr>
          <p:spPr>
            <a:xfrm>
              <a:off x="689" y="255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407" name=""/>
            <p:cNvSpPr/>
            <p:nvPr/>
          </p:nvSpPr>
          <p:spPr>
            <a:xfrm>
              <a:off x="660" y="2689"/>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0408" name=""/>
            <p:cNvSpPr/>
            <p:nvPr/>
          </p:nvSpPr>
          <p:spPr>
            <a:xfrm>
              <a:off x="756" y="2689"/>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0409" name=""/>
            <p:cNvSpPr/>
            <p:nvPr/>
          </p:nvSpPr>
          <p:spPr>
            <a:xfrm>
              <a:off x="712" y="2618"/>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50410" name=""/>
            <p:cNvSpPr/>
            <p:nvPr/>
          </p:nvSpPr>
          <p:spPr>
            <a:xfrm>
              <a:off x="689" y="2280"/>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0411" name=""/>
            <p:cNvSpPr/>
            <p:nvPr/>
          </p:nvSpPr>
          <p:spPr>
            <a:xfrm>
              <a:off x="701" y="2330"/>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0412" name=""/>
            <p:cNvSpPr/>
            <p:nvPr/>
          </p:nvSpPr>
          <p:spPr>
            <a:xfrm>
              <a:off x="705" y="2360"/>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0413" name=""/>
            <p:cNvSpPr/>
            <p:nvPr/>
          </p:nvSpPr>
          <p:spPr>
            <a:xfrm>
              <a:off x="705" y="2391"/>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50414" name=""/>
            <p:cNvSpPr/>
            <p:nvPr/>
          </p:nvSpPr>
          <p:spPr>
            <a:xfrm>
              <a:off x="703" y="2334"/>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0415" name=""/>
            <p:cNvSpPr/>
            <p:nvPr/>
          </p:nvSpPr>
          <p:spPr>
            <a:xfrm>
              <a:off x="730" y="2335"/>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0416" name=""/>
            <p:cNvSpPr/>
            <p:nvPr/>
          </p:nvSpPr>
          <p:spPr>
            <a:xfrm>
              <a:off x="781" y="2335"/>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0417" name=""/>
            <p:cNvSpPr/>
            <p:nvPr/>
          </p:nvSpPr>
          <p:spPr>
            <a:xfrm>
              <a:off x="781" y="2335"/>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0418" name=""/>
            <p:cNvSpPr/>
            <p:nvPr/>
          </p:nvSpPr>
          <p:spPr>
            <a:xfrm>
              <a:off x="708" y="2342"/>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0419" name=""/>
            <p:cNvSpPr/>
            <p:nvPr/>
          </p:nvSpPr>
          <p:spPr>
            <a:xfrm>
              <a:off x="705" y="2362"/>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0420" name=""/>
            <p:cNvSpPr/>
            <p:nvPr/>
          </p:nvSpPr>
          <p:spPr>
            <a:xfrm>
              <a:off x="730" y="2366"/>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0421" name=""/>
            <p:cNvSpPr/>
            <p:nvPr/>
          </p:nvSpPr>
          <p:spPr>
            <a:xfrm>
              <a:off x="772" y="2381"/>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0422" name=""/>
            <p:cNvSpPr/>
            <p:nvPr/>
          </p:nvSpPr>
          <p:spPr>
            <a:xfrm>
              <a:off x="772" y="2381"/>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0423" name=""/>
            <p:cNvSpPr/>
            <p:nvPr/>
          </p:nvSpPr>
          <p:spPr>
            <a:xfrm>
              <a:off x="726" y="2369"/>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0424" name=""/>
            <p:cNvSpPr/>
            <p:nvPr/>
          </p:nvSpPr>
          <p:spPr>
            <a:xfrm>
              <a:off x="705" y="2398"/>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50425" name=""/>
            <p:cNvSpPr/>
            <p:nvPr/>
          </p:nvSpPr>
          <p:spPr>
            <a:xfrm>
              <a:off x="705" y="2395"/>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0426" name=""/>
            <p:cNvSpPr/>
            <p:nvPr/>
          </p:nvSpPr>
          <p:spPr>
            <a:xfrm>
              <a:off x="799" y="2398"/>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0427" name=""/>
            <p:cNvSpPr/>
            <p:nvPr/>
          </p:nvSpPr>
          <p:spPr>
            <a:xfrm>
              <a:off x="703" y="2398"/>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50428" name=""/>
            <p:cNvSpPr/>
            <p:nvPr/>
          </p:nvSpPr>
          <p:spPr>
            <a:xfrm>
              <a:off x="699" y="2398"/>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0429" name=""/>
            <p:cNvSpPr/>
            <p:nvPr/>
          </p:nvSpPr>
          <p:spPr>
            <a:xfrm>
              <a:off x="705" y="2402"/>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0430" name=""/>
            <p:cNvSpPr/>
            <p:nvPr/>
          </p:nvSpPr>
          <p:spPr>
            <a:xfrm>
              <a:off x="728" y="2407"/>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0431" name=""/>
            <p:cNvSpPr/>
            <p:nvPr/>
          </p:nvSpPr>
          <p:spPr>
            <a:xfrm>
              <a:off x="733" y="2408"/>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0432" name=""/>
            <p:cNvSpPr/>
            <p:nvPr/>
          </p:nvSpPr>
          <p:spPr>
            <a:xfrm>
              <a:off x="705" y="2394"/>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0433" name=""/>
            <p:cNvSpPr/>
            <p:nvPr/>
          </p:nvSpPr>
          <p:spPr>
            <a:xfrm>
              <a:off x="701" y="2320"/>
              <a:ext cx="103" cy="1"/>
            </a:xfrm>
            <a:custGeom>
              <a:pathLst>
                <a:path w="103" h="1">
                  <a:moveTo>
                    <a:pt x="1" y="0"/>
                  </a:moveTo>
                  <a:lnTo>
                    <a:pt x="100" y="0"/>
                  </a:lnTo>
                  <a:lnTo>
                    <a:pt x="101" y="0"/>
                  </a:lnTo>
                  <a:lnTo>
                    <a:pt x="102" y="0"/>
                  </a:lnTo>
                  <a:lnTo>
                    <a:pt x="102" y="0"/>
                  </a:lnTo>
                  <a:lnTo>
                    <a:pt x="100" y="0"/>
                  </a:lnTo>
                  <a:lnTo>
                    <a:pt x="1" y="0"/>
                  </a:lnTo>
                  <a:lnTo>
                    <a:pt x="0" y="0"/>
                  </a:lnTo>
                  <a:lnTo>
                    <a:pt x="0" y="0"/>
                  </a:lnTo>
                  <a:lnTo>
                    <a:pt x="0" y="0"/>
                  </a:lnTo>
                  <a:lnTo>
                    <a:pt x="1" y="0"/>
                  </a:lnTo>
                </a:path>
              </a:pathLst>
            </a:custGeom>
            <a:solidFill>
              <a:srgbClr val="E0D0A0"/>
            </a:solidFill>
            <a:ln cap="rnd">
              <a:noFill/>
              <a:round/>
            </a:ln>
            <a:effectLst/>
          </p:spPr>
        </p:sp>
        <p:sp>
          <p:nvSpPr>
            <p:cNvPr id="50434" name=""/>
            <p:cNvSpPr/>
            <p:nvPr/>
          </p:nvSpPr>
          <p:spPr>
            <a:xfrm>
              <a:off x="708" y="2343"/>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0435" name=""/>
            <p:cNvSpPr/>
            <p:nvPr/>
          </p:nvSpPr>
          <p:spPr>
            <a:xfrm>
              <a:off x="728" y="2343"/>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50436" name=""/>
            <p:cNvSpPr/>
            <p:nvPr/>
          </p:nvSpPr>
          <p:spPr>
            <a:xfrm>
              <a:off x="770" y="2343"/>
              <a:ext cx="27" cy="17"/>
            </a:xfrm>
            <a:custGeom>
              <a:pathLst>
                <a:path w="27" h="17">
                  <a:moveTo>
                    <a:pt x="0" y="16"/>
                  </a:moveTo>
                  <a:lnTo>
                    <a:pt x="25" y="16"/>
                  </a:lnTo>
                  <a:lnTo>
                    <a:pt x="26" y="10"/>
                  </a:lnTo>
                  <a:lnTo>
                    <a:pt x="25" y="0"/>
                  </a:lnTo>
                  <a:lnTo>
                    <a:pt x="0" y="0"/>
                  </a:lnTo>
                  <a:lnTo>
                    <a:pt x="0" y="10"/>
                  </a:lnTo>
                  <a:lnTo>
                    <a:pt x="0" y="16"/>
                  </a:lnTo>
                </a:path>
              </a:pathLst>
            </a:custGeom>
            <a:solidFill>
              <a:srgbClr val="E0E0B0"/>
            </a:solidFill>
            <a:ln cap="rnd">
              <a:noFill/>
              <a:round/>
            </a:ln>
            <a:effectLst/>
          </p:spPr>
        </p:sp>
        <p:sp>
          <p:nvSpPr>
            <p:cNvPr id="50437" name=""/>
            <p:cNvSpPr/>
            <p:nvPr/>
          </p:nvSpPr>
          <p:spPr>
            <a:xfrm>
              <a:off x="730" y="2349"/>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0438" name=""/>
            <p:cNvSpPr/>
            <p:nvPr/>
          </p:nvSpPr>
          <p:spPr>
            <a:xfrm>
              <a:off x="783" y="2330"/>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439" name=""/>
            <p:cNvSpPr/>
            <p:nvPr/>
          </p:nvSpPr>
          <p:spPr>
            <a:xfrm>
              <a:off x="776" y="2335"/>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0440" name=""/>
            <p:cNvSpPr/>
            <p:nvPr/>
          </p:nvSpPr>
          <p:spPr>
            <a:xfrm>
              <a:off x="730" y="2349"/>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0441" name=""/>
            <p:cNvSpPr/>
            <p:nvPr/>
          </p:nvSpPr>
          <p:spPr>
            <a:xfrm>
              <a:off x="730" y="2348"/>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0442" name=""/>
            <p:cNvSpPr/>
            <p:nvPr/>
          </p:nvSpPr>
          <p:spPr>
            <a:xfrm>
              <a:off x="728" y="234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443" name=""/>
            <p:cNvSpPr/>
            <p:nvPr/>
          </p:nvSpPr>
          <p:spPr>
            <a:xfrm>
              <a:off x="716" y="2320"/>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0444" name=""/>
            <p:cNvSpPr/>
            <p:nvPr/>
          </p:nvSpPr>
          <p:spPr>
            <a:xfrm>
              <a:off x="716" y="2320"/>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0445" name=""/>
            <p:cNvCxnSpPr/>
            <p:nvPr/>
          </p:nvCxnSpPr>
          <p:spPr>
            <a:xfrm>
              <a:off x="716" y="2323"/>
              <a:ext cx="2" cy="0"/>
            </a:xfrm>
            <a:prstGeom prst="line">
              <a:avLst/>
            </a:prstGeom>
            <a:noFill/>
            <a:ln>
              <a:noFill/>
              <a:miter lim="800000"/>
            </a:ln>
            <a:effectLst/>
          </p:spPr>
        </p:cxnSp>
        <p:sp>
          <p:nvSpPr>
            <p:cNvPr id="50446" name=""/>
            <p:cNvSpPr/>
            <p:nvPr/>
          </p:nvSpPr>
          <p:spPr>
            <a:xfrm>
              <a:off x="781" y="2320"/>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0447" name=""/>
            <p:cNvSpPr/>
            <p:nvPr/>
          </p:nvSpPr>
          <p:spPr>
            <a:xfrm>
              <a:off x="780" y="2320"/>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0448" name=""/>
            <p:cNvSpPr/>
            <p:nvPr/>
          </p:nvSpPr>
          <p:spPr>
            <a:xfrm>
              <a:off x="777" y="2318"/>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0449" name=""/>
            <p:cNvSpPr/>
            <p:nvPr/>
          </p:nvSpPr>
          <p:spPr>
            <a:xfrm>
              <a:off x="730" y="2381"/>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0450" name=""/>
            <p:cNvSpPr/>
            <p:nvPr/>
          </p:nvSpPr>
          <p:spPr>
            <a:xfrm>
              <a:off x="730" y="2380"/>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0451" name=""/>
            <p:cNvSpPr/>
            <p:nvPr/>
          </p:nvSpPr>
          <p:spPr>
            <a:xfrm>
              <a:off x="728" y="2379"/>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452" name=""/>
            <p:cNvSpPr/>
            <p:nvPr/>
          </p:nvSpPr>
          <p:spPr>
            <a:xfrm>
              <a:off x="709" y="2430"/>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0453" name=""/>
            <p:cNvCxnSpPr/>
            <p:nvPr/>
          </p:nvCxnSpPr>
          <p:spPr>
            <a:xfrm>
              <a:off x="712" y="2434"/>
              <a:ext cx="3" cy="0"/>
            </a:xfrm>
            <a:prstGeom prst="line">
              <a:avLst/>
            </a:prstGeom>
            <a:noFill/>
            <a:ln>
              <a:noFill/>
              <a:miter lim="800000"/>
            </a:ln>
            <a:effectLst/>
          </p:spPr>
        </p:cxnSp>
        <p:cxnSp>
          <p:nvCxnSpPr>
            <p:cNvPr id="50454" name=""/>
            <p:cNvCxnSpPr/>
            <p:nvPr/>
          </p:nvCxnSpPr>
          <p:spPr>
            <a:xfrm>
              <a:off x="712" y="2434"/>
              <a:ext cx="3" cy="0"/>
            </a:xfrm>
            <a:prstGeom prst="line">
              <a:avLst/>
            </a:prstGeom>
            <a:noFill/>
            <a:ln>
              <a:noFill/>
              <a:miter lim="800000"/>
            </a:ln>
            <a:effectLst/>
          </p:spPr>
        </p:cxnSp>
        <p:cxnSp>
          <p:nvCxnSpPr>
            <p:cNvPr id="50455" name=""/>
            <p:cNvCxnSpPr/>
            <p:nvPr/>
          </p:nvCxnSpPr>
          <p:spPr>
            <a:xfrm>
              <a:off x="712" y="2434"/>
              <a:ext cx="3" cy="0"/>
            </a:xfrm>
            <a:prstGeom prst="line">
              <a:avLst/>
            </a:prstGeom>
            <a:noFill/>
            <a:ln>
              <a:noFill/>
              <a:miter lim="800000"/>
            </a:ln>
            <a:effectLst/>
          </p:spPr>
        </p:cxnSp>
        <p:cxnSp>
          <p:nvCxnSpPr>
            <p:cNvPr id="50456" name=""/>
            <p:cNvCxnSpPr/>
            <p:nvPr/>
          </p:nvCxnSpPr>
          <p:spPr>
            <a:xfrm>
              <a:off x="712" y="2434"/>
              <a:ext cx="3" cy="0"/>
            </a:xfrm>
            <a:prstGeom prst="line">
              <a:avLst/>
            </a:prstGeom>
            <a:noFill/>
            <a:ln>
              <a:noFill/>
              <a:miter lim="800000"/>
            </a:ln>
            <a:effectLst/>
          </p:spPr>
        </p:cxnSp>
        <p:cxnSp>
          <p:nvCxnSpPr>
            <p:cNvPr id="50457" name=""/>
            <p:cNvCxnSpPr/>
            <p:nvPr/>
          </p:nvCxnSpPr>
          <p:spPr>
            <a:xfrm>
              <a:off x="712" y="2434"/>
              <a:ext cx="3" cy="0"/>
            </a:xfrm>
            <a:prstGeom prst="line">
              <a:avLst/>
            </a:prstGeom>
            <a:noFill/>
            <a:ln>
              <a:noFill/>
              <a:miter lim="800000"/>
            </a:ln>
            <a:effectLst/>
          </p:spPr>
        </p:cxnSp>
        <p:cxnSp>
          <p:nvCxnSpPr>
            <p:cNvPr id="50458" name=""/>
            <p:cNvCxnSpPr/>
            <p:nvPr/>
          </p:nvCxnSpPr>
          <p:spPr>
            <a:xfrm>
              <a:off x="712" y="2434"/>
              <a:ext cx="3" cy="0"/>
            </a:xfrm>
            <a:prstGeom prst="line">
              <a:avLst/>
            </a:prstGeom>
            <a:noFill/>
            <a:ln>
              <a:noFill/>
              <a:miter lim="800000"/>
            </a:ln>
            <a:effectLst/>
          </p:spPr>
        </p:cxnSp>
        <p:cxnSp>
          <p:nvCxnSpPr>
            <p:cNvPr id="50459" name=""/>
            <p:cNvCxnSpPr/>
            <p:nvPr/>
          </p:nvCxnSpPr>
          <p:spPr>
            <a:xfrm>
              <a:off x="712" y="2434"/>
              <a:ext cx="3" cy="0"/>
            </a:xfrm>
            <a:prstGeom prst="line">
              <a:avLst/>
            </a:prstGeom>
            <a:noFill/>
            <a:ln>
              <a:noFill/>
              <a:miter lim="800000"/>
            </a:ln>
            <a:effectLst/>
          </p:spPr>
        </p:cxnSp>
        <p:sp>
          <p:nvSpPr>
            <p:cNvPr id="50460" name=""/>
            <p:cNvSpPr/>
            <p:nvPr/>
          </p:nvSpPr>
          <p:spPr>
            <a:xfrm>
              <a:off x="709" y="242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461" name=""/>
            <p:cNvCxnSpPr/>
            <p:nvPr/>
          </p:nvCxnSpPr>
          <p:spPr>
            <a:xfrm>
              <a:off x="712" y="2433"/>
              <a:ext cx="3" cy="0"/>
            </a:xfrm>
            <a:prstGeom prst="line">
              <a:avLst/>
            </a:prstGeom>
            <a:noFill/>
            <a:ln>
              <a:noFill/>
              <a:miter lim="800000"/>
            </a:ln>
            <a:effectLst/>
          </p:spPr>
        </p:cxnSp>
        <p:cxnSp>
          <p:nvCxnSpPr>
            <p:cNvPr id="50462" name=""/>
            <p:cNvCxnSpPr/>
            <p:nvPr/>
          </p:nvCxnSpPr>
          <p:spPr>
            <a:xfrm>
              <a:off x="712" y="2433"/>
              <a:ext cx="3" cy="0"/>
            </a:xfrm>
            <a:prstGeom prst="line">
              <a:avLst/>
            </a:prstGeom>
            <a:noFill/>
            <a:ln>
              <a:noFill/>
              <a:miter lim="800000"/>
            </a:ln>
            <a:effectLst/>
          </p:spPr>
        </p:cxnSp>
        <p:cxnSp>
          <p:nvCxnSpPr>
            <p:cNvPr id="50463" name=""/>
            <p:cNvCxnSpPr/>
            <p:nvPr/>
          </p:nvCxnSpPr>
          <p:spPr>
            <a:xfrm>
              <a:off x="712" y="2433"/>
              <a:ext cx="3" cy="0"/>
            </a:xfrm>
            <a:prstGeom prst="line">
              <a:avLst/>
            </a:prstGeom>
            <a:noFill/>
            <a:ln>
              <a:noFill/>
              <a:miter lim="800000"/>
            </a:ln>
            <a:effectLst/>
          </p:spPr>
        </p:cxnSp>
        <p:cxnSp>
          <p:nvCxnSpPr>
            <p:cNvPr id="50464" name=""/>
            <p:cNvCxnSpPr/>
            <p:nvPr/>
          </p:nvCxnSpPr>
          <p:spPr>
            <a:xfrm>
              <a:off x="712" y="2433"/>
              <a:ext cx="3" cy="0"/>
            </a:xfrm>
            <a:prstGeom prst="line">
              <a:avLst/>
            </a:prstGeom>
            <a:noFill/>
            <a:ln>
              <a:noFill/>
              <a:miter lim="800000"/>
            </a:ln>
            <a:effectLst/>
          </p:spPr>
        </p:cxnSp>
        <p:cxnSp>
          <p:nvCxnSpPr>
            <p:cNvPr id="50465" name=""/>
            <p:cNvCxnSpPr/>
            <p:nvPr/>
          </p:nvCxnSpPr>
          <p:spPr>
            <a:xfrm>
              <a:off x="712" y="2433"/>
              <a:ext cx="3" cy="0"/>
            </a:xfrm>
            <a:prstGeom prst="line">
              <a:avLst/>
            </a:prstGeom>
            <a:noFill/>
            <a:ln>
              <a:noFill/>
              <a:miter lim="800000"/>
            </a:ln>
            <a:effectLst/>
          </p:spPr>
        </p:cxnSp>
        <p:cxnSp>
          <p:nvCxnSpPr>
            <p:cNvPr id="50466" name=""/>
            <p:cNvCxnSpPr/>
            <p:nvPr/>
          </p:nvCxnSpPr>
          <p:spPr>
            <a:xfrm>
              <a:off x="712" y="2433"/>
              <a:ext cx="3" cy="0"/>
            </a:xfrm>
            <a:prstGeom prst="line">
              <a:avLst/>
            </a:prstGeom>
            <a:noFill/>
            <a:ln>
              <a:noFill/>
              <a:miter lim="800000"/>
            </a:ln>
            <a:effectLst/>
          </p:spPr>
        </p:cxnSp>
        <p:cxnSp>
          <p:nvCxnSpPr>
            <p:cNvPr id="50467" name=""/>
            <p:cNvCxnSpPr/>
            <p:nvPr/>
          </p:nvCxnSpPr>
          <p:spPr>
            <a:xfrm>
              <a:off x="712" y="2433"/>
              <a:ext cx="3" cy="0"/>
            </a:xfrm>
            <a:prstGeom prst="line">
              <a:avLst/>
            </a:prstGeom>
            <a:noFill/>
            <a:ln>
              <a:noFill/>
              <a:miter lim="800000"/>
            </a:ln>
            <a:effectLst/>
          </p:spPr>
        </p:cxnSp>
        <p:cxnSp>
          <p:nvCxnSpPr>
            <p:cNvPr id="50468" name=""/>
            <p:cNvCxnSpPr/>
            <p:nvPr/>
          </p:nvCxnSpPr>
          <p:spPr>
            <a:xfrm>
              <a:off x="712" y="2433"/>
              <a:ext cx="3" cy="0"/>
            </a:xfrm>
            <a:prstGeom prst="line">
              <a:avLst/>
            </a:prstGeom>
            <a:noFill/>
            <a:ln>
              <a:noFill/>
              <a:miter lim="800000"/>
            </a:ln>
            <a:effectLst/>
          </p:spPr>
        </p:cxnSp>
        <p:cxnSp>
          <p:nvCxnSpPr>
            <p:cNvPr id="50469" name=""/>
            <p:cNvCxnSpPr/>
            <p:nvPr/>
          </p:nvCxnSpPr>
          <p:spPr>
            <a:xfrm>
              <a:off x="712" y="2433"/>
              <a:ext cx="3" cy="0"/>
            </a:xfrm>
            <a:prstGeom prst="line">
              <a:avLst/>
            </a:prstGeom>
            <a:noFill/>
            <a:ln>
              <a:noFill/>
              <a:miter lim="800000"/>
            </a:ln>
            <a:effectLst/>
          </p:spPr>
        </p:cxnSp>
        <p:sp>
          <p:nvSpPr>
            <p:cNvPr id="50470" name=""/>
            <p:cNvSpPr/>
            <p:nvPr/>
          </p:nvSpPr>
          <p:spPr>
            <a:xfrm>
              <a:off x="709" y="242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471" name=""/>
            <p:cNvCxnSpPr/>
            <p:nvPr/>
          </p:nvCxnSpPr>
          <p:spPr>
            <a:xfrm>
              <a:off x="712" y="2433"/>
              <a:ext cx="3" cy="0"/>
            </a:xfrm>
            <a:prstGeom prst="line">
              <a:avLst/>
            </a:prstGeom>
            <a:noFill/>
            <a:ln>
              <a:noFill/>
              <a:miter lim="800000"/>
            </a:ln>
            <a:effectLst/>
          </p:spPr>
        </p:cxnSp>
        <p:cxnSp>
          <p:nvCxnSpPr>
            <p:cNvPr id="50472" name=""/>
            <p:cNvCxnSpPr/>
            <p:nvPr/>
          </p:nvCxnSpPr>
          <p:spPr>
            <a:xfrm>
              <a:off x="712" y="2433"/>
              <a:ext cx="3" cy="0"/>
            </a:xfrm>
            <a:prstGeom prst="line">
              <a:avLst/>
            </a:prstGeom>
            <a:noFill/>
            <a:ln>
              <a:noFill/>
              <a:miter lim="800000"/>
            </a:ln>
            <a:effectLst/>
          </p:spPr>
        </p:cxnSp>
        <p:cxnSp>
          <p:nvCxnSpPr>
            <p:cNvPr id="50473" name=""/>
            <p:cNvCxnSpPr/>
            <p:nvPr/>
          </p:nvCxnSpPr>
          <p:spPr>
            <a:xfrm>
              <a:off x="712" y="2433"/>
              <a:ext cx="3" cy="0"/>
            </a:xfrm>
            <a:prstGeom prst="line">
              <a:avLst/>
            </a:prstGeom>
            <a:noFill/>
            <a:ln>
              <a:noFill/>
              <a:miter lim="800000"/>
            </a:ln>
            <a:effectLst/>
          </p:spPr>
        </p:cxnSp>
        <p:cxnSp>
          <p:nvCxnSpPr>
            <p:cNvPr id="50474" name=""/>
            <p:cNvCxnSpPr/>
            <p:nvPr/>
          </p:nvCxnSpPr>
          <p:spPr>
            <a:xfrm>
              <a:off x="712" y="2433"/>
              <a:ext cx="3" cy="0"/>
            </a:xfrm>
            <a:prstGeom prst="line">
              <a:avLst/>
            </a:prstGeom>
            <a:noFill/>
            <a:ln>
              <a:noFill/>
              <a:miter lim="800000"/>
            </a:ln>
            <a:effectLst/>
          </p:spPr>
        </p:cxnSp>
        <p:cxnSp>
          <p:nvCxnSpPr>
            <p:cNvPr id="50475" name=""/>
            <p:cNvCxnSpPr/>
            <p:nvPr/>
          </p:nvCxnSpPr>
          <p:spPr>
            <a:xfrm>
              <a:off x="712" y="2433"/>
              <a:ext cx="3" cy="0"/>
            </a:xfrm>
            <a:prstGeom prst="line">
              <a:avLst/>
            </a:prstGeom>
            <a:noFill/>
            <a:ln>
              <a:noFill/>
              <a:miter lim="800000"/>
            </a:ln>
            <a:effectLst/>
          </p:spPr>
        </p:cxnSp>
        <p:sp>
          <p:nvSpPr>
            <p:cNvPr id="50476" name=""/>
            <p:cNvSpPr/>
            <p:nvPr/>
          </p:nvSpPr>
          <p:spPr>
            <a:xfrm>
              <a:off x="709" y="242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477" name=""/>
            <p:cNvCxnSpPr/>
            <p:nvPr/>
          </p:nvCxnSpPr>
          <p:spPr>
            <a:xfrm>
              <a:off x="712" y="2432"/>
              <a:ext cx="3" cy="0"/>
            </a:xfrm>
            <a:prstGeom prst="line">
              <a:avLst/>
            </a:prstGeom>
            <a:noFill/>
            <a:ln>
              <a:noFill/>
              <a:miter lim="800000"/>
            </a:ln>
            <a:effectLst/>
          </p:spPr>
        </p:cxnSp>
        <p:sp>
          <p:nvSpPr>
            <p:cNvPr id="50478" name=""/>
            <p:cNvSpPr/>
            <p:nvPr/>
          </p:nvSpPr>
          <p:spPr>
            <a:xfrm>
              <a:off x="708" y="2429"/>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0479" name=""/>
            <p:cNvSpPr/>
            <p:nvPr/>
          </p:nvSpPr>
          <p:spPr>
            <a:xfrm>
              <a:off x="709" y="2340"/>
              <a:ext cx="87" cy="17"/>
            </a:xfrm>
            <a:custGeom>
              <a:pathLst>
                <a:path w="87" h="17">
                  <a:moveTo>
                    <a:pt x="0" y="16"/>
                  </a:moveTo>
                  <a:lnTo>
                    <a:pt x="0" y="0"/>
                  </a:lnTo>
                  <a:lnTo>
                    <a:pt x="86" y="0"/>
                  </a:lnTo>
                  <a:lnTo>
                    <a:pt x="86" y="16"/>
                  </a:lnTo>
                  <a:lnTo>
                    <a:pt x="0" y="16"/>
                  </a:lnTo>
                </a:path>
              </a:pathLst>
            </a:custGeom>
            <a:solidFill>
              <a:srgbClr val="505020"/>
            </a:solidFill>
            <a:ln cap="rnd">
              <a:noFill/>
              <a:round/>
            </a:ln>
            <a:effectLst/>
          </p:spPr>
        </p:sp>
        <p:sp>
          <p:nvSpPr>
            <p:cNvPr id="50480" name=""/>
            <p:cNvSpPr/>
            <p:nvPr/>
          </p:nvSpPr>
          <p:spPr>
            <a:xfrm>
              <a:off x="726" y="2337"/>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0481" name=""/>
            <p:cNvSpPr/>
            <p:nvPr/>
          </p:nvSpPr>
          <p:spPr>
            <a:xfrm>
              <a:off x="726" y="2347"/>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0482" name=""/>
            <p:cNvSpPr/>
            <p:nvPr/>
          </p:nvSpPr>
          <p:spPr>
            <a:xfrm>
              <a:off x="733" y="2410"/>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0483" name=""/>
            <p:cNvSpPr/>
            <p:nvPr/>
          </p:nvSpPr>
          <p:spPr>
            <a:xfrm>
              <a:off x="728" y="2431"/>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50484" name=""/>
            <p:cNvSpPr/>
            <p:nvPr/>
          </p:nvSpPr>
          <p:spPr>
            <a:xfrm>
              <a:off x="743" y="2419"/>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50485" name=""/>
            <p:cNvSpPr/>
            <p:nvPr/>
          </p:nvSpPr>
          <p:spPr>
            <a:xfrm>
              <a:off x="766" y="2421"/>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0486" name=""/>
            <p:cNvCxnSpPr/>
            <p:nvPr/>
          </p:nvCxnSpPr>
          <p:spPr>
            <a:xfrm flipH="1">
              <a:off x="730" y="2374"/>
              <a:ext cx="0" cy="13"/>
            </a:xfrm>
            <a:prstGeom prst="line">
              <a:avLst/>
            </a:prstGeom>
            <a:noFill/>
            <a:ln>
              <a:noFill/>
              <a:miter lim="800000"/>
            </a:ln>
            <a:effectLst/>
          </p:spPr>
        </p:cxnSp>
        <p:cxnSp>
          <p:nvCxnSpPr>
            <p:cNvPr id="50487" name=""/>
            <p:cNvCxnSpPr/>
            <p:nvPr/>
          </p:nvCxnSpPr>
          <p:spPr>
            <a:xfrm flipH="1">
              <a:off x="730" y="2369"/>
              <a:ext cx="0" cy="1"/>
            </a:xfrm>
            <a:prstGeom prst="line">
              <a:avLst/>
            </a:prstGeom>
            <a:noFill/>
            <a:ln>
              <a:noFill/>
              <a:miter lim="800000"/>
            </a:ln>
            <a:effectLst/>
          </p:spPr>
        </p:cxnSp>
        <p:sp>
          <p:nvSpPr>
            <p:cNvPr id="50488" name=""/>
            <p:cNvSpPr/>
            <p:nvPr/>
          </p:nvSpPr>
          <p:spPr>
            <a:xfrm>
              <a:off x="722" y="2369"/>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489" name=""/>
            <p:cNvSpPr/>
            <p:nvPr/>
          </p:nvSpPr>
          <p:spPr>
            <a:xfrm>
              <a:off x="744" y="2366"/>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490" name=""/>
            <p:cNvSpPr/>
            <p:nvPr/>
          </p:nvSpPr>
          <p:spPr>
            <a:xfrm>
              <a:off x="744" y="237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491" name=""/>
            <p:cNvSpPr/>
            <p:nvPr/>
          </p:nvSpPr>
          <p:spPr>
            <a:xfrm>
              <a:off x="768" y="2370"/>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492" name=""/>
            <p:cNvSpPr/>
            <p:nvPr/>
          </p:nvSpPr>
          <p:spPr>
            <a:xfrm>
              <a:off x="726" y="2375"/>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0493" name=""/>
            <p:cNvSpPr/>
            <p:nvPr/>
          </p:nvSpPr>
          <p:spPr>
            <a:xfrm>
              <a:off x="730" y="2383"/>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0494" name=""/>
            <p:cNvSpPr/>
            <p:nvPr/>
          </p:nvSpPr>
          <p:spPr>
            <a:xfrm>
              <a:off x="764" y="2375"/>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0495" name=""/>
            <p:cNvSpPr/>
            <p:nvPr/>
          </p:nvSpPr>
          <p:spPr>
            <a:xfrm>
              <a:off x="768" y="2367"/>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496" name=""/>
            <p:cNvSpPr/>
            <p:nvPr/>
          </p:nvSpPr>
          <p:spPr>
            <a:xfrm>
              <a:off x="781" y="2369"/>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497" name=""/>
            <p:cNvSpPr/>
            <p:nvPr/>
          </p:nvSpPr>
          <p:spPr>
            <a:xfrm>
              <a:off x="730" y="2366"/>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0498" name=""/>
            <p:cNvSpPr/>
            <p:nvPr/>
          </p:nvSpPr>
          <p:spPr>
            <a:xfrm>
              <a:off x="723" y="2369"/>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499" name=""/>
            <p:cNvSpPr/>
            <p:nvPr/>
          </p:nvSpPr>
          <p:spPr>
            <a:xfrm>
              <a:off x="726" y="2366"/>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0500" name=""/>
            <p:cNvCxnSpPr/>
            <p:nvPr/>
          </p:nvCxnSpPr>
          <p:spPr>
            <a:xfrm>
              <a:off x="728" y="2370"/>
              <a:ext cx="20" cy="0"/>
            </a:xfrm>
            <a:prstGeom prst="line">
              <a:avLst/>
            </a:prstGeom>
            <a:noFill/>
            <a:ln>
              <a:noFill/>
              <a:miter lim="800000"/>
            </a:ln>
            <a:effectLst/>
          </p:spPr>
        </p:cxnSp>
        <p:cxnSp>
          <p:nvCxnSpPr>
            <p:cNvPr id="50501" name=""/>
            <p:cNvCxnSpPr/>
            <p:nvPr/>
          </p:nvCxnSpPr>
          <p:spPr>
            <a:xfrm flipH="1">
              <a:off x="748" y="2374"/>
              <a:ext cx="0" cy="2"/>
            </a:xfrm>
            <a:prstGeom prst="line">
              <a:avLst/>
            </a:prstGeom>
            <a:noFill/>
            <a:ln>
              <a:noFill/>
              <a:miter lim="800000"/>
            </a:ln>
            <a:effectLst/>
          </p:spPr>
        </p:cxnSp>
        <p:sp>
          <p:nvSpPr>
            <p:cNvPr id="50502" name=""/>
            <p:cNvSpPr/>
            <p:nvPr/>
          </p:nvSpPr>
          <p:spPr>
            <a:xfrm>
              <a:off x="748" y="2370"/>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503" name=""/>
            <p:cNvSpPr/>
            <p:nvPr/>
          </p:nvSpPr>
          <p:spPr>
            <a:xfrm>
              <a:off x="763" y="2370"/>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504" name=""/>
            <p:cNvSpPr/>
            <p:nvPr/>
          </p:nvSpPr>
          <p:spPr>
            <a:xfrm>
              <a:off x="763" y="236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505" name=""/>
            <p:cNvSpPr/>
            <p:nvPr/>
          </p:nvSpPr>
          <p:spPr>
            <a:xfrm>
              <a:off x="748" y="236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506" name=""/>
            <p:cNvSpPr/>
            <p:nvPr/>
          </p:nvSpPr>
          <p:spPr>
            <a:xfrm>
              <a:off x="773" y="2377"/>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0507" name=""/>
            <p:cNvSpPr/>
            <p:nvPr/>
          </p:nvSpPr>
          <p:spPr>
            <a:xfrm>
              <a:off x="730" y="2332"/>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0508" name=""/>
            <p:cNvSpPr/>
            <p:nvPr/>
          </p:nvSpPr>
          <p:spPr>
            <a:xfrm>
              <a:off x="764" y="2335"/>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0509" name=""/>
            <p:cNvSpPr/>
            <p:nvPr/>
          </p:nvSpPr>
          <p:spPr>
            <a:xfrm>
              <a:off x="764" y="2349"/>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0510" name=""/>
            <p:cNvSpPr/>
            <p:nvPr/>
          </p:nvSpPr>
          <p:spPr>
            <a:xfrm>
              <a:off x="730" y="2350"/>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0511" name=""/>
            <p:cNvSpPr/>
            <p:nvPr/>
          </p:nvSpPr>
          <p:spPr>
            <a:xfrm>
              <a:off x="705" y="2342"/>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0512" name=""/>
            <p:cNvSpPr/>
            <p:nvPr/>
          </p:nvSpPr>
          <p:spPr>
            <a:xfrm>
              <a:off x="733" y="2426"/>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0513" name=""/>
            <p:cNvCxnSpPr/>
            <p:nvPr/>
          </p:nvCxnSpPr>
          <p:spPr>
            <a:xfrm flipH="1">
              <a:off x="803" y="2410"/>
              <a:ext cx="0" cy="14"/>
            </a:xfrm>
            <a:prstGeom prst="line">
              <a:avLst/>
            </a:prstGeom>
            <a:noFill/>
            <a:ln>
              <a:noFill/>
              <a:miter lim="800000"/>
            </a:ln>
            <a:effectLst/>
          </p:spPr>
        </p:cxnSp>
        <p:sp>
          <p:nvSpPr>
            <p:cNvPr id="50514" name=""/>
            <p:cNvSpPr/>
            <p:nvPr/>
          </p:nvSpPr>
          <p:spPr>
            <a:xfrm>
              <a:off x="733" y="2404"/>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0515" name=""/>
            <p:cNvSpPr/>
            <p:nvPr/>
          </p:nvSpPr>
          <p:spPr>
            <a:xfrm>
              <a:off x="730" y="2410"/>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0516" name=""/>
            <p:cNvSpPr/>
            <p:nvPr/>
          </p:nvSpPr>
          <p:spPr>
            <a:xfrm>
              <a:off x="733" y="2418"/>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0517" name=""/>
            <p:cNvSpPr/>
            <p:nvPr/>
          </p:nvSpPr>
          <p:spPr>
            <a:xfrm>
              <a:off x="689" y="2450"/>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50518" name=""/>
            <p:cNvSpPr/>
            <p:nvPr/>
          </p:nvSpPr>
          <p:spPr>
            <a:xfrm>
              <a:off x="708" y="2452"/>
              <a:ext cx="87" cy="17"/>
            </a:xfrm>
            <a:custGeom>
              <a:pathLst>
                <a:path w="87" h="17">
                  <a:moveTo>
                    <a:pt x="1" y="16"/>
                  </a:moveTo>
                  <a:lnTo>
                    <a:pt x="84" y="16"/>
                  </a:lnTo>
                  <a:lnTo>
                    <a:pt x="85" y="16"/>
                  </a:lnTo>
                  <a:lnTo>
                    <a:pt x="85" y="14"/>
                  </a:lnTo>
                  <a:lnTo>
                    <a:pt x="86" y="3"/>
                  </a:lnTo>
                  <a:lnTo>
                    <a:pt x="85" y="1"/>
                  </a:lnTo>
                  <a:lnTo>
                    <a:pt x="84"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0519" name=""/>
            <p:cNvSpPr/>
            <p:nvPr/>
          </p:nvSpPr>
          <p:spPr>
            <a:xfrm>
              <a:off x="748" y="2294"/>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0520" name=""/>
            <p:cNvSpPr/>
            <p:nvPr/>
          </p:nvSpPr>
          <p:spPr>
            <a:xfrm>
              <a:off x="750" y="2298"/>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0521" name=""/>
            <p:cNvSpPr/>
            <p:nvPr/>
          </p:nvSpPr>
          <p:spPr>
            <a:xfrm>
              <a:off x="701" y="2290"/>
              <a:ext cx="103" cy="17"/>
            </a:xfrm>
            <a:custGeom>
              <a:pathLst>
                <a:path w="103" h="17">
                  <a:moveTo>
                    <a:pt x="8" y="0"/>
                  </a:moveTo>
                  <a:lnTo>
                    <a:pt x="95" y="0"/>
                  </a:lnTo>
                  <a:lnTo>
                    <a:pt x="97" y="1"/>
                  </a:lnTo>
                  <a:lnTo>
                    <a:pt x="98" y="1"/>
                  </a:lnTo>
                  <a:lnTo>
                    <a:pt x="99" y="2"/>
                  </a:lnTo>
                  <a:lnTo>
                    <a:pt x="100" y="2"/>
                  </a:lnTo>
                  <a:lnTo>
                    <a:pt x="101" y="4"/>
                  </a:lnTo>
                  <a:lnTo>
                    <a:pt x="102" y="4"/>
                  </a:lnTo>
                  <a:lnTo>
                    <a:pt x="102" y="6"/>
                  </a:lnTo>
                  <a:lnTo>
                    <a:pt x="102" y="9"/>
                  </a:lnTo>
                  <a:lnTo>
                    <a:pt x="102" y="11"/>
                  </a:lnTo>
                  <a:lnTo>
                    <a:pt x="101" y="11"/>
                  </a:lnTo>
                  <a:lnTo>
                    <a:pt x="100" y="13"/>
                  </a:lnTo>
                  <a:lnTo>
                    <a:pt x="99" y="14"/>
                  </a:lnTo>
                  <a:lnTo>
                    <a:pt x="98" y="14"/>
                  </a:lnTo>
                  <a:lnTo>
                    <a:pt x="97" y="16"/>
                  </a:lnTo>
                  <a:lnTo>
                    <a:pt x="95" y="16"/>
                  </a:lnTo>
                  <a:lnTo>
                    <a:pt x="93" y="16"/>
                  </a:lnTo>
                  <a:lnTo>
                    <a:pt x="8"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8" y="0"/>
                  </a:lnTo>
                </a:path>
              </a:pathLst>
            </a:custGeom>
            <a:solidFill>
              <a:srgbClr val="F0E0C0"/>
            </a:solidFill>
            <a:ln cap="rnd">
              <a:noFill/>
              <a:round/>
            </a:ln>
            <a:effectLst/>
          </p:spPr>
        </p:sp>
        <p:sp>
          <p:nvSpPr>
            <p:cNvPr id="50522" name=""/>
            <p:cNvSpPr/>
            <p:nvPr/>
          </p:nvSpPr>
          <p:spPr>
            <a:xfrm>
              <a:off x="701" y="2290"/>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50523" name=""/>
            <p:cNvSpPr/>
            <p:nvPr/>
          </p:nvSpPr>
          <p:spPr>
            <a:xfrm>
              <a:off x="702" y="2291"/>
              <a:ext cx="55" cy="17"/>
            </a:xfrm>
            <a:custGeom>
              <a:pathLst>
                <a:path w="55" h="17">
                  <a:moveTo>
                    <a:pt x="8" y="0"/>
                  </a:moveTo>
                  <a:lnTo>
                    <a:pt x="45" y="0"/>
                  </a:lnTo>
                  <a:lnTo>
                    <a:pt x="46" y="0"/>
                  </a:lnTo>
                  <a:lnTo>
                    <a:pt x="49" y="1"/>
                  </a:lnTo>
                  <a:lnTo>
                    <a:pt x="51" y="1"/>
                  </a:lnTo>
                  <a:lnTo>
                    <a:pt x="51" y="1"/>
                  </a:lnTo>
                  <a:lnTo>
                    <a:pt x="53" y="2"/>
                  </a:lnTo>
                  <a:lnTo>
                    <a:pt x="53" y="2"/>
                  </a:lnTo>
                  <a:lnTo>
                    <a:pt x="54" y="4"/>
                  </a:lnTo>
                  <a:lnTo>
                    <a:pt x="54" y="5"/>
                  </a:lnTo>
                  <a:lnTo>
                    <a:pt x="54" y="5"/>
                  </a:lnTo>
                  <a:lnTo>
                    <a:pt x="54" y="10"/>
                  </a:lnTo>
                  <a:lnTo>
                    <a:pt x="54" y="11"/>
                  </a:lnTo>
                  <a:lnTo>
                    <a:pt x="53" y="13"/>
                  </a:lnTo>
                  <a:lnTo>
                    <a:pt x="52" y="14"/>
                  </a:lnTo>
                  <a:lnTo>
                    <a:pt x="51" y="14"/>
                  </a:lnTo>
                  <a:lnTo>
                    <a:pt x="49" y="16"/>
                  </a:lnTo>
                  <a:lnTo>
                    <a:pt x="45" y="16"/>
                  </a:lnTo>
                  <a:lnTo>
                    <a:pt x="45" y="16"/>
                  </a:lnTo>
                  <a:lnTo>
                    <a:pt x="8"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8" y="0"/>
                  </a:lnTo>
                </a:path>
              </a:pathLst>
            </a:custGeom>
            <a:solidFill>
              <a:srgbClr val="F0E0C0"/>
            </a:solidFill>
            <a:ln cap="rnd">
              <a:noFill/>
              <a:round/>
            </a:ln>
            <a:effectLst/>
          </p:spPr>
        </p:sp>
        <p:sp>
          <p:nvSpPr>
            <p:cNvPr id="50524" name=""/>
            <p:cNvSpPr/>
            <p:nvPr/>
          </p:nvSpPr>
          <p:spPr>
            <a:xfrm>
              <a:off x="702" y="2291"/>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0525" name=""/>
            <p:cNvSpPr/>
            <p:nvPr/>
          </p:nvSpPr>
          <p:spPr>
            <a:xfrm>
              <a:off x="748" y="2294"/>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0526" name=""/>
            <p:cNvSpPr/>
            <p:nvPr/>
          </p:nvSpPr>
          <p:spPr>
            <a:xfrm>
              <a:off x="707" y="2296"/>
              <a:ext cx="42" cy="17"/>
            </a:xfrm>
            <a:custGeom>
              <a:pathLst>
                <a:path w="42" h="17">
                  <a:moveTo>
                    <a:pt x="0" y="16"/>
                  </a:moveTo>
                  <a:lnTo>
                    <a:pt x="41" y="16"/>
                  </a:lnTo>
                  <a:lnTo>
                    <a:pt x="40" y="0"/>
                  </a:lnTo>
                  <a:lnTo>
                    <a:pt x="0" y="0"/>
                  </a:lnTo>
                  <a:lnTo>
                    <a:pt x="0" y="16"/>
                  </a:lnTo>
                </a:path>
              </a:pathLst>
            </a:custGeom>
            <a:solidFill>
              <a:srgbClr val="FF6000"/>
            </a:solidFill>
            <a:ln cap="rnd">
              <a:noFill/>
              <a:round/>
            </a:ln>
            <a:effectLst/>
          </p:spPr>
        </p:sp>
        <p:sp>
          <p:nvSpPr>
            <p:cNvPr id="50527" name=""/>
            <p:cNvSpPr/>
            <p:nvPr/>
          </p:nvSpPr>
          <p:spPr>
            <a:xfrm>
              <a:off x="744" y="2294"/>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0528" name=""/>
            <p:cNvSpPr/>
            <p:nvPr/>
          </p:nvSpPr>
          <p:spPr>
            <a:xfrm>
              <a:off x="742" y="2294"/>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0529" name=""/>
            <p:cNvSpPr/>
            <p:nvPr/>
          </p:nvSpPr>
          <p:spPr>
            <a:xfrm>
              <a:off x="738" y="2294"/>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0530" name=""/>
            <p:cNvSpPr/>
            <p:nvPr/>
          </p:nvSpPr>
          <p:spPr>
            <a:xfrm>
              <a:off x="733" y="2294"/>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0531" name=""/>
            <p:cNvSpPr/>
            <p:nvPr/>
          </p:nvSpPr>
          <p:spPr>
            <a:xfrm>
              <a:off x="730" y="2294"/>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0532" name=""/>
            <p:cNvSpPr/>
            <p:nvPr/>
          </p:nvSpPr>
          <p:spPr>
            <a:xfrm>
              <a:off x="780" y="2291"/>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0533" name=""/>
            <p:cNvSpPr/>
            <p:nvPr/>
          </p:nvSpPr>
          <p:spPr>
            <a:xfrm>
              <a:off x="783" y="2290"/>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0534" name=""/>
            <p:cNvSpPr/>
            <p:nvPr/>
          </p:nvSpPr>
          <p:spPr>
            <a:xfrm>
              <a:off x="783" y="2291"/>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0535" name=""/>
            <p:cNvSpPr/>
            <p:nvPr/>
          </p:nvSpPr>
          <p:spPr>
            <a:xfrm>
              <a:off x="784" y="2291"/>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0536" name=""/>
            <p:cNvSpPr/>
            <p:nvPr/>
          </p:nvSpPr>
          <p:spPr>
            <a:xfrm>
              <a:off x="788" y="2293"/>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0537" name=""/>
            <p:cNvSpPr/>
            <p:nvPr/>
          </p:nvSpPr>
          <p:spPr>
            <a:xfrm>
              <a:off x="789" y="2296"/>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0538" name=""/>
            <p:cNvCxnSpPr/>
            <p:nvPr/>
          </p:nvCxnSpPr>
          <p:spPr>
            <a:xfrm flipH="1">
              <a:off x="796" y="2296"/>
              <a:ext cx="0" cy="4"/>
            </a:xfrm>
            <a:prstGeom prst="line">
              <a:avLst/>
            </a:prstGeom>
            <a:noFill/>
            <a:ln w="12700">
              <a:solidFill>
                <a:prstClr val="black"/>
              </a:solidFill>
              <a:miter lim="800000"/>
            </a:ln>
            <a:effectLst/>
          </p:spPr>
        </p:cxnSp>
        <p:sp>
          <p:nvSpPr>
            <p:cNvPr id="50539" name=""/>
            <p:cNvSpPr/>
            <p:nvPr/>
          </p:nvSpPr>
          <p:spPr>
            <a:xfrm>
              <a:off x="752" y="2286"/>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50540" name=""/>
            <p:cNvSpPr/>
            <p:nvPr/>
          </p:nvSpPr>
          <p:spPr>
            <a:xfrm>
              <a:off x="752" y="2303"/>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0541" name=""/>
            <p:cNvSpPr/>
            <p:nvPr/>
          </p:nvSpPr>
          <p:spPr>
            <a:xfrm>
              <a:off x="800" y="2290"/>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0542" name=""/>
            <p:cNvSpPr/>
            <p:nvPr/>
          </p:nvSpPr>
          <p:spPr>
            <a:xfrm>
              <a:off x="761" y="2290"/>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0543" name=""/>
            <p:cNvSpPr/>
            <p:nvPr/>
          </p:nvSpPr>
          <p:spPr>
            <a:xfrm>
              <a:off x="770" y="2286"/>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0544" name=""/>
            <p:cNvSpPr/>
            <p:nvPr/>
          </p:nvSpPr>
          <p:spPr>
            <a:xfrm>
              <a:off x="775" y="2290"/>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0545" name=""/>
            <p:cNvSpPr/>
            <p:nvPr/>
          </p:nvSpPr>
          <p:spPr>
            <a:xfrm>
              <a:off x="775" y="2295"/>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0546" name=""/>
            <p:cNvSpPr/>
            <p:nvPr/>
          </p:nvSpPr>
          <p:spPr>
            <a:xfrm>
              <a:off x="775" y="2300"/>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0547" name=""/>
            <p:cNvSpPr/>
            <p:nvPr/>
          </p:nvSpPr>
          <p:spPr>
            <a:xfrm>
              <a:off x="770" y="2303"/>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0548" name=""/>
            <p:cNvSpPr/>
            <p:nvPr/>
          </p:nvSpPr>
          <p:spPr>
            <a:xfrm>
              <a:off x="761" y="2303"/>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0549" name=""/>
            <p:cNvSpPr/>
            <p:nvPr/>
          </p:nvSpPr>
          <p:spPr>
            <a:xfrm>
              <a:off x="756" y="2290"/>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0550" name=""/>
            <p:cNvSpPr/>
            <p:nvPr/>
          </p:nvSpPr>
          <p:spPr>
            <a:xfrm>
              <a:off x="761" y="2286"/>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0551" name=""/>
            <p:cNvSpPr/>
            <p:nvPr/>
          </p:nvSpPr>
          <p:spPr>
            <a:xfrm>
              <a:off x="768" y="2293"/>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0552" name=""/>
            <p:cNvSpPr/>
            <p:nvPr/>
          </p:nvSpPr>
          <p:spPr>
            <a:xfrm>
              <a:off x="772" y="2293"/>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0553" name=""/>
            <p:cNvSpPr/>
            <p:nvPr/>
          </p:nvSpPr>
          <p:spPr>
            <a:xfrm>
              <a:off x="774" y="2300"/>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0554" name=""/>
            <p:cNvSpPr/>
            <p:nvPr/>
          </p:nvSpPr>
          <p:spPr>
            <a:xfrm>
              <a:off x="763" y="2291"/>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0555" name=""/>
            <p:cNvSpPr/>
            <p:nvPr/>
          </p:nvSpPr>
          <p:spPr>
            <a:xfrm>
              <a:off x="758" y="2293"/>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0556" name=""/>
            <p:cNvSpPr/>
            <p:nvPr/>
          </p:nvSpPr>
          <p:spPr>
            <a:xfrm>
              <a:off x="762" y="2293"/>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50557" name=""/>
          <p:cNvPicPr/>
          <p:nvPr/>
        </p:nvPicPr>
        <p:blipFill>
          <a:blip r:embed="rId4"/>
          <a:stretch>
            <a:fillRect/>
          </a:stretch>
        </p:blipFill>
        <p:spPr>
          <a:xfrm>
            <a:off x="338138" y="3079750"/>
            <a:ext cx="42862" cy="15875"/>
          </a:xfrm>
          <a:prstGeom prst="rect">
            <a:avLst/>
          </a:prstGeom>
          <a:noFill/>
          <a:ln>
            <a:noFill/>
            <a:miter lim="800000"/>
          </a:ln>
          <a:effectLst/>
        </p:spPr>
      </p:pic>
      <p:grpSp>
        <p:nvGrpSpPr>
          <p:cNvPr id="50558" name=""/>
          <p:cNvGrpSpPr/>
          <p:nvPr/>
        </p:nvGrpSpPr>
        <p:grpSpPr>
          <a:xfrm>
            <a:off x="463550" y="3144838"/>
            <a:ext cx="125413" cy="398462"/>
            <a:chOff x="884" y="2364"/>
            <a:chExt cx="184" cy="426"/>
          </a:xfrm>
        </p:grpSpPr>
        <p:sp>
          <p:nvSpPr>
            <p:cNvPr id="50559" name=""/>
            <p:cNvSpPr/>
            <p:nvPr/>
          </p:nvSpPr>
          <p:spPr>
            <a:xfrm>
              <a:off x="913" y="2553"/>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0560" name=""/>
            <p:cNvSpPr/>
            <p:nvPr/>
          </p:nvSpPr>
          <p:spPr>
            <a:xfrm>
              <a:off x="913" y="275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61" name=""/>
            <p:cNvSpPr/>
            <p:nvPr/>
          </p:nvSpPr>
          <p:spPr>
            <a:xfrm>
              <a:off x="913" y="274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62" name=""/>
            <p:cNvSpPr/>
            <p:nvPr/>
          </p:nvSpPr>
          <p:spPr>
            <a:xfrm>
              <a:off x="913" y="2736"/>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50563" name=""/>
            <p:cNvSpPr/>
            <p:nvPr/>
          </p:nvSpPr>
          <p:spPr>
            <a:xfrm>
              <a:off x="913" y="273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64" name=""/>
            <p:cNvSpPr/>
            <p:nvPr/>
          </p:nvSpPr>
          <p:spPr>
            <a:xfrm>
              <a:off x="913" y="272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65" name=""/>
            <p:cNvSpPr/>
            <p:nvPr/>
          </p:nvSpPr>
          <p:spPr>
            <a:xfrm>
              <a:off x="913" y="272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66" name=""/>
            <p:cNvSpPr/>
            <p:nvPr/>
          </p:nvSpPr>
          <p:spPr>
            <a:xfrm>
              <a:off x="913" y="271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67" name=""/>
            <p:cNvSpPr/>
            <p:nvPr/>
          </p:nvSpPr>
          <p:spPr>
            <a:xfrm>
              <a:off x="913" y="270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68" name=""/>
            <p:cNvSpPr/>
            <p:nvPr/>
          </p:nvSpPr>
          <p:spPr>
            <a:xfrm>
              <a:off x="913" y="269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69" name=""/>
            <p:cNvSpPr/>
            <p:nvPr/>
          </p:nvSpPr>
          <p:spPr>
            <a:xfrm>
              <a:off x="913" y="269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70" name=""/>
            <p:cNvSpPr/>
            <p:nvPr/>
          </p:nvSpPr>
          <p:spPr>
            <a:xfrm>
              <a:off x="913" y="268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71" name=""/>
            <p:cNvSpPr/>
            <p:nvPr/>
          </p:nvSpPr>
          <p:spPr>
            <a:xfrm>
              <a:off x="913" y="267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72" name=""/>
            <p:cNvSpPr/>
            <p:nvPr/>
          </p:nvSpPr>
          <p:spPr>
            <a:xfrm>
              <a:off x="913" y="267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73" name=""/>
            <p:cNvSpPr/>
            <p:nvPr/>
          </p:nvSpPr>
          <p:spPr>
            <a:xfrm>
              <a:off x="913" y="266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74" name=""/>
            <p:cNvSpPr/>
            <p:nvPr/>
          </p:nvSpPr>
          <p:spPr>
            <a:xfrm>
              <a:off x="913" y="265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75" name=""/>
            <p:cNvSpPr/>
            <p:nvPr/>
          </p:nvSpPr>
          <p:spPr>
            <a:xfrm>
              <a:off x="913" y="264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76" name=""/>
            <p:cNvSpPr/>
            <p:nvPr/>
          </p:nvSpPr>
          <p:spPr>
            <a:xfrm>
              <a:off x="913" y="264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577" name=""/>
            <p:cNvSpPr/>
            <p:nvPr/>
          </p:nvSpPr>
          <p:spPr>
            <a:xfrm>
              <a:off x="884" y="2773"/>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0578" name=""/>
            <p:cNvSpPr/>
            <p:nvPr/>
          </p:nvSpPr>
          <p:spPr>
            <a:xfrm>
              <a:off x="980" y="2773"/>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0579" name=""/>
            <p:cNvSpPr/>
            <p:nvPr/>
          </p:nvSpPr>
          <p:spPr>
            <a:xfrm>
              <a:off x="936" y="2702"/>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50580" name=""/>
            <p:cNvSpPr/>
            <p:nvPr/>
          </p:nvSpPr>
          <p:spPr>
            <a:xfrm>
              <a:off x="913" y="2364"/>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0581" name=""/>
            <p:cNvSpPr/>
            <p:nvPr/>
          </p:nvSpPr>
          <p:spPr>
            <a:xfrm>
              <a:off x="925" y="2414"/>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0582" name=""/>
            <p:cNvSpPr/>
            <p:nvPr/>
          </p:nvSpPr>
          <p:spPr>
            <a:xfrm>
              <a:off x="929" y="2444"/>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0583" name=""/>
            <p:cNvSpPr/>
            <p:nvPr/>
          </p:nvSpPr>
          <p:spPr>
            <a:xfrm>
              <a:off x="929" y="2475"/>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50584" name=""/>
            <p:cNvSpPr/>
            <p:nvPr/>
          </p:nvSpPr>
          <p:spPr>
            <a:xfrm>
              <a:off x="927" y="2418"/>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0585" name=""/>
            <p:cNvSpPr/>
            <p:nvPr/>
          </p:nvSpPr>
          <p:spPr>
            <a:xfrm>
              <a:off x="954" y="2419"/>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0586" name=""/>
            <p:cNvSpPr/>
            <p:nvPr/>
          </p:nvSpPr>
          <p:spPr>
            <a:xfrm>
              <a:off x="1005" y="241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0587" name=""/>
            <p:cNvSpPr/>
            <p:nvPr/>
          </p:nvSpPr>
          <p:spPr>
            <a:xfrm>
              <a:off x="1005" y="241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0588" name=""/>
            <p:cNvSpPr/>
            <p:nvPr/>
          </p:nvSpPr>
          <p:spPr>
            <a:xfrm>
              <a:off x="932" y="2426"/>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0589" name=""/>
            <p:cNvSpPr/>
            <p:nvPr/>
          </p:nvSpPr>
          <p:spPr>
            <a:xfrm>
              <a:off x="929" y="2446"/>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0590" name=""/>
            <p:cNvSpPr/>
            <p:nvPr/>
          </p:nvSpPr>
          <p:spPr>
            <a:xfrm>
              <a:off x="954" y="2450"/>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0591" name=""/>
            <p:cNvSpPr/>
            <p:nvPr/>
          </p:nvSpPr>
          <p:spPr>
            <a:xfrm>
              <a:off x="996" y="246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0592" name=""/>
            <p:cNvSpPr/>
            <p:nvPr/>
          </p:nvSpPr>
          <p:spPr>
            <a:xfrm>
              <a:off x="996" y="246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0593" name=""/>
            <p:cNvSpPr/>
            <p:nvPr/>
          </p:nvSpPr>
          <p:spPr>
            <a:xfrm>
              <a:off x="950" y="2453"/>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0594" name=""/>
            <p:cNvSpPr/>
            <p:nvPr/>
          </p:nvSpPr>
          <p:spPr>
            <a:xfrm>
              <a:off x="929" y="2482"/>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50595" name=""/>
            <p:cNvSpPr/>
            <p:nvPr/>
          </p:nvSpPr>
          <p:spPr>
            <a:xfrm>
              <a:off x="929" y="2479"/>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0596" name=""/>
            <p:cNvSpPr/>
            <p:nvPr/>
          </p:nvSpPr>
          <p:spPr>
            <a:xfrm>
              <a:off x="1023" y="2482"/>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0597" name=""/>
            <p:cNvSpPr/>
            <p:nvPr/>
          </p:nvSpPr>
          <p:spPr>
            <a:xfrm>
              <a:off x="927" y="2482"/>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50598" name=""/>
            <p:cNvSpPr/>
            <p:nvPr/>
          </p:nvSpPr>
          <p:spPr>
            <a:xfrm>
              <a:off x="923" y="2482"/>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0599" name=""/>
            <p:cNvSpPr/>
            <p:nvPr/>
          </p:nvSpPr>
          <p:spPr>
            <a:xfrm>
              <a:off x="929" y="2486"/>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0600" name=""/>
            <p:cNvSpPr/>
            <p:nvPr/>
          </p:nvSpPr>
          <p:spPr>
            <a:xfrm>
              <a:off x="952" y="2491"/>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0601" name=""/>
            <p:cNvSpPr/>
            <p:nvPr/>
          </p:nvSpPr>
          <p:spPr>
            <a:xfrm>
              <a:off x="957" y="2492"/>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0602" name=""/>
            <p:cNvSpPr/>
            <p:nvPr/>
          </p:nvSpPr>
          <p:spPr>
            <a:xfrm>
              <a:off x="929" y="2478"/>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0603" name=""/>
            <p:cNvSpPr/>
            <p:nvPr/>
          </p:nvSpPr>
          <p:spPr>
            <a:xfrm>
              <a:off x="925" y="2404"/>
              <a:ext cx="103" cy="1"/>
            </a:xfrm>
            <a:custGeom>
              <a:pathLst>
                <a:path w="103" h="1">
                  <a:moveTo>
                    <a:pt x="1" y="0"/>
                  </a:moveTo>
                  <a:lnTo>
                    <a:pt x="100" y="0"/>
                  </a:lnTo>
                  <a:lnTo>
                    <a:pt x="101" y="0"/>
                  </a:lnTo>
                  <a:lnTo>
                    <a:pt x="102" y="0"/>
                  </a:lnTo>
                  <a:lnTo>
                    <a:pt x="102" y="0"/>
                  </a:lnTo>
                  <a:lnTo>
                    <a:pt x="100" y="0"/>
                  </a:lnTo>
                  <a:lnTo>
                    <a:pt x="1" y="0"/>
                  </a:lnTo>
                  <a:lnTo>
                    <a:pt x="0" y="0"/>
                  </a:lnTo>
                  <a:lnTo>
                    <a:pt x="0" y="0"/>
                  </a:lnTo>
                  <a:lnTo>
                    <a:pt x="0" y="0"/>
                  </a:lnTo>
                  <a:lnTo>
                    <a:pt x="1" y="0"/>
                  </a:lnTo>
                </a:path>
              </a:pathLst>
            </a:custGeom>
            <a:solidFill>
              <a:srgbClr val="E0D0A0"/>
            </a:solidFill>
            <a:ln cap="rnd">
              <a:noFill/>
              <a:round/>
            </a:ln>
            <a:effectLst/>
          </p:spPr>
        </p:sp>
        <p:sp>
          <p:nvSpPr>
            <p:cNvPr id="50604" name=""/>
            <p:cNvSpPr/>
            <p:nvPr/>
          </p:nvSpPr>
          <p:spPr>
            <a:xfrm>
              <a:off x="932" y="2427"/>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0605" name=""/>
            <p:cNvSpPr/>
            <p:nvPr/>
          </p:nvSpPr>
          <p:spPr>
            <a:xfrm>
              <a:off x="952" y="2427"/>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50606" name=""/>
            <p:cNvSpPr/>
            <p:nvPr/>
          </p:nvSpPr>
          <p:spPr>
            <a:xfrm>
              <a:off x="994" y="2427"/>
              <a:ext cx="27" cy="17"/>
            </a:xfrm>
            <a:custGeom>
              <a:pathLst>
                <a:path w="27" h="17">
                  <a:moveTo>
                    <a:pt x="0" y="16"/>
                  </a:moveTo>
                  <a:lnTo>
                    <a:pt x="25" y="16"/>
                  </a:lnTo>
                  <a:lnTo>
                    <a:pt x="26" y="10"/>
                  </a:lnTo>
                  <a:lnTo>
                    <a:pt x="25" y="0"/>
                  </a:lnTo>
                  <a:lnTo>
                    <a:pt x="0" y="0"/>
                  </a:lnTo>
                  <a:lnTo>
                    <a:pt x="0" y="10"/>
                  </a:lnTo>
                  <a:lnTo>
                    <a:pt x="0" y="16"/>
                  </a:lnTo>
                </a:path>
              </a:pathLst>
            </a:custGeom>
            <a:solidFill>
              <a:srgbClr val="E0E0B0"/>
            </a:solidFill>
            <a:ln cap="rnd">
              <a:noFill/>
              <a:round/>
            </a:ln>
            <a:effectLst/>
          </p:spPr>
        </p:sp>
        <p:sp>
          <p:nvSpPr>
            <p:cNvPr id="50607" name=""/>
            <p:cNvSpPr/>
            <p:nvPr/>
          </p:nvSpPr>
          <p:spPr>
            <a:xfrm>
              <a:off x="954" y="2433"/>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0608" name=""/>
            <p:cNvSpPr/>
            <p:nvPr/>
          </p:nvSpPr>
          <p:spPr>
            <a:xfrm>
              <a:off x="1007" y="241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609" name=""/>
            <p:cNvSpPr/>
            <p:nvPr/>
          </p:nvSpPr>
          <p:spPr>
            <a:xfrm>
              <a:off x="1000" y="2419"/>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0610" name=""/>
            <p:cNvSpPr/>
            <p:nvPr/>
          </p:nvSpPr>
          <p:spPr>
            <a:xfrm>
              <a:off x="954" y="2433"/>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0611" name=""/>
            <p:cNvSpPr/>
            <p:nvPr/>
          </p:nvSpPr>
          <p:spPr>
            <a:xfrm>
              <a:off x="954" y="2432"/>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0612" name=""/>
            <p:cNvSpPr/>
            <p:nvPr/>
          </p:nvSpPr>
          <p:spPr>
            <a:xfrm>
              <a:off x="952" y="2431"/>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613" name=""/>
            <p:cNvSpPr/>
            <p:nvPr/>
          </p:nvSpPr>
          <p:spPr>
            <a:xfrm>
              <a:off x="940" y="2404"/>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0614" name=""/>
            <p:cNvSpPr/>
            <p:nvPr/>
          </p:nvSpPr>
          <p:spPr>
            <a:xfrm>
              <a:off x="940" y="2404"/>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0615" name=""/>
            <p:cNvCxnSpPr/>
            <p:nvPr/>
          </p:nvCxnSpPr>
          <p:spPr>
            <a:xfrm>
              <a:off x="940" y="2407"/>
              <a:ext cx="2" cy="0"/>
            </a:xfrm>
            <a:prstGeom prst="line">
              <a:avLst/>
            </a:prstGeom>
            <a:noFill/>
            <a:ln>
              <a:noFill/>
              <a:miter lim="800000"/>
            </a:ln>
            <a:effectLst/>
          </p:spPr>
        </p:cxnSp>
        <p:sp>
          <p:nvSpPr>
            <p:cNvPr id="50616" name=""/>
            <p:cNvSpPr/>
            <p:nvPr/>
          </p:nvSpPr>
          <p:spPr>
            <a:xfrm>
              <a:off x="1005" y="2404"/>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0617" name=""/>
            <p:cNvSpPr/>
            <p:nvPr/>
          </p:nvSpPr>
          <p:spPr>
            <a:xfrm>
              <a:off x="1004" y="2404"/>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0618" name=""/>
            <p:cNvSpPr/>
            <p:nvPr/>
          </p:nvSpPr>
          <p:spPr>
            <a:xfrm>
              <a:off x="1001" y="2402"/>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0619" name=""/>
            <p:cNvSpPr/>
            <p:nvPr/>
          </p:nvSpPr>
          <p:spPr>
            <a:xfrm>
              <a:off x="954" y="2465"/>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0620" name=""/>
            <p:cNvSpPr/>
            <p:nvPr/>
          </p:nvSpPr>
          <p:spPr>
            <a:xfrm>
              <a:off x="954" y="2464"/>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0621" name=""/>
            <p:cNvSpPr/>
            <p:nvPr/>
          </p:nvSpPr>
          <p:spPr>
            <a:xfrm>
              <a:off x="952" y="2463"/>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622" name=""/>
            <p:cNvSpPr/>
            <p:nvPr/>
          </p:nvSpPr>
          <p:spPr>
            <a:xfrm>
              <a:off x="933" y="2514"/>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0623" name=""/>
            <p:cNvCxnSpPr/>
            <p:nvPr/>
          </p:nvCxnSpPr>
          <p:spPr>
            <a:xfrm>
              <a:off x="936" y="2518"/>
              <a:ext cx="3" cy="0"/>
            </a:xfrm>
            <a:prstGeom prst="line">
              <a:avLst/>
            </a:prstGeom>
            <a:noFill/>
            <a:ln>
              <a:noFill/>
              <a:miter lim="800000"/>
            </a:ln>
            <a:effectLst/>
          </p:spPr>
        </p:cxnSp>
        <p:cxnSp>
          <p:nvCxnSpPr>
            <p:cNvPr id="50624" name=""/>
            <p:cNvCxnSpPr/>
            <p:nvPr/>
          </p:nvCxnSpPr>
          <p:spPr>
            <a:xfrm>
              <a:off x="936" y="2518"/>
              <a:ext cx="3" cy="0"/>
            </a:xfrm>
            <a:prstGeom prst="line">
              <a:avLst/>
            </a:prstGeom>
            <a:noFill/>
            <a:ln>
              <a:noFill/>
              <a:miter lim="800000"/>
            </a:ln>
            <a:effectLst/>
          </p:spPr>
        </p:cxnSp>
        <p:cxnSp>
          <p:nvCxnSpPr>
            <p:cNvPr id="50625" name=""/>
            <p:cNvCxnSpPr/>
            <p:nvPr/>
          </p:nvCxnSpPr>
          <p:spPr>
            <a:xfrm>
              <a:off x="936" y="2518"/>
              <a:ext cx="3" cy="0"/>
            </a:xfrm>
            <a:prstGeom prst="line">
              <a:avLst/>
            </a:prstGeom>
            <a:noFill/>
            <a:ln>
              <a:noFill/>
              <a:miter lim="800000"/>
            </a:ln>
            <a:effectLst/>
          </p:spPr>
        </p:cxnSp>
        <p:cxnSp>
          <p:nvCxnSpPr>
            <p:cNvPr id="50626" name=""/>
            <p:cNvCxnSpPr/>
            <p:nvPr/>
          </p:nvCxnSpPr>
          <p:spPr>
            <a:xfrm>
              <a:off x="936" y="2518"/>
              <a:ext cx="3" cy="0"/>
            </a:xfrm>
            <a:prstGeom prst="line">
              <a:avLst/>
            </a:prstGeom>
            <a:noFill/>
            <a:ln>
              <a:noFill/>
              <a:miter lim="800000"/>
            </a:ln>
            <a:effectLst/>
          </p:spPr>
        </p:cxnSp>
        <p:cxnSp>
          <p:nvCxnSpPr>
            <p:cNvPr id="50627" name=""/>
            <p:cNvCxnSpPr/>
            <p:nvPr/>
          </p:nvCxnSpPr>
          <p:spPr>
            <a:xfrm>
              <a:off x="936" y="2518"/>
              <a:ext cx="3" cy="0"/>
            </a:xfrm>
            <a:prstGeom prst="line">
              <a:avLst/>
            </a:prstGeom>
            <a:noFill/>
            <a:ln>
              <a:noFill/>
              <a:miter lim="800000"/>
            </a:ln>
            <a:effectLst/>
          </p:spPr>
        </p:cxnSp>
        <p:cxnSp>
          <p:nvCxnSpPr>
            <p:cNvPr id="50628" name=""/>
            <p:cNvCxnSpPr/>
            <p:nvPr/>
          </p:nvCxnSpPr>
          <p:spPr>
            <a:xfrm>
              <a:off x="936" y="2518"/>
              <a:ext cx="3" cy="0"/>
            </a:xfrm>
            <a:prstGeom prst="line">
              <a:avLst/>
            </a:prstGeom>
            <a:noFill/>
            <a:ln>
              <a:noFill/>
              <a:miter lim="800000"/>
            </a:ln>
            <a:effectLst/>
          </p:spPr>
        </p:cxnSp>
        <p:cxnSp>
          <p:nvCxnSpPr>
            <p:cNvPr id="50629" name=""/>
            <p:cNvCxnSpPr/>
            <p:nvPr/>
          </p:nvCxnSpPr>
          <p:spPr>
            <a:xfrm>
              <a:off x="936" y="2518"/>
              <a:ext cx="3" cy="0"/>
            </a:xfrm>
            <a:prstGeom prst="line">
              <a:avLst/>
            </a:prstGeom>
            <a:noFill/>
            <a:ln>
              <a:noFill/>
              <a:miter lim="800000"/>
            </a:ln>
            <a:effectLst/>
          </p:spPr>
        </p:cxnSp>
        <p:sp>
          <p:nvSpPr>
            <p:cNvPr id="50630" name=""/>
            <p:cNvSpPr/>
            <p:nvPr/>
          </p:nvSpPr>
          <p:spPr>
            <a:xfrm>
              <a:off x="933" y="251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631" name=""/>
            <p:cNvCxnSpPr/>
            <p:nvPr/>
          </p:nvCxnSpPr>
          <p:spPr>
            <a:xfrm>
              <a:off x="936" y="2517"/>
              <a:ext cx="3" cy="0"/>
            </a:xfrm>
            <a:prstGeom prst="line">
              <a:avLst/>
            </a:prstGeom>
            <a:noFill/>
            <a:ln>
              <a:noFill/>
              <a:miter lim="800000"/>
            </a:ln>
            <a:effectLst/>
          </p:spPr>
        </p:cxnSp>
        <p:cxnSp>
          <p:nvCxnSpPr>
            <p:cNvPr id="50632" name=""/>
            <p:cNvCxnSpPr/>
            <p:nvPr/>
          </p:nvCxnSpPr>
          <p:spPr>
            <a:xfrm>
              <a:off x="936" y="2517"/>
              <a:ext cx="3" cy="0"/>
            </a:xfrm>
            <a:prstGeom prst="line">
              <a:avLst/>
            </a:prstGeom>
            <a:noFill/>
            <a:ln>
              <a:noFill/>
              <a:miter lim="800000"/>
            </a:ln>
            <a:effectLst/>
          </p:spPr>
        </p:cxnSp>
        <p:cxnSp>
          <p:nvCxnSpPr>
            <p:cNvPr id="50633" name=""/>
            <p:cNvCxnSpPr/>
            <p:nvPr/>
          </p:nvCxnSpPr>
          <p:spPr>
            <a:xfrm>
              <a:off x="936" y="2517"/>
              <a:ext cx="3" cy="0"/>
            </a:xfrm>
            <a:prstGeom prst="line">
              <a:avLst/>
            </a:prstGeom>
            <a:noFill/>
            <a:ln>
              <a:noFill/>
              <a:miter lim="800000"/>
            </a:ln>
            <a:effectLst/>
          </p:spPr>
        </p:cxnSp>
        <p:cxnSp>
          <p:nvCxnSpPr>
            <p:cNvPr id="50634" name=""/>
            <p:cNvCxnSpPr/>
            <p:nvPr/>
          </p:nvCxnSpPr>
          <p:spPr>
            <a:xfrm>
              <a:off x="936" y="2517"/>
              <a:ext cx="3" cy="0"/>
            </a:xfrm>
            <a:prstGeom prst="line">
              <a:avLst/>
            </a:prstGeom>
            <a:noFill/>
            <a:ln>
              <a:noFill/>
              <a:miter lim="800000"/>
            </a:ln>
            <a:effectLst/>
          </p:spPr>
        </p:cxnSp>
        <p:cxnSp>
          <p:nvCxnSpPr>
            <p:cNvPr id="50635" name=""/>
            <p:cNvCxnSpPr/>
            <p:nvPr/>
          </p:nvCxnSpPr>
          <p:spPr>
            <a:xfrm>
              <a:off x="936" y="2517"/>
              <a:ext cx="3" cy="0"/>
            </a:xfrm>
            <a:prstGeom prst="line">
              <a:avLst/>
            </a:prstGeom>
            <a:noFill/>
            <a:ln>
              <a:noFill/>
              <a:miter lim="800000"/>
            </a:ln>
            <a:effectLst/>
          </p:spPr>
        </p:cxnSp>
        <p:cxnSp>
          <p:nvCxnSpPr>
            <p:cNvPr id="50636" name=""/>
            <p:cNvCxnSpPr/>
            <p:nvPr/>
          </p:nvCxnSpPr>
          <p:spPr>
            <a:xfrm>
              <a:off x="936" y="2517"/>
              <a:ext cx="3" cy="0"/>
            </a:xfrm>
            <a:prstGeom prst="line">
              <a:avLst/>
            </a:prstGeom>
            <a:noFill/>
            <a:ln>
              <a:noFill/>
              <a:miter lim="800000"/>
            </a:ln>
            <a:effectLst/>
          </p:spPr>
        </p:cxnSp>
        <p:cxnSp>
          <p:nvCxnSpPr>
            <p:cNvPr id="50637" name=""/>
            <p:cNvCxnSpPr/>
            <p:nvPr/>
          </p:nvCxnSpPr>
          <p:spPr>
            <a:xfrm>
              <a:off x="936" y="2517"/>
              <a:ext cx="3" cy="0"/>
            </a:xfrm>
            <a:prstGeom prst="line">
              <a:avLst/>
            </a:prstGeom>
            <a:noFill/>
            <a:ln>
              <a:noFill/>
              <a:miter lim="800000"/>
            </a:ln>
            <a:effectLst/>
          </p:spPr>
        </p:cxnSp>
        <p:cxnSp>
          <p:nvCxnSpPr>
            <p:cNvPr id="50638" name=""/>
            <p:cNvCxnSpPr/>
            <p:nvPr/>
          </p:nvCxnSpPr>
          <p:spPr>
            <a:xfrm>
              <a:off x="936" y="2517"/>
              <a:ext cx="3" cy="0"/>
            </a:xfrm>
            <a:prstGeom prst="line">
              <a:avLst/>
            </a:prstGeom>
            <a:noFill/>
            <a:ln>
              <a:noFill/>
              <a:miter lim="800000"/>
            </a:ln>
            <a:effectLst/>
          </p:spPr>
        </p:cxnSp>
        <p:cxnSp>
          <p:nvCxnSpPr>
            <p:cNvPr id="50639" name=""/>
            <p:cNvCxnSpPr/>
            <p:nvPr/>
          </p:nvCxnSpPr>
          <p:spPr>
            <a:xfrm>
              <a:off x="936" y="2517"/>
              <a:ext cx="3" cy="0"/>
            </a:xfrm>
            <a:prstGeom prst="line">
              <a:avLst/>
            </a:prstGeom>
            <a:noFill/>
            <a:ln>
              <a:noFill/>
              <a:miter lim="800000"/>
            </a:ln>
            <a:effectLst/>
          </p:spPr>
        </p:cxnSp>
        <p:sp>
          <p:nvSpPr>
            <p:cNvPr id="50640" name=""/>
            <p:cNvSpPr/>
            <p:nvPr/>
          </p:nvSpPr>
          <p:spPr>
            <a:xfrm>
              <a:off x="933" y="251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641" name=""/>
            <p:cNvCxnSpPr/>
            <p:nvPr/>
          </p:nvCxnSpPr>
          <p:spPr>
            <a:xfrm>
              <a:off x="936" y="2517"/>
              <a:ext cx="3" cy="0"/>
            </a:xfrm>
            <a:prstGeom prst="line">
              <a:avLst/>
            </a:prstGeom>
            <a:noFill/>
            <a:ln>
              <a:noFill/>
              <a:miter lim="800000"/>
            </a:ln>
            <a:effectLst/>
          </p:spPr>
        </p:cxnSp>
        <p:cxnSp>
          <p:nvCxnSpPr>
            <p:cNvPr id="50642" name=""/>
            <p:cNvCxnSpPr/>
            <p:nvPr/>
          </p:nvCxnSpPr>
          <p:spPr>
            <a:xfrm>
              <a:off x="936" y="2517"/>
              <a:ext cx="3" cy="0"/>
            </a:xfrm>
            <a:prstGeom prst="line">
              <a:avLst/>
            </a:prstGeom>
            <a:noFill/>
            <a:ln>
              <a:noFill/>
              <a:miter lim="800000"/>
            </a:ln>
            <a:effectLst/>
          </p:spPr>
        </p:cxnSp>
        <p:cxnSp>
          <p:nvCxnSpPr>
            <p:cNvPr id="50643" name=""/>
            <p:cNvCxnSpPr/>
            <p:nvPr/>
          </p:nvCxnSpPr>
          <p:spPr>
            <a:xfrm>
              <a:off x="936" y="2517"/>
              <a:ext cx="3" cy="0"/>
            </a:xfrm>
            <a:prstGeom prst="line">
              <a:avLst/>
            </a:prstGeom>
            <a:noFill/>
            <a:ln>
              <a:noFill/>
              <a:miter lim="800000"/>
            </a:ln>
            <a:effectLst/>
          </p:spPr>
        </p:cxnSp>
        <p:cxnSp>
          <p:nvCxnSpPr>
            <p:cNvPr id="50644" name=""/>
            <p:cNvCxnSpPr/>
            <p:nvPr/>
          </p:nvCxnSpPr>
          <p:spPr>
            <a:xfrm>
              <a:off x="936" y="2517"/>
              <a:ext cx="3" cy="0"/>
            </a:xfrm>
            <a:prstGeom prst="line">
              <a:avLst/>
            </a:prstGeom>
            <a:noFill/>
            <a:ln>
              <a:noFill/>
              <a:miter lim="800000"/>
            </a:ln>
            <a:effectLst/>
          </p:spPr>
        </p:cxnSp>
        <p:cxnSp>
          <p:nvCxnSpPr>
            <p:cNvPr id="50645" name=""/>
            <p:cNvCxnSpPr/>
            <p:nvPr/>
          </p:nvCxnSpPr>
          <p:spPr>
            <a:xfrm>
              <a:off x="936" y="2517"/>
              <a:ext cx="3" cy="0"/>
            </a:xfrm>
            <a:prstGeom prst="line">
              <a:avLst/>
            </a:prstGeom>
            <a:noFill/>
            <a:ln>
              <a:noFill/>
              <a:miter lim="800000"/>
            </a:ln>
            <a:effectLst/>
          </p:spPr>
        </p:cxnSp>
        <p:sp>
          <p:nvSpPr>
            <p:cNvPr id="50646" name=""/>
            <p:cNvSpPr/>
            <p:nvPr/>
          </p:nvSpPr>
          <p:spPr>
            <a:xfrm>
              <a:off x="933" y="251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647" name=""/>
            <p:cNvCxnSpPr/>
            <p:nvPr/>
          </p:nvCxnSpPr>
          <p:spPr>
            <a:xfrm>
              <a:off x="936" y="2516"/>
              <a:ext cx="3" cy="0"/>
            </a:xfrm>
            <a:prstGeom prst="line">
              <a:avLst/>
            </a:prstGeom>
            <a:noFill/>
            <a:ln>
              <a:noFill/>
              <a:miter lim="800000"/>
            </a:ln>
            <a:effectLst/>
          </p:spPr>
        </p:cxnSp>
        <p:sp>
          <p:nvSpPr>
            <p:cNvPr id="50648" name=""/>
            <p:cNvSpPr/>
            <p:nvPr/>
          </p:nvSpPr>
          <p:spPr>
            <a:xfrm>
              <a:off x="932" y="2513"/>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0649" name=""/>
            <p:cNvSpPr/>
            <p:nvPr/>
          </p:nvSpPr>
          <p:spPr>
            <a:xfrm>
              <a:off x="933" y="2424"/>
              <a:ext cx="87" cy="17"/>
            </a:xfrm>
            <a:custGeom>
              <a:pathLst>
                <a:path w="87" h="17">
                  <a:moveTo>
                    <a:pt x="0" y="16"/>
                  </a:moveTo>
                  <a:lnTo>
                    <a:pt x="0" y="0"/>
                  </a:lnTo>
                  <a:lnTo>
                    <a:pt x="86" y="0"/>
                  </a:lnTo>
                  <a:lnTo>
                    <a:pt x="86" y="16"/>
                  </a:lnTo>
                  <a:lnTo>
                    <a:pt x="0" y="16"/>
                  </a:lnTo>
                </a:path>
              </a:pathLst>
            </a:custGeom>
            <a:solidFill>
              <a:srgbClr val="505020"/>
            </a:solidFill>
            <a:ln cap="rnd">
              <a:noFill/>
              <a:round/>
            </a:ln>
            <a:effectLst/>
          </p:spPr>
        </p:sp>
        <p:sp>
          <p:nvSpPr>
            <p:cNvPr id="50650" name=""/>
            <p:cNvSpPr/>
            <p:nvPr/>
          </p:nvSpPr>
          <p:spPr>
            <a:xfrm>
              <a:off x="950" y="2421"/>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0651" name=""/>
            <p:cNvSpPr/>
            <p:nvPr/>
          </p:nvSpPr>
          <p:spPr>
            <a:xfrm>
              <a:off x="950" y="2431"/>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0652" name=""/>
            <p:cNvSpPr/>
            <p:nvPr/>
          </p:nvSpPr>
          <p:spPr>
            <a:xfrm>
              <a:off x="957" y="2494"/>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0653" name=""/>
            <p:cNvSpPr/>
            <p:nvPr/>
          </p:nvSpPr>
          <p:spPr>
            <a:xfrm>
              <a:off x="952" y="2515"/>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50654" name=""/>
            <p:cNvSpPr/>
            <p:nvPr/>
          </p:nvSpPr>
          <p:spPr>
            <a:xfrm>
              <a:off x="967" y="2503"/>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50655" name=""/>
            <p:cNvSpPr/>
            <p:nvPr/>
          </p:nvSpPr>
          <p:spPr>
            <a:xfrm>
              <a:off x="990" y="2505"/>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0656" name=""/>
            <p:cNvCxnSpPr/>
            <p:nvPr/>
          </p:nvCxnSpPr>
          <p:spPr>
            <a:xfrm flipH="1">
              <a:off x="954" y="2458"/>
              <a:ext cx="0" cy="13"/>
            </a:xfrm>
            <a:prstGeom prst="line">
              <a:avLst/>
            </a:prstGeom>
            <a:noFill/>
            <a:ln>
              <a:noFill/>
              <a:miter lim="800000"/>
            </a:ln>
            <a:effectLst/>
          </p:spPr>
        </p:cxnSp>
        <p:cxnSp>
          <p:nvCxnSpPr>
            <p:cNvPr id="50657" name=""/>
            <p:cNvCxnSpPr/>
            <p:nvPr/>
          </p:nvCxnSpPr>
          <p:spPr>
            <a:xfrm flipH="1">
              <a:off x="954" y="2453"/>
              <a:ext cx="0" cy="1"/>
            </a:xfrm>
            <a:prstGeom prst="line">
              <a:avLst/>
            </a:prstGeom>
            <a:noFill/>
            <a:ln>
              <a:noFill/>
              <a:miter lim="800000"/>
            </a:ln>
            <a:effectLst/>
          </p:spPr>
        </p:cxnSp>
        <p:sp>
          <p:nvSpPr>
            <p:cNvPr id="50658" name=""/>
            <p:cNvSpPr/>
            <p:nvPr/>
          </p:nvSpPr>
          <p:spPr>
            <a:xfrm>
              <a:off x="946" y="2453"/>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659" name=""/>
            <p:cNvSpPr/>
            <p:nvPr/>
          </p:nvSpPr>
          <p:spPr>
            <a:xfrm>
              <a:off x="968" y="245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660" name=""/>
            <p:cNvSpPr/>
            <p:nvPr/>
          </p:nvSpPr>
          <p:spPr>
            <a:xfrm>
              <a:off x="968" y="245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661" name=""/>
            <p:cNvSpPr/>
            <p:nvPr/>
          </p:nvSpPr>
          <p:spPr>
            <a:xfrm>
              <a:off x="992" y="245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662" name=""/>
            <p:cNvSpPr/>
            <p:nvPr/>
          </p:nvSpPr>
          <p:spPr>
            <a:xfrm>
              <a:off x="950" y="2459"/>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0663" name=""/>
            <p:cNvSpPr/>
            <p:nvPr/>
          </p:nvSpPr>
          <p:spPr>
            <a:xfrm>
              <a:off x="954" y="2467"/>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0664" name=""/>
            <p:cNvSpPr/>
            <p:nvPr/>
          </p:nvSpPr>
          <p:spPr>
            <a:xfrm>
              <a:off x="988" y="2459"/>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0665" name=""/>
            <p:cNvSpPr/>
            <p:nvPr/>
          </p:nvSpPr>
          <p:spPr>
            <a:xfrm>
              <a:off x="992" y="2451"/>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666" name=""/>
            <p:cNvSpPr/>
            <p:nvPr/>
          </p:nvSpPr>
          <p:spPr>
            <a:xfrm>
              <a:off x="1005" y="245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667" name=""/>
            <p:cNvSpPr/>
            <p:nvPr/>
          </p:nvSpPr>
          <p:spPr>
            <a:xfrm>
              <a:off x="954" y="2450"/>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0668" name=""/>
            <p:cNvSpPr/>
            <p:nvPr/>
          </p:nvSpPr>
          <p:spPr>
            <a:xfrm>
              <a:off x="947" y="245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669" name=""/>
            <p:cNvSpPr/>
            <p:nvPr/>
          </p:nvSpPr>
          <p:spPr>
            <a:xfrm>
              <a:off x="950" y="2450"/>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0670" name=""/>
            <p:cNvCxnSpPr/>
            <p:nvPr/>
          </p:nvCxnSpPr>
          <p:spPr>
            <a:xfrm>
              <a:off x="952" y="2454"/>
              <a:ext cx="20" cy="0"/>
            </a:xfrm>
            <a:prstGeom prst="line">
              <a:avLst/>
            </a:prstGeom>
            <a:noFill/>
            <a:ln>
              <a:noFill/>
              <a:miter lim="800000"/>
            </a:ln>
            <a:effectLst/>
          </p:spPr>
        </p:cxnSp>
        <p:cxnSp>
          <p:nvCxnSpPr>
            <p:cNvPr id="50671" name=""/>
            <p:cNvCxnSpPr/>
            <p:nvPr/>
          </p:nvCxnSpPr>
          <p:spPr>
            <a:xfrm flipH="1">
              <a:off x="972" y="2458"/>
              <a:ext cx="0" cy="2"/>
            </a:xfrm>
            <a:prstGeom prst="line">
              <a:avLst/>
            </a:prstGeom>
            <a:noFill/>
            <a:ln>
              <a:noFill/>
              <a:miter lim="800000"/>
            </a:ln>
            <a:effectLst/>
          </p:spPr>
        </p:cxnSp>
        <p:sp>
          <p:nvSpPr>
            <p:cNvPr id="50672" name=""/>
            <p:cNvSpPr/>
            <p:nvPr/>
          </p:nvSpPr>
          <p:spPr>
            <a:xfrm>
              <a:off x="972" y="245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673" name=""/>
            <p:cNvSpPr/>
            <p:nvPr/>
          </p:nvSpPr>
          <p:spPr>
            <a:xfrm>
              <a:off x="987" y="245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674" name=""/>
            <p:cNvSpPr/>
            <p:nvPr/>
          </p:nvSpPr>
          <p:spPr>
            <a:xfrm>
              <a:off x="987" y="2451"/>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675" name=""/>
            <p:cNvSpPr/>
            <p:nvPr/>
          </p:nvSpPr>
          <p:spPr>
            <a:xfrm>
              <a:off x="972" y="2449"/>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676" name=""/>
            <p:cNvSpPr/>
            <p:nvPr/>
          </p:nvSpPr>
          <p:spPr>
            <a:xfrm>
              <a:off x="997" y="2461"/>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0677" name=""/>
            <p:cNvSpPr/>
            <p:nvPr/>
          </p:nvSpPr>
          <p:spPr>
            <a:xfrm>
              <a:off x="954" y="2416"/>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0678" name=""/>
            <p:cNvSpPr/>
            <p:nvPr/>
          </p:nvSpPr>
          <p:spPr>
            <a:xfrm>
              <a:off x="988" y="2419"/>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0679" name=""/>
            <p:cNvSpPr/>
            <p:nvPr/>
          </p:nvSpPr>
          <p:spPr>
            <a:xfrm>
              <a:off x="988" y="2433"/>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0680" name=""/>
            <p:cNvSpPr/>
            <p:nvPr/>
          </p:nvSpPr>
          <p:spPr>
            <a:xfrm>
              <a:off x="954" y="2434"/>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0681" name=""/>
            <p:cNvSpPr/>
            <p:nvPr/>
          </p:nvSpPr>
          <p:spPr>
            <a:xfrm>
              <a:off x="929" y="2426"/>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0682" name=""/>
            <p:cNvSpPr/>
            <p:nvPr/>
          </p:nvSpPr>
          <p:spPr>
            <a:xfrm>
              <a:off x="957" y="2510"/>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0683" name=""/>
            <p:cNvCxnSpPr/>
            <p:nvPr/>
          </p:nvCxnSpPr>
          <p:spPr>
            <a:xfrm flipH="1">
              <a:off x="1027" y="2494"/>
              <a:ext cx="0" cy="14"/>
            </a:xfrm>
            <a:prstGeom prst="line">
              <a:avLst/>
            </a:prstGeom>
            <a:noFill/>
            <a:ln>
              <a:noFill/>
              <a:miter lim="800000"/>
            </a:ln>
            <a:effectLst/>
          </p:spPr>
        </p:cxnSp>
        <p:sp>
          <p:nvSpPr>
            <p:cNvPr id="50684" name=""/>
            <p:cNvSpPr/>
            <p:nvPr/>
          </p:nvSpPr>
          <p:spPr>
            <a:xfrm>
              <a:off x="957" y="2488"/>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0685" name=""/>
            <p:cNvSpPr/>
            <p:nvPr/>
          </p:nvSpPr>
          <p:spPr>
            <a:xfrm>
              <a:off x="954" y="2494"/>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0686" name=""/>
            <p:cNvSpPr/>
            <p:nvPr/>
          </p:nvSpPr>
          <p:spPr>
            <a:xfrm>
              <a:off x="957" y="2502"/>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0687" name=""/>
            <p:cNvSpPr/>
            <p:nvPr/>
          </p:nvSpPr>
          <p:spPr>
            <a:xfrm>
              <a:off x="913" y="2534"/>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50688" name=""/>
            <p:cNvSpPr/>
            <p:nvPr/>
          </p:nvSpPr>
          <p:spPr>
            <a:xfrm>
              <a:off x="932" y="2536"/>
              <a:ext cx="87" cy="17"/>
            </a:xfrm>
            <a:custGeom>
              <a:pathLst>
                <a:path w="87" h="17">
                  <a:moveTo>
                    <a:pt x="1" y="16"/>
                  </a:moveTo>
                  <a:lnTo>
                    <a:pt x="84" y="16"/>
                  </a:lnTo>
                  <a:lnTo>
                    <a:pt x="85" y="16"/>
                  </a:lnTo>
                  <a:lnTo>
                    <a:pt x="85" y="14"/>
                  </a:lnTo>
                  <a:lnTo>
                    <a:pt x="86" y="3"/>
                  </a:lnTo>
                  <a:lnTo>
                    <a:pt x="85" y="1"/>
                  </a:lnTo>
                  <a:lnTo>
                    <a:pt x="84"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0689" name=""/>
            <p:cNvSpPr/>
            <p:nvPr/>
          </p:nvSpPr>
          <p:spPr>
            <a:xfrm>
              <a:off x="972" y="2378"/>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0690" name=""/>
            <p:cNvSpPr/>
            <p:nvPr/>
          </p:nvSpPr>
          <p:spPr>
            <a:xfrm>
              <a:off x="974" y="2382"/>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0691" name=""/>
            <p:cNvSpPr/>
            <p:nvPr/>
          </p:nvSpPr>
          <p:spPr>
            <a:xfrm>
              <a:off x="925" y="2374"/>
              <a:ext cx="103" cy="17"/>
            </a:xfrm>
            <a:custGeom>
              <a:pathLst>
                <a:path w="103" h="17">
                  <a:moveTo>
                    <a:pt x="8" y="0"/>
                  </a:moveTo>
                  <a:lnTo>
                    <a:pt x="95" y="0"/>
                  </a:lnTo>
                  <a:lnTo>
                    <a:pt x="97" y="1"/>
                  </a:lnTo>
                  <a:lnTo>
                    <a:pt x="98" y="1"/>
                  </a:lnTo>
                  <a:lnTo>
                    <a:pt x="99" y="2"/>
                  </a:lnTo>
                  <a:lnTo>
                    <a:pt x="100" y="2"/>
                  </a:lnTo>
                  <a:lnTo>
                    <a:pt x="101" y="4"/>
                  </a:lnTo>
                  <a:lnTo>
                    <a:pt x="102" y="4"/>
                  </a:lnTo>
                  <a:lnTo>
                    <a:pt x="102" y="6"/>
                  </a:lnTo>
                  <a:lnTo>
                    <a:pt x="102" y="9"/>
                  </a:lnTo>
                  <a:lnTo>
                    <a:pt x="102" y="11"/>
                  </a:lnTo>
                  <a:lnTo>
                    <a:pt x="101" y="11"/>
                  </a:lnTo>
                  <a:lnTo>
                    <a:pt x="100" y="13"/>
                  </a:lnTo>
                  <a:lnTo>
                    <a:pt x="99" y="14"/>
                  </a:lnTo>
                  <a:lnTo>
                    <a:pt x="98" y="14"/>
                  </a:lnTo>
                  <a:lnTo>
                    <a:pt x="97" y="16"/>
                  </a:lnTo>
                  <a:lnTo>
                    <a:pt x="95" y="16"/>
                  </a:lnTo>
                  <a:lnTo>
                    <a:pt x="93" y="16"/>
                  </a:lnTo>
                  <a:lnTo>
                    <a:pt x="8"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8" y="0"/>
                  </a:lnTo>
                </a:path>
              </a:pathLst>
            </a:custGeom>
            <a:solidFill>
              <a:srgbClr val="F0E0C0"/>
            </a:solidFill>
            <a:ln cap="rnd">
              <a:noFill/>
              <a:round/>
            </a:ln>
            <a:effectLst/>
          </p:spPr>
        </p:sp>
        <p:sp>
          <p:nvSpPr>
            <p:cNvPr id="50692" name=""/>
            <p:cNvSpPr/>
            <p:nvPr/>
          </p:nvSpPr>
          <p:spPr>
            <a:xfrm>
              <a:off x="925" y="2374"/>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50693" name=""/>
            <p:cNvSpPr/>
            <p:nvPr/>
          </p:nvSpPr>
          <p:spPr>
            <a:xfrm>
              <a:off x="926" y="2375"/>
              <a:ext cx="55" cy="17"/>
            </a:xfrm>
            <a:custGeom>
              <a:pathLst>
                <a:path w="55" h="17">
                  <a:moveTo>
                    <a:pt x="8" y="0"/>
                  </a:moveTo>
                  <a:lnTo>
                    <a:pt x="45" y="0"/>
                  </a:lnTo>
                  <a:lnTo>
                    <a:pt x="46" y="0"/>
                  </a:lnTo>
                  <a:lnTo>
                    <a:pt x="49" y="1"/>
                  </a:lnTo>
                  <a:lnTo>
                    <a:pt x="51" y="1"/>
                  </a:lnTo>
                  <a:lnTo>
                    <a:pt x="51" y="1"/>
                  </a:lnTo>
                  <a:lnTo>
                    <a:pt x="53" y="2"/>
                  </a:lnTo>
                  <a:lnTo>
                    <a:pt x="53" y="2"/>
                  </a:lnTo>
                  <a:lnTo>
                    <a:pt x="54" y="4"/>
                  </a:lnTo>
                  <a:lnTo>
                    <a:pt x="54" y="5"/>
                  </a:lnTo>
                  <a:lnTo>
                    <a:pt x="54" y="5"/>
                  </a:lnTo>
                  <a:lnTo>
                    <a:pt x="54" y="10"/>
                  </a:lnTo>
                  <a:lnTo>
                    <a:pt x="54" y="11"/>
                  </a:lnTo>
                  <a:lnTo>
                    <a:pt x="53" y="13"/>
                  </a:lnTo>
                  <a:lnTo>
                    <a:pt x="52" y="14"/>
                  </a:lnTo>
                  <a:lnTo>
                    <a:pt x="51" y="14"/>
                  </a:lnTo>
                  <a:lnTo>
                    <a:pt x="49" y="16"/>
                  </a:lnTo>
                  <a:lnTo>
                    <a:pt x="45" y="16"/>
                  </a:lnTo>
                  <a:lnTo>
                    <a:pt x="45" y="16"/>
                  </a:lnTo>
                  <a:lnTo>
                    <a:pt x="8"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8" y="0"/>
                  </a:lnTo>
                </a:path>
              </a:pathLst>
            </a:custGeom>
            <a:solidFill>
              <a:srgbClr val="F0E0C0"/>
            </a:solidFill>
            <a:ln cap="rnd">
              <a:noFill/>
              <a:round/>
            </a:ln>
            <a:effectLst/>
          </p:spPr>
        </p:sp>
        <p:sp>
          <p:nvSpPr>
            <p:cNvPr id="50694" name=""/>
            <p:cNvSpPr/>
            <p:nvPr/>
          </p:nvSpPr>
          <p:spPr>
            <a:xfrm>
              <a:off x="926" y="2375"/>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0695" name=""/>
            <p:cNvSpPr/>
            <p:nvPr/>
          </p:nvSpPr>
          <p:spPr>
            <a:xfrm>
              <a:off x="972" y="2378"/>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0696" name=""/>
            <p:cNvSpPr/>
            <p:nvPr/>
          </p:nvSpPr>
          <p:spPr>
            <a:xfrm>
              <a:off x="931" y="2380"/>
              <a:ext cx="42" cy="17"/>
            </a:xfrm>
            <a:custGeom>
              <a:pathLst>
                <a:path w="42" h="17">
                  <a:moveTo>
                    <a:pt x="0" y="16"/>
                  </a:moveTo>
                  <a:lnTo>
                    <a:pt x="41" y="16"/>
                  </a:lnTo>
                  <a:lnTo>
                    <a:pt x="40" y="0"/>
                  </a:lnTo>
                  <a:lnTo>
                    <a:pt x="0" y="0"/>
                  </a:lnTo>
                  <a:lnTo>
                    <a:pt x="0" y="16"/>
                  </a:lnTo>
                </a:path>
              </a:pathLst>
            </a:custGeom>
            <a:solidFill>
              <a:srgbClr val="FF6000"/>
            </a:solidFill>
            <a:ln cap="rnd">
              <a:noFill/>
              <a:round/>
            </a:ln>
            <a:effectLst/>
          </p:spPr>
        </p:sp>
        <p:sp>
          <p:nvSpPr>
            <p:cNvPr id="50697" name=""/>
            <p:cNvSpPr/>
            <p:nvPr/>
          </p:nvSpPr>
          <p:spPr>
            <a:xfrm>
              <a:off x="968" y="2378"/>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0698" name=""/>
            <p:cNvSpPr/>
            <p:nvPr/>
          </p:nvSpPr>
          <p:spPr>
            <a:xfrm>
              <a:off x="966" y="2378"/>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0699" name=""/>
            <p:cNvSpPr/>
            <p:nvPr/>
          </p:nvSpPr>
          <p:spPr>
            <a:xfrm>
              <a:off x="962" y="2378"/>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0700" name=""/>
            <p:cNvSpPr/>
            <p:nvPr/>
          </p:nvSpPr>
          <p:spPr>
            <a:xfrm>
              <a:off x="957" y="2378"/>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0701" name=""/>
            <p:cNvSpPr/>
            <p:nvPr/>
          </p:nvSpPr>
          <p:spPr>
            <a:xfrm>
              <a:off x="954" y="2378"/>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0702" name=""/>
            <p:cNvSpPr/>
            <p:nvPr/>
          </p:nvSpPr>
          <p:spPr>
            <a:xfrm>
              <a:off x="1004" y="2375"/>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0703" name=""/>
            <p:cNvSpPr/>
            <p:nvPr/>
          </p:nvSpPr>
          <p:spPr>
            <a:xfrm>
              <a:off x="1007" y="2374"/>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0704" name=""/>
            <p:cNvSpPr/>
            <p:nvPr/>
          </p:nvSpPr>
          <p:spPr>
            <a:xfrm>
              <a:off x="1007" y="237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0705" name=""/>
            <p:cNvSpPr/>
            <p:nvPr/>
          </p:nvSpPr>
          <p:spPr>
            <a:xfrm>
              <a:off x="1008" y="237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0706" name=""/>
            <p:cNvSpPr/>
            <p:nvPr/>
          </p:nvSpPr>
          <p:spPr>
            <a:xfrm>
              <a:off x="1012" y="2377"/>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0707" name=""/>
            <p:cNvSpPr/>
            <p:nvPr/>
          </p:nvSpPr>
          <p:spPr>
            <a:xfrm>
              <a:off x="1013" y="2380"/>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0708" name=""/>
            <p:cNvCxnSpPr/>
            <p:nvPr/>
          </p:nvCxnSpPr>
          <p:spPr>
            <a:xfrm flipH="1">
              <a:off x="1020" y="2380"/>
              <a:ext cx="0" cy="4"/>
            </a:xfrm>
            <a:prstGeom prst="line">
              <a:avLst/>
            </a:prstGeom>
            <a:noFill/>
            <a:ln w="12700">
              <a:solidFill>
                <a:prstClr val="black"/>
              </a:solidFill>
              <a:miter lim="800000"/>
            </a:ln>
            <a:effectLst/>
          </p:spPr>
        </p:cxnSp>
        <p:sp>
          <p:nvSpPr>
            <p:cNvPr id="50709" name=""/>
            <p:cNvSpPr/>
            <p:nvPr/>
          </p:nvSpPr>
          <p:spPr>
            <a:xfrm>
              <a:off x="976" y="2370"/>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50710" name=""/>
            <p:cNvSpPr/>
            <p:nvPr/>
          </p:nvSpPr>
          <p:spPr>
            <a:xfrm>
              <a:off x="976" y="2387"/>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0711" name=""/>
            <p:cNvSpPr/>
            <p:nvPr/>
          </p:nvSpPr>
          <p:spPr>
            <a:xfrm>
              <a:off x="1024" y="2374"/>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0712" name=""/>
            <p:cNvSpPr/>
            <p:nvPr/>
          </p:nvSpPr>
          <p:spPr>
            <a:xfrm>
              <a:off x="985" y="2374"/>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0713" name=""/>
            <p:cNvSpPr/>
            <p:nvPr/>
          </p:nvSpPr>
          <p:spPr>
            <a:xfrm>
              <a:off x="994" y="2370"/>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0714" name=""/>
            <p:cNvSpPr/>
            <p:nvPr/>
          </p:nvSpPr>
          <p:spPr>
            <a:xfrm>
              <a:off x="999" y="2374"/>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0715" name=""/>
            <p:cNvSpPr/>
            <p:nvPr/>
          </p:nvSpPr>
          <p:spPr>
            <a:xfrm>
              <a:off x="999" y="2379"/>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0716" name=""/>
            <p:cNvSpPr/>
            <p:nvPr/>
          </p:nvSpPr>
          <p:spPr>
            <a:xfrm>
              <a:off x="999" y="2384"/>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0717" name=""/>
            <p:cNvSpPr/>
            <p:nvPr/>
          </p:nvSpPr>
          <p:spPr>
            <a:xfrm>
              <a:off x="994" y="2387"/>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0718" name=""/>
            <p:cNvSpPr/>
            <p:nvPr/>
          </p:nvSpPr>
          <p:spPr>
            <a:xfrm>
              <a:off x="985" y="2387"/>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0719" name=""/>
            <p:cNvSpPr/>
            <p:nvPr/>
          </p:nvSpPr>
          <p:spPr>
            <a:xfrm>
              <a:off x="980" y="2374"/>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0720" name=""/>
            <p:cNvSpPr/>
            <p:nvPr/>
          </p:nvSpPr>
          <p:spPr>
            <a:xfrm>
              <a:off x="985" y="2370"/>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0721" name=""/>
            <p:cNvSpPr/>
            <p:nvPr/>
          </p:nvSpPr>
          <p:spPr>
            <a:xfrm>
              <a:off x="992" y="2377"/>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0722" name=""/>
            <p:cNvSpPr/>
            <p:nvPr/>
          </p:nvSpPr>
          <p:spPr>
            <a:xfrm>
              <a:off x="996" y="2377"/>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0723" name=""/>
            <p:cNvSpPr/>
            <p:nvPr/>
          </p:nvSpPr>
          <p:spPr>
            <a:xfrm>
              <a:off x="998" y="2384"/>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0724" name=""/>
            <p:cNvSpPr/>
            <p:nvPr/>
          </p:nvSpPr>
          <p:spPr>
            <a:xfrm>
              <a:off x="987" y="2375"/>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0725" name=""/>
            <p:cNvSpPr/>
            <p:nvPr/>
          </p:nvSpPr>
          <p:spPr>
            <a:xfrm>
              <a:off x="982" y="2377"/>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0726" name=""/>
            <p:cNvSpPr/>
            <p:nvPr/>
          </p:nvSpPr>
          <p:spPr>
            <a:xfrm>
              <a:off x="986" y="2377"/>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50727" name=""/>
          <p:cNvPicPr/>
          <p:nvPr/>
        </p:nvPicPr>
        <p:blipFill>
          <a:blip r:embed="rId4"/>
          <a:stretch>
            <a:fillRect/>
          </a:stretch>
        </p:blipFill>
        <p:spPr>
          <a:xfrm>
            <a:off x="490538" y="3159125"/>
            <a:ext cx="42862" cy="14288"/>
          </a:xfrm>
          <a:prstGeom prst="rect">
            <a:avLst/>
          </a:prstGeom>
          <a:noFill/>
          <a:ln>
            <a:noFill/>
            <a:miter lim="800000"/>
          </a:ln>
          <a:effectLst/>
        </p:spPr>
      </p:pic>
      <p:grpSp>
        <p:nvGrpSpPr>
          <p:cNvPr id="50728" name=""/>
          <p:cNvGrpSpPr/>
          <p:nvPr/>
        </p:nvGrpSpPr>
        <p:grpSpPr>
          <a:xfrm>
            <a:off x="609600" y="3224213"/>
            <a:ext cx="125413" cy="396875"/>
            <a:chOff x="1098" y="2448"/>
            <a:chExt cx="183" cy="426"/>
          </a:xfrm>
        </p:grpSpPr>
        <p:sp>
          <p:nvSpPr>
            <p:cNvPr id="50729" name=""/>
            <p:cNvSpPr/>
            <p:nvPr/>
          </p:nvSpPr>
          <p:spPr>
            <a:xfrm>
              <a:off x="1126" y="2637"/>
              <a:ext cx="125" cy="230"/>
            </a:xfrm>
            <a:custGeom>
              <a:pathLst>
                <a:path w="125" h="230">
                  <a:moveTo>
                    <a:pt x="2" y="0"/>
                  </a:moveTo>
                  <a:lnTo>
                    <a:pt x="121" y="0"/>
                  </a:lnTo>
                  <a:lnTo>
                    <a:pt x="122" y="0"/>
                  </a:lnTo>
                  <a:lnTo>
                    <a:pt x="124" y="2"/>
                  </a:lnTo>
                  <a:lnTo>
                    <a:pt x="124" y="3"/>
                  </a:lnTo>
                  <a:lnTo>
                    <a:pt x="124" y="226"/>
                  </a:lnTo>
                  <a:lnTo>
                    <a:pt x="124" y="227"/>
                  </a:lnTo>
                  <a:lnTo>
                    <a:pt x="122" y="228"/>
                  </a:lnTo>
                  <a:lnTo>
                    <a:pt x="121"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0730" name=""/>
            <p:cNvSpPr/>
            <p:nvPr/>
          </p:nvSpPr>
          <p:spPr>
            <a:xfrm>
              <a:off x="1126" y="283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31" name=""/>
            <p:cNvSpPr/>
            <p:nvPr/>
          </p:nvSpPr>
          <p:spPr>
            <a:xfrm>
              <a:off x="1126" y="282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32" name=""/>
            <p:cNvSpPr/>
            <p:nvPr/>
          </p:nvSpPr>
          <p:spPr>
            <a:xfrm>
              <a:off x="1126" y="2820"/>
              <a:ext cx="125" cy="17"/>
            </a:xfrm>
            <a:custGeom>
              <a:pathLst>
                <a:path w="125" h="17">
                  <a:moveTo>
                    <a:pt x="0" y="0"/>
                  </a:moveTo>
                  <a:lnTo>
                    <a:pt x="124" y="0"/>
                  </a:lnTo>
                  <a:lnTo>
                    <a:pt x="124" y="16"/>
                  </a:lnTo>
                  <a:lnTo>
                    <a:pt x="0" y="16"/>
                  </a:lnTo>
                  <a:lnTo>
                    <a:pt x="0" y="0"/>
                  </a:lnTo>
                </a:path>
              </a:pathLst>
            </a:custGeom>
            <a:solidFill>
              <a:srgbClr val="404040"/>
            </a:solidFill>
            <a:ln cap="rnd">
              <a:noFill/>
              <a:round/>
            </a:ln>
            <a:effectLst/>
          </p:spPr>
        </p:sp>
        <p:sp>
          <p:nvSpPr>
            <p:cNvPr id="50733" name=""/>
            <p:cNvSpPr/>
            <p:nvPr/>
          </p:nvSpPr>
          <p:spPr>
            <a:xfrm>
              <a:off x="1126" y="282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34" name=""/>
            <p:cNvSpPr/>
            <p:nvPr/>
          </p:nvSpPr>
          <p:spPr>
            <a:xfrm>
              <a:off x="1126" y="281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35" name=""/>
            <p:cNvSpPr/>
            <p:nvPr/>
          </p:nvSpPr>
          <p:spPr>
            <a:xfrm>
              <a:off x="1126" y="280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36" name=""/>
            <p:cNvSpPr/>
            <p:nvPr/>
          </p:nvSpPr>
          <p:spPr>
            <a:xfrm>
              <a:off x="1126" y="279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37" name=""/>
            <p:cNvSpPr/>
            <p:nvPr/>
          </p:nvSpPr>
          <p:spPr>
            <a:xfrm>
              <a:off x="1126" y="279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38" name=""/>
            <p:cNvSpPr/>
            <p:nvPr/>
          </p:nvSpPr>
          <p:spPr>
            <a:xfrm>
              <a:off x="1126" y="278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39" name=""/>
            <p:cNvSpPr/>
            <p:nvPr/>
          </p:nvSpPr>
          <p:spPr>
            <a:xfrm>
              <a:off x="1126" y="277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40" name=""/>
            <p:cNvSpPr/>
            <p:nvPr/>
          </p:nvSpPr>
          <p:spPr>
            <a:xfrm>
              <a:off x="1126" y="276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41" name=""/>
            <p:cNvSpPr/>
            <p:nvPr/>
          </p:nvSpPr>
          <p:spPr>
            <a:xfrm>
              <a:off x="1126" y="276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42" name=""/>
            <p:cNvSpPr/>
            <p:nvPr/>
          </p:nvSpPr>
          <p:spPr>
            <a:xfrm>
              <a:off x="1126" y="275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43" name=""/>
            <p:cNvSpPr/>
            <p:nvPr/>
          </p:nvSpPr>
          <p:spPr>
            <a:xfrm>
              <a:off x="1126" y="274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44" name=""/>
            <p:cNvSpPr/>
            <p:nvPr/>
          </p:nvSpPr>
          <p:spPr>
            <a:xfrm>
              <a:off x="1126" y="2739"/>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45" name=""/>
            <p:cNvSpPr/>
            <p:nvPr/>
          </p:nvSpPr>
          <p:spPr>
            <a:xfrm>
              <a:off x="1126" y="273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46" name=""/>
            <p:cNvSpPr/>
            <p:nvPr/>
          </p:nvSpPr>
          <p:spPr>
            <a:xfrm>
              <a:off x="1126" y="272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0747" name=""/>
            <p:cNvSpPr/>
            <p:nvPr/>
          </p:nvSpPr>
          <p:spPr>
            <a:xfrm>
              <a:off x="1098" y="2857"/>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0748" name=""/>
            <p:cNvSpPr/>
            <p:nvPr/>
          </p:nvSpPr>
          <p:spPr>
            <a:xfrm>
              <a:off x="1193" y="2857"/>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0749" name=""/>
            <p:cNvSpPr/>
            <p:nvPr/>
          </p:nvSpPr>
          <p:spPr>
            <a:xfrm>
              <a:off x="1149" y="2786"/>
              <a:ext cx="86" cy="81"/>
            </a:xfrm>
            <a:custGeom>
              <a:pathLst>
                <a:path w="86" h="81">
                  <a:moveTo>
                    <a:pt x="0" y="1"/>
                  </a:moveTo>
                  <a:lnTo>
                    <a:pt x="0" y="80"/>
                  </a:lnTo>
                  <a:lnTo>
                    <a:pt x="85" y="80"/>
                  </a:lnTo>
                  <a:lnTo>
                    <a:pt x="85" y="0"/>
                  </a:lnTo>
                </a:path>
              </a:pathLst>
            </a:custGeom>
            <a:noFill/>
            <a:ln w="12700" cap="rnd" cmpd="sng">
              <a:solidFill>
                <a:srgbClr val="808060"/>
              </a:solidFill>
              <a:prstDash val="solid"/>
              <a:round/>
              <a:headEnd type="none" w="sm" len="sm"/>
              <a:tailEnd type="none" w="sm" len="sm"/>
            </a:ln>
            <a:effectLst/>
          </p:spPr>
        </p:sp>
        <p:sp>
          <p:nvSpPr>
            <p:cNvPr id="50750" name=""/>
            <p:cNvSpPr/>
            <p:nvPr/>
          </p:nvSpPr>
          <p:spPr>
            <a:xfrm>
              <a:off x="1126" y="2448"/>
              <a:ext cx="125" cy="171"/>
            </a:xfrm>
            <a:custGeom>
              <a:pathLst>
                <a:path w="125" h="171">
                  <a:moveTo>
                    <a:pt x="3" y="170"/>
                  </a:moveTo>
                  <a:lnTo>
                    <a:pt x="120" y="170"/>
                  </a:lnTo>
                  <a:lnTo>
                    <a:pt x="122" y="170"/>
                  </a:lnTo>
                  <a:lnTo>
                    <a:pt x="123" y="168"/>
                  </a:lnTo>
                  <a:lnTo>
                    <a:pt x="124" y="167"/>
                  </a:lnTo>
                  <a:lnTo>
                    <a:pt x="124" y="4"/>
                  </a:lnTo>
                  <a:lnTo>
                    <a:pt x="123" y="2"/>
                  </a:lnTo>
                  <a:lnTo>
                    <a:pt x="122" y="1"/>
                  </a:lnTo>
                  <a:lnTo>
                    <a:pt x="121"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0751" name=""/>
            <p:cNvSpPr/>
            <p:nvPr/>
          </p:nvSpPr>
          <p:spPr>
            <a:xfrm>
              <a:off x="1139" y="2498"/>
              <a:ext cx="100" cy="105"/>
            </a:xfrm>
            <a:custGeom>
              <a:pathLst>
                <a:path w="100" h="105">
                  <a:moveTo>
                    <a:pt x="4" y="104"/>
                  </a:moveTo>
                  <a:lnTo>
                    <a:pt x="95" y="104"/>
                  </a:lnTo>
                  <a:lnTo>
                    <a:pt x="96" y="104"/>
                  </a:lnTo>
                  <a:lnTo>
                    <a:pt x="97" y="103"/>
                  </a:lnTo>
                  <a:lnTo>
                    <a:pt x="98" y="102"/>
                  </a:lnTo>
                  <a:lnTo>
                    <a:pt x="99" y="101"/>
                  </a:lnTo>
                  <a:lnTo>
                    <a:pt x="99" y="99"/>
                  </a:lnTo>
                  <a:lnTo>
                    <a:pt x="99" y="5"/>
                  </a:lnTo>
                  <a:lnTo>
                    <a:pt x="99" y="3"/>
                  </a:lnTo>
                  <a:lnTo>
                    <a:pt x="98" y="2"/>
                  </a:lnTo>
                  <a:lnTo>
                    <a:pt x="97" y="0"/>
                  </a:lnTo>
                  <a:lnTo>
                    <a:pt x="96" y="0"/>
                  </a:lnTo>
                  <a:lnTo>
                    <a:pt x="95"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0752" name=""/>
            <p:cNvSpPr/>
            <p:nvPr/>
          </p:nvSpPr>
          <p:spPr>
            <a:xfrm>
              <a:off x="1142" y="2528"/>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0753" name=""/>
            <p:cNvSpPr/>
            <p:nvPr/>
          </p:nvSpPr>
          <p:spPr>
            <a:xfrm>
              <a:off x="1142" y="2559"/>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50754" name=""/>
            <p:cNvSpPr/>
            <p:nvPr/>
          </p:nvSpPr>
          <p:spPr>
            <a:xfrm>
              <a:off x="1140" y="2502"/>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0755" name=""/>
            <p:cNvSpPr/>
            <p:nvPr/>
          </p:nvSpPr>
          <p:spPr>
            <a:xfrm>
              <a:off x="1167" y="2503"/>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0756" name=""/>
            <p:cNvSpPr/>
            <p:nvPr/>
          </p:nvSpPr>
          <p:spPr>
            <a:xfrm>
              <a:off x="1219" y="250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0757" name=""/>
            <p:cNvSpPr/>
            <p:nvPr/>
          </p:nvSpPr>
          <p:spPr>
            <a:xfrm>
              <a:off x="1219" y="250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0758" name=""/>
            <p:cNvSpPr/>
            <p:nvPr/>
          </p:nvSpPr>
          <p:spPr>
            <a:xfrm>
              <a:off x="1146" y="2510"/>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0759" name=""/>
            <p:cNvSpPr/>
            <p:nvPr/>
          </p:nvSpPr>
          <p:spPr>
            <a:xfrm>
              <a:off x="1142" y="2530"/>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0760" name=""/>
            <p:cNvSpPr/>
            <p:nvPr/>
          </p:nvSpPr>
          <p:spPr>
            <a:xfrm>
              <a:off x="1167" y="2534"/>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0761" name=""/>
            <p:cNvSpPr/>
            <p:nvPr/>
          </p:nvSpPr>
          <p:spPr>
            <a:xfrm>
              <a:off x="1209" y="254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0762" name=""/>
            <p:cNvSpPr/>
            <p:nvPr/>
          </p:nvSpPr>
          <p:spPr>
            <a:xfrm>
              <a:off x="1209" y="254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0763" name=""/>
            <p:cNvSpPr/>
            <p:nvPr/>
          </p:nvSpPr>
          <p:spPr>
            <a:xfrm>
              <a:off x="1164" y="2537"/>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0764" name=""/>
            <p:cNvSpPr/>
            <p:nvPr/>
          </p:nvSpPr>
          <p:spPr>
            <a:xfrm>
              <a:off x="1142" y="2566"/>
              <a:ext cx="95" cy="17"/>
            </a:xfrm>
            <a:custGeom>
              <a:pathLst>
                <a:path w="95" h="17">
                  <a:moveTo>
                    <a:pt x="0" y="16"/>
                  </a:moveTo>
                  <a:lnTo>
                    <a:pt x="94" y="16"/>
                  </a:lnTo>
                  <a:lnTo>
                    <a:pt x="94" y="0"/>
                  </a:lnTo>
                  <a:lnTo>
                    <a:pt x="0" y="0"/>
                  </a:lnTo>
                  <a:lnTo>
                    <a:pt x="0" y="16"/>
                  </a:lnTo>
                </a:path>
              </a:pathLst>
            </a:custGeom>
            <a:solidFill>
              <a:srgbClr val="505020"/>
            </a:solidFill>
            <a:ln cap="rnd">
              <a:noFill/>
              <a:round/>
            </a:ln>
            <a:effectLst/>
          </p:spPr>
        </p:sp>
        <p:sp>
          <p:nvSpPr>
            <p:cNvPr id="50765" name=""/>
            <p:cNvSpPr/>
            <p:nvPr/>
          </p:nvSpPr>
          <p:spPr>
            <a:xfrm>
              <a:off x="1142" y="2563"/>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0766" name=""/>
            <p:cNvSpPr/>
            <p:nvPr/>
          </p:nvSpPr>
          <p:spPr>
            <a:xfrm>
              <a:off x="1236" y="2566"/>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0767" name=""/>
            <p:cNvSpPr/>
            <p:nvPr/>
          </p:nvSpPr>
          <p:spPr>
            <a:xfrm>
              <a:off x="1140" y="2566"/>
              <a:ext cx="97" cy="17"/>
            </a:xfrm>
            <a:custGeom>
              <a:pathLst>
                <a:path w="97" h="17">
                  <a:moveTo>
                    <a:pt x="0" y="16"/>
                  </a:moveTo>
                  <a:lnTo>
                    <a:pt x="0" y="0"/>
                  </a:lnTo>
                  <a:lnTo>
                    <a:pt x="96" y="0"/>
                  </a:lnTo>
                  <a:lnTo>
                    <a:pt x="96" y="16"/>
                  </a:lnTo>
                  <a:lnTo>
                    <a:pt x="0" y="16"/>
                  </a:lnTo>
                  <a:lnTo>
                    <a:pt x="0" y="16"/>
                  </a:lnTo>
                  <a:lnTo>
                    <a:pt x="0" y="0"/>
                  </a:lnTo>
                  <a:lnTo>
                    <a:pt x="0" y="0"/>
                  </a:lnTo>
                  <a:lnTo>
                    <a:pt x="0" y="16"/>
                  </a:lnTo>
                </a:path>
              </a:pathLst>
            </a:custGeom>
            <a:solidFill>
              <a:srgbClr val="000000"/>
            </a:solidFill>
            <a:ln cap="rnd">
              <a:noFill/>
              <a:round/>
            </a:ln>
            <a:effectLst/>
          </p:spPr>
        </p:sp>
        <p:sp>
          <p:nvSpPr>
            <p:cNvPr id="50768" name=""/>
            <p:cNvSpPr/>
            <p:nvPr/>
          </p:nvSpPr>
          <p:spPr>
            <a:xfrm>
              <a:off x="1136" y="2566"/>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0769" name=""/>
            <p:cNvSpPr/>
            <p:nvPr/>
          </p:nvSpPr>
          <p:spPr>
            <a:xfrm>
              <a:off x="1142" y="2570"/>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0770" name=""/>
            <p:cNvSpPr/>
            <p:nvPr/>
          </p:nvSpPr>
          <p:spPr>
            <a:xfrm>
              <a:off x="1165" y="2575"/>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0771" name=""/>
            <p:cNvSpPr/>
            <p:nvPr/>
          </p:nvSpPr>
          <p:spPr>
            <a:xfrm>
              <a:off x="1171" y="2576"/>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0772" name=""/>
            <p:cNvSpPr/>
            <p:nvPr/>
          </p:nvSpPr>
          <p:spPr>
            <a:xfrm>
              <a:off x="1142" y="2562"/>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0773" name=""/>
            <p:cNvSpPr/>
            <p:nvPr/>
          </p:nvSpPr>
          <p:spPr>
            <a:xfrm>
              <a:off x="1139" y="2488"/>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50774" name=""/>
            <p:cNvSpPr/>
            <p:nvPr/>
          </p:nvSpPr>
          <p:spPr>
            <a:xfrm>
              <a:off x="1146" y="2511"/>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0775" name=""/>
            <p:cNvSpPr/>
            <p:nvPr/>
          </p:nvSpPr>
          <p:spPr>
            <a:xfrm>
              <a:off x="1165" y="2511"/>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50776" name=""/>
            <p:cNvSpPr/>
            <p:nvPr/>
          </p:nvSpPr>
          <p:spPr>
            <a:xfrm>
              <a:off x="1207" y="2511"/>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50777" name=""/>
            <p:cNvSpPr/>
            <p:nvPr/>
          </p:nvSpPr>
          <p:spPr>
            <a:xfrm>
              <a:off x="1167" y="2517"/>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0778" name=""/>
            <p:cNvSpPr/>
            <p:nvPr/>
          </p:nvSpPr>
          <p:spPr>
            <a:xfrm>
              <a:off x="1220" y="249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779" name=""/>
            <p:cNvSpPr/>
            <p:nvPr/>
          </p:nvSpPr>
          <p:spPr>
            <a:xfrm>
              <a:off x="1213" y="2503"/>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0780" name=""/>
            <p:cNvSpPr/>
            <p:nvPr/>
          </p:nvSpPr>
          <p:spPr>
            <a:xfrm>
              <a:off x="1167" y="2517"/>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0781" name=""/>
            <p:cNvSpPr/>
            <p:nvPr/>
          </p:nvSpPr>
          <p:spPr>
            <a:xfrm>
              <a:off x="1167" y="2516"/>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0782" name=""/>
            <p:cNvSpPr/>
            <p:nvPr/>
          </p:nvSpPr>
          <p:spPr>
            <a:xfrm>
              <a:off x="1165" y="2515"/>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783" name=""/>
            <p:cNvSpPr/>
            <p:nvPr/>
          </p:nvSpPr>
          <p:spPr>
            <a:xfrm>
              <a:off x="1153" y="2488"/>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0784" name=""/>
            <p:cNvSpPr/>
            <p:nvPr/>
          </p:nvSpPr>
          <p:spPr>
            <a:xfrm>
              <a:off x="1153" y="2488"/>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0785" name=""/>
            <p:cNvCxnSpPr/>
            <p:nvPr/>
          </p:nvCxnSpPr>
          <p:spPr>
            <a:xfrm>
              <a:off x="1154" y="2491"/>
              <a:ext cx="2" cy="0"/>
            </a:xfrm>
            <a:prstGeom prst="line">
              <a:avLst/>
            </a:prstGeom>
            <a:noFill/>
            <a:ln>
              <a:noFill/>
              <a:miter lim="800000"/>
            </a:ln>
            <a:effectLst/>
          </p:spPr>
        </p:cxnSp>
        <p:sp>
          <p:nvSpPr>
            <p:cNvPr id="50786" name=""/>
            <p:cNvSpPr/>
            <p:nvPr/>
          </p:nvSpPr>
          <p:spPr>
            <a:xfrm>
              <a:off x="1219" y="2488"/>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0787" name=""/>
            <p:cNvSpPr/>
            <p:nvPr/>
          </p:nvSpPr>
          <p:spPr>
            <a:xfrm>
              <a:off x="1218" y="2488"/>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0788" name=""/>
            <p:cNvSpPr/>
            <p:nvPr/>
          </p:nvSpPr>
          <p:spPr>
            <a:xfrm>
              <a:off x="1214" y="2486"/>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0789" name=""/>
            <p:cNvSpPr/>
            <p:nvPr/>
          </p:nvSpPr>
          <p:spPr>
            <a:xfrm>
              <a:off x="1167" y="2549"/>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0790" name=""/>
            <p:cNvSpPr/>
            <p:nvPr/>
          </p:nvSpPr>
          <p:spPr>
            <a:xfrm>
              <a:off x="1167" y="2548"/>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0791" name=""/>
            <p:cNvSpPr/>
            <p:nvPr/>
          </p:nvSpPr>
          <p:spPr>
            <a:xfrm>
              <a:off x="1165" y="254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792" name=""/>
            <p:cNvSpPr/>
            <p:nvPr/>
          </p:nvSpPr>
          <p:spPr>
            <a:xfrm>
              <a:off x="1147" y="2598"/>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0793" name=""/>
            <p:cNvCxnSpPr/>
            <p:nvPr/>
          </p:nvCxnSpPr>
          <p:spPr>
            <a:xfrm>
              <a:off x="1149" y="2602"/>
              <a:ext cx="3" cy="0"/>
            </a:xfrm>
            <a:prstGeom prst="line">
              <a:avLst/>
            </a:prstGeom>
            <a:noFill/>
            <a:ln>
              <a:noFill/>
              <a:miter lim="800000"/>
            </a:ln>
            <a:effectLst/>
          </p:spPr>
        </p:cxnSp>
        <p:cxnSp>
          <p:nvCxnSpPr>
            <p:cNvPr id="50794" name=""/>
            <p:cNvCxnSpPr/>
            <p:nvPr/>
          </p:nvCxnSpPr>
          <p:spPr>
            <a:xfrm>
              <a:off x="1149" y="2602"/>
              <a:ext cx="3" cy="0"/>
            </a:xfrm>
            <a:prstGeom prst="line">
              <a:avLst/>
            </a:prstGeom>
            <a:noFill/>
            <a:ln>
              <a:noFill/>
              <a:miter lim="800000"/>
            </a:ln>
            <a:effectLst/>
          </p:spPr>
        </p:cxnSp>
        <p:cxnSp>
          <p:nvCxnSpPr>
            <p:cNvPr id="50795" name=""/>
            <p:cNvCxnSpPr/>
            <p:nvPr/>
          </p:nvCxnSpPr>
          <p:spPr>
            <a:xfrm>
              <a:off x="1149" y="2602"/>
              <a:ext cx="3" cy="0"/>
            </a:xfrm>
            <a:prstGeom prst="line">
              <a:avLst/>
            </a:prstGeom>
            <a:noFill/>
            <a:ln>
              <a:noFill/>
              <a:miter lim="800000"/>
            </a:ln>
            <a:effectLst/>
          </p:spPr>
        </p:cxnSp>
        <p:cxnSp>
          <p:nvCxnSpPr>
            <p:cNvPr id="50796" name=""/>
            <p:cNvCxnSpPr/>
            <p:nvPr/>
          </p:nvCxnSpPr>
          <p:spPr>
            <a:xfrm>
              <a:off x="1149" y="2602"/>
              <a:ext cx="3" cy="0"/>
            </a:xfrm>
            <a:prstGeom prst="line">
              <a:avLst/>
            </a:prstGeom>
            <a:noFill/>
            <a:ln>
              <a:noFill/>
              <a:miter lim="800000"/>
            </a:ln>
            <a:effectLst/>
          </p:spPr>
        </p:cxnSp>
        <p:cxnSp>
          <p:nvCxnSpPr>
            <p:cNvPr id="50797" name=""/>
            <p:cNvCxnSpPr/>
            <p:nvPr/>
          </p:nvCxnSpPr>
          <p:spPr>
            <a:xfrm>
              <a:off x="1149" y="2602"/>
              <a:ext cx="3" cy="0"/>
            </a:xfrm>
            <a:prstGeom prst="line">
              <a:avLst/>
            </a:prstGeom>
            <a:noFill/>
            <a:ln>
              <a:noFill/>
              <a:miter lim="800000"/>
            </a:ln>
            <a:effectLst/>
          </p:spPr>
        </p:cxnSp>
        <p:cxnSp>
          <p:nvCxnSpPr>
            <p:cNvPr id="50798" name=""/>
            <p:cNvCxnSpPr/>
            <p:nvPr/>
          </p:nvCxnSpPr>
          <p:spPr>
            <a:xfrm>
              <a:off x="1149" y="2602"/>
              <a:ext cx="3" cy="0"/>
            </a:xfrm>
            <a:prstGeom prst="line">
              <a:avLst/>
            </a:prstGeom>
            <a:noFill/>
            <a:ln>
              <a:noFill/>
              <a:miter lim="800000"/>
            </a:ln>
            <a:effectLst/>
          </p:spPr>
        </p:cxnSp>
        <p:cxnSp>
          <p:nvCxnSpPr>
            <p:cNvPr id="50799" name=""/>
            <p:cNvCxnSpPr/>
            <p:nvPr/>
          </p:nvCxnSpPr>
          <p:spPr>
            <a:xfrm>
              <a:off x="1149" y="2602"/>
              <a:ext cx="3" cy="0"/>
            </a:xfrm>
            <a:prstGeom prst="line">
              <a:avLst/>
            </a:prstGeom>
            <a:noFill/>
            <a:ln>
              <a:noFill/>
              <a:miter lim="800000"/>
            </a:ln>
            <a:effectLst/>
          </p:spPr>
        </p:cxnSp>
        <p:sp>
          <p:nvSpPr>
            <p:cNvPr id="50800" name=""/>
            <p:cNvSpPr/>
            <p:nvPr/>
          </p:nvSpPr>
          <p:spPr>
            <a:xfrm>
              <a:off x="1147" y="259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801" name=""/>
            <p:cNvCxnSpPr/>
            <p:nvPr/>
          </p:nvCxnSpPr>
          <p:spPr>
            <a:xfrm>
              <a:off x="1149" y="2601"/>
              <a:ext cx="3" cy="0"/>
            </a:xfrm>
            <a:prstGeom prst="line">
              <a:avLst/>
            </a:prstGeom>
            <a:noFill/>
            <a:ln>
              <a:noFill/>
              <a:miter lim="800000"/>
            </a:ln>
            <a:effectLst/>
          </p:spPr>
        </p:cxnSp>
        <p:cxnSp>
          <p:nvCxnSpPr>
            <p:cNvPr id="50802" name=""/>
            <p:cNvCxnSpPr/>
            <p:nvPr/>
          </p:nvCxnSpPr>
          <p:spPr>
            <a:xfrm>
              <a:off x="1149" y="2601"/>
              <a:ext cx="3" cy="0"/>
            </a:xfrm>
            <a:prstGeom prst="line">
              <a:avLst/>
            </a:prstGeom>
            <a:noFill/>
            <a:ln>
              <a:noFill/>
              <a:miter lim="800000"/>
            </a:ln>
            <a:effectLst/>
          </p:spPr>
        </p:cxnSp>
        <p:cxnSp>
          <p:nvCxnSpPr>
            <p:cNvPr id="50803" name=""/>
            <p:cNvCxnSpPr/>
            <p:nvPr/>
          </p:nvCxnSpPr>
          <p:spPr>
            <a:xfrm>
              <a:off x="1149" y="2601"/>
              <a:ext cx="3" cy="0"/>
            </a:xfrm>
            <a:prstGeom prst="line">
              <a:avLst/>
            </a:prstGeom>
            <a:noFill/>
            <a:ln>
              <a:noFill/>
              <a:miter lim="800000"/>
            </a:ln>
            <a:effectLst/>
          </p:spPr>
        </p:cxnSp>
        <p:cxnSp>
          <p:nvCxnSpPr>
            <p:cNvPr id="50804" name=""/>
            <p:cNvCxnSpPr/>
            <p:nvPr/>
          </p:nvCxnSpPr>
          <p:spPr>
            <a:xfrm>
              <a:off x="1149" y="2601"/>
              <a:ext cx="3" cy="0"/>
            </a:xfrm>
            <a:prstGeom prst="line">
              <a:avLst/>
            </a:prstGeom>
            <a:noFill/>
            <a:ln>
              <a:noFill/>
              <a:miter lim="800000"/>
            </a:ln>
            <a:effectLst/>
          </p:spPr>
        </p:cxnSp>
        <p:cxnSp>
          <p:nvCxnSpPr>
            <p:cNvPr id="50805" name=""/>
            <p:cNvCxnSpPr/>
            <p:nvPr/>
          </p:nvCxnSpPr>
          <p:spPr>
            <a:xfrm>
              <a:off x="1149" y="2601"/>
              <a:ext cx="3" cy="0"/>
            </a:xfrm>
            <a:prstGeom prst="line">
              <a:avLst/>
            </a:prstGeom>
            <a:noFill/>
            <a:ln>
              <a:noFill/>
              <a:miter lim="800000"/>
            </a:ln>
            <a:effectLst/>
          </p:spPr>
        </p:cxnSp>
        <p:cxnSp>
          <p:nvCxnSpPr>
            <p:cNvPr id="50806" name=""/>
            <p:cNvCxnSpPr/>
            <p:nvPr/>
          </p:nvCxnSpPr>
          <p:spPr>
            <a:xfrm>
              <a:off x="1149" y="2601"/>
              <a:ext cx="3" cy="0"/>
            </a:xfrm>
            <a:prstGeom prst="line">
              <a:avLst/>
            </a:prstGeom>
            <a:noFill/>
            <a:ln>
              <a:noFill/>
              <a:miter lim="800000"/>
            </a:ln>
            <a:effectLst/>
          </p:spPr>
        </p:cxnSp>
        <p:cxnSp>
          <p:nvCxnSpPr>
            <p:cNvPr id="50807" name=""/>
            <p:cNvCxnSpPr/>
            <p:nvPr/>
          </p:nvCxnSpPr>
          <p:spPr>
            <a:xfrm>
              <a:off x="1149" y="2601"/>
              <a:ext cx="3" cy="0"/>
            </a:xfrm>
            <a:prstGeom prst="line">
              <a:avLst/>
            </a:prstGeom>
            <a:noFill/>
            <a:ln>
              <a:noFill/>
              <a:miter lim="800000"/>
            </a:ln>
            <a:effectLst/>
          </p:spPr>
        </p:cxnSp>
        <p:cxnSp>
          <p:nvCxnSpPr>
            <p:cNvPr id="50808" name=""/>
            <p:cNvCxnSpPr/>
            <p:nvPr/>
          </p:nvCxnSpPr>
          <p:spPr>
            <a:xfrm>
              <a:off x="1149" y="2601"/>
              <a:ext cx="3" cy="0"/>
            </a:xfrm>
            <a:prstGeom prst="line">
              <a:avLst/>
            </a:prstGeom>
            <a:noFill/>
            <a:ln>
              <a:noFill/>
              <a:miter lim="800000"/>
            </a:ln>
            <a:effectLst/>
          </p:spPr>
        </p:cxnSp>
        <p:cxnSp>
          <p:nvCxnSpPr>
            <p:cNvPr id="50809" name=""/>
            <p:cNvCxnSpPr/>
            <p:nvPr/>
          </p:nvCxnSpPr>
          <p:spPr>
            <a:xfrm>
              <a:off x="1149" y="2601"/>
              <a:ext cx="3" cy="0"/>
            </a:xfrm>
            <a:prstGeom prst="line">
              <a:avLst/>
            </a:prstGeom>
            <a:noFill/>
            <a:ln>
              <a:noFill/>
              <a:miter lim="800000"/>
            </a:ln>
            <a:effectLst/>
          </p:spPr>
        </p:cxnSp>
        <p:sp>
          <p:nvSpPr>
            <p:cNvPr id="50810" name=""/>
            <p:cNvSpPr/>
            <p:nvPr/>
          </p:nvSpPr>
          <p:spPr>
            <a:xfrm>
              <a:off x="1147" y="259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811" name=""/>
            <p:cNvCxnSpPr/>
            <p:nvPr/>
          </p:nvCxnSpPr>
          <p:spPr>
            <a:xfrm>
              <a:off x="1149" y="2601"/>
              <a:ext cx="3" cy="0"/>
            </a:xfrm>
            <a:prstGeom prst="line">
              <a:avLst/>
            </a:prstGeom>
            <a:noFill/>
            <a:ln>
              <a:noFill/>
              <a:miter lim="800000"/>
            </a:ln>
            <a:effectLst/>
          </p:spPr>
        </p:cxnSp>
        <p:cxnSp>
          <p:nvCxnSpPr>
            <p:cNvPr id="50812" name=""/>
            <p:cNvCxnSpPr/>
            <p:nvPr/>
          </p:nvCxnSpPr>
          <p:spPr>
            <a:xfrm>
              <a:off x="1149" y="2601"/>
              <a:ext cx="3" cy="0"/>
            </a:xfrm>
            <a:prstGeom prst="line">
              <a:avLst/>
            </a:prstGeom>
            <a:noFill/>
            <a:ln>
              <a:noFill/>
              <a:miter lim="800000"/>
            </a:ln>
            <a:effectLst/>
          </p:spPr>
        </p:cxnSp>
        <p:cxnSp>
          <p:nvCxnSpPr>
            <p:cNvPr id="50813" name=""/>
            <p:cNvCxnSpPr/>
            <p:nvPr/>
          </p:nvCxnSpPr>
          <p:spPr>
            <a:xfrm>
              <a:off x="1149" y="2601"/>
              <a:ext cx="3" cy="0"/>
            </a:xfrm>
            <a:prstGeom prst="line">
              <a:avLst/>
            </a:prstGeom>
            <a:noFill/>
            <a:ln>
              <a:noFill/>
              <a:miter lim="800000"/>
            </a:ln>
            <a:effectLst/>
          </p:spPr>
        </p:cxnSp>
        <p:cxnSp>
          <p:nvCxnSpPr>
            <p:cNvPr id="50814" name=""/>
            <p:cNvCxnSpPr/>
            <p:nvPr/>
          </p:nvCxnSpPr>
          <p:spPr>
            <a:xfrm>
              <a:off x="1149" y="2601"/>
              <a:ext cx="3" cy="0"/>
            </a:xfrm>
            <a:prstGeom prst="line">
              <a:avLst/>
            </a:prstGeom>
            <a:noFill/>
            <a:ln>
              <a:noFill/>
              <a:miter lim="800000"/>
            </a:ln>
            <a:effectLst/>
          </p:spPr>
        </p:cxnSp>
        <p:cxnSp>
          <p:nvCxnSpPr>
            <p:cNvPr id="50815" name=""/>
            <p:cNvCxnSpPr/>
            <p:nvPr/>
          </p:nvCxnSpPr>
          <p:spPr>
            <a:xfrm>
              <a:off x="1149" y="2601"/>
              <a:ext cx="3" cy="0"/>
            </a:xfrm>
            <a:prstGeom prst="line">
              <a:avLst/>
            </a:prstGeom>
            <a:noFill/>
            <a:ln>
              <a:noFill/>
              <a:miter lim="800000"/>
            </a:ln>
            <a:effectLst/>
          </p:spPr>
        </p:cxnSp>
        <p:sp>
          <p:nvSpPr>
            <p:cNvPr id="50816" name=""/>
            <p:cNvSpPr/>
            <p:nvPr/>
          </p:nvSpPr>
          <p:spPr>
            <a:xfrm>
              <a:off x="1147" y="2595"/>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817" name=""/>
            <p:cNvCxnSpPr/>
            <p:nvPr/>
          </p:nvCxnSpPr>
          <p:spPr>
            <a:xfrm>
              <a:off x="1149" y="2600"/>
              <a:ext cx="3" cy="0"/>
            </a:xfrm>
            <a:prstGeom prst="line">
              <a:avLst/>
            </a:prstGeom>
            <a:noFill/>
            <a:ln>
              <a:noFill/>
              <a:miter lim="800000"/>
            </a:ln>
            <a:effectLst/>
          </p:spPr>
        </p:cxnSp>
        <p:sp>
          <p:nvSpPr>
            <p:cNvPr id="50818" name=""/>
            <p:cNvSpPr/>
            <p:nvPr/>
          </p:nvSpPr>
          <p:spPr>
            <a:xfrm>
              <a:off x="1146" y="2597"/>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0819" name=""/>
            <p:cNvSpPr/>
            <p:nvPr/>
          </p:nvSpPr>
          <p:spPr>
            <a:xfrm>
              <a:off x="1147" y="2508"/>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50820" name=""/>
            <p:cNvSpPr/>
            <p:nvPr/>
          </p:nvSpPr>
          <p:spPr>
            <a:xfrm>
              <a:off x="1164" y="2505"/>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0821" name=""/>
            <p:cNvSpPr/>
            <p:nvPr/>
          </p:nvSpPr>
          <p:spPr>
            <a:xfrm>
              <a:off x="1164" y="2515"/>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0822" name=""/>
            <p:cNvSpPr/>
            <p:nvPr/>
          </p:nvSpPr>
          <p:spPr>
            <a:xfrm>
              <a:off x="1171" y="2578"/>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0823" name=""/>
            <p:cNvSpPr/>
            <p:nvPr/>
          </p:nvSpPr>
          <p:spPr>
            <a:xfrm>
              <a:off x="1165" y="2599"/>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50824" name=""/>
            <p:cNvSpPr/>
            <p:nvPr/>
          </p:nvSpPr>
          <p:spPr>
            <a:xfrm>
              <a:off x="1180" y="2587"/>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50825" name=""/>
            <p:cNvSpPr/>
            <p:nvPr/>
          </p:nvSpPr>
          <p:spPr>
            <a:xfrm>
              <a:off x="1204" y="2589"/>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0826" name=""/>
            <p:cNvCxnSpPr/>
            <p:nvPr/>
          </p:nvCxnSpPr>
          <p:spPr>
            <a:xfrm flipH="1">
              <a:off x="1167" y="2542"/>
              <a:ext cx="0" cy="13"/>
            </a:xfrm>
            <a:prstGeom prst="line">
              <a:avLst/>
            </a:prstGeom>
            <a:noFill/>
            <a:ln>
              <a:noFill/>
              <a:miter lim="800000"/>
            </a:ln>
            <a:effectLst/>
          </p:spPr>
        </p:cxnSp>
        <p:cxnSp>
          <p:nvCxnSpPr>
            <p:cNvPr id="50827" name=""/>
            <p:cNvCxnSpPr/>
            <p:nvPr/>
          </p:nvCxnSpPr>
          <p:spPr>
            <a:xfrm flipH="1">
              <a:off x="1167" y="2537"/>
              <a:ext cx="0" cy="1"/>
            </a:xfrm>
            <a:prstGeom prst="line">
              <a:avLst/>
            </a:prstGeom>
            <a:noFill/>
            <a:ln>
              <a:noFill/>
              <a:miter lim="800000"/>
            </a:ln>
            <a:effectLst/>
          </p:spPr>
        </p:cxnSp>
        <p:sp>
          <p:nvSpPr>
            <p:cNvPr id="50828" name=""/>
            <p:cNvSpPr/>
            <p:nvPr/>
          </p:nvSpPr>
          <p:spPr>
            <a:xfrm>
              <a:off x="1159" y="2537"/>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829" name=""/>
            <p:cNvSpPr/>
            <p:nvPr/>
          </p:nvSpPr>
          <p:spPr>
            <a:xfrm>
              <a:off x="1181" y="253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830" name=""/>
            <p:cNvSpPr/>
            <p:nvPr/>
          </p:nvSpPr>
          <p:spPr>
            <a:xfrm>
              <a:off x="1181" y="253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0831" name=""/>
            <p:cNvSpPr/>
            <p:nvPr/>
          </p:nvSpPr>
          <p:spPr>
            <a:xfrm>
              <a:off x="1205" y="253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832" name=""/>
            <p:cNvSpPr/>
            <p:nvPr/>
          </p:nvSpPr>
          <p:spPr>
            <a:xfrm>
              <a:off x="1164" y="2543"/>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0833" name=""/>
            <p:cNvSpPr/>
            <p:nvPr/>
          </p:nvSpPr>
          <p:spPr>
            <a:xfrm>
              <a:off x="1167" y="2551"/>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0834" name=""/>
            <p:cNvSpPr/>
            <p:nvPr/>
          </p:nvSpPr>
          <p:spPr>
            <a:xfrm>
              <a:off x="1201" y="2543"/>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0835" name=""/>
            <p:cNvSpPr/>
            <p:nvPr/>
          </p:nvSpPr>
          <p:spPr>
            <a:xfrm>
              <a:off x="1205" y="253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836" name=""/>
            <p:cNvSpPr/>
            <p:nvPr/>
          </p:nvSpPr>
          <p:spPr>
            <a:xfrm>
              <a:off x="1219" y="253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837" name=""/>
            <p:cNvSpPr/>
            <p:nvPr/>
          </p:nvSpPr>
          <p:spPr>
            <a:xfrm>
              <a:off x="1167" y="2534"/>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0838" name=""/>
            <p:cNvSpPr/>
            <p:nvPr/>
          </p:nvSpPr>
          <p:spPr>
            <a:xfrm>
              <a:off x="1160" y="253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839" name=""/>
            <p:cNvSpPr/>
            <p:nvPr/>
          </p:nvSpPr>
          <p:spPr>
            <a:xfrm>
              <a:off x="1164" y="2534"/>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0840" name=""/>
            <p:cNvCxnSpPr/>
            <p:nvPr/>
          </p:nvCxnSpPr>
          <p:spPr>
            <a:xfrm>
              <a:off x="1165" y="2538"/>
              <a:ext cx="21" cy="0"/>
            </a:xfrm>
            <a:prstGeom prst="line">
              <a:avLst/>
            </a:prstGeom>
            <a:noFill/>
            <a:ln>
              <a:noFill/>
              <a:miter lim="800000"/>
            </a:ln>
            <a:effectLst/>
          </p:spPr>
        </p:cxnSp>
        <p:cxnSp>
          <p:nvCxnSpPr>
            <p:cNvPr id="50841" name=""/>
            <p:cNvCxnSpPr/>
            <p:nvPr/>
          </p:nvCxnSpPr>
          <p:spPr>
            <a:xfrm flipH="1">
              <a:off x="1186" y="2542"/>
              <a:ext cx="0" cy="2"/>
            </a:xfrm>
            <a:prstGeom prst="line">
              <a:avLst/>
            </a:prstGeom>
            <a:noFill/>
            <a:ln>
              <a:noFill/>
              <a:miter lim="800000"/>
            </a:ln>
            <a:effectLst/>
          </p:spPr>
        </p:cxnSp>
        <p:sp>
          <p:nvSpPr>
            <p:cNvPr id="50842" name=""/>
            <p:cNvSpPr/>
            <p:nvPr/>
          </p:nvSpPr>
          <p:spPr>
            <a:xfrm>
              <a:off x="1186" y="253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843" name=""/>
            <p:cNvSpPr/>
            <p:nvPr/>
          </p:nvSpPr>
          <p:spPr>
            <a:xfrm>
              <a:off x="1200" y="253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844" name=""/>
            <p:cNvSpPr/>
            <p:nvPr/>
          </p:nvSpPr>
          <p:spPr>
            <a:xfrm>
              <a:off x="1200" y="2535"/>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0845" name=""/>
            <p:cNvSpPr/>
            <p:nvPr/>
          </p:nvSpPr>
          <p:spPr>
            <a:xfrm>
              <a:off x="1186" y="2533"/>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0846" name=""/>
            <p:cNvSpPr/>
            <p:nvPr/>
          </p:nvSpPr>
          <p:spPr>
            <a:xfrm>
              <a:off x="1211" y="2545"/>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0847" name=""/>
            <p:cNvSpPr/>
            <p:nvPr/>
          </p:nvSpPr>
          <p:spPr>
            <a:xfrm>
              <a:off x="1167" y="2500"/>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0848" name=""/>
            <p:cNvSpPr/>
            <p:nvPr/>
          </p:nvSpPr>
          <p:spPr>
            <a:xfrm>
              <a:off x="1201" y="2503"/>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0849" name=""/>
            <p:cNvSpPr/>
            <p:nvPr/>
          </p:nvSpPr>
          <p:spPr>
            <a:xfrm>
              <a:off x="1201" y="2517"/>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0850" name=""/>
            <p:cNvSpPr/>
            <p:nvPr/>
          </p:nvSpPr>
          <p:spPr>
            <a:xfrm>
              <a:off x="1167" y="2518"/>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0851" name=""/>
            <p:cNvSpPr/>
            <p:nvPr/>
          </p:nvSpPr>
          <p:spPr>
            <a:xfrm>
              <a:off x="1142" y="2510"/>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0852" name=""/>
            <p:cNvSpPr/>
            <p:nvPr/>
          </p:nvSpPr>
          <p:spPr>
            <a:xfrm>
              <a:off x="1171" y="2594"/>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0853" name=""/>
            <p:cNvCxnSpPr/>
            <p:nvPr/>
          </p:nvCxnSpPr>
          <p:spPr>
            <a:xfrm flipH="1">
              <a:off x="1240" y="2578"/>
              <a:ext cx="0" cy="14"/>
            </a:xfrm>
            <a:prstGeom prst="line">
              <a:avLst/>
            </a:prstGeom>
            <a:noFill/>
            <a:ln>
              <a:noFill/>
              <a:miter lim="800000"/>
            </a:ln>
            <a:effectLst/>
          </p:spPr>
        </p:cxnSp>
        <p:sp>
          <p:nvSpPr>
            <p:cNvPr id="50854" name=""/>
            <p:cNvSpPr/>
            <p:nvPr/>
          </p:nvSpPr>
          <p:spPr>
            <a:xfrm>
              <a:off x="1171" y="2572"/>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0855" name=""/>
            <p:cNvSpPr/>
            <p:nvPr/>
          </p:nvSpPr>
          <p:spPr>
            <a:xfrm>
              <a:off x="1167" y="2578"/>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0856" name=""/>
            <p:cNvSpPr/>
            <p:nvPr/>
          </p:nvSpPr>
          <p:spPr>
            <a:xfrm>
              <a:off x="1171" y="2586"/>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0857" name=""/>
            <p:cNvSpPr/>
            <p:nvPr/>
          </p:nvSpPr>
          <p:spPr>
            <a:xfrm>
              <a:off x="1126" y="2618"/>
              <a:ext cx="125" cy="17"/>
            </a:xfrm>
            <a:custGeom>
              <a:pathLst>
                <a:path w="125" h="17">
                  <a:moveTo>
                    <a:pt x="0" y="0"/>
                  </a:moveTo>
                  <a:lnTo>
                    <a:pt x="0" y="16"/>
                  </a:lnTo>
                  <a:lnTo>
                    <a:pt x="124" y="16"/>
                  </a:lnTo>
                  <a:lnTo>
                    <a:pt x="124" y="0"/>
                  </a:lnTo>
                  <a:lnTo>
                    <a:pt x="0" y="0"/>
                  </a:lnTo>
                </a:path>
              </a:pathLst>
            </a:custGeom>
            <a:solidFill>
              <a:srgbClr val="D0C0A0"/>
            </a:solidFill>
            <a:ln cap="rnd">
              <a:noFill/>
              <a:round/>
            </a:ln>
            <a:effectLst/>
          </p:spPr>
        </p:sp>
        <p:sp>
          <p:nvSpPr>
            <p:cNvPr id="50858" name=""/>
            <p:cNvSpPr/>
            <p:nvPr/>
          </p:nvSpPr>
          <p:spPr>
            <a:xfrm>
              <a:off x="1146" y="2620"/>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0859" name=""/>
            <p:cNvSpPr/>
            <p:nvPr/>
          </p:nvSpPr>
          <p:spPr>
            <a:xfrm>
              <a:off x="1186" y="2462"/>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0860" name=""/>
            <p:cNvSpPr/>
            <p:nvPr/>
          </p:nvSpPr>
          <p:spPr>
            <a:xfrm>
              <a:off x="1188" y="2466"/>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0861" name=""/>
            <p:cNvSpPr/>
            <p:nvPr/>
          </p:nvSpPr>
          <p:spPr>
            <a:xfrm>
              <a:off x="1139" y="2458"/>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50862" name=""/>
            <p:cNvSpPr/>
            <p:nvPr/>
          </p:nvSpPr>
          <p:spPr>
            <a:xfrm>
              <a:off x="1139" y="2458"/>
              <a:ext cx="106" cy="19"/>
            </a:xfrm>
            <a:custGeom>
              <a:pathLst>
                <a:path w="106" h="19">
                  <a:moveTo>
                    <a:pt x="7" y="0"/>
                  </a:moveTo>
                  <a:lnTo>
                    <a:pt x="98" y="0"/>
                  </a:lnTo>
                  <a:lnTo>
                    <a:pt x="100" y="1"/>
                  </a:lnTo>
                  <a:lnTo>
                    <a:pt x="100" y="1"/>
                  </a:lnTo>
                  <a:lnTo>
                    <a:pt x="102" y="2"/>
                  </a:lnTo>
                  <a:lnTo>
                    <a:pt x="103" y="3"/>
                  </a:lnTo>
                  <a:lnTo>
                    <a:pt x="104" y="5"/>
                  </a:lnTo>
                  <a:lnTo>
                    <a:pt x="105" y="6"/>
                  </a:lnTo>
                  <a:lnTo>
                    <a:pt x="105" y="7"/>
                  </a:lnTo>
                  <a:lnTo>
                    <a:pt x="105" y="11"/>
                  </a:lnTo>
                  <a:lnTo>
                    <a:pt x="105" y="12"/>
                  </a:lnTo>
                  <a:lnTo>
                    <a:pt x="104" y="13"/>
                  </a:lnTo>
                  <a:lnTo>
                    <a:pt x="103" y="15"/>
                  </a:lnTo>
                  <a:lnTo>
                    <a:pt x="102" y="16"/>
                  </a:lnTo>
                  <a:lnTo>
                    <a:pt x="100" y="17"/>
                  </a:lnTo>
                  <a:lnTo>
                    <a:pt x="100" y="18"/>
                  </a:lnTo>
                  <a:lnTo>
                    <a:pt x="98" y="18"/>
                  </a:lnTo>
                  <a:lnTo>
                    <a:pt x="7"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7" y="0"/>
                  </a:lnTo>
                </a:path>
              </a:pathLst>
            </a:custGeom>
            <a:noFill/>
            <a:ln w="12700" cap="rnd" cmpd="sng">
              <a:solidFill>
                <a:srgbClr val="808060"/>
              </a:solidFill>
              <a:prstDash val="solid"/>
              <a:round/>
            </a:ln>
            <a:effectLst/>
          </p:spPr>
        </p:sp>
        <p:sp>
          <p:nvSpPr>
            <p:cNvPr id="50863" name=""/>
            <p:cNvSpPr/>
            <p:nvPr/>
          </p:nvSpPr>
          <p:spPr>
            <a:xfrm>
              <a:off x="1140" y="2459"/>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50864" name=""/>
            <p:cNvSpPr/>
            <p:nvPr/>
          </p:nvSpPr>
          <p:spPr>
            <a:xfrm>
              <a:off x="1140" y="2459"/>
              <a:ext cx="57" cy="17"/>
            </a:xfrm>
            <a:custGeom>
              <a:pathLst>
                <a:path w="57" h="17">
                  <a:moveTo>
                    <a:pt x="8" y="0"/>
                  </a:moveTo>
                  <a:lnTo>
                    <a:pt x="47" y="0"/>
                  </a:lnTo>
                  <a:lnTo>
                    <a:pt x="49" y="0"/>
                  </a:lnTo>
                  <a:lnTo>
                    <a:pt x="51" y="1"/>
                  </a:lnTo>
                  <a:lnTo>
                    <a:pt x="52" y="1"/>
                  </a:lnTo>
                  <a:lnTo>
                    <a:pt x="53" y="2"/>
                  </a:lnTo>
                  <a:lnTo>
                    <a:pt x="55" y="3"/>
                  </a:lnTo>
                  <a:lnTo>
                    <a:pt x="55" y="3"/>
                  </a:lnTo>
                  <a:lnTo>
                    <a:pt x="56" y="4"/>
                  </a:lnTo>
                  <a:lnTo>
                    <a:pt x="56" y="5"/>
                  </a:lnTo>
                  <a:lnTo>
                    <a:pt x="56" y="6"/>
                  </a:lnTo>
                  <a:lnTo>
                    <a:pt x="56" y="9"/>
                  </a:lnTo>
                  <a:lnTo>
                    <a:pt x="56" y="11"/>
                  </a:lnTo>
                  <a:lnTo>
                    <a:pt x="55" y="13"/>
                  </a:lnTo>
                  <a:lnTo>
                    <a:pt x="54" y="13"/>
                  </a:lnTo>
                  <a:lnTo>
                    <a:pt x="52" y="14"/>
                  </a:lnTo>
                  <a:lnTo>
                    <a:pt x="51"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0865" name=""/>
            <p:cNvSpPr/>
            <p:nvPr/>
          </p:nvSpPr>
          <p:spPr>
            <a:xfrm>
              <a:off x="1186" y="2462"/>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0866" name=""/>
            <p:cNvSpPr/>
            <p:nvPr/>
          </p:nvSpPr>
          <p:spPr>
            <a:xfrm>
              <a:off x="1144" y="2464"/>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50867" name=""/>
            <p:cNvSpPr/>
            <p:nvPr/>
          </p:nvSpPr>
          <p:spPr>
            <a:xfrm>
              <a:off x="1181" y="2462"/>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0868" name=""/>
            <p:cNvSpPr/>
            <p:nvPr/>
          </p:nvSpPr>
          <p:spPr>
            <a:xfrm>
              <a:off x="1180" y="2462"/>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0869" name=""/>
            <p:cNvSpPr/>
            <p:nvPr/>
          </p:nvSpPr>
          <p:spPr>
            <a:xfrm>
              <a:off x="1175" y="2462"/>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0870" name=""/>
            <p:cNvSpPr/>
            <p:nvPr/>
          </p:nvSpPr>
          <p:spPr>
            <a:xfrm>
              <a:off x="1171" y="2462"/>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0871" name=""/>
            <p:cNvSpPr/>
            <p:nvPr/>
          </p:nvSpPr>
          <p:spPr>
            <a:xfrm>
              <a:off x="1167" y="2462"/>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0872" name=""/>
            <p:cNvSpPr/>
            <p:nvPr/>
          </p:nvSpPr>
          <p:spPr>
            <a:xfrm>
              <a:off x="1218" y="2459"/>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0873" name=""/>
            <p:cNvSpPr/>
            <p:nvPr/>
          </p:nvSpPr>
          <p:spPr>
            <a:xfrm>
              <a:off x="1220" y="2458"/>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0874" name=""/>
            <p:cNvSpPr/>
            <p:nvPr/>
          </p:nvSpPr>
          <p:spPr>
            <a:xfrm>
              <a:off x="1220" y="245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0875" name=""/>
            <p:cNvSpPr/>
            <p:nvPr/>
          </p:nvSpPr>
          <p:spPr>
            <a:xfrm>
              <a:off x="1221" y="245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0876" name=""/>
            <p:cNvSpPr/>
            <p:nvPr/>
          </p:nvSpPr>
          <p:spPr>
            <a:xfrm>
              <a:off x="1225" y="2461"/>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0877" name=""/>
            <p:cNvSpPr/>
            <p:nvPr/>
          </p:nvSpPr>
          <p:spPr>
            <a:xfrm>
              <a:off x="1227" y="2464"/>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0878" name=""/>
            <p:cNvCxnSpPr/>
            <p:nvPr/>
          </p:nvCxnSpPr>
          <p:spPr>
            <a:xfrm flipH="1">
              <a:off x="1234" y="2464"/>
              <a:ext cx="0" cy="4"/>
            </a:xfrm>
            <a:prstGeom prst="line">
              <a:avLst/>
            </a:prstGeom>
            <a:noFill/>
            <a:ln w="12700">
              <a:solidFill>
                <a:prstClr val="black"/>
              </a:solidFill>
              <a:miter lim="800000"/>
            </a:ln>
            <a:effectLst/>
          </p:spPr>
        </p:cxnSp>
        <p:sp>
          <p:nvSpPr>
            <p:cNvPr id="50879" name=""/>
            <p:cNvSpPr/>
            <p:nvPr/>
          </p:nvSpPr>
          <p:spPr>
            <a:xfrm>
              <a:off x="1189" y="2454"/>
              <a:ext cx="46" cy="17"/>
            </a:xfrm>
            <a:custGeom>
              <a:pathLst>
                <a:path w="46" h="17">
                  <a:moveTo>
                    <a:pt x="0" y="16"/>
                  </a:moveTo>
                  <a:lnTo>
                    <a:pt x="45" y="16"/>
                  </a:lnTo>
                  <a:lnTo>
                    <a:pt x="45" y="0"/>
                  </a:lnTo>
                  <a:lnTo>
                    <a:pt x="0" y="0"/>
                  </a:lnTo>
                  <a:lnTo>
                    <a:pt x="0" y="16"/>
                  </a:lnTo>
                </a:path>
              </a:pathLst>
            </a:custGeom>
            <a:solidFill>
              <a:srgbClr val="808060"/>
            </a:solidFill>
            <a:ln cap="rnd">
              <a:noFill/>
              <a:round/>
            </a:ln>
            <a:effectLst/>
          </p:spPr>
        </p:sp>
        <p:sp>
          <p:nvSpPr>
            <p:cNvPr id="50880" name=""/>
            <p:cNvSpPr/>
            <p:nvPr/>
          </p:nvSpPr>
          <p:spPr>
            <a:xfrm>
              <a:off x="1189" y="2471"/>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0881" name=""/>
            <p:cNvSpPr/>
            <p:nvPr/>
          </p:nvSpPr>
          <p:spPr>
            <a:xfrm>
              <a:off x="1237" y="2458"/>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0882" name=""/>
            <p:cNvSpPr/>
            <p:nvPr/>
          </p:nvSpPr>
          <p:spPr>
            <a:xfrm>
              <a:off x="1198" y="2458"/>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0883" name=""/>
            <p:cNvSpPr/>
            <p:nvPr/>
          </p:nvSpPr>
          <p:spPr>
            <a:xfrm>
              <a:off x="1207" y="2454"/>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0884" name=""/>
            <p:cNvSpPr/>
            <p:nvPr/>
          </p:nvSpPr>
          <p:spPr>
            <a:xfrm>
              <a:off x="1212" y="245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0885" name=""/>
            <p:cNvSpPr/>
            <p:nvPr/>
          </p:nvSpPr>
          <p:spPr>
            <a:xfrm>
              <a:off x="1212" y="2463"/>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0886" name=""/>
            <p:cNvSpPr/>
            <p:nvPr/>
          </p:nvSpPr>
          <p:spPr>
            <a:xfrm>
              <a:off x="1212" y="2468"/>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0887" name=""/>
            <p:cNvSpPr/>
            <p:nvPr/>
          </p:nvSpPr>
          <p:spPr>
            <a:xfrm>
              <a:off x="1207" y="2471"/>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0888" name=""/>
            <p:cNvSpPr/>
            <p:nvPr/>
          </p:nvSpPr>
          <p:spPr>
            <a:xfrm>
              <a:off x="1198" y="2471"/>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0889" name=""/>
            <p:cNvSpPr/>
            <p:nvPr/>
          </p:nvSpPr>
          <p:spPr>
            <a:xfrm>
              <a:off x="1194" y="2458"/>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0890" name=""/>
            <p:cNvSpPr/>
            <p:nvPr/>
          </p:nvSpPr>
          <p:spPr>
            <a:xfrm>
              <a:off x="1198" y="2454"/>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0891" name=""/>
            <p:cNvSpPr/>
            <p:nvPr/>
          </p:nvSpPr>
          <p:spPr>
            <a:xfrm>
              <a:off x="1205" y="2461"/>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0892" name=""/>
            <p:cNvSpPr/>
            <p:nvPr/>
          </p:nvSpPr>
          <p:spPr>
            <a:xfrm>
              <a:off x="1209" y="2461"/>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0893" name=""/>
            <p:cNvSpPr/>
            <p:nvPr/>
          </p:nvSpPr>
          <p:spPr>
            <a:xfrm>
              <a:off x="1212" y="2468"/>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0894" name=""/>
            <p:cNvSpPr/>
            <p:nvPr/>
          </p:nvSpPr>
          <p:spPr>
            <a:xfrm>
              <a:off x="1200" y="2459"/>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0895" name=""/>
            <p:cNvSpPr/>
            <p:nvPr/>
          </p:nvSpPr>
          <p:spPr>
            <a:xfrm>
              <a:off x="1196" y="2461"/>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0896" name=""/>
            <p:cNvSpPr/>
            <p:nvPr/>
          </p:nvSpPr>
          <p:spPr>
            <a:xfrm>
              <a:off x="1199" y="2461"/>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50897" name=""/>
          <p:cNvPicPr/>
          <p:nvPr/>
        </p:nvPicPr>
        <p:blipFill>
          <a:blip r:embed="rId4"/>
          <a:stretch>
            <a:fillRect/>
          </a:stretch>
        </p:blipFill>
        <p:spPr>
          <a:xfrm>
            <a:off x="638175" y="3236913"/>
            <a:ext cx="41275" cy="15875"/>
          </a:xfrm>
          <a:prstGeom prst="rect">
            <a:avLst/>
          </a:prstGeom>
          <a:noFill/>
          <a:ln>
            <a:noFill/>
            <a:miter lim="800000"/>
          </a:ln>
          <a:effectLst/>
        </p:spPr>
      </p:pic>
      <p:pic>
        <p:nvPicPr>
          <p:cNvPr id="50898" name=""/>
          <p:cNvPicPr/>
          <p:nvPr/>
        </p:nvPicPr>
        <p:blipFill>
          <a:blip r:embed="rId4"/>
          <a:stretch>
            <a:fillRect/>
          </a:stretch>
        </p:blipFill>
        <p:spPr>
          <a:xfrm>
            <a:off x="790575" y="3327400"/>
            <a:ext cx="42863" cy="14288"/>
          </a:xfrm>
          <a:prstGeom prst="rect">
            <a:avLst/>
          </a:prstGeom>
          <a:noFill/>
          <a:ln>
            <a:noFill/>
            <a:miter lim="800000"/>
          </a:ln>
          <a:effectLst/>
        </p:spPr>
      </p:pic>
      <p:grpSp>
        <p:nvGrpSpPr>
          <p:cNvPr id="50899" name=""/>
          <p:cNvGrpSpPr/>
          <p:nvPr/>
        </p:nvGrpSpPr>
        <p:grpSpPr>
          <a:xfrm>
            <a:off x="909638" y="3313113"/>
            <a:ext cx="125412" cy="398462"/>
            <a:chOff x="1535" y="2544"/>
            <a:chExt cx="183" cy="426"/>
          </a:xfrm>
        </p:grpSpPr>
        <p:sp>
          <p:nvSpPr>
            <p:cNvPr id="50900" name=""/>
            <p:cNvSpPr/>
            <p:nvPr/>
          </p:nvSpPr>
          <p:spPr>
            <a:xfrm>
              <a:off x="1564" y="2733"/>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0901" name=""/>
            <p:cNvSpPr/>
            <p:nvPr/>
          </p:nvSpPr>
          <p:spPr>
            <a:xfrm>
              <a:off x="1564" y="293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02" name=""/>
            <p:cNvSpPr/>
            <p:nvPr/>
          </p:nvSpPr>
          <p:spPr>
            <a:xfrm>
              <a:off x="1564" y="292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03" name=""/>
            <p:cNvSpPr/>
            <p:nvPr/>
          </p:nvSpPr>
          <p:spPr>
            <a:xfrm>
              <a:off x="1564" y="2916"/>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50904" name=""/>
            <p:cNvSpPr/>
            <p:nvPr/>
          </p:nvSpPr>
          <p:spPr>
            <a:xfrm>
              <a:off x="1564" y="291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05" name=""/>
            <p:cNvSpPr/>
            <p:nvPr/>
          </p:nvSpPr>
          <p:spPr>
            <a:xfrm>
              <a:off x="1564" y="290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06" name=""/>
            <p:cNvSpPr/>
            <p:nvPr/>
          </p:nvSpPr>
          <p:spPr>
            <a:xfrm>
              <a:off x="1564" y="290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07" name=""/>
            <p:cNvSpPr/>
            <p:nvPr/>
          </p:nvSpPr>
          <p:spPr>
            <a:xfrm>
              <a:off x="1564" y="289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08" name=""/>
            <p:cNvSpPr/>
            <p:nvPr/>
          </p:nvSpPr>
          <p:spPr>
            <a:xfrm>
              <a:off x="1564" y="288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09" name=""/>
            <p:cNvSpPr/>
            <p:nvPr/>
          </p:nvSpPr>
          <p:spPr>
            <a:xfrm>
              <a:off x="1564" y="287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0" name=""/>
            <p:cNvSpPr/>
            <p:nvPr/>
          </p:nvSpPr>
          <p:spPr>
            <a:xfrm>
              <a:off x="1564" y="287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1" name=""/>
            <p:cNvSpPr/>
            <p:nvPr/>
          </p:nvSpPr>
          <p:spPr>
            <a:xfrm>
              <a:off x="1564" y="286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2" name=""/>
            <p:cNvSpPr/>
            <p:nvPr/>
          </p:nvSpPr>
          <p:spPr>
            <a:xfrm>
              <a:off x="1564" y="285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3" name=""/>
            <p:cNvSpPr/>
            <p:nvPr/>
          </p:nvSpPr>
          <p:spPr>
            <a:xfrm>
              <a:off x="1564" y="285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4" name=""/>
            <p:cNvSpPr/>
            <p:nvPr/>
          </p:nvSpPr>
          <p:spPr>
            <a:xfrm>
              <a:off x="1564" y="284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5" name=""/>
            <p:cNvSpPr/>
            <p:nvPr/>
          </p:nvSpPr>
          <p:spPr>
            <a:xfrm>
              <a:off x="1564" y="283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6" name=""/>
            <p:cNvSpPr/>
            <p:nvPr/>
          </p:nvSpPr>
          <p:spPr>
            <a:xfrm>
              <a:off x="1564" y="282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7" name=""/>
            <p:cNvSpPr/>
            <p:nvPr/>
          </p:nvSpPr>
          <p:spPr>
            <a:xfrm>
              <a:off x="1564" y="282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0918" name=""/>
            <p:cNvSpPr/>
            <p:nvPr/>
          </p:nvSpPr>
          <p:spPr>
            <a:xfrm>
              <a:off x="1535" y="2953"/>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0919" name=""/>
            <p:cNvSpPr/>
            <p:nvPr/>
          </p:nvSpPr>
          <p:spPr>
            <a:xfrm>
              <a:off x="1630" y="2953"/>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0920" name=""/>
            <p:cNvSpPr/>
            <p:nvPr/>
          </p:nvSpPr>
          <p:spPr>
            <a:xfrm>
              <a:off x="1587" y="2882"/>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50921" name=""/>
            <p:cNvSpPr/>
            <p:nvPr/>
          </p:nvSpPr>
          <p:spPr>
            <a:xfrm>
              <a:off x="1564" y="2544"/>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0922" name=""/>
            <p:cNvSpPr/>
            <p:nvPr/>
          </p:nvSpPr>
          <p:spPr>
            <a:xfrm>
              <a:off x="1576" y="2594"/>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0923" name=""/>
            <p:cNvSpPr/>
            <p:nvPr/>
          </p:nvSpPr>
          <p:spPr>
            <a:xfrm>
              <a:off x="1580" y="2624"/>
              <a:ext cx="98" cy="17"/>
            </a:xfrm>
            <a:custGeom>
              <a:pathLst>
                <a:path w="98" h="17">
                  <a:moveTo>
                    <a:pt x="0" y="0"/>
                  </a:moveTo>
                  <a:lnTo>
                    <a:pt x="97" y="0"/>
                  </a:lnTo>
                  <a:lnTo>
                    <a:pt x="97" y="16"/>
                  </a:lnTo>
                  <a:lnTo>
                    <a:pt x="0" y="16"/>
                  </a:lnTo>
                  <a:lnTo>
                    <a:pt x="0" y="0"/>
                  </a:lnTo>
                </a:path>
              </a:pathLst>
            </a:custGeom>
            <a:solidFill>
              <a:srgbClr val="505020"/>
            </a:solidFill>
            <a:ln w="12700" cap="rnd" cmpd="sng">
              <a:solidFill>
                <a:srgbClr val="000000"/>
              </a:solidFill>
              <a:prstDash val="solid"/>
              <a:round/>
            </a:ln>
            <a:effectLst/>
          </p:spPr>
        </p:sp>
        <p:sp>
          <p:nvSpPr>
            <p:cNvPr id="50924" name=""/>
            <p:cNvSpPr/>
            <p:nvPr/>
          </p:nvSpPr>
          <p:spPr>
            <a:xfrm>
              <a:off x="1580" y="2655"/>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0925" name=""/>
            <p:cNvSpPr/>
            <p:nvPr/>
          </p:nvSpPr>
          <p:spPr>
            <a:xfrm>
              <a:off x="1578" y="2598"/>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0926" name=""/>
            <p:cNvSpPr/>
            <p:nvPr/>
          </p:nvSpPr>
          <p:spPr>
            <a:xfrm>
              <a:off x="1604" y="2599"/>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0927" name=""/>
            <p:cNvSpPr/>
            <p:nvPr/>
          </p:nvSpPr>
          <p:spPr>
            <a:xfrm>
              <a:off x="1656" y="259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0928" name=""/>
            <p:cNvSpPr/>
            <p:nvPr/>
          </p:nvSpPr>
          <p:spPr>
            <a:xfrm>
              <a:off x="1656" y="259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0929" name=""/>
            <p:cNvSpPr/>
            <p:nvPr/>
          </p:nvSpPr>
          <p:spPr>
            <a:xfrm>
              <a:off x="1583" y="2606"/>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0930" name=""/>
            <p:cNvSpPr/>
            <p:nvPr/>
          </p:nvSpPr>
          <p:spPr>
            <a:xfrm>
              <a:off x="1580" y="2626"/>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0931" name=""/>
            <p:cNvSpPr/>
            <p:nvPr/>
          </p:nvSpPr>
          <p:spPr>
            <a:xfrm>
              <a:off x="1604" y="2630"/>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0932" name=""/>
            <p:cNvSpPr/>
            <p:nvPr/>
          </p:nvSpPr>
          <p:spPr>
            <a:xfrm>
              <a:off x="1646" y="264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0933" name=""/>
            <p:cNvSpPr/>
            <p:nvPr/>
          </p:nvSpPr>
          <p:spPr>
            <a:xfrm>
              <a:off x="1646" y="264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0934" name=""/>
            <p:cNvSpPr/>
            <p:nvPr/>
          </p:nvSpPr>
          <p:spPr>
            <a:xfrm>
              <a:off x="1601" y="2633"/>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0935" name=""/>
            <p:cNvSpPr/>
            <p:nvPr/>
          </p:nvSpPr>
          <p:spPr>
            <a:xfrm>
              <a:off x="1580" y="2662"/>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50936" name=""/>
            <p:cNvSpPr/>
            <p:nvPr/>
          </p:nvSpPr>
          <p:spPr>
            <a:xfrm>
              <a:off x="1580" y="2659"/>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0937" name=""/>
            <p:cNvSpPr/>
            <p:nvPr/>
          </p:nvSpPr>
          <p:spPr>
            <a:xfrm>
              <a:off x="1674" y="2662"/>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0938" name=""/>
            <p:cNvSpPr/>
            <p:nvPr/>
          </p:nvSpPr>
          <p:spPr>
            <a:xfrm>
              <a:off x="1578" y="2662"/>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50939" name=""/>
            <p:cNvSpPr/>
            <p:nvPr/>
          </p:nvSpPr>
          <p:spPr>
            <a:xfrm>
              <a:off x="1573" y="2662"/>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0940" name=""/>
            <p:cNvSpPr/>
            <p:nvPr/>
          </p:nvSpPr>
          <p:spPr>
            <a:xfrm>
              <a:off x="1580" y="2666"/>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0941" name=""/>
            <p:cNvSpPr/>
            <p:nvPr/>
          </p:nvSpPr>
          <p:spPr>
            <a:xfrm>
              <a:off x="1603" y="2671"/>
              <a:ext cx="35" cy="25"/>
            </a:xfrm>
            <a:custGeom>
              <a:pathLst>
                <a:path w="35" h="25">
                  <a:moveTo>
                    <a:pt x="1" y="0"/>
                  </a:moveTo>
                  <a:lnTo>
                    <a:pt x="32" y="0"/>
                  </a:lnTo>
                  <a:lnTo>
                    <a:pt x="32" y="0"/>
                  </a:lnTo>
                  <a:lnTo>
                    <a:pt x="33" y="1"/>
                  </a:lnTo>
                  <a:lnTo>
                    <a:pt x="33" y="1"/>
                  </a:lnTo>
                  <a:lnTo>
                    <a:pt x="34" y="2"/>
                  </a:lnTo>
                  <a:lnTo>
                    <a:pt x="34" y="3"/>
                  </a:lnTo>
                  <a:lnTo>
                    <a:pt x="34" y="22"/>
                  </a:lnTo>
                  <a:lnTo>
                    <a:pt x="33" y="23"/>
                  </a:lnTo>
                  <a:lnTo>
                    <a:pt x="33" y="23"/>
                  </a:lnTo>
                  <a:lnTo>
                    <a:pt x="33" y="24"/>
                  </a:lnTo>
                  <a:lnTo>
                    <a:pt x="32" y="24"/>
                  </a:lnTo>
                  <a:lnTo>
                    <a:pt x="32"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0942" name=""/>
            <p:cNvSpPr/>
            <p:nvPr/>
          </p:nvSpPr>
          <p:spPr>
            <a:xfrm>
              <a:off x="1608" y="2672"/>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0943" name=""/>
            <p:cNvSpPr/>
            <p:nvPr/>
          </p:nvSpPr>
          <p:spPr>
            <a:xfrm>
              <a:off x="1580" y="2658"/>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0944" name=""/>
            <p:cNvSpPr/>
            <p:nvPr/>
          </p:nvSpPr>
          <p:spPr>
            <a:xfrm>
              <a:off x="1576" y="2584"/>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50945" name=""/>
            <p:cNvSpPr/>
            <p:nvPr/>
          </p:nvSpPr>
          <p:spPr>
            <a:xfrm>
              <a:off x="1583" y="2607"/>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0946" name=""/>
            <p:cNvSpPr/>
            <p:nvPr/>
          </p:nvSpPr>
          <p:spPr>
            <a:xfrm>
              <a:off x="1603" y="2607"/>
              <a:ext cx="36" cy="17"/>
            </a:xfrm>
            <a:custGeom>
              <a:pathLst>
                <a:path w="36" h="17">
                  <a:moveTo>
                    <a:pt x="0" y="16"/>
                  </a:moveTo>
                  <a:lnTo>
                    <a:pt x="35" y="16"/>
                  </a:lnTo>
                  <a:lnTo>
                    <a:pt x="0" y="0"/>
                  </a:lnTo>
                  <a:lnTo>
                    <a:pt x="0" y="16"/>
                  </a:lnTo>
                </a:path>
              </a:pathLst>
            </a:custGeom>
            <a:solidFill>
              <a:srgbClr val="E0E0B0"/>
            </a:solidFill>
            <a:ln cap="rnd">
              <a:noFill/>
              <a:round/>
            </a:ln>
            <a:effectLst/>
          </p:spPr>
        </p:sp>
        <p:sp>
          <p:nvSpPr>
            <p:cNvPr id="50947" name=""/>
            <p:cNvSpPr/>
            <p:nvPr/>
          </p:nvSpPr>
          <p:spPr>
            <a:xfrm>
              <a:off x="1644" y="2607"/>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50948" name=""/>
            <p:cNvSpPr/>
            <p:nvPr/>
          </p:nvSpPr>
          <p:spPr>
            <a:xfrm>
              <a:off x="1604" y="2613"/>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0949" name=""/>
            <p:cNvSpPr/>
            <p:nvPr/>
          </p:nvSpPr>
          <p:spPr>
            <a:xfrm>
              <a:off x="1658" y="259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0950" name=""/>
            <p:cNvSpPr/>
            <p:nvPr/>
          </p:nvSpPr>
          <p:spPr>
            <a:xfrm>
              <a:off x="1651" y="2599"/>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0951" name=""/>
            <p:cNvSpPr/>
            <p:nvPr/>
          </p:nvSpPr>
          <p:spPr>
            <a:xfrm>
              <a:off x="1604" y="2613"/>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0952" name=""/>
            <p:cNvSpPr/>
            <p:nvPr/>
          </p:nvSpPr>
          <p:spPr>
            <a:xfrm>
              <a:off x="1604" y="2612"/>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0953" name=""/>
            <p:cNvSpPr/>
            <p:nvPr/>
          </p:nvSpPr>
          <p:spPr>
            <a:xfrm>
              <a:off x="1603" y="2611"/>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954" name=""/>
            <p:cNvSpPr/>
            <p:nvPr/>
          </p:nvSpPr>
          <p:spPr>
            <a:xfrm>
              <a:off x="1590" y="2584"/>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0955" name=""/>
            <p:cNvSpPr/>
            <p:nvPr/>
          </p:nvSpPr>
          <p:spPr>
            <a:xfrm>
              <a:off x="1590" y="2584"/>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0956" name=""/>
            <p:cNvCxnSpPr/>
            <p:nvPr/>
          </p:nvCxnSpPr>
          <p:spPr>
            <a:xfrm>
              <a:off x="1591" y="2587"/>
              <a:ext cx="2" cy="0"/>
            </a:xfrm>
            <a:prstGeom prst="line">
              <a:avLst/>
            </a:prstGeom>
            <a:noFill/>
            <a:ln>
              <a:noFill/>
              <a:miter lim="800000"/>
            </a:ln>
            <a:effectLst/>
          </p:spPr>
        </p:cxnSp>
        <p:sp>
          <p:nvSpPr>
            <p:cNvPr id="50957" name=""/>
            <p:cNvSpPr/>
            <p:nvPr/>
          </p:nvSpPr>
          <p:spPr>
            <a:xfrm>
              <a:off x="1656" y="2584"/>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0958" name=""/>
            <p:cNvSpPr/>
            <p:nvPr/>
          </p:nvSpPr>
          <p:spPr>
            <a:xfrm>
              <a:off x="1655" y="2584"/>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0959" name=""/>
            <p:cNvSpPr/>
            <p:nvPr/>
          </p:nvSpPr>
          <p:spPr>
            <a:xfrm>
              <a:off x="1652" y="2582"/>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0960" name=""/>
            <p:cNvSpPr/>
            <p:nvPr/>
          </p:nvSpPr>
          <p:spPr>
            <a:xfrm>
              <a:off x="1604" y="2645"/>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0961" name=""/>
            <p:cNvSpPr/>
            <p:nvPr/>
          </p:nvSpPr>
          <p:spPr>
            <a:xfrm>
              <a:off x="1604" y="2644"/>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0962" name=""/>
            <p:cNvSpPr/>
            <p:nvPr/>
          </p:nvSpPr>
          <p:spPr>
            <a:xfrm>
              <a:off x="1603" y="2643"/>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0963" name=""/>
            <p:cNvSpPr/>
            <p:nvPr/>
          </p:nvSpPr>
          <p:spPr>
            <a:xfrm>
              <a:off x="1584" y="2694"/>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0964" name=""/>
            <p:cNvCxnSpPr/>
            <p:nvPr/>
          </p:nvCxnSpPr>
          <p:spPr>
            <a:xfrm>
              <a:off x="1587" y="2698"/>
              <a:ext cx="2" cy="0"/>
            </a:xfrm>
            <a:prstGeom prst="line">
              <a:avLst/>
            </a:prstGeom>
            <a:noFill/>
            <a:ln>
              <a:noFill/>
              <a:miter lim="800000"/>
            </a:ln>
            <a:effectLst/>
          </p:spPr>
        </p:cxnSp>
        <p:cxnSp>
          <p:nvCxnSpPr>
            <p:cNvPr id="50965" name=""/>
            <p:cNvCxnSpPr/>
            <p:nvPr/>
          </p:nvCxnSpPr>
          <p:spPr>
            <a:xfrm>
              <a:off x="1587" y="2698"/>
              <a:ext cx="2" cy="0"/>
            </a:xfrm>
            <a:prstGeom prst="line">
              <a:avLst/>
            </a:prstGeom>
            <a:noFill/>
            <a:ln>
              <a:noFill/>
              <a:miter lim="800000"/>
            </a:ln>
            <a:effectLst/>
          </p:spPr>
        </p:cxnSp>
        <p:cxnSp>
          <p:nvCxnSpPr>
            <p:cNvPr id="50966" name=""/>
            <p:cNvCxnSpPr/>
            <p:nvPr/>
          </p:nvCxnSpPr>
          <p:spPr>
            <a:xfrm>
              <a:off x="1587" y="2698"/>
              <a:ext cx="2" cy="0"/>
            </a:xfrm>
            <a:prstGeom prst="line">
              <a:avLst/>
            </a:prstGeom>
            <a:noFill/>
            <a:ln>
              <a:noFill/>
              <a:miter lim="800000"/>
            </a:ln>
            <a:effectLst/>
          </p:spPr>
        </p:cxnSp>
        <p:cxnSp>
          <p:nvCxnSpPr>
            <p:cNvPr id="50967" name=""/>
            <p:cNvCxnSpPr/>
            <p:nvPr/>
          </p:nvCxnSpPr>
          <p:spPr>
            <a:xfrm>
              <a:off x="1587" y="2698"/>
              <a:ext cx="2" cy="0"/>
            </a:xfrm>
            <a:prstGeom prst="line">
              <a:avLst/>
            </a:prstGeom>
            <a:noFill/>
            <a:ln>
              <a:noFill/>
              <a:miter lim="800000"/>
            </a:ln>
            <a:effectLst/>
          </p:spPr>
        </p:cxnSp>
        <p:cxnSp>
          <p:nvCxnSpPr>
            <p:cNvPr id="50968" name=""/>
            <p:cNvCxnSpPr/>
            <p:nvPr/>
          </p:nvCxnSpPr>
          <p:spPr>
            <a:xfrm>
              <a:off x="1587" y="2698"/>
              <a:ext cx="2" cy="0"/>
            </a:xfrm>
            <a:prstGeom prst="line">
              <a:avLst/>
            </a:prstGeom>
            <a:noFill/>
            <a:ln>
              <a:noFill/>
              <a:miter lim="800000"/>
            </a:ln>
            <a:effectLst/>
          </p:spPr>
        </p:cxnSp>
        <p:cxnSp>
          <p:nvCxnSpPr>
            <p:cNvPr id="50969" name=""/>
            <p:cNvCxnSpPr/>
            <p:nvPr/>
          </p:nvCxnSpPr>
          <p:spPr>
            <a:xfrm>
              <a:off x="1587" y="2698"/>
              <a:ext cx="2" cy="0"/>
            </a:xfrm>
            <a:prstGeom prst="line">
              <a:avLst/>
            </a:prstGeom>
            <a:noFill/>
            <a:ln>
              <a:noFill/>
              <a:miter lim="800000"/>
            </a:ln>
            <a:effectLst/>
          </p:spPr>
        </p:cxnSp>
        <p:cxnSp>
          <p:nvCxnSpPr>
            <p:cNvPr id="50970" name=""/>
            <p:cNvCxnSpPr/>
            <p:nvPr/>
          </p:nvCxnSpPr>
          <p:spPr>
            <a:xfrm>
              <a:off x="1587" y="2698"/>
              <a:ext cx="2" cy="0"/>
            </a:xfrm>
            <a:prstGeom prst="line">
              <a:avLst/>
            </a:prstGeom>
            <a:noFill/>
            <a:ln>
              <a:noFill/>
              <a:miter lim="800000"/>
            </a:ln>
            <a:effectLst/>
          </p:spPr>
        </p:cxnSp>
        <p:sp>
          <p:nvSpPr>
            <p:cNvPr id="50971" name=""/>
            <p:cNvSpPr/>
            <p:nvPr/>
          </p:nvSpPr>
          <p:spPr>
            <a:xfrm>
              <a:off x="1584" y="269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972" name=""/>
            <p:cNvCxnSpPr/>
            <p:nvPr/>
          </p:nvCxnSpPr>
          <p:spPr>
            <a:xfrm>
              <a:off x="1587" y="2697"/>
              <a:ext cx="2" cy="0"/>
            </a:xfrm>
            <a:prstGeom prst="line">
              <a:avLst/>
            </a:prstGeom>
            <a:noFill/>
            <a:ln>
              <a:noFill/>
              <a:miter lim="800000"/>
            </a:ln>
            <a:effectLst/>
          </p:spPr>
        </p:cxnSp>
        <p:cxnSp>
          <p:nvCxnSpPr>
            <p:cNvPr id="50973" name=""/>
            <p:cNvCxnSpPr/>
            <p:nvPr/>
          </p:nvCxnSpPr>
          <p:spPr>
            <a:xfrm>
              <a:off x="1587" y="2697"/>
              <a:ext cx="2" cy="0"/>
            </a:xfrm>
            <a:prstGeom prst="line">
              <a:avLst/>
            </a:prstGeom>
            <a:noFill/>
            <a:ln>
              <a:noFill/>
              <a:miter lim="800000"/>
            </a:ln>
            <a:effectLst/>
          </p:spPr>
        </p:cxnSp>
        <p:cxnSp>
          <p:nvCxnSpPr>
            <p:cNvPr id="50974" name=""/>
            <p:cNvCxnSpPr/>
            <p:nvPr/>
          </p:nvCxnSpPr>
          <p:spPr>
            <a:xfrm>
              <a:off x="1587" y="2697"/>
              <a:ext cx="2" cy="0"/>
            </a:xfrm>
            <a:prstGeom prst="line">
              <a:avLst/>
            </a:prstGeom>
            <a:noFill/>
            <a:ln>
              <a:noFill/>
              <a:miter lim="800000"/>
            </a:ln>
            <a:effectLst/>
          </p:spPr>
        </p:cxnSp>
        <p:cxnSp>
          <p:nvCxnSpPr>
            <p:cNvPr id="50975" name=""/>
            <p:cNvCxnSpPr/>
            <p:nvPr/>
          </p:nvCxnSpPr>
          <p:spPr>
            <a:xfrm>
              <a:off x="1587" y="2697"/>
              <a:ext cx="2" cy="0"/>
            </a:xfrm>
            <a:prstGeom prst="line">
              <a:avLst/>
            </a:prstGeom>
            <a:noFill/>
            <a:ln>
              <a:noFill/>
              <a:miter lim="800000"/>
            </a:ln>
            <a:effectLst/>
          </p:spPr>
        </p:cxnSp>
        <p:cxnSp>
          <p:nvCxnSpPr>
            <p:cNvPr id="50976" name=""/>
            <p:cNvCxnSpPr/>
            <p:nvPr/>
          </p:nvCxnSpPr>
          <p:spPr>
            <a:xfrm>
              <a:off x="1587" y="2697"/>
              <a:ext cx="2" cy="0"/>
            </a:xfrm>
            <a:prstGeom prst="line">
              <a:avLst/>
            </a:prstGeom>
            <a:noFill/>
            <a:ln>
              <a:noFill/>
              <a:miter lim="800000"/>
            </a:ln>
            <a:effectLst/>
          </p:spPr>
        </p:cxnSp>
        <p:cxnSp>
          <p:nvCxnSpPr>
            <p:cNvPr id="50977" name=""/>
            <p:cNvCxnSpPr/>
            <p:nvPr/>
          </p:nvCxnSpPr>
          <p:spPr>
            <a:xfrm>
              <a:off x="1587" y="2697"/>
              <a:ext cx="2" cy="0"/>
            </a:xfrm>
            <a:prstGeom prst="line">
              <a:avLst/>
            </a:prstGeom>
            <a:noFill/>
            <a:ln>
              <a:noFill/>
              <a:miter lim="800000"/>
            </a:ln>
            <a:effectLst/>
          </p:spPr>
        </p:cxnSp>
        <p:cxnSp>
          <p:nvCxnSpPr>
            <p:cNvPr id="50978" name=""/>
            <p:cNvCxnSpPr/>
            <p:nvPr/>
          </p:nvCxnSpPr>
          <p:spPr>
            <a:xfrm>
              <a:off x="1587" y="2697"/>
              <a:ext cx="2" cy="0"/>
            </a:xfrm>
            <a:prstGeom prst="line">
              <a:avLst/>
            </a:prstGeom>
            <a:noFill/>
            <a:ln>
              <a:noFill/>
              <a:miter lim="800000"/>
            </a:ln>
            <a:effectLst/>
          </p:spPr>
        </p:cxnSp>
        <p:cxnSp>
          <p:nvCxnSpPr>
            <p:cNvPr id="50979" name=""/>
            <p:cNvCxnSpPr/>
            <p:nvPr/>
          </p:nvCxnSpPr>
          <p:spPr>
            <a:xfrm>
              <a:off x="1587" y="2697"/>
              <a:ext cx="2" cy="0"/>
            </a:xfrm>
            <a:prstGeom prst="line">
              <a:avLst/>
            </a:prstGeom>
            <a:noFill/>
            <a:ln>
              <a:noFill/>
              <a:miter lim="800000"/>
            </a:ln>
            <a:effectLst/>
          </p:spPr>
        </p:cxnSp>
        <p:cxnSp>
          <p:nvCxnSpPr>
            <p:cNvPr id="50980" name=""/>
            <p:cNvCxnSpPr/>
            <p:nvPr/>
          </p:nvCxnSpPr>
          <p:spPr>
            <a:xfrm>
              <a:off x="1587" y="2697"/>
              <a:ext cx="2" cy="0"/>
            </a:xfrm>
            <a:prstGeom prst="line">
              <a:avLst/>
            </a:prstGeom>
            <a:noFill/>
            <a:ln>
              <a:noFill/>
              <a:miter lim="800000"/>
            </a:ln>
            <a:effectLst/>
          </p:spPr>
        </p:cxnSp>
        <p:sp>
          <p:nvSpPr>
            <p:cNvPr id="50981" name=""/>
            <p:cNvSpPr/>
            <p:nvPr/>
          </p:nvSpPr>
          <p:spPr>
            <a:xfrm>
              <a:off x="1584" y="269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982" name=""/>
            <p:cNvCxnSpPr/>
            <p:nvPr/>
          </p:nvCxnSpPr>
          <p:spPr>
            <a:xfrm>
              <a:off x="1587" y="2697"/>
              <a:ext cx="2" cy="0"/>
            </a:xfrm>
            <a:prstGeom prst="line">
              <a:avLst/>
            </a:prstGeom>
            <a:noFill/>
            <a:ln>
              <a:noFill/>
              <a:miter lim="800000"/>
            </a:ln>
            <a:effectLst/>
          </p:spPr>
        </p:cxnSp>
        <p:cxnSp>
          <p:nvCxnSpPr>
            <p:cNvPr id="50983" name=""/>
            <p:cNvCxnSpPr/>
            <p:nvPr/>
          </p:nvCxnSpPr>
          <p:spPr>
            <a:xfrm>
              <a:off x="1587" y="2697"/>
              <a:ext cx="2" cy="0"/>
            </a:xfrm>
            <a:prstGeom prst="line">
              <a:avLst/>
            </a:prstGeom>
            <a:noFill/>
            <a:ln>
              <a:noFill/>
              <a:miter lim="800000"/>
            </a:ln>
            <a:effectLst/>
          </p:spPr>
        </p:cxnSp>
        <p:cxnSp>
          <p:nvCxnSpPr>
            <p:cNvPr id="50984" name=""/>
            <p:cNvCxnSpPr/>
            <p:nvPr/>
          </p:nvCxnSpPr>
          <p:spPr>
            <a:xfrm>
              <a:off x="1587" y="2697"/>
              <a:ext cx="2" cy="0"/>
            </a:xfrm>
            <a:prstGeom prst="line">
              <a:avLst/>
            </a:prstGeom>
            <a:noFill/>
            <a:ln>
              <a:noFill/>
              <a:miter lim="800000"/>
            </a:ln>
            <a:effectLst/>
          </p:spPr>
        </p:cxnSp>
        <p:cxnSp>
          <p:nvCxnSpPr>
            <p:cNvPr id="50985" name=""/>
            <p:cNvCxnSpPr/>
            <p:nvPr/>
          </p:nvCxnSpPr>
          <p:spPr>
            <a:xfrm>
              <a:off x="1587" y="2697"/>
              <a:ext cx="2" cy="0"/>
            </a:xfrm>
            <a:prstGeom prst="line">
              <a:avLst/>
            </a:prstGeom>
            <a:noFill/>
            <a:ln>
              <a:noFill/>
              <a:miter lim="800000"/>
            </a:ln>
            <a:effectLst/>
          </p:spPr>
        </p:cxnSp>
        <p:cxnSp>
          <p:nvCxnSpPr>
            <p:cNvPr id="50986" name=""/>
            <p:cNvCxnSpPr/>
            <p:nvPr/>
          </p:nvCxnSpPr>
          <p:spPr>
            <a:xfrm>
              <a:off x="1587" y="2697"/>
              <a:ext cx="2" cy="0"/>
            </a:xfrm>
            <a:prstGeom prst="line">
              <a:avLst/>
            </a:prstGeom>
            <a:noFill/>
            <a:ln>
              <a:noFill/>
              <a:miter lim="800000"/>
            </a:ln>
            <a:effectLst/>
          </p:spPr>
        </p:cxnSp>
        <p:sp>
          <p:nvSpPr>
            <p:cNvPr id="50987" name=""/>
            <p:cNvSpPr/>
            <p:nvPr/>
          </p:nvSpPr>
          <p:spPr>
            <a:xfrm>
              <a:off x="1584" y="269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0988" name=""/>
            <p:cNvCxnSpPr/>
            <p:nvPr/>
          </p:nvCxnSpPr>
          <p:spPr>
            <a:xfrm>
              <a:off x="1587" y="2696"/>
              <a:ext cx="2" cy="0"/>
            </a:xfrm>
            <a:prstGeom prst="line">
              <a:avLst/>
            </a:prstGeom>
            <a:noFill/>
            <a:ln>
              <a:noFill/>
              <a:miter lim="800000"/>
            </a:ln>
            <a:effectLst/>
          </p:spPr>
        </p:cxnSp>
        <p:sp>
          <p:nvSpPr>
            <p:cNvPr id="50989" name=""/>
            <p:cNvSpPr/>
            <p:nvPr/>
          </p:nvSpPr>
          <p:spPr>
            <a:xfrm>
              <a:off x="1583" y="2693"/>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0990" name=""/>
            <p:cNvSpPr/>
            <p:nvPr/>
          </p:nvSpPr>
          <p:spPr>
            <a:xfrm>
              <a:off x="1584" y="2604"/>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50991" name=""/>
            <p:cNvSpPr/>
            <p:nvPr/>
          </p:nvSpPr>
          <p:spPr>
            <a:xfrm>
              <a:off x="1601" y="2601"/>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0992" name=""/>
            <p:cNvSpPr/>
            <p:nvPr/>
          </p:nvSpPr>
          <p:spPr>
            <a:xfrm>
              <a:off x="1601" y="2611"/>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0993" name=""/>
            <p:cNvSpPr/>
            <p:nvPr/>
          </p:nvSpPr>
          <p:spPr>
            <a:xfrm>
              <a:off x="1608" y="2674"/>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0994" name=""/>
            <p:cNvSpPr/>
            <p:nvPr/>
          </p:nvSpPr>
          <p:spPr>
            <a:xfrm>
              <a:off x="1603" y="2695"/>
              <a:ext cx="34" cy="17"/>
            </a:xfrm>
            <a:custGeom>
              <a:pathLst>
                <a:path w="34" h="17">
                  <a:moveTo>
                    <a:pt x="0" y="16"/>
                  </a:moveTo>
                  <a:lnTo>
                    <a:pt x="32" y="16"/>
                  </a:lnTo>
                  <a:lnTo>
                    <a:pt x="33" y="5"/>
                  </a:lnTo>
                  <a:lnTo>
                    <a:pt x="0" y="0"/>
                  </a:lnTo>
                  <a:lnTo>
                    <a:pt x="0" y="5"/>
                  </a:lnTo>
                  <a:lnTo>
                    <a:pt x="0" y="16"/>
                  </a:lnTo>
                </a:path>
              </a:pathLst>
            </a:custGeom>
            <a:solidFill>
              <a:srgbClr val="E0E0B0"/>
            </a:solidFill>
            <a:ln cap="rnd">
              <a:noFill/>
              <a:round/>
            </a:ln>
            <a:effectLst/>
          </p:spPr>
        </p:sp>
        <p:sp>
          <p:nvSpPr>
            <p:cNvPr id="50995" name=""/>
            <p:cNvSpPr/>
            <p:nvPr/>
          </p:nvSpPr>
          <p:spPr>
            <a:xfrm>
              <a:off x="1618" y="2683"/>
              <a:ext cx="20" cy="17"/>
            </a:xfrm>
            <a:custGeom>
              <a:pathLst>
                <a:path w="20" h="17">
                  <a:moveTo>
                    <a:pt x="0" y="16"/>
                  </a:moveTo>
                  <a:lnTo>
                    <a:pt x="0" y="0"/>
                  </a:lnTo>
                  <a:lnTo>
                    <a:pt x="19" y="0"/>
                  </a:lnTo>
                  <a:lnTo>
                    <a:pt x="19" y="16"/>
                  </a:lnTo>
                  <a:lnTo>
                    <a:pt x="0" y="16"/>
                  </a:lnTo>
                </a:path>
              </a:pathLst>
            </a:custGeom>
            <a:solidFill>
              <a:srgbClr val="E0E0B0"/>
            </a:solidFill>
            <a:ln cap="rnd">
              <a:noFill/>
              <a:round/>
            </a:ln>
            <a:effectLst/>
          </p:spPr>
        </p:sp>
        <p:sp>
          <p:nvSpPr>
            <p:cNvPr id="50996" name=""/>
            <p:cNvSpPr/>
            <p:nvPr/>
          </p:nvSpPr>
          <p:spPr>
            <a:xfrm>
              <a:off x="1641" y="2685"/>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0997" name=""/>
            <p:cNvCxnSpPr/>
            <p:nvPr/>
          </p:nvCxnSpPr>
          <p:spPr>
            <a:xfrm flipH="1">
              <a:off x="1604" y="2638"/>
              <a:ext cx="0" cy="13"/>
            </a:xfrm>
            <a:prstGeom prst="line">
              <a:avLst/>
            </a:prstGeom>
            <a:noFill/>
            <a:ln>
              <a:noFill/>
              <a:miter lim="800000"/>
            </a:ln>
            <a:effectLst/>
          </p:spPr>
        </p:cxnSp>
        <p:cxnSp>
          <p:nvCxnSpPr>
            <p:cNvPr id="50998" name=""/>
            <p:cNvCxnSpPr/>
            <p:nvPr/>
          </p:nvCxnSpPr>
          <p:spPr>
            <a:xfrm flipH="1">
              <a:off x="1604" y="2633"/>
              <a:ext cx="0" cy="1"/>
            </a:xfrm>
            <a:prstGeom prst="line">
              <a:avLst/>
            </a:prstGeom>
            <a:noFill/>
            <a:ln>
              <a:noFill/>
              <a:miter lim="800000"/>
            </a:ln>
            <a:effectLst/>
          </p:spPr>
        </p:cxnSp>
        <p:sp>
          <p:nvSpPr>
            <p:cNvPr id="50999" name=""/>
            <p:cNvSpPr/>
            <p:nvPr/>
          </p:nvSpPr>
          <p:spPr>
            <a:xfrm>
              <a:off x="1596" y="2633"/>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000" name=""/>
            <p:cNvSpPr/>
            <p:nvPr/>
          </p:nvSpPr>
          <p:spPr>
            <a:xfrm>
              <a:off x="1619" y="263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001" name=""/>
            <p:cNvSpPr/>
            <p:nvPr/>
          </p:nvSpPr>
          <p:spPr>
            <a:xfrm>
              <a:off x="1619" y="263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002" name=""/>
            <p:cNvSpPr/>
            <p:nvPr/>
          </p:nvSpPr>
          <p:spPr>
            <a:xfrm>
              <a:off x="1643" y="263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003" name=""/>
            <p:cNvSpPr/>
            <p:nvPr/>
          </p:nvSpPr>
          <p:spPr>
            <a:xfrm>
              <a:off x="1601" y="2639"/>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1004" name=""/>
            <p:cNvSpPr/>
            <p:nvPr/>
          </p:nvSpPr>
          <p:spPr>
            <a:xfrm>
              <a:off x="1604" y="2647"/>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1005" name=""/>
            <p:cNvSpPr/>
            <p:nvPr/>
          </p:nvSpPr>
          <p:spPr>
            <a:xfrm>
              <a:off x="1638" y="2639"/>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1006" name=""/>
            <p:cNvSpPr/>
            <p:nvPr/>
          </p:nvSpPr>
          <p:spPr>
            <a:xfrm>
              <a:off x="1643" y="2631"/>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007" name=""/>
            <p:cNvSpPr/>
            <p:nvPr/>
          </p:nvSpPr>
          <p:spPr>
            <a:xfrm>
              <a:off x="1656" y="263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008" name=""/>
            <p:cNvSpPr/>
            <p:nvPr/>
          </p:nvSpPr>
          <p:spPr>
            <a:xfrm>
              <a:off x="1604" y="2630"/>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1009" name=""/>
            <p:cNvSpPr/>
            <p:nvPr/>
          </p:nvSpPr>
          <p:spPr>
            <a:xfrm>
              <a:off x="1597" y="263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010" name=""/>
            <p:cNvSpPr/>
            <p:nvPr/>
          </p:nvSpPr>
          <p:spPr>
            <a:xfrm>
              <a:off x="1601" y="2630"/>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1011" name=""/>
            <p:cNvCxnSpPr/>
            <p:nvPr/>
          </p:nvCxnSpPr>
          <p:spPr>
            <a:xfrm>
              <a:off x="1603" y="2634"/>
              <a:ext cx="20" cy="0"/>
            </a:xfrm>
            <a:prstGeom prst="line">
              <a:avLst/>
            </a:prstGeom>
            <a:noFill/>
            <a:ln>
              <a:noFill/>
              <a:miter lim="800000"/>
            </a:ln>
            <a:effectLst/>
          </p:spPr>
        </p:cxnSp>
        <p:cxnSp>
          <p:nvCxnSpPr>
            <p:cNvPr id="51012" name=""/>
            <p:cNvCxnSpPr/>
            <p:nvPr/>
          </p:nvCxnSpPr>
          <p:spPr>
            <a:xfrm flipH="1">
              <a:off x="1623" y="2638"/>
              <a:ext cx="0" cy="2"/>
            </a:xfrm>
            <a:prstGeom prst="line">
              <a:avLst/>
            </a:prstGeom>
            <a:noFill/>
            <a:ln>
              <a:noFill/>
              <a:miter lim="800000"/>
            </a:ln>
            <a:effectLst/>
          </p:spPr>
        </p:cxnSp>
        <p:sp>
          <p:nvSpPr>
            <p:cNvPr id="51013" name=""/>
            <p:cNvSpPr/>
            <p:nvPr/>
          </p:nvSpPr>
          <p:spPr>
            <a:xfrm>
              <a:off x="1623" y="263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014" name=""/>
            <p:cNvSpPr/>
            <p:nvPr/>
          </p:nvSpPr>
          <p:spPr>
            <a:xfrm>
              <a:off x="1637" y="263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015" name=""/>
            <p:cNvSpPr/>
            <p:nvPr/>
          </p:nvSpPr>
          <p:spPr>
            <a:xfrm>
              <a:off x="1637" y="2631"/>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016" name=""/>
            <p:cNvSpPr/>
            <p:nvPr/>
          </p:nvSpPr>
          <p:spPr>
            <a:xfrm>
              <a:off x="1623" y="2629"/>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017" name=""/>
            <p:cNvSpPr/>
            <p:nvPr/>
          </p:nvSpPr>
          <p:spPr>
            <a:xfrm>
              <a:off x="1648" y="2641"/>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1018" name=""/>
            <p:cNvSpPr/>
            <p:nvPr/>
          </p:nvSpPr>
          <p:spPr>
            <a:xfrm>
              <a:off x="1604" y="2596"/>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1019" name=""/>
            <p:cNvSpPr/>
            <p:nvPr/>
          </p:nvSpPr>
          <p:spPr>
            <a:xfrm>
              <a:off x="1638" y="2599"/>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1020" name=""/>
            <p:cNvSpPr/>
            <p:nvPr/>
          </p:nvSpPr>
          <p:spPr>
            <a:xfrm>
              <a:off x="1638" y="2613"/>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1021" name=""/>
            <p:cNvSpPr/>
            <p:nvPr/>
          </p:nvSpPr>
          <p:spPr>
            <a:xfrm>
              <a:off x="1604" y="2614"/>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1022" name=""/>
            <p:cNvSpPr/>
            <p:nvPr/>
          </p:nvSpPr>
          <p:spPr>
            <a:xfrm>
              <a:off x="1580" y="2606"/>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1023" name=""/>
            <p:cNvSpPr/>
            <p:nvPr/>
          </p:nvSpPr>
          <p:spPr>
            <a:xfrm>
              <a:off x="1608" y="2690"/>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1024" name=""/>
            <p:cNvCxnSpPr/>
            <p:nvPr/>
          </p:nvCxnSpPr>
          <p:spPr>
            <a:xfrm flipH="1">
              <a:off x="1677" y="2674"/>
              <a:ext cx="0" cy="14"/>
            </a:xfrm>
            <a:prstGeom prst="line">
              <a:avLst/>
            </a:prstGeom>
            <a:noFill/>
            <a:ln>
              <a:noFill/>
              <a:miter lim="800000"/>
            </a:ln>
            <a:effectLst/>
          </p:spPr>
        </p:cxnSp>
        <p:sp>
          <p:nvSpPr>
            <p:cNvPr id="51025" name=""/>
            <p:cNvSpPr/>
            <p:nvPr/>
          </p:nvSpPr>
          <p:spPr>
            <a:xfrm>
              <a:off x="1608" y="2668"/>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1026" name=""/>
            <p:cNvSpPr/>
            <p:nvPr/>
          </p:nvSpPr>
          <p:spPr>
            <a:xfrm>
              <a:off x="1604" y="2674"/>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1027" name=""/>
            <p:cNvSpPr/>
            <p:nvPr/>
          </p:nvSpPr>
          <p:spPr>
            <a:xfrm>
              <a:off x="1608" y="2682"/>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1028" name=""/>
            <p:cNvSpPr/>
            <p:nvPr/>
          </p:nvSpPr>
          <p:spPr>
            <a:xfrm>
              <a:off x="1564" y="2714"/>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51029" name=""/>
            <p:cNvSpPr/>
            <p:nvPr/>
          </p:nvSpPr>
          <p:spPr>
            <a:xfrm>
              <a:off x="1583" y="2716"/>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1030" name=""/>
            <p:cNvSpPr/>
            <p:nvPr/>
          </p:nvSpPr>
          <p:spPr>
            <a:xfrm>
              <a:off x="1623" y="2558"/>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1031" name=""/>
            <p:cNvSpPr/>
            <p:nvPr/>
          </p:nvSpPr>
          <p:spPr>
            <a:xfrm>
              <a:off x="1625" y="2562"/>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1032" name=""/>
            <p:cNvSpPr/>
            <p:nvPr/>
          </p:nvSpPr>
          <p:spPr>
            <a:xfrm>
              <a:off x="1576" y="2554"/>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51033" name=""/>
            <p:cNvSpPr/>
            <p:nvPr/>
          </p:nvSpPr>
          <p:spPr>
            <a:xfrm>
              <a:off x="1576" y="2554"/>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51034" name=""/>
            <p:cNvSpPr/>
            <p:nvPr/>
          </p:nvSpPr>
          <p:spPr>
            <a:xfrm>
              <a:off x="1577" y="2555"/>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51035" name=""/>
            <p:cNvSpPr/>
            <p:nvPr/>
          </p:nvSpPr>
          <p:spPr>
            <a:xfrm>
              <a:off x="1577" y="2555"/>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1036" name=""/>
            <p:cNvSpPr/>
            <p:nvPr/>
          </p:nvSpPr>
          <p:spPr>
            <a:xfrm>
              <a:off x="1623" y="2558"/>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1037" name=""/>
            <p:cNvSpPr/>
            <p:nvPr/>
          </p:nvSpPr>
          <p:spPr>
            <a:xfrm>
              <a:off x="1581" y="2560"/>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51038" name=""/>
            <p:cNvSpPr/>
            <p:nvPr/>
          </p:nvSpPr>
          <p:spPr>
            <a:xfrm>
              <a:off x="1619" y="2558"/>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1039" name=""/>
            <p:cNvSpPr/>
            <p:nvPr/>
          </p:nvSpPr>
          <p:spPr>
            <a:xfrm>
              <a:off x="1617" y="2558"/>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1040" name=""/>
            <p:cNvSpPr/>
            <p:nvPr/>
          </p:nvSpPr>
          <p:spPr>
            <a:xfrm>
              <a:off x="1612" y="2558"/>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1041" name=""/>
            <p:cNvSpPr/>
            <p:nvPr/>
          </p:nvSpPr>
          <p:spPr>
            <a:xfrm>
              <a:off x="1608" y="2558"/>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1042" name=""/>
            <p:cNvSpPr/>
            <p:nvPr/>
          </p:nvSpPr>
          <p:spPr>
            <a:xfrm>
              <a:off x="1604" y="2558"/>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1043" name=""/>
            <p:cNvSpPr/>
            <p:nvPr/>
          </p:nvSpPr>
          <p:spPr>
            <a:xfrm>
              <a:off x="1655" y="2555"/>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1044" name=""/>
            <p:cNvSpPr/>
            <p:nvPr/>
          </p:nvSpPr>
          <p:spPr>
            <a:xfrm>
              <a:off x="1658" y="2554"/>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1045" name=""/>
            <p:cNvSpPr/>
            <p:nvPr/>
          </p:nvSpPr>
          <p:spPr>
            <a:xfrm>
              <a:off x="1658" y="255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1046" name=""/>
            <p:cNvSpPr/>
            <p:nvPr/>
          </p:nvSpPr>
          <p:spPr>
            <a:xfrm>
              <a:off x="1659" y="255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1047" name=""/>
            <p:cNvSpPr/>
            <p:nvPr/>
          </p:nvSpPr>
          <p:spPr>
            <a:xfrm>
              <a:off x="1662" y="2557"/>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1048" name=""/>
            <p:cNvSpPr/>
            <p:nvPr/>
          </p:nvSpPr>
          <p:spPr>
            <a:xfrm>
              <a:off x="1664" y="2560"/>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1049" name=""/>
            <p:cNvCxnSpPr/>
            <p:nvPr/>
          </p:nvCxnSpPr>
          <p:spPr>
            <a:xfrm flipH="1">
              <a:off x="1671" y="2560"/>
              <a:ext cx="0" cy="4"/>
            </a:xfrm>
            <a:prstGeom prst="line">
              <a:avLst/>
            </a:prstGeom>
            <a:noFill/>
            <a:ln w="12700">
              <a:solidFill>
                <a:prstClr val="black"/>
              </a:solidFill>
              <a:miter lim="800000"/>
            </a:ln>
            <a:effectLst/>
          </p:spPr>
        </p:cxnSp>
        <p:sp>
          <p:nvSpPr>
            <p:cNvPr id="51050" name=""/>
            <p:cNvSpPr/>
            <p:nvPr/>
          </p:nvSpPr>
          <p:spPr>
            <a:xfrm>
              <a:off x="1627" y="2550"/>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51051" name=""/>
            <p:cNvSpPr/>
            <p:nvPr/>
          </p:nvSpPr>
          <p:spPr>
            <a:xfrm>
              <a:off x="1627" y="2567"/>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1052" name=""/>
            <p:cNvSpPr/>
            <p:nvPr/>
          </p:nvSpPr>
          <p:spPr>
            <a:xfrm>
              <a:off x="1675" y="2554"/>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1053" name=""/>
            <p:cNvSpPr/>
            <p:nvPr/>
          </p:nvSpPr>
          <p:spPr>
            <a:xfrm>
              <a:off x="1636" y="2554"/>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1054" name=""/>
            <p:cNvSpPr/>
            <p:nvPr/>
          </p:nvSpPr>
          <p:spPr>
            <a:xfrm>
              <a:off x="1644" y="2550"/>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1055" name=""/>
            <p:cNvSpPr/>
            <p:nvPr/>
          </p:nvSpPr>
          <p:spPr>
            <a:xfrm>
              <a:off x="1650" y="2554"/>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1056" name=""/>
            <p:cNvSpPr/>
            <p:nvPr/>
          </p:nvSpPr>
          <p:spPr>
            <a:xfrm>
              <a:off x="1650" y="2559"/>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1057" name=""/>
            <p:cNvSpPr/>
            <p:nvPr/>
          </p:nvSpPr>
          <p:spPr>
            <a:xfrm>
              <a:off x="1650" y="2564"/>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1058" name=""/>
            <p:cNvSpPr/>
            <p:nvPr/>
          </p:nvSpPr>
          <p:spPr>
            <a:xfrm>
              <a:off x="1644" y="2567"/>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1059" name=""/>
            <p:cNvSpPr/>
            <p:nvPr/>
          </p:nvSpPr>
          <p:spPr>
            <a:xfrm>
              <a:off x="1636" y="2567"/>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1060" name=""/>
            <p:cNvSpPr/>
            <p:nvPr/>
          </p:nvSpPr>
          <p:spPr>
            <a:xfrm>
              <a:off x="1631" y="2554"/>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1061" name=""/>
            <p:cNvSpPr/>
            <p:nvPr/>
          </p:nvSpPr>
          <p:spPr>
            <a:xfrm>
              <a:off x="1636" y="2550"/>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1062" name=""/>
            <p:cNvSpPr/>
            <p:nvPr/>
          </p:nvSpPr>
          <p:spPr>
            <a:xfrm>
              <a:off x="1643" y="2557"/>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1063" name=""/>
            <p:cNvSpPr/>
            <p:nvPr/>
          </p:nvSpPr>
          <p:spPr>
            <a:xfrm>
              <a:off x="1646" y="2557"/>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1064" name=""/>
            <p:cNvSpPr/>
            <p:nvPr/>
          </p:nvSpPr>
          <p:spPr>
            <a:xfrm>
              <a:off x="1649" y="2564"/>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1065" name=""/>
            <p:cNvSpPr/>
            <p:nvPr/>
          </p:nvSpPr>
          <p:spPr>
            <a:xfrm>
              <a:off x="1637" y="2555"/>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1066" name=""/>
            <p:cNvSpPr/>
            <p:nvPr/>
          </p:nvSpPr>
          <p:spPr>
            <a:xfrm>
              <a:off x="1633" y="2557"/>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1067" name=""/>
            <p:cNvSpPr/>
            <p:nvPr/>
          </p:nvSpPr>
          <p:spPr>
            <a:xfrm>
              <a:off x="1636" y="2557"/>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51068" name=""/>
          <p:cNvPicPr/>
          <p:nvPr/>
        </p:nvPicPr>
        <p:blipFill>
          <a:blip r:embed="rId4"/>
          <a:stretch>
            <a:fillRect/>
          </a:stretch>
        </p:blipFill>
        <p:spPr>
          <a:xfrm>
            <a:off x="936625" y="3327400"/>
            <a:ext cx="42863" cy="14288"/>
          </a:xfrm>
          <a:prstGeom prst="rect">
            <a:avLst/>
          </a:prstGeom>
          <a:noFill/>
          <a:ln>
            <a:noFill/>
            <a:miter lim="800000"/>
          </a:ln>
          <a:effectLst/>
        </p:spPr>
      </p:pic>
      <p:grpSp>
        <p:nvGrpSpPr>
          <p:cNvPr id="51069" name=""/>
          <p:cNvGrpSpPr/>
          <p:nvPr/>
        </p:nvGrpSpPr>
        <p:grpSpPr>
          <a:xfrm>
            <a:off x="1055688" y="3224213"/>
            <a:ext cx="125412" cy="396875"/>
            <a:chOff x="1748" y="2448"/>
            <a:chExt cx="184" cy="426"/>
          </a:xfrm>
        </p:grpSpPr>
        <p:sp>
          <p:nvSpPr>
            <p:cNvPr id="51070" name=""/>
            <p:cNvSpPr/>
            <p:nvPr/>
          </p:nvSpPr>
          <p:spPr>
            <a:xfrm>
              <a:off x="1777" y="2637"/>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1071" name=""/>
            <p:cNvSpPr/>
            <p:nvPr/>
          </p:nvSpPr>
          <p:spPr>
            <a:xfrm>
              <a:off x="1777" y="283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72" name=""/>
            <p:cNvSpPr/>
            <p:nvPr/>
          </p:nvSpPr>
          <p:spPr>
            <a:xfrm>
              <a:off x="1777" y="282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73" name=""/>
            <p:cNvSpPr/>
            <p:nvPr/>
          </p:nvSpPr>
          <p:spPr>
            <a:xfrm>
              <a:off x="1777" y="2820"/>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51074" name=""/>
            <p:cNvSpPr/>
            <p:nvPr/>
          </p:nvSpPr>
          <p:spPr>
            <a:xfrm>
              <a:off x="1777" y="282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75" name=""/>
            <p:cNvSpPr/>
            <p:nvPr/>
          </p:nvSpPr>
          <p:spPr>
            <a:xfrm>
              <a:off x="1777" y="281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76" name=""/>
            <p:cNvSpPr/>
            <p:nvPr/>
          </p:nvSpPr>
          <p:spPr>
            <a:xfrm>
              <a:off x="1777" y="280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77" name=""/>
            <p:cNvSpPr/>
            <p:nvPr/>
          </p:nvSpPr>
          <p:spPr>
            <a:xfrm>
              <a:off x="1777" y="279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78" name=""/>
            <p:cNvSpPr/>
            <p:nvPr/>
          </p:nvSpPr>
          <p:spPr>
            <a:xfrm>
              <a:off x="1777" y="279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79" name=""/>
            <p:cNvSpPr/>
            <p:nvPr/>
          </p:nvSpPr>
          <p:spPr>
            <a:xfrm>
              <a:off x="1777" y="278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0" name=""/>
            <p:cNvSpPr/>
            <p:nvPr/>
          </p:nvSpPr>
          <p:spPr>
            <a:xfrm>
              <a:off x="1777" y="277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1" name=""/>
            <p:cNvSpPr/>
            <p:nvPr/>
          </p:nvSpPr>
          <p:spPr>
            <a:xfrm>
              <a:off x="1777" y="276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2" name=""/>
            <p:cNvSpPr/>
            <p:nvPr/>
          </p:nvSpPr>
          <p:spPr>
            <a:xfrm>
              <a:off x="1777" y="276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3" name=""/>
            <p:cNvSpPr/>
            <p:nvPr/>
          </p:nvSpPr>
          <p:spPr>
            <a:xfrm>
              <a:off x="1777" y="275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4" name=""/>
            <p:cNvSpPr/>
            <p:nvPr/>
          </p:nvSpPr>
          <p:spPr>
            <a:xfrm>
              <a:off x="1777" y="274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5" name=""/>
            <p:cNvSpPr/>
            <p:nvPr/>
          </p:nvSpPr>
          <p:spPr>
            <a:xfrm>
              <a:off x="1777" y="273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6" name=""/>
            <p:cNvSpPr/>
            <p:nvPr/>
          </p:nvSpPr>
          <p:spPr>
            <a:xfrm>
              <a:off x="1777" y="273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7" name=""/>
            <p:cNvSpPr/>
            <p:nvPr/>
          </p:nvSpPr>
          <p:spPr>
            <a:xfrm>
              <a:off x="1777" y="272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088" name=""/>
            <p:cNvSpPr/>
            <p:nvPr/>
          </p:nvSpPr>
          <p:spPr>
            <a:xfrm>
              <a:off x="1748" y="2857"/>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1089" name=""/>
            <p:cNvSpPr/>
            <p:nvPr/>
          </p:nvSpPr>
          <p:spPr>
            <a:xfrm>
              <a:off x="1844" y="2857"/>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1090" name=""/>
            <p:cNvSpPr/>
            <p:nvPr/>
          </p:nvSpPr>
          <p:spPr>
            <a:xfrm>
              <a:off x="1800" y="2786"/>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51091" name=""/>
            <p:cNvSpPr/>
            <p:nvPr/>
          </p:nvSpPr>
          <p:spPr>
            <a:xfrm>
              <a:off x="1777" y="2448"/>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1092" name=""/>
            <p:cNvSpPr/>
            <p:nvPr/>
          </p:nvSpPr>
          <p:spPr>
            <a:xfrm>
              <a:off x="1789" y="2498"/>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1093" name=""/>
            <p:cNvSpPr/>
            <p:nvPr/>
          </p:nvSpPr>
          <p:spPr>
            <a:xfrm>
              <a:off x="1793" y="2528"/>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1094" name=""/>
            <p:cNvSpPr/>
            <p:nvPr/>
          </p:nvSpPr>
          <p:spPr>
            <a:xfrm>
              <a:off x="1793" y="2559"/>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51095" name=""/>
            <p:cNvSpPr/>
            <p:nvPr/>
          </p:nvSpPr>
          <p:spPr>
            <a:xfrm>
              <a:off x="1791" y="2502"/>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1096" name=""/>
            <p:cNvSpPr/>
            <p:nvPr/>
          </p:nvSpPr>
          <p:spPr>
            <a:xfrm>
              <a:off x="1818" y="2503"/>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1097" name=""/>
            <p:cNvSpPr/>
            <p:nvPr/>
          </p:nvSpPr>
          <p:spPr>
            <a:xfrm>
              <a:off x="1869" y="250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1098" name=""/>
            <p:cNvSpPr/>
            <p:nvPr/>
          </p:nvSpPr>
          <p:spPr>
            <a:xfrm>
              <a:off x="1869" y="250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1099" name=""/>
            <p:cNvSpPr/>
            <p:nvPr/>
          </p:nvSpPr>
          <p:spPr>
            <a:xfrm>
              <a:off x="1796" y="2510"/>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1100" name=""/>
            <p:cNvSpPr/>
            <p:nvPr/>
          </p:nvSpPr>
          <p:spPr>
            <a:xfrm>
              <a:off x="1793" y="2530"/>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1101" name=""/>
            <p:cNvSpPr/>
            <p:nvPr/>
          </p:nvSpPr>
          <p:spPr>
            <a:xfrm>
              <a:off x="1818" y="2534"/>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1102" name=""/>
            <p:cNvSpPr/>
            <p:nvPr/>
          </p:nvSpPr>
          <p:spPr>
            <a:xfrm>
              <a:off x="1860" y="254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1103" name=""/>
            <p:cNvSpPr/>
            <p:nvPr/>
          </p:nvSpPr>
          <p:spPr>
            <a:xfrm>
              <a:off x="1860" y="254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1104" name=""/>
            <p:cNvSpPr/>
            <p:nvPr/>
          </p:nvSpPr>
          <p:spPr>
            <a:xfrm>
              <a:off x="1814" y="2537"/>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1105" name=""/>
            <p:cNvSpPr/>
            <p:nvPr/>
          </p:nvSpPr>
          <p:spPr>
            <a:xfrm>
              <a:off x="1793" y="2566"/>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51106" name=""/>
            <p:cNvSpPr/>
            <p:nvPr/>
          </p:nvSpPr>
          <p:spPr>
            <a:xfrm>
              <a:off x="1793" y="2563"/>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1107" name=""/>
            <p:cNvSpPr/>
            <p:nvPr/>
          </p:nvSpPr>
          <p:spPr>
            <a:xfrm>
              <a:off x="1887" y="2566"/>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1108" name=""/>
            <p:cNvSpPr/>
            <p:nvPr/>
          </p:nvSpPr>
          <p:spPr>
            <a:xfrm>
              <a:off x="1791" y="2566"/>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51109" name=""/>
            <p:cNvSpPr/>
            <p:nvPr/>
          </p:nvSpPr>
          <p:spPr>
            <a:xfrm>
              <a:off x="1787" y="2566"/>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1110" name=""/>
            <p:cNvSpPr/>
            <p:nvPr/>
          </p:nvSpPr>
          <p:spPr>
            <a:xfrm>
              <a:off x="1793" y="2570"/>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1111" name=""/>
            <p:cNvSpPr/>
            <p:nvPr/>
          </p:nvSpPr>
          <p:spPr>
            <a:xfrm>
              <a:off x="1816" y="2575"/>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1112" name=""/>
            <p:cNvSpPr/>
            <p:nvPr/>
          </p:nvSpPr>
          <p:spPr>
            <a:xfrm>
              <a:off x="1821" y="2576"/>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1113" name=""/>
            <p:cNvSpPr/>
            <p:nvPr/>
          </p:nvSpPr>
          <p:spPr>
            <a:xfrm>
              <a:off x="1793" y="2562"/>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1114" name=""/>
            <p:cNvSpPr/>
            <p:nvPr/>
          </p:nvSpPr>
          <p:spPr>
            <a:xfrm>
              <a:off x="1789" y="2488"/>
              <a:ext cx="103" cy="1"/>
            </a:xfrm>
            <a:custGeom>
              <a:pathLst>
                <a:path w="103" h="1">
                  <a:moveTo>
                    <a:pt x="1" y="0"/>
                  </a:moveTo>
                  <a:lnTo>
                    <a:pt x="100" y="0"/>
                  </a:lnTo>
                  <a:lnTo>
                    <a:pt x="101" y="0"/>
                  </a:lnTo>
                  <a:lnTo>
                    <a:pt x="102" y="0"/>
                  </a:lnTo>
                  <a:lnTo>
                    <a:pt x="102" y="0"/>
                  </a:lnTo>
                  <a:lnTo>
                    <a:pt x="100" y="0"/>
                  </a:lnTo>
                  <a:lnTo>
                    <a:pt x="1" y="0"/>
                  </a:lnTo>
                  <a:lnTo>
                    <a:pt x="0" y="0"/>
                  </a:lnTo>
                  <a:lnTo>
                    <a:pt x="0" y="0"/>
                  </a:lnTo>
                  <a:lnTo>
                    <a:pt x="0" y="0"/>
                  </a:lnTo>
                  <a:lnTo>
                    <a:pt x="1" y="0"/>
                  </a:lnTo>
                </a:path>
              </a:pathLst>
            </a:custGeom>
            <a:solidFill>
              <a:srgbClr val="E0D0A0"/>
            </a:solidFill>
            <a:ln cap="rnd">
              <a:noFill/>
              <a:round/>
            </a:ln>
            <a:effectLst/>
          </p:spPr>
        </p:sp>
        <p:sp>
          <p:nvSpPr>
            <p:cNvPr id="51115" name=""/>
            <p:cNvSpPr/>
            <p:nvPr/>
          </p:nvSpPr>
          <p:spPr>
            <a:xfrm>
              <a:off x="1796" y="2511"/>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1116" name=""/>
            <p:cNvSpPr/>
            <p:nvPr/>
          </p:nvSpPr>
          <p:spPr>
            <a:xfrm>
              <a:off x="1816" y="2511"/>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51117" name=""/>
            <p:cNvSpPr/>
            <p:nvPr/>
          </p:nvSpPr>
          <p:spPr>
            <a:xfrm>
              <a:off x="1858" y="2511"/>
              <a:ext cx="27" cy="17"/>
            </a:xfrm>
            <a:custGeom>
              <a:pathLst>
                <a:path w="27" h="17">
                  <a:moveTo>
                    <a:pt x="0" y="16"/>
                  </a:moveTo>
                  <a:lnTo>
                    <a:pt x="25" y="16"/>
                  </a:lnTo>
                  <a:lnTo>
                    <a:pt x="26" y="10"/>
                  </a:lnTo>
                  <a:lnTo>
                    <a:pt x="25" y="0"/>
                  </a:lnTo>
                  <a:lnTo>
                    <a:pt x="0" y="0"/>
                  </a:lnTo>
                  <a:lnTo>
                    <a:pt x="0" y="10"/>
                  </a:lnTo>
                  <a:lnTo>
                    <a:pt x="0" y="16"/>
                  </a:lnTo>
                </a:path>
              </a:pathLst>
            </a:custGeom>
            <a:solidFill>
              <a:srgbClr val="E0E0B0"/>
            </a:solidFill>
            <a:ln cap="rnd">
              <a:noFill/>
              <a:round/>
            </a:ln>
            <a:effectLst/>
          </p:spPr>
        </p:sp>
        <p:sp>
          <p:nvSpPr>
            <p:cNvPr id="51118" name=""/>
            <p:cNvSpPr/>
            <p:nvPr/>
          </p:nvSpPr>
          <p:spPr>
            <a:xfrm>
              <a:off x="1818" y="2517"/>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1119" name=""/>
            <p:cNvSpPr/>
            <p:nvPr/>
          </p:nvSpPr>
          <p:spPr>
            <a:xfrm>
              <a:off x="1871" y="249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120" name=""/>
            <p:cNvSpPr/>
            <p:nvPr/>
          </p:nvSpPr>
          <p:spPr>
            <a:xfrm>
              <a:off x="1864" y="2503"/>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1121" name=""/>
            <p:cNvSpPr/>
            <p:nvPr/>
          </p:nvSpPr>
          <p:spPr>
            <a:xfrm>
              <a:off x="1818" y="2517"/>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1122" name=""/>
            <p:cNvSpPr/>
            <p:nvPr/>
          </p:nvSpPr>
          <p:spPr>
            <a:xfrm>
              <a:off x="1818" y="2516"/>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1123" name=""/>
            <p:cNvSpPr/>
            <p:nvPr/>
          </p:nvSpPr>
          <p:spPr>
            <a:xfrm>
              <a:off x="1816" y="2515"/>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124" name=""/>
            <p:cNvSpPr/>
            <p:nvPr/>
          </p:nvSpPr>
          <p:spPr>
            <a:xfrm>
              <a:off x="1804" y="2488"/>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1125" name=""/>
            <p:cNvSpPr/>
            <p:nvPr/>
          </p:nvSpPr>
          <p:spPr>
            <a:xfrm>
              <a:off x="1804" y="2488"/>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1126" name=""/>
            <p:cNvCxnSpPr/>
            <p:nvPr/>
          </p:nvCxnSpPr>
          <p:spPr>
            <a:xfrm>
              <a:off x="1804" y="2491"/>
              <a:ext cx="2" cy="0"/>
            </a:xfrm>
            <a:prstGeom prst="line">
              <a:avLst/>
            </a:prstGeom>
            <a:noFill/>
            <a:ln>
              <a:noFill/>
              <a:miter lim="800000"/>
            </a:ln>
            <a:effectLst/>
          </p:spPr>
        </p:cxnSp>
        <p:sp>
          <p:nvSpPr>
            <p:cNvPr id="51127" name=""/>
            <p:cNvSpPr/>
            <p:nvPr/>
          </p:nvSpPr>
          <p:spPr>
            <a:xfrm>
              <a:off x="1869" y="2488"/>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1128" name=""/>
            <p:cNvSpPr/>
            <p:nvPr/>
          </p:nvSpPr>
          <p:spPr>
            <a:xfrm>
              <a:off x="1868" y="2488"/>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1129" name=""/>
            <p:cNvSpPr/>
            <p:nvPr/>
          </p:nvSpPr>
          <p:spPr>
            <a:xfrm>
              <a:off x="1865" y="2486"/>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1130" name=""/>
            <p:cNvSpPr/>
            <p:nvPr/>
          </p:nvSpPr>
          <p:spPr>
            <a:xfrm>
              <a:off x="1818" y="2549"/>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1131" name=""/>
            <p:cNvSpPr/>
            <p:nvPr/>
          </p:nvSpPr>
          <p:spPr>
            <a:xfrm>
              <a:off x="1818" y="2548"/>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1132" name=""/>
            <p:cNvSpPr/>
            <p:nvPr/>
          </p:nvSpPr>
          <p:spPr>
            <a:xfrm>
              <a:off x="1816" y="254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133" name=""/>
            <p:cNvSpPr/>
            <p:nvPr/>
          </p:nvSpPr>
          <p:spPr>
            <a:xfrm>
              <a:off x="1797" y="2598"/>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1134" name=""/>
            <p:cNvCxnSpPr/>
            <p:nvPr/>
          </p:nvCxnSpPr>
          <p:spPr>
            <a:xfrm>
              <a:off x="1800" y="2602"/>
              <a:ext cx="3" cy="0"/>
            </a:xfrm>
            <a:prstGeom prst="line">
              <a:avLst/>
            </a:prstGeom>
            <a:noFill/>
            <a:ln>
              <a:noFill/>
              <a:miter lim="800000"/>
            </a:ln>
            <a:effectLst/>
          </p:spPr>
        </p:cxnSp>
        <p:cxnSp>
          <p:nvCxnSpPr>
            <p:cNvPr id="51135" name=""/>
            <p:cNvCxnSpPr/>
            <p:nvPr/>
          </p:nvCxnSpPr>
          <p:spPr>
            <a:xfrm>
              <a:off x="1800" y="2602"/>
              <a:ext cx="3" cy="0"/>
            </a:xfrm>
            <a:prstGeom prst="line">
              <a:avLst/>
            </a:prstGeom>
            <a:noFill/>
            <a:ln>
              <a:noFill/>
              <a:miter lim="800000"/>
            </a:ln>
            <a:effectLst/>
          </p:spPr>
        </p:cxnSp>
        <p:cxnSp>
          <p:nvCxnSpPr>
            <p:cNvPr id="51136" name=""/>
            <p:cNvCxnSpPr/>
            <p:nvPr/>
          </p:nvCxnSpPr>
          <p:spPr>
            <a:xfrm>
              <a:off x="1800" y="2602"/>
              <a:ext cx="3" cy="0"/>
            </a:xfrm>
            <a:prstGeom prst="line">
              <a:avLst/>
            </a:prstGeom>
            <a:noFill/>
            <a:ln>
              <a:noFill/>
              <a:miter lim="800000"/>
            </a:ln>
            <a:effectLst/>
          </p:spPr>
        </p:cxnSp>
        <p:cxnSp>
          <p:nvCxnSpPr>
            <p:cNvPr id="51137" name=""/>
            <p:cNvCxnSpPr/>
            <p:nvPr/>
          </p:nvCxnSpPr>
          <p:spPr>
            <a:xfrm>
              <a:off x="1800" y="2602"/>
              <a:ext cx="3" cy="0"/>
            </a:xfrm>
            <a:prstGeom prst="line">
              <a:avLst/>
            </a:prstGeom>
            <a:noFill/>
            <a:ln>
              <a:noFill/>
              <a:miter lim="800000"/>
            </a:ln>
            <a:effectLst/>
          </p:spPr>
        </p:cxnSp>
        <p:cxnSp>
          <p:nvCxnSpPr>
            <p:cNvPr id="51138" name=""/>
            <p:cNvCxnSpPr/>
            <p:nvPr/>
          </p:nvCxnSpPr>
          <p:spPr>
            <a:xfrm>
              <a:off x="1800" y="2602"/>
              <a:ext cx="3" cy="0"/>
            </a:xfrm>
            <a:prstGeom prst="line">
              <a:avLst/>
            </a:prstGeom>
            <a:noFill/>
            <a:ln>
              <a:noFill/>
              <a:miter lim="800000"/>
            </a:ln>
            <a:effectLst/>
          </p:spPr>
        </p:cxnSp>
        <p:cxnSp>
          <p:nvCxnSpPr>
            <p:cNvPr id="51139" name=""/>
            <p:cNvCxnSpPr/>
            <p:nvPr/>
          </p:nvCxnSpPr>
          <p:spPr>
            <a:xfrm>
              <a:off x="1800" y="2602"/>
              <a:ext cx="3" cy="0"/>
            </a:xfrm>
            <a:prstGeom prst="line">
              <a:avLst/>
            </a:prstGeom>
            <a:noFill/>
            <a:ln>
              <a:noFill/>
              <a:miter lim="800000"/>
            </a:ln>
            <a:effectLst/>
          </p:spPr>
        </p:cxnSp>
        <p:cxnSp>
          <p:nvCxnSpPr>
            <p:cNvPr id="51140" name=""/>
            <p:cNvCxnSpPr/>
            <p:nvPr/>
          </p:nvCxnSpPr>
          <p:spPr>
            <a:xfrm>
              <a:off x="1800" y="2602"/>
              <a:ext cx="3" cy="0"/>
            </a:xfrm>
            <a:prstGeom prst="line">
              <a:avLst/>
            </a:prstGeom>
            <a:noFill/>
            <a:ln>
              <a:noFill/>
              <a:miter lim="800000"/>
            </a:ln>
            <a:effectLst/>
          </p:spPr>
        </p:cxnSp>
        <p:sp>
          <p:nvSpPr>
            <p:cNvPr id="51141" name=""/>
            <p:cNvSpPr/>
            <p:nvPr/>
          </p:nvSpPr>
          <p:spPr>
            <a:xfrm>
              <a:off x="1797" y="259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142" name=""/>
            <p:cNvCxnSpPr/>
            <p:nvPr/>
          </p:nvCxnSpPr>
          <p:spPr>
            <a:xfrm>
              <a:off x="1800" y="2601"/>
              <a:ext cx="3" cy="0"/>
            </a:xfrm>
            <a:prstGeom prst="line">
              <a:avLst/>
            </a:prstGeom>
            <a:noFill/>
            <a:ln>
              <a:noFill/>
              <a:miter lim="800000"/>
            </a:ln>
            <a:effectLst/>
          </p:spPr>
        </p:cxnSp>
        <p:cxnSp>
          <p:nvCxnSpPr>
            <p:cNvPr id="51143" name=""/>
            <p:cNvCxnSpPr/>
            <p:nvPr/>
          </p:nvCxnSpPr>
          <p:spPr>
            <a:xfrm>
              <a:off x="1800" y="2601"/>
              <a:ext cx="3" cy="0"/>
            </a:xfrm>
            <a:prstGeom prst="line">
              <a:avLst/>
            </a:prstGeom>
            <a:noFill/>
            <a:ln>
              <a:noFill/>
              <a:miter lim="800000"/>
            </a:ln>
            <a:effectLst/>
          </p:spPr>
        </p:cxnSp>
        <p:cxnSp>
          <p:nvCxnSpPr>
            <p:cNvPr id="51144" name=""/>
            <p:cNvCxnSpPr/>
            <p:nvPr/>
          </p:nvCxnSpPr>
          <p:spPr>
            <a:xfrm>
              <a:off x="1800" y="2601"/>
              <a:ext cx="3" cy="0"/>
            </a:xfrm>
            <a:prstGeom prst="line">
              <a:avLst/>
            </a:prstGeom>
            <a:noFill/>
            <a:ln>
              <a:noFill/>
              <a:miter lim="800000"/>
            </a:ln>
            <a:effectLst/>
          </p:spPr>
        </p:cxnSp>
        <p:cxnSp>
          <p:nvCxnSpPr>
            <p:cNvPr id="51145" name=""/>
            <p:cNvCxnSpPr/>
            <p:nvPr/>
          </p:nvCxnSpPr>
          <p:spPr>
            <a:xfrm>
              <a:off x="1800" y="2601"/>
              <a:ext cx="3" cy="0"/>
            </a:xfrm>
            <a:prstGeom prst="line">
              <a:avLst/>
            </a:prstGeom>
            <a:noFill/>
            <a:ln>
              <a:noFill/>
              <a:miter lim="800000"/>
            </a:ln>
            <a:effectLst/>
          </p:spPr>
        </p:cxnSp>
        <p:cxnSp>
          <p:nvCxnSpPr>
            <p:cNvPr id="51146" name=""/>
            <p:cNvCxnSpPr/>
            <p:nvPr/>
          </p:nvCxnSpPr>
          <p:spPr>
            <a:xfrm>
              <a:off x="1800" y="2601"/>
              <a:ext cx="3" cy="0"/>
            </a:xfrm>
            <a:prstGeom prst="line">
              <a:avLst/>
            </a:prstGeom>
            <a:noFill/>
            <a:ln>
              <a:noFill/>
              <a:miter lim="800000"/>
            </a:ln>
            <a:effectLst/>
          </p:spPr>
        </p:cxnSp>
        <p:cxnSp>
          <p:nvCxnSpPr>
            <p:cNvPr id="51147" name=""/>
            <p:cNvCxnSpPr/>
            <p:nvPr/>
          </p:nvCxnSpPr>
          <p:spPr>
            <a:xfrm>
              <a:off x="1800" y="2601"/>
              <a:ext cx="3" cy="0"/>
            </a:xfrm>
            <a:prstGeom prst="line">
              <a:avLst/>
            </a:prstGeom>
            <a:noFill/>
            <a:ln>
              <a:noFill/>
              <a:miter lim="800000"/>
            </a:ln>
            <a:effectLst/>
          </p:spPr>
        </p:cxnSp>
        <p:cxnSp>
          <p:nvCxnSpPr>
            <p:cNvPr id="51148" name=""/>
            <p:cNvCxnSpPr/>
            <p:nvPr/>
          </p:nvCxnSpPr>
          <p:spPr>
            <a:xfrm>
              <a:off x="1800" y="2601"/>
              <a:ext cx="3" cy="0"/>
            </a:xfrm>
            <a:prstGeom prst="line">
              <a:avLst/>
            </a:prstGeom>
            <a:noFill/>
            <a:ln>
              <a:noFill/>
              <a:miter lim="800000"/>
            </a:ln>
            <a:effectLst/>
          </p:spPr>
        </p:cxnSp>
        <p:cxnSp>
          <p:nvCxnSpPr>
            <p:cNvPr id="51149" name=""/>
            <p:cNvCxnSpPr/>
            <p:nvPr/>
          </p:nvCxnSpPr>
          <p:spPr>
            <a:xfrm>
              <a:off x="1800" y="2601"/>
              <a:ext cx="3" cy="0"/>
            </a:xfrm>
            <a:prstGeom prst="line">
              <a:avLst/>
            </a:prstGeom>
            <a:noFill/>
            <a:ln>
              <a:noFill/>
              <a:miter lim="800000"/>
            </a:ln>
            <a:effectLst/>
          </p:spPr>
        </p:cxnSp>
        <p:cxnSp>
          <p:nvCxnSpPr>
            <p:cNvPr id="51150" name=""/>
            <p:cNvCxnSpPr/>
            <p:nvPr/>
          </p:nvCxnSpPr>
          <p:spPr>
            <a:xfrm>
              <a:off x="1800" y="2601"/>
              <a:ext cx="3" cy="0"/>
            </a:xfrm>
            <a:prstGeom prst="line">
              <a:avLst/>
            </a:prstGeom>
            <a:noFill/>
            <a:ln>
              <a:noFill/>
              <a:miter lim="800000"/>
            </a:ln>
            <a:effectLst/>
          </p:spPr>
        </p:cxnSp>
        <p:sp>
          <p:nvSpPr>
            <p:cNvPr id="51151" name=""/>
            <p:cNvSpPr/>
            <p:nvPr/>
          </p:nvSpPr>
          <p:spPr>
            <a:xfrm>
              <a:off x="1797" y="259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152" name=""/>
            <p:cNvCxnSpPr/>
            <p:nvPr/>
          </p:nvCxnSpPr>
          <p:spPr>
            <a:xfrm>
              <a:off x="1800" y="2601"/>
              <a:ext cx="3" cy="0"/>
            </a:xfrm>
            <a:prstGeom prst="line">
              <a:avLst/>
            </a:prstGeom>
            <a:noFill/>
            <a:ln>
              <a:noFill/>
              <a:miter lim="800000"/>
            </a:ln>
            <a:effectLst/>
          </p:spPr>
        </p:cxnSp>
        <p:cxnSp>
          <p:nvCxnSpPr>
            <p:cNvPr id="51153" name=""/>
            <p:cNvCxnSpPr/>
            <p:nvPr/>
          </p:nvCxnSpPr>
          <p:spPr>
            <a:xfrm>
              <a:off x="1800" y="2601"/>
              <a:ext cx="3" cy="0"/>
            </a:xfrm>
            <a:prstGeom prst="line">
              <a:avLst/>
            </a:prstGeom>
            <a:noFill/>
            <a:ln>
              <a:noFill/>
              <a:miter lim="800000"/>
            </a:ln>
            <a:effectLst/>
          </p:spPr>
        </p:cxnSp>
        <p:cxnSp>
          <p:nvCxnSpPr>
            <p:cNvPr id="51154" name=""/>
            <p:cNvCxnSpPr/>
            <p:nvPr/>
          </p:nvCxnSpPr>
          <p:spPr>
            <a:xfrm>
              <a:off x="1800" y="2601"/>
              <a:ext cx="3" cy="0"/>
            </a:xfrm>
            <a:prstGeom prst="line">
              <a:avLst/>
            </a:prstGeom>
            <a:noFill/>
            <a:ln>
              <a:noFill/>
              <a:miter lim="800000"/>
            </a:ln>
            <a:effectLst/>
          </p:spPr>
        </p:cxnSp>
        <p:cxnSp>
          <p:nvCxnSpPr>
            <p:cNvPr id="51155" name=""/>
            <p:cNvCxnSpPr/>
            <p:nvPr/>
          </p:nvCxnSpPr>
          <p:spPr>
            <a:xfrm>
              <a:off x="1800" y="2601"/>
              <a:ext cx="3" cy="0"/>
            </a:xfrm>
            <a:prstGeom prst="line">
              <a:avLst/>
            </a:prstGeom>
            <a:noFill/>
            <a:ln>
              <a:noFill/>
              <a:miter lim="800000"/>
            </a:ln>
            <a:effectLst/>
          </p:spPr>
        </p:cxnSp>
        <p:cxnSp>
          <p:nvCxnSpPr>
            <p:cNvPr id="51156" name=""/>
            <p:cNvCxnSpPr/>
            <p:nvPr/>
          </p:nvCxnSpPr>
          <p:spPr>
            <a:xfrm>
              <a:off x="1800" y="2601"/>
              <a:ext cx="3" cy="0"/>
            </a:xfrm>
            <a:prstGeom prst="line">
              <a:avLst/>
            </a:prstGeom>
            <a:noFill/>
            <a:ln>
              <a:noFill/>
              <a:miter lim="800000"/>
            </a:ln>
            <a:effectLst/>
          </p:spPr>
        </p:cxnSp>
        <p:sp>
          <p:nvSpPr>
            <p:cNvPr id="51157" name=""/>
            <p:cNvSpPr/>
            <p:nvPr/>
          </p:nvSpPr>
          <p:spPr>
            <a:xfrm>
              <a:off x="1797" y="2595"/>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158" name=""/>
            <p:cNvCxnSpPr/>
            <p:nvPr/>
          </p:nvCxnSpPr>
          <p:spPr>
            <a:xfrm>
              <a:off x="1800" y="2600"/>
              <a:ext cx="3" cy="0"/>
            </a:xfrm>
            <a:prstGeom prst="line">
              <a:avLst/>
            </a:prstGeom>
            <a:noFill/>
            <a:ln>
              <a:noFill/>
              <a:miter lim="800000"/>
            </a:ln>
            <a:effectLst/>
          </p:spPr>
        </p:cxnSp>
        <p:sp>
          <p:nvSpPr>
            <p:cNvPr id="51159" name=""/>
            <p:cNvSpPr/>
            <p:nvPr/>
          </p:nvSpPr>
          <p:spPr>
            <a:xfrm>
              <a:off x="1796" y="2597"/>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1160" name=""/>
            <p:cNvSpPr/>
            <p:nvPr/>
          </p:nvSpPr>
          <p:spPr>
            <a:xfrm>
              <a:off x="1797" y="2508"/>
              <a:ext cx="87" cy="17"/>
            </a:xfrm>
            <a:custGeom>
              <a:pathLst>
                <a:path w="87" h="17">
                  <a:moveTo>
                    <a:pt x="0" y="16"/>
                  </a:moveTo>
                  <a:lnTo>
                    <a:pt x="0" y="0"/>
                  </a:lnTo>
                  <a:lnTo>
                    <a:pt x="86" y="0"/>
                  </a:lnTo>
                  <a:lnTo>
                    <a:pt x="86" y="16"/>
                  </a:lnTo>
                  <a:lnTo>
                    <a:pt x="0" y="16"/>
                  </a:lnTo>
                </a:path>
              </a:pathLst>
            </a:custGeom>
            <a:solidFill>
              <a:srgbClr val="505020"/>
            </a:solidFill>
            <a:ln cap="rnd">
              <a:noFill/>
              <a:round/>
            </a:ln>
            <a:effectLst/>
          </p:spPr>
        </p:sp>
        <p:sp>
          <p:nvSpPr>
            <p:cNvPr id="51161" name=""/>
            <p:cNvSpPr/>
            <p:nvPr/>
          </p:nvSpPr>
          <p:spPr>
            <a:xfrm>
              <a:off x="1814" y="2505"/>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1162" name=""/>
            <p:cNvSpPr/>
            <p:nvPr/>
          </p:nvSpPr>
          <p:spPr>
            <a:xfrm>
              <a:off x="1814" y="2515"/>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1163" name=""/>
            <p:cNvSpPr/>
            <p:nvPr/>
          </p:nvSpPr>
          <p:spPr>
            <a:xfrm>
              <a:off x="1821" y="2578"/>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1164" name=""/>
            <p:cNvSpPr/>
            <p:nvPr/>
          </p:nvSpPr>
          <p:spPr>
            <a:xfrm>
              <a:off x="1816" y="2599"/>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51165" name=""/>
            <p:cNvSpPr/>
            <p:nvPr/>
          </p:nvSpPr>
          <p:spPr>
            <a:xfrm>
              <a:off x="1831" y="2587"/>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51166" name=""/>
            <p:cNvSpPr/>
            <p:nvPr/>
          </p:nvSpPr>
          <p:spPr>
            <a:xfrm>
              <a:off x="1854" y="2589"/>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1167" name=""/>
            <p:cNvCxnSpPr/>
            <p:nvPr/>
          </p:nvCxnSpPr>
          <p:spPr>
            <a:xfrm flipH="1">
              <a:off x="1818" y="2542"/>
              <a:ext cx="0" cy="13"/>
            </a:xfrm>
            <a:prstGeom prst="line">
              <a:avLst/>
            </a:prstGeom>
            <a:noFill/>
            <a:ln>
              <a:noFill/>
              <a:miter lim="800000"/>
            </a:ln>
            <a:effectLst/>
          </p:spPr>
        </p:cxnSp>
        <p:cxnSp>
          <p:nvCxnSpPr>
            <p:cNvPr id="51168" name=""/>
            <p:cNvCxnSpPr/>
            <p:nvPr/>
          </p:nvCxnSpPr>
          <p:spPr>
            <a:xfrm flipH="1">
              <a:off x="1818" y="2537"/>
              <a:ext cx="0" cy="1"/>
            </a:xfrm>
            <a:prstGeom prst="line">
              <a:avLst/>
            </a:prstGeom>
            <a:noFill/>
            <a:ln>
              <a:noFill/>
              <a:miter lim="800000"/>
            </a:ln>
            <a:effectLst/>
          </p:spPr>
        </p:cxnSp>
        <p:sp>
          <p:nvSpPr>
            <p:cNvPr id="51169" name=""/>
            <p:cNvSpPr/>
            <p:nvPr/>
          </p:nvSpPr>
          <p:spPr>
            <a:xfrm>
              <a:off x="1810" y="2537"/>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170" name=""/>
            <p:cNvSpPr/>
            <p:nvPr/>
          </p:nvSpPr>
          <p:spPr>
            <a:xfrm>
              <a:off x="1832" y="253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171" name=""/>
            <p:cNvSpPr/>
            <p:nvPr/>
          </p:nvSpPr>
          <p:spPr>
            <a:xfrm>
              <a:off x="1832" y="253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172" name=""/>
            <p:cNvSpPr/>
            <p:nvPr/>
          </p:nvSpPr>
          <p:spPr>
            <a:xfrm>
              <a:off x="1856" y="253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173" name=""/>
            <p:cNvSpPr/>
            <p:nvPr/>
          </p:nvSpPr>
          <p:spPr>
            <a:xfrm>
              <a:off x="1814" y="2543"/>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1174" name=""/>
            <p:cNvSpPr/>
            <p:nvPr/>
          </p:nvSpPr>
          <p:spPr>
            <a:xfrm>
              <a:off x="1818" y="2551"/>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1175" name=""/>
            <p:cNvSpPr/>
            <p:nvPr/>
          </p:nvSpPr>
          <p:spPr>
            <a:xfrm>
              <a:off x="1852" y="2543"/>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1176" name=""/>
            <p:cNvSpPr/>
            <p:nvPr/>
          </p:nvSpPr>
          <p:spPr>
            <a:xfrm>
              <a:off x="1856" y="253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177" name=""/>
            <p:cNvSpPr/>
            <p:nvPr/>
          </p:nvSpPr>
          <p:spPr>
            <a:xfrm>
              <a:off x="1869" y="253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178" name=""/>
            <p:cNvSpPr/>
            <p:nvPr/>
          </p:nvSpPr>
          <p:spPr>
            <a:xfrm>
              <a:off x="1818" y="2534"/>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1179" name=""/>
            <p:cNvSpPr/>
            <p:nvPr/>
          </p:nvSpPr>
          <p:spPr>
            <a:xfrm>
              <a:off x="1811" y="253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180" name=""/>
            <p:cNvSpPr/>
            <p:nvPr/>
          </p:nvSpPr>
          <p:spPr>
            <a:xfrm>
              <a:off x="1814" y="2534"/>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1181" name=""/>
            <p:cNvCxnSpPr/>
            <p:nvPr/>
          </p:nvCxnSpPr>
          <p:spPr>
            <a:xfrm>
              <a:off x="1816" y="2538"/>
              <a:ext cx="20" cy="0"/>
            </a:xfrm>
            <a:prstGeom prst="line">
              <a:avLst/>
            </a:prstGeom>
            <a:noFill/>
            <a:ln>
              <a:noFill/>
              <a:miter lim="800000"/>
            </a:ln>
            <a:effectLst/>
          </p:spPr>
        </p:cxnSp>
        <p:cxnSp>
          <p:nvCxnSpPr>
            <p:cNvPr id="51182" name=""/>
            <p:cNvCxnSpPr/>
            <p:nvPr/>
          </p:nvCxnSpPr>
          <p:spPr>
            <a:xfrm flipH="1">
              <a:off x="1836" y="2542"/>
              <a:ext cx="0" cy="2"/>
            </a:xfrm>
            <a:prstGeom prst="line">
              <a:avLst/>
            </a:prstGeom>
            <a:noFill/>
            <a:ln>
              <a:noFill/>
              <a:miter lim="800000"/>
            </a:ln>
            <a:effectLst/>
          </p:spPr>
        </p:cxnSp>
        <p:sp>
          <p:nvSpPr>
            <p:cNvPr id="51183" name=""/>
            <p:cNvSpPr/>
            <p:nvPr/>
          </p:nvSpPr>
          <p:spPr>
            <a:xfrm>
              <a:off x="1836" y="253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184" name=""/>
            <p:cNvSpPr/>
            <p:nvPr/>
          </p:nvSpPr>
          <p:spPr>
            <a:xfrm>
              <a:off x="1851" y="253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185" name=""/>
            <p:cNvSpPr/>
            <p:nvPr/>
          </p:nvSpPr>
          <p:spPr>
            <a:xfrm>
              <a:off x="1851" y="2535"/>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186" name=""/>
            <p:cNvSpPr/>
            <p:nvPr/>
          </p:nvSpPr>
          <p:spPr>
            <a:xfrm>
              <a:off x="1836" y="2533"/>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187" name=""/>
            <p:cNvSpPr/>
            <p:nvPr/>
          </p:nvSpPr>
          <p:spPr>
            <a:xfrm>
              <a:off x="1861" y="2545"/>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1188" name=""/>
            <p:cNvSpPr/>
            <p:nvPr/>
          </p:nvSpPr>
          <p:spPr>
            <a:xfrm>
              <a:off x="1818" y="2500"/>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1189" name=""/>
            <p:cNvSpPr/>
            <p:nvPr/>
          </p:nvSpPr>
          <p:spPr>
            <a:xfrm>
              <a:off x="1852" y="2503"/>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1190" name=""/>
            <p:cNvSpPr/>
            <p:nvPr/>
          </p:nvSpPr>
          <p:spPr>
            <a:xfrm>
              <a:off x="1852" y="2517"/>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1191" name=""/>
            <p:cNvSpPr/>
            <p:nvPr/>
          </p:nvSpPr>
          <p:spPr>
            <a:xfrm>
              <a:off x="1818" y="2518"/>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1192" name=""/>
            <p:cNvSpPr/>
            <p:nvPr/>
          </p:nvSpPr>
          <p:spPr>
            <a:xfrm>
              <a:off x="1793" y="2510"/>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1193" name=""/>
            <p:cNvSpPr/>
            <p:nvPr/>
          </p:nvSpPr>
          <p:spPr>
            <a:xfrm>
              <a:off x="1821" y="2594"/>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1194" name=""/>
            <p:cNvCxnSpPr/>
            <p:nvPr/>
          </p:nvCxnSpPr>
          <p:spPr>
            <a:xfrm flipH="1">
              <a:off x="1891" y="2578"/>
              <a:ext cx="0" cy="14"/>
            </a:xfrm>
            <a:prstGeom prst="line">
              <a:avLst/>
            </a:prstGeom>
            <a:noFill/>
            <a:ln>
              <a:noFill/>
              <a:miter lim="800000"/>
            </a:ln>
            <a:effectLst/>
          </p:spPr>
        </p:cxnSp>
        <p:sp>
          <p:nvSpPr>
            <p:cNvPr id="51195" name=""/>
            <p:cNvSpPr/>
            <p:nvPr/>
          </p:nvSpPr>
          <p:spPr>
            <a:xfrm>
              <a:off x="1821" y="2572"/>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1196" name=""/>
            <p:cNvSpPr/>
            <p:nvPr/>
          </p:nvSpPr>
          <p:spPr>
            <a:xfrm>
              <a:off x="1818" y="2578"/>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1197" name=""/>
            <p:cNvSpPr/>
            <p:nvPr/>
          </p:nvSpPr>
          <p:spPr>
            <a:xfrm>
              <a:off x="1821" y="2586"/>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1198" name=""/>
            <p:cNvSpPr/>
            <p:nvPr/>
          </p:nvSpPr>
          <p:spPr>
            <a:xfrm>
              <a:off x="1777" y="2618"/>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51199" name=""/>
            <p:cNvSpPr/>
            <p:nvPr/>
          </p:nvSpPr>
          <p:spPr>
            <a:xfrm>
              <a:off x="1796" y="2620"/>
              <a:ext cx="87" cy="17"/>
            </a:xfrm>
            <a:custGeom>
              <a:pathLst>
                <a:path w="87" h="17">
                  <a:moveTo>
                    <a:pt x="1" y="16"/>
                  </a:moveTo>
                  <a:lnTo>
                    <a:pt x="84" y="16"/>
                  </a:lnTo>
                  <a:lnTo>
                    <a:pt x="85" y="16"/>
                  </a:lnTo>
                  <a:lnTo>
                    <a:pt x="85" y="14"/>
                  </a:lnTo>
                  <a:lnTo>
                    <a:pt x="86" y="3"/>
                  </a:lnTo>
                  <a:lnTo>
                    <a:pt x="85" y="1"/>
                  </a:lnTo>
                  <a:lnTo>
                    <a:pt x="84"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1200" name=""/>
            <p:cNvSpPr/>
            <p:nvPr/>
          </p:nvSpPr>
          <p:spPr>
            <a:xfrm>
              <a:off x="1836" y="2462"/>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1201" name=""/>
            <p:cNvSpPr/>
            <p:nvPr/>
          </p:nvSpPr>
          <p:spPr>
            <a:xfrm>
              <a:off x="1838" y="2466"/>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1202" name=""/>
            <p:cNvSpPr/>
            <p:nvPr/>
          </p:nvSpPr>
          <p:spPr>
            <a:xfrm>
              <a:off x="1789" y="2458"/>
              <a:ext cx="103" cy="17"/>
            </a:xfrm>
            <a:custGeom>
              <a:pathLst>
                <a:path w="103" h="17">
                  <a:moveTo>
                    <a:pt x="8" y="0"/>
                  </a:moveTo>
                  <a:lnTo>
                    <a:pt x="95" y="0"/>
                  </a:lnTo>
                  <a:lnTo>
                    <a:pt x="97" y="1"/>
                  </a:lnTo>
                  <a:lnTo>
                    <a:pt x="98" y="1"/>
                  </a:lnTo>
                  <a:lnTo>
                    <a:pt x="99" y="2"/>
                  </a:lnTo>
                  <a:lnTo>
                    <a:pt x="100" y="2"/>
                  </a:lnTo>
                  <a:lnTo>
                    <a:pt x="101" y="4"/>
                  </a:lnTo>
                  <a:lnTo>
                    <a:pt x="102" y="4"/>
                  </a:lnTo>
                  <a:lnTo>
                    <a:pt x="102" y="6"/>
                  </a:lnTo>
                  <a:lnTo>
                    <a:pt x="102" y="9"/>
                  </a:lnTo>
                  <a:lnTo>
                    <a:pt x="102" y="11"/>
                  </a:lnTo>
                  <a:lnTo>
                    <a:pt x="101" y="11"/>
                  </a:lnTo>
                  <a:lnTo>
                    <a:pt x="100" y="13"/>
                  </a:lnTo>
                  <a:lnTo>
                    <a:pt x="99" y="14"/>
                  </a:lnTo>
                  <a:lnTo>
                    <a:pt x="98" y="14"/>
                  </a:lnTo>
                  <a:lnTo>
                    <a:pt x="97" y="16"/>
                  </a:lnTo>
                  <a:lnTo>
                    <a:pt x="95" y="16"/>
                  </a:lnTo>
                  <a:lnTo>
                    <a:pt x="93" y="16"/>
                  </a:lnTo>
                  <a:lnTo>
                    <a:pt x="8"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8" y="0"/>
                  </a:lnTo>
                </a:path>
              </a:pathLst>
            </a:custGeom>
            <a:solidFill>
              <a:srgbClr val="F0E0C0"/>
            </a:solidFill>
            <a:ln cap="rnd">
              <a:noFill/>
              <a:round/>
            </a:ln>
            <a:effectLst/>
          </p:spPr>
        </p:sp>
        <p:sp>
          <p:nvSpPr>
            <p:cNvPr id="51203" name=""/>
            <p:cNvSpPr/>
            <p:nvPr/>
          </p:nvSpPr>
          <p:spPr>
            <a:xfrm>
              <a:off x="1789" y="2458"/>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51204" name=""/>
            <p:cNvSpPr/>
            <p:nvPr/>
          </p:nvSpPr>
          <p:spPr>
            <a:xfrm>
              <a:off x="1790" y="2459"/>
              <a:ext cx="55" cy="17"/>
            </a:xfrm>
            <a:custGeom>
              <a:pathLst>
                <a:path w="55" h="17">
                  <a:moveTo>
                    <a:pt x="8" y="0"/>
                  </a:moveTo>
                  <a:lnTo>
                    <a:pt x="45" y="0"/>
                  </a:lnTo>
                  <a:lnTo>
                    <a:pt x="46" y="0"/>
                  </a:lnTo>
                  <a:lnTo>
                    <a:pt x="49" y="1"/>
                  </a:lnTo>
                  <a:lnTo>
                    <a:pt x="51" y="1"/>
                  </a:lnTo>
                  <a:lnTo>
                    <a:pt x="51" y="1"/>
                  </a:lnTo>
                  <a:lnTo>
                    <a:pt x="53" y="2"/>
                  </a:lnTo>
                  <a:lnTo>
                    <a:pt x="53" y="2"/>
                  </a:lnTo>
                  <a:lnTo>
                    <a:pt x="54" y="4"/>
                  </a:lnTo>
                  <a:lnTo>
                    <a:pt x="54" y="5"/>
                  </a:lnTo>
                  <a:lnTo>
                    <a:pt x="54" y="5"/>
                  </a:lnTo>
                  <a:lnTo>
                    <a:pt x="54" y="10"/>
                  </a:lnTo>
                  <a:lnTo>
                    <a:pt x="54" y="11"/>
                  </a:lnTo>
                  <a:lnTo>
                    <a:pt x="53" y="13"/>
                  </a:lnTo>
                  <a:lnTo>
                    <a:pt x="52" y="14"/>
                  </a:lnTo>
                  <a:lnTo>
                    <a:pt x="51" y="14"/>
                  </a:lnTo>
                  <a:lnTo>
                    <a:pt x="49" y="16"/>
                  </a:lnTo>
                  <a:lnTo>
                    <a:pt x="45" y="16"/>
                  </a:lnTo>
                  <a:lnTo>
                    <a:pt x="45" y="16"/>
                  </a:lnTo>
                  <a:lnTo>
                    <a:pt x="8"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8" y="0"/>
                  </a:lnTo>
                </a:path>
              </a:pathLst>
            </a:custGeom>
            <a:solidFill>
              <a:srgbClr val="F0E0C0"/>
            </a:solidFill>
            <a:ln cap="rnd">
              <a:noFill/>
              <a:round/>
            </a:ln>
            <a:effectLst/>
          </p:spPr>
        </p:sp>
        <p:sp>
          <p:nvSpPr>
            <p:cNvPr id="51205" name=""/>
            <p:cNvSpPr/>
            <p:nvPr/>
          </p:nvSpPr>
          <p:spPr>
            <a:xfrm>
              <a:off x="1790" y="2459"/>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1206" name=""/>
            <p:cNvSpPr/>
            <p:nvPr/>
          </p:nvSpPr>
          <p:spPr>
            <a:xfrm>
              <a:off x="1836" y="2462"/>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1207" name=""/>
            <p:cNvSpPr/>
            <p:nvPr/>
          </p:nvSpPr>
          <p:spPr>
            <a:xfrm>
              <a:off x="1795" y="2464"/>
              <a:ext cx="42" cy="17"/>
            </a:xfrm>
            <a:custGeom>
              <a:pathLst>
                <a:path w="42" h="17">
                  <a:moveTo>
                    <a:pt x="0" y="16"/>
                  </a:moveTo>
                  <a:lnTo>
                    <a:pt x="41" y="16"/>
                  </a:lnTo>
                  <a:lnTo>
                    <a:pt x="40" y="0"/>
                  </a:lnTo>
                  <a:lnTo>
                    <a:pt x="0" y="0"/>
                  </a:lnTo>
                  <a:lnTo>
                    <a:pt x="0" y="16"/>
                  </a:lnTo>
                </a:path>
              </a:pathLst>
            </a:custGeom>
            <a:solidFill>
              <a:srgbClr val="FF6000"/>
            </a:solidFill>
            <a:ln cap="rnd">
              <a:noFill/>
              <a:round/>
            </a:ln>
            <a:effectLst/>
          </p:spPr>
        </p:sp>
        <p:sp>
          <p:nvSpPr>
            <p:cNvPr id="51208" name=""/>
            <p:cNvSpPr/>
            <p:nvPr/>
          </p:nvSpPr>
          <p:spPr>
            <a:xfrm>
              <a:off x="1832" y="2462"/>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1209" name=""/>
            <p:cNvSpPr/>
            <p:nvPr/>
          </p:nvSpPr>
          <p:spPr>
            <a:xfrm>
              <a:off x="1830" y="2462"/>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1210" name=""/>
            <p:cNvSpPr/>
            <p:nvPr/>
          </p:nvSpPr>
          <p:spPr>
            <a:xfrm>
              <a:off x="1826" y="2462"/>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1211" name=""/>
            <p:cNvSpPr/>
            <p:nvPr/>
          </p:nvSpPr>
          <p:spPr>
            <a:xfrm>
              <a:off x="1821" y="2462"/>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1212" name=""/>
            <p:cNvSpPr/>
            <p:nvPr/>
          </p:nvSpPr>
          <p:spPr>
            <a:xfrm>
              <a:off x="1818" y="2462"/>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1213" name=""/>
            <p:cNvSpPr/>
            <p:nvPr/>
          </p:nvSpPr>
          <p:spPr>
            <a:xfrm>
              <a:off x="1868" y="2459"/>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1214" name=""/>
            <p:cNvSpPr/>
            <p:nvPr/>
          </p:nvSpPr>
          <p:spPr>
            <a:xfrm>
              <a:off x="1871" y="2458"/>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1215" name=""/>
            <p:cNvSpPr/>
            <p:nvPr/>
          </p:nvSpPr>
          <p:spPr>
            <a:xfrm>
              <a:off x="1871" y="245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1216" name=""/>
            <p:cNvSpPr/>
            <p:nvPr/>
          </p:nvSpPr>
          <p:spPr>
            <a:xfrm>
              <a:off x="1872" y="245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1217" name=""/>
            <p:cNvSpPr/>
            <p:nvPr/>
          </p:nvSpPr>
          <p:spPr>
            <a:xfrm>
              <a:off x="1876" y="2461"/>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1218" name=""/>
            <p:cNvSpPr/>
            <p:nvPr/>
          </p:nvSpPr>
          <p:spPr>
            <a:xfrm>
              <a:off x="1877" y="2464"/>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1219" name=""/>
            <p:cNvCxnSpPr/>
            <p:nvPr/>
          </p:nvCxnSpPr>
          <p:spPr>
            <a:xfrm flipH="1">
              <a:off x="1884" y="2464"/>
              <a:ext cx="0" cy="4"/>
            </a:xfrm>
            <a:prstGeom prst="line">
              <a:avLst/>
            </a:prstGeom>
            <a:noFill/>
            <a:ln w="12700">
              <a:solidFill>
                <a:prstClr val="black"/>
              </a:solidFill>
              <a:miter lim="800000"/>
            </a:ln>
            <a:effectLst/>
          </p:spPr>
        </p:cxnSp>
        <p:sp>
          <p:nvSpPr>
            <p:cNvPr id="51220" name=""/>
            <p:cNvSpPr/>
            <p:nvPr/>
          </p:nvSpPr>
          <p:spPr>
            <a:xfrm>
              <a:off x="1840" y="2454"/>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51221" name=""/>
            <p:cNvSpPr/>
            <p:nvPr/>
          </p:nvSpPr>
          <p:spPr>
            <a:xfrm>
              <a:off x="1840" y="2471"/>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1222" name=""/>
            <p:cNvSpPr/>
            <p:nvPr/>
          </p:nvSpPr>
          <p:spPr>
            <a:xfrm>
              <a:off x="1888" y="2458"/>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1223" name=""/>
            <p:cNvSpPr/>
            <p:nvPr/>
          </p:nvSpPr>
          <p:spPr>
            <a:xfrm>
              <a:off x="1849" y="2458"/>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1224" name=""/>
            <p:cNvSpPr/>
            <p:nvPr/>
          </p:nvSpPr>
          <p:spPr>
            <a:xfrm>
              <a:off x="1858" y="2454"/>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1225" name=""/>
            <p:cNvSpPr/>
            <p:nvPr/>
          </p:nvSpPr>
          <p:spPr>
            <a:xfrm>
              <a:off x="1863" y="245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1226" name=""/>
            <p:cNvSpPr/>
            <p:nvPr/>
          </p:nvSpPr>
          <p:spPr>
            <a:xfrm>
              <a:off x="1863" y="2463"/>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1227" name=""/>
            <p:cNvSpPr/>
            <p:nvPr/>
          </p:nvSpPr>
          <p:spPr>
            <a:xfrm>
              <a:off x="1863" y="2468"/>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1228" name=""/>
            <p:cNvSpPr/>
            <p:nvPr/>
          </p:nvSpPr>
          <p:spPr>
            <a:xfrm>
              <a:off x="1858" y="2471"/>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1229" name=""/>
            <p:cNvSpPr/>
            <p:nvPr/>
          </p:nvSpPr>
          <p:spPr>
            <a:xfrm>
              <a:off x="1849" y="2471"/>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1230" name=""/>
            <p:cNvSpPr/>
            <p:nvPr/>
          </p:nvSpPr>
          <p:spPr>
            <a:xfrm>
              <a:off x="1844" y="2458"/>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1231" name=""/>
            <p:cNvSpPr/>
            <p:nvPr/>
          </p:nvSpPr>
          <p:spPr>
            <a:xfrm>
              <a:off x="1849" y="2454"/>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1232" name=""/>
            <p:cNvSpPr/>
            <p:nvPr/>
          </p:nvSpPr>
          <p:spPr>
            <a:xfrm>
              <a:off x="1856" y="2461"/>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1233" name=""/>
            <p:cNvSpPr/>
            <p:nvPr/>
          </p:nvSpPr>
          <p:spPr>
            <a:xfrm>
              <a:off x="1860" y="2461"/>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1234" name=""/>
            <p:cNvSpPr/>
            <p:nvPr/>
          </p:nvSpPr>
          <p:spPr>
            <a:xfrm>
              <a:off x="1862" y="2468"/>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1235" name=""/>
            <p:cNvSpPr/>
            <p:nvPr/>
          </p:nvSpPr>
          <p:spPr>
            <a:xfrm>
              <a:off x="1851" y="2459"/>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1236" name=""/>
            <p:cNvSpPr/>
            <p:nvPr/>
          </p:nvSpPr>
          <p:spPr>
            <a:xfrm>
              <a:off x="1846" y="2461"/>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1237" name=""/>
            <p:cNvSpPr/>
            <p:nvPr/>
          </p:nvSpPr>
          <p:spPr>
            <a:xfrm>
              <a:off x="1850" y="2461"/>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51238" name=""/>
          <p:cNvPicPr/>
          <p:nvPr/>
        </p:nvPicPr>
        <p:blipFill>
          <a:blip r:embed="rId4"/>
          <a:stretch>
            <a:fillRect/>
          </a:stretch>
        </p:blipFill>
        <p:spPr>
          <a:xfrm>
            <a:off x="1082675" y="3236913"/>
            <a:ext cx="42863" cy="15875"/>
          </a:xfrm>
          <a:prstGeom prst="rect">
            <a:avLst/>
          </a:prstGeom>
          <a:noFill/>
          <a:ln>
            <a:noFill/>
            <a:miter lim="800000"/>
          </a:ln>
          <a:effectLst/>
        </p:spPr>
      </p:pic>
      <p:grpSp>
        <p:nvGrpSpPr>
          <p:cNvPr id="51239" name=""/>
          <p:cNvGrpSpPr/>
          <p:nvPr/>
        </p:nvGrpSpPr>
        <p:grpSpPr>
          <a:xfrm>
            <a:off x="1193800" y="3144838"/>
            <a:ext cx="125413" cy="398462"/>
            <a:chOff x="1951" y="2364"/>
            <a:chExt cx="183" cy="426"/>
          </a:xfrm>
        </p:grpSpPr>
        <p:sp>
          <p:nvSpPr>
            <p:cNvPr id="51240" name=""/>
            <p:cNvSpPr/>
            <p:nvPr/>
          </p:nvSpPr>
          <p:spPr>
            <a:xfrm>
              <a:off x="1980" y="2553"/>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1241" name=""/>
            <p:cNvSpPr/>
            <p:nvPr/>
          </p:nvSpPr>
          <p:spPr>
            <a:xfrm>
              <a:off x="1980" y="275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42" name=""/>
            <p:cNvSpPr/>
            <p:nvPr/>
          </p:nvSpPr>
          <p:spPr>
            <a:xfrm>
              <a:off x="1980" y="274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43" name=""/>
            <p:cNvSpPr/>
            <p:nvPr/>
          </p:nvSpPr>
          <p:spPr>
            <a:xfrm>
              <a:off x="1980" y="2736"/>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51244" name=""/>
            <p:cNvSpPr/>
            <p:nvPr/>
          </p:nvSpPr>
          <p:spPr>
            <a:xfrm>
              <a:off x="1980" y="273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45" name=""/>
            <p:cNvSpPr/>
            <p:nvPr/>
          </p:nvSpPr>
          <p:spPr>
            <a:xfrm>
              <a:off x="1980" y="272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46" name=""/>
            <p:cNvSpPr/>
            <p:nvPr/>
          </p:nvSpPr>
          <p:spPr>
            <a:xfrm>
              <a:off x="1980" y="272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47" name=""/>
            <p:cNvSpPr/>
            <p:nvPr/>
          </p:nvSpPr>
          <p:spPr>
            <a:xfrm>
              <a:off x="1980" y="271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48" name=""/>
            <p:cNvSpPr/>
            <p:nvPr/>
          </p:nvSpPr>
          <p:spPr>
            <a:xfrm>
              <a:off x="1980" y="270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49" name=""/>
            <p:cNvSpPr/>
            <p:nvPr/>
          </p:nvSpPr>
          <p:spPr>
            <a:xfrm>
              <a:off x="1980" y="269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0" name=""/>
            <p:cNvSpPr/>
            <p:nvPr/>
          </p:nvSpPr>
          <p:spPr>
            <a:xfrm>
              <a:off x="1980" y="269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1" name=""/>
            <p:cNvSpPr/>
            <p:nvPr/>
          </p:nvSpPr>
          <p:spPr>
            <a:xfrm>
              <a:off x="1980" y="268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2" name=""/>
            <p:cNvSpPr/>
            <p:nvPr/>
          </p:nvSpPr>
          <p:spPr>
            <a:xfrm>
              <a:off x="1980" y="267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3" name=""/>
            <p:cNvSpPr/>
            <p:nvPr/>
          </p:nvSpPr>
          <p:spPr>
            <a:xfrm>
              <a:off x="1980" y="267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4" name=""/>
            <p:cNvSpPr/>
            <p:nvPr/>
          </p:nvSpPr>
          <p:spPr>
            <a:xfrm>
              <a:off x="1980" y="2663"/>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5" name=""/>
            <p:cNvSpPr/>
            <p:nvPr/>
          </p:nvSpPr>
          <p:spPr>
            <a:xfrm>
              <a:off x="1980" y="265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6" name=""/>
            <p:cNvSpPr/>
            <p:nvPr/>
          </p:nvSpPr>
          <p:spPr>
            <a:xfrm>
              <a:off x="1980" y="2648"/>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7" name=""/>
            <p:cNvSpPr/>
            <p:nvPr/>
          </p:nvSpPr>
          <p:spPr>
            <a:xfrm>
              <a:off x="1980" y="264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258" name=""/>
            <p:cNvSpPr/>
            <p:nvPr/>
          </p:nvSpPr>
          <p:spPr>
            <a:xfrm>
              <a:off x="1951" y="2773"/>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1259" name=""/>
            <p:cNvSpPr/>
            <p:nvPr/>
          </p:nvSpPr>
          <p:spPr>
            <a:xfrm>
              <a:off x="2046" y="2773"/>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1260" name=""/>
            <p:cNvSpPr/>
            <p:nvPr/>
          </p:nvSpPr>
          <p:spPr>
            <a:xfrm>
              <a:off x="2003" y="2702"/>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51261" name=""/>
            <p:cNvSpPr/>
            <p:nvPr/>
          </p:nvSpPr>
          <p:spPr>
            <a:xfrm>
              <a:off x="1980" y="2364"/>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1262" name=""/>
            <p:cNvSpPr/>
            <p:nvPr/>
          </p:nvSpPr>
          <p:spPr>
            <a:xfrm>
              <a:off x="1992" y="2414"/>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1263" name=""/>
            <p:cNvSpPr/>
            <p:nvPr/>
          </p:nvSpPr>
          <p:spPr>
            <a:xfrm>
              <a:off x="1996" y="2444"/>
              <a:ext cx="98" cy="17"/>
            </a:xfrm>
            <a:custGeom>
              <a:pathLst>
                <a:path w="98" h="17">
                  <a:moveTo>
                    <a:pt x="0" y="0"/>
                  </a:moveTo>
                  <a:lnTo>
                    <a:pt x="97" y="0"/>
                  </a:lnTo>
                  <a:lnTo>
                    <a:pt x="97" y="16"/>
                  </a:lnTo>
                  <a:lnTo>
                    <a:pt x="0" y="16"/>
                  </a:lnTo>
                  <a:lnTo>
                    <a:pt x="0" y="0"/>
                  </a:lnTo>
                </a:path>
              </a:pathLst>
            </a:custGeom>
            <a:solidFill>
              <a:srgbClr val="505020"/>
            </a:solidFill>
            <a:ln w="12700" cap="rnd" cmpd="sng">
              <a:solidFill>
                <a:srgbClr val="000000"/>
              </a:solidFill>
              <a:prstDash val="solid"/>
              <a:round/>
            </a:ln>
            <a:effectLst/>
          </p:spPr>
        </p:sp>
        <p:sp>
          <p:nvSpPr>
            <p:cNvPr id="51264" name=""/>
            <p:cNvSpPr/>
            <p:nvPr/>
          </p:nvSpPr>
          <p:spPr>
            <a:xfrm>
              <a:off x="1996" y="2475"/>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1265" name=""/>
            <p:cNvSpPr/>
            <p:nvPr/>
          </p:nvSpPr>
          <p:spPr>
            <a:xfrm>
              <a:off x="1994" y="2418"/>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1266" name=""/>
            <p:cNvSpPr/>
            <p:nvPr/>
          </p:nvSpPr>
          <p:spPr>
            <a:xfrm>
              <a:off x="2020" y="2419"/>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1267" name=""/>
            <p:cNvSpPr/>
            <p:nvPr/>
          </p:nvSpPr>
          <p:spPr>
            <a:xfrm>
              <a:off x="2072" y="241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1268" name=""/>
            <p:cNvSpPr/>
            <p:nvPr/>
          </p:nvSpPr>
          <p:spPr>
            <a:xfrm>
              <a:off x="2072" y="241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1269" name=""/>
            <p:cNvSpPr/>
            <p:nvPr/>
          </p:nvSpPr>
          <p:spPr>
            <a:xfrm>
              <a:off x="1999" y="2426"/>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1270" name=""/>
            <p:cNvSpPr/>
            <p:nvPr/>
          </p:nvSpPr>
          <p:spPr>
            <a:xfrm>
              <a:off x="1996" y="2446"/>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1271" name=""/>
            <p:cNvSpPr/>
            <p:nvPr/>
          </p:nvSpPr>
          <p:spPr>
            <a:xfrm>
              <a:off x="2020" y="2450"/>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1272" name=""/>
            <p:cNvSpPr/>
            <p:nvPr/>
          </p:nvSpPr>
          <p:spPr>
            <a:xfrm>
              <a:off x="2062" y="246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1273" name=""/>
            <p:cNvSpPr/>
            <p:nvPr/>
          </p:nvSpPr>
          <p:spPr>
            <a:xfrm>
              <a:off x="2062" y="246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1274" name=""/>
            <p:cNvSpPr/>
            <p:nvPr/>
          </p:nvSpPr>
          <p:spPr>
            <a:xfrm>
              <a:off x="2017" y="2453"/>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1275" name=""/>
            <p:cNvSpPr/>
            <p:nvPr/>
          </p:nvSpPr>
          <p:spPr>
            <a:xfrm>
              <a:off x="1996" y="2482"/>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51276" name=""/>
            <p:cNvSpPr/>
            <p:nvPr/>
          </p:nvSpPr>
          <p:spPr>
            <a:xfrm>
              <a:off x="1996" y="2479"/>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1277" name=""/>
            <p:cNvSpPr/>
            <p:nvPr/>
          </p:nvSpPr>
          <p:spPr>
            <a:xfrm>
              <a:off x="2090" y="2482"/>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1278" name=""/>
            <p:cNvSpPr/>
            <p:nvPr/>
          </p:nvSpPr>
          <p:spPr>
            <a:xfrm>
              <a:off x="1994" y="2482"/>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51279" name=""/>
            <p:cNvSpPr/>
            <p:nvPr/>
          </p:nvSpPr>
          <p:spPr>
            <a:xfrm>
              <a:off x="1989" y="2482"/>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1280" name=""/>
            <p:cNvSpPr/>
            <p:nvPr/>
          </p:nvSpPr>
          <p:spPr>
            <a:xfrm>
              <a:off x="1996" y="2486"/>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1281" name=""/>
            <p:cNvSpPr/>
            <p:nvPr/>
          </p:nvSpPr>
          <p:spPr>
            <a:xfrm>
              <a:off x="2019" y="2491"/>
              <a:ext cx="35" cy="25"/>
            </a:xfrm>
            <a:custGeom>
              <a:pathLst>
                <a:path w="35" h="25">
                  <a:moveTo>
                    <a:pt x="1" y="0"/>
                  </a:moveTo>
                  <a:lnTo>
                    <a:pt x="32" y="0"/>
                  </a:lnTo>
                  <a:lnTo>
                    <a:pt x="32" y="0"/>
                  </a:lnTo>
                  <a:lnTo>
                    <a:pt x="33" y="1"/>
                  </a:lnTo>
                  <a:lnTo>
                    <a:pt x="33" y="1"/>
                  </a:lnTo>
                  <a:lnTo>
                    <a:pt x="34" y="2"/>
                  </a:lnTo>
                  <a:lnTo>
                    <a:pt x="34" y="3"/>
                  </a:lnTo>
                  <a:lnTo>
                    <a:pt x="34" y="22"/>
                  </a:lnTo>
                  <a:lnTo>
                    <a:pt x="33" y="23"/>
                  </a:lnTo>
                  <a:lnTo>
                    <a:pt x="33" y="23"/>
                  </a:lnTo>
                  <a:lnTo>
                    <a:pt x="33" y="24"/>
                  </a:lnTo>
                  <a:lnTo>
                    <a:pt x="32" y="24"/>
                  </a:lnTo>
                  <a:lnTo>
                    <a:pt x="32"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1282" name=""/>
            <p:cNvSpPr/>
            <p:nvPr/>
          </p:nvSpPr>
          <p:spPr>
            <a:xfrm>
              <a:off x="2024" y="2492"/>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1283" name=""/>
            <p:cNvSpPr/>
            <p:nvPr/>
          </p:nvSpPr>
          <p:spPr>
            <a:xfrm>
              <a:off x="1996" y="2478"/>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1284" name=""/>
            <p:cNvSpPr/>
            <p:nvPr/>
          </p:nvSpPr>
          <p:spPr>
            <a:xfrm>
              <a:off x="1992" y="2404"/>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51285" name=""/>
            <p:cNvSpPr/>
            <p:nvPr/>
          </p:nvSpPr>
          <p:spPr>
            <a:xfrm>
              <a:off x="1999" y="2427"/>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1286" name=""/>
            <p:cNvSpPr/>
            <p:nvPr/>
          </p:nvSpPr>
          <p:spPr>
            <a:xfrm>
              <a:off x="2019" y="2427"/>
              <a:ext cx="36" cy="17"/>
            </a:xfrm>
            <a:custGeom>
              <a:pathLst>
                <a:path w="36" h="17">
                  <a:moveTo>
                    <a:pt x="0" y="16"/>
                  </a:moveTo>
                  <a:lnTo>
                    <a:pt x="35" y="16"/>
                  </a:lnTo>
                  <a:lnTo>
                    <a:pt x="0" y="0"/>
                  </a:lnTo>
                  <a:lnTo>
                    <a:pt x="0" y="16"/>
                  </a:lnTo>
                </a:path>
              </a:pathLst>
            </a:custGeom>
            <a:solidFill>
              <a:srgbClr val="E0E0B0"/>
            </a:solidFill>
            <a:ln cap="rnd">
              <a:noFill/>
              <a:round/>
            </a:ln>
            <a:effectLst/>
          </p:spPr>
        </p:sp>
        <p:sp>
          <p:nvSpPr>
            <p:cNvPr id="51287" name=""/>
            <p:cNvSpPr/>
            <p:nvPr/>
          </p:nvSpPr>
          <p:spPr>
            <a:xfrm>
              <a:off x="2060" y="2427"/>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51288" name=""/>
            <p:cNvSpPr/>
            <p:nvPr/>
          </p:nvSpPr>
          <p:spPr>
            <a:xfrm>
              <a:off x="2020" y="2433"/>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1289" name=""/>
            <p:cNvSpPr/>
            <p:nvPr/>
          </p:nvSpPr>
          <p:spPr>
            <a:xfrm>
              <a:off x="2074" y="241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290" name=""/>
            <p:cNvSpPr/>
            <p:nvPr/>
          </p:nvSpPr>
          <p:spPr>
            <a:xfrm>
              <a:off x="2067" y="2419"/>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1291" name=""/>
            <p:cNvSpPr/>
            <p:nvPr/>
          </p:nvSpPr>
          <p:spPr>
            <a:xfrm>
              <a:off x="2020" y="2433"/>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1292" name=""/>
            <p:cNvSpPr/>
            <p:nvPr/>
          </p:nvSpPr>
          <p:spPr>
            <a:xfrm>
              <a:off x="2020" y="2432"/>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1293" name=""/>
            <p:cNvSpPr/>
            <p:nvPr/>
          </p:nvSpPr>
          <p:spPr>
            <a:xfrm>
              <a:off x="2019" y="2431"/>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294" name=""/>
            <p:cNvSpPr/>
            <p:nvPr/>
          </p:nvSpPr>
          <p:spPr>
            <a:xfrm>
              <a:off x="2006" y="2404"/>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1295" name=""/>
            <p:cNvSpPr/>
            <p:nvPr/>
          </p:nvSpPr>
          <p:spPr>
            <a:xfrm>
              <a:off x="2006" y="2404"/>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1296" name=""/>
            <p:cNvCxnSpPr/>
            <p:nvPr/>
          </p:nvCxnSpPr>
          <p:spPr>
            <a:xfrm>
              <a:off x="2007" y="2407"/>
              <a:ext cx="2" cy="0"/>
            </a:xfrm>
            <a:prstGeom prst="line">
              <a:avLst/>
            </a:prstGeom>
            <a:noFill/>
            <a:ln>
              <a:noFill/>
              <a:miter lim="800000"/>
            </a:ln>
            <a:effectLst/>
          </p:spPr>
        </p:cxnSp>
        <p:sp>
          <p:nvSpPr>
            <p:cNvPr id="51297" name=""/>
            <p:cNvSpPr/>
            <p:nvPr/>
          </p:nvSpPr>
          <p:spPr>
            <a:xfrm>
              <a:off x="2072" y="2404"/>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1298" name=""/>
            <p:cNvSpPr/>
            <p:nvPr/>
          </p:nvSpPr>
          <p:spPr>
            <a:xfrm>
              <a:off x="2071" y="2404"/>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1299" name=""/>
            <p:cNvSpPr/>
            <p:nvPr/>
          </p:nvSpPr>
          <p:spPr>
            <a:xfrm>
              <a:off x="2068" y="2402"/>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1300" name=""/>
            <p:cNvSpPr/>
            <p:nvPr/>
          </p:nvSpPr>
          <p:spPr>
            <a:xfrm>
              <a:off x="2020" y="2465"/>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1301" name=""/>
            <p:cNvSpPr/>
            <p:nvPr/>
          </p:nvSpPr>
          <p:spPr>
            <a:xfrm>
              <a:off x="2020" y="2464"/>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1302" name=""/>
            <p:cNvSpPr/>
            <p:nvPr/>
          </p:nvSpPr>
          <p:spPr>
            <a:xfrm>
              <a:off x="2019" y="2463"/>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303" name=""/>
            <p:cNvSpPr/>
            <p:nvPr/>
          </p:nvSpPr>
          <p:spPr>
            <a:xfrm>
              <a:off x="2000" y="2514"/>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1304" name=""/>
            <p:cNvCxnSpPr/>
            <p:nvPr/>
          </p:nvCxnSpPr>
          <p:spPr>
            <a:xfrm>
              <a:off x="2003" y="2518"/>
              <a:ext cx="2" cy="0"/>
            </a:xfrm>
            <a:prstGeom prst="line">
              <a:avLst/>
            </a:prstGeom>
            <a:noFill/>
            <a:ln>
              <a:noFill/>
              <a:miter lim="800000"/>
            </a:ln>
            <a:effectLst/>
          </p:spPr>
        </p:cxnSp>
        <p:cxnSp>
          <p:nvCxnSpPr>
            <p:cNvPr id="51305" name=""/>
            <p:cNvCxnSpPr/>
            <p:nvPr/>
          </p:nvCxnSpPr>
          <p:spPr>
            <a:xfrm>
              <a:off x="2003" y="2518"/>
              <a:ext cx="2" cy="0"/>
            </a:xfrm>
            <a:prstGeom prst="line">
              <a:avLst/>
            </a:prstGeom>
            <a:noFill/>
            <a:ln>
              <a:noFill/>
              <a:miter lim="800000"/>
            </a:ln>
            <a:effectLst/>
          </p:spPr>
        </p:cxnSp>
        <p:cxnSp>
          <p:nvCxnSpPr>
            <p:cNvPr id="51306" name=""/>
            <p:cNvCxnSpPr/>
            <p:nvPr/>
          </p:nvCxnSpPr>
          <p:spPr>
            <a:xfrm>
              <a:off x="2003" y="2518"/>
              <a:ext cx="2" cy="0"/>
            </a:xfrm>
            <a:prstGeom prst="line">
              <a:avLst/>
            </a:prstGeom>
            <a:noFill/>
            <a:ln>
              <a:noFill/>
              <a:miter lim="800000"/>
            </a:ln>
            <a:effectLst/>
          </p:spPr>
        </p:cxnSp>
        <p:cxnSp>
          <p:nvCxnSpPr>
            <p:cNvPr id="51307" name=""/>
            <p:cNvCxnSpPr/>
            <p:nvPr/>
          </p:nvCxnSpPr>
          <p:spPr>
            <a:xfrm>
              <a:off x="2003" y="2518"/>
              <a:ext cx="2" cy="0"/>
            </a:xfrm>
            <a:prstGeom prst="line">
              <a:avLst/>
            </a:prstGeom>
            <a:noFill/>
            <a:ln>
              <a:noFill/>
              <a:miter lim="800000"/>
            </a:ln>
            <a:effectLst/>
          </p:spPr>
        </p:cxnSp>
        <p:cxnSp>
          <p:nvCxnSpPr>
            <p:cNvPr id="51308" name=""/>
            <p:cNvCxnSpPr/>
            <p:nvPr/>
          </p:nvCxnSpPr>
          <p:spPr>
            <a:xfrm>
              <a:off x="2003" y="2518"/>
              <a:ext cx="2" cy="0"/>
            </a:xfrm>
            <a:prstGeom prst="line">
              <a:avLst/>
            </a:prstGeom>
            <a:noFill/>
            <a:ln>
              <a:noFill/>
              <a:miter lim="800000"/>
            </a:ln>
            <a:effectLst/>
          </p:spPr>
        </p:cxnSp>
        <p:cxnSp>
          <p:nvCxnSpPr>
            <p:cNvPr id="51309" name=""/>
            <p:cNvCxnSpPr/>
            <p:nvPr/>
          </p:nvCxnSpPr>
          <p:spPr>
            <a:xfrm>
              <a:off x="2003" y="2518"/>
              <a:ext cx="2" cy="0"/>
            </a:xfrm>
            <a:prstGeom prst="line">
              <a:avLst/>
            </a:prstGeom>
            <a:noFill/>
            <a:ln>
              <a:noFill/>
              <a:miter lim="800000"/>
            </a:ln>
            <a:effectLst/>
          </p:spPr>
        </p:cxnSp>
        <p:cxnSp>
          <p:nvCxnSpPr>
            <p:cNvPr id="51310" name=""/>
            <p:cNvCxnSpPr/>
            <p:nvPr/>
          </p:nvCxnSpPr>
          <p:spPr>
            <a:xfrm>
              <a:off x="2003" y="2518"/>
              <a:ext cx="2" cy="0"/>
            </a:xfrm>
            <a:prstGeom prst="line">
              <a:avLst/>
            </a:prstGeom>
            <a:noFill/>
            <a:ln>
              <a:noFill/>
              <a:miter lim="800000"/>
            </a:ln>
            <a:effectLst/>
          </p:spPr>
        </p:cxnSp>
        <p:sp>
          <p:nvSpPr>
            <p:cNvPr id="51311" name=""/>
            <p:cNvSpPr/>
            <p:nvPr/>
          </p:nvSpPr>
          <p:spPr>
            <a:xfrm>
              <a:off x="2000" y="251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312" name=""/>
            <p:cNvCxnSpPr/>
            <p:nvPr/>
          </p:nvCxnSpPr>
          <p:spPr>
            <a:xfrm>
              <a:off x="2003" y="2517"/>
              <a:ext cx="2" cy="0"/>
            </a:xfrm>
            <a:prstGeom prst="line">
              <a:avLst/>
            </a:prstGeom>
            <a:noFill/>
            <a:ln>
              <a:noFill/>
              <a:miter lim="800000"/>
            </a:ln>
            <a:effectLst/>
          </p:spPr>
        </p:cxnSp>
        <p:cxnSp>
          <p:nvCxnSpPr>
            <p:cNvPr id="51313" name=""/>
            <p:cNvCxnSpPr/>
            <p:nvPr/>
          </p:nvCxnSpPr>
          <p:spPr>
            <a:xfrm>
              <a:off x="2003" y="2517"/>
              <a:ext cx="2" cy="0"/>
            </a:xfrm>
            <a:prstGeom prst="line">
              <a:avLst/>
            </a:prstGeom>
            <a:noFill/>
            <a:ln>
              <a:noFill/>
              <a:miter lim="800000"/>
            </a:ln>
            <a:effectLst/>
          </p:spPr>
        </p:cxnSp>
        <p:cxnSp>
          <p:nvCxnSpPr>
            <p:cNvPr id="51314" name=""/>
            <p:cNvCxnSpPr/>
            <p:nvPr/>
          </p:nvCxnSpPr>
          <p:spPr>
            <a:xfrm>
              <a:off x="2003" y="2517"/>
              <a:ext cx="2" cy="0"/>
            </a:xfrm>
            <a:prstGeom prst="line">
              <a:avLst/>
            </a:prstGeom>
            <a:noFill/>
            <a:ln>
              <a:noFill/>
              <a:miter lim="800000"/>
            </a:ln>
            <a:effectLst/>
          </p:spPr>
        </p:cxnSp>
        <p:cxnSp>
          <p:nvCxnSpPr>
            <p:cNvPr id="51315" name=""/>
            <p:cNvCxnSpPr/>
            <p:nvPr/>
          </p:nvCxnSpPr>
          <p:spPr>
            <a:xfrm>
              <a:off x="2003" y="2517"/>
              <a:ext cx="2" cy="0"/>
            </a:xfrm>
            <a:prstGeom prst="line">
              <a:avLst/>
            </a:prstGeom>
            <a:noFill/>
            <a:ln>
              <a:noFill/>
              <a:miter lim="800000"/>
            </a:ln>
            <a:effectLst/>
          </p:spPr>
        </p:cxnSp>
        <p:cxnSp>
          <p:nvCxnSpPr>
            <p:cNvPr id="51316" name=""/>
            <p:cNvCxnSpPr/>
            <p:nvPr/>
          </p:nvCxnSpPr>
          <p:spPr>
            <a:xfrm>
              <a:off x="2003" y="2517"/>
              <a:ext cx="2" cy="0"/>
            </a:xfrm>
            <a:prstGeom prst="line">
              <a:avLst/>
            </a:prstGeom>
            <a:noFill/>
            <a:ln>
              <a:noFill/>
              <a:miter lim="800000"/>
            </a:ln>
            <a:effectLst/>
          </p:spPr>
        </p:cxnSp>
        <p:cxnSp>
          <p:nvCxnSpPr>
            <p:cNvPr id="51317" name=""/>
            <p:cNvCxnSpPr/>
            <p:nvPr/>
          </p:nvCxnSpPr>
          <p:spPr>
            <a:xfrm>
              <a:off x="2003" y="2517"/>
              <a:ext cx="2" cy="0"/>
            </a:xfrm>
            <a:prstGeom prst="line">
              <a:avLst/>
            </a:prstGeom>
            <a:noFill/>
            <a:ln>
              <a:noFill/>
              <a:miter lim="800000"/>
            </a:ln>
            <a:effectLst/>
          </p:spPr>
        </p:cxnSp>
        <p:cxnSp>
          <p:nvCxnSpPr>
            <p:cNvPr id="51318" name=""/>
            <p:cNvCxnSpPr/>
            <p:nvPr/>
          </p:nvCxnSpPr>
          <p:spPr>
            <a:xfrm>
              <a:off x="2003" y="2517"/>
              <a:ext cx="2" cy="0"/>
            </a:xfrm>
            <a:prstGeom prst="line">
              <a:avLst/>
            </a:prstGeom>
            <a:noFill/>
            <a:ln>
              <a:noFill/>
              <a:miter lim="800000"/>
            </a:ln>
            <a:effectLst/>
          </p:spPr>
        </p:cxnSp>
        <p:cxnSp>
          <p:nvCxnSpPr>
            <p:cNvPr id="51319" name=""/>
            <p:cNvCxnSpPr/>
            <p:nvPr/>
          </p:nvCxnSpPr>
          <p:spPr>
            <a:xfrm>
              <a:off x="2003" y="2517"/>
              <a:ext cx="2" cy="0"/>
            </a:xfrm>
            <a:prstGeom prst="line">
              <a:avLst/>
            </a:prstGeom>
            <a:noFill/>
            <a:ln>
              <a:noFill/>
              <a:miter lim="800000"/>
            </a:ln>
            <a:effectLst/>
          </p:spPr>
        </p:cxnSp>
        <p:cxnSp>
          <p:nvCxnSpPr>
            <p:cNvPr id="51320" name=""/>
            <p:cNvCxnSpPr/>
            <p:nvPr/>
          </p:nvCxnSpPr>
          <p:spPr>
            <a:xfrm>
              <a:off x="2003" y="2517"/>
              <a:ext cx="2" cy="0"/>
            </a:xfrm>
            <a:prstGeom prst="line">
              <a:avLst/>
            </a:prstGeom>
            <a:noFill/>
            <a:ln>
              <a:noFill/>
              <a:miter lim="800000"/>
            </a:ln>
            <a:effectLst/>
          </p:spPr>
        </p:cxnSp>
        <p:sp>
          <p:nvSpPr>
            <p:cNvPr id="51321" name=""/>
            <p:cNvSpPr/>
            <p:nvPr/>
          </p:nvSpPr>
          <p:spPr>
            <a:xfrm>
              <a:off x="2000" y="251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322" name=""/>
            <p:cNvCxnSpPr/>
            <p:nvPr/>
          </p:nvCxnSpPr>
          <p:spPr>
            <a:xfrm>
              <a:off x="2003" y="2517"/>
              <a:ext cx="2" cy="0"/>
            </a:xfrm>
            <a:prstGeom prst="line">
              <a:avLst/>
            </a:prstGeom>
            <a:noFill/>
            <a:ln>
              <a:noFill/>
              <a:miter lim="800000"/>
            </a:ln>
            <a:effectLst/>
          </p:spPr>
        </p:cxnSp>
        <p:cxnSp>
          <p:nvCxnSpPr>
            <p:cNvPr id="51323" name=""/>
            <p:cNvCxnSpPr/>
            <p:nvPr/>
          </p:nvCxnSpPr>
          <p:spPr>
            <a:xfrm>
              <a:off x="2003" y="2517"/>
              <a:ext cx="2" cy="0"/>
            </a:xfrm>
            <a:prstGeom prst="line">
              <a:avLst/>
            </a:prstGeom>
            <a:noFill/>
            <a:ln>
              <a:noFill/>
              <a:miter lim="800000"/>
            </a:ln>
            <a:effectLst/>
          </p:spPr>
        </p:cxnSp>
        <p:cxnSp>
          <p:nvCxnSpPr>
            <p:cNvPr id="51324" name=""/>
            <p:cNvCxnSpPr/>
            <p:nvPr/>
          </p:nvCxnSpPr>
          <p:spPr>
            <a:xfrm>
              <a:off x="2003" y="2517"/>
              <a:ext cx="2" cy="0"/>
            </a:xfrm>
            <a:prstGeom prst="line">
              <a:avLst/>
            </a:prstGeom>
            <a:noFill/>
            <a:ln>
              <a:noFill/>
              <a:miter lim="800000"/>
            </a:ln>
            <a:effectLst/>
          </p:spPr>
        </p:cxnSp>
        <p:cxnSp>
          <p:nvCxnSpPr>
            <p:cNvPr id="51325" name=""/>
            <p:cNvCxnSpPr/>
            <p:nvPr/>
          </p:nvCxnSpPr>
          <p:spPr>
            <a:xfrm>
              <a:off x="2003" y="2517"/>
              <a:ext cx="2" cy="0"/>
            </a:xfrm>
            <a:prstGeom prst="line">
              <a:avLst/>
            </a:prstGeom>
            <a:noFill/>
            <a:ln>
              <a:noFill/>
              <a:miter lim="800000"/>
            </a:ln>
            <a:effectLst/>
          </p:spPr>
        </p:cxnSp>
        <p:cxnSp>
          <p:nvCxnSpPr>
            <p:cNvPr id="51326" name=""/>
            <p:cNvCxnSpPr/>
            <p:nvPr/>
          </p:nvCxnSpPr>
          <p:spPr>
            <a:xfrm>
              <a:off x="2003" y="2517"/>
              <a:ext cx="2" cy="0"/>
            </a:xfrm>
            <a:prstGeom prst="line">
              <a:avLst/>
            </a:prstGeom>
            <a:noFill/>
            <a:ln>
              <a:noFill/>
              <a:miter lim="800000"/>
            </a:ln>
            <a:effectLst/>
          </p:spPr>
        </p:cxnSp>
        <p:sp>
          <p:nvSpPr>
            <p:cNvPr id="51327" name=""/>
            <p:cNvSpPr/>
            <p:nvPr/>
          </p:nvSpPr>
          <p:spPr>
            <a:xfrm>
              <a:off x="2000" y="251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328" name=""/>
            <p:cNvCxnSpPr/>
            <p:nvPr/>
          </p:nvCxnSpPr>
          <p:spPr>
            <a:xfrm>
              <a:off x="2003" y="2516"/>
              <a:ext cx="2" cy="0"/>
            </a:xfrm>
            <a:prstGeom prst="line">
              <a:avLst/>
            </a:prstGeom>
            <a:noFill/>
            <a:ln>
              <a:noFill/>
              <a:miter lim="800000"/>
            </a:ln>
            <a:effectLst/>
          </p:spPr>
        </p:cxnSp>
        <p:sp>
          <p:nvSpPr>
            <p:cNvPr id="51329" name=""/>
            <p:cNvSpPr/>
            <p:nvPr/>
          </p:nvSpPr>
          <p:spPr>
            <a:xfrm>
              <a:off x="1999" y="2513"/>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1330" name=""/>
            <p:cNvSpPr/>
            <p:nvPr/>
          </p:nvSpPr>
          <p:spPr>
            <a:xfrm>
              <a:off x="2000" y="2424"/>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51331" name=""/>
            <p:cNvSpPr/>
            <p:nvPr/>
          </p:nvSpPr>
          <p:spPr>
            <a:xfrm>
              <a:off x="2017" y="2421"/>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1332" name=""/>
            <p:cNvSpPr/>
            <p:nvPr/>
          </p:nvSpPr>
          <p:spPr>
            <a:xfrm>
              <a:off x="2017" y="2431"/>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1333" name=""/>
            <p:cNvSpPr/>
            <p:nvPr/>
          </p:nvSpPr>
          <p:spPr>
            <a:xfrm>
              <a:off x="2024" y="2494"/>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1334" name=""/>
            <p:cNvSpPr/>
            <p:nvPr/>
          </p:nvSpPr>
          <p:spPr>
            <a:xfrm>
              <a:off x="2019" y="2515"/>
              <a:ext cx="34" cy="17"/>
            </a:xfrm>
            <a:custGeom>
              <a:pathLst>
                <a:path w="34" h="17">
                  <a:moveTo>
                    <a:pt x="0" y="16"/>
                  </a:moveTo>
                  <a:lnTo>
                    <a:pt x="32" y="16"/>
                  </a:lnTo>
                  <a:lnTo>
                    <a:pt x="33" y="5"/>
                  </a:lnTo>
                  <a:lnTo>
                    <a:pt x="0" y="0"/>
                  </a:lnTo>
                  <a:lnTo>
                    <a:pt x="0" y="5"/>
                  </a:lnTo>
                  <a:lnTo>
                    <a:pt x="0" y="16"/>
                  </a:lnTo>
                </a:path>
              </a:pathLst>
            </a:custGeom>
            <a:solidFill>
              <a:srgbClr val="E0E0B0"/>
            </a:solidFill>
            <a:ln cap="rnd">
              <a:noFill/>
              <a:round/>
            </a:ln>
            <a:effectLst/>
          </p:spPr>
        </p:sp>
        <p:sp>
          <p:nvSpPr>
            <p:cNvPr id="51335" name=""/>
            <p:cNvSpPr/>
            <p:nvPr/>
          </p:nvSpPr>
          <p:spPr>
            <a:xfrm>
              <a:off x="2034" y="2503"/>
              <a:ext cx="20" cy="17"/>
            </a:xfrm>
            <a:custGeom>
              <a:pathLst>
                <a:path w="20" h="17">
                  <a:moveTo>
                    <a:pt x="0" y="16"/>
                  </a:moveTo>
                  <a:lnTo>
                    <a:pt x="0" y="0"/>
                  </a:lnTo>
                  <a:lnTo>
                    <a:pt x="19" y="0"/>
                  </a:lnTo>
                  <a:lnTo>
                    <a:pt x="19" y="16"/>
                  </a:lnTo>
                  <a:lnTo>
                    <a:pt x="0" y="16"/>
                  </a:lnTo>
                </a:path>
              </a:pathLst>
            </a:custGeom>
            <a:solidFill>
              <a:srgbClr val="E0E0B0"/>
            </a:solidFill>
            <a:ln cap="rnd">
              <a:noFill/>
              <a:round/>
            </a:ln>
            <a:effectLst/>
          </p:spPr>
        </p:sp>
        <p:sp>
          <p:nvSpPr>
            <p:cNvPr id="51336" name=""/>
            <p:cNvSpPr/>
            <p:nvPr/>
          </p:nvSpPr>
          <p:spPr>
            <a:xfrm>
              <a:off x="2057" y="2505"/>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1337" name=""/>
            <p:cNvCxnSpPr/>
            <p:nvPr/>
          </p:nvCxnSpPr>
          <p:spPr>
            <a:xfrm flipH="1">
              <a:off x="2020" y="2458"/>
              <a:ext cx="0" cy="13"/>
            </a:xfrm>
            <a:prstGeom prst="line">
              <a:avLst/>
            </a:prstGeom>
            <a:noFill/>
            <a:ln>
              <a:noFill/>
              <a:miter lim="800000"/>
            </a:ln>
            <a:effectLst/>
          </p:spPr>
        </p:cxnSp>
        <p:cxnSp>
          <p:nvCxnSpPr>
            <p:cNvPr id="51338" name=""/>
            <p:cNvCxnSpPr/>
            <p:nvPr/>
          </p:nvCxnSpPr>
          <p:spPr>
            <a:xfrm flipH="1">
              <a:off x="2020" y="2453"/>
              <a:ext cx="0" cy="1"/>
            </a:xfrm>
            <a:prstGeom prst="line">
              <a:avLst/>
            </a:prstGeom>
            <a:noFill/>
            <a:ln>
              <a:noFill/>
              <a:miter lim="800000"/>
            </a:ln>
            <a:effectLst/>
          </p:spPr>
        </p:cxnSp>
        <p:sp>
          <p:nvSpPr>
            <p:cNvPr id="51339" name=""/>
            <p:cNvSpPr/>
            <p:nvPr/>
          </p:nvSpPr>
          <p:spPr>
            <a:xfrm>
              <a:off x="2012" y="2453"/>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340" name=""/>
            <p:cNvSpPr/>
            <p:nvPr/>
          </p:nvSpPr>
          <p:spPr>
            <a:xfrm>
              <a:off x="2035" y="245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341" name=""/>
            <p:cNvSpPr/>
            <p:nvPr/>
          </p:nvSpPr>
          <p:spPr>
            <a:xfrm>
              <a:off x="2035" y="245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342" name=""/>
            <p:cNvSpPr/>
            <p:nvPr/>
          </p:nvSpPr>
          <p:spPr>
            <a:xfrm>
              <a:off x="2059" y="245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343" name=""/>
            <p:cNvSpPr/>
            <p:nvPr/>
          </p:nvSpPr>
          <p:spPr>
            <a:xfrm>
              <a:off x="2017" y="2459"/>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1344" name=""/>
            <p:cNvSpPr/>
            <p:nvPr/>
          </p:nvSpPr>
          <p:spPr>
            <a:xfrm>
              <a:off x="2020" y="2467"/>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1345" name=""/>
            <p:cNvSpPr/>
            <p:nvPr/>
          </p:nvSpPr>
          <p:spPr>
            <a:xfrm>
              <a:off x="2054" y="2459"/>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1346" name=""/>
            <p:cNvSpPr/>
            <p:nvPr/>
          </p:nvSpPr>
          <p:spPr>
            <a:xfrm>
              <a:off x="2059" y="2451"/>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347" name=""/>
            <p:cNvSpPr/>
            <p:nvPr/>
          </p:nvSpPr>
          <p:spPr>
            <a:xfrm>
              <a:off x="2072" y="245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348" name=""/>
            <p:cNvSpPr/>
            <p:nvPr/>
          </p:nvSpPr>
          <p:spPr>
            <a:xfrm>
              <a:off x="2020" y="2450"/>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1349" name=""/>
            <p:cNvSpPr/>
            <p:nvPr/>
          </p:nvSpPr>
          <p:spPr>
            <a:xfrm>
              <a:off x="2013" y="245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350" name=""/>
            <p:cNvSpPr/>
            <p:nvPr/>
          </p:nvSpPr>
          <p:spPr>
            <a:xfrm>
              <a:off x="2017" y="2450"/>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1351" name=""/>
            <p:cNvCxnSpPr/>
            <p:nvPr/>
          </p:nvCxnSpPr>
          <p:spPr>
            <a:xfrm>
              <a:off x="2019" y="2454"/>
              <a:ext cx="20" cy="0"/>
            </a:xfrm>
            <a:prstGeom prst="line">
              <a:avLst/>
            </a:prstGeom>
            <a:noFill/>
            <a:ln>
              <a:noFill/>
              <a:miter lim="800000"/>
            </a:ln>
            <a:effectLst/>
          </p:spPr>
        </p:cxnSp>
        <p:cxnSp>
          <p:nvCxnSpPr>
            <p:cNvPr id="51352" name=""/>
            <p:cNvCxnSpPr/>
            <p:nvPr/>
          </p:nvCxnSpPr>
          <p:spPr>
            <a:xfrm flipH="1">
              <a:off x="2039" y="2458"/>
              <a:ext cx="0" cy="2"/>
            </a:xfrm>
            <a:prstGeom prst="line">
              <a:avLst/>
            </a:prstGeom>
            <a:noFill/>
            <a:ln>
              <a:noFill/>
              <a:miter lim="800000"/>
            </a:ln>
            <a:effectLst/>
          </p:spPr>
        </p:cxnSp>
        <p:sp>
          <p:nvSpPr>
            <p:cNvPr id="51353" name=""/>
            <p:cNvSpPr/>
            <p:nvPr/>
          </p:nvSpPr>
          <p:spPr>
            <a:xfrm>
              <a:off x="2039" y="245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354" name=""/>
            <p:cNvSpPr/>
            <p:nvPr/>
          </p:nvSpPr>
          <p:spPr>
            <a:xfrm>
              <a:off x="2053" y="245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355" name=""/>
            <p:cNvSpPr/>
            <p:nvPr/>
          </p:nvSpPr>
          <p:spPr>
            <a:xfrm>
              <a:off x="2053" y="2451"/>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356" name=""/>
            <p:cNvSpPr/>
            <p:nvPr/>
          </p:nvSpPr>
          <p:spPr>
            <a:xfrm>
              <a:off x="2039" y="2449"/>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357" name=""/>
            <p:cNvSpPr/>
            <p:nvPr/>
          </p:nvSpPr>
          <p:spPr>
            <a:xfrm>
              <a:off x="2064" y="2461"/>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1358" name=""/>
            <p:cNvSpPr/>
            <p:nvPr/>
          </p:nvSpPr>
          <p:spPr>
            <a:xfrm>
              <a:off x="2020" y="2416"/>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1359" name=""/>
            <p:cNvSpPr/>
            <p:nvPr/>
          </p:nvSpPr>
          <p:spPr>
            <a:xfrm>
              <a:off x="2054" y="2419"/>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1360" name=""/>
            <p:cNvSpPr/>
            <p:nvPr/>
          </p:nvSpPr>
          <p:spPr>
            <a:xfrm>
              <a:off x="2054" y="2433"/>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1361" name=""/>
            <p:cNvSpPr/>
            <p:nvPr/>
          </p:nvSpPr>
          <p:spPr>
            <a:xfrm>
              <a:off x="2020" y="2434"/>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1362" name=""/>
            <p:cNvSpPr/>
            <p:nvPr/>
          </p:nvSpPr>
          <p:spPr>
            <a:xfrm>
              <a:off x="1996" y="2426"/>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1363" name=""/>
            <p:cNvSpPr/>
            <p:nvPr/>
          </p:nvSpPr>
          <p:spPr>
            <a:xfrm>
              <a:off x="2024" y="2510"/>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1364" name=""/>
            <p:cNvCxnSpPr/>
            <p:nvPr/>
          </p:nvCxnSpPr>
          <p:spPr>
            <a:xfrm flipH="1">
              <a:off x="2093" y="2494"/>
              <a:ext cx="0" cy="14"/>
            </a:xfrm>
            <a:prstGeom prst="line">
              <a:avLst/>
            </a:prstGeom>
            <a:noFill/>
            <a:ln>
              <a:noFill/>
              <a:miter lim="800000"/>
            </a:ln>
            <a:effectLst/>
          </p:spPr>
        </p:cxnSp>
        <p:sp>
          <p:nvSpPr>
            <p:cNvPr id="51365" name=""/>
            <p:cNvSpPr/>
            <p:nvPr/>
          </p:nvSpPr>
          <p:spPr>
            <a:xfrm>
              <a:off x="2024" y="2488"/>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1366" name=""/>
            <p:cNvSpPr/>
            <p:nvPr/>
          </p:nvSpPr>
          <p:spPr>
            <a:xfrm>
              <a:off x="2020" y="2494"/>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1367" name=""/>
            <p:cNvSpPr/>
            <p:nvPr/>
          </p:nvSpPr>
          <p:spPr>
            <a:xfrm>
              <a:off x="2024" y="2502"/>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1368" name=""/>
            <p:cNvSpPr/>
            <p:nvPr/>
          </p:nvSpPr>
          <p:spPr>
            <a:xfrm>
              <a:off x="1980" y="2534"/>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51369" name=""/>
            <p:cNvSpPr/>
            <p:nvPr/>
          </p:nvSpPr>
          <p:spPr>
            <a:xfrm>
              <a:off x="1999" y="2536"/>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1370" name=""/>
            <p:cNvSpPr/>
            <p:nvPr/>
          </p:nvSpPr>
          <p:spPr>
            <a:xfrm>
              <a:off x="2039" y="2378"/>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1371" name=""/>
            <p:cNvSpPr/>
            <p:nvPr/>
          </p:nvSpPr>
          <p:spPr>
            <a:xfrm>
              <a:off x="2041" y="2382"/>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1372" name=""/>
            <p:cNvSpPr/>
            <p:nvPr/>
          </p:nvSpPr>
          <p:spPr>
            <a:xfrm>
              <a:off x="1992" y="2374"/>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51373" name=""/>
            <p:cNvSpPr/>
            <p:nvPr/>
          </p:nvSpPr>
          <p:spPr>
            <a:xfrm>
              <a:off x="1992" y="2374"/>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51374" name=""/>
            <p:cNvSpPr/>
            <p:nvPr/>
          </p:nvSpPr>
          <p:spPr>
            <a:xfrm>
              <a:off x="1993" y="2375"/>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51375" name=""/>
            <p:cNvSpPr/>
            <p:nvPr/>
          </p:nvSpPr>
          <p:spPr>
            <a:xfrm>
              <a:off x="1993" y="2375"/>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1376" name=""/>
            <p:cNvSpPr/>
            <p:nvPr/>
          </p:nvSpPr>
          <p:spPr>
            <a:xfrm>
              <a:off x="2039" y="2378"/>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1377" name=""/>
            <p:cNvSpPr/>
            <p:nvPr/>
          </p:nvSpPr>
          <p:spPr>
            <a:xfrm>
              <a:off x="1997" y="2380"/>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51378" name=""/>
            <p:cNvSpPr/>
            <p:nvPr/>
          </p:nvSpPr>
          <p:spPr>
            <a:xfrm>
              <a:off x="2035" y="2378"/>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1379" name=""/>
            <p:cNvSpPr/>
            <p:nvPr/>
          </p:nvSpPr>
          <p:spPr>
            <a:xfrm>
              <a:off x="2033" y="2378"/>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1380" name=""/>
            <p:cNvSpPr/>
            <p:nvPr/>
          </p:nvSpPr>
          <p:spPr>
            <a:xfrm>
              <a:off x="2028" y="2378"/>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1381" name=""/>
            <p:cNvSpPr/>
            <p:nvPr/>
          </p:nvSpPr>
          <p:spPr>
            <a:xfrm>
              <a:off x="2024" y="2378"/>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1382" name=""/>
            <p:cNvSpPr/>
            <p:nvPr/>
          </p:nvSpPr>
          <p:spPr>
            <a:xfrm>
              <a:off x="2020" y="2378"/>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1383" name=""/>
            <p:cNvSpPr/>
            <p:nvPr/>
          </p:nvSpPr>
          <p:spPr>
            <a:xfrm>
              <a:off x="2071" y="2375"/>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1384" name=""/>
            <p:cNvSpPr/>
            <p:nvPr/>
          </p:nvSpPr>
          <p:spPr>
            <a:xfrm>
              <a:off x="2074" y="2374"/>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1385" name=""/>
            <p:cNvSpPr/>
            <p:nvPr/>
          </p:nvSpPr>
          <p:spPr>
            <a:xfrm>
              <a:off x="2074" y="237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1386" name=""/>
            <p:cNvSpPr/>
            <p:nvPr/>
          </p:nvSpPr>
          <p:spPr>
            <a:xfrm>
              <a:off x="2075" y="237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1387" name=""/>
            <p:cNvSpPr/>
            <p:nvPr/>
          </p:nvSpPr>
          <p:spPr>
            <a:xfrm>
              <a:off x="2078" y="2377"/>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1388" name=""/>
            <p:cNvSpPr/>
            <p:nvPr/>
          </p:nvSpPr>
          <p:spPr>
            <a:xfrm>
              <a:off x="2080" y="2380"/>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1389" name=""/>
            <p:cNvCxnSpPr/>
            <p:nvPr/>
          </p:nvCxnSpPr>
          <p:spPr>
            <a:xfrm flipH="1">
              <a:off x="2087" y="2380"/>
              <a:ext cx="0" cy="4"/>
            </a:xfrm>
            <a:prstGeom prst="line">
              <a:avLst/>
            </a:prstGeom>
            <a:noFill/>
            <a:ln w="12700">
              <a:solidFill>
                <a:prstClr val="black"/>
              </a:solidFill>
              <a:miter lim="800000"/>
            </a:ln>
            <a:effectLst/>
          </p:spPr>
        </p:cxnSp>
        <p:sp>
          <p:nvSpPr>
            <p:cNvPr id="51390" name=""/>
            <p:cNvSpPr/>
            <p:nvPr/>
          </p:nvSpPr>
          <p:spPr>
            <a:xfrm>
              <a:off x="2043" y="2370"/>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51391" name=""/>
            <p:cNvSpPr/>
            <p:nvPr/>
          </p:nvSpPr>
          <p:spPr>
            <a:xfrm>
              <a:off x="2043" y="2387"/>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1392" name=""/>
            <p:cNvSpPr/>
            <p:nvPr/>
          </p:nvSpPr>
          <p:spPr>
            <a:xfrm>
              <a:off x="2091" y="2374"/>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1393" name=""/>
            <p:cNvSpPr/>
            <p:nvPr/>
          </p:nvSpPr>
          <p:spPr>
            <a:xfrm>
              <a:off x="2052" y="2374"/>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1394" name=""/>
            <p:cNvSpPr/>
            <p:nvPr/>
          </p:nvSpPr>
          <p:spPr>
            <a:xfrm>
              <a:off x="2060" y="2370"/>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1395" name=""/>
            <p:cNvSpPr/>
            <p:nvPr/>
          </p:nvSpPr>
          <p:spPr>
            <a:xfrm>
              <a:off x="2066" y="2374"/>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1396" name=""/>
            <p:cNvSpPr/>
            <p:nvPr/>
          </p:nvSpPr>
          <p:spPr>
            <a:xfrm>
              <a:off x="2066" y="2379"/>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1397" name=""/>
            <p:cNvSpPr/>
            <p:nvPr/>
          </p:nvSpPr>
          <p:spPr>
            <a:xfrm>
              <a:off x="2066" y="2384"/>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1398" name=""/>
            <p:cNvSpPr/>
            <p:nvPr/>
          </p:nvSpPr>
          <p:spPr>
            <a:xfrm>
              <a:off x="2060" y="2387"/>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1399" name=""/>
            <p:cNvSpPr/>
            <p:nvPr/>
          </p:nvSpPr>
          <p:spPr>
            <a:xfrm>
              <a:off x="2052" y="2387"/>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1400" name=""/>
            <p:cNvSpPr/>
            <p:nvPr/>
          </p:nvSpPr>
          <p:spPr>
            <a:xfrm>
              <a:off x="2047" y="2374"/>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1401" name=""/>
            <p:cNvSpPr/>
            <p:nvPr/>
          </p:nvSpPr>
          <p:spPr>
            <a:xfrm>
              <a:off x="2052" y="2370"/>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1402" name=""/>
            <p:cNvSpPr/>
            <p:nvPr/>
          </p:nvSpPr>
          <p:spPr>
            <a:xfrm>
              <a:off x="2059" y="2377"/>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1403" name=""/>
            <p:cNvSpPr/>
            <p:nvPr/>
          </p:nvSpPr>
          <p:spPr>
            <a:xfrm>
              <a:off x="2062" y="2377"/>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1404" name=""/>
            <p:cNvSpPr/>
            <p:nvPr/>
          </p:nvSpPr>
          <p:spPr>
            <a:xfrm>
              <a:off x="2065" y="2384"/>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1405" name=""/>
            <p:cNvSpPr/>
            <p:nvPr/>
          </p:nvSpPr>
          <p:spPr>
            <a:xfrm>
              <a:off x="2053" y="2375"/>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1406" name=""/>
            <p:cNvSpPr/>
            <p:nvPr/>
          </p:nvSpPr>
          <p:spPr>
            <a:xfrm>
              <a:off x="2049" y="2377"/>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1407" name=""/>
            <p:cNvSpPr/>
            <p:nvPr/>
          </p:nvSpPr>
          <p:spPr>
            <a:xfrm>
              <a:off x="2052" y="2377"/>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51408" name=""/>
          <p:cNvPicPr/>
          <p:nvPr/>
        </p:nvPicPr>
        <p:blipFill>
          <a:blip r:embed="rId4"/>
          <a:stretch>
            <a:fillRect/>
          </a:stretch>
        </p:blipFill>
        <p:spPr>
          <a:xfrm>
            <a:off x="1222375" y="3159125"/>
            <a:ext cx="41275" cy="14288"/>
          </a:xfrm>
          <a:prstGeom prst="rect">
            <a:avLst/>
          </a:prstGeom>
          <a:noFill/>
          <a:ln>
            <a:noFill/>
            <a:miter lim="800000"/>
          </a:ln>
          <a:effectLst/>
        </p:spPr>
      </p:pic>
      <p:grpSp>
        <p:nvGrpSpPr>
          <p:cNvPr id="51409" name=""/>
          <p:cNvGrpSpPr/>
          <p:nvPr/>
        </p:nvGrpSpPr>
        <p:grpSpPr>
          <a:xfrm>
            <a:off x="1317625" y="3067050"/>
            <a:ext cx="127000" cy="398463"/>
            <a:chOff x="2132" y="2280"/>
            <a:chExt cx="184" cy="426"/>
          </a:xfrm>
        </p:grpSpPr>
        <p:sp>
          <p:nvSpPr>
            <p:cNvPr id="51410" name=""/>
            <p:cNvSpPr/>
            <p:nvPr/>
          </p:nvSpPr>
          <p:spPr>
            <a:xfrm>
              <a:off x="2161" y="2469"/>
              <a:ext cx="124" cy="230"/>
            </a:xfrm>
            <a:custGeom>
              <a:pathLst>
                <a:path w="124" h="230">
                  <a:moveTo>
                    <a:pt x="2" y="0"/>
                  </a:moveTo>
                  <a:lnTo>
                    <a:pt x="120" y="0"/>
                  </a:lnTo>
                  <a:lnTo>
                    <a:pt x="121" y="0"/>
                  </a:lnTo>
                  <a:lnTo>
                    <a:pt x="123" y="2"/>
                  </a:lnTo>
                  <a:lnTo>
                    <a:pt x="123" y="3"/>
                  </a:lnTo>
                  <a:lnTo>
                    <a:pt x="123" y="226"/>
                  </a:lnTo>
                  <a:lnTo>
                    <a:pt x="123" y="227"/>
                  </a:lnTo>
                  <a:lnTo>
                    <a:pt x="121" y="228"/>
                  </a:lnTo>
                  <a:lnTo>
                    <a:pt x="120"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1411" name=""/>
            <p:cNvSpPr/>
            <p:nvPr/>
          </p:nvSpPr>
          <p:spPr>
            <a:xfrm>
              <a:off x="2161" y="266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12" name=""/>
            <p:cNvSpPr/>
            <p:nvPr/>
          </p:nvSpPr>
          <p:spPr>
            <a:xfrm>
              <a:off x="2161" y="265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13" name=""/>
            <p:cNvSpPr/>
            <p:nvPr/>
          </p:nvSpPr>
          <p:spPr>
            <a:xfrm>
              <a:off x="2161" y="2652"/>
              <a:ext cx="124" cy="17"/>
            </a:xfrm>
            <a:custGeom>
              <a:pathLst>
                <a:path w="124" h="17">
                  <a:moveTo>
                    <a:pt x="0" y="0"/>
                  </a:moveTo>
                  <a:lnTo>
                    <a:pt x="123" y="0"/>
                  </a:lnTo>
                  <a:lnTo>
                    <a:pt x="123" y="16"/>
                  </a:lnTo>
                  <a:lnTo>
                    <a:pt x="0" y="16"/>
                  </a:lnTo>
                  <a:lnTo>
                    <a:pt x="0" y="0"/>
                  </a:lnTo>
                </a:path>
              </a:pathLst>
            </a:custGeom>
            <a:solidFill>
              <a:srgbClr val="404040"/>
            </a:solidFill>
            <a:ln cap="rnd">
              <a:noFill/>
              <a:round/>
            </a:ln>
            <a:effectLst/>
          </p:spPr>
        </p:sp>
        <p:sp>
          <p:nvSpPr>
            <p:cNvPr id="51414" name=""/>
            <p:cNvSpPr/>
            <p:nvPr/>
          </p:nvSpPr>
          <p:spPr>
            <a:xfrm>
              <a:off x="2161" y="265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15" name=""/>
            <p:cNvSpPr/>
            <p:nvPr/>
          </p:nvSpPr>
          <p:spPr>
            <a:xfrm>
              <a:off x="2161" y="264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16" name=""/>
            <p:cNvSpPr/>
            <p:nvPr/>
          </p:nvSpPr>
          <p:spPr>
            <a:xfrm>
              <a:off x="2161" y="263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17" name=""/>
            <p:cNvSpPr/>
            <p:nvPr/>
          </p:nvSpPr>
          <p:spPr>
            <a:xfrm>
              <a:off x="2161" y="263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18" name=""/>
            <p:cNvSpPr/>
            <p:nvPr/>
          </p:nvSpPr>
          <p:spPr>
            <a:xfrm>
              <a:off x="2161" y="2622"/>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19" name=""/>
            <p:cNvSpPr/>
            <p:nvPr/>
          </p:nvSpPr>
          <p:spPr>
            <a:xfrm>
              <a:off x="2161" y="2615"/>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0" name=""/>
            <p:cNvSpPr/>
            <p:nvPr/>
          </p:nvSpPr>
          <p:spPr>
            <a:xfrm>
              <a:off x="2161" y="260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1" name=""/>
            <p:cNvSpPr/>
            <p:nvPr/>
          </p:nvSpPr>
          <p:spPr>
            <a:xfrm>
              <a:off x="2161" y="2600"/>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2" name=""/>
            <p:cNvSpPr/>
            <p:nvPr/>
          </p:nvSpPr>
          <p:spPr>
            <a:xfrm>
              <a:off x="2161" y="259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3" name=""/>
            <p:cNvSpPr/>
            <p:nvPr/>
          </p:nvSpPr>
          <p:spPr>
            <a:xfrm>
              <a:off x="2161" y="2586"/>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4" name=""/>
            <p:cNvSpPr/>
            <p:nvPr/>
          </p:nvSpPr>
          <p:spPr>
            <a:xfrm>
              <a:off x="2161" y="2579"/>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5" name=""/>
            <p:cNvSpPr/>
            <p:nvPr/>
          </p:nvSpPr>
          <p:spPr>
            <a:xfrm>
              <a:off x="2161" y="2571"/>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6" name=""/>
            <p:cNvSpPr/>
            <p:nvPr/>
          </p:nvSpPr>
          <p:spPr>
            <a:xfrm>
              <a:off x="2161" y="2564"/>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7" name=""/>
            <p:cNvSpPr/>
            <p:nvPr/>
          </p:nvSpPr>
          <p:spPr>
            <a:xfrm>
              <a:off x="2161" y="2557"/>
              <a:ext cx="124" cy="17"/>
            </a:xfrm>
            <a:custGeom>
              <a:pathLst>
                <a:path w="124" h="17">
                  <a:moveTo>
                    <a:pt x="0" y="0"/>
                  </a:moveTo>
                  <a:lnTo>
                    <a:pt x="123" y="0"/>
                  </a:lnTo>
                  <a:lnTo>
                    <a:pt x="123" y="16"/>
                  </a:lnTo>
                  <a:lnTo>
                    <a:pt x="0" y="16"/>
                  </a:lnTo>
                  <a:lnTo>
                    <a:pt x="0" y="0"/>
                  </a:lnTo>
                </a:path>
              </a:pathLst>
            </a:custGeom>
            <a:solidFill>
              <a:srgbClr val="A0A080"/>
            </a:solidFill>
            <a:ln cap="rnd">
              <a:noFill/>
              <a:round/>
            </a:ln>
            <a:effectLst/>
          </p:spPr>
        </p:sp>
        <p:sp>
          <p:nvSpPr>
            <p:cNvPr id="51428" name=""/>
            <p:cNvSpPr/>
            <p:nvPr/>
          </p:nvSpPr>
          <p:spPr>
            <a:xfrm>
              <a:off x="2132" y="2689"/>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1429" name=""/>
            <p:cNvSpPr/>
            <p:nvPr/>
          </p:nvSpPr>
          <p:spPr>
            <a:xfrm>
              <a:off x="2228" y="2689"/>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1430" name=""/>
            <p:cNvSpPr/>
            <p:nvPr/>
          </p:nvSpPr>
          <p:spPr>
            <a:xfrm>
              <a:off x="2184" y="2618"/>
              <a:ext cx="85" cy="81"/>
            </a:xfrm>
            <a:custGeom>
              <a:pathLst>
                <a:path w="85" h="81">
                  <a:moveTo>
                    <a:pt x="0" y="1"/>
                  </a:moveTo>
                  <a:lnTo>
                    <a:pt x="0" y="80"/>
                  </a:lnTo>
                  <a:lnTo>
                    <a:pt x="84" y="80"/>
                  </a:lnTo>
                  <a:lnTo>
                    <a:pt x="84" y="0"/>
                  </a:lnTo>
                </a:path>
              </a:pathLst>
            </a:custGeom>
            <a:noFill/>
            <a:ln w="12700" cap="rnd" cmpd="sng">
              <a:solidFill>
                <a:srgbClr val="808060"/>
              </a:solidFill>
              <a:prstDash val="solid"/>
              <a:round/>
              <a:headEnd type="none" w="sm" len="sm"/>
              <a:tailEnd type="none" w="sm" len="sm"/>
            </a:ln>
            <a:effectLst/>
          </p:spPr>
        </p:sp>
        <p:sp>
          <p:nvSpPr>
            <p:cNvPr id="51431" name=""/>
            <p:cNvSpPr/>
            <p:nvPr/>
          </p:nvSpPr>
          <p:spPr>
            <a:xfrm>
              <a:off x="2161" y="2280"/>
              <a:ext cx="124" cy="171"/>
            </a:xfrm>
            <a:custGeom>
              <a:pathLst>
                <a:path w="124" h="171">
                  <a:moveTo>
                    <a:pt x="3" y="170"/>
                  </a:moveTo>
                  <a:lnTo>
                    <a:pt x="119" y="170"/>
                  </a:lnTo>
                  <a:lnTo>
                    <a:pt x="121" y="170"/>
                  </a:lnTo>
                  <a:lnTo>
                    <a:pt x="122" y="168"/>
                  </a:lnTo>
                  <a:lnTo>
                    <a:pt x="123" y="167"/>
                  </a:lnTo>
                  <a:lnTo>
                    <a:pt x="123" y="4"/>
                  </a:lnTo>
                  <a:lnTo>
                    <a:pt x="122" y="2"/>
                  </a:lnTo>
                  <a:lnTo>
                    <a:pt x="121" y="1"/>
                  </a:lnTo>
                  <a:lnTo>
                    <a:pt x="120"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1432" name=""/>
            <p:cNvSpPr/>
            <p:nvPr/>
          </p:nvSpPr>
          <p:spPr>
            <a:xfrm>
              <a:off x="2173" y="2330"/>
              <a:ext cx="101" cy="105"/>
            </a:xfrm>
            <a:custGeom>
              <a:pathLst>
                <a:path w="101" h="105">
                  <a:moveTo>
                    <a:pt x="4" y="104"/>
                  </a:moveTo>
                  <a:lnTo>
                    <a:pt x="96" y="104"/>
                  </a:lnTo>
                  <a:lnTo>
                    <a:pt x="97" y="104"/>
                  </a:lnTo>
                  <a:lnTo>
                    <a:pt x="98" y="103"/>
                  </a:lnTo>
                  <a:lnTo>
                    <a:pt x="99" y="102"/>
                  </a:lnTo>
                  <a:lnTo>
                    <a:pt x="100" y="101"/>
                  </a:lnTo>
                  <a:lnTo>
                    <a:pt x="100" y="99"/>
                  </a:lnTo>
                  <a:lnTo>
                    <a:pt x="100" y="5"/>
                  </a:lnTo>
                  <a:lnTo>
                    <a:pt x="100" y="3"/>
                  </a:lnTo>
                  <a:lnTo>
                    <a:pt x="99" y="2"/>
                  </a:lnTo>
                  <a:lnTo>
                    <a:pt x="98" y="0"/>
                  </a:lnTo>
                  <a:lnTo>
                    <a:pt x="97" y="0"/>
                  </a:lnTo>
                  <a:lnTo>
                    <a:pt x="96"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1433" name=""/>
            <p:cNvSpPr/>
            <p:nvPr/>
          </p:nvSpPr>
          <p:spPr>
            <a:xfrm>
              <a:off x="2177" y="2360"/>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1434" name=""/>
            <p:cNvSpPr/>
            <p:nvPr/>
          </p:nvSpPr>
          <p:spPr>
            <a:xfrm>
              <a:off x="2177" y="2391"/>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51435" name=""/>
            <p:cNvSpPr/>
            <p:nvPr/>
          </p:nvSpPr>
          <p:spPr>
            <a:xfrm>
              <a:off x="2175" y="2334"/>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1436" name=""/>
            <p:cNvSpPr/>
            <p:nvPr/>
          </p:nvSpPr>
          <p:spPr>
            <a:xfrm>
              <a:off x="2202" y="2335"/>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1437" name=""/>
            <p:cNvSpPr/>
            <p:nvPr/>
          </p:nvSpPr>
          <p:spPr>
            <a:xfrm>
              <a:off x="2253" y="2335"/>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1438" name=""/>
            <p:cNvSpPr/>
            <p:nvPr/>
          </p:nvSpPr>
          <p:spPr>
            <a:xfrm>
              <a:off x="2253" y="2335"/>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1439" name=""/>
            <p:cNvSpPr/>
            <p:nvPr/>
          </p:nvSpPr>
          <p:spPr>
            <a:xfrm>
              <a:off x="2180" y="2342"/>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1440" name=""/>
            <p:cNvSpPr/>
            <p:nvPr/>
          </p:nvSpPr>
          <p:spPr>
            <a:xfrm>
              <a:off x="2177" y="2362"/>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1441" name=""/>
            <p:cNvSpPr/>
            <p:nvPr/>
          </p:nvSpPr>
          <p:spPr>
            <a:xfrm>
              <a:off x="2202" y="2366"/>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1442" name=""/>
            <p:cNvSpPr/>
            <p:nvPr/>
          </p:nvSpPr>
          <p:spPr>
            <a:xfrm>
              <a:off x="2244" y="2381"/>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1443" name=""/>
            <p:cNvSpPr/>
            <p:nvPr/>
          </p:nvSpPr>
          <p:spPr>
            <a:xfrm>
              <a:off x="2244" y="2381"/>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1444" name=""/>
            <p:cNvSpPr/>
            <p:nvPr/>
          </p:nvSpPr>
          <p:spPr>
            <a:xfrm>
              <a:off x="2198" y="2369"/>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1445" name=""/>
            <p:cNvSpPr/>
            <p:nvPr/>
          </p:nvSpPr>
          <p:spPr>
            <a:xfrm>
              <a:off x="2177" y="2398"/>
              <a:ext cx="94" cy="17"/>
            </a:xfrm>
            <a:custGeom>
              <a:pathLst>
                <a:path w="94" h="17">
                  <a:moveTo>
                    <a:pt x="0" y="16"/>
                  </a:moveTo>
                  <a:lnTo>
                    <a:pt x="93" y="16"/>
                  </a:lnTo>
                  <a:lnTo>
                    <a:pt x="93" y="0"/>
                  </a:lnTo>
                  <a:lnTo>
                    <a:pt x="0" y="0"/>
                  </a:lnTo>
                  <a:lnTo>
                    <a:pt x="0" y="16"/>
                  </a:lnTo>
                </a:path>
              </a:pathLst>
            </a:custGeom>
            <a:solidFill>
              <a:srgbClr val="505020"/>
            </a:solidFill>
            <a:ln cap="rnd">
              <a:noFill/>
              <a:round/>
            </a:ln>
            <a:effectLst/>
          </p:spPr>
        </p:sp>
        <p:sp>
          <p:nvSpPr>
            <p:cNvPr id="51446" name=""/>
            <p:cNvSpPr/>
            <p:nvPr/>
          </p:nvSpPr>
          <p:spPr>
            <a:xfrm>
              <a:off x="2177" y="2395"/>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1447" name=""/>
            <p:cNvSpPr/>
            <p:nvPr/>
          </p:nvSpPr>
          <p:spPr>
            <a:xfrm>
              <a:off x="2271" y="2398"/>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1448" name=""/>
            <p:cNvSpPr/>
            <p:nvPr/>
          </p:nvSpPr>
          <p:spPr>
            <a:xfrm>
              <a:off x="2175" y="2398"/>
              <a:ext cx="96" cy="17"/>
            </a:xfrm>
            <a:custGeom>
              <a:pathLst>
                <a:path w="96" h="17">
                  <a:moveTo>
                    <a:pt x="0" y="16"/>
                  </a:moveTo>
                  <a:lnTo>
                    <a:pt x="0" y="0"/>
                  </a:lnTo>
                  <a:lnTo>
                    <a:pt x="95" y="0"/>
                  </a:lnTo>
                  <a:lnTo>
                    <a:pt x="95" y="16"/>
                  </a:lnTo>
                  <a:lnTo>
                    <a:pt x="0" y="16"/>
                  </a:lnTo>
                  <a:lnTo>
                    <a:pt x="0" y="16"/>
                  </a:lnTo>
                  <a:lnTo>
                    <a:pt x="0" y="0"/>
                  </a:lnTo>
                  <a:lnTo>
                    <a:pt x="0" y="0"/>
                  </a:lnTo>
                  <a:lnTo>
                    <a:pt x="0" y="16"/>
                  </a:lnTo>
                </a:path>
              </a:pathLst>
            </a:custGeom>
            <a:solidFill>
              <a:srgbClr val="000000"/>
            </a:solidFill>
            <a:ln cap="rnd">
              <a:noFill/>
              <a:round/>
            </a:ln>
            <a:effectLst/>
          </p:spPr>
        </p:sp>
        <p:sp>
          <p:nvSpPr>
            <p:cNvPr id="51449" name=""/>
            <p:cNvSpPr/>
            <p:nvPr/>
          </p:nvSpPr>
          <p:spPr>
            <a:xfrm>
              <a:off x="2171" y="2398"/>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1450" name=""/>
            <p:cNvSpPr/>
            <p:nvPr/>
          </p:nvSpPr>
          <p:spPr>
            <a:xfrm>
              <a:off x="2177" y="2402"/>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1451" name=""/>
            <p:cNvSpPr/>
            <p:nvPr/>
          </p:nvSpPr>
          <p:spPr>
            <a:xfrm>
              <a:off x="2200" y="2407"/>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1452" name=""/>
            <p:cNvSpPr/>
            <p:nvPr/>
          </p:nvSpPr>
          <p:spPr>
            <a:xfrm>
              <a:off x="2205" y="2408"/>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1453" name=""/>
            <p:cNvSpPr/>
            <p:nvPr/>
          </p:nvSpPr>
          <p:spPr>
            <a:xfrm>
              <a:off x="2177" y="2394"/>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1454" name=""/>
            <p:cNvSpPr/>
            <p:nvPr/>
          </p:nvSpPr>
          <p:spPr>
            <a:xfrm>
              <a:off x="2173" y="2320"/>
              <a:ext cx="103" cy="1"/>
            </a:xfrm>
            <a:custGeom>
              <a:pathLst>
                <a:path w="103" h="1">
                  <a:moveTo>
                    <a:pt x="1" y="0"/>
                  </a:moveTo>
                  <a:lnTo>
                    <a:pt x="100" y="0"/>
                  </a:lnTo>
                  <a:lnTo>
                    <a:pt x="101" y="0"/>
                  </a:lnTo>
                  <a:lnTo>
                    <a:pt x="102" y="0"/>
                  </a:lnTo>
                  <a:lnTo>
                    <a:pt x="102" y="0"/>
                  </a:lnTo>
                  <a:lnTo>
                    <a:pt x="100" y="0"/>
                  </a:lnTo>
                  <a:lnTo>
                    <a:pt x="1" y="0"/>
                  </a:lnTo>
                  <a:lnTo>
                    <a:pt x="0" y="0"/>
                  </a:lnTo>
                  <a:lnTo>
                    <a:pt x="0" y="0"/>
                  </a:lnTo>
                  <a:lnTo>
                    <a:pt x="0" y="0"/>
                  </a:lnTo>
                  <a:lnTo>
                    <a:pt x="1" y="0"/>
                  </a:lnTo>
                </a:path>
              </a:pathLst>
            </a:custGeom>
            <a:solidFill>
              <a:srgbClr val="E0D0A0"/>
            </a:solidFill>
            <a:ln cap="rnd">
              <a:noFill/>
              <a:round/>
            </a:ln>
            <a:effectLst/>
          </p:spPr>
        </p:sp>
        <p:sp>
          <p:nvSpPr>
            <p:cNvPr id="51455" name=""/>
            <p:cNvSpPr/>
            <p:nvPr/>
          </p:nvSpPr>
          <p:spPr>
            <a:xfrm>
              <a:off x="2180" y="2343"/>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1456" name=""/>
            <p:cNvSpPr/>
            <p:nvPr/>
          </p:nvSpPr>
          <p:spPr>
            <a:xfrm>
              <a:off x="2200" y="2343"/>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51457" name=""/>
            <p:cNvSpPr/>
            <p:nvPr/>
          </p:nvSpPr>
          <p:spPr>
            <a:xfrm>
              <a:off x="2242" y="2343"/>
              <a:ext cx="27" cy="17"/>
            </a:xfrm>
            <a:custGeom>
              <a:pathLst>
                <a:path w="27" h="17">
                  <a:moveTo>
                    <a:pt x="0" y="16"/>
                  </a:moveTo>
                  <a:lnTo>
                    <a:pt x="25" y="16"/>
                  </a:lnTo>
                  <a:lnTo>
                    <a:pt x="26" y="10"/>
                  </a:lnTo>
                  <a:lnTo>
                    <a:pt x="25" y="0"/>
                  </a:lnTo>
                  <a:lnTo>
                    <a:pt x="0" y="0"/>
                  </a:lnTo>
                  <a:lnTo>
                    <a:pt x="0" y="10"/>
                  </a:lnTo>
                  <a:lnTo>
                    <a:pt x="0" y="16"/>
                  </a:lnTo>
                </a:path>
              </a:pathLst>
            </a:custGeom>
            <a:solidFill>
              <a:srgbClr val="E0E0B0"/>
            </a:solidFill>
            <a:ln cap="rnd">
              <a:noFill/>
              <a:round/>
            </a:ln>
            <a:effectLst/>
          </p:spPr>
        </p:sp>
        <p:sp>
          <p:nvSpPr>
            <p:cNvPr id="51458" name=""/>
            <p:cNvSpPr/>
            <p:nvPr/>
          </p:nvSpPr>
          <p:spPr>
            <a:xfrm>
              <a:off x="2202" y="2349"/>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1459" name=""/>
            <p:cNvSpPr/>
            <p:nvPr/>
          </p:nvSpPr>
          <p:spPr>
            <a:xfrm>
              <a:off x="2255" y="2330"/>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460" name=""/>
            <p:cNvSpPr/>
            <p:nvPr/>
          </p:nvSpPr>
          <p:spPr>
            <a:xfrm>
              <a:off x="2248" y="2335"/>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1461" name=""/>
            <p:cNvSpPr/>
            <p:nvPr/>
          </p:nvSpPr>
          <p:spPr>
            <a:xfrm>
              <a:off x="2202" y="2349"/>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1462" name=""/>
            <p:cNvSpPr/>
            <p:nvPr/>
          </p:nvSpPr>
          <p:spPr>
            <a:xfrm>
              <a:off x="2202" y="2348"/>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1463" name=""/>
            <p:cNvSpPr/>
            <p:nvPr/>
          </p:nvSpPr>
          <p:spPr>
            <a:xfrm>
              <a:off x="2200" y="234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464" name=""/>
            <p:cNvSpPr/>
            <p:nvPr/>
          </p:nvSpPr>
          <p:spPr>
            <a:xfrm>
              <a:off x="2188" y="2320"/>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1465" name=""/>
            <p:cNvSpPr/>
            <p:nvPr/>
          </p:nvSpPr>
          <p:spPr>
            <a:xfrm>
              <a:off x="2188" y="2320"/>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1466" name=""/>
            <p:cNvCxnSpPr/>
            <p:nvPr/>
          </p:nvCxnSpPr>
          <p:spPr>
            <a:xfrm>
              <a:off x="2188" y="2323"/>
              <a:ext cx="2" cy="0"/>
            </a:xfrm>
            <a:prstGeom prst="line">
              <a:avLst/>
            </a:prstGeom>
            <a:noFill/>
            <a:ln>
              <a:noFill/>
              <a:miter lim="800000"/>
            </a:ln>
            <a:effectLst/>
          </p:spPr>
        </p:cxnSp>
        <p:sp>
          <p:nvSpPr>
            <p:cNvPr id="51467" name=""/>
            <p:cNvSpPr/>
            <p:nvPr/>
          </p:nvSpPr>
          <p:spPr>
            <a:xfrm>
              <a:off x="2253" y="2320"/>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1468" name=""/>
            <p:cNvSpPr/>
            <p:nvPr/>
          </p:nvSpPr>
          <p:spPr>
            <a:xfrm>
              <a:off x="2252" y="2320"/>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1469" name=""/>
            <p:cNvSpPr/>
            <p:nvPr/>
          </p:nvSpPr>
          <p:spPr>
            <a:xfrm>
              <a:off x="2249" y="2318"/>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1470" name=""/>
            <p:cNvSpPr/>
            <p:nvPr/>
          </p:nvSpPr>
          <p:spPr>
            <a:xfrm>
              <a:off x="2202" y="2381"/>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1471" name=""/>
            <p:cNvSpPr/>
            <p:nvPr/>
          </p:nvSpPr>
          <p:spPr>
            <a:xfrm>
              <a:off x="2202" y="2380"/>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1472" name=""/>
            <p:cNvSpPr/>
            <p:nvPr/>
          </p:nvSpPr>
          <p:spPr>
            <a:xfrm>
              <a:off x="2200" y="2379"/>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473" name=""/>
            <p:cNvSpPr/>
            <p:nvPr/>
          </p:nvSpPr>
          <p:spPr>
            <a:xfrm>
              <a:off x="2181" y="2430"/>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1474" name=""/>
            <p:cNvCxnSpPr/>
            <p:nvPr/>
          </p:nvCxnSpPr>
          <p:spPr>
            <a:xfrm>
              <a:off x="2184" y="2434"/>
              <a:ext cx="3" cy="0"/>
            </a:xfrm>
            <a:prstGeom prst="line">
              <a:avLst/>
            </a:prstGeom>
            <a:noFill/>
            <a:ln>
              <a:noFill/>
              <a:miter lim="800000"/>
            </a:ln>
            <a:effectLst/>
          </p:spPr>
        </p:cxnSp>
        <p:cxnSp>
          <p:nvCxnSpPr>
            <p:cNvPr id="51475" name=""/>
            <p:cNvCxnSpPr/>
            <p:nvPr/>
          </p:nvCxnSpPr>
          <p:spPr>
            <a:xfrm>
              <a:off x="2184" y="2434"/>
              <a:ext cx="3" cy="0"/>
            </a:xfrm>
            <a:prstGeom prst="line">
              <a:avLst/>
            </a:prstGeom>
            <a:noFill/>
            <a:ln>
              <a:noFill/>
              <a:miter lim="800000"/>
            </a:ln>
            <a:effectLst/>
          </p:spPr>
        </p:cxnSp>
        <p:cxnSp>
          <p:nvCxnSpPr>
            <p:cNvPr id="51476" name=""/>
            <p:cNvCxnSpPr/>
            <p:nvPr/>
          </p:nvCxnSpPr>
          <p:spPr>
            <a:xfrm>
              <a:off x="2184" y="2434"/>
              <a:ext cx="3" cy="0"/>
            </a:xfrm>
            <a:prstGeom prst="line">
              <a:avLst/>
            </a:prstGeom>
            <a:noFill/>
            <a:ln>
              <a:noFill/>
              <a:miter lim="800000"/>
            </a:ln>
            <a:effectLst/>
          </p:spPr>
        </p:cxnSp>
        <p:cxnSp>
          <p:nvCxnSpPr>
            <p:cNvPr id="51477" name=""/>
            <p:cNvCxnSpPr/>
            <p:nvPr/>
          </p:nvCxnSpPr>
          <p:spPr>
            <a:xfrm>
              <a:off x="2184" y="2434"/>
              <a:ext cx="3" cy="0"/>
            </a:xfrm>
            <a:prstGeom prst="line">
              <a:avLst/>
            </a:prstGeom>
            <a:noFill/>
            <a:ln>
              <a:noFill/>
              <a:miter lim="800000"/>
            </a:ln>
            <a:effectLst/>
          </p:spPr>
        </p:cxnSp>
        <p:cxnSp>
          <p:nvCxnSpPr>
            <p:cNvPr id="51478" name=""/>
            <p:cNvCxnSpPr/>
            <p:nvPr/>
          </p:nvCxnSpPr>
          <p:spPr>
            <a:xfrm>
              <a:off x="2184" y="2434"/>
              <a:ext cx="3" cy="0"/>
            </a:xfrm>
            <a:prstGeom prst="line">
              <a:avLst/>
            </a:prstGeom>
            <a:noFill/>
            <a:ln>
              <a:noFill/>
              <a:miter lim="800000"/>
            </a:ln>
            <a:effectLst/>
          </p:spPr>
        </p:cxnSp>
        <p:cxnSp>
          <p:nvCxnSpPr>
            <p:cNvPr id="51479" name=""/>
            <p:cNvCxnSpPr/>
            <p:nvPr/>
          </p:nvCxnSpPr>
          <p:spPr>
            <a:xfrm>
              <a:off x="2184" y="2434"/>
              <a:ext cx="3" cy="0"/>
            </a:xfrm>
            <a:prstGeom prst="line">
              <a:avLst/>
            </a:prstGeom>
            <a:noFill/>
            <a:ln>
              <a:noFill/>
              <a:miter lim="800000"/>
            </a:ln>
            <a:effectLst/>
          </p:spPr>
        </p:cxnSp>
        <p:cxnSp>
          <p:nvCxnSpPr>
            <p:cNvPr id="51480" name=""/>
            <p:cNvCxnSpPr/>
            <p:nvPr/>
          </p:nvCxnSpPr>
          <p:spPr>
            <a:xfrm>
              <a:off x="2184" y="2434"/>
              <a:ext cx="3" cy="0"/>
            </a:xfrm>
            <a:prstGeom prst="line">
              <a:avLst/>
            </a:prstGeom>
            <a:noFill/>
            <a:ln>
              <a:noFill/>
              <a:miter lim="800000"/>
            </a:ln>
            <a:effectLst/>
          </p:spPr>
        </p:cxnSp>
        <p:sp>
          <p:nvSpPr>
            <p:cNvPr id="51481" name=""/>
            <p:cNvSpPr/>
            <p:nvPr/>
          </p:nvSpPr>
          <p:spPr>
            <a:xfrm>
              <a:off x="2181" y="242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482" name=""/>
            <p:cNvCxnSpPr/>
            <p:nvPr/>
          </p:nvCxnSpPr>
          <p:spPr>
            <a:xfrm>
              <a:off x="2184" y="2433"/>
              <a:ext cx="3" cy="0"/>
            </a:xfrm>
            <a:prstGeom prst="line">
              <a:avLst/>
            </a:prstGeom>
            <a:noFill/>
            <a:ln>
              <a:noFill/>
              <a:miter lim="800000"/>
            </a:ln>
            <a:effectLst/>
          </p:spPr>
        </p:cxnSp>
        <p:cxnSp>
          <p:nvCxnSpPr>
            <p:cNvPr id="51483" name=""/>
            <p:cNvCxnSpPr/>
            <p:nvPr/>
          </p:nvCxnSpPr>
          <p:spPr>
            <a:xfrm>
              <a:off x="2184" y="2433"/>
              <a:ext cx="3" cy="0"/>
            </a:xfrm>
            <a:prstGeom prst="line">
              <a:avLst/>
            </a:prstGeom>
            <a:noFill/>
            <a:ln>
              <a:noFill/>
              <a:miter lim="800000"/>
            </a:ln>
            <a:effectLst/>
          </p:spPr>
        </p:cxnSp>
        <p:cxnSp>
          <p:nvCxnSpPr>
            <p:cNvPr id="51484" name=""/>
            <p:cNvCxnSpPr/>
            <p:nvPr/>
          </p:nvCxnSpPr>
          <p:spPr>
            <a:xfrm>
              <a:off x="2184" y="2433"/>
              <a:ext cx="3" cy="0"/>
            </a:xfrm>
            <a:prstGeom prst="line">
              <a:avLst/>
            </a:prstGeom>
            <a:noFill/>
            <a:ln>
              <a:noFill/>
              <a:miter lim="800000"/>
            </a:ln>
            <a:effectLst/>
          </p:spPr>
        </p:cxnSp>
        <p:cxnSp>
          <p:nvCxnSpPr>
            <p:cNvPr id="51485" name=""/>
            <p:cNvCxnSpPr/>
            <p:nvPr/>
          </p:nvCxnSpPr>
          <p:spPr>
            <a:xfrm>
              <a:off x="2184" y="2433"/>
              <a:ext cx="3" cy="0"/>
            </a:xfrm>
            <a:prstGeom prst="line">
              <a:avLst/>
            </a:prstGeom>
            <a:noFill/>
            <a:ln>
              <a:noFill/>
              <a:miter lim="800000"/>
            </a:ln>
            <a:effectLst/>
          </p:spPr>
        </p:cxnSp>
        <p:cxnSp>
          <p:nvCxnSpPr>
            <p:cNvPr id="51486" name=""/>
            <p:cNvCxnSpPr/>
            <p:nvPr/>
          </p:nvCxnSpPr>
          <p:spPr>
            <a:xfrm>
              <a:off x="2184" y="2433"/>
              <a:ext cx="3" cy="0"/>
            </a:xfrm>
            <a:prstGeom prst="line">
              <a:avLst/>
            </a:prstGeom>
            <a:noFill/>
            <a:ln>
              <a:noFill/>
              <a:miter lim="800000"/>
            </a:ln>
            <a:effectLst/>
          </p:spPr>
        </p:cxnSp>
        <p:cxnSp>
          <p:nvCxnSpPr>
            <p:cNvPr id="51487" name=""/>
            <p:cNvCxnSpPr/>
            <p:nvPr/>
          </p:nvCxnSpPr>
          <p:spPr>
            <a:xfrm>
              <a:off x="2184" y="2433"/>
              <a:ext cx="3" cy="0"/>
            </a:xfrm>
            <a:prstGeom prst="line">
              <a:avLst/>
            </a:prstGeom>
            <a:noFill/>
            <a:ln>
              <a:noFill/>
              <a:miter lim="800000"/>
            </a:ln>
            <a:effectLst/>
          </p:spPr>
        </p:cxnSp>
        <p:cxnSp>
          <p:nvCxnSpPr>
            <p:cNvPr id="51488" name=""/>
            <p:cNvCxnSpPr/>
            <p:nvPr/>
          </p:nvCxnSpPr>
          <p:spPr>
            <a:xfrm>
              <a:off x="2184" y="2433"/>
              <a:ext cx="3" cy="0"/>
            </a:xfrm>
            <a:prstGeom prst="line">
              <a:avLst/>
            </a:prstGeom>
            <a:noFill/>
            <a:ln>
              <a:noFill/>
              <a:miter lim="800000"/>
            </a:ln>
            <a:effectLst/>
          </p:spPr>
        </p:cxnSp>
        <p:cxnSp>
          <p:nvCxnSpPr>
            <p:cNvPr id="51489" name=""/>
            <p:cNvCxnSpPr/>
            <p:nvPr/>
          </p:nvCxnSpPr>
          <p:spPr>
            <a:xfrm>
              <a:off x="2184" y="2433"/>
              <a:ext cx="3" cy="0"/>
            </a:xfrm>
            <a:prstGeom prst="line">
              <a:avLst/>
            </a:prstGeom>
            <a:noFill/>
            <a:ln>
              <a:noFill/>
              <a:miter lim="800000"/>
            </a:ln>
            <a:effectLst/>
          </p:spPr>
        </p:cxnSp>
        <p:cxnSp>
          <p:nvCxnSpPr>
            <p:cNvPr id="51490" name=""/>
            <p:cNvCxnSpPr/>
            <p:nvPr/>
          </p:nvCxnSpPr>
          <p:spPr>
            <a:xfrm>
              <a:off x="2184" y="2433"/>
              <a:ext cx="3" cy="0"/>
            </a:xfrm>
            <a:prstGeom prst="line">
              <a:avLst/>
            </a:prstGeom>
            <a:noFill/>
            <a:ln>
              <a:noFill/>
              <a:miter lim="800000"/>
            </a:ln>
            <a:effectLst/>
          </p:spPr>
        </p:cxnSp>
        <p:sp>
          <p:nvSpPr>
            <p:cNvPr id="51491" name=""/>
            <p:cNvSpPr/>
            <p:nvPr/>
          </p:nvSpPr>
          <p:spPr>
            <a:xfrm>
              <a:off x="2181" y="242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492" name=""/>
            <p:cNvCxnSpPr/>
            <p:nvPr/>
          </p:nvCxnSpPr>
          <p:spPr>
            <a:xfrm>
              <a:off x="2184" y="2433"/>
              <a:ext cx="3" cy="0"/>
            </a:xfrm>
            <a:prstGeom prst="line">
              <a:avLst/>
            </a:prstGeom>
            <a:noFill/>
            <a:ln>
              <a:noFill/>
              <a:miter lim="800000"/>
            </a:ln>
            <a:effectLst/>
          </p:spPr>
        </p:cxnSp>
        <p:cxnSp>
          <p:nvCxnSpPr>
            <p:cNvPr id="51493" name=""/>
            <p:cNvCxnSpPr/>
            <p:nvPr/>
          </p:nvCxnSpPr>
          <p:spPr>
            <a:xfrm>
              <a:off x="2184" y="2433"/>
              <a:ext cx="3" cy="0"/>
            </a:xfrm>
            <a:prstGeom prst="line">
              <a:avLst/>
            </a:prstGeom>
            <a:noFill/>
            <a:ln>
              <a:noFill/>
              <a:miter lim="800000"/>
            </a:ln>
            <a:effectLst/>
          </p:spPr>
        </p:cxnSp>
        <p:cxnSp>
          <p:nvCxnSpPr>
            <p:cNvPr id="51494" name=""/>
            <p:cNvCxnSpPr/>
            <p:nvPr/>
          </p:nvCxnSpPr>
          <p:spPr>
            <a:xfrm>
              <a:off x="2184" y="2433"/>
              <a:ext cx="3" cy="0"/>
            </a:xfrm>
            <a:prstGeom prst="line">
              <a:avLst/>
            </a:prstGeom>
            <a:noFill/>
            <a:ln>
              <a:noFill/>
              <a:miter lim="800000"/>
            </a:ln>
            <a:effectLst/>
          </p:spPr>
        </p:cxnSp>
        <p:cxnSp>
          <p:nvCxnSpPr>
            <p:cNvPr id="51495" name=""/>
            <p:cNvCxnSpPr/>
            <p:nvPr/>
          </p:nvCxnSpPr>
          <p:spPr>
            <a:xfrm>
              <a:off x="2184" y="2433"/>
              <a:ext cx="3" cy="0"/>
            </a:xfrm>
            <a:prstGeom prst="line">
              <a:avLst/>
            </a:prstGeom>
            <a:noFill/>
            <a:ln>
              <a:noFill/>
              <a:miter lim="800000"/>
            </a:ln>
            <a:effectLst/>
          </p:spPr>
        </p:cxnSp>
        <p:cxnSp>
          <p:nvCxnSpPr>
            <p:cNvPr id="51496" name=""/>
            <p:cNvCxnSpPr/>
            <p:nvPr/>
          </p:nvCxnSpPr>
          <p:spPr>
            <a:xfrm>
              <a:off x="2184" y="2433"/>
              <a:ext cx="3" cy="0"/>
            </a:xfrm>
            <a:prstGeom prst="line">
              <a:avLst/>
            </a:prstGeom>
            <a:noFill/>
            <a:ln>
              <a:noFill/>
              <a:miter lim="800000"/>
            </a:ln>
            <a:effectLst/>
          </p:spPr>
        </p:cxnSp>
        <p:sp>
          <p:nvSpPr>
            <p:cNvPr id="51497" name=""/>
            <p:cNvSpPr/>
            <p:nvPr/>
          </p:nvSpPr>
          <p:spPr>
            <a:xfrm>
              <a:off x="2181" y="242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498" name=""/>
            <p:cNvCxnSpPr/>
            <p:nvPr/>
          </p:nvCxnSpPr>
          <p:spPr>
            <a:xfrm>
              <a:off x="2184" y="2432"/>
              <a:ext cx="3" cy="0"/>
            </a:xfrm>
            <a:prstGeom prst="line">
              <a:avLst/>
            </a:prstGeom>
            <a:noFill/>
            <a:ln>
              <a:noFill/>
              <a:miter lim="800000"/>
            </a:ln>
            <a:effectLst/>
          </p:spPr>
        </p:cxnSp>
        <p:sp>
          <p:nvSpPr>
            <p:cNvPr id="51499" name=""/>
            <p:cNvSpPr/>
            <p:nvPr/>
          </p:nvSpPr>
          <p:spPr>
            <a:xfrm>
              <a:off x="2180" y="2429"/>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1500" name=""/>
            <p:cNvSpPr/>
            <p:nvPr/>
          </p:nvSpPr>
          <p:spPr>
            <a:xfrm>
              <a:off x="2181" y="2340"/>
              <a:ext cx="87" cy="17"/>
            </a:xfrm>
            <a:custGeom>
              <a:pathLst>
                <a:path w="87" h="17">
                  <a:moveTo>
                    <a:pt x="0" y="16"/>
                  </a:moveTo>
                  <a:lnTo>
                    <a:pt x="0" y="0"/>
                  </a:lnTo>
                  <a:lnTo>
                    <a:pt x="86" y="0"/>
                  </a:lnTo>
                  <a:lnTo>
                    <a:pt x="86" y="16"/>
                  </a:lnTo>
                  <a:lnTo>
                    <a:pt x="0" y="16"/>
                  </a:lnTo>
                </a:path>
              </a:pathLst>
            </a:custGeom>
            <a:solidFill>
              <a:srgbClr val="505020"/>
            </a:solidFill>
            <a:ln cap="rnd">
              <a:noFill/>
              <a:round/>
            </a:ln>
            <a:effectLst/>
          </p:spPr>
        </p:sp>
        <p:sp>
          <p:nvSpPr>
            <p:cNvPr id="51501" name=""/>
            <p:cNvSpPr/>
            <p:nvPr/>
          </p:nvSpPr>
          <p:spPr>
            <a:xfrm>
              <a:off x="2198" y="2337"/>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1502" name=""/>
            <p:cNvSpPr/>
            <p:nvPr/>
          </p:nvSpPr>
          <p:spPr>
            <a:xfrm>
              <a:off x="2198" y="2347"/>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1503" name=""/>
            <p:cNvSpPr/>
            <p:nvPr/>
          </p:nvSpPr>
          <p:spPr>
            <a:xfrm>
              <a:off x="2205" y="2410"/>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1504" name=""/>
            <p:cNvSpPr/>
            <p:nvPr/>
          </p:nvSpPr>
          <p:spPr>
            <a:xfrm>
              <a:off x="2200" y="2431"/>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51505" name=""/>
            <p:cNvSpPr/>
            <p:nvPr/>
          </p:nvSpPr>
          <p:spPr>
            <a:xfrm>
              <a:off x="2215" y="2419"/>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51506" name=""/>
            <p:cNvSpPr/>
            <p:nvPr/>
          </p:nvSpPr>
          <p:spPr>
            <a:xfrm>
              <a:off x="2238" y="2421"/>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1507" name=""/>
            <p:cNvCxnSpPr/>
            <p:nvPr/>
          </p:nvCxnSpPr>
          <p:spPr>
            <a:xfrm flipH="1">
              <a:off x="2202" y="2374"/>
              <a:ext cx="0" cy="13"/>
            </a:xfrm>
            <a:prstGeom prst="line">
              <a:avLst/>
            </a:prstGeom>
            <a:noFill/>
            <a:ln>
              <a:noFill/>
              <a:miter lim="800000"/>
            </a:ln>
            <a:effectLst/>
          </p:spPr>
        </p:cxnSp>
        <p:cxnSp>
          <p:nvCxnSpPr>
            <p:cNvPr id="51508" name=""/>
            <p:cNvCxnSpPr/>
            <p:nvPr/>
          </p:nvCxnSpPr>
          <p:spPr>
            <a:xfrm flipH="1">
              <a:off x="2202" y="2369"/>
              <a:ext cx="0" cy="1"/>
            </a:xfrm>
            <a:prstGeom prst="line">
              <a:avLst/>
            </a:prstGeom>
            <a:noFill/>
            <a:ln>
              <a:noFill/>
              <a:miter lim="800000"/>
            </a:ln>
            <a:effectLst/>
          </p:spPr>
        </p:cxnSp>
        <p:sp>
          <p:nvSpPr>
            <p:cNvPr id="51509" name=""/>
            <p:cNvSpPr/>
            <p:nvPr/>
          </p:nvSpPr>
          <p:spPr>
            <a:xfrm>
              <a:off x="2194" y="2369"/>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510" name=""/>
            <p:cNvSpPr/>
            <p:nvPr/>
          </p:nvSpPr>
          <p:spPr>
            <a:xfrm>
              <a:off x="2216" y="2366"/>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511" name=""/>
            <p:cNvSpPr/>
            <p:nvPr/>
          </p:nvSpPr>
          <p:spPr>
            <a:xfrm>
              <a:off x="2216" y="237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512" name=""/>
            <p:cNvSpPr/>
            <p:nvPr/>
          </p:nvSpPr>
          <p:spPr>
            <a:xfrm>
              <a:off x="2240" y="2370"/>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513" name=""/>
            <p:cNvSpPr/>
            <p:nvPr/>
          </p:nvSpPr>
          <p:spPr>
            <a:xfrm>
              <a:off x="2198" y="2375"/>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1514" name=""/>
            <p:cNvSpPr/>
            <p:nvPr/>
          </p:nvSpPr>
          <p:spPr>
            <a:xfrm>
              <a:off x="2202" y="2383"/>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1515" name=""/>
            <p:cNvSpPr/>
            <p:nvPr/>
          </p:nvSpPr>
          <p:spPr>
            <a:xfrm>
              <a:off x="2236" y="2375"/>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1516" name=""/>
            <p:cNvSpPr/>
            <p:nvPr/>
          </p:nvSpPr>
          <p:spPr>
            <a:xfrm>
              <a:off x="2240" y="2367"/>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517" name=""/>
            <p:cNvSpPr/>
            <p:nvPr/>
          </p:nvSpPr>
          <p:spPr>
            <a:xfrm>
              <a:off x="2253" y="2369"/>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518" name=""/>
            <p:cNvSpPr/>
            <p:nvPr/>
          </p:nvSpPr>
          <p:spPr>
            <a:xfrm>
              <a:off x="2202" y="2366"/>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1519" name=""/>
            <p:cNvSpPr/>
            <p:nvPr/>
          </p:nvSpPr>
          <p:spPr>
            <a:xfrm>
              <a:off x="2195" y="2369"/>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520" name=""/>
            <p:cNvSpPr/>
            <p:nvPr/>
          </p:nvSpPr>
          <p:spPr>
            <a:xfrm>
              <a:off x="2198" y="2366"/>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1521" name=""/>
            <p:cNvCxnSpPr/>
            <p:nvPr/>
          </p:nvCxnSpPr>
          <p:spPr>
            <a:xfrm>
              <a:off x="2200" y="2370"/>
              <a:ext cx="20" cy="0"/>
            </a:xfrm>
            <a:prstGeom prst="line">
              <a:avLst/>
            </a:prstGeom>
            <a:noFill/>
            <a:ln>
              <a:noFill/>
              <a:miter lim="800000"/>
            </a:ln>
            <a:effectLst/>
          </p:spPr>
        </p:cxnSp>
        <p:cxnSp>
          <p:nvCxnSpPr>
            <p:cNvPr id="51522" name=""/>
            <p:cNvCxnSpPr/>
            <p:nvPr/>
          </p:nvCxnSpPr>
          <p:spPr>
            <a:xfrm flipH="1">
              <a:off x="2220" y="2374"/>
              <a:ext cx="0" cy="2"/>
            </a:xfrm>
            <a:prstGeom prst="line">
              <a:avLst/>
            </a:prstGeom>
            <a:noFill/>
            <a:ln>
              <a:noFill/>
              <a:miter lim="800000"/>
            </a:ln>
            <a:effectLst/>
          </p:spPr>
        </p:cxnSp>
        <p:sp>
          <p:nvSpPr>
            <p:cNvPr id="51523" name=""/>
            <p:cNvSpPr/>
            <p:nvPr/>
          </p:nvSpPr>
          <p:spPr>
            <a:xfrm>
              <a:off x="2220" y="2370"/>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524" name=""/>
            <p:cNvSpPr/>
            <p:nvPr/>
          </p:nvSpPr>
          <p:spPr>
            <a:xfrm>
              <a:off x="2235" y="2370"/>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525" name=""/>
            <p:cNvSpPr/>
            <p:nvPr/>
          </p:nvSpPr>
          <p:spPr>
            <a:xfrm>
              <a:off x="2235" y="236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526" name=""/>
            <p:cNvSpPr/>
            <p:nvPr/>
          </p:nvSpPr>
          <p:spPr>
            <a:xfrm>
              <a:off x="2220" y="236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527" name=""/>
            <p:cNvSpPr/>
            <p:nvPr/>
          </p:nvSpPr>
          <p:spPr>
            <a:xfrm>
              <a:off x="2245" y="2377"/>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1528" name=""/>
            <p:cNvSpPr/>
            <p:nvPr/>
          </p:nvSpPr>
          <p:spPr>
            <a:xfrm>
              <a:off x="2202" y="2332"/>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1529" name=""/>
            <p:cNvSpPr/>
            <p:nvPr/>
          </p:nvSpPr>
          <p:spPr>
            <a:xfrm>
              <a:off x="2236" y="2335"/>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1530" name=""/>
            <p:cNvSpPr/>
            <p:nvPr/>
          </p:nvSpPr>
          <p:spPr>
            <a:xfrm>
              <a:off x="2236" y="2349"/>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1531" name=""/>
            <p:cNvSpPr/>
            <p:nvPr/>
          </p:nvSpPr>
          <p:spPr>
            <a:xfrm>
              <a:off x="2202" y="2350"/>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1532" name=""/>
            <p:cNvSpPr/>
            <p:nvPr/>
          </p:nvSpPr>
          <p:spPr>
            <a:xfrm>
              <a:off x="2177" y="2342"/>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1533" name=""/>
            <p:cNvSpPr/>
            <p:nvPr/>
          </p:nvSpPr>
          <p:spPr>
            <a:xfrm>
              <a:off x="2205" y="2426"/>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1534" name=""/>
            <p:cNvCxnSpPr/>
            <p:nvPr/>
          </p:nvCxnSpPr>
          <p:spPr>
            <a:xfrm flipH="1">
              <a:off x="2275" y="2410"/>
              <a:ext cx="0" cy="14"/>
            </a:xfrm>
            <a:prstGeom prst="line">
              <a:avLst/>
            </a:prstGeom>
            <a:noFill/>
            <a:ln>
              <a:noFill/>
              <a:miter lim="800000"/>
            </a:ln>
            <a:effectLst/>
          </p:spPr>
        </p:cxnSp>
        <p:sp>
          <p:nvSpPr>
            <p:cNvPr id="51535" name=""/>
            <p:cNvSpPr/>
            <p:nvPr/>
          </p:nvSpPr>
          <p:spPr>
            <a:xfrm>
              <a:off x="2205" y="2404"/>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1536" name=""/>
            <p:cNvSpPr/>
            <p:nvPr/>
          </p:nvSpPr>
          <p:spPr>
            <a:xfrm>
              <a:off x="2202" y="2410"/>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1537" name=""/>
            <p:cNvSpPr/>
            <p:nvPr/>
          </p:nvSpPr>
          <p:spPr>
            <a:xfrm>
              <a:off x="2205" y="2418"/>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1538" name=""/>
            <p:cNvSpPr/>
            <p:nvPr/>
          </p:nvSpPr>
          <p:spPr>
            <a:xfrm>
              <a:off x="2161" y="2450"/>
              <a:ext cx="124" cy="17"/>
            </a:xfrm>
            <a:custGeom>
              <a:pathLst>
                <a:path w="124" h="17">
                  <a:moveTo>
                    <a:pt x="0" y="0"/>
                  </a:moveTo>
                  <a:lnTo>
                    <a:pt x="0" y="16"/>
                  </a:lnTo>
                  <a:lnTo>
                    <a:pt x="123" y="16"/>
                  </a:lnTo>
                  <a:lnTo>
                    <a:pt x="123" y="0"/>
                  </a:lnTo>
                  <a:lnTo>
                    <a:pt x="0" y="0"/>
                  </a:lnTo>
                </a:path>
              </a:pathLst>
            </a:custGeom>
            <a:solidFill>
              <a:srgbClr val="D0C0A0"/>
            </a:solidFill>
            <a:ln cap="rnd">
              <a:noFill/>
              <a:round/>
            </a:ln>
            <a:effectLst/>
          </p:spPr>
        </p:sp>
        <p:sp>
          <p:nvSpPr>
            <p:cNvPr id="51539" name=""/>
            <p:cNvSpPr/>
            <p:nvPr/>
          </p:nvSpPr>
          <p:spPr>
            <a:xfrm>
              <a:off x="2180" y="2452"/>
              <a:ext cx="87" cy="17"/>
            </a:xfrm>
            <a:custGeom>
              <a:pathLst>
                <a:path w="87" h="17">
                  <a:moveTo>
                    <a:pt x="1" y="16"/>
                  </a:moveTo>
                  <a:lnTo>
                    <a:pt x="84" y="16"/>
                  </a:lnTo>
                  <a:lnTo>
                    <a:pt x="85" y="16"/>
                  </a:lnTo>
                  <a:lnTo>
                    <a:pt x="85" y="14"/>
                  </a:lnTo>
                  <a:lnTo>
                    <a:pt x="86" y="3"/>
                  </a:lnTo>
                  <a:lnTo>
                    <a:pt x="85" y="1"/>
                  </a:lnTo>
                  <a:lnTo>
                    <a:pt x="84"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1540" name=""/>
            <p:cNvSpPr/>
            <p:nvPr/>
          </p:nvSpPr>
          <p:spPr>
            <a:xfrm>
              <a:off x="2220" y="2294"/>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1541" name=""/>
            <p:cNvSpPr/>
            <p:nvPr/>
          </p:nvSpPr>
          <p:spPr>
            <a:xfrm>
              <a:off x="2222" y="2298"/>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1542" name=""/>
            <p:cNvSpPr/>
            <p:nvPr/>
          </p:nvSpPr>
          <p:spPr>
            <a:xfrm>
              <a:off x="2173" y="2290"/>
              <a:ext cx="103" cy="17"/>
            </a:xfrm>
            <a:custGeom>
              <a:pathLst>
                <a:path w="103" h="17">
                  <a:moveTo>
                    <a:pt x="8" y="0"/>
                  </a:moveTo>
                  <a:lnTo>
                    <a:pt x="95" y="0"/>
                  </a:lnTo>
                  <a:lnTo>
                    <a:pt x="97" y="1"/>
                  </a:lnTo>
                  <a:lnTo>
                    <a:pt x="98" y="1"/>
                  </a:lnTo>
                  <a:lnTo>
                    <a:pt x="99" y="2"/>
                  </a:lnTo>
                  <a:lnTo>
                    <a:pt x="100" y="2"/>
                  </a:lnTo>
                  <a:lnTo>
                    <a:pt x="101" y="4"/>
                  </a:lnTo>
                  <a:lnTo>
                    <a:pt x="102" y="4"/>
                  </a:lnTo>
                  <a:lnTo>
                    <a:pt x="102" y="6"/>
                  </a:lnTo>
                  <a:lnTo>
                    <a:pt x="102" y="9"/>
                  </a:lnTo>
                  <a:lnTo>
                    <a:pt x="102" y="11"/>
                  </a:lnTo>
                  <a:lnTo>
                    <a:pt x="101" y="11"/>
                  </a:lnTo>
                  <a:lnTo>
                    <a:pt x="100" y="13"/>
                  </a:lnTo>
                  <a:lnTo>
                    <a:pt x="99" y="14"/>
                  </a:lnTo>
                  <a:lnTo>
                    <a:pt x="98" y="14"/>
                  </a:lnTo>
                  <a:lnTo>
                    <a:pt x="97" y="16"/>
                  </a:lnTo>
                  <a:lnTo>
                    <a:pt x="95" y="16"/>
                  </a:lnTo>
                  <a:lnTo>
                    <a:pt x="93" y="16"/>
                  </a:lnTo>
                  <a:lnTo>
                    <a:pt x="8"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8" y="0"/>
                  </a:lnTo>
                </a:path>
              </a:pathLst>
            </a:custGeom>
            <a:solidFill>
              <a:srgbClr val="F0E0C0"/>
            </a:solidFill>
            <a:ln cap="rnd">
              <a:noFill/>
              <a:round/>
            </a:ln>
            <a:effectLst/>
          </p:spPr>
        </p:sp>
        <p:sp>
          <p:nvSpPr>
            <p:cNvPr id="51543" name=""/>
            <p:cNvSpPr/>
            <p:nvPr/>
          </p:nvSpPr>
          <p:spPr>
            <a:xfrm>
              <a:off x="2173" y="2290"/>
              <a:ext cx="107" cy="19"/>
            </a:xfrm>
            <a:custGeom>
              <a:pathLst>
                <a:path w="107" h="19">
                  <a:moveTo>
                    <a:pt x="8" y="0"/>
                  </a:moveTo>
                  <a:lnTo>
                    <a:pt x="99" y="0"/>
                  </a:lnTo>
                  <a:lnTo>
                    <a:pt x="101" y="1"/>
                  </a:lnTo>
                  <a:lnTo>
                    <a:pt x="101" y="1"/>
                  </a:lnTo>
                  <a:lnTo>
                    <a:pt x="103" y="2"/>
                  </a:lnTo>
                  <a:lnTo>
                    <a:pt x="104" y="3"/>
                  </a:lnTo>
                  <a:lnTo>
                    <a:pt x="105" y="5"/>
                  </a:lnTo>
                  <a:lnTo>
                    <a:pt x="106" y="6"/>
                  </a:lnTo>
                  <a:lnTo>
                    <a:pt x="106" y="7"/>
                  </a:lnTo>
                  <a:lnTo>
                    <a:pt x="106" y="11"/>
                  </a:lnTo>
                  <a:lnTo>
                    <a:pt x="106" y="12"/>
                  </a:lnTo>
                  <a:lnTo>
                    <a:pt x="105" y="13"/>
                  </a:lnTo>
                  <a:lnTo>
                    <a:pt x="104" y="15"/>
                  </a:lnTo>
                  <a:lnTo>
                    <a:pt x="103" y="16"/>
                  </a:lnTo>
                  <a:lnTo>
                    <a:pt x="101" y="17"/>
                  </a:lnTo>
                  <a:lnTo>
                    <a:pt x="101" y="18"/>
                  </a:lnTo>
                  <a:lnTo>
                    <a:pt x="99" y="18"/>
                  </a:lnTo>
                  <a:lnTo>
                    <a:pt x="8"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8" y="0"/>
                  </a:lnTo>
                </a:path>
              </a:pathLst>
            </a:custGeom>
            <a:noFill/>
            <a:ln w="12700" cap="rnd" cmpd="sng">
              <a:solidFill>
                <a:srgbClr val="808060"/>
              </a:solidFill>
              <a:prstDash val="solid"/>
              <a:round/>
            </a:ln>
            <a:effectLst/>
          </p:spPr>
        </p:sp>
        <p:sp>
          <p:nvSpPr>
            <p:cNvPr id="51544" name=""/>
            <p:cNvSpPr/>
            <p:nvPr/>
          </p:nvSpPr>
          <p:spPr>
            <a:xfrm>
              <a:off x="2174" y="2291"/>
              <a:ext cx="55" cy="17"/>
            </a:xfrm>
            <a:custGeom>
              <a:pathLst>
                <a:path w="55" h="17">
                  <a:moveTo>
                    <a:pt x="8" y="0"/>
                  </a:moveTo>
                  <a:lnTo>
                    <a:pt x="45" y="0"/>
                  </a:lnTo>
                  <a:lnTo>
                    <a:pt x="46" y="0"/>
                  </a:lnTo>
                  <a:lnTo>
                    <a:pt x="49" y="1"/>
                  </a:lnTo>
                  <a:lnTo>
                    <a:pt x="51" y="1"/>
                  </a:lnTo>
                  <a:lnTo>
                    <a:pt x="51" y="1"/>
                  </a:lnTo>
                  <a:lnTo>
                    <a:pt x="53" y="2"/>
                  </a:lnTo>
                  <a:lnTo>
                    <a:pt x="53" y="2"/>
                  </a:lnTo>
                  <a:lnTo>
                    <a:pt x="54" y="4"/>
                  </a:lnTo>
                  <a:lnTo>
                    <a:pt x="54" y="5"/>
                  </a:lnTo>
                  <a:lnTo>
                    <a:pt x="54" y="5"/>
                  </a:lnTo>
                  <a:lnTo>
                    <a:pt x="54" y="10"/>
                  </a:lnTo>
                  <a:lnTo>
                    <a:pt x="54" y="11"/>
                  </a:lnTo>
                  <a:lnTo>
                    <a:pt x="53" y="13"/>
                  </a:lnTo>
                  <a:lnTo>
                    <a:pt x="52" y="14"/>
                  </a:lnTo>
                  <a:lnTo>
                    <a:pt x="51" y="14"/>
                  </a:lnTo>
                  <a:lnTo>
                    <a:pt x="49" y="16"/>
                  </a:lnTo>
                  <a:lnTo>
                    <a:pt x="45" y="16"/>
                  </a:lnTo>
                  <a:lnTo>
                    <a:pt x="45" y="16"/>
                  </a:lnTo>
                  <a:lnTo>
                    <a:pt x="8"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8" y="0"/>
                  </a:lnTo>
                </a:path>
              </a:pathLst>
            </a:custGeom>
            <a:solidFill>
              <a:srgbClr val="F0E0C0"/>
            </a:solidFill>
            <a:ln cap="rnd">
              <a:noFill/>
              <a:round/>
            </a:ln>
            <a:effectLst/>
          </p:spPr>
        </p:sp>
        <p:sp>
          <p:nvSpPr>
            <p:cNvPr id="51545" name=""/>
            <p:cNvSpPr/>
            <p:nvPr/>
          </p:nvSpPr>
          <p:spPr>
            <a:xfrm>
              <a:off x="2174" y="2291"/>
              <a:ext cx="58" cy="17"/>
            </a:xfrm>
            <a:custGeom>
              <a:pathLst>
                <a:path w="58" h="17">
                  <a:moveTo>
                    <a:pt x="8" y="0"/>
                  </a:moveTo>
                  <a:lnTo>
                    <a:pt x="48" y="0"/>
                  </a:lnTo>
                  <a:lnTo>
                    <a:pt x="49" y="0"/>
                  </a:lnTo>
                  <a:lnTo>
                    <a:pt x="52" y="1"/>
                  </a:lnTo>
                  <a:lnTo>
                    <a:pt x="53" y="1"/>
                  </a:lnTo>
                  <a:lnTo>
                    <a:pt x="54" y="2"/>
                  </a:lnTo>
                  <a:lnTo>
                    <a:pt x="56" y="3"/>
                  </a:lnTo>
                  <a:lnTo>
                    <a:pt x="56" y="3"/>
                  </a:lnTo>
                  <a:lnTo>
                    <a:pt x="57" y="4"/>
                  </a:lnTo>
                  <a:lnTo>
                    <a:pt x="57" y="5"/>
                  </a:lnTo>
                  <a:lnTo>
                    <a:pt x="57" y="6"/>
                  </a:lnTo>
                  <a:lnTo>
                    <a:pt x="57" y="9"/>
                  </a:lnTo>
                  <a:lnTo>
                    <a:pt x="57" y="11"/>
                  </a:lnTo>
                  <a:lnTo>
                    <a:pt x="56" y="13"/>
                  </a:lnTo>
                  <a:lnTo>
                    <a:pt x="55" y="13"/>
                  </a:lnTo>
                  <a:lnTo>
                    <a:pt x="53" y="14"/>
                  </a:lnTo>
                  <a:lnTo>
                    <a:pt x="52"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1546" name=""/>
            <p:cNvSpPr/>
            <p:nvPr/>
          </p:nvSpPr>
          <p:spPr>
            <a:xfrm>
              <a:off x="2220" y="2294"/>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1547" name=""/>
            <p:cNvSpPr/>
            <p:nvPr/>
          </p:nvSpPr>
          <p:spPr>
            <a:xfrm>
              <a:off x="2179" y="2296"/>
              <a:ext cx="42" cy="17"/>
            </a:xfrm>
            <a:custGeom>
              <a:pathLst>
                <a:path w="42" h="17">
                  <a:moveTo>
                    <a:pt x="0" y="16"/>
                  </a:moveTo>
                  <a:lnTo>
                    <a:pt x="41" y="16"/>
                  </a:lnTo>
                  <a:lnTo>
                    <a:pt x="40" y="0"/>
                  </a:lnTo>
                  <a:lnTo>
                    <a:pt x="0" y="0"/>
                  </a:lnTo>
                  <a:lnTo>
                    <a:pt x="0" y="16"/>
                  </a:lnTo>
                </a:path>
              </a:pathLst>
            </a:custGeom>
            <a:solidFill>
              <a:srgbClr val="FF6000"/>
            </a:solidFill>
            <a:ln cap="rnd">
              <a:noFill/>
              <a:round/>
            </a:ln>
            <a:effectLst/>
          </p:spPr>
        </p:sp>
        <p:sp>
          <p:nvSpPr>
            <p:cNvPr id="51548" name=""/>
            <p:cNvSpPr/>
            <p:nvPr/>
          </p:nvSpPr>
          <p:spPr>
            <a:xfrm>
              <a:off x="2216" y="2294"/>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1549" name=""/>
            <p:cNvSpPr/>
            <p:nvPr/>
          </p:nvSpPr>
          <p:spPr>
            <a:xfrm>
              <a:off x="2214" y="2294"/>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1550" name=""/>
            <p:cNvSpPr/>
            <p:nvPr/>
          </p:nvSpPr>
          <p:spPr>
            <a:xfrm>
              <a:off x="2210" y="2294"/>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1551" name=""/>
            <p:cNvSpPr/>
            <p:nvPr/>
          </p:nvSpPr>
          <p:spPr>
            <a:xfrm>
              <a:off x="2205" y="2294"/>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1552" name=""/>
            <p:cNvSpPr/>
            <p:nvPr/>
          </p:nvSpPr>
          <p:spPr>
            <a:xfrm>
              <a:off x="2202" y="2294"/>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1553" name=""/>
            <p:cNvSpPr/>
            <p:nvPr/>
          </p:nvSpPr>
          <p:spPr>
            <a:xfrm>
              <a:off x="2252" y="2291"/>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1554" name=""/>
            <p:cNvSpPr/>
            <p:nvPr/>
          </p:nvSpPr>
          <p:spPr>
            <a:xfrm>
              <a:off x="2255" y="2290"/>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1555" name=""/>
            <p:cNvSpPr/>
            <p:nvPr/>
          </p:nvSpPr>
          <p:spPr>
            <a:xfrm>
              <a:off x="2255" y="2291"/>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1556" name=""/>
            <p:cNvSpPr/>
            <p:nvPr/>
          </p:nvSpPr>
          <p:spPr>
            <a:xfrm>
              <a:off x="2256" y="2291"/>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1557" name=""/>
            <p:cNvSpPr/>
            <p:nvPr/>
          </p:nvSpPr>
          <p:spPr>
            <a:xfrm>
              <a:off x="2260" y="2293"/>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1558" name=""/>
            <p:cNvSpPr/>
            <p:nvPr/>
          </p:nvSpPr>
          <p:spPr>
            <a:xfrm>
              <a:off x="2261" y="2296"/>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1559" name=""/>
            <p:cNvCxnSpPr/>
            <p:nvPr/>
          </p:nvCxnSpPr>
          <p:spPr>
            <a:xfrm flipH="1">
              <a:off x="2268" y="2296"/>
              <a:ext cx="0" cy="4"/>
            </a:xfrm>
            <a:prstGeom prst="line">
              <a:avLst/>
            </a:prstGeom>
            <a:noFill/>
            <a:ln w="12700">
              <a:solidFill>
                <a:prstClr val="black"/>
              </a:solidFill>
              <a:miter lim="800000"/>
            </a:ln>
            <a:effectLst/>
          </p:spPr>
        </p:cxnSp>
        <p:sp>
          <p:nvSpPr>
            <p:cNvPr id="51560" name=""/>
            <p:cNvSpPr/>
            <p:nvPr/>
          </p:nvSpPr>
          <p:spPr>
            <a:xfrm>
              <a:off x="2224" y="2286"/>
              <a:ext cx="45" cy="17"/>
            </a:xfrm>
            <a:custGeom>
              <a:pathLst>
                <a:path w="45" h="17">
                  <a:moveTo>
                    <a:pt x="0" y="16"/>
                  </a:moveTo>
                  <a:lnTo>
                    <a:pt x="44" y="16"/>
                  </a:lnTo>
                  <a:lnTo>
                    <a:pt x="44" y="0"/>
                  </a:lnTo>
                  <a:lnTo>
                    <a:pt x="0" y="0"/>
                  </a:lnTo>
                  <a:lnTo>
                    <a:pt x="0" y="16"/>
                  </a:lnTo>
                </a:path>
              </a:pathLst>
            </a:custGeom>
            <a:solidFill>
              <a:srgbClr val="808060"/>
            </a:solidFill>
            <a:ln cap="rnd">
              <a:noFill/>
              <a:round/>
            </a:ln>
            <a:effectLst/>
          </p:spPr>
        </p:sp>
        <p:sp>
          <p:nvSpPr>
            <p:cNvPr id="51561" name=""/>
            <p:cNvSpPr/>
            <p:nvPr/>
          </p:nvSpPr>
          <p:spPr>
            <a:xfrm>
              <a:off x="2224" y="2303"/>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1562" name=""/>
            <p:cNvSpPr/>
            <p:nvPr/>
          </p:nvSpPr>
          <p:spPr>
            <a:xfrm>
              <a:off x="2272" y="2290"/>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1563" name=""/>
            <p:cNvSpPr/>
            <p:nvPr/>
          </p:nvSpPr>
          <p:spPr>
            <a:xfrm>
              <a:off x="2233" y="2290"/>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1564" name=""/>
            <p:cNvSpPr/>
            <p:nvPr/>
          </p:nvSpPr>
          <p:spPr>
            <a:xfrm>
              <a:off x="2242" y="2286"/>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1565" name=""/>
            <p:cNvSpPr/>
            <p:nvPr/>
          </p:nvSpPr>
          <p:spPr>
            <a:xfrm>
              <a:off x="2247" y="2290"/>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1566" name=""/>
            <p:cNvSpPr/>
            <p:nvPr/>
          </p:nvSpPr>
          <p:spPr>
            <a:xfrm>
              <a:off x="2247" y="2295"/>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1567" name=""/>
            <p:cNvSpPr/>
            <p:nvPr/>
          </p:nvSpPr>
          <p:spPr>
            <a:xfrm>
              <a:off x="2247" y="2300"/>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1568" name=""/>
            <p:cNvSpPr/>
            <p:nvPr/>
          </p:nvSpPr>
          <p:spPr>
            <a:xfrm>
              <a:off x="2242" y="2303"/>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1569" name=""/>
            <p:cNvSpPr/>
            <p:nvPr/>
          </p:nvSpPr>
          <p:spPr>
            <a:xfrm>
              <a:off x="2233" y="2303"/>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1570" name=""/>
            <p:cNvSpPr/>
            <p:nvPr/>
          </p:nvSpPr>
          <p:spPr>
            <a:xfrm>
              <a:off x="2228" y="2290"/>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1571" name=""/>
            <p:cNvSpPr/>
            <p:nvPr/>
          </p:nvSpPr>
          <p:spPr>
            <a:xfrm>
              <a:off x="2233" y="2286"/>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1572" name=""/>
            <p:cNvSpPr/>
            <p:nvPr/>
          </p:nvSpPr>
          <p:spPr>
            <a:xfrm>
              <a:off x="2240" y="2293"/>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1573" name=""/>
            <p:cNvSpPr/>
            <p:nvPr/>
          </p:nvSpPr>
          <p:spPr>
            <a:xfrm>
              <a:off x="2244" y="2293"/>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1574" name=""/>
            <p:cNvSpPr/>
            <p:nvPr/>
          </p:nvSpPr>
          <p:spPr>
            <a:xfrm>
              <a:off x="2246" y="2300"/>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1575" name=""/>
            <p:cNvSpPr/>
            <p:nvPr/>
          </p:nvSpPr>
          <p:spPr>
            <a:xfrm>
              <a:off x="2235" y="2291"/>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1576" name=""/>
            <p:cNvSpPr/>
            <p:nvPr/>
          </p:nvSpPr>
          <p:spPr>
            <a:xfrm>
              <a:off x="2230" y="2293"/>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1577" name=""/>
            <p:cNvSpPr/>
            <p:nvPr/>
          </p:nvSpPr>
          <p:spPr>
            <a:xfrm>
              <a:off x="2234" y="2293"/>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pic>
        <p:nvPicPr>
          <p:cNvPr id="51578" name=""/>
          <p:cNvPicPr/>
          <p:nvPr/>
        </p:nvPicPr>
        <p:blipFill>
          <a:blip r:embed="rId4"/>
          <a:stretch>
            <a:fillRect/>
          </a:stretch>
        </p:blipFill>
        <p:spPr>
          <a:xfrm>
            <a:off x="1346200" y="3079750"/>
            <a:ext cx="42863" cy="15875"/>
          </a:xfrm>
          <a:prstGeom prst="rect">
            <a:avLst/>
          </a:prstGeom>
          <a:noFill/>
          <a:ln>
            <a:noFill/>
            <a:miter lim="800000"/>
          </a:ln>
          <a:effectLst/>
        </p:spPr>
      </p:pic>
      <p:sp>
        <p:nvSpPr>
          <p:cNvPr id="51580" name=""/>
          <p:cNvSpPr/>
          <p:nvPr/>
        </p:nvSpPr>
        <p:spPr>
          <a:xfrm>
            <a:off x="825500" y="3646488"/>
            <a:ext cx="782638" cy="303212"/>
          </a:xfrm>
          <a:custGeom>
            <a:pathLst>
              <a:path w="1143" h="325">
                <a:moveTo>
                  <a:pt x="0" y="0"/>
                </a:moveTo>
                <a:lnTo>
                  <a:pt x="0" y="324"/>
                </a:lnTo>
                <a:lnTo>
                  <a:pt x="1142" y="324"/>
                </a:lnTo>
              </a:path>
            </a:pathLst>
          </a:custGeom>
          <a:noFill/>
          <a:ln w="12700" cap="rnd" cmpd="sng">
            <a:solidFill>
              <a:srgbClr val="00DFCA"/>
            </a:solidFill>
            <a:prstDash val="sysDot"/>
            <a:round/>
            <a:headEnd type="none" w="sm" len="sm"/>
            <a:tailEnd type="none" w="sm" len="sm"/>
          </a:ln>
          <a:effectLst/>
        </p:spPr>
      </p:sp>
      <p:grpSp>
        <p:nvGrpSpPr>
          <p:cNvPr id="51581" name=""/>
          <p:cNvGrpSpPr/>
          <p:nvPr/>
        </p:nvGrpSpPr>
        <p:grpSpPr>
          <a:xfrm>
            <a:off x="1431925" y="2916238"/>
            <a:ext cx="125413" cy="396875"/>
            <a:chOff x="2298" y="2118"/>
            <a:chExt cx="183" cy="426"/>
          </a:xfrm>
        </p:grpSpPr>
        <p:sp>
          <p:nvSpPr>
            <p:cNvPr id="51582" name=""/>
            <p:cNvSpPr/>
            <p:nvPr/>
          </p:nvSpPr>
          <p:spPr>
            <a:xfrm>
              <a:off x="2326" y="2307"/>
              <a:ext cx="125" cy="230"/>
            </a:xfrm>
            <a:custGeom>
              <a:pathLst>
                <a:path w="125" h="230">
                  <a:moveTo>
                    <a:pt x="2" y="0"/>
                  </a:moveTo>
                  <a:lnTo>
                    <a:pt x="121" y="0"/>
                  </a:lnTo>
                  <a:lnTo>
                    <a:pt x="122" y="0"/>
                  </a:lnTo>
                  <a:lnTo>
                    <a:pt x="124" y="2"/>
                  </a:lnTo>
                  <a:lnTo>
                    <a:pt x="124" y="3"/>
                  </a:lnTo>
                  <a:lnTo>
                    <a:pt x="124" y="226"/>
                  </a:lnTo>
                  <a:lnTo>
                    <a:pt x="124" y="227"/>
                  </a:lnTo>
                  <a:lnTo>
                    <a:pt x="122" y="228"/>
                  </a:lnTo>
                  <a:lnTo>
                    <a:pt x="121"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1583" name=""/>
            <p:cNvSpPr/>
            <p:nvPr/>
          </p:nvSpPr>
          <p:spPr>
            <a:xfrm>
              <a:off x="2326" y="250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84" name=""/>
            <p:cNvSpPr/>
            <p:nvPr/>
          </p:nvSpPr>
          <p:spPr>
            <a:xfrm>
              <a:off x="2326" y="249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85" name=""/>
            <p:cNvSpPr/>
            <p:nvPr/>
          </p:nvSpPr>
          <p:spPr>
            <a:xfrm>
              <a:off x="2326" y="2490"/>
              <a:ext cx="125" cy="17"/>
            </a:xfrm>
            <a:custGeom>
              <a:pathLst>
                <a:path w="125" h="17">
                  <a:moveTo>
                    <a:pt x="0" y="0"/>
                  </a:moveTo>
                  <a:lnTo>
                    <a:pt x="124" y="0"/>
                  </a:lnTo>
                  <a:lnTo>
                    <a:pt x="124" y="16"/>
                  </a:lnTo>
                  <a:lnTo>
                    <a:pt x="0" y="16"/>
                  </a:lnTo>
                  <a:lnTo>
                    <a:pt x="0" y="0"/>
                  </a:lnTo>
                </a:path>
              </a:pathLst>
            </a:custGeom>
            <a:solidFill>
              <a:srgbClr val="404040"/>
            </a:solidFill>
            <a:ln cap="rnd">
              <a:noFill/>
              <a:round/>
            </a:ln>
            <a:effectLst/>
          </p:spPr>
        </p:sp>
        <p:sp>
          <p:nvSpPr>
            <p:cNvPr id="51586" name=""/>
            <p:cNvSpPr/>
            <p:nvPr/>
          </p:nvSpPr>
          <p:spPr>
            <a:xfrm>
              <a:off x="2326" y="249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87" name=""/>
            <p:cNvSpPr/>
            <p:nvPr/>
          </p:nvSpPr>
          <p:spPr>
            <a:xfrm>
              <a:off x="2326" y="248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88" name=""/>
            <p:cNvSpPr/>
            <p:nvPr/>
          </p:nvSpPr>
          <p:spPr>
            <a:xfrm>
              <a:off x="2326" y="247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89" name=""/>
            <p:cNvSpPr/>
            <p:nvPr/>
          </p:nvSpPr>
          <p:spPr>
            <a:xfrm>
              <a:off x="2326" y="246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0" name=""/>
            <p:cNvSpPr/>
            <p:nvPr/>
          </p:nvSpPr>
          <p:spPr>
            <a:xfrm>
              <a:off x="2326" y="246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1" name=""/>
            <p:cNvSpPr/>
            <p:nvPr/>
          </p:nvSpPr>
          <p:spPr>
            <a:xfrm>
              <a:off x="2326" y="245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2" name=""/>
            <p:cNvSpPr/>
            <p:nvPr/>
          </p:nvSpPr>
          <p:spPr>
            <a:xfrm>
              <a:off x="2326" y="244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3" name=""/>
            <p:cNvSpPr/>
            <p:nvPr/>
          </p:nvSpPr>
          <p:spPr>
            <a:xfrm>
              <a:off x="2326" y="243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4" name=""/>
            <p:cNvSpPr/>
            <p:nvPr/>
          </p:nvSpPr>
          <p:spPr>
            <a:xfrm>
              <a:off x="2326" y="243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5" name=""/>
            <p:cNvSpPr/>
            <p:nvPr/>
          </p:nvSpPr>
          <p:spPr>
            <a:xfrm>
              <a:off x="2326" y="242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6" name=""/>
            <p:cNvSpPr/>
            <p:nvPr/>
          </p:nvSpPr>
          <p:spPr>
            <a:xfrm>
              <a:off x="2326" y="2417"/>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7" name=""/>
            <p:cNvSpPr/>
            <p:nvPr/>
          </p:nvSpPr>
          <p:spPr>
            <a:xfrm>
              <a:off x="2326" y="2409"/>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8" name=""/>
            <p:cNvSpPr/>
            <p:nvPr/>
          </p:nvSpPr>
          <p:spPr>
            <a:xfrm>
              <a:off x="2326" y="2402"/>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599" name=""/>
            <p:cNvSpPr/>
            <p:nvPr/>
          </p:nvSpPr>
          <p:spPr>
            <a:xfrm>
              <a:off x="2326" y="239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600" name=""/>
            <p:cNvSpPr/>
            <p:nvPr/>
          </p:nvSpPr>
          <p:spPr>
            <a:xfrm>
              <a:off x="2298" y="2527"/>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1601" name=""/>
            <p:cNvSpPr/>
            <p:nvPr/>
          </p:nvSpPr>
          <p:spPr>
            <a:xfrm>
              <a:off x="2393" y="2527"/>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1602" name=""/>
            <p:cNvSpPr/>
            <p:nvPr/>
          </p:nvSpPr>
          <p:spPr>
            <a:xfrm>
              <a:off x="2349" y="2456"/>
              <a:ext cx="86" cy="81"/>
            </a:xfrm>
            <a:custGeom>
              <a:pathLst>
                <a:path w="86" h="81">
                  <a:moveTo>
                    <a:pt x="0" y="1"/>
                  </a:moveTo>
                  <a:lnTo>
                    <a:pt x="0" y="80"/>
                  </a:lnTo>
                  <a:lnTo>
                    <a:pt x="85" y="80"/>
                  </a:lnTo>
                  <a:lnTo>
                    <a:pt x="85" y="0"/>
                  </a:lnTo>
                </a:path>
              </a:pathLst>
            </a:custGeom>
            <a:noFill/>
            <a:ln w="12700" cap="rnd" cmpd="sng">
              <a:solidFill>
                <a:srgbClr val="808060"/>
              </a:solidFill>
              <a:prstDash val="solid"/>
              <a:round/>
              <a:headEnd type="none" w="sm" len="sm"/>
              <a:tailEnd type="none" w="sm" len="sm"/>
            </a:ln>
            <a:effectLst/>
          </p:spPr>
        </p:sp>
        <p:sp>
          <p:nvSpPr>
            <p:cNvPr id="51603" name=""/>
            <p:cNvSpPr/>
            <p:nvPr/>
          </p:nvSpPr>
          <p:spPr>
            <a:xfrm>
              <a:off x="2326" y="2118"/>
              <a:ext cx="125" cy="171"/>
            </a:xfrm>
            <a:custGeom>
              <a:pathLst>
                <a:path w="125" h="171">
                  <a:moveTo>
                    <a:pt x="3" y="170"/>
                  </a:moveTo>
                  <a:lnTo>
                    <a:pt x="120" y="170"/>
                  </a:lnTo>
                  <a:lnTo>
                    <a:pt x="122" y="170"/>
                  </a:lnTo>
                  <a:lnTo>
                    <a:pt x="123" y="168"/>
                  </a:lnTo>
                  <a:lnTo>
                    <a:pt x="124" y="167"/>
                  </a:lnTo>
                  <a:lnTo>
                    <a:pt x="124" y="4"/>
                  </a:lnTo>
                  <a:lnTo>
                    <a:pt x="123" y="2"/>
                  </a:lnTo>
                  <a:lnTo>
                    <a:pt x="122" y="1"/>
                  </a:lnTo>
                  <a:lnTo>
                    <a:pt x="121"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1604" name=""/>
            <p:cNvSpPr/>
            <p:nvPr/>
          </p:nvSpPr>
          <p:spPr>
            <a:xfrm>
              <a:off x="2339" y="2168"/>
              <a:ext cx="100" cy="105"/>
            </a:xfrm>
            <a:custGeom>
              <a:pathLst>
                <a:path w="100" h="105">
                  <a:moveTo>
                    <a:pt x="4" y="104"/>
                  </a:moveTo>
                  <a:lnTo>
                    <a:pt x="95" y="104"/>
                  </a:lnTo>
                  <a:lnTo>
                    <a:pt x="96" y="104"/>
                  </a:lnTo>
                  <a:lnTo>
                    <a:pt x="97" y="103"/>
                  </a:lnTo>
                  <a:lnTo>
                    <a:pt x="98" y="102"/>
                  </a:lnTo>
                  <a:lnTo>
                    <a:pt x="99" y="101"/>
                  </a:lnTo>
                  <a:lnTo>
                    <a:pt x="99" y="99"/>
                  </a:lnTo>
                  <a:lnTo>
                    <a:pt x="99" y="5"/>
                  </a:lnTo>
                  <a:lnTo>
                    <a:pt x="99" y="3"/>
                  </a:lnTo>
                  <a:lnTo>
                    <a:pt x="98" y="2"/>
                  </a:lnTo>
                  <a:lnTo>
                    <a:pt x="97" y="0"/>
                  </a:lnTo>
                  <a:lnTo>
                    <a:pt x="96" y="0"/>
                  </a:lnTo>
                  <a:lnTo>
                    <a:pt x="95"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1605" name=""/>
            <p:cNvSpPr/>
            <p:nvPr/>
          </p:nvSpPr>
          <p:spPr>
            <a:xfrm>
              <a:off x="2342" y="2198"/>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1606" name=""/>
            <p:cNvSpPr/>
            <p:nvPr/>
          </p:nvSpPr>
          <p:spPr>
            <a:xfrm>
              <a:off x="2342" y="2229"/>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51607" name=""/>
            <p:cNvSpPr/>
            <p:nvPr/>
          </p:nvSpPr>
          <p:spPr>
            <a:xfrm>
              <a:off x="2340" y="2172"/>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1608" name=""/>
            <p:cNvSpPr/>
            <p:nvPr/>
          </p:nvSpPr>
          <p:spPr>
            <a:xfrm>
              <a:off x="2367" y="2173"/>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1609" name=""/>
            <p:cNvSpPr/>
            <p:nvPr/>
          </p:nvSpPr>
          <p:spPr>
            <a:xfrm>
              <a:off x="2419" y="217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1610" name=""/>
            <p:cNvSpPr/>
            <p:nvPr/>
          </p:nvSpPr>
          <p:spPr>
            <a:xfrm>
              <a:off x="2419" y="2173"/>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1611" name=""/>
            <p:cNvSpPr/>
            <p:nvPr/>
          </p:nvSpPr>
          <p:spPr>
            <a:xfrm>
              <a:off x="2346" y="2180"/>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1612" name=""/>
            <p:cNvSpPr/>
            <p:nvPr/>
          </p:nvSpPr>
          <p:spPr>
            <a:xfrm>
              <a:off x="2342" y="2200"/>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1613" name=""/>
            <p:cNvSpPr/>
            <p:nvPr/>
          </p:nvSpPr>
          <p:spPr>
            <a:xfrm>
              <a:off x="2367" y="2204"/>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1614" name=""/>
            <p:cNvSpPr/>
            <p:nvPr/>
          </p:nvSpPr>
          <p:spPr>
            <a:xfrm>
              <a:off x="2409" y="221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1615" name=""/>
            <p:cNvSpPr/>
            <p:nvPr/>
          </p:nvSpPr>
          <p:spPr>
            <a:xfrm>
              <a:off x="2409" y="2219"/>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1616" name=""/>
            <p:cNvSpPr/>
            <p:nvPr/>
          </p:nvSpPr>
          <p:spPr>
            <a:xfrm>
              <a:off x="2364" y="2207"/>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1617" name=""/>
            <p:cNvSpPr/>
            <p:nvPr/>
          </p:nvSpPr>
          <p:spPr>
            <a:xfrm>
              <a:off x="2342" y="2236"/>
              <a:ext cx="95" cy="17"/>
            </a:xfrm>
            <a:custGeom>
              <a:pathLst>
                <a:path w="95" h="17">
                  <a:moveTo>
                    <a:pt x="0" y="16"/>
                  </a:moveTo>
                  <a:lnTo>
                    <a:pt x="94" y="16"/>
                  </a:lnTo>
                  <a:lnTo>
                    <a:pt x="94" y="0"/>
                  </a:lnTo>
                  <a:lnTo>
                    <a:pt x="0" y="0"/>
                  </a:lnTo>
                  <a:lnTo>
                    <a:pt x="0" y="16"/>
                  </a:lnTo>
                </a:path>
              </a:pathLst>
            </a:custGeom>
            <a:solidFill>
              <a:srgbClr val="505020"/>
            </a:solidFill>
            <a:ln cap="rnd">
              <a:noFill/>
              <a:round/>
            </a:ln>
            <a:effectLst/>
          </p:spPr>
        </p:sp>
        <p:sp>
          <p:nvSpPr>
            <p:cNvPr id="51618" name=""/>
            <p:cNvSpPr/>
            <p:nvPr/>
          </p:nvSpPr>
          <p:spPr>
            <a:xfrm>
              <a:off x="2342" y="2233"/>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1619" name=""/>
            <p:cNvSpPr/>
            <p:nvPr/>
          </p:nvSpPr>
          <p:spPr>
            <a:xfrm>
              <a:off x="2436" y="2236"/>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1620" name=""/>
            <p:cNvSpPr/>
            <p:nvPr/>
          </p:nvSpPr>
          <p:spPr>
            <a:xfrm>
              <a:off x="2340" y="2236"/>
              <a:ext cx="97" cy="17"/>
            </a:xfrm>
            <a:custGeom>
              <a:pathLst>
                <a:path w="97" h="17">
                  <a:moveTo>
                    <a:pt x="0" y="16"/>
                  </a:moveTo>
                  <a:lnTo>
                    <a:pt x="0" y="0"/>
                  </a:lnTo>
                  <a:lnTo>
                    <a:pt x="96" y="0"/>
                  </a:lnTo>
                  <a:lnTo>
                    <a:pt x="96" y="16"/>
                  </a:lnTo>
                  <a:lnTo>
                    <a:pt x="0" y="16"/>
                  </a:lnTo>
                  <a:lnTo>
                    <a:pt x="0" y="16"/>
                  </a:lnTo>
                  <a:lnTo>
                    <a:pt x="0" y="0"/>
                  </a:lnTo>
                  <a:lnTo>
                    <a:pt x="0" y="0"/>
                  </a:lnTo>
                  <a:lnTo>
                    <a:pt x="0" y="16"/>
                  </a:lnTo>
                </a:path>
              </a:pathLst>
            </a:custGeom>
            <a:solidFill>
              <a:srgbClr val="000000"/>
            </a:solidFill>
            <a:ln cap="rnd">
              <a:noFill/>
              <a:round/>
            </a:ln>
            <a:effectLst/>
          </p:spPr>
        </p:sp>
        <p:sp>
          <p:nvSpPr>
            <p:cNvPr id="51621" name=""/>
            <p:cNvSpPr/>
            <p:nvPr/>
          </p:nvSpPr>
          <p:spPr>
            <a:xfrm>
              <a:off x="2336" y="2236"/>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1622" name=""/>
            <p:cNvSpPr/>
            <p:nvPr/>
          </p:nvSpPr>
          <p:spPr>
            <a:xfrm>
              <a:off x="2342" y="2240"/>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1623" name=""/>
            <p:cNvSpPr/>
            <p:nvPr/>
          </p:nvSpPr>
          <p:spPr>
            <a:xfrm>
              <a:off x="2365" y="2245"/>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1624" name=""/>
            <p:cNvSpPr/>
            <p:nvPr/>
          </p:nvSpPr>
          <p:spPr>
            <a:xfrm>
              <a:off x="2371" y="2246"/>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1625" name=""/>
            <p:cNvSpPr/>
            <p:nvPr/>
          </p:nvSpPr>
          <p:spPr>
            <a:xfrm>
              <a:off x="2342" y="2232"/>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1626" name=""/>
            <p:cNvSpPr/>
            <p:nvPr/>
          </p:nvSpPr>
          <p:spPr>
            <a:xfrm>
              <a:off x="2339" y="2158"/>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51627" name=""/>
            <p:cNvSpPr/>
            <p:nvPr/>
          </p:nvSpPr>
          <p:spPr>
            <a:xfrm>
              <a:off x="2346" y="2181"/>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1628" name=""/>
            <p:cNvSpPr/>
            <p:nvPr/>
          </p:nvSpPr>
          <p:spPr>
            <a:xfrm>
              <a:off x="2365" y="2181"/>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51629" name=""/>
            <p:cNvSpPr/>
            <p:nvPr/>
          </p:nvSpPr>
          <p:spPr>
            <a:xfrm>
              <a:off x="2407" y="2181"/>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51630" name=""/>
            <p:cNvSpPr/>
            <p:nvPr/>
          </p:nvSpPr>
          <p:spPr>
            <a:xfrm>
              <a:off x="2367" y="2187"/>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1631" name=""/>
            <p:cNvSpPr/>
            <p:nvPr/>
          </p:nvSpPr>
          <p:spPr>
            <a:xfrm>
              <a:off x="2420" y="216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632" name=""/>
            <p:cNvSpPr/>
            <p:nvPr/>
          </p:nvSpPr>
          <p:spPr>
            <a:xfrm>
              <a:off x="2413" y="2173"/>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1633" name=""/>
            <p:cNvSpPr/>
            <p:nvPr/>
          </p:nvSpPr>
          <p:spPr>
            <a:xfrm>
              <a:off x="2367" y="2187"/>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1634" name=""/>
            <p:cNvSpPr/>
            <p:nvPr/>
          </p:nvSpPr>
          <p:spPr>
            <a:xfrm>
              <a:off x="2367" y="2186"/>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1635" name=""/>
            <p:cNvSpPr/>
            <p:nvPr/>
          </p:nvSpPr>
          <p:spPr>
            <a:xfrm>
              <a:off x="2365" y="2185"/>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636" name=""/>
            <p:cNvSpPr/>
            <p:nvPr/>
          </p:nvSpPr>
          <p:spPr>
            <a:xfrm>
              <a:off x="2353" y="2158"/>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1637" name=""/>
            <p:cNvSpPr/>
            <p:nvPr/>
          </p:nvSpPr>
          <p:spPr>
            <a:xfrm>
              <a:off x="2353" y="2158"/>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1638" name=""/>
            <p:cNvCxnSpPr/>
            <p:nvPr/>
          </p:nvCxnSpPr>
          <p:spPr>
            <a:xfrm>
              <a:off x="2354" y="2161"/>
              <a:ext cx="2" cy="0"/>
            </a:xfrm>
            <a:prstGeom prst="line">
              <a:avLst/>
            </a:prstGeom>
            <a:noFill/>
            <a:ln>
              <a:noFill/>
              <a:miter lim="800000"/>
            </a:ln>
            <a:effectLst/>
          </p:spPr>
        </p:cxnSp>
        <p:sp>
          <p:nvSpPr>
            <p:cNvPr id="51639" name=""/>
            <p:cNvSpPr/>
            <p:nvPr/>
          </p:nvSpPr>
          <p:spPr>
            <a:xfrm>
              <a:off x="2419" y="2158"/>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1640" name=""/>
            <p:cNvSpPr/>
            <p:nvPr/>
          </p:nvSpPr>
          <p:spPr>
            <a:xfrm>
              <a:off x="2418" y="2158"/>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1641" name=""/>
            <p:cNvSpPr/>
            <p:nvPr/>
          </p:nvSpPr>
          <p:spPr>
            <a:xfrm>
              <a:off x="2414" y="2156"/>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1642" name=""/>
            <p:cNvSpPr/>
            <p:nvPr/>
          </p:nvSpPr>
          <p:spPr>
            <a:xfrm>
              <a:off x="2367" y="2219"/>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1643" name=""/>
            <p:cNvSpPr/>
            <p:nvPr/>
          </p:nvSpPr>
          <p:spPr>
            <a:xfrm>
              <a:off x="2367" y="2218"/>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1644" name=""/>
            <p:cNvSpPr/>
            <p:nvPr/>
          </p:nvSpPr>
          <p:spPr>
            <a:xfrm>
              <a:off x="2365" y="2217"/>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645" name=""/>
            <p:cNvSpPr/>
            <p:nvPr/>
          </p:nvSpPr>
          <p:spPr>
            <a:xfrm>
              <a:off x="2347" y="2268"/>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1646" name=""/>
            <p:cNvCxnSpPr/>
            <p:nvPr/>
          </p:nvCxnSpPr>
          <p:spPr>
            <a:xfrm>
              <a:off x="2349" y="2272"/>
              <a:ext cx="3" cy="0"/>
            </a:xfrm>
            <a:prstGeom prst="line">
              <a:avLst/>
            </a:prstGeom>
            <a:noFill/>
            <a:ln>
              <a:noFill/>
              <a:miter lim="800000"/>
            </a:ln>
            <a:effectLst/>
          </p:spPr>
        </p:cxnSp>
        <p:cxnSp>
          <p:nvCxnSpPr>
            <p:cNvPr id="51647" name=""/>
            <p:cNvCxnSpPr/>
            <p:nvPr/>
          </p:nvCxnSpPr>
          <p:spPr>
            <a:xfrm>
              <a:off x="2349" y="2272"/>
              <a:ext cx="3" cy="0"/>
            </a:xfrm>
            <a:prstGeom prst="line">
              <a:avLst/>
            </a:prstGeom>
            <a:noFill/>
            <a:ln>
              <a:noFill/>
              <a:miter lim="800000"/>
            </a:ln>
            <a:effectLst/>
          </p:spPr>
        </p:cxnSp>
        <p:cxnSp>
          <p:nvCxnSpPr>
            <p:cNvPr id="51648" name=""/>
            <p:cNvCxnSpPr/>
            <p:nvPr/>
          </p:nvCxnSpPr>
          <p:spPr>
            <a:xfrm>
              <a:off x="2349" y="2272"/>
              <a:ext cx="3" cy="0"/>
            </a:xfrm>
            <a:prstGeom prst="line">
              <a:avLst/>
            </a:prstGeom>
            <a:noFill/>
            <a:ln>
              <a:noFill/>
              <a:miter lim="800000"/>
            </a:ln>
            <a:effectLst/>
          </p:spPr>
        </p:cxnSp>
        <p:cxnSp>
          <p:nvCxnSpPr>
            <p:cNvPr id="51649" name=""/>
            <p:cNvCxnSpPr/>
            <p:nvPr/>
          </p:nvCxnSpPr>
          <p:spPr>
            <a:xfrm>
              <a:off x="2349" y="2272"/>
              <a:ext cx="3" cy="0"/>
            </a:xfrm>
            <a:prstGeom prst="line">
              <a:avLst/>
            </a:prstGeom>
            <a:noFill/>
            <a:ln>
              <a:noFill/>
              <a:miter lim="800000"/>
            </a:ln>
            <a:effectLst/>
          </p:spPr>
        </p:cxnSp>
        <p:cxnSp>
          <p:nvCxnSpPr>
            <p:cNvPr id="51650" name=""/>
            <p:cNvCxnSpPr/>
            <p:nvPr/>
          </p:nvCxnSpPr>
          <p:spPr>
            <a:xfrm>
              <a:off x="2349" y="2272"/>
              <a:ext cx="3" cy="0"/>
            </a:xfrm>
            <a:prstGeom prst="line">
              <a:avLst/>
            </a:prstGeom>
            <a:noFill/>
            <a:ln>
              <a:noFill/>
              <a:miter lim="800000"/>
            </a:ln>
            <a:effectLst/>
          </p:spPr>
        </p:cxnSp>
        <p:cxnSp>
          <p:nvCxnSpPr>
            <p:cNvPr id="51651" name=""/>
            <p:cNvCxnSpPr/>
            <p:nvPr/>
          </p:nvCxnSpPr>
          <p:spPr>
            <a:xfrm>
              <a:off x="2349" y="2272"/>
              <a:ext cx="3" cy="0"/>
            </a:xfrm>
            <a:prstGeom prst="line">
              <a:avLst/>
            </a:prstGeom>
            <a:noFill/>
            <a:ln>
              <a:noFill/>
              <a:miter lim="800000"/>
            </a:ln>
            <a:effectLst/>
          </p:spPr>
        </p:cxnSp>
        <p:cxnSp>
          <p:nvCxnSpPr>
            <p:cNvPr id="51652" name=""/>
            <p:cNvCxnSpPr/>
            <p:nvPr/>
          </p:nvCxnSpPr>
          <p:spPr>
            <a:xfrm>
              <a:off x="2349" y="2272"/>
              <a:ext cx="3" cy="0"/>
            </a:xfrm>
            <a:prstGeom prst="line">
              <a:avLst/>
            </a:prstGeom>
            <a:noFill/>
            <a:ln>
              <a:noFill/>
              <a:miter lim="800000"/>
            </a:ln>
            <a:effectLst/>
          </p:spPr>
        </p:cxnSp>
        <p:sp>
          <p:nvSpPr>
            <p:cNvPr id="51653" name=""/>
            <p:cNvSpPr/>
            <p:nvPr/>
          </p:nvSpPr>
          <p:spPr>
            <a:xfrm>
              <a:off x="2347" y="226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654" name=""/>
            <p:cNvCxnSpPr/>
            <p:nvPr/>
          </p:nvCxnSpPr>
          <p:spPr>
            <a:xfrm>
              <a:off x="2349" y="2271"/>
              <a:ext cx="3" cy="0"/>
            </a:xfrm>
            <a:prstGeom prst="line">
              <a:avLst/>
            </a:prstGeom>
            <a:noFill/>
            <a:ln>
              <a:noFill/>
              <a:miter lim="800000"/>
            </a:ln>
            <a:effectLst/>
          </p:spPr>
        </p:cxnSp>
        <p:cxnSp>
          <p:nvCxnSpPr>
            <p:cNvPr id="51655" name=""/>
            <p:cNvCxnSpPr/>
            <p:nvPr/>
          </p:nvCxnSpPr>
          <p:spPr>
            <a:xfrm>
              <a:off x="2349" y="2271"/>
              <a:ext cx="3" cy="0"/>
            </a:xfrm>
            <a:prstGeom prst="line">
              <a:avLst/>
            </a:prstGeom>
            <a:noFill/>
            <a:ln>
              <a:noFill/>
              <a:miter lim="800000"/>
            </a:ln>
            <a:effectLst/>
          </p:spPr>
        </p:cxnSp>
        <p:cxnSp>
          <p:nvCxnSpPr>
            <p:cNvPr id="51656" name=""/>
            <p:cNvCxnSpPr/>
            <p:nvPr/>
          </p:nvCxnSpPr>
          <p:spPr>
            <a:xfrm>
              <a:off x="2349" y="2271"/>
              <a:ext cx="3" cy="0"/>
            </a:xfrm>
            <a:prstGeom prst="line">
              <a:avLst/>
            </a:prstGeom>
            <a:noFill/>
            <a:ln>
              <a:noFill/>
              <a:miter lim="800000"/>
            </a:ln>
            <a:effectLst/>
          </p:spPr>
        </p:cxnSp>
        <p:cxnSp>
          <p:nvCxnSpPr>
            <p:cNvPr id="51657" name=""/>
            <p:cNvCxnSpPr/>
            <p:nvPr/>
          </p:nvCxnSpPr>
          <p:spPr>
            <a:xfrm>
              <a:off x="2349" y="2271"/>
              <a:ext cx="3" cy="0"/>
            </a:xfrm>
            <a:prstGeom prst="line">
              <a:avLst/>
            </a:prstGeom>
            <a:noFill/>
            <a:ln>
              <a:noFill/>
              <a:miter lim="800000"/>
            </a:ln>
            <a:effectLst/>
          </p:spPr>
        </p:cxnSp>
        <p:cxnSp>
          <p:nvCxnSpPr>
            <p:cNvPr id="51658" name=""/>
            <p:cNvCxnSpPr/>
            <p:nvPr/>
          </p:nvCxnSpPr>
          <p:spPr>
            <a:xfrm>
              <a:off x="2349" y="2271"/>
              <a:ext cx="3" cy="0"/>
            </a:xfrm>
            <a:prstGeom prst="line">
              <a:avLst/>
            </a:prstGeom>
            <a:noFill/>
            <a:ln>
              <a:noFill/>
              <a:miter lim="800000"/>
            </a:ln>
            <a:effectLst/>
          </p:spPr>
        </p:cxnSp>
        <p:cxnSp>
          <p:nvCxnSpPr>
            <p:cNvPr id="51659" name=""/>
            <p:cNvCxnSpPr/>
            <p:nvPr/>
          </p:nvCxnSpPr>
          <p:spPr>
            <a:xfrm>
              <a:off x="2349" y="2271"/>
              <a:ext cx="3" cy="0"/>
            </a:xfrm>
            <a:prstGeom prst="line">
              <a:avLst/>
            </a:prstGeom>
            <a:noFill/>
            <a:ln>
              <a:noFill/>
              <a:miter lim="800000"/>
            </a:ln>
            <a:effectLst/>
          </p:spPr>
        </p:cxnSp>
        <p:cxnSp>
          <p:nvCxnSpPr>
            <p:cNvPr id="51660" name=""/>
            <p:cNvCxnSpPr/>
            <p:nvPr/>
          </p:nvCxnSpPr>
          <p:spPr>
            <a:xfrm>
              <a:off x="2349" y="2271"/>
              <a:ext cx="3" cy="0"/>
            </a:xfrm>
            <a:prstGeom prst="line">
              <a:avLst/>
            </a:prstGeom>
            <a:noFill/>
            <a:ln>
              <a:noFill/>
              <a:miter lim="800000"/>
            </a:ln>
            <a:effectLst/>
          </p:spPr>
        </p:cxnSp>
        <p:cxnSp>
          <p:nvCxnSpPr>
            <p:cNvPr id="51661" name=""/>
            <p:cNvCxnSpPr/>
            <p:nvPr/>
          </p:nvCxnSpPr>
          <p:spPr>
            <a:xfrm>
              <a:off x="2349" y="2271"/>
              <a:ext cx="3" cy="0"/>
            </a:xfrm>
            <a:prstGeom prst="line">
              <a:avLst/>
            </a:prstGeom>
            <a:noFill/>
            <a:ln>
              <a:noFill/>
              <a:miter lim="800000"/>
            </a:ln>
            <a:effectLst/>
          </p:spPr>
        </p:cxnSp>
        <p:cxnSp>
          <p:nvCxnSpPr>
            <p:cNvPr id="51662" name=""/>
            <p:cNvCxnSpPr/>
            <p:nvPr/>
          </p:nvCxnSpPr>
          <p:spPr>
            <a:xfrm>
              <a:off x="2349" y="2271"/>
              <a:ext cx="3" cy="0"/>
            </a:xfrm>
            <a:prstGeom prst="line">
              <a:avLst/>
            </a:prstGeom>
            <a:noFill/>
            <a:ln>
              <a:noFill/>
              <a:miter lim="800000"/>
            </a:ln>
            <a:effectLst/>
          </p:spPr>
        </p:cxnSp>
        <p:sp>
          <p:nvSpPr>
            <p:cNvPr id="51663" name=""/>
            <p:cNvSpPr/>
            <p:nvPr/>
          </p:nvSpPr>
          <p:spPr>
            <a:xfrm>
              <a:off x="2347" y="2267"/>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664" name=""/>
            <p:cNvCxnSpPr/>
            <p:nvPr/>
          </p:nvCxnSpPr>
          <p:spPr>
            <a:xfrm>
              <a:off x="2349" y="2271"/>
              <a:ext cx="3" cy="0"/>
            </a:xfrm>
            <a:prstGeom prst="line">
              <a:avLst/>
            </a:prstGeom>
            <a:noFill/>
            <a:ln>
              <a:noFill/>
              <a:miter lim="800000"/>
            </a:ln>
            <a:effectLst/>
          </p:spPr>
        </p:cxnSp>
        <p:cxnSp>
          <p:nvCxnSpPr>
            <p:cNvPr id="51665" name=""/>
            <p:cNvCxnSpPr/>
            <p:nvPr/>
          </p:nvCxnSpPr>
          <p:spPr>
            <a:xfrm>
              <a:off x="2349" y="2271"/>
              <a:ext cx="3" cy="0"/>
            </a:xfrm>
            <a:prstGeom prst="line">
              <a:avLst/>
            </a:prstGeom>
            <a:noFill/>
            <a:ln>
              <a:noFill/>
              <a:miter lim="800000"/>
            </a:ln>
            <a:effectLst/>
          </p:spPr>
        </p:cxnSp>
        <p:cxnSp>
          <p:nvCxnSpPr>
            <p:cNvPr id="51666" name=""/>
            <p:cNvCxnSpPr/>
            <p:nvPr/>
          </p:nvCxnSpPr>
          <p:spPr>
            <a:xfrm>
              <a:off x="2349" y="2271"/>
              <a:ext cx="3" cy="0"/>
            </a:xfrm>
            <a:prstGeom prst="line">
              <a:avLst/>
            </a:prstGeom>
            <a:noFill/>
            <a:ln>
              <a:noFill/>
              <a:miter lim="800000"/>
            </a:ln>
            <a:effectLst/>
          </p:spPr>
        </p:cxnSp>
        <p:cxnSp>
          <p:nvCxnSpPr>
            <p:cNvPr id="51667" name=""/>
            <p:cNvCxnSpPr/>
            <p:nvPr/>
          </p:nvCxnSpPr>
          <p:spPr>
            <a:xfrm>
              <a:off x="2349" y="2271"/>
              <a:ext cx="3" cy="0"/>
            </a:xfrm>
            <a:prstGeom prst="line">
              <a:avLst/>
            </a:prstGeom>
            <a:noFill/>
            <a:ln>
              <a:noFill/>
              <a:miter lim="800000"/>
            </a:ln>
            <a:effectLst/>
          </p:spPr>
        </p:cxnSp>
        <p:cxnSp>
          <p:nvCxnSpPr>
            <p:cNvPr id="51668" name=""/>
            <p:cNvCxnSpPr/>
            <p:nvPr/>
          </p:nvCxnSpPr>
          <p:spPr>
            <a:xfrm>
              <a:off x="2349" y="2271"/>
              <a:ext cx="3" cy="0"/>
            </a:xfrm>
            <a:prstGeom prst="line">
              <a:avLst/>
            </a:prstGeom>
            <a:noFill/>
            <a:ln>
              <a:noFill/>
              <a:miter lim="800000"/>
            </a:ln>
            <a:effectLst/>
          </p:spPr>
        </p:cxnSp>
        <p:sp>
          <p:nvSpPr>
            <p:cNvPr id="51669" name=""/>
            <p:cNvSpPr/>
            <p:nvPr/>
          </p:nvSpPr>
          <p:spPr>
            <a:xfrm>
              <a:off x="2347" y="2265"/>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670" name=""/>
            <p:cNvCxnSpPr/>
            <p:nvPr/>
          </p:nvCxnSpPr>
          <p:spPr>
            <a:xfrm>
              <a:off x="2349" y="2270"/>
              <a:ext cx="3" cy="0"/>
            </a:xfrm>
            <a:prstGeom prst="line">
              <a:avLst/>
            </a:prstGeom>
            <a:noFill/>
            <a:ln>
              <a:noFill/>
              <a:miter lim="800000"/>
            </a:ln>
            <a:effectLst/>
          </p:spPr>
        </p:cxnSp>
        <p:sp>
          <p:nvSpPr>
            <p:cNvPr id="51671" name=""/>
            <p:cNvSpPr/>
            <p:nvPr/>
          </p:nvSpPr>
          <p:spPr>
            <a:xfrm>
              <a:off x="2346" y="2267"/>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1672" name=""/>
            <p:cNvSpPr/>
            <p:nvPr/>
          </p:nvSpPr>
          <p:spPr>
            <a:xfrm>
              <a:off x="2347" y="2178"/>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51673" name=""/>
            <p:cNvSpPr/>
            <p:nvPr/>
          </p:nvSpPr>
          <p:spPr>
            <a:xfrm>
              <a:off x="2364" y="2175"/>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1674" name=""/>
            <p:cNvSpPr/>
            <p:nvPr/>
          </p:nvSpPr>
          <p:spPr>
            <a:xfrm>
              <a:off x="2364" y="2185"/>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1675" name=""/>
            <p:cNvSpPr/>
            <p:nvPr/>
          </p:nvSpPr>
          <p:spPr>
            <a:xfrm>
              <a:off x="2371" y="2248"/>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1676" name=""/>
            <p:cNvSpPr/>
            <p:nvPr/>
          </p:nvSpPr>
          <p:spPr>
            <a:xfrm>
              <a:off x="2365" y="2269"/>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51677" name=""/>
            <p:cNvSpPr/>
            <p:nvPr/>
          </p:nvSpPr>
          <p:spPr>
            <a:xfrm>
              <a:off x="2380" y="2257"/>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51678" name=""/>
            <p:cNvSpPr/>
            <p:nvPr/>
          </p:nvSpPr>
          <p:spPr>
            <a:xfrm>
              <a:off x="2404" y="2259"/>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1679" name=""/>
            <p:cNvCxnSpPr/>
            <p:nvPr/>
          </p:nvCxnSpPr>
          <p:spPr>
            <a:xfrm flipH="1">
              <a:off x="2367" y="2212"/>
              <a:ext cx="0" cy="13"/>
            </a:xfrm>
            <a:prstGeom prst="line">
              <a:avLst/>
            </a:prstGeom>
            <a:noFill/>
            <a:ln>
              <a:noFill/>
              <a:miter lim="800000"/>
            </a:ln>
            <a:effectLst/>
          </p:spPr>
        </p:cxnSp>
        <p:cxnSp>
          <p:nvCxnSpPr>
            <p:cNvPr id="51680" name=""/>
            <p:cNvCxnSpPr/>
            <p:nvPr/>
          </p:nvCxnSpPr>
          <p:spPr>
            <a:xfrm flipH="1">
              <a:off x="2367" y="2207"/>
              <a:ext cx="0" cy="1"/>
            </a:xfrm>
            <a:prstGeom prst="line">
              <a:avLst/>
            </a:prstGeom>
            <a:noFill/>
            <a:ln>
              <a:noFill/>
              <a:miter lim="800000"/>
            </a:ln>
            <a:effectLst/>
          </p:spPr>
        </p:cxnSp>
        <p:sp>
          <p:nvSpPr>
            <p:cNvPr id="51681" name=""/>
            <p:cNvSpPr/>
            <p:nvPr/>
          </p:nvSpPr>
          <p:spPr>
            <a:xfrm>
              <a:off x="2359" y="2207"/>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682" name=""/>
            <p:cNvSpPr/>
            <p:nvPr/>
          </p:nvSpPr>
          <p:spPr>
            <a:xfrm>
              <a:off x="2381" y="220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683" name=""/>
            <p:cNvSpPr/>
            <p:nvPr/>
          </p:nvSpPr>
          <p:spPr>
            <a:xfrm>
              <a:off x="2381" y="220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684" name=""/>
            <p:cNvSpPr/>
            <p:nvPr/>
          </p:nvSpPr>
          <p:spPr>
            <a:xfrm>
              <a:off x="2405" y="220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685" name=""/>
            <p:cNvSpPr/>
            <p:nvPr/>
          </p:nvSpPr>
          <p:spPr>
            <a:xfrm>
              <a:off x="2364" y="2213"/>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1686" name=""/>
            <p:cNvSpPr/>
            <p:nvPr/>
          </p:nvSpPr>
          <p:spPr>
            <a:xfrm>
              <a:off x="2367" y="2221"/>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1687" name=""/>
            <p:cNvSpPr/>
            <p:nvPr/>
          </p:nvSpPr>
          <p:spPr>
            <a:xfrm>
              <a:off x="2401" y="2213"/>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1688" name=""/>
            <p:cNvSpPr/>
            <p:nvPr/>
          </p:nvSpPr>
          <p:spPr>
            <a:xfrm>
              <a:off x="2405" y="2205"/>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689" name=""/>
            <p:cNvSpPr/>
            <p:nvPr/>
          </p:nvSpPr>
          <p:spPr>
            <a:xfrm>
              <a:off x="2419" y="220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690" name=""/>
            <p:cNvSpPr/>
            <p:nvPr/>
          </p:nvSpPr>
          <p:spPr>
            <a:xfrm>
              <a:off x="2367" y="2204"/>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1691" name=""/>
            <p:cNvSpPr/>
            <p:nvPr/>
          </p:nvSpPr>
          <p:spPr>
            <a:xfrm>
              <a:off x="2360" y="2207"/>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692" name=""/>
            <p:cNvSpPr/>
            <p:nvPr/>
          </p:nvSpPr>
          <p:spPr>
            <a:xfrm>
              <a:off x="2364" y="2204"/>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1693" name=""/>
            <p:cNvCxnSpPr/>
            <p:nvPr/>
          </p:nvCxnSpPr>
          <p:spPr>
            <a:xfrm>
              <a:off x="2365" y="2208"/>
              <a:ext cx="21" cy="0"/>
            </a:xfrm>
            <a:prstGeom prst="line">
              <a:avLst/>
            </a:prstGeom>
            <a:noFill/>
            <a:ln>
              <a:noFill/>
              <a:miter lim="800000"/>
            </a:ln>
            <a:effectLst/>
          </p:spPr>
        </p:cxnSp>
        <p:cxnSp>
          <p:nvCxnSpPr>
            <p:cNvPr id="51694" name=""/>
            <p:cNvCxnSpPr/>
            <p:nvPr/>
          </p:nvCxnSpPr>
          <p:spPr>
            <a:xfrm flipH="1">
              <a:off x="2386" y="2212"/>
              <a:ext cx="0" cy="2"/>
            </a:xfrm>
            <a:prstGeom prst="line">
              <a:avLst/>
            </a:prstGeom>
            <a:noFill/>
            <a:ln>
              <a:noFill/>
              <a:miter lim="800000"/>
            </a:ln>
            <a:effectLst/>
          </p:spPr>
        </p:cxnSp>
        <p:sp>
          <p:nvSpPr>
            <p:cNvPr id="51695" name=""/>
            <p:cNvSpPr/>
            <p:nvPr/>
          </p:nvSpPr>
          <p:spPr>
            <a:xfrm>
              <a:off x="2386" y="220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696" name=""/>
            <p:cNvSpPr/>
            <p:nvPr/>
          </p:nvSpPr>
          <p:spPr>
            <a:xfrm>
              <a:off x="2400" y="220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697" name=""/>
            <p:cNvSpPr/>
            <p:nvPr/>
          </p:nvSpPr>
          <p:spPr>
            <a:xfrm>
              <a:off x="2400" y="2205"/>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698" name=""/>
            <p:cNvSpPr/>
            <p:nvPr/>
          </p:nvSpPr>
          <p:spPr>
            <a:xfrm>
              <a:off x="2386" y="2203"/>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699" name=""/>
            <p:cNvSpPr/>
            <p:nvPr/>
          </p:nvSpPr>
          <p:spPr>
            <a:xfrm>
              <a:off x="2411" y="2215"/>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1700" name=""/>
            <p:cNvSpPr/>
            <p:nvPr/>
          </p:nvSpPr>
          <p:spPr>
            <a:xfrm>
              <a:off x="2367" y="2170"/>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1701" name=""/>
            <p:cNvSpPr/>
            <p:nvPr/>
          </p:nvSpPr>
          <p:spPr>
            <a:xfrm>
              <a:off x="2401" y="2173"/>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1702" name=""/>
            <p:cNvSpPr/>
            <p:nvPr/>
          </p:nvSpPr>
          <p:spPr>
            <a:xfrm>
              <a:off x="2401" y="2187"/>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1703" name=""/>
            <p:cNvSpPr/>
            <p:nvPr/>
          </p:nvSpPr>
          <p:spPr>
            <a:xfrm>
              <a:off x="2367" y="2188"/>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1704" name=""/>
            <p:cNvSpPr/>
            <p:nvPr/>
          </p:nvSpPr>
          <p:spPr>
            <a:xfrm>
              <a:off x="2342" y="2180"/>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1705" name=""/>
            <p:cNvSpPr/>
            <p:nvPr/>
          </p:nvSpPr>
          <p:spPr>
            <a:xfrm>
              <a:off x="2371" y="2264"/>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1706" name=""/>
            <p:cNvCxnSpPr/>
            <p:nvPr/>
          </p:nvCxnSpPr>
          <p:spPr>
            <a:xfrm flipH="1">
              <a:off x="2440" y="2248"/>
              <a:ext cx="0" cy="14"/>
            </a:xfrm>
            <a:prstGeom prst="line">
              <a:avLst/>
            </a:prstGeom>
            <a:noFill/>
            <a:ln>
              <a:noFill/>
              <a:miter lim="800000"/>
            </a:ln>
            <a:effectLst/>
          </p:spPr>
        </p:cxnSp>
        <p:sp>
          <p:nvSpPr>
            <p:cNvPr id="51707" name=""/>
            <p:cNvSpPr/>
            <p:nvPr/>
          </p:nvSpPr>
          <p:spPr>
            <a:xfrm>
              <a:off x="2371" y="2242"/>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1708" name=""/>
            <p:cNvSpPr/>
            <p:nvPr/>
          </p:nvSpPr>
          <p:spPr>
            <a:xfrm>
              <a:off x="2367" y="2248"/>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1709" name=""/>
            <p:cNvSpPr/>
            <p:nvPr/>
          </p:nvSpPr>
          <p:spPr>
            <a:xfrm>
              <a:off x="2371" y="2256"/>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1710" name=""/>
            <p:cNvSpPr/>
            <p:nvPr/>
          </p:nvSpPr>
          <p:spPr>
            <a:xfrm>
              <a:off x="2326" y="2288"/>
              <a:ext cx="125" cy="17"/>
            </a:xfrm>
            <a:custGeom>
              <a:pathLst>
                <a:path w="125" h="17">
                  <a:moveTo>
                    <a:pt x="0" y="0"/>
                  </a:moveTo>
                  <a:lnTo>
                    <a:pt x="0" y="16"/>
                  </a:lnTo>
                  <a:lnTo>
                    <a:pt x="124" y="16"/>
                  </a:lnTo>
                  <a:lnTo>
                    <a:pt x="124" y="0"/>
                  </a:lnTo>
                  <a:lnTo>
                    <a:pt x="0" y="0"/>
                  </a:lnTo>
                </a:path>
              </a:pathLst>
            </a:custGeom>
            <a:solidFill>
              <a:srgbClr val="D0C0A0"/>
            </a:solidFill>
            <a:ln cap="rnd">
              <a:noFill/>
              <a:round/>
            </a:ln>
            <a:effectLst/>
          </p:spPr>
        </p:sp>
        <p:sp>
          <p:nvSpPr>
            <p:cNvPr id="51711" name=""/>
            <p:cNvSpPr/>
            <p:nvPr/>
          </p:nvSpPr>
          <p:spPr>
            <a:xfrm>
              <a:off x="2346" y="2290"/>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1712" name=""/>
            <p:cNvSpPr/>
            <p:nvPr/>
          </p:nvSpPr>
          <p:spPr>
            <a:xfrm>
              <a:off x="2386" y="2132"/>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1713" name=""/>
            <p:cNvSpPr/>
            <p:nvPr/>
          </p:nvSpPr>
          <p:spPr>
            <a:xfrm>
              <a:off x="2388" y="2136"/>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1714" name=""/>
            <p:cNvSpPr/>
            <p:nvPr/>
          </p:nvSpPr>
          <p:spPr>
            <a:xfrm>
              <a:off x="2339" y="2128"/>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51715" name=""/>
            <p:cNvSpPr/>
            <p:nvPr/>
          </p:nvSpPr>
          <p:spPr>
            <a:xfrm>
              <a:off x="2339" y="2128"/>
              <a:ext cx="106" cy="19"/>
            </a:xfrm>
            <a:custGeom>
              <a:pathLst>
                <a:path w="106" h="19">
                  <a:moveTo>
                    <a:pt x="7" y="0"/>
                  </a:moveTo>
                  <a:lnTo>
                    <a:pt x="98" y="0"/>
                  </a:lnTo>
                  <a:lnTo>
                    <a:pt x="100" y="1"/>
                  </a:lnTo>
                  <a:lnTo>
                    <a:pt x="100" y="1"/>
                  </a:lnTo>
                  <a:lnTo>
                    <a:pt x="102" y="2"/>
                  </a:lnTo>
                  <a:lnTo>
                    <a:pt x="103" y="3"/>
                  </a:lnTo>
                  <a:lnTo>
                    <a:pt x="104" y="5"/>
                  </a:lnTo>
                  <a:lnTo>
                    <a:pt x="105" y="6"/>
                  </a:lnTo>
                  <a:lnTo>
                    <a:pt x="105" y="7"/>
                  </a:lnTo>
                  <a:lnTo>
                    <a:pt x="105" y="11"/>
                  </a:lnTo>
                  <a:lnTo>
                    <a:pt x="105" y="12"/>
                  </a:lnTo>
                  <a:lnTo>
                    <a:pt x="104" y="13"/>
                  </a:lnTo>
                  <a:lnTo>
                    <a:pt x="103" y="15"/>
                  </a:lnTo>
                  <a:lnTo>
                    <a:pt x="102" y="16"/>
                  </a:lnTo>
                  <a:lnTo>
                    <a:pt x="100" y="17"/>
                  </a:lnTo>
                  <a:lnTo>
                    <a:pt x="100" y="18"/>
                  </a:lnTo>
                  <a:lnTo>
                    <a:pt x="98" y="18"/>
                  </a:lnTo>
                  <a:lnTo>
                    <a:pt x="7"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7" y="0"/>
                  </a:lnTo>
                </a:path>
              </a:pathLst>
            </a:custGeom>
            <a:noFill/>
            <a:ln w="12700" cap="rnd" cmpd="sng">
              <a:solidFill>
                <a:srgbClr val="808060"/>
              </a:solidFill>
              <a:prstDash val="solid"/>
              <a:round/>
            </a:ln>
            <a:effectLst/>
          </p:spPr>
        </p:sp>
        <p:sp>
          <p:nvSpPr>
            <p:cNvPr id="51716" name=""/>
            <p:cNvSpPr/>
            <p:nvPr/>
          </p:nvSpPr>
          <p:spPr>
            <a:xfrm>
              <a:off x="2340" y="2129"/>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51717" name=""/>
            <p:cNvSpPr/>
            <p:nvPr/>
          </p:nvSpPr>
          <p:spPr>
            <a:xfrm>
              <a:off x="2340" y="2129"/>
              <a:ext cx="57" cy="17"/>
            </a:xfrm>
            <a:custGeom>
              <a:pathLst>
                <a:path w="57" h="17">
                  <a:moveTo>
                    <a:pt x="8" y="0"/>
                  </a:moveTo>
                  <a:lnTo>
                    <a:pt x="47" y="0"/>
                  </a:lnTo>
                  <a:lnTo>
                    <a:pt x="49" y="0"/>
                  </a:lnTo>
                  <a:lnTo>
                    <a:pt x="51" y="1"/>
                  </a:lnTo>
                  <a:lnTo>
                    <a:pt x="52" y="1"/>
                  </a:lnTo>
                  <a:lnTo>
                    <a:pt x="53" y="2"/>
                  </a:lnTo>
                  <a:lnTo>
                    <a:pt x="55" y="3"/>
                  </a:lnTo>
                  <a:lnTo>
                    <a:pt x="55" y="3"/>
                  </a:lnTo>
                  <a:lnTo>
                    <a:pt x="56" y="4"/>
                  </a:lnTo>
                  <a:lnTo>
                    <a:pt x="56" y="5"/>
                  </a:lnTo>
                  <a:lnTo>
                    <a:pt x="56" y="6"/>
                  </a:lnTo>
                  <a:lnTo>
                    <a:pt x="56" y="9"/>
                  </a:lnTo>
                  <a:lnTo>
                    <a:pt x="56" y="11"/>
                  </a:lnTo>
                  <a:lnTo>
                    <a:pt x="55" y="13"/>
                  </a:lnTo>
                  <a:lnTo>
                    <a:pt x="54" y="13"/>
                  </a:lnTo>
                  <a:lnTo>
                    <a:pt x="52" y="14"/>
                  </a:lnTo>
                  <a:lnTo>
                    <a:pt x="51"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1718" name=""/>
            <p:cNvSpPr/>
            <p:nvPr/>
          </p:nvSpPr>
          <p:spPr>
            <a:xfrm>
              <a:off x="2386" y="2132"/>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1719" name=""/>
            <p:cNvSpPr/>
            <p:nvPr/>
          </p:nvSpPr>
          <p:spPr>
            <a:xfrm>
              <a:off x="2344" y="2134"/>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51720" name=""/>
            <p:cNvSpPr/>
            <p:nvPr/>
          </p:nvSpPr>
          <p:spPr>
            <a:xfrm>
              <a:off x="2381" y="2132"/>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1721" name=""/>
            <p:cNvSpPr/>
            <p:nvPr/>
          </p:nvSpPr>
          <p:spPr>
            <a:xfrm>
              <a:off x="2380" y="2132"/>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1722" name=""/>
            <p:cNvSpPr/>
            <p:nvPr/>
          </p:nvSpPr>
          <p:spPr>
            <a:xfrm>
              <a:off x="2375" y="2132"/>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1723" name=""/>
            <p:cNvSpPr/>
            <p:nvPr/>
          </p:nvSpPr>
          <p:spPr>
            <a:xfrm>
              <a:off x="2371" y="2132"/>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1724" name=""/>
            <p:cNvSpPr/>
            <p:nvPr/>
          </p:nvSpPr>
          <p:spPr>
            <a:xfrm>
              <a:off x="2367" y="2132"/>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1725" name=""/>
            <p:cNvSpPr/>
            <p:nvPr/>
          </p:nvSpPr>
          <p:spPr>
            <a:xfrm>
              <a:off x="2418" y="2129"/>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1726" name=""/>
            <p:cNvSpPr/>
            <p:nvPr/>
          </p:nvSpPr>
          <p:spPr>
            <a:xfrm>
              <a:off x="2420" y="2128"/>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1727" name=""/>
            <p:cNvSpPr/>
            <p:nvPr/>
          </p:nvSpPr>
          <p:spPr>
            <a:xfrm>
              <a:off x="2420" y="212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1728" name=""/>
            <p:cNvSpPr/>
            <p:nvPr/>
          </p:nvSpPr>
          <p:spPr>
            <a:xfrm>
              <a:off x="2421" y="2129"/>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1729" name=""/>
            <p:cNvSpPr/>
            <p:nvPr/>
          </p:nvSpPr>
          <p:spPr>
            <a:xfrm>
              <a:off x="2425" y="2131"/>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1730" name=""/>
            <p:cNvSpPr/>
            <p:nvPr/>
          </p:nvSpPr>
          <p:spPr>
            <a:xfrm>
              <a:off x="2427" y="2134"/>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1731" name=""/>
            <p:cNvCxnSpPr/>
            <p:nvPr/>
          </p:nvCxnSpPr>
          <p:spPr>
            <a:xfrm flipH="1">
              <a:off x="2434" y="2134"/>
              <a:ext cx="0" cy="4"/>
            </a:xfrm>
            <a:prstGeom prst="line">
              <a:avLst/>
            </a:prstGeom>
            <a:noFill/>
            <a:ln w="12700">
              <a:solidFill>
                <a:prstClr val="black"/>
              </a:solidFill>
              <a:miter lim="800000"/>
            </a:ln>
            <a:effectLst/>
          </p:spPr>
        </p:cxnSp>
        <p:sp>
          <p:nvSpPr>
            <p:cNvPr id="51732" name=""/>
            <p:cNvSpPr/>
            <p:nvPr/>
          </p:nvSpPr>
          <p:spPr>
            <a:xfrm>
              <a:off x="2389" y="2124"/>
              <a:ext cx="46" cy="17"/>
            </a:xfrm>
            <a:custGeom>
              <a:pathLst>
                <a:path w="46" h="17">
                  <a:moveTo>
                    <a:pt x="0" y="16"/>
                  </a:moveTo>
                  <a:lnTo>
                    <a:pt x="45" y="16"/>
                  </a:lnTo>
                  <a:lnTo>
                    <a:pt x="45" y="0"/>
                  </a:lnTo>
                  <a:lnTo>
                    <a:pt x="0" y="0"/>
                  </a:lnTo>
                  <a:lnTo>
                    <a:pt x="0" y="16"/>
                  </a:lnTo>
                </a:path>
              </a:pathLst>
            </a:custGeom>
            <a:solidFill>
              <a:srgbClr val="808060"/>
            </a:solidFill>
            <a:ln cap="rnd">
              <a:noFill/>
              <a:round/>
            </a:ln>
            <a:effectLst/>
          </p:spPr>
        </p:sp>
        <p:sp>
          <p:nvSpPr>
            <p:cNvPr id="51733" name=""/>
            <p:cNvSpPr/>
            <p:nvPr/>
          </p:nvSpPr>
          <p:spPr>
            <a:xfrm>
              <a:off x="2389" y="2141"/>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1734" name=""/>
            <p:cNvSpPr/>
            <p:nvPr/>
          </p:nvSpPr>
          <p:spPr>
            <a:xfrm>
              <a:off x="2437" y="2128"/>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1735" name=""/>
            <p:cNvSpPr/>
            <p:nvPr/>
          </p:nvSpPr>
          <p:spPr>
            <a:xfrm>
              <a:off x="2398" y="2128"/>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1736" name=""/>
            <p:cNvSpPr/>
            <p:nvPr/>
          </p:nvSpPr>
          <p:spPr>
            <a:xfrm>
              <a:off x="2407" y="2124"/>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1737" name=""/>
            <p:cNvSpPr/>
            <p:nvPr/>
          </p:nvSpPr>
          <p:spPr>
            <a:xfrm>
              <a:off x="2412" y="212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1738" name=""/>
            <p:cNvSpPr/>
            <p:nvPr/>
          </p:nvSpPr>
          <p:spPr>
            <a:xfrm>
              <a:off x="2412" y="2133"/>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1739" name=""/>
            <p:cNvSpPr/>
            <p:nvPr/>
          </p:nvSpPr>
          <p:spPr>
            <a:xfrm>
              <a:off x="2412" y="2138"/>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1740" name=""/>
            <p:cNvSpPr/>
            <p:nvPr/>
          </p:nvSpPr>
          <p:spPr>
            <a:xfrm>
              <a:off x="2407" y="2141"/>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1741" name=""/>
            <p:cNvSpPr/>
            <p:nvPr/>
          </p:nvSpPr>
          <p:spPr>
            <a:xfrm>
              <a:off x="2398" y="2141"/>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1742" name=""/>
            <p:cNvSpPr/>
            <p:nvPr/>
          </p:nvSpPr>
          <p:spPr>
            <a:xfrm>
              <a:off x="2394" y="2128"/>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1743" name=""/>
            <p:cNvSpPr/>
            <p:nvPr/>
          </p:nvSpPr>
          <p:spPr>
            <a:xfrm>
              <a:off x="2398" y="2124"/>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1744" name=""/>
            <p:cNvSpPr/>
            <p:nvPr/>
          </p:nvSpPr>
          <p:spPr>
            <a:xfrm>
              <a:off x="2405" y="2131"/>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1745" name=""/>
            <p:cNvSpPr/>
            <p:nvPr/>
          </p:nvSpPr>
          <p:spPr>
            <a:xfrm>
              <a:off x="2409" y="2131"/>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1746" name=""/>
            <p:cNvSpPr/>
            <p:nvPr/>
          </p:nvSpPr>
          <p:spPr>
            <a:xfrm>
              <a:off x="2412" y="2138"/>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1747" name=""/>
            <p:cNvSpPr/>
            <p:nvPr/>
          </p:nvSpPr>
          <p:spPr>
            <a:xfrm>
              <a:off x="2400" y="2129"/>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1748" name=""/>
            <p:cNvSpPr/>
            <p:nvPr/>
          </p:nvSpPr>
          <p:spPr>
            <a:xfrm>
              <a:off x="2396" y="2131"/>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1749" name=""/>
            <p:cNvSpPr/>
            <p:nvPr/>
          </p:nvSpPr>
          <p:spPr>
            <a:xfrm>
              <a:off x="2399" y="2131"/>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grpSp>
        <p:nvGrpSpPr>
          <p:cNvPr id="51750" name=""/>
          <p:cNvGrpSpPr/>
          <p:nvPr/>
        </p:nvGrpSpPr>
        <p:grpSpPr>
          <a:xfrm>
            <a:off x="763588" y="3313113"/>
            <a:ext cx="125412" cy="398462"/>
            <a:chOff x="1322" y="2544"/>
            <a:chExt cx="183" cy="426"/>
          </a:xfrm>
        </p:grpSpPr>
        <p:sp>
          <p:nvSpPr>
            <p:cNvPr id="51751" name=""/>
            <p:cNvSpPr/>
            <p:nvPr/>
          </p:nvSpPr>
          <p:spPr>
            <a:xfrm>
              <a:off x="1350" y="2733"/>
              <a:ext cx="125" cy="230"/>
            </a:xfrm>
            <a:custGeom>
              <a:pathLst>
                <a:path w="125" h="230">
                  <a:moveTo>
                    <a:pt x="2" y="0"/>
                  </a:moveTo>
                  <a:lnTo>
                    <a:pt x="121" y="0"/>
                  </a:lnTo>
                  <a:lnTo>
                    <a:pt x="122" y="0"/>
                  </a:lnTo>
                  <a:lnTo>
                    <a:pt x="124" y="2"/>
                  </a:lnTo>
                  <a:lnTo>
                    <a:pt x="124" y="3"/>
                  </a:lnTo>
                  <a:lnTo>
                    <a:pt x="124" y="226"/>
                  </a:lnTo>
                  <a:lnTo>
                    <a:pt x="124" y="227"/>
                  </a:lnTo>
                  <a:lnTo>
                    <a:pt x="122" y="228"/>
                  </a:lnTo>
                  <a:lnTo>
                    <a:pt x="121" y="229"/>
                  </a:lnTo>
                  <a:lnTo>
                    <a:pt x="2" y="229"/>
                  </a:lnTo>
                  <a:lnTo>
                    <a:pt x="0" y="228"/>
                  </a:lnTo>
                  <a:lnTo>
                    <a:pt x="0" y="227"/>
                  </a:lnTo>
                  <a:lnTo>
                    <a:pt x="0" y="226"/>
                  </a:lnTo>
                  <a:lnTo>
                    <a:pt x="0" y="3"/>
                  </a:lnTo>
                  <a:lnTo>
                    <a:pt x="0" y="2"/>
                  </a:lnTo>
                  <a:lnTo>
                    <a:pt x="0" y="0"/>
                  </a:lnTo>
                  <a:lnTo>
                    <a:pt x="2" y="0"/>
                  </a:lnTo>
                </a:path>
              </a:pathLst>
            </a:custGeom>
            <a:solidFill>
              <a:srgbClr val="F0E0C0"/>
            </a:solidFill>
            <a:ln cap="rnd">
              <a:noFill/>
              <a:round/>
            </a:ln>
            <a:effectLst/>
          </p:spPr>
        </p:sp>
        <p:sp>
          <p:nvSpPr>
            <p:cNvPr id="51752" name=""/>
            <p:cNvSpPr/>
            <p:nvPr/>
          </p:nvSpPr>
          <p:spPr>
            <a:xfrm>
              <a:off x="1350" y="293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53" name=""/>
            <p:cNvSpPr/>
            <p:nvPr/>
          </p:nvSpPr>
          <p:spPr>
            <a:xfrm>
              <a:off x="1350" y="292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54" name=""/>
            <p:cNvSpPr/>
            <p:nvPr/>
          </p:nvSpPr>
          <p:spPr>
            <a:xfrm>
              <a:off x="1350" y="2916"/>
              <a:ext cx="125" cy="17"/>
            </a:xfrm>
            <a:custGeom>
              <a:pathLst>
                <a:path w="125" h="17">
                  <a:moveTo>
                    <a:pt x="0" y="0"/>
                  </a:moveTo>
                  <a:lnTo>
                    <a:pt x="124" y="0"/>
                  </a:lnTo>
                  <a:lnTo>
                    <a:pt x="124" y="16"/>
                  </a:lnTo>
                  <a:lnTo>
                    <a:pt x="0" y="16"/>
                  </a:lnTo>
                  <a:lnTo>
                    <a:pt x="0" y="0"/>
                  </a:lnTo>
                </a:path>
              </a:pathLst>
            </a:custGeom>
            <a:solidFill>
              <a:srgbClr val="404040"/>
            </a:solidFill>
            <a:ln cap="rnd">
              <a:noFill/>
              <a:round/>
            </a:ln>
            <a:effectLst/>
          </p:spPr>
        </p:sp>
        <p:sp>
          <p:nvSpPr>
            <p:cNvPr id="51755" name=""/>
            <p:cNvSpPr/>
            <p:nvPr/>
          </p:nvSpPr>
          <p:spPr>
            <a:xfrm>
              <a:off x="1350" y="2916"/>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56" name=""/>
            <p:cNvSpPr/>
            <p:nvPr/>
          </p:nvSpPr>
          <p:spPr>
            <a:xfrm>
              <a:off x="1350" y="290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57" name=""/>
            <p:cNvSpPr/>
            <p:nvPr/>
          </p:nvSpPr>
          <p:spPr>
            <a:xfrm>
              <a:off x="1350" y="2901"/>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58" name=""/>
            <p:cNvSpPr/>
            <p:nvPr/>
          </p:nvSpPr>
          <p:spPr>
            <a:xfrm>
              <a:off x="1350" y="289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59" name=""/>
            <p:cNvSpPr/>
            <p:nvPr/>
          </p:nvSpPr>
          <p:spPr>
            <a:xfrm>
              <a:off x="1350" y="2886"/>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0" name=""/>
            <p:cNvSpPr/>
            <p:nvPr/>
          </p:nvSpPr>
          <p:spPr>
            <a:xfrm>
              <a:off x="1350" y="2879"/>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1" name=""/>
            <p:cNvSpPr/>
            <p:nvPr/>
          </p:nvSpPr>
          <p:spPr>
            <a:xfrm>
              <a:off x="1350" y="287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2" name=""/>
            <p:cNvSpPr/>
            <p:nvPr/>
          </p:nvSpPr>
          <p:spPr>
            <a:xfrm>
              <a:off x="1350" y="2864"/>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3" name=""/>
            <p:cNvSpPr/>
            <p:nvPr/>
          </p:nvSpPr>
          <p:spPr>
            <a:xfrm>
              <a:off x="1350" y="285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4" name=""/>
            <p:cNvSpPr/>
            <p:nvPr/>
          </p:nvSpPr>
          <p:spPr>
            <a:xfrm>
              <a:off x="1350" y="2850"/>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5" name=""/>
            <p:cNvSpPr/>
            <p:nvPr/>
          </p:nvSpPr>
          <p:spPr>
            <a:xfrm>
              <a:off x="1350" y="2843"/>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6" name=""/>
            <p:cNvSpPr/>
            <p:nvPr/>
          </p:nvSpPr>
          <p:spPr>
            <a:xfrm>
              <a:off x="1350" y="2835"/>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7" name=""/>
            <p:cNvSpPr/>
            <p:nvPr/>
          </p:nvSpPr>
          <p:spPr>
            <a:xfrm>
              <a:off x="1350" y="2828"/>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8" name=""/>
            <p:cNvSpPr/>
            <p:nvPr/>
          </p:nvSpPr>
          <p:spPr>
            <a:xfrm>
              <a:off x="1350" y="2821"/>
              <a:ext cx="125" cy="17"/>
            </a:xfrm>
            <a:custGeom>
              <a:pathLst>
                <a:path w="125" h="17">
                  <a:moveTo>
                    <a:pt x="0" y="0"/>
                  </a:moveTo>
                  <a:lnTo>
                    <a:pt x="124" y="0"/>
                  </a:lnTo>
                  <a:lnTo>
                    <a:pt x="124" y="16"/>
                  </a:lnTo>
                  <a:lnTo>
                    <a:pt x="0" y="16"/>
                  </a:lnTo>
                  <a:lnTo>
                    <a:pt x="0" y="0"/>
                  </a:lnTo>
                </a:path>
              </a:pathLst>
            </a:custGeom>
            <a:solidFill>
              <a:srgbClr val="A0A080"/>
            </a:solidFill>
            <a:ln cap="rnd">
              <a:noFill/>
              <a:round/>
            </a:ln>
            <a:effectLst/>
          </p:spPr>
        </p:sp>
        <p:sp>
          <p:nvSpPr>
            <p:cNvPr id="51769" name=""/>
            <p:cNvSpPr/>
            <p:nvPr/>
          </p:nvSpPr>
          <p:spPr>
            <a:xfrm>
              <a:off x="1322" y="2953"/>
              <a:ext cx="89" cy="17"/>
            </a:xfrm>
            <a:custGeom>
              <a:pathLst>
                <a:path w="89" h="17">
                  <a:moveTo>
                    <a:pt x="28" y="0"/>
                  </a:moveTo>
                  <a:lnTo>
                    <a:pt x="24" y="0"/>
                  </a:lnTo>
                  <a:lnTo>
                    <a:pt x="24" y="7"/>
                  </a:lnTo>
                  <a:lnTo>
                    <a:pt x="0" y="14"/>
                  </a:lnTo>
                  <a:lnTo>
                    <a:pt x="0" y="16"/>
                  </a:lnTo>
                  <a:lnTo>
                    <a:pt x="88" y="16"/>
                  </a:lnTo>
                  <a:lnTo>
                    <a:pt x="88" y="11"/>
                  </a:lnTo>
                  <a:lnTo>
                    <a:pt x="28" y="11"/>
                  </a:lnTo>
                  <a:lnTo>
                    <a:pt x="28" y="0"/>
                  </a:lnTo>
                </a:path>
              </a:pathLst>
            </a:custGeom>
            <a:solidFill>
              <a:srgbClr val="808060"/>
            </a:solidFill>
            <a:ln cap="rnd">
              <a:noFill/>
              <a:round/>
            </a:ln>
            <a:effectLst/>
          </p:spPr>
        </p:sp>
        <p:sp>
          <p:nvSpPr>
            <p:cNvPr id="51770" name=""/>
            <p:cNvSpPr/>
            <p:nvPr/>
          </p:nvSpPr>
          <p:spPr>
            <a:xfrm>
              <a:off x="1417" y="2953"/>
              <a:ext cx="88" cy="17"/>
            </a:xfrm>
            <a:custGeom>
              <a:pathLst>
                <a:path w="88" h="17">
                  <a:moveTo>
                    <a:pt x="58" y="0"/>
                  </a:moveTo>
                  <a:lnTo>
                    <a:pt x="63" y="0"/>
                  </a:lnTo>
                  <a:lnTo>
                    <a:pt x="63" y="7"/>
                  </a:lnTo>
                  <a:lnTo>
                    <a:pt x="87" y="14"/>
                  </a:lnTo>
                  <a:lnTo>
                    <a:pt x="87" y="16"/>
                  </a:lnTo>
                  <a:lnTo>
                    <a:pt x="0" y="16"/>
                  </a:lnTo>
                  <a:lnTo>
                    <a:pt x="0" y="11"/>
                  </a:lnTo>
                  <a:lnTo>
                    <a:pt x="58" y="11"/>
                  </a:lnTo>
                  <a:lnTo>
                    <a:pt x="58" y="0"/>
                  </a:lnTo>
                </a:path>
              </a:pathLst>
            </a:custGeom>
            <a:solidFill>
              <a:srgbClr val="808060"/>
            </a:solidFill>
            <a:ln cap="rnd">
              <a:noFill/>
              <a:round/>
            </a:ln>
            <a:effectLst/>
          </p:spPr>
        </p:sp>
        <p:sp>
          <p:nvSpPr>
            <p:cNvPr id="51771" name=""/>
            <p:cNvSpPr/>
            <p:nvPr/>
          </p:nvSpPr>
          <p:spPr>
            <a:xfrm>
              <a:off x="1373" y="2882"/>
              <a:ext cx="86" cy="81"/>
            </a:xfrm>
            <a:custGeom>
              <a:pathLst>
                <a:path w="86" h="81">
                  <a:moveTo>
                    <a:pt x="0" y="1"/>
                  </a:moveTo>
                  <a:lnTo>
                    <a:pt x="0" y="80"/>
                  </a:lnTo>
                  <a:lnTo>
                    <a:pt x="85" y="80"/>
                  </a:lnTo>
                  <a:lnTo>
                    <a:pt x="85" y="0"/>
                  </a:lnTo>
                </a:path>
              </a:pathLst>
            </a:custGeom>
            <a:noFill/>
            <a:ln w="12700" cap="rnd" cmpd="sng">
              <a:solidFill>
                <a:srgbClr val="808060"/>
              </a:solidFill>
              <a:prstDash val="solid"/>
              <a:round/>
              <a:headEnd type="none" w="sm" len="sm"/>
              <a:tailEnd type="none" w="sm" len="sm"/>
            </a:ln>
            <a:effectLst/>
          </p:spPr>
        </p:sp>
        <p:sp>
          <p:nvSpPr>
            <p:cNvPr id="51772" name=""/>
            <p:cNvSpPr/>
            <p:nvPr/>
          </p:nvSpPr>
          <p:spPr>
            <a:xfrm>
              <a:off x="1350" y="2544"/>
              <a:ext cx="125" cy="171"/>
            </a:xfrm>
            <a:custGeom>
              <a:pathLst>
                <a:path w="125" h="171">
                  <a:moveTo>
                    <a:pt x="3" y="170"/>
                  </a:moveTo>
                  <a:lnTo>
                    <a:pt x="120" y="170"/>
                  </a:lnTo>
                  <a:lnTo>
                    <a:pt x="122" y="170"/>
                  </a:lnTo>
                  <a:lnTo>
                    <a:pt x="123" y="168"/>
                  </a:lnTo>
                  <a:lnTo>
                    <a:pt x="124" y="167"/>
                  </a:lnTo>
                  <a:lnTo>
                    <a:pt x="124" y="4"/>
                  </a:lnTo>
                  <a:lnTo>
                    <a:pt x="123" y="2"/>
                  </a:lnTo>
                  <a:lnTo>
                    <a:pt x="122" y="1"/>
                  </a:lnTo>
                  <a:lnTo>
                    <a:pt x="121" y="1"/>
                  </a:lnTo>
                  <a:lnTo>
                    <a:pt x="3" y="0"/>
                  </a:lnTo>
                  <a:lnTo>
                    <a:pt x="1" y="1"/>
                  </a:lnTo>
                  <a:lnTo>
                    <a:pt x="0" y="2"/>
                  </a:lnTo>
                  <a:lnTo>
                    <a:pt x="0" y="4"/>
                  </a:lnTo>
                  <a:lnTo>
                    <a:pt x="0" y="167"/>
                  </a:lnTo>
                  <a:lnTo>
                    <a:pt x="0" y="168"/>
                  </a:lnTo>
                  <a:lnTo>
                    <a:pt x="1" y="170"/>
                  </a:lnTo>
                  <a:lnTo>
                    <a:pt x="3" y="170"/>
                  </a:lnTo>
                </a:path>
              </a:pathLst>
            </a:custGeom>
            <a:solidFill>
              <a:srgbClr val="F0E0C0"/>
            </a:solidFill>
            <a:ln cap="rnd">
              <a:noFill/>
              <a:round/>
            </a:ln>
            <a:effectLst/>
          </p:spPr>
        </p:sp>
        <p:sp>
          <p:nvSpPr>
            <p:cNvPr id="51773" name=""/>
            <p:cNvSpPr/>
            <p:nvPr/>
          </p:nvSpPr>
          <p:spPr>
            <a:xfrm>
              <a:off x="1363" y="2594"/>
              <a:ext cx="100" cy="105"/>
            </a:xfrm>
            <a:custGeom>
              <a:pathLst>
                <a:path w="100" h="105">
                  <a:moveTo>
                    <a:pt x="4" y="104"/>
                  </a:moveTo>
                  <a:lnTo>
                    <a:pt x="95" y="104"/>
                  </a:lnTo>
                  <a:lnTo>
                    <a:pt x="96" y="104"/>
                  </a:lnTo>
                  <a:lnTo>
                    <a:pt x="97" y="103"/>
                  </a:lnTo>
                  <a:lnTo>
                    <a:pt x="98" y="102"/>
                  </a:lnTo>
                  <a:lnTo>
                    <a:pt x="99" y="101"/>
                  </a:lnTo>
                  <a:lnTo>
                    <a:pt x="99" y="99"/>
                  </a:lnTo>
                  <a:lnTo>
                    <a:pt x="99" y="5"/>
                  </a:lnTo>
                  <a:lnTo>
                    <a:pt x="99" y="3"/>
                  </a:lnTo>
                  <a:lnTo>
                    <a:pt x="98" y="2"/>
                  </a:lnTo>
                  <a:lnTo>
                    <a:pt x="97" y="0"/>
                  </a:lnTo>
                  <a:lnTo>
                    <a:pt x="96" y="0"/>
                  </a:lnTo>
                  <a:lnTo>
                    <a:pt x="95" y="0"/>
                  </a:lnTo>
                  <a:lnTo>
                    <a:pt x="4" y="0"/>
                  </a:lnTo>
                  <a:lnTo>
                    <a:pt x="2" y="0"/>
                  </a:lnTo>
                  <a:lnTo>
                    <a:pt x="2" y="0"/>
                  </a:lnTo>
                  <a:lnTo>
                    <a:pt x="1" y="2"/>
                  </a:lnTo>
                  <a:lnTo>
                    <a:pt x="0" y="3"/>
                  </a:lnTo>
                  <a:lnTo>
                    <a:pt x="0" y="5"/>
                  </a:lnTo>
                  <a:lnTo>
                    <a:pt x="0" y="99"/>
                  </a:lnTo>
                  <a:lnTo>
                    <a:pt x="0" y="101"/>
                  </a:lnTo>
                  <a:lnTo>
                    <a:pt x="0" y="102"/>
                  </a:lnTo>
                  <a:lnTo>
                    <a:pt x="2" y="103"/>
                  </a:lnTo>
                  <a:lnTo>
                    <a:pt x="2" y="104"/>
                  </a:lnTo>
                  <a:lnTo>
                    <a:pt x="4" y="104"/>
                  </a:lnTo>
                </a:path>
              </a:pathLst>
            </a:custGeom>
            <a:solidFill>
              <a:srgbClr val="F0E0C0"/>
            </a:solidFill>
            <a:ln cap="rnd">
              <a:noFill/>
              <a:round/>
            </a:ln>
            <a:effectLst/>
          </p:spPr>
        </p:sp>
        <p:sp>
          <p:nvSpPr>
            <p:cNvPr id="51774" name=""/>
            <p:cNvSpPr/>
            <p:nvPr/>
          </p:nvSpPr>
          <p:spPr>
            <a:xfrm>
              <a:off x="1366" y="2624"/>
              <a:ext cx="99" cy="17"/>
            </a:xfrm>
            <a:custGeom>
              <a:pathLst>
                <a:path w="99" h="17">
                  <a:moveTo>
                    <a:pt x="0" y="0"/>
                  </a:moveTo>
                  <a:lnTo>
                    <a:pt x="98" y="0"/>
                  </a:lnTo>
                  <a:lnTo>
                    <a:pt x="98" y="16"/>
                  </a:lnTo>
                  <a:lnTo>
                    <a:pt x="0" y="16"/>
                  </a:lnTo>
                  <a:lnTo>
                    <a:pt x="0" y="0"/>
                  </a:lnTo>
                </a:path>
              </a:pathLst>
            </a:custGeom>
            <a:solidFill>
              <a:srgbClr val="505020"/>
            </a:solidFill>
            <a:ln w="12700" cap="rnd" cmpd="sng">
              <a:solidFill>
                <a:srgbClr val="000000"/>
              </a:solidFill>
              <a:prstDash val="solid"/>
              <a:round/>
            </a:ln>
            <a:effectLst/>
          </p:spPr>
        </p:sp>
        <p:sp>
          <p:nvSpPr>
            <p:cNvPr id="51775" name=""/>
            <p:cNvSpPr/>
            <p:nvPr/>
          </p:nvSpPr>
          <p:spPr>
            <a:xfrm>
              <a:off x="1366" y="2655"/>
              <a:ext cx="100" cy="17"/>
            </a:xfrm>
            <a:custGeom>
              <a:pathLst>
                <a:path w="100" h="17">
                  <a:moveTo>
                    <a:pt x="0" y="0"/>
                  </a:moveTo>
                  <a:lnTo>
                    <a:pt x="99" y="0"/>
                  </a:lnTo>
                  <a:lnTo>
                    <a:pt x="99" y="16"/>
                  </a:lnTo>
                  <a:lnTo>
                    <a:pt x="0" y="16"/>
                  </a:lnTo>
                  <a:lnTo>
                    <a:pt x="0" y="0"/>
                  </a:lnTo>
                </a:path>
              </a:pathLst>
            </a:custGeom>
            <a:solidFill>
              <a:srgbClr val="505020"/>
            </a:solidFill>
            <a:ln w="12700" cap="rnd" cmpd="sng">
              <a:solidFill>
                <a:srgbClr val="000000"/>
              </a:solidFill>
              <a:prstDash val="solid"/>
              <a:round/>
            </a:ln>
            <a:effectLst/>
          </p:spPr>
        </p:sp>
        <p:sp>
          <p:nvSpPr>
            <p:cNvPr id="51776" name=""/>
            <p:cNvSpPr/>
            <p:nvPr/>
          </p:nvSpPr>
          <p:spPr>
            <a:xfrm>
              <a:off x="1364" y="2598"/>
              <a:ext cx="97" cy="24"/>
            </a:xfrm>
            <a:custGeom>
              <a:pathLst>
                <a:path w="97" h="24">
                  <a:moveTo>
                    <a:pt x="2" y="23"/>
                  </a:moveTo>
                  <a:lnTo>
                    <a:pt x="94" y="23"/>
                  </a:lnTo>
                  <a:lnTo>
                    <a:pt x="95" y="23"/>
                  </a:lnTo>
                  <a:lnTo>
                    <a:pt x="96" y="22"/>
                  </a:lnTo>
                  <a:lnTo>
                    <a:pt x="96" y="2"/>
                  </a:lnTo>
                  <a:lnTo>
                    <a:pt x="96" y="1"/>
                  </a:lnTo>
                  <a:lnTo>
                    <a:pt x="94" y="0"/>
                  </a:lnTo>
                  <a:lnTo>
                    <a:pt x="2" y="0"/>
                  </a:lnTo>
                  <a:lnTo>
                    <a:pt x="0" y="1"/>
                  </a:lnTo>
                  <a:lnTo>
                    <a:pt x="0" y="1"/>
                  </a:lnTo>
                  <a:lnTo>
                    <a:pt x="0" y="22"/>
                  </a:lnTo>
                  <a:lnTo>
                    <a:pt x="0" y="22"/>
                  </a:lnTo>
                  <a:lnTo>
                    <a:pt x="1" y="23"/>
                  </a:lnTo>
                  <a:lnTo>
                    <a:pt x="2" y="23"/>
                  </a:lnTo>
                </a:path>
              </a:pathLst>
            </a:custGeom>
            <a:solidFill>
              <a:srgbClr val="C0C080"/>
            </a:solidFill>
            <a:ln cap="rnd">
              <a:noFill/>
              <a:round/>
            </a:ln>
            <a:effectLst/>
          </p:spPr>
        </p:sp>
        <p:sp>
          <p:nvSpPr>
            <p:cNvPr id="51777" name=""/>
            <p:cNvSpPr/>
            <p:nvPr/>
          </p:nvSpPr>
          <p:spPr>
            <a:xfrm>
              <a:off x="1391" y="2599"/>
              <a:ext cx="35" cy="17"/>
            </a:xfrm>
            <a:custGeom>
              <a:pathLst>
                <a:path w="35" h="17">
                  <a:moveTo>
                    <a:pt x="1" y="0"/>
                  </a:moveTo>
                  <a:lnTo>
                    <a:pt x="32" y="0"/>
                  </a:lnTo>
                  <a:lnTo>
                    <a:pt x="33" y="0"/>
                  </a:lnTo>
                  <a:lnTo>
                    <a:pt x="34" y="1"/>
                  </a:lnTo>
                  <a:lnTo>
                    <a:pt x="34" y="14"/>
                  </a:lnTo>
                  <a:lnTo>
                    <a:pt x="33" y="16"/>
                  </a:lnTo>
                  <a:lnTo>
                    <a:pt x="32" y="16"/>
                  </a:lnTo>
                  <a:lnTo>
                    <a:pt x="1" y="16"/>
                  </a:lnTo>
                  <a:lnTo>
                    <a:pt x="0" y="16"/>
                  </a:lnTo>
                  <a:lnTo>
                    <a:pt x="0" y="14"/>
                  </a:lnTo>
                  <a:lnTo>
                    <a:pt x="0" y="1"/>
                  </a:lnTo>
                  <a:lnTo>
                    <a:pt x="0" y="0"/>
                  </a:lnTo>
                  <a:lnTo>
                    <a:pt x="1" y="0"/>
                  </a:lnTo>
                </a:path>
              </a:pathLst>
            </a:custGeom>
            <a:solidFill>
              <a:srgbClr val="00DFCA"/>
            </a:solidFill>
            <a:ln cap="rnd">
              <a:noFill/>
              <a:round/>
            </a:ln>
            <a:effectLst/>
          </p:spPr>
        </p:sp>
        <p:sp>
          <p:nvSpPr>
            <p:cNvPr id="51778" name=""/>
            <p:cNvSpPr/>
            <p:nvPr/>
          </p:nvSpPr>
          <p:spPr>
            <a:xfrm>
              <a:off x="1443" y="259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808050"/>
            </a:solidFill>
            <a:ln cap="rnd">
              <a:noFill/>
              <a:round/>
            </a:ln>
            <a:effectLst/>
          </p:spPr>
        </p:sp>
        <p:sp>
          <p:nvSpPr>
            <p:cNvPr id="51779" name=""/>
            <p:cNvSpPr/>
            <p:nvPr/>
          </p:nvSpPr>
          <p:spPr>
            <a:xfrm>
              <a:off x="1443" y="2599"/>
              <a:ext cx="17" cy="1"/>
            </a:xfrm>
            <a:custGeom>
              <a:pathLst>
                <a:path w="17" h="1">
                  <a:moveTo>
                    <a:pt x="2" y="0"/>
                  </a:moveTo>
                  <a:lnTo>
                    <a:pt x="13" y="0"/>
                  </a:lnTo>
                  <a:lnTo>
                    <a:pt x="16" y="0"/>
                  </a:lnTo>
                  <a:lnTo>
                    <a:pt x="16" y="0"/>
                  </a:lnTo>
                  <a:lnTo>
                    <a:pt x="13" y="0"/>
                  </a:lnTo>
                  <a:lnTo>
                    <a:pt x="2" y="0"/>
                  </a:lnTo>
                  <a:lnTo>
                    <a:pt x="0" y="0"/>
                  </a:lnTo>
                  <a:lnTo>
                    <a:pt x="0" y="0"/>
                  </a:lnTo>
                  <a:lnTo>
                    <a:pt x="2" y="0"/>
                  </a:lnTo>
                </a:path>
              </a:pathLst>
            </a:custGeom>
            <a:solidFill>
              <a:srgbClr val="C0C080"/>
            </a:solidFill>
            <a:ln cap="rnd">
              <a:noFill/>
              <a:round/>
            </a:ln>
            <a:effectLst/>
          </p:spPr>
        </p:sp>
        <p:sp>
          <p:nvSpPr>
            <p:cNvPr id="51780" name=""/>
            <p:cNvSpPr/>
            <p:nvPr/>
          </p:nvSpPr>
          <p:spPr>
            <a:xfrm>
              <a:off x="1370" y="2606"/>
              <a:ext cx="89" cy="1"/>
            </a:xfrm>
            <a:custGeom>
              <a:pathLst>
                <a:path w="89" h="1">
                  <a:moveTo>
                    <a:pt x="1" y="0"/>
                  </a:moveTo>
                  <a:lnTo>
                    <a:pt x="86" y="0"/>
                  </a:lnTo>
                  <a:lnTo>
                    <a:pt x="88" y="0"/>
                  </a:lnTo>
                  <a:lnTo>
                    <a:pt x="88" y="0"/>
                  </a:lnTo>
                  <a:lnTo>
                    <a:pt x="88" y="0"/>
                  </a:lnTo>
                  <a:lnTo>
                    <a:pt x="88" y="0"/>
                  </a:lnTo>
                  <a:lnTo>
                    <a:pt x="86"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1781" name=""/>
            <p:cNvSpPr/>
            <p:nvPr/>
          </p:nvSpPr>
          <p:spPr>
            <a:xfrm>
              <a:off x="1366" y="2626"/>
              <a:ext cx="95" cy="26"/>
            </a:xfrm>
            <a:custGeom>
              <a:pathLst>
                <a:path w="95" h="26">
                  <a:moveTo>
                    <a:pt x="0" y="25"/>
                  </a:moveTo>
                  <a:lnTo>
                    <a:pt x="92" y="25"/>
                  </a:lnTo>
                  <a:lnTo>
                    <a:pt x="94" y="25"/>
                  </a:lnTo>
                  <a:lnTo>
                    <a:pt x="94" y="24"/>
                  </a:lnTo>
                  <a:lnTo>
                    <a:pt x="94" y="2"/>
                  </a:lnTo>
                  <a:lnTo>
                    <a:pt x="93" y="1"/>
                  </a:lnTo>
                  <a:lnTo>
                    <a:pt x="92" y="0"/>
                  </a:lnTo>
                  <a:lnTo>
                    <a:pt x="0" y="0"/>
                  </a:lnTo>
                  <a:lnTo>
                    <a:pt x="0" y="1"/>
                  </a:lnTo>
                  <a:lnTo>
                    <a:pt x="0" y="2"/>
                  </a:lnTo>
                  <a:lnTo>
                    <a:pt x="0" y="24"/>
                  </a:lnTo>
                  <a:lnTo>
                    <a:pt x="0" y="25"/>
                  </a:lnTo>
                  <a:lnTo>
                    <a:pt x="0" y="25"/>
                  </a:lnTo>
                </a:path>
              </a:pathLst>
            </a:custGeom>
            <a:solidFill>
              <a:srgbClr val="C0C080"/>
            </a:solidFill>
            <a:ln cap="rnd">
              <a:noFill/>
              <a:round/>
            </a:ln>
            <a:effectLst/>
          </p:spPr>
        </p:sp>
        <p:sp>
          <p:nvSpPr>
            <p:cNvPr id="51782" name=""/>
            <p:cNvSpPr/>
            <p:nvPr/>
          </p:nvSpPr>
          <p:spPr>
            <a:xfrm>
              <a:off x="1391" y="2630"/>
              <a:ext cx="35" cy="18"/>
            </a:xfrm>
            <a:custGeom>
              <a:pathLst>
                <a:path w="35" h="18">
                  <a:moveTo>
                    <a:pt x="1" y="0"/>
                  </a:moveTo>
                  <a:lnTo>
                    <a:pt x="32" y="0"/>
                  </a:lnTo>
                  <a:lnTo>
                    <a:pt x="33" y="0"/>
                  </a:lnTo>
                  <a:lnTo>
                    <a:pt x="34" y="1"/>
                  </a:lnTo>
                  <a:lnTo>
                    <a:pt x="34" y="2"/>
                  </a:lnTo>
                  <a:lnTo>
                    <a:pt x="34" y="15"/>
                  </a:lnTo>
                  <a:lnTo>
                    <a:pt x="34" y="16"/>
                  </a:lnTo>
                  <a:lnTo>
                    <a:pt x="32" y="17"/>
                  </a:lnTo>
                  <a:lnTo>
                    <a:pt x="32" y="17"/>
                  </a:lnTo>
                  <a:lnTo>
                    <a:pt x="1" y="17"/>
                  </a:lnTo>
                  <a:lnTo>
                    <a:pt x="0" y="17"/>
                  </a:lnTo>
                  <a:lnTo>
                    <a:pt x="0" y="16"/>
                  </a:lnTo>
                  <a:lnTo>
                    <a:pt x="0" y="15"/>
                  </a:lnTo>
                  <a:lnTo>
                    <a:pt x="0" y="2"/>
                  </a:lnTo>
                  <a:lnTo>
                    <a:pt x="0" y="1"/>
                  </a:lnTo>
                  <a:lnTo>
                    <a:pt x="1" y="0"/>
                  </a:lnTo>
                  <a:lnTo>
                    <a:pt x="1" y="0"/>
                  </a:lnTo>
                </a:path>
              </a:pathLst>
            </a:custGeom>
            <a:solidFill>
              <a:srgbClr val="00DFCA"/>
            </a:solidFill>
            <a:ln cap="rnd">
              <a:noFill/>
              <a:round/>
            </a:ln>
            <a:effectLst/>
          </p:spPr>
        </p:sp>
        <p:sp>
          <p:nvSpPr>
            <p:cNvPr id="51783" name=""/>
            <p:cNvSpPr/>
            <p:nvPr/>
          </p:nvSpPr>
          <p:spPr>
            <a:xfrm>
              <a:off x="1433" y="264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808050"/>
            </a:solidFill>
            <a:ln cap="rnd">
              <a:noFill/>
              <a:round/>
            </a:ln>
            <a:effectLst/>
          </p:spPr>
        </p:sp>
        <p:sp>
          <p:nvSpPr>
            <p:cNvPr id="51784" name=""/>
            <p:cNvSpPr/>
            <p:nvPr/>
          </p:nvSpPr>
          <p:spPr>
            <a:xfrm>
              <a:off x="1433" y="2645"/>
              <a:ext cx="17" cy="1"/>
            </a:xfrm>
            <a:custGeom>
              <a:pathLst>
                <a:path w="17" h="1">
                  <a:moveTo>
                    <a:pt x="1" y="0"/>
                  </a:moveTo>
                  <a:lnTo>
                    <a:pt x="12" y="0"/>
                  </a:lnTo>
                  <a:lnTo>
                    <a:pt x="14" y="0"/>
                  </a:lnTo>
                  <a:lnTo>
                    <a:pt x="16" y="0"/>
                  </a:lnTo>
                  <a:lnTo>
                    <a:pt x="16" y="0"/>
                  </a:lnTo>
                  <a:lnTo>
                    <a:pt x="14" y="0"/>
                  </a:lnTo>
                  <a:lnTo>
                    <a:pt x="14" y="0"/>
                  </a:lnTo>
                  <a:lnTo>
                    <a:pt x="1" y="0"/>
                  </a:lnTo>
                  <a:lnTo>
                    <a:pt x="1" y="0"/>
                  </a:lnTo>
                  <a:lnTo>
                    <a:pt x="0" y="0"/>
                  </a:lnTo>
                  <a:lnTo>
                    <a:pt x="0" y="0"/>
                  </a:lnTo>
                  <a:lnTo>
                    <a:pt x="1" y="0"/>
                  </a:lnTo>
                  <a:lnTo>
                    <a:pt x="1" y="0"/>
                  </a:lnTo>
                </a:path>
              </a:pathLst>
            </a:custGeom>
            <a:solidFill>
              <a:srgbClr val="C0C080"/>
            </a:solidFill>
            <a:ln cap="rnd">
              <a:noFill/>
              <a:round/>
            </a:ln>
            <a:effectLst/>
          </p:spPr>
        </p:sp>
        <p:sp>
          <p:nvSpPr>
            <p:cNvPr id="51785" name=""/>
            <p:cNvSpPr/>
            <p:nvPr/>
          </p:nvSpPr>
          <p:spPr>
            <a:xfrm>
              <a:off x="1388" y="2633"/>
              <a:ext cx="56" cy="17"/>
            </a:xfrm>
            <a:custGeom>
              <a:pathLst>
                <a:path w="56" h="17">
                  <a:moveTo>
                    <a:pt x="0" y="16"/>
                  </a:moveTo>
                  <a:lnTo>
                    <a:pt x="19" y="16"/>
                  </a:lnTo>
                  <a:lnTo>
                    <a:pt x="19" y="16"/>
                  </a:lnTo>
                  <a:lnTo>
                    <a:pt x="37" y="16"/>
                  </a:lnTo>
                  <a:lnTo>
                    <a:pt x="37" y="16"/>
                  </a:lnTo>
                  <a:lnTo>
                    <a:pt x="55" y="16"/>
                  </a:lnTo>
                  <a:lnTo>
                    <a:pt x="55" y="0"/>
                  </a:lnTo>
                  <a:lnTo>
                    <a:pt x="37" y="0"/>
                  </a:lnTo>
                  <a:lnTo>
                    <a:pt x="37" y="0"/>
                  </a:lnTo>
                  <a:lnTo>
                    <a:pt x="20" y="0"/>
                  </a:lnTo>
                  <a:lnTo>
                    <a:pt x="20" y="0"/>
                  </a:lnTo>
                  <a:lnTo>
                    <a:pt x="0" y="0"/>
                  </a:lnTo>
                  <a:lnTo>
                    <a:pt x="0" y="16"/>
                  </a:lnTo>
                </a:path>
              </a:pathLst>
            </a:custGeom>
            <a:solidFill>
              <a:srgbClr val="A08060"/>
            </a:solidFill>
            <a:ln cap="rnd">
              <a:noFill/>
              <a:round/>
            </a:ln>
            <a:effectLst/>
          </p:spPr>
        </p:sp>
        <p:sp>
          <p:nvSpPr>
            <p:cNvPr id="51786" name=""/>
            <p:cNvSpPr/>
            <p:nvPr/>
          </p:nvSpPr>
          <p:spPr>
            <a:xfrm>
              <a:off x="1366" y="2662"/>
              <a:ext cx="95" cy="17"/>
            </a:xfrm>
            <a:custGeom>
              <a:pathLst>
                <a:path w="95" h="17">
                  <a:moveTo>
                    <a:pt x="0" y="16"/>
                  </a:moveTo>
                  <a:lnTo>
                    <a:pt x="94" y="16"/>
                  </a:lnTo>
                  <a:lnTo>
                    <a:pt x="94" y="0"/>
                  </a:lnTo>
                  <a:lnTo>
                    <a:pt x="0" y="0"/>
                  </a:lnTo>
                  <a:lnTo>
                    <a:pt x="0" y="16"/>
                  </a:lnTo>
                </a:path>
              </a:pathLst>
            </a:custGeom>
            <a:solidFill>
              <a:srgbClr val="505020"/>
            </a:solidFill>
            <a:ln cap="rnd">
              <a:noFill/>
              <a:round/>
            </a:ln>
            <a:effectLst/>
          </p:spPr>
        </p:sp>
        <p:sp>
          <p:nvSpPr>
            <p:cNvPr id="51787" name=""/>
            <p:cNvSpPr/>
            <p:nvPr/>
          </p:nvSpPr>
          <p:spPr>
            <a:xfrm>
              <a:off x="1366" y="2659"/>
              <a:ext cx="95" cy="17"/>
            </a:xfrm>
            <a:custGeom>
              <a:pathLst>
                <a:path w="95" h="17">
                  <a:moveTo>
                    <a:pt x="94" y="16"/>
                  </a:moveTo>
                  <a:lnTo>
                    <a:pt x="93" y="16"/>
                  </a:lnTo>
                  <a:lnTo>
                    <a:pt x="0" y="16"/>
                  </a:lnTo>
                  <a:lnTo>
                    <a:pt x="0" y="0"/>
                  </a:lnTo>
                  <a:lnTo>
                    <a:pt x="93" y="0"/>
                  </a:lnTo>
                  <a:lnTo>
                    <a:pt x="92" y="16"/>
                  </a:lnTo>
                  <a:lnTo>
                    <a:pt x="94" y="16"/>
                  </a:lnTo>
                  <a:lnTo>
                    <a:pt x="93" y="16"/>
                  </a:lnTo>
                  <a:lnTo>
                    <a:pt x="94" y="16"/>
                  </a:lnTo>
                </a:path>
              </a:pathLst>
            </a:custGeom>
            <a:solidFill>
              <a:srgbClr val="000000"/>
            </a:solidFill>
            <a:ln cap="rnd">
              <a:noFill/>
              <a:round/>
            </a:ln>
            <a:effectLst/>
          </p:spPr>
        </p:sp>
        <p:sp>
          <p:nvSpPr>
            <p:cNvPr id="51788" name=""/>
            <p:cNvSpPr/>
            <p:nvPr/>
          </p:nvSpPr>
          <p:spPr>
            <a:xfrm>
              <a:off x="1460" y="2662"/>
              <a:ext cx="17" cy="17"/>
            </a:xfrm>
            <a:custGeom>
              <a:pathLst>
                <a:path w="17" h="17">
                  <a:moveTo>
                    <a:pt x="8" y="0"/>
                  </a:moveTo>
                  <a:lnTo>
                    <a:pt x="0" y="0"/>
                  </a:lnTo>
                  <a:lnTo>
                    <a:pt x="0" y="16"/>
                  </a:lnTo>
                  <a:lnTo>
                    <a:pt x="16" y="16"/>
                  </a:lnTo>
                  <a:lnTo>
                    <a:pt x="16" y="0"/>
                  </a:lnTo>
                  <a:lnTo>
                    <a:pt x="8" y="0"/>
                  </a:lnTo>
                  <a:lnTo>
                    <a:pt x="8" y="0"/>
                  </a:lnTo>
                  <a:lnTo>
                    <a:pt x="0" y="0"/>
                  </a:lnTo>
                  <a:lnTo>
                    <a:pt x="0" y="0"/>
                  </a:lnTo>
                  <a:lnTo>
                    <a:pt x="8" y="0"/>
                  </a:lnTo>
                </a:path>
              </a:pathLst>
            </a:custGeom>
            <a:solidFill>
              <a:srgbClr val="000000"/>
            </a:solidFill>
            <a:ln cap="rnd">
              <a:noFill/>
              <a:round/>
            </a:ln>
            <a:effectLst/>
          </p:spPr>
        </p:sp>
        <p:sp>
          <p:nvSpPr>
            <p:cNvPr id="51789" name=""/>
            <p:cNvSpPr/>
            <p:nvPr/>
          </p:nvSpPr>
          <p:spPr>
            <a:xfrm>
              <a:off x="1364" y="2662"/>
              <a:ext cx="97" cy="17"/>
            </a:xfrm>
            <a:custGeom>
              <a:pathLst>
                <a:path w="97" h="17">
                  <a:moveTo>
                    <a:pt x="0" y="16"/>
                  </a:moveTo>
                  <a:lnTo>
                    <a:pt x="0" y="0"/>
                  </a:lnTo>
                  <a:lnTo>
                    <a:pt x="96" y="0"/>
                  </a:lnTo>
                  <a:lnTo>
                    <a:pt x="96" y="16"/>
                  </a:lnTo>
                  <a:lnTo>
                    <a:pt x="0" y="16"/>
                  </a:lnTo>
                  <a:lnTo>
                    <a:pt x="0" y="16"/>
                  </a:lnTo>
                  <a:lnTo>
                    <a:pt x="0" y="0"/>
                  </a:lnTo>
                  <a:lnTo>
                    <a:pt x="0" y="0"/>
                  </a:lnTo>
                  <a:lnTo>
                    <a:pt x="0" y="16"/>
                  </a:lnTo>
                </a:path>
              </a:pathLst>
            </a:custGeom>
            <a:solidFill>
              <a:srgbClr val="000000"/>
            </a:solidFill>
            <a:ln cap="rnd">
              <a:noFill/>
              <a:round/>
            </a:ln>
            <a:effectLst/>
          </p:spPr>
        </p:sp>
        <p:sp>
          <p:nvSpPr>
            <p:cNvPr id="51790" name=""/>
            <p:cNvSpPr/>
            <p:nvPr/>
          </p:nvSpPr>
          <p:spPr>
            <a:xfrm>
              <a:off x="1360" y="2662"/>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1791" name=""/>
            <p:cNvSpPr/>
            <p:nvPr/>
          </p:nvSpPr>
          <p:spPr>
            <a:xfrm>
              <a:off x="1366" y="2666"/>
              <a:ext cx="95" cy="32"/>
            </a:xfrm>
            <a:custGeom>
              <a:pathLst>
                <a:path w="95" h="32">
                  <a:moveTo>
                    <a:pt x="1" y="0"/>
                  </a:moveTo>
                  <a:lnTo>
                    <a:pt x="92" y="0"/>
                  </a:lnTo>
                  <a:lnTo>
                    <a:pt x="93" y="0"/>
                  </a:lnTo>
                  <a:lnTo>
                    <a:pt x="94" y="1"/>
                  </a:lnTo>
                  <a:lnTo>
                    <a:pt x="94" y="1"/>
                  </a:lnTo>
                  <a:lnTo>
                    <a:pt x="94" y="29"/>
                  </a:lnTo>
                  <a:lnTo>
                    <a:pt x="94" y="30"/>
                  </a:lnTo>
                  <a:lnTo>
                    <a:pt x="94" y="30"/>
                  </a:lnTo>
                  <a:lnTo>
                    <a:pt x="93" y="30"/>
                  </a:lnTo>
                  <a:lnTo>
                    <a:pt x="93" y="31"/>
                  </a:lnTo>
                  <a:lnTo>
                    <a:pt x="92" y="31"/>
                  </a:lnTo>
                  <a:lnTo>
                    <a:pt x="1" y="31"/>
                  </a:lnTo>
                  <a:lnTo>
                    <a:pt x="0" y="31"/>
                  </a:lnTo>
                  <a:lnTo>
                    <a:pt x="0" y="31"/>
                  </a:lnTo>
                  <a:lnTo>
                    <a:pt x="0" y="30"/>
                  </a:lnTo>
                  <a:lnTo>
                    <a:pt x="0" y="30"/>
                  </a:lnTo>
                  <a:lnTo>
                    <a:pt x="0" y="29"/>
                  </a:lnTo>
                  <a:lnTo>
                    <a:pt x="0" y="1"/>
                  </a:lnTo>
                  <a:lnTo>
                    <a:pt x="0" y="1"/>
                  </a:lnTo>
                  <a:lnTo>
                    <a:pt x="0" y="0"/>
                  </a:lnTo>
                  <a:lnTo>
                    <a:pt x="1" y="0"/>
                  </a:lnTo>
                </a:path>
              </a:pathLst>
            </a:custGeom>
            <a:solidFill>
              <a:srgbClr val="C0C080"/>
            </a:solidFill>
            <a:ln cap="rnd">
              <a:noFill/>
              <a:round/>
            </a:ln>
            <a:effectLst/>
          </p:spPr>
        </p:sp>
        <p:sp>
          <p:nvSpPr>
            <p:cNvPr id="51792" name=""/>
            <p:cNvSpPr/>
            <p:nvPr/>
          </p:nvSpPr>
          <p:spPr>
            <a:xfrm>
              <a:off x="1389" y="2671"/>
              <a:ext cx="36" cy="25"/>
            </a:xfrm>
            <a:custGeom>
              <a:pathLst>
                <a:path w="36" h="25">
                  <a:moveTo>
                    <a:pt x="1" y="0"/>
                  </a:moveTo>
                  <a:lnTo>
                    <a:pt x="33" y="0"/>
                  </a:lnTo>
                  <a:lnTo>
                    <a:pt x="33" y="0"/>
                  </a:lnTo>
                  <a:lnTo>
                    <a:pt x="34" y="1"/>
                  </a:lnTo>
                  <a:lnTo>
                    <a:pt x="34" y="1"/>
                  </a:lnTo>
                  <a:lnTo>
                    <a:pt x="35" y="2"/>
                  </a:lnTo>
                  <a:lnTo>
                    <a:pt x="35" y="3"/>
                  </a:lnTo>
                  <a:lnTo>
                    <a:pt x="35" y="22"/>
                  </a:lnTo>
                  <a:lnTo>
                    <a:pt x="34" y="23"/>
                  </a:lnTo>
                  <a:lnTo>
                    <a:pt x="34" y="23"/>
                  </a:lnTo>
                  <a:lnTo>
                    <a:pt x="34" y="24"/>
                  </a:lnTo>
                  <a:lnTo>
                    <a:pt x="33" y="24"/>
                  </a:lnTo>
                  <a:lnTo>
                    <a:pt x="33" y="24"/>
                  </a:lnTo>
                  <a:lnTo>
                    <a:pt x="1" y="24"/>
                  </a:lnTo>
                  <a:lnTo>
                    <a:pt x="1" y="24"/>
                  </a:lnTo>
                  <a:lnTo>
                    <a:pt x="0" y="23"/>
                  </a:lnTo>
                  <a:lnTo>
                    <a:pt x="0" y="23"/>
                  </a:lnTo>
                  <a:lnTo>
                    <a:pt x="0" y="22"/>
                  </a:lnTo>
                  <a:lnTo>
                    <a:pt x="0" y="3"/>
                  </a:lnTo>
                  <a:lnTo>
                    <a:pt x="0" y="2"/>
                  </a:lnTo>
                  <a:lnTo>
                    <a:pt x="0" y="1"/>
                  </a:lnTo>
                  <a:lnTo>
                    <a:pt x="0" y="1"/>
                  </a:lnTo>
                  <a:lnTo>
                    <a:pt x="1" y="0"/>
                  </a:lnTo>
                  <a:lnTo>
                    <a:pt x="1" y="0"/>
                  </a:lnTo>
                </a:path>
              </a:pathLst>
            </a:custGeom>
            <a:solidFill>
              <a:srgbClr val="00DFCA"/>
            </a:solidFill>
            <a:ln cap="rnd">
              <a:noFill/>
              <a:round/>
            </a:ln>
            <a:effectLst/>
          </p:spPr>
        </p:sp>
        <p:sp>
          <p:nvSpPr>
            <p:cNvPr id="51793" name=""/>
            <p:cNvSpPr/>
            <p:nvPr/>
          </p:nvSpPr>
          <p:spPr>
            <a:xfrm>
              <a:off x="1395" y="2672"/>
              <a:ext cx="64" cy="19"/>
            </a:xfrm>
            <a:custGeom>
              <a:pathLst>
                <a:path w="64" h="19">
                  <a:moveTo>
                    <a:pt x="0" y="0"/>
                  </a:moveTo>
                  <a:lnTo>
                    <a:pt x="63" y="0"/>
                  </a:lnTo>
                  <a:lnTo>
                    <a:pt x="63" y="12"/>
                  </a:lnTo>
                  <a:lnTo>
                    <a:pt x="8" y="12"/>
                  </a:lnTo>
                  <a:lnTo>
                    <a:pt x="8" y="18"/>
                  </a:lnTo>
                  <a:lnTo>
                    <a:pt x="0" y="18"/>
                  </a:lnTo>
                  <a:lnTo>
                    <a:pt x="0" y="0"/>
                  </a:lnTo>
                </a:path>
              </a:pathLst>
            </a:custGeom>
            <a:solidFill>
              <a:srgbClr val="404010"/>
            </a:solidFill>
            <a:ln cap="rnd">
              <a:noFill/>
              <a:round/>
            </a:ln>
            <a:effectLst/>
          </p:spPr>
        </p:sp>
        <p:sp>
          <p:nvSpPr>
            <p:cNvPr id="51794" name=""/>
            <p:cNvSpPr/>
            <p:nvPr/>
          </p:nvSpPr>
          <p:spPr>
            <a:xfrm>
              <a:off x="1366" y="2658"/>
              <a:ext cx="95" cy="17"/>
            </a:xfrm>
            <a:custGeom>
              <a:pathLst>
                <a:path w="95" h="17">
                  <a:moveTo>
                    <a:pt x="0" y="16"/>
                  </a:moveTo>
                  <a:lnTo>
                    <a:pt x="94" y="16"/>
                  </a:lnTo>
                  <a:lnTo>
                    <a:pt x="94" y="0"/>
                  </a:lnTo>
                  <a:lnTo>
                    <a:pt x="0" y="0"/>
                  </a:lnTo>
                  <a:lnTo>
                    <a:pt x="0" y="16"/>
                  </a:lnTo>
                </a:path>
              </a:pathLst>
            </a:custGeom>
            <a:solidFill>
              <a:srgbClr val="C0C080"/>
            </a:solidFill>
            <a:ln cap="rnd">
              <a:noFill/>
              <a:round/>
            </a:ln>
            <a:effectLst/>
          </p:spPr>
        </p:sp>
        <p:sp>
          <p:nvSpPr>
            <p:cNvPr id="51795" name=""/>
            <p:cNvSpPr/>
            <p:nvPr/>
          </p:nvSpPr>
          <p:spPr>
            <a:xfrm>
              <a:off x="1363" y="2584"/>
              <a:ext cx="102" cy="1"/>
            </a:xfrm>
            <a:custGeom>
              <a:pathLst>
                <a:path w="102" h="1">
                  <a:moveTo>
                    <a:pt x="1" y="0"/>
                  </a:moveTo>
                  <a:lnTo>
                    <a:pt x="99" y="0"/>
                  </a:lnTo>
                  <a:lnTo>
                    <a:pt x="100" y="0"/>
                  </a:lnTo>
                  <a:lnTo>
                    <a:pt x="101" y="0"/>
                  </a:lnTo>
                  <a:lnTo>
                    <a:pt x="101" y="0"/>
                  </a:lnTo>
                  <a:lnTo>
                    <a:pt x="99" y="0"/>
                  </a:lnTo>
                  <a:lnTo>
                    <a:pt x="1" y="0"/>
                  </a:lnTo>
                  <a:lnTo>
                    <a:pt x="0" y="0"/>
                  </a:lnTo>
                  <a:lnTo>
                    <a:pt x="0" y="0"/>
                  </a:lnTo>
                  <a:lnTo>
                    <a:pt x="0" y="0"/>
                  </a:lnTo>
                  <a:lnTo>
                    <a:pt x="1" y="0"/>
                  </a:lnTo>
                </a:path>
              </a:pathLst>
            </a:custGeom>
            <a:solidFill>
              <a:srgbClr val="E0D0A0"/>
            </a:solidFill>
            <a:ln cap="rnd">
              <a:noFill/>
              <a:round/>
            </a:ln>
            <a:effectLst/>
          </p:spPr>
        </p:sp>
        <p:sp>
          <p:nvSpPr>
            <p:cNvPr id="51796" name=""/>
            <p:cNvSpPr/>
            <p:nvPr/>
          </p:nvSpPr>
          <p:spPr>
            <a:xfrm>
              <a:off x="1370" y="2607"/>
              <a:ext cx="17" cy="17"/>
            </a:xfrm>
            <a:custGeom>
              <a:pathLst>
                <a:path w="17" h="17">
                  <a:moveTo>
                    <a:pt x="1" y="16"/>
                  </a:moveTo>
                  <a:lnTo>
                    <a:pt x="16" y="16"/>
                  </a:lnTo>
                  <a:lnTo>
                    <a:pt x="16" y="10"/>
                  </a:lnTo>
                  <a:lnTo>
                    <a:pt x="16" y="0"/>
                  </a:lnTo>
                  <a:lnTo>
                    <a:pt x="1" y="0"/>
                  </a:lnTo>
                  <a:lnTo>
                    <a:pt x="0" y="5"/>
                  </a:lnTo>
                  <a:lnTo>
                    <a:pt x="0" y="16"/>
                  </a:lnTo>
                  <a:lnTo>
                    <a:pt x="1" y="16"/>
                  </a:lnTo>
                </a:path>
              </a:pathLst>
            </a:custGeom>
            <a:solidFill>
              <a:srgbClr val="E0E0B0"/>
            </a:solidFill>
            <a:ln cap="rnd">
              <a:noFill/>
              <a:round/>
            </a:ln>
            <a:effectLst/>
          </p:spPr>
        </p:sp>
        <p:sp>
          <p:nvSpPr>
            <p:cNvPr id="51797" name=""/>
            <p:cNvSpPr/>
            <p:nvPr/>
          </p:nvSpPr>
          <p:spPr>
            <a:xfrm>
              <a:off x="1389" y="2607"/>
              <a:ext cx="37" cy="17"/>
            </a:xfrm>
            <a:custGeom>
              <a:pathLst>
                <a:path w="37" h="17">
                  <a:moveTo>
                    <a:pt x="0" y="16"/>
                  </a:moveTo>
                  <a:lnTo>
                    <a:pt x="36" y="16"/>
                  </a:lnTo>
                  <a:lnTo>
                    <a:pt x="0" y="0"/>
                  </a:lnTo>
                  <a:lnTo>
                    <a:pt x="0" y="16"/>
                  </a:lnTo>
                </a:path>
              </a:pathLst>
            </a:custGeom>
            <a:solidFill>
              <a:srgbClr val="E0E0B0"/>
            </a:solidFill>
            <a:ln cap="rnd">
              <a:noFill/>
              <a:round/>
            </a:ln>
            <a:effectLst/>
          </p:spPr>
        </p:sp>
        <p:sp>
          <p:nvSpPr>
            <p:cNvPr id="51798" name=""/>
            <p:cNvSpPr/>
            <p:nvPr/>
          </p:nvSpPr>
          <p:spPr>
            <a:xfrm>
              <a:off x="1431" y="2607"/>
              <a:ext cx="28" cy="17"/>
            </a:xfrm>
            <a:custGeom>
              <a:pathLst>
                <a:path w="28" h="17">
                  <a:moveTo>
                    <a:pt x="0" y="16"/>
                  </a:moveTo>
                  <a:lnTo>
                    <a:pt x="26" y="16"/>
                  </a:lnTo>
                  <a:lnTo>
                    <a:pt x="27" y="10"/>
                  </a:lnTo>
                  <a:lnTo>
                    <a:pt x="26" y="0"/>
                  </a:lnTo>
                  <a:lnTo>
                    <a:pt x="0" y="0"/>
                  </a:lnTo>
                  <a:lnTo>
                    <a:pt x="0" y="10"/>
                  </a:lnTo>
                  <a:lnTo>
                    <a:pt x="0" y="16"/>
                  </a:lnTo>
                </a:path>
              </a:pathLst>
            </a:custGeom>
            <a:solidFill>
              <a:srgbClr val="E0E0B0"/>
            </a:solidFill>
            <a:ln cap="rnd">
              <a:noFill/>
              <a:round/>
            </a:ln>
            <a:effectLst/>
          </p:spPr>
        </p:sp>
        <p:sp>
          <p:nvSpPr>
            <p:cNvPr id="51799" name=""/>
            <p:cNvSpPr/>
            <p:nvPr/>
          </p:nvSpPr>
          <p:spPr>
            <a:xfrm>
              <a:off x="1391" y="2613"/>
              <a:ext cx="35" cy="17"/>
            </a:xfrm>
            <a:custGeom>
              <a:pathLst>
                <a:path w="35" h="17">
                  <a:moveTo>
                    <a:pt x="0" y="0"/>
                  </a:moveTo>
                  <a:lnTo>
                    <a:pt x="33" y="0"/>
                  </a:lnTo>
                  <a:lnTo>
                    <a:pt x="34" y="0"/>
                  </a:lnTo>
                  <a:lnTo>
                    <a:pt x="34" y="16"/>
                  </a:lnTo>
                  <a:lnTo>
                    <a:pt x="33" y="16"/>
                  </a:lnTo>
                  <a:lnTo>
                    <a:pt x="0" y="16"/>
                  </a:lnTo>
                  <a:lnTo>
                    <a:pt x="0" y="16"/>
                  </a:lnTo>
                  <a:lnTo>
                    <a:pt x="0" y="0"/>
                  </a:lnTo>
                  <a:lnTo>
                    <a:pt x="0" y="0"/>
                  </a:lnTo>
                </a:path>
              </a:pathLst>
            </a:custGeom>
            <a:solidFill>
              <a:srgbClr val="00DFCA"/>
            </a:solidFill>
            <a:ln cap="rnd">
              <a:noFill/>
              <a:round/>
            </a:ln>
            <a:effectLst/>
          </p:spPr>
        </p:sp>
        <p:sp>
          <p:nvSpPr>
            <p:cNvPr id="51800" name=""/>
            <p:cNvSpPr/>
            <p:nvPr/>
          </p:nvSpPr>
          <p:spPr>
            <a:xfrm>
              <a:off x="1444" y="259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801" name=""/>
            <p:cNvSpPr/>
            <p:nvPr/>
          </p:nvSpPr>
          <p:spPr>
            <a:xfrm>
              <a:off x="1437" y="2599"/>
              <a:ext cx="17" cy="17"/>
            </a:xfrm>
            <a:custGeom>
              <a:pathLst>
                <a:path w="17" h="17">
                  <a:moveTo>
                    <a:pt x="3" y="0"/>
                  </a:moveTo>
                  <a:lnTo>
                    <a:pt x="0" y="12"/>
                  </a:lnTo>
                  <a:lnTo>
                    <a:pt x="0" y="16"/>
                  </a:lnTo>
                  <a:lnTo>
                    <a:pt x="12" y="16"/>
                  </a:lnTo>
                  <a:lnTo>
                    <a:pt x="16" y="6"/>
                  </a:lnTo>
                  <a:lnTo>
                    <a:pt x="4" y="6"/>
                  </a:lnTo>
                  <a:lnTo>
                    <a:pt x="3" y="0"/>
                  </a:lnTo>
                </a:path>
              </a:pathLst>
            </a:custGeom>
            <a:solidFill>
              <a:srgbClr val="808060"/>
            </a:solidFill>
            <a:ln cap="rnd">
              <a:noFill/>
              <a:round/>
            </a:ln>
            <a:effectLst/>
          </p:spPr>
        </p:sp>
        <p:sp>
          <p:nvSpPr>
            <p:cNvPr id="51802" name=""/>
            <p:cNvSpPr/>
            <p:nvPr/>
          </p:nvSpPr>
          <p:spPr>
            <a:xfrm>
              <a:off x="1391" y="2613"/>
              <a:ext cx="17" cy="17"/>
            </a:xfrm>
            <a:custGeom>
              <a:pathLst>
                <a:path w="17" h="17">
                  <a:moveTo>
                    <a:pt x="16" y="16"/>
                  </a:moveTo>
                  <a:lnTo>
                    <a:pt x="0" y="16"/>
                  </a:lnTo>
                  <a:lnTo>
                    <a:pt x="0" y="16"/>
                  </a:lnTo>
                  <a:lnTo>
                    <a:pt x="0" y="16"/>
                  </a:lnTo>
                  <a:lnTo>
                    <a:pt x="0" y="0"/>
                  </a:lnTo>
                  <a:lnTo>
                    <a:pt x="0" y="0"/>
                  </a:lnTo>
                  <a:lnTo>
                    <a:pt x="16" y="0"/>
                  </a:lnTo>
                  <a:lnTo>
                    <a:pt x="16" y="0"/>
                  </a:lnTo>
                  <a:lnTo>
                    <a:pt x="16" y="16"/>
                  </a:lnTo>
                  <a:lnTo>
                    <a:pt x="16" y="16"/>
                  </a:lnTo>
                  <a:lnTo>
                    <a:pt x="16" y="16"/>
                  </a:lnTo>
                </a:path>
              </a:pathLst>
            </a:custGeom>
            <a:solidFill>
              <a:srgbClr val="A0A070"/>
            </a:solidFill>
            <a:ln cap="rnd">
              <a:noFill/>
              <a:round/>
            </a:ln>
            <a:effectLst/>
          </p:spPr>
        </p:sp>
        <p:sp>
          <p:nvSpPr>
            <p:cNvPr id="51803" name=""/>
            <p:cNvSpPr/>
            <p:nvPr/>
          </p:nvSpPr>
          <p:spPr>
            <a:xfrm>
              <a:off x="1391" y="2612"/>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8"/>
                  </a:lnTo>
                  <a:lnTo>
                    <a:pt x="16" y="16"/>
                  </a:lnTo>
                  <a:lnTo>
                    <a:pt x="16" y="16"/>
                  </a:lnTo>
                </a:path>
              </a:pathLst>
            </a:custGeom>
            <a:solidFill>
              <a:srgbClr val="A0FF00"/>
            </a:solidFill>
            <a:ln cap="rnd">
              <a:noFill/>
              <a:round/>
            </a:ln>
            <a:effectLst/>
          </p:spPr>
        </p:sp>
        <p:sp>
          <p:nvSpPr>
            <p:cNvPr id="51804" name=""/>
            <p:cNvSpPr/>
            <p:nvPr/>
          </p:nvSpPr>
          <p:spPr>
            <a:xfrm>
              <a:off x="1389" y="2611"/>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805" name=""/>
            <p:cNvSpPr/>
            <p:nvPr/>
          </p:nvSpPr>
          <p:spPr>
            <a:xfrm>
              <a:off x="1377" y="2584"/>
              <a:ext cx="1" cy="17"/>
            </a:xfrm>
            <a:custGeom>
              <a:pathLst>
                <a:path w="1" h="17">
                  <a:moveTo>
                    <a:pt x="0" y="16"/>
                  </a:moveTo>
                  <a:lnTo>
                    <a:pt x="0" y="16"/>
                  </a:lnTo>
                  <a:lnTo>
                    <a:pt x="0" y="16"/>
                  </a:lnTo>
                  <a:lnTo>
                    <a:pt x="0" y="10"/>
                  </a:lnTo>
                  <a:lnTo>
                    <a:pt x="0" y="5"/>
                  </a:lnTo>
                  <a:lnTo>
                    <a:pt x="0" y="0"/>
                  </a:lnTo>
                  <a:lnTo>
                    <a:pt x="0" y="0"/>
                  </a:lnTo>
                  <a:lnTo>
                    <a:pt x="0" y="5"/>
                  </a:lnTo>
                  <a:lnTo>
                    <a:pt x="0" y="10"/>
                  </a:lnTo>
                  <a:lnTo>
                    <a:pt x="0" y="16"/>
                  </a:lnTo>
                  <a:lnTo>
                    <a:pt x="0" y="16"/>
                  </a:lnTo>
                </a:path>
              </a:pathLst>
            </a:custGeom>
            <a:solidFill>
              <a:srgbClr val="A0A070"/>
            </a:solidFill>
            <a:ln cap="rnd">
              <a:noFill/>
              <a:round/>
            </a:ln>
            <a:effectLst/>
          </p:spPr>
        </p:sp>
        <p:sp>
          <p:nvSpPr>
            <p:cNvPr id="51806" name=""/>
            <p:cNvSpPr/>
            <p:nvPr/>
          </p:nvSpPr>
          <p:spPr>
            <a:xfrm>
              <a:off x="1377" y="2584"/>
              <a:ext cx="1" cy="17"/>
            </a:xfrm>
            <a:custGeom>
              <a:pathLst>
                <a:path w="1" h="17">
                  <a:moveTo>
                    <a:pt x="0" y="16"/>
                  </a:moveTo>
                  <a:lnTo>
                    <a:pt x="0" y="16"/>
                  </a:lnTo>
                  <a:lnTo>
                    <a:pt x="0" y="10"/>
                  </a:lnTo>
                  <a:lnTo>
                    <a:pt x="0" y="5"/>
                  </a:lnTo>
                  <a:lnTo>
                    <a:pt x="0" y="5"/>
                  </a:lnTo>
                  <a:lnTo>
                    <a:pt x="0" y="0"/>
                  </a:lnTo>
                  <a:lnTo>
                    <a:pt x="0" y="0"/>
                  </a:lnTo>
                  <a:lnTo>
                    <a:pt x="0" y="5"/>
                  </a:lnTo>
                  <a:lnTo>
                    <a:pt x="0" y="5"/>
                  </a:lnTo>
                  <a:lnTo>
                    <a:pt x="0" y="10"/>
                  </a:lnTo>
                  <a:lnTo>
                    <a:pt x="0" y="10"/>
                  </a:lnTo>
                  <a:lnTo>
                    <a:pt x="0" y="16"/>
                  </a:lnTo>
                </a:path>
              </a:pathLst>
            </a:custGeom>
            <a:solidFill>
              <a:srgbClr val="A0FF00"/>
            </a:solidFill>
            <a:ln cap="rnd">
              <a:noFill/>
              <a:round/>
            </a:ln>
            <a:effectLst/>
          </p:spPr>
        </p:sp>
        <p:cxnSp>
          <p:nvCxnSpPr>
            <p:cNvPr id="51807" name=""/>
            <p:cNvCxnSpPr/>
            <p:nvPr/>
          </p:nvCxnSpPr>
          <p:spPr>
            <a:xfrm>
              <a:off x="1378" y="2587"/>
              <a:ext cx="2" cy="0"/>
            </a:xfrm>
            <a:prstGeom prst="line">
              <a:avLst/>
            </a:prstGeom>
            <a:noFill/>
            <a:ln>
              <a:noFill/>
              <a:miter lim="800000"/>
            </a:ln>
            <a:effectLst/>
          </p:spPr>
        </p:cxnSp>
        <p:sp>
          <p:nvSpPr>
            <p:cNvPr id="51808" name=""/>
            <p:cNvSpPr/>
            <p:nvPr/>
          </p:nvSpPr>
          <p:spPr>
            <a:xfrm>
              <a:off x="1443" y="2584"/>
              <a:ext cx="1" cy="17"/>
            </a:xfrm>
            <a:custGeom>
              <a:pathLst>
                <a:path w="1" h="17">
                  <a:moveTo>
                    <a:pt x="0" y="16"/>
                  </a:moveTo>
                  <a:lnTo>
                    <a:pt x="0" y="16"/>
                  </a:lnTo>
                  <a:lnTo>
                    <a:pt x="0" y="16"/>
                  </a:lnTo>
                  <a:lnTo>
                    <a:pt x="0" y="10"/>
                  </a:lnTo>
                  <a:lnTo>
                    <a:pt x="0" y="5"/>
                  </a:lnTo>
                  <a:lnTo>
                    <a:pt x="0" y="0"/>
                  </a:lnTo>
                  <a:lnTo>
                    <a:pt x="0" y="0"/>
                  </a:lnTo>
                  <a:lnTo>
                    <a:pt x="0" y="5"/>
                  </a:lnTo>
                  <a:lnTo>
                    <a:pt x="0" y="5"/>
                  </a:lnTo>
                  <a:lnTo>
                    <a:pt x="0" y="10"/>
                  </a:lnTo>
                  <a:lnTo>
                    <a:pt x="0" y="16"/>
                  </a:lnTo>
                </a:path>
              </a:pathLst>
            </a:custGeom>
            <a:solidFill>
              <a:srgbClr val="A0A070"/>
            </a:solidFill>
            <a:ln cap="rnd">
              <a:noFill/>
              <a:round/>
            </a:ln>
            <a:effectLst/>
          </p:spPr>
        </p:sp>
        <p:sp>
          <p:nvSpPr>
            <p:cNvPr id="51809" name=""/>
            <p:cNvSpPr/>
            <p:nvPr/>
          </p:nvSpPr>
          <p:spPr>
            <a:xfrm>
              <a:off x="1442" y="2584"/>
              <a:ext cx="17" cy="17"/>
            </a:xfrm>
            <a:custGeom>
              <a:pathLst>
                <a:path w="17" h="17">
                  <a:moveTo>
                    <a:pt x="16" y="16"/>
                  </a:moveTo>
                  <a:lnTo>
                    <a:pt x="0" y="16"/>
                  </a:lnTo>
                  <a:lnTo>
                    <a:pt x="0" y="16"/>
                  </a:lnTo>
                  <a:lnTo>
                    <a:pt x="0" y="5"/>
                  </a:lnTo>
                  <a:lnTo>
                    <a:pt x="0" y="0"/>
                  </a:lnTo>
                  <a:lnTo>
                    <a:pt x="0" y="0"/>
                  </a:lnTo>
                  <a:lnTo>
                    <a:pt x="16" y="0"/>
                  </a:lnTo>
                  <a:lnTo>
                    <a:pt x="16" y="5"/>
                  </a:lnTo>
                  <a:lnTo>
                    <a:pt x="16" y="16"/>
                  </a:lnTo>
                </a:path>
              </a:pathLst>
            </a:custGeom>
            <a:solidFill>
              <a:srgbClr val="A0FF00"/>
            </a:solidFill>
            <a:ln cap="rnd">
              <a:noFill/>
              <a:round/>
            </a:ln>
            <a:effectLst/>
          </p:spPr>
        </p:sp>
        <p:sp>
          <p:nvSpPr>
            <p:cNvPr id="51810" name=""/>
            <p:cNvSpPr/>
            <p:nvPr/>
          </p:nvSpPr>
          <p:spPr>
            <a:xfrm>
              <a:off x="1438" y="2582"/>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1811" name=""/>
            <p:cNvSpPr/>
            <p:nvPr/>
          </p:nvSpPr>
          <p:spPr>
            <a:xfrm>
              <a:off x="1391" y="2645"/>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1812" name=""/>
            <p:cNvSpPr/>
            <p:nvPr/>
          </p:nvSpPr>
          <p:spPr>
            <a:xfrm>
              <a:off x="1391" y="2644"/>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16"/>
                  </a:lnTo>
                  <a:lnTo>
                    <a:pt x="16" y="16"/>
                  </a:lnTo>
                </a:path>
              </a:pathLst>
            </a:custGeom>
            <a:solidFill>
              <a:srgbClr val="A0FF00"/>
            </a:solidFill>
            <a:ln cap="rnd">
              <a:noFill/>
              <a:round/>
            </a:ln>
            <a:effectLst/>
          </p:spPr>
        </p:sp>
        <p:sp>
          <p:nvSpPr>
            <p:cNvPr id="51813" name=""/>
            <p:cNvSpPr/>
            <p:nvPr/>
          </p:nvSpPr>
          <p:spPr>
            <a:xfrm>
              <a:off x="1389" y="2643"/>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814" name=""/>
            <p:cNvSpPr/>
            <p:nvPr/>
          </p:nvSpPr>
          <p:spPr>
            <a:xfrm>
              <a:off x="1371" y="2694"/>
              <a:ext cx="1" cy="17"/>
            </a:xfrm>
            <a:custGeom>
              <a:pathLst>
                <a:path w="1" h="17">
                  <a:moveTo>
                    <a:pt x="0" y="16"/>
                  </a:moveTo>
                  <a:lnTo>
                    <a:pt x="0" y="16"/>
                  </a:lnTo>
                  <a:lnTo>
                    <a:pt x="0" y="8"/>
                  </a:lnTo>
                  <a:lnTo>
                    <a:pt x="0" y="8"/>
                  </a:lnTo>
                  <a:lnTo>
                    <a:pt x="0" y="8"/>
                  </a:lnTo>
                  <a:lnTo>
                    <a:pt x="0" y="0"/>
                  </a:lnTo>
                  <a:lnTo>
                    <a:pt x="0" y="0"/>
                  </a:lnTo>
                  <a:lnTo>
                    <a:pt x="0" y="0"/>
                  </a:lnTo>
                  <a:lnTo>
                    <a:pt x="0" y="0"/>
                  </a:lnTo>
                  <a:lnTo>
                    <a:pt x="0" y="0"/>
                  </a:lnTo>
                  <a:lnTo>
                    <a:pt x="0" y="0"/>
                  </a:lnTo>
                  <a:lnTo>
                    <a:pt x="0" y="8"/>
                  </a:lnTo>
                  <a:lnTo>
                    <a:pt x="0" y="8"/>
                  </a:lnTo>
                  <a:lnTo>
                    <a:pt x="0" y="16"/>
                  </a:lnTo>
                  <a:lnTo>
                    <a:pt x="0" y="16"/>
                  </a:lnTo>
                </a:path>
              </a:pathLst>
            </a:custGeom>
            <a:solidFill>
              <a:srgbClr val="A0A070"/>
            </a:solidFill>
            <a:ln cap="rnd">
              <a:noFill/>
              <a:round/>
            </a:ln>
            <a:effectLst/>
          </p:spPr>
        </p:sp>
        <p:cxnSp>
          <p:nvCxnSpPr>
            <p:cNvPr id="51815" name=""/>
            <p:cNvCxnSpPr/>
            <p:nvPr/>
          </p:nvCxnSpPr>
          <p:spPr>
            <a:xfrm>
              <a:off x="1373" y="2698"/>
              <a:ext cx="3" cy="0"/>
            </a:xfrm>
            <a:prstGeom prst="line">
              <a:avLst/>
            </a:prstGeom>
            <a:noFill/>
            <a:ln>
              <a:noFill/>
              <a:miter lim="800000"/>
            </a:ln>
            <a:effectLst/>
          </p:spPr>
        </p:cxnSp>
        <p:cxnSp>
          <p:nvCxnSpPr>
            <p:cNvPr id="51816" name=""/>
            <p:cNvCxnSpPr/>
            <p:nvPr/>
          </p:nvCxnSpPr>
          <p:spPr>
            <a:xfrm>
              <a:off x="1373" y="2698"/>
              <a:ext cx="3" cy="0"/>
            </a:xfrm>
            <a:prstGeom prst="line">
              <a:avLst/>
            </a:prstGeom>
            <a:noFill/>
            <a:ln>
              <a:noFill/>
              <a:miter lim="800000"/>
            </a:ln>
            <a:effectLst/>
          </p:spPr>
        </p:cxnSp>
        <p:cxnSp>
          <p:nvCxnSpPr>
            <p:cNvPr id="51817" name=""/>
            <p:cNvCxnSpPr/>
            <p:nvPr/>
          </p:nvCxnSpPr>
          <p:spPr>
            <a:xfrm>
              <a:off x="1373" y="2698"/>
              <a:ext cx="3" cy="0"/>
            </a:xfrm>
            <a:prstGeom prst="line">
              <a:avLst/>
            </a:prstGeom>
            <a:noFill/>
            <a:ln>
              <a:noFill/>
              <a:miter lim="800000"/>
            </a:ln>
            <a:effectLst/>
          </p:spPr>
        </p:cxnSp>
        <p:cxnSp>
          <p:nvCxnSpPr>
            <p:cNvPr id="51818" name=""/>
            <p:cNvCxnSpPr/>
            <p:nvPr/>
          </p:nvCxnSpPr>
          <p:spPr>
            <a:xfrm>
              <a:off x="1373" y="2698"/>
              <a:ext cx="3" cy="0"/>
            </a:xfrm>
            <a:prstGeom prst="line">
              <a:avLst/>
            </a:prstGeom>
            <a:noFill/>
            <a:ln>
              <a:noFill/>
              <a:miter lim="800000"/>
            </a:ln>
            <a:effectLst/>
          </p:spPr>
        </p:cxnSp>
        <p:cxnSp>
          <p:nvCxnSpPr>
            <p:cNvPr id="51819" name=""/>
            <p:cNvCxnSpPr/>
            <p:nvPr/>
          </p:nvCxnSpPr>
          <p:spPr>
            <a:xfrm>
              <a:off x="1373" y="2698"/>
              <a:ext cx="3" cy="0"/>
            </a:xfrm>
            <a:prstGeom prst="line">
              <a:avLst/>
            </a:prstGeom>
            <a:noFill/>
            <a:ln>
              <a:noFill/>
              <a:miter lim="800000"/>
            </a:ln>
            <a:effectLst/>
          </p:spPr>
        </p:cxnSp>
        <p:cxnSp>
          <p:nvCxnSpPr>
            <p:cNvPr id="51820" name=""/>
            <p:cNvCxnSpPr/>
            <p:nvPr/>
          </p:nvCxnSpPr>
          <p:spPr>
            <a:xfrm>
              <a:off x="1373" y="2698"/>
              <a:ext cx="3" cy="0"/>
            </a:xfrm>
            <a:prstGeom prst="line">
              <a:avLst/>
            </a:prstGeom>
            <a:noFill/>
            <a:ln>
              <a:noFill/>
              <a:miter lim="800000"/>
            </a:ln>
            <a:effectLst/>
          </p:spPr>
        </p:cxnSp>
        <p:cxnSp>
          <p:nvCxnSpPr>
            <p:cNvPr id="51821" name=""/>
            <p:cNvCxnSpPr/>
            <p:nvPr/>
          </p:nvCxnSpPr>
          <p:spPr>
            <a:xfrm>
              <a:off x="1373" y="2698"/>
              <a:ext cx="3" cy="0"/>
            </a:xfrm>
            <a:prstGeom prst="line">
              <a:avLst/>
            </a:prstGeom>
            <a:noFill/>
            <a:ln>
              <a:noFill/>
              <a:miter lim="800000"/>
            </a:ln>
            <a:effectLst/>
          </p:spPr>
        </p:cxnSp>
        <p:sp>
          <p:nvSpPr>
            <p:cNvPr id="51822" name=""/>
            <p:cNvSpPr/>
            <p:nvPr/>
          </p:nvSpPr>
          <p:spPr>
            <a:xfrm>
              <a:off x="1371" y="269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823" name=""/>
            <p:cNvCxnSpPr/>
            <p:nvPr/>
          </p:nvCxnSpPr>
          <p:spPr>
            <a:xfrm>
              <a:off x="1373" y="2697"/>
              <a:ext cx="3" cy="0"/>
            </a:xfrm>
            <a:prstGeom prst="line">
              <a:avLst/>
            </a:prstGeom>
            <a:noFill/>
            <a:ln>
              <a:noFill/>
              <a:miter lim="800000"/>
            </a:ln>
            <a:effectLst/>
          </p:spPr>
        </p:cxnSp>
        <p:cxnSp>
          <p:nvCxnSpPr>
            <p:cNvPr id="51824" name=""/>
            <p:cNvCxnSpPr/>
            <p:nvPr/>
          </p:nvCxnSpPr>
          <p:spPr>
            <a:xfrm>
              <a:off x="1373" y="2697"/>
              <a:ext cx="3" cy="0"/>
            </a:xfrm>
            <a:prstGeom prst="line">
              <a:avLst/>
            </a:prstGeom>
            <a:noFill/>
            <a:ln>
              <a:noFill/>
              <a:miter lim="800000"/>
            </a:ln>
            <a:effectLst/>
          </p:spPr>
        </p:cxnSp>
        <p:cxnSp>
          <p:nvCxnSpPr>
            <p:cNvPr id="51825" name=""/>
            <p:cNvCxnSpPr/>
            <p:nvPr/>
          </p:nvCxnSpPr>
          <p:spPr>
            <a:xfrm>
              <a:off x="1373" y="2697"/>
              <a:ext cx="3" cy="0"/>
            </a:xfrm>
            <a:prstGeom prst="line">
              <a:avLst/>
            </a:prstGeom>
            <a:noFill/>
            <a:ln>
              <a:noFill/>
              <a:miter lim="800000"/>
            </a:ln>
            <a:effectLst/>
          </p:spPr>
        </p:cxnSp>
        <p:cxnSp>
          <p:nvCxnSpPr>
            <p:cNvPr id="51826" name=""/>
            <p:cNvCxnSpPr/>
            <p:nvPr/>
          </p:nvCxnSpPr>
          <p:spPr>
            <a:xfrm>
              <a:off x="1373" y="2697"/>
              <a:ext cx="3" cy="0"/>
            </a:xfrm>
            <a:prstGeom prst="line">
              <a:avLst/>
            </a:prstGeom>
            <a:noFill/>
            <a:ln>
              <a:noFill/>
              <a:miter lim="800000"/>
            </a:ln>
            <a:effectLst/>
          </p:spPr>
        </p:cxnSp>
        <p:cxnSp>
          <p:nvCxnSpPr>
            <p:cNvPr id="51827" name=""/>
            <p:cNvCxnSpPr/>
            <p:nvPr/>
          </p:nvCxnSpPr>
          <p:spPr>
            <a:xfrm>
              <a:off x="1373" y="2697"/>
              <a:ext cx="3" cy="0"/>
            </a:xfrm>
            <a:prstGeom prst="line">
              <a:avLst/>
            </a:prstGeom>
            <a:noFill/>
            <a:ln>
              <a:noFill/>
              <a:miter lim="800000"/>
            </a:ln>
            <a:effectLst/>
          </p:spPr>
        </p:cxnSp>
        <p:cxnSp>
          <p:nvCxnSpPr>
            <p:cNvPr id="51828" name=""/>
            <p:cNvCxnSpPr/>
            <p:nvPr/>
          </p:nvCxnSpPr>
          <p:spPr>
            <a:xfrm>
              <a:off x="1373" y="2697"/>
              <a:ext cx="3" cy="0"/>
            </a:xfrm>
            <a:prstGeom prst="line">
              <a:avLst/>
            </a:prstGeom>
            <a:noFill/>
            <a:ln>
              <a:noFill/>
              <a:miter lim="800000"/>
            </a:ln>
            <a:effectLst/>
          </p:spPr>
        </p:cxnSp>
        <p:cxnSp>
          <p:nvCxnSpPr>
            <p:cNvPr id="51829" name=""/>
            <p:cNvCxnSpPr/>
            <p:nvPr/>
          </p:nvCxnSpPr>
          <p:spPr>
            <a:xfrm>
              <a:off x="1373" y="2697"/>
              <a:ext cx="3" cy="0"/>
            </a:xfrm>
            <a:prstGeom prst="line">
              <a:avLst/>
            </a:prstGeom>
            <a:noFill/>
            <a:ln>
              <a:noFill/>
              <a:miter lim="800000"/>
            </a:ln>
            <a:effectLst/>
          </p:spPr>
        </p:cxnSp>
        <p:cxnSp>
          <p:nvCxnSpPr>
            <p:cNvPr id="51830" name=""/>
            <p:cNvCxnSpPr/>
            <p:nvPr/>
          </p:nvCxnSpPr>
          <p:spPr>
            <a:xfrm>
              <a:off x="1373" y="2697"/>
              <a:ext cx="3" cy="0"/>
            </a:xfrm>
            <a:prstGeom prst="line">
              <a:avLst/>
            </a:prstGeom>
            <a:noFill/>
            <a:ln>
              <a:noFill/>
              <a:miter lim="800000"/>
            </a:ln>
            <a:effectLst/>
          </p:spPr>
        </p:cxnSp>
        <p:cxnSp>
          <p:nvCxnSpPr>
            <p:cNvPr id="51831" name=""/>
            <p:cNvCxnSpPr/>
            <p:nvPr/>
          </p:nvCxnSpPr>
          <p:spPr>
            <a:xfrm>
              <a:off x="1373" y="2697"/>
              <a:ext cx="3" cy="0"/>
            </a:xfrm>
            <a:prstGeom prst="line">
              <a:avLst/>
            </a:prstGeom>
            <a:noFill/>
            <a:ln>
              <a:noFill/>
              <a:miter lim="800000"/>
            </a:ln>
            <a:effectLst/>
          </p:spPr>
        </p:cxnSp>
        <p:sp>
          <p:nvSpPr>
            <p:cNvPr id="51832" name=""/>
            <p:cNvSpPr/>
            <p:nvPr/>
          </p:nvSpPr>
          <p:spPr>
            <a:xfrm>
              <a:off x="1371" y="2693"/>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833" name=""/>
            <p:cNvCxnSpPr/>
            <p:nvPr/>
          </p:nvCxnSpPr>
          <p:spPr>
            <a:xfrm>
              <a:off x="1373" y="2697"/>
              <a:ext cx="3" cy="0"/>
            </a:xfrm>
            <a:prstGeom prst="line">
              <a:avLst/>
            </a:prstGeom>
            <a:noFill/>
            <a:ln>
              <a:noFill/>
              <a:miter lim="800000"/>
            </a:ln>
            <a:effectLst/>
          </p:spPr>
        </p:cxnSp>
        <p:cxnSp>
          <p:nvCxnSpPr>
            <p:cNvPr id="51834" name=""/>
            <p:cNvCxnSpPr/>
            <p:nvPr/>
          </p:nvCxnSpPr>
          <p:spPr>
            <a:xfrm>
              <a:off x="1373" y="2697"/>
              <a:ext cx="3" cy="0"/>
            </a:xfrm>
            <a:prstGeom prst="line">
              <a:avLst/>
            </a:prstGeom>
            <a:noFill/>
            <a:ln>
              <a:noFill/>
              <a:miter lim="800000"/>
            </a:ln>
            <a:effectLst/>
          </p:spPr>
        </p:cxnSp>
        <p:cxnSp>
          <p:nvCxnSpPr>
            <p:cNvPr id="51835" name=""/>
            <p:cNvCxnSpPr/>
            <p:nvPr/>
          </p:nvCxnSpPr>
          <p:spPr>
            <a:xfrm>
              <a:off x="1373" y="2697"/>
              <a:ext cx="3" cy="0"/>
            </a:xfrm>
            <a:prstGeom prst="line">
              <a:avLst/>
            </a:prstGeom>
            <a:noFill/>
            <a:ln>
              <a:noFill/>
              <a:miter lim="800000"/>
            </a:ln>
            <a:effectLst/>
          </p:spPr>
        </p:cxnSp>
        <p:cxnSp>
          <p:nvCxnSpPr>
            <p:cNvPr id="51836" name=""/>
            <p:cNvCxnSpPr/>
            <p:nvPr/>
          </p:nvCxnSpPr>
          <p:spPr>
            <a:xfrm>
              <a:off x="1373" y="2697"/>
              <a:ext cx="3" cy="0"/>
            </a:xfrm>
            <a:prstGeom prst="line">
              <a:avLst/>
            </a:prstGeom>
            <a:noFill/>
            <a:ln>
              <a:noFill/>
              <a:miter lim="800000"/>
            </a:ln>
            <a:effectLst/>
          </p:spPr>
        </p:cxnSp>
        <p:cxnSp>
          <p:nvCxnSpPr>
            <p:cNvPr id="51837" name=""/>
            <p:cNvCxnSpPr/>
            <p:nvPr/>
          </p:nvCxnSpPr>
          <p:spPr>
            <a:xfrm>
              <a:off x="1373" y="2697"/>
              <a:ext cx="3" cy="0"/>
            </a:xfrm>
            <a:prstGeom prst="line">
              <a:avLst/>
            </a:prstGeom>
            <a:noFill/>
            <a:ln>
              <a:noFill/>
              <a:miter lim="800000"/>
            </a:ln>
            <a:effectLst/>
          </p:spPr>
        </p:cxnSp>
        <p:sp>
          <p:nvSpPr>
            <p:cNvPr id="51838" name=""/>
            <p:cNvSpPr/>
            <p:nvPr/>
          </p:nvSpPr>
          <p:spPr>
            <a:xfrm>
              <a:off x="1371" y="269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839" name=""/>
            <p:cNvCxnSpPr/>
            <p:nvPr/>
          </p:nvCxnSpPr>
          <p:spPr>
            <a:xfrm>
              <a:off x="1373" y="2696"/>
              <a:ext cx="3" cy="0"/>
            </a:xfrm>
            <a:prstGeom prst="line">
              <a:avLst/>
            </a:prstGeom>
            <a:noFill/>
            <a:ln>
              <a:noFill/>
              <a:miter lim="800000"/>
            </a:ln>
            <a:effectLst/>
          </p:spPr>
        </p:cxnSp>
        <p:sp>
          <p:nvSpPr>
            <p:cNvPr id="51840" name=""/>
            <p:cNvSpPr/>
            <p:nvPr/>
          </p:nvSpPr>
          <p:spPr>
            <a:xfrm>
              <a:off x="1370" y="2693"/>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1841" name=""/>
            <p:cNvSpPr/>
            <p:nvPr/>
          </p:nvSpPr>
          <p:spPr>
            <a:xfrm>
              <a:off x="1371" y="2604"/>
              <a:ext cx="86" cy="17"/>
            </a:xfrm>
            <a:custGeom>
              <a:pathLst>
                <a:path w="86" h="17">
                  <a:moveTo>
                    <a:pt x="0" y="16"/>
                  </a:moveTo>
                  <a:lnTo>
                    <a:pt x="0" y="0"/>
                  </a:lnTo>
                  <a:lnTo>
                    <a:pt x="85" y="0"/>
                  </a:lnTo>
                  <a:lnTo>
                    <a:pt x="85" y="16"/>
                  </a:lnTo>
                  <a:lnTo>
                    <a:pt x="0" y="16"/>
                  </a:lnTo>
                </a:path>
              </a:pathLst>
            </a:custGeom>
            <a:solidFill>
              <a:srgbClr val="505020"/>
            </a:solidFill>
            <a:ln cap="rnd">
              <a:noFill/>
              <a:round/>
            </a:ln>
            <a:effectLst/>
          </p:spPr>
        </p:sp>
        <p:sp>
          <p:nvSpPr>
            <p:cNvPr id="51842" name=""/>
            <p:cNvSpPr/>
            <p:nvPr/>
          </p:nvSpPr>
          <p:spPr>
            <a:xfrm>
              <a:off x="1388" y="2601"/>
              <a:ext cx="17" cy="17"/>
            </a:xfrm>
            <a:custGeom>
              <a:pathLst>
                <a:path w="17" h="17">
                  <a:moveTo>
                    <a:pt x="8" y="0"/>
                  </a:moveTo>
                  <a:lnTo>
                    <a:pt x="0" y="0"/>
                  </a:lnTo>
                  <a:lnTo>
                    <a:pt x="0" y="16"/>
                  </a:lnTo>
                  <a:lnTo>
                    <a:pt x="8" y="16"/>
                  </a:lnTo>
                  <a:lnTo>
                    <a:pt x="16" y="0"/>
                  </a:lnTo>
                  <a:lnTo>
                    <a:pt x="8" y="0"/>
                  </a:lnTo>
                </a:path>
              </a:pathLst>
            </a:custGeom>
            <a:solidFill>
              <a:srgbClr val="E0E0B0"/>
            </a:solidFill>
            <a:ln cap="rnd">
              <a:noFill/>
              <a:round/>
            </a:ln>
            <a:effectLst/>
          </p:spPr>
        </p:sp>
        <p:sp>
          <p:nvSpPr>
            <p:cNvPr id="51843" name=""/>
            <p:cNvSpPr/>
            <p:nvPr/>
          </p:nvSpPr>
          <p:spPr>
            <a:xfrm>
              <a:off x="1388" y="2611"/>
              <a:ext cx="17" cy="17"/>
            </a:xfrm>
            <a:custGeom>
              <a:pathLst>
                <a:path w="17" h="17">
                  <a:moveTo>
                    <a:pt x="8" y="0"/>
                  </a:moveTo>
                  <a:lnTo>
                    <a:pt x="0" y="0"/>
                  </a:lnTo>
                  <a:lnTo>
                    <a:pt x="0" y="16"/>
                  </a:lnTo>
                  <a:lnTo>
                    <a:pt x="8" y="16"/>
                  </a:lnTo>
                  <a:lnTo>
                    <a:pt x="16" y="16"/>
                  </a:lnTo>
                  <a:lnTo>
                    <a:pt x="16" y="0"/>
                  </a:lnTo>
                  <a:lnTo>
                    <a:pt x="8" y="0"/>
                  </a:lnTo>
                </a:path>
              </a:pathLst>
            </a:custGeom>
            <a:solidFill>
              <a:srgbClr val="E0E0B0"/>
            </a:solidFill>
            <a:ln cap="rnd">
              <a:noFill/>
              <a:round/>
            </a:ln>
            <a:effectLst/>
          </p:spPr>
        </p:sp>
        <p:sp>
          <p:nvSpPr>
            <p:cNvPr id="51844" name=""/>
            <p:cNvSpPr/>
            <p:nvPr/>
          </p:nvSpPr>
          <p:spPr>
            <a:xfrm>
              <a:off x="1395" y="2674"/>
              <a:ext cx="64" cy="17"/>
            </a:xfrm>
            <a:custGeom>
              <a:pathLst>
                <a:path w="64" h="17">
                  <a:moveTo>
                    <a:pt x="0" y="0"/>
                  </a:moveTo>
                  <a:lnTo>
                    <a:pt x="0" y="16"/>
                  </a:lnTo>
                  <a:lnTo>
                    <a:pt x="63" y="16"/>
                  </a:lnTo>
                  <a:lnTo>
                    <a:pt x="63" y="0"/>
                  </a:lnTo>
                  <a:lnTo>
                    <a:pt x="0" y="0"/>
                  </a:lnTo>
                </a:path>
              </a:pathLst>
            </a:custGeom>
            <a:solidFill>
              <a:srgbClr val="A0A080"/>
            </a:solidFill>
            <a:ln cap="rnd">
              <a:noFill/>
              <a:round/>
            </a:ln>
            <a:effectLst/>
          </p:spPr>
        </p:sp>
        <p:sp>
          <p:nvSpPr>
            <p:cNvPr id="51845" name=""/>
            <p:cNvSpPr/>
            <p:nvPr/>
          </p:nvSpPr>
          <p:spPr>
            <a:xfrm>
              <a:off x="1389" y="2695"/>
              <a:ext cx="35" cy="17"/>
            </a:xfrm>
            <a:custGeom>
              <a:pathLst>
                <a:path w="35" h="17">
                  <a:moveTo>
                    <a:pt x="0" y="16"/>
                  </a:moveTo>
                  <a:lnTo>
                    <a:pt x="33" y="16"/>
                  </a:lnTo>
                  <a:lnTo>
                    <a:pt x="34" y="5"/>
                  </a:lnTo>
                  <a:lnTo>
                    <a:pt x="0" y="0"/>
                  </a:lnTo>
                  <a:lnTo>
                    <a:pt x="0" y="5"/>
                  </a:lnTo>
                  <a:lnTo>
                    <a:pt x="0" y="16"/>
                  </a:lnTo>
                </a:path>
              </a:pathLst>
            </a:custGeom>
            <a:solidFill>
              <a:srgbClr val="E0E0B0"/>
            </a:solidFill>
            <a:ln cap="rnd">
              <a:noFill/>
              <a:round/>
            </a:ln>
            <a:effectLst/>
          </p:spPr>
        </p:sp>
        <p:sp>
          <p:nvSpPr>
            <p:cNvPr id="51846" name=""/>
            <p:cNvSpPr/>
            <p:nvPr/>
          </p:nvSpPr>
          <p:spPr>
            <a:xfrm>
              <a:off x="1404" y="2683"/>
              <a:ext cx="21" cy="17"/>
            </a:xfrm>
            <a:custGeom>
              <a:pathLst>
                <a:path w="21" h="17">
                  <a:moveTo>
                    <a:pt x="0" y="16"/>
                  </a:moveTo>
                  <a:lnTo>
                    <a:pt x="0" y="0"/>
                  </a:lnTo>
                  <a:lnTo>
                    <a:pt x="20" y="0"/>
                  </a:lnTo>
                  <a:lnTo>
                    <a:pt x="20" y="16"/>
                  </a:lnTo>
                  <a:lnTo>
                    <a:pt x="0" y="16"/>
                  </a:lnTo>
                </a:path>
              </a:pathLst>
            </a:custGeom>
            <a:solidFill>
              <a:srgbClr val="E0E0B0"/>
            </a:solidFill>
            <a:ln cap="rnd">
              <a:noFill/>
              <a:round/>
            </a:ln>
            <a:effectLst/>
          </p:spPr>
        </p:sp>
        <p:sp>
          <p:nvSpPr>
            <p:cNvPr id="51847" name=""/>
            <p:cNvSpPr/>
            <p:nvPr/>
          </p:nvSpPr>
          <p:spPr>
            <a:xfrm>
              <a:off x="1428" y="2685"/>
              <a:ext cx="33" cy="17"/>
            </a:xfrm>
            <a:custGeom>
              <a:pathLst>
                <a:path w="33" h="17">
                  <a:moveTo>
                    <a:pt x="1" y="16"/>
                  </a:moveTo>
                  <a:lnTo>
                    <a:pt x="31" y="16"/>
                  </a:lnTo>
                  <a:lnTo>
                    <a:pt x="32" y="10"/>
                  </a:lnTo>
                  <a:lnTo>
                    <a:pt x="31" y="0"/>
                  </a:lnTo>
                  <a:lnTo>
                    <a:pt x="1" y="0"/>
                  </a:lnTo>
                  <a:lnTo>
                    <a:pt x="0" y="10"/>
                  </a:lnTo>
                  <a:lnTo>
                    <a:pt x="1" y="16"/>
                  </a:lnTo>
                </a:path>
              </a:pathLst>
            </a:custGeom>
            <a:solidFill>
              <a:srgbClr val="E0E0B0"/>
            </a:solidFill>
            <a:ln cap="rnd">
              <a:noFill/>
              <a:round/>
            </a:ln>
            <a:effectLst/>
          </p:spPr>
        </p:sp>
        <p:cxnSp>
          <p:nvCxnSpPr>
            <p:cNvPr id="51848" name=""/>
            <p:cNvCxnSpPr/>
            <p:nvPr/>
          </p:nvCxnSpPr>
          <p:spPr>
            <a:xfrm flipH="1">
              <a:off x="1391" y="2638"/>
              <a:ext cx="0" cy="13"/>
            </a:xfrm>
            <a:prstGeom prst="line">
              <a:avLst/>
            </a:prstGeom>
            <a:noFill/>
            <a:ln>
              <a:noFill/>
              <a:miter lim="800000"/>
            </a:ln>
            <a:effectLst/>
          </p:spPr>
        </p:cxnSp>
        <p:cxnSp>
          <p:nvCxnSpPr>
            <p:cNvPr id="51849" name=""/>
            <p:cNvCxnSpPr/>
            <p:nvPr/>
          </p:nvCxnSpPr>
          <p:spPr>
            <a:xfrm flipH="1">
              <a:off x="1391" y="2633"/>
              <a:ext cx="0" cy="1"/>
            </a:xfrm>
            <a:prstGeom prst="line">
              <a:avLst/>
            </a:prstGeom>
            <a:noFill/>
            <a:ln>
              <a:noFill/>
              <a:miter lim="800000"/>
            </a:ln>
            <a:effectLst/>
          </p:spPr>
        </p:cxnSp>
        <p:sp>
          <p:nvSpPr>
            <p:cNvPr id="51850" name=""/>
            <p:cNvSpPr/>
            <p:nvPr/>
          </p:nvSpPr>
          <p:spPr>
            <a:xfrm>
              <a:off x="1383" y="2633"/>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851" name=""/>
            <p:cNvSpPr/>
            <p:nvPr/>
          </p:nvSpPr>
          <p:spPr>
            <a:xfrm>
              <a:off x="1405" y="2630"/>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852" name=""/>
            <p:cNvSpPr/>
            <p:nvPr/>
          </p:nvSpPr>
          <p:spPr>
            <a:xfrm>
              <a:off x="1405" y="2634"/>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1853" name=""/>
            <p:cNvSpPr/>
            <p:nvPr/>
          </p:nvSpPr>
          <p:spPr>
            <a:xfrm>
              <a:off x="1429" y="2634"/>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854" name=""/>
            <p:cNvSpPr/>
            <p:nvPr/>
          </p:nvSpPr>
          <p:spPr>
            <a:xfrm>
              <a:off x="1388" y="2639"/>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1855" name=""/>
            <p:cNvSpPr/>
            <p:nvPr/>
          </p:nvSpPr>
          <p:spPr>
            <a:xfrm>
              <a:off x="1391" y="2647"/>
              <a:ext cx="34" cy="17"/>
            </a:xfrm>
            <a:custGeom>
              <a:pathLst>
                <a:path w="34" h="17">
                  <a:moveTo>
                    <a:pt x="0" y="16"/>
                  </a:moveTo>
                  <a:lnTo>
                    <a:pt x="32" y="16"/>
                  </a:lnTo>
                  <a:lnTo>
                    <a:pt x="33" y="0"/>
                  </a:lnTo>
                  <a:lnTo>
                    <a:pt x="0" y="0"/>
                  </a:lnTo>
                  <a:lnTo>
                    <a:pt x="0" y="16"/>
                  </a:lnTo>
                </a:path>
              </a:pathLst>
            </a:custGeom>
            <a:solidFill>
              <a:srgbClr val="F0E0C0"/>
            </a:solidFill>
            <a:ln cap="rnd">
              <a:noFill/>
              <a:round/>
            </a:ln>
            <a:effectLst/>
          </p:spPr>
        </p:sp>
        <p:sp>
          <p:nvSpPr>
            <p:cNvPr id="51856" name=""/>
            <p:cNvSpPr/>
            <p:nvPr/>
          </p:nvSpPr>
          <p:spPr>
            <a:xfrm>
              <a:off x="1425" y="2639"/>
              <a:ext cx="17" cy="17"/>
            </a:xfrm>
            <a:custGeom>
              <a:pathLst>
                <a:path w="17" h="17">
                  <a:moveTo>
                    <a:pt x="0" y="0"/>
                  </a:moveTo>
                  <a:lnTo>
                    <a:pt x="0" y="14"/>
                  </a:lnTo>
                  <a:lnTo>
                    <a:pt x="6" y="16"/>
                  </a:lnTo>
                  <a:lnTo>
                    <a:pt x="6" y="16"/>
                  </a:lnTo>
                  <a:lnTo>
                    <a:pt x="16" y="16"/>
                  </a:lnTo>
                  <a:lnTo>
                    <a:pt x="6" y="14"/>
                  </a:lnTo>
                  <a:lnTo>
                    <a:pt x="6" y="0"/>
                  </a:lnTo>
                  <a:lnTo>
                    <a:pt x="0" y="0"/>
                  </a:lnTo>
                </a:path>
              </a:pathLst>
            </a:custGeom>
            <a:solidFill>
              <a:srgbClr val="808050"/>
            </a:solidFill>
            <a:ln cap="rnd">
              <a:noFill/>
              <a:round/>
            </a:ln>
            <a:effectLst/>
          </p:spPr>
        </p:sp>
        <p:sp>
          <p:nvSpPr>
            <p:cNvPr id="51857" name=""/>
            <p:cNvSpPr/>
            <p:nvPr/>
          </p:nvSpPr>
          <p:spPr>
            <a:xfrm>
              <a:off x="1429" y="2631"/>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858" name=""/>
            <p:cNvSpPr/>
            <p:nvPr/>
          </p:nvSpPr>
          <p:spPr>
            <a:xfrm>
              <a:off x="1443" y="263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859" name=""/>
            <p:cNvSpPr/>
            <p:nvPr/>
          </p:nvSpPr>
          <p:spPr>
            <a:xfrm>
              <a:off x="1391" y="2630"/>
              <a:ext cx="35" cy="1"/>
            </a:xfrm>
            <a:custGeom>
              <a:pathLst>
                <a:path w="35" h="1">
                  <a:moveTo>
                    <a:pt x="0" y="0"/>
                  </a:moveTo>
                  <a:lnTo>
                    <a:pt x="1" y="0"/>
                  </a:lnTo>
                  <a:lnTo>
                    <a:pt x="32" y="0"/>
                  </a:lnTo>
                  <a:lnTo>
                    <a:pt x="33" y="0"/>
                  </a:lnTo>
                  <a:lnTo>
                    <a:pt x="34" y="0"/>
                  </a:lnTo>
                  <a:lnTo>
                    <a:pt x="34" y="0"/>
                  </a:lnTo>
                  <a:lnTo>
                    <a:pt x="33" y="0"/>
                  </a:lnTo>
                  <a:lnTo>
                    <a:pt x="32" y="0"/>
                  </a:lnTo>
                  <a:lnTo>
                    <a:pt x="1" y="0"/>
                  </a:lnTo>
                  <a:lnTo>
                    <a:pt x="0" y="0"/>
                  </a:lnTo>
                  <a:lnTo>
                    <a:pt x="0" y="0"/>
                  </a:lnTo>
                </a:path>
              </a:pathLst>
            </a:custGeom>
            <a:solidFill>
              <a:srgbClr val="808050"/>
            </a:solidFill>
            <a:ln cap="rnd">
              <a:noFill/>
              <a:round/>
            </a:ln>
            <a:effectLst/>
          </p:spPr>
        </p:sp>
        <p:sp>
          <p:nvSpPr>
            <p:cNvPr id="51860" name=""/>
            <p:cNvSpPr/>
            <p:nvPr/>
          </p:nvSpPr>
          <p:spPr>
            <a:xfrm>
              <a:off x="1384" y="2633"/>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861" name=""/>
            <p:cNvSpPr/>
            <p:nvPr/>
          </p:nvSpPr>
          <p:spPr>
            <a:xfrm>
              <a:off x="1388" y="2630"/>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1862" name=""/>
            <p:cNvCxnSpPr/>
            <p:nvPr/>
          </p:nvCxnSpPr>
          <p:spPr>
            <a:xfrm>
              <a:off x="1389" y="2634"/>
              <a:ext cx="21" cy="0"/>
            </a:xfrm>
            <a:prstGeom prst="line">
              <a:avLst/>
            </a:prstGeom>
            <a:noFill/>
            <a:ln>
              <a:noFill/>
              <a:miter lim="800000"/>
            </a:ln>
            <a:effectLst/>
          </p:spPr>
        </p:cxnSp>
        <p:cxnSp>
          <p:nvCxnSpPr>
            <p:cNvPr id="51863" name=""/>
            <p:cNvCxnSpPr/>
            <p:nvPr/>
          </p:nvCxnSpPr>
          <p:spPr>
            <a:xfrm flipH="1">
              <a:off x="1410" y="2638"/>
              <a:ext cx="0" cy="2"/>
            </a:xfrm>
            <a:prstGeom prst="line">
              <a:avLst/>
            </a:prstGeom>
            <a:noFill/>
            <a:ln>
              <a:noFill/>
              <a:miter lim="800000"/>
            </a:ln>
            <a:effectLst/>
          </p:spPr>
        </p:cxnSp>
        <p:sp>
          <p:nvSpPr>
            <p:cNvPr id="51864" name=""/>
            <p:cNvSpPr/>
            <p:nvPr/>
          </p:nvSpPr>
          <p:spPr>
            <a:xfrm>
              <a:off x="1410" y="263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865" name=""/>
            <p:cNvSpPr/>
            <p:nvPr/>
          </p:nvSpPr>
          <p:spPr>
            <a:xfrm>
              <a:off x="1424" y="2634"/>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866" name=""/>
            <p:cNvSpPr/>
            <p:nvPr/>
          </p:nvSpPr>
          <p:spPr>
            <a:xfrm>
              <a:off x="1424" y="2631"/>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1867" name=""/>
            <p:cNvSpPr/>
            <p:nvPr/>
          </p:nvSpPr>
          <p:spPr>
            <a:xfrm>
              <a:off x="1410" y="2629"/>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1868" name=""/>
            <p:cNvSpPr/>
            <p:nvPr/>
          </p:nvSpPr>
          <p:spPr>
            <a:xfrm>
              <a:off x="1435" y="2641"/>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1869" name=""/>
            <p:cNvSpPr/>
            <p:nvPr/>
          </p:nvSpPr>
          <p:spPr>
            <a:xfrm>
              <a:off x="1391" y="2596"/>
              <a:ext cx="34" cy="17"/>
            </a:xfrm>
            <a:custGeom>
              <a:pathLst>
                <a:path w="34" h="17">
                  <a:moveTo>
                    <a:pt x="0" y="16"/>
                  </a:moveTo>
                  <a:lnTo>
                    <a:pt x="0" y="0"/>
                  </a:lnTo>
                  <a:lnTo>
                    <a:pt x="33" y="0"/>
                  </a:lnTo>
                  <a:lnTo>
                    <a:pt x="33" y="16"/>
                  </a:lnTo>
                  <a:lnTo>
                    <a:pt x="0" y="16"/>
                  </a:lnTo>
                </a:path>
              </a:pathLst>
            </a:custGeom>
            <a:solidFill>
              <a:srgbClr val="706040"/>
            </a:solidFill>
            <a:ln cap="rnd">
              <a:noFill/>
              <a:round/>
            </a:ln>
            <a:effectLst/>
          </p:spPr>
        </p:sp>
        <p:sp>
          <p:nvSpPr>
            <p:cNvPr id="51870" name=""/>
            <p:cNvSpPr/>
            <p:nvPr/>
          </p:nvSpPr>
          <p:spPr>
            <a:xfrm>
              <a:off x="1425" y="2599"/>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1871" name=""/>
            <p:cNvSpPr/>
            <p:nvPr/>
          </p:nvSpPr>
          <p:spPr>
            <a:xfrm>
              <a:off x="1425" y="2613"/>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1872" name=""/>
            <p:cNvSpPr/>
            <p:nvPr/>
          </p:nvSpPr>
          <p:spPr>
            <a:xfrm>
              <a:off x="1391" y="2614"/>
              <a:ext cx="34" cy="17"/>
            </a:xfrm>
            <a:custGeom>
              <a:pathLst>
                <a:path w="34" h="17">
                  <a:moveTo>
                    <a:pt x="0" y="16"/>
                  </a:moveTo>
                  <a:lnTo>
                    <a:pt x="33" y="16"/>
                  </a:lnTo>
                  <a:lnTo>
                    <a:pt x="33" y="0"/>
                  </a:lnTo>
                  <a:lnTo>
                    <a:pt x="0" y="0"/>
                  </a:lnTo>
                  <a:lnTo>
                    <a:pt x="0" y="16"/>
                  </a:lnTo>
                </a:path>
              </a:pathLst>
            </a:custGeom>
            <a:solidFill>
              <a:srgbClr val="E0E0B0"/>
            </a:solidFill>
            <a:ln cap="rnd">
              <a:noFill/>
              <a:round/>
            </a:ln>
            <a:effectLst/>
          </p:spPr>
        </p:sp>
        <p:sp>
          <p:nvSpPr>
            <p:cNvPr id="51873" name=""/>
            <p:cNvSpPr/>
            <p:nvPr/>
          </p:nvSpPr>
          <p:spPr>
            <a:xfrm>
              <a:off x="1366" y="2606"/>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1874" name=""/>
            <p:cNvSpPr/>
            <p:nvPr/>
          </p:nvSpPr>
          <p:spPr>
            <a:xfrm>
              <a:off x="1395" y="2690"/>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1875" name=""/>
            <p:cNvCxnSpPr/>
            <p:nvPr/>
          </p:nvCxnSpPr>
          <p:spPr>
            <a:xfrm flipH="1">
              <a:off x="1464" y="2674"/>
              <a:ext cx="0" cy="14"/>
            </a:xfrm>
            <a:prstGeom prst="line">
              <a:avLst/>
            </a:prstGeom>
            <a:noFill/>
            <a:ln>
              <a:noFill/>
              <a:miter lim="800000"/>
            </a:ln>
            <a:effectLst/>
          </p:spPr>
        </p:cxnSp>
        <p:sp>
          <p:nvSpPr>
            <p:cNvPr id="51876" name=""/>
            <p:cNvSpPr/>
            <p:nvPr/>
          </p:nvSpPr>
          <p:spPr>
            <a:xfrm>
              <a:off x="1395" y="2668"/>
              <a:ext cx="64" cy="17"/>
            </a:xfrm>
            <a:custGeom>
              <a:pathLst>
                <a:path w="64" h="17">
                  <a:moveTo>
                    <a:pt x="0" y="16"/>
                  </a:moveTo>
                  <a:lnTo>
                    <a:pt x="0" y="0"/>
                  </a:lnTo>
                  <a:lnTo>
                    <a:pt x="63" y="0"/>
                  </a:lnTo>
                  <a:lnTo>
                    <a:pt x="63" y="16"/>
                  </a:lnTo>
                  <a:lnTo>
                    <a:pt x="0" y="16"/>
                  </a:lnTo>
                </a:path>
              </a:pathLst>
            </a:custGeom>
            <a:solidFill>
              <a:srgbClr val="706040"/>
            </a:solidFill>
            <a:ln cap="rnd">
              <a:noFill/>
              <a:round/>
            </a:ln>
            <a:effectLst/>
          </p:spPr>
        </p:sp>
        <p:sp>
          <p:nvSpPr>
            <p:cNvPr id="51877" name=""/>
            <p:cNvSpPr/>
            <p:nvPr/>
          </p:nvSpPr>
          <p:spPr>
            <a:xfrm>
              <a:off x="1391" y="2674"/>
              <a:ext cx="17" cy="17"/>
            </a:xfrm>
            <a:custGeom>
              <a:pathLst>
                <a:path w="17" h="17">
                  <a:moveTo>
                    <a:pt x="16" y="0"/>
                  </a:moveTo>
                  <a:lnTo>
                    <a:pt x="16" y="16"/>
                  </a:lnTo>
                  <a:lnTo>
                    <a:pt x="0" y="16"/>
                  </a:lnTo>
                  <a:lnTo>
                    <a:pt x="0" y="0"/>
                  </a:lnTo>
                  <a:lnTo>
                    <a:pt x="16" y="0"/>
                  </a:lnTo>
                </a:path>
              </a:pathLst>
            </a:custGeom>
            <a:solidFill>
              <a:srgbClr val="706040"/>
            </a:solidFill>
            <a:ln cap="rnd">
              <a:noFill/>
              <a:round/>
            </a:ln>
            <a:effectLst/>
          </p:spPr>
        </p:sp>
        <p:sp>
          <p:nvSpPr>
            <p:cNvPr id="51878" name=""/>
            <p:cNvSpPr/>
            <p:nvPr/>
          </p:nvSpPr>
          <p:spPr>
            <a:xfrm>
              <a:off x="1395" y="2682"/>
              <a:ext cx="64" cy="17"/>
            </a:xfrm>
            <a:custGeom>
              <a:pathLst>
                <a:path w="64" h="17">
                  <a:moveTo>
                    <a:pt x="0" y="0"/>
                  </a:moveTo>
                  <a:lnTo>
                    <a:pt x="0" y="16"/>
                  </a:lnTo>
                  <a:lnTo>
                    <a:pt x="63" y="16"/>
                  </a:lnTo>
                  <a:lnTo>
                    <a:pt x="63" y="0"/>
                  </a:lnTo>
                  <a:lnTo>
                    <a:pt x="0" y="0"/>
                  </a:lnTo>
                </a:path>
              </a:pathLst>
            </a:custGeom>
            <a:solidFill>
              <a:srgbClr val="706040"/>
            </a:solidFill>
            <a:ln cap="rnd">
              <a:noFill/>
              <a:round/>
            </a:ln>
            <a:effectLst/>
          </p:spPr>
        </p:sp>
        <p:sp>
          <p:nvSpPr>
            <p:cNvPr id="51879" name=""/>
            <p:cNvSpPr/>
            <p:nvPr/>
          </p:nvSpPr>
          <p:spPr>
            <a:xfrm>
              <a:off x="1350" y="2714"/>
              <a:ext cx="125" cy="17"/>
            </a:xfrm>
            <a:custGeom>
              <a:pathLst>
                <a:path w="125" h="17">
                  <a:moveTo>
                    <a:pt x="0" y="0"/>
                  </a:moveTo>
                  <a:lnTo>
                    <a:pt x="0" y="16"/>
                  </a:lnTo>
                  <a:lnTo>
                    <a:pt x="124" y="16"/>
                  </a:lnTo>
                  <a:lnTo>
                    <a:pt x="124" y="0"/>
                  </a:lnTo>
                  <a:lnTo>
                    <a:pt x="0" y="0"/>
                  </a:lnTo>
                </a:path>
              </a:pathLst>
            </a:custGeom>
            <a:solidFill>
              <a:srgbClr val="D0C0A0"/>
            </a:solidFill>
            <a:ln cap="rnd">
              <a:noFill/>
              <a:round/>
            </a:ln>
            <a:effectLst/>
          </p:spPr>
        </p:sp>
        <p:sp>
          <p:nvSpPr>
            <p:cNvPr id="51880" name=""/>
            <p:cNvSpPr/>
            <p:nvPr/>
          </p:nvSpPr>
          <p:spPr>
            <a:xfrm>
              <a:off x="1370" y="2716"/>
              <a:ext cx="86" cy="17"/>
            </a:xfrm>
            <a:custGeom>
              <a:pathLst>
                <a:path w="86" h="17">
                  <a:moveTo>
                    <a:pt x="1" y="16"/>
                  </a:moveTo>
                  <a:lnTo>
                    <a:pt x="83" y="16"/>
                  </a:lnTo>
                  <a:lnTo>
                    <a:pt x="84" y="16"/>
                  </a:lnTo>
                  <a:lnTo>
                    <a:pt x="84" y="14"/>
                  </a:lnTo>
                  <a:lnTo>
                    <a:pt x="85" y="3"/>
                  </a:lnTo>
                  <a:lnTo>
                    <a:pt x="84" y="1"/>
                  </a:lnTo>
                  <a:lnTo>
                    <a:pt x="83" y="1"/>
                  </a:lnTo>
                  <a:lnTo>
                    <a:pt x="1" y="0"/>
                  </a:lnTo>
                  <a:lnTo>
                    <a:pt x="0" y="1"/>
                  </a:lnTo>
                  <a:lnTo>
                    <a:pt x="0" y="3"/>
                  </a:lnTo>
                  <a:lnTo>
                    <a:pt x="0" y="12"/>
                  </a:lnTo>
                  <a:lnTo>
                    <a:pt x="0" y="14"/>
                  </a:lnTo>
                  <a:lnTo>
                    <a:pt x="1" y="16"/>
                  </a:lnTo>
                </a:path>
              </a:pathLst>
            </a:custGeom>
            <a:solidFill>
              <a:srgbClr val="404040"/>
            </a:solidFill>
            <a:ln cap="rnd">
              <a:noFill/>
              <a:round/>
            </a:ln>
            <a:effectLst/>
          </p:spPr>
        </p:sp>
        <p:sp>
          <p:nvSpPr>
            <p:cNvPr id="51881" name=""/>
            <p:cNvSpPr/>
            <p:nvPr/>
          </p:nvSpPr>
          <p:spPr>
            <a:xfrm>
              <a:off x="1410" y="2558"/>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1882" name=""/>
            <p:cNvSpPr/>
            <p:nvPr/>
          </p:nvSpPr>
          <p:spPr>
            <a:xfrm>
              <a:off x="1412" y="2562"/>
              <a:ext cx="17" cy="17"/>
            </a:xfrm>
            <a:custGeom>
              <a:pathLst>
                <a:path w="17" h="17">
                  <a:moveTo>
                    <a:pt x="10" y="0"/>
                  </a:moveTo>
                  <a:lnTo>
                    <a:pt x="16" y="0"/>
                  </a:lnTo>
                  <a:lnTo>
                    <a:pt x="16" y="16"/>
                  </a:lnTo>
                  <a:lnTo>
                    <a:pt x="0" y="16"/>
                  </a:lnTo>
                  <a:lnTo>
                    <a:pt x="10" y="0"/>
                  </a:lnTo>
                </a:path>
              </a:pathLst>
            </a:custGeom>
            <a:noFill/>
            <a:ln w="12700" cap="rnd" cmpd="sng">
              <a:solidFill>
                <a:srgbClr val="000000"/>
              </a:solidFill>
              <a:prstDash val="solid"/>
              <a:round/>
            </a:ln>
            <a:effectLst/>
          </p:spPr>
        </p:sp>
        <p:sp>
          <p:nvSpPr>
            <p:cNvPr id="51883" name=""/>
            <p:cNvSpPr/>
            <p:nvPr/>
          </p:nvSpPr>
          <p:spPr>
            <a:xfrm>
              <a:off x="1363" y="2554"/>
              <a:ext cx="102" cy="17"/>
            </a:xfrm>
            <a:custGeom>
              <a:pathLst>
                <a:path w="102" h="17">
                  <a:moveTo>
                    <a:pt x="7" y="0"/>
                  </a:moveTo>
                  <a:lnTo>
                    <a:pt x="94" y="0"/>
                  </a:lnTo>
                  <a:lnTo>
                    <a:pt x="96" y="1"/>
                  </a:lnTo>
                  <a:lnTo>
                    <a:pt x="97" y="1"/>
                  </a:lnTo>
                  <a:lnTo>
                    <a:pt x="98" y="2"/>
                  </a:lnTo>
                  <a:lnTo>
                    <a:pt x="99" y="2"/>
                  </a:lnTo>
                  <a:lnTo>
                    <a:pt x="100" y="4"/>
                  </a:lnTo>
                  <a:lnTo>
                    <a:pt x="101" y="4"/>
                  </a:lnTo>
                  <a:lnTo>
                    <a:pt x="101" y="6"/>
                  </a:lnTo>
                  <a:lnTo>
                    <a:pt x="101" y="9"/>
                  </a:lnTo>
                  <a:lnTo>
                    <a:pt x="101" y="11"/>
                  </a:lnTo>
                  <a:lnTo>
                    <a:pt x="100" y="11"/>
                  </a:lnTo>
                  <a:lnTo>
                    <a:pt x="99" y="13"/>
                  </a:lnTo>
                  <a:lnTo>
                    <a:pt x="98" y="14"/>
                  </a:lnTo>
                  <a:lnTo>
                    <a:pt x="97" y="14"/>
                  </a:lnTo>
                  <a:lnTo>
                    <a:pt x="96" y="16"/>
                  </a:lnTo>
                  <a:lnTo>
                    <a:pt x="94" y="16"/>
                  </a:lnTo>
                  <a:lnTo>
                    <a:pt x="93" y="16"/>
                  </a:lnTo>
                  <a:lnTo>
                    <a:pt x="7" y="16"/>
                  </a:lnTo>
                  <a:lnTo>
                    <a:pt x="6" y="16"/>
                  </a:lnTo>
                  <a:lnTo>
                    <a:pt x="4" y="16"/>
                  </a:lnTo>
                  <a:lnTo>
                    <a:pt x="3" y="14"/>
                  </a:lnTo>
                  <a:lnTo>
                    <a:pt x="2" y="14"/>
                  </a:lnTo>
                  <a:lnTo>
                    <a:pt x="0" y="12"/>
                  </a:lnTo>
                  <a:lnTo>
                    <a:pt x="0" y="11"/>
                  </a:lnTo>
                  <a:lnTo>
                    <a:pt x="0" y="9"/>
                  </a:lnTo>
                  <a:lnTo>
                    <a:pt x="0" y="9"/>
                  </a:lnTo>
                  <a:lnTo>
                    <a:pt x="0" y="6"/>
                  </a:lnTo>
                  <a:lnTo>
                    <a:pt x="0" y="6"/>
                  </a:lnTo>
                  <a:lnTo>
                    <a:pt x="0" y="4"/>
                  </a:lnTo>
                  <a:lnTo>
                    <a:pt x="0" y="3"/>
                  </a:lnTo>
                  <a:lnTo>
                    <a:pt x="1" y="2"/>
                  </a:lnTo>
                  <a:lnTo>
                    <a:pt x="3" y="1"/>
                  </a:lnTo>
                  <a:lnTo>
                    <a:pt x="4" y="1"/>
                  </a:lnTo>
                  <a:lnTo>
                    <a:pt x="7" y="0"/>
                  </a:lnTo>
                </a:path>
              </a:pathLst>
            </a:custGeom>
            <a:solidFill>
              <a:srgbClr val="F0E0C0"/>
            </a:solidFill>
            <a:ln cap="rnd">
              <a:noFill/>
              <a:round/>
            </a:ln>
            <a:effectLst/>
          </p:spPr>
        </p:sp>
        <p:sp>
          <p:nvSpPr>
            <p:cNvPr id="51884" name=""/>
            <p:cNvSpPr/>
            <p:nvPr/>
          </p:nvSpPr>
          <p:spPr>
            <a:xfrm>
              <a:off x="1363" y="2554"/>
              <a:ext cx="106" cy="19"/>
            </a:xfrm>
            <a:custGeom>
              <a:pathLst>
                <a:path w="106" h="19">
                  <a:moveTo>
                    <a:pt x="7" y="0"/>
                  </a:moveTo>
                  <a:lnTo>
                    <a:pt x="98" y="0"/>
                  </a:lnTo>
                  <a:lnTo>
                    <a:pt x="100" y="1"/>
                  </a:lnTo>
                  <a:lnTo>
                    <a:pt x="100" y="1"/>
                  </a:lnTo>
                  <a:lnTo>
                    <a:pt x="102" y="2"/>
                  </a:lnTo>
                  <a:lnTo>
                    <a:pt x="103" y="3"/>
                  </a:lnTo>
                  <a:lnTo>
                    <a:pt x="104" y="5"/>
                  </a:lnTo>
                  <a:lnTo>
                    <a:pt x="105" y="6"/>
                  </a:lnTo>
                  <a:lnTo>
                    <a:pt x="105" y="7"/>
                  </a:lnTo>
                  <a:lnTo>
                    <a:pt x="105" y="11"/>
                  </a:lnTo>
                  <a:lnTo>
                    <a:pt x="105" y="12"/>
                  </a:lnTo>
                  <a:lnTo>
                    <a:pt x="104" y="13"/>
                  </a:lnTo>
                  <a:lnTo>
                    <a:pt x="103" y="15"/>
                  </a:lnTo>
                  <a:lnTo>
                    <a:pt x="102" y="16"/>
                  </a:lnTo>
                  <a:lnTo>
                    <a:pt x="100" y="17"/>
                  </a:lnTo>
                  <a:lnTo>
                    <a:pt x="100" y="18"/>
                  </a:lnTo>
                  <a:lnTo>
                    <a:pt x="98" y="18"/>
                  </a:lnTo>
                  <a:lnTo>
                    <a:pt x="7" y="18"/>
                  </a:lnTo>
                  <a:lnTo>
                    <a:pt x="6" y="18"/>
                  </a:lnTo>
                  <a:lnTo>
                    <a:pt x="4" y="18"/>
                  </a:lnTo>
                  <a:lnTo>
                    <a:pt x="3" y="17"/>
                  </a:lnTo>
                  <a:lnTo>
                    <a:pt x="2" y="16"/>
                  </a:lnTo>
                  <a:lnTo>
                    <a:pt x="0" y="14"/>
                  </a:lnTo>
                  <a:lnTo>
                    <a:pt x="0" y="12"/>
                  </a:lnTo>
                  <a:lnTo>
                    <a:pt x="0" y="11"/>
                  </a:lnTo>
                  <a:lnTo>
                    <a:pt x="0" y="7"/>
                  </a:lnTo>
                  <a:lnTo>
                    <a:pt x="0" y="7"/>
                  </a:lnTo>
                  <a:lnTo>
                    <a:pt x="0" y="6"/>
                  </a:lnTo>
                  <a:lnTo>
                    <a:pt x="0" y="4"/>
                  </a:lnTo>
                  <a:lnTo>
                    <a:pt x="1" y="2"/>
                  </a:lnTo>
                  <a:lnTo>
                    <a:pt x="3" y="1"/>
                  </a:lnTo>
                  <a:lnTo>
                    <a:pt x="4" y="1"/>
                  </a:lnTo>
                  <a:lnTo>
                    <a:pt x="7" y="0"/>
                  </a:lnTo>
                </a:path>
              </a:pathLst>
            </a:custGeom>
            <a:noFill/>
            <a:ln w="12700" cap="rnd" cmpd="sng">
              <a:solidFill>
                <a:srgbClr val="808060"/>
              </a:solidFill>
              <a:prstDash val="solid"/>
              <a:round/>
            </a:ln>
            <a:effectLst/>
          </p:spPr>
        </p:sp>
        <p:sp>
          <p:nvSpPr>
            <p:cNvPr id="51885" name=""/>
            <p:cNvSpPr/>
            <p:nvPr/>
          </p:nvSpPr>
          <p:spPr>
            <a:xfrm>
              <a:off x="1364" y="2555"/>
              <a:ext cx="54" cy="17"/>
            </a:xfrm>
            <a:custGeom>
              <a:pathLst>
                <a:path w="54" h="17">
                  <a:moveTo>
                    <a:pt x="7" y="0"/>
                  </a:moveTo>
                  <a:lnTo>
                    <a:pt x="45" y="0"/>
                  </a:lnTo>
                  <a:lnTo>
                    <a:pt x="45" y="0"/>
                  </a:lnTo>
                  <a:lnTo>
                    <a:pt x="48" y="1"/>
                  </a:lnTo>
                  <a:lnTo>
                    <a:pt x="50" y="1"/>
                  </a:lnTo>
                  <a:lnTo>
                    <a:pt x="50" y="1"/>
                  </a:lnTo>
                  <a:lnTo>
                    <a:pt x="52" y="2"/>
                  </a:lnTo>
                  <a:lnTo>
                    <a:pt x="52" y="2"/>
                  </a:lnTo>
                  <a:lnTo>
                    <a:pt x="53" y="4"/>
                  </a:lnTo>
                  <a:lnTo>
                    <a:pt x="53" y="5"/>
                  </a:lnTo>
                  <a:lnTo>
                    <a:pt x="53" y="5"/>
                  </a:lnTo>
                  <a:lnTo>
                    <a:pt x="53" y="10"/>
                  </a:lnTo>
                  <a:lnTo>
                    <a:pt x="53" y="11"/>
                  </a:lnTo>
                  <a:lnTo>
                    <a:pt x="52" y="13"/>
                  </a:lnTo>
                  <a:lnTo>
                    <a:pt x="51" y="14"/>
                  </a:lnTo>
                  <a:lnTo>
                    <a:pt x="50" y="14"/>
                  </a:lnTo>
                  <a:lnTo>
                    <a:pt x="48" y="16"/>
                  </a:lnTo>
                  <a:lnTo>
                    <a:pt x="45" y="16"/>
                  </a:lnTo>
                  <a:lnTo>
                    <a:pt x="45" y="16"/>
                  </a:lnTo>
                  <a:lnTo>
                    <a:pt x="7" y="16"/>
                  </a:lnTo>
                  <a:lnTo>
                    <a:pt x="7" y="16"/>
                  </a:lnTo>
                  <a:lnTo>
                    <a:pt x="5" y="16"/>
                  </a:lnTo>
                  <a:lnTo>
                    <a:pt x="3" y="14"/>
                  </a:lnTo>
                  <a:lnTo>
                    <a:pt x="2" y="14"/>
                  </a:lnTo>
                  <a:lnTo>
                    <a:pt x="1" y="13"/>
                  </a:lnTo>
                  <a:lnTo>
                    <a:pt x="0" y="11"/>
                  </a:lnTo>
                  <a:lnTo>
                    <a:pt x="0" y="10"/>
                  </a:lnTo>
                  <a:lnTo>
                    <a:pt x="0" y="10"/>
                  </a:lnTo>
                  <a:lnTo>
                    <a:pt x="0" y="5"/>
                  </a:lnTo>
                  <a:lnTo>
                    <a:pt x="0" y="5"/>
                  </a:lnTo>
                  <a:lnTo>
                    <a:pt x="0" y="4"/>
                  </a:lnTo>
                  <a:lnTo>
                    <a:pt x="0" y="2"/>
                  </a:lnTo>
                  <a:lnTo>
                    <a:pt x="0" y="2"/>
                  </a:lnTo>
                  <a:lnTo>
                    <a:pt x="1" y="2"/>
                  </a:lnTo>
                  <a:lnTo>
                    <a:pt x="2" y="1"/>
                  </a:lnTo>
                  <a:lnTo>
                    <a:pt x="2" y="1"/>
                  </a:lnTo>
                  <a:lnTo>
                    <a:pt x="5" y="0"/>
                  </a:lnTo>
                  <a:lnTo>
                    <a:pt x="7" y="0"/>
                  </a:lnTo>
                </a:path>
              </a:pathLst>
            </a:custGeom>
            <a:solidFill>
              <a:srgbClr val="F0E0C0"/>
            </a:solidFill>
            <a:ln cap="rnd">
              <a:noFill/>
              <a:round/>
            </a:ln>
            <a:effectLst/>
          </p:spPr>
        </p:sp>
        <p:sp>
          <p:nvSpPr>
            <p:cNvPr id="51886" name=""/>
            <p:cNvSpPr/>
            <p:nvPr/>
          </p:nvSpPr>
          <p:spPr>
            <a:xfrm>
              <a:off x="1364" y="2555"/>
              <a:ext cx="57" cy="17"/>
            </a:xfrm>
            <a:custGeom>
              <a:pathLst>
                <a:path w="57" h="17">
                  <a:moveTo>
                    <a:pt x="8" y="0"/>
                  </a:moveTo>
                  <a:lnTo>
                    <a:pt x="47" y="0"/>
                  </a:lnTo>
                  <a:lnTo>
                    <a:pt x="49" y="0"/>
                  </a:lnTo>
                  <a:lnTo>
                    <a:pt x="51" y="1"/>
                  </a:lnTo>
                  <a:lnTo>
                    <a:pt x="52" y="1"/>
                  </a:lnTo>
                  <a:lnTo>
                    <a:pt x="53" y="2"/>
                  </a:lnTo>
                  <a:lnTo>
                    <a:pt x="55" y="3"/>
                  </a:lnTo>
                  <a:lnTo>
                    <a:pt x="55" y="3"/>
                  </a:lnTo>
                  <a:lnTo>
                    <a:pt x="56" y="4"/>
                  </a:lnTo>
                  <a:lnTo>
                    <a:pt x="56" y="5"/>
                  </a:lnTo>
                  <a:lnTo>
                    <a:pt x="56" y="6"/>
                  </a:lnTo>
                  <a:lnTo>
                    <a:pt x="56" y="9"/>
                  </a:lnTo>
                  <a:lnTo>
                    <a:pt x="56" y="11"/>
                  </a:lnTo>
                  <a:lnTo>
                    <a:pt x="55" y="13"/>
                  </a:lnTo>
                  <a:lnTo>
                    <a:pt x="54" y="13"/>
                  </a:lnTo>
                  <a:lnTo>
                    <a:pt x="52" y="14"/>
                  </a:lnTo>
                  <a:lnTo>
                    <a:pt x="51" y="16"/>
                  </a:lnTo>
                  <a:lnTo>
                    <a:pt x="48" y="16"/>
                  </a:lnTo>
                  <a:lnTo>
                    <a:pt x="8" y="16"/>
                  </a:lnTo>
                  <a:lnTo>
                    <a:pt x="7" y="16"/>
                  </a:lnTo>
                  <a:lnTo>
                    <a:pt x="5" y="16"/>
                  </a:lnTo>
                  <a:lnTo>
                    <a:pt x="4" y="14"/>
                  </a:lnTo>
                  <a:lnTo>
                    <a:pt x="2" y="13"/>
                  </a:lnTo>
                  <a:lnTo>
                    <a:pt x="1" y="13"/>
                  </a:lnTo>
                  <a:lnTo>
                    <a:pt x="0" y="11"/>
                  </a:lnTo>
                  <a:lnTo>
                    <a:pt x="0" y="10"/>
                  </a:lnTo>
                  <a:lnTo>
                    <a:pt x="0" y="6"/>
                  </a:lnTo>
                  <a:lnTo>
                    <a:pt x="0" y="5"/>
                  </a:lnTo>
                  <a:lnTo>
                    <a:pt x="0" y="4"/>
                  </a:lnTo>
                  <a:lnTo>
                    <a:pt x="0" y="3"/>
                  </a:lnTo>
                  <a:lnTo>
                    <a:pt x="0" y="3"/>
                  </a:lnTo>
                  <a:lnTo>
                    <a:pt x="1" y="3"/>
                  </a:lnTo>
                  <a:lnTo>
                    <a:pt x="2" y="2"/>
                  </a:lnTo>
                  <a:lnTo>
                    <a:pt x="3" y="1"/>
                  </a:lnTo>
                  <a:lnTo>
                    <a:pt x="8" y="0"/>
                  </a:lnTo>
                </a:path>
              </a:pathLst>
            </a:custGeom>
            <a:noFill/>
            <a:ln w="12700" cap="rnd" cmpd="sng">
              <a:solidFill>
                <a:srgbClr val="C0C0C0"/>
              </a:solidFill>
              <a:prstDash val="solid"/>
              <a:round/>
            </a:ln>
            <a:effectLst/>
          </p:spPr>
        </p:sp>
        <p:sp>
          <p:nvSpPr>
            <p:cNvPr id="51887" name=""/>
            <p:cNvSpPr/>
            <p:nvPr/>
          </p:nvSpPr>
          <p:spPr>
            <a:xfrm>
              <a:off x="1410" y="2558"/>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1888" name=""/>
            <p:cNvSpPr/>
            <p:nvPr/>
          </p:nvSpPr>
          <p:spPr>
            <a:xfrm>
              <a:off x="1368" y="2560"/>
              <a:ext cx="43" cy="17"/>
            </a:xfrm>
            <a:custGeom>
              <a:pathLst>
                <a:path w="43" h="17">
                  <a:moveTo>
                    <a:pt x="0" y="16"/>
                  </a:moveTo>
                  <a:lnTo>
                    <a:pt x="42" y="16"/>
                  </a:lnTo>
                  <a:lnTo>
                    <a:pt x="41" y="0"/>
                  </a:lnTo>
                  <a:lnTo>
                    <a:pt x="0" y="0"/>
                  </a:lnTo>
                  <a:lnTo>
                    <a:pt x="0" y="16"/>
                  </a:lnTo>
                </a:path>
              </a:pathLst>
            </a:custGeom>
            <a:solidFill>
              <a:srgbClr val="FF6000"/>
            </a:solidFill>
            <a:ln cap="rnd">
              <a:noFill/>
              <a:round/>
            </a:ln>
            <a:effectLst/>
          </p:spPr>
        </p:sp>
        <p:sp>
          <p:nvSpPr>
            <p:cNvPr id="51889" name=""/>
            <p:cNvSpPr/>
            <p:nvPr/>
          </p:nvSpPr>
          <p:spPr>
            <a:xfrm>
              <a:off x="1405" y="2558"/>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1890" name=""/>
            <p:cNvSpPr/>
            <p:nvPr/>
          </p:nvSpPr>
          <p:spPr>
            <a:xfrm>
              <a:off x="1404" y="2558"/>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1891" name=""/>
            <p:cNvSpPr/>
            <p:nvPr/>
          </p:nvSpPr>
          <p:spPr>
            <a:xfrm>
              <a:off x="1399" y="2558"/>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1892" name=""/>
            <p:cNvSpPr/>
            <p:nvPr/>
          </p:nvSpPr>
          <p:spPr>
            <a:xfrm>
              <a:off x="1395" y="2558"/>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1893" name=""/>
            <p:cNvSpPr/>
            <p:nvPr/>
          </p:nvSpPr>
          <p:spPr>
            <a:xfrm>
              <a:off x="1391" y="2558"/>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1894" name=""/>
            <p:cNvSpPr/>
            <p:nvPr/>
          </p:nvSpPr>
          <p:spPr>
            <a:xfrm>
              <a:off x="1442" y="2555"/>
              <a:ext cx="1" cy="17"/>
            </a:xfrm>
            <a:custGeom>
              <a:pathLst>
                <a:path w="1" h="17">
                  <a:moveTo>
                    <a:pt x="0" y="0"/>
                  </a:moveTo>
                  <a:lnTo>
                    <a:pt x="0" y="0"/>
                  </a:lnTo>
                  <a:lnTo>
                    <a:pt x="0" y="2"/>
                  </a:lnTo>
                  <a:lnTo>
                    <a:pt x="0" y="13"/>
                  </a:lnTo>
                  <a:lnTo>
                    <a:pt x="0" y="14"/>
                  </a:lnTo>
                  <a:lnTo>
                    <a:pt x="0" y="16"/>
                  </a:lnTo>
                  <a:lnTo>
                    <a:pt x="0" y="14"/>
                  </a:lnTo>
                  <a:lnTo>
                    <a:pt x="0" y="13"/>
                  </a:lnTo>
                  <a:lnTo>
                    <a:pt x="0" y="2"/>
                  </a:lnTo>
                  <a:lnTo>
                    <a:pt x="0" y="1"/>
                  </a:lnTo>
                  <a:lnTo>
                    <a:pt x="0" y="1"/>
                  </a:lnTo>
                  <a:lnTo>
                    <a:pt x="0" y="0"/>
                  </a:lnTo>
                </a:path>
              </a:pathLst>
            </a:custGeom>
            <a:solidFill>
              <a:srgbClr val="A0A070"/>
            </a:solidFill>
            <a:ln cap="rnd">
              <a:noFill/>
              <a:round/>
            </a:ln>
            <a:effectLst/>
          </p:spPr>
        </p:sp>
        <p:sp>
          <p:nvSpPr>
            <p:cNvPr id="51895" name=""/>
            <p:cNvSpPr/>
            <p:nvPr/>
          </p:nvSpPr>
          <p:spPr>
            <a:xfrm>
              <a:off x="1444" y="2554"/>
              <a:ext cx="17" cy="17"/>
            </a:xfrm>
            <a:custGeom>
              <a:pathLst>
                <a:path w="17" h="17">
                  <a:moveTo>
                    <a:pt x="3" y="16"/>
                  </a:moveTo>
                  <a:lnTo>
                    <a:pt x="13" y="16"/>
                  </a:lnTo>
                  <a:lnTo>
                    <a:pt x="13" y="16"/>
                  </a:lnTo>
                  <a:lnTo>
                    <a:pt x="14" y="14"/>
                  </a:lnTo>
                  <a:lnTo>
                    <a:pt x="14" y="14"/>
                  </a:lnTo>
                  <a:lnTo>
                    <a:pt x="14" y="13"/>
                  </a:lnTo>
                  <a:lnTo>
                    <a:pt x="16" y="13"/>
                  </a:lnTo>
                  <a:lnTo>
                    <a:pt x="16" y="12"/>
                  </a:lnTo>
                  <a:lnTo>
                    <a:pt x="16" y="10"/>
                  </a:lnTo>
                  <a:lnTo>
                    <a:pt x="16" y="5"/>
                  </a:lnTo>
                  <a:lnTo>
                    <a:pt x="16" y="4"/>
                  </a:lnTo>
                  <a:lnTo>
                    <a:pt x="14" y="2"/>
                  </a:lnTo>
                  <a:lnTo>
                    <a:pt x="14" y="1"/>
                  </a:lnTo>
                  <a:lnTo>
                    <a:pt x="14" y="1"/>
                  </a:lnTo>
                  <a:lnTo>
                    <a:pt x="13" y="0"/>
                  </a:lnTo>
                  <a:lnTo>
                    <a:pt x="3" y="0"/>
                  </a:lnTo>
                  <a:lnTo>
                    <a:pt x="1" y="1"/>
                  </a:lnTo>
                  <a:lnTo>
                    <a:pt x="1" y="1"/>
                  </a:lnTo>
                  <a:lnTo>
                    <a:pt x="1" y="2"/>
                  </a:lnTo>
                  <a:lnTo>
                    <a:pt x="0" y="4"/>
                  </a:lnTo>
                  <a:lnTo>
                    <a:pt x="0" y="5"/>
                  </a:lnTo>
                  <a:lnTo>
                    <a:pt x="0" y="10"/>
                  </a:lnTo>
                  <a:lnTo>
                    <a:pt x="0" y="12"/>
                  </a:lnTo>
                  <a:lnTo>
                    <a:pt x="0" y="13"/>
                  </a:lnTo>
                  <a:lnTo>
                    <a:pt x="1" y="13"/>
                  </a:lnTo>
                  <a:lnTo>
                    <a:pt x="1" y="14"/>
                  </a:lnTo>
                  <a:lnTo>
                    <a:pt x="1" y="14"/>
                  </a:lnTo>
                  <a:lnTo>
                    <a:pt x="3" y="16"/>
                  </a:lnTo>
                </a:path>
              </a:pathLst>
            </a:custGeom>
            <a:solidFill>
              <a:srgbClr val="505020"/>
            </a:solidFill>
            <a:ln cap="rnd">
              <a:noFill/>
              <a:round/>
            </a:ln>
            <a:effectLst/>
          </p:spPr>
        </p:sp>
        <p:sp>
          <p:nvSpPr>
            <p:cNvPr id="51896" name=""/>
            <p:cNvSpPr/>
            <p:nvPr/>
          </p:nvSpPr>
          <p:spPr>
            <a:xfrm>
              <a:off x="1444" y="255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706040"/>
            </a:solidFill>
            <a:ln cap="rnd">
              <a:noFill/>
              <a:round/>
            </a:ln>
            <a:effectLst/>
          </p:spPr>
        </p:sp>
        <p:sp>
          <p:nvSpPr>
            <p:cNvPr id="51897" name=""/>
            <p:cNvSpPr/>
            <p:nvPr/>
          </p:nvSpPr>
          <p:spPr>
            <a:xfrm>
              <a:off x="1445" y="2555"/>
              <a:ext cx="17" cy="17"/>
            </a:xfrm>
            <a:custGeom>
              <a:pathLst>
                <a:path w="17" h="17">
                  <a:moveTo>
                    <a:pt x="1" y="0"/>
                  </a:moveTo>
                  <a:lnTo>
                    <a:pt x="0" y="1"/>
                  </a:lnTo>
                  <a:lnTo>
                    <a:pt x="0" y="14"/>
                  </a:lnTo>
                  <a:lnTo>
                    <a:pt x="1" y="16"/>
                  </a:lnTo>
                  <a:lnTo>
                    <a:pt x="14" y="16"/>
                  </a:lnTo>
                  <a:lnTo>
                    <a:pt x="16" y="14"/>
                  </a:lnTo>
                  <a:lnTo>
                    <a:pt x="16" y="1"/>
                  </a:lnTo>
                  <a:lnTo>
                    <a:pt x="14" y="0"/>
                  </a:lnTo>
                  <a:lnTo>
                    <a:pt x="1" y="0"/>
                  </a:lnTo>
                </a:path>
              </a:pathLst>
            </a:custGeom>
            <a:solidFill>
              <a:srgbClr val="808060"/>
            </a:solidFill>
            <a:ln cap="rnd">
              <a:noFill/>
              <a:round/>
            </a:ln>
            <a:effectLst/>
          </p:spPr>
        </p:sp>
        <p:sp>
          <p:nvSpPr>
            <p:cNvPr id="51898" name=""/>
            <p:cNvSpPr/>
            <p:nvPr/>
          </p:nvSpPr>
          <p:spPr>
            <a:xfrm>
              <a:off x="1449" y="2557"/>
              <a:ext cx="17" cy="17"/>
            </a:xfrm>
            <a:custGeom>
              <a:pathLst>
                <a:path w="17" h="17">
                  <a:moveTo>
                    <a:pt x="2" y="0"/>
                  </a:moveTo>
                  <a:lnTo>
                    <a:pt x="0" y="0"/>
                  </a:lnTo>
                  <a:lnTo>
                    <a:pt x="0" y="16"/>
                  </a:lnTo>
                  <a:lnTo>
                    <a:pt x="2" y="16"/>
                  </a:lnTo>
                  <a:lnTo>
                    <a:pt x="14" y="16"/>
                  </a:lnTo>
                  <a:lnTo>
                    <a:pt x="16" y="16"/>
                  </a:lnTo>
                  <a:lnTo>
                    <a:pt x="16" y="3"/>
                  </a:lnTo>
                  <a:lnTo>
                    <a:pt x="14" y="0"/>
                  </a:lnTo>
                  <a:lnTo>
                    <a:pt x="2" y="0"/>
                  </a:lnTo>
                </a:path>
              </a:pathLst>
            </a:custGeom>
            <a:solidFill>
              <a:srgbClr val="C0C080"/>
            </a:solidFill>
            <a:ln cap="rnd">
              <a:noFill/>
              <a:round/>
            </a:ln>
            <a:effectLst/>
          </p:spPr>
        </p:sp>
        <p:sp>
          <p:nvSpPr>
            <p:cNvPr id="51899" name=""/>
            <p:cNvSpPr/>
            <p:nvPr/>
          </p:nvSpPr>
          <p:spPr>
            <a:xfrm>
              <a:off x="1451" y="2560"/>
              <a:ext cx="17" cy="17"/>
            </a:xfrm>
            <a:custGeom>
              <a:pathLst>
                <a:path w="17" h="17">
                  <a:moveTo>
                    <a:pt x="10" y="0"/>
                  </a:moveTo>
                  <a:lnTo>
                    <a:pt x="10" y="4"/>
                  </a:lnTo>
                  <a:lnTo>
                    <a:pt x="10" y="4"/>
                  </a:lnTo>
                  <a:lnTo>
                    <a:pt x="16" y="8"/>
                  </a:lnTo>
                  <a:lnTo>
                    <a:pt x="16" y="8"/>
                  </a:lnTo>
                  <a:lnTo>
                    <a:pt x="10" y="12"/>
                  </a:lnTo>
                  <a:lnTo>
                    <a:pt x="10" y="16"/>
                  </a:lnTo>
                  <a:lnTo>
                    <a:pt x="5" y="16"/>
                  </a:lnTo>
                  <a:lnTo>
                    <a:pt x="0" y="12"/>
                  </a:lnTo>
                  <a:lnTo>
                    <a:pt x="0" y="8"/>
                  </a:lnTo>
                  <a:lnTo>
                    <a:pt x="0" y="8"/>
                  </a:lnTo>
                  <a:lnTo>
                    <a:pt x="0" y="4"/>
                  </a:lnTo>
                  <a:lnTo>
                    <a:pt x="5" y="4"/>
                  </a:lnTo>
                  <a:lnTo>
                    <a:pt x="10" y="0"/>
                  </a:lnTo>
                </a:path>
              </a:pathLst>
            </a:custGeom>
            <a:noFill/>
            <a:ln w="12700" cap="rnd" cmpd="sng">
              <a:solidFill>
                <a:srgbClr val="000000"/>
              </a:solidFill>
              <a:prstDash val="solid"/>
              <a:round/>
            </a:ln>
            <a:effectLst/>
          </p:spPr>
        </p:sp>
        <p:cxnSp>
          <p:nvCxnSpPr>
            <p:cNvPr id="51900" name=""/>
            <p:cNvCxnSpPr/>
            <p:nvPr/>
          </p:nvCxnSpPr>
          <p:spPr>
            <a:xfrm flipH="1">
              <a:off x="1458" y="2560"/>
              <a:ext cx="0" cy="4"/>
            </a:xfrm>
            <a:prstGeom prst="line">
              <a:avLst/>
            </a:prstGeom>
            <a:noFill/>
            <a:ln w="12700">
              <a:solidFill>
                <a:prstClr val="black"/>
              </a:solidFill>
              <a:miter lim="800000"/>
            </a:ln>
            <a:effectLst/>
          </p:spPr>
        </p:cxnSp>
        <p:sp>
          <p:nvSpPr>
            <p:cNvPr id="51901" name=""/>
            <p:cNvSpPr/>
            <p:nvPr/>
          </p:nvSpPr>
          <p:spPr>
            <a:xfrm>
              <a:off x="1413" y="2550"/>
              <a:ext cx="46" cy="17"/>
            </a:xfrm>
            <a:custGeom>
              <a:pathLst>
                <a:path w="46" h="17">
                  <a:moveTo>
                    <a:pt x="0" y="16"/>
                  </a:moveTo>
                  <a:lnTo>
                    <a:pt x="45" y="16"/>
                  </a:lnTo>
                  <a:lnTo>
                    <a:pt x="45" y="0"/>
                  </a:lnTo>
                  <a:lnTo>
                    <a:pt x="0" y="0"/>
                  </a:lnTo>
                  <a:lnTo>
                    <a:pt x="0" y="16"/>
                  </a:lnTo>
                </a:path>
              </a:pathLst>
            </a:custGeom>
            <a:solidFill>
              <a:srgbClr val="808060"/>
            </a:solidFill>
            <a:ln cap="rnd">
              <a:noFill/>
              <a:round/>
            </a:ln>
            <a:effectLst/>
          </p:spPr>
        </p:sp>
        <p:sp>
          <p:nvSpPr>
            <p:cNvPr id="51902" name=""/>
            <p:cNvSpPr/>
            <p:nvPr/>
          </p:nvSpPr>
          <p:spPr>
            <a:xfrm>
              <a:off x="1413" y="2567"/>
              <a:ext cx="17" cy="1"/>
            </a:xfrm>
            <a:custGeom>
              <a:pathLst>
                <a:path w="17" h="1">
                  <a:moveTo>
                    <a:pt x="0" y="0"/>
                  </a:moveTo>
                  <a:lnTo>
                    <a:pt x="0" y="0"/>
                  </a:lnTo>
                  <a:lnTo>
                    <a:pt x="0" y="0"/>
                  </a:lnTo>
                  <a:lnTo>
                    <a:pt x="16" y="0"/>
                  </a:lnTo>
                  <a:lnTo>
                    <a:pt x="16" y="0"/>
                  </a:lnTo>
                  <a:lnTo>
                    <a:pt x="16" y="0"/>
                  </a:lnTo>
                  <a:lnTo>
                    <a:pt x="16" y="0"/>
                  </a:lnTo>
                  <a:lnTo>
                    <a:pt x="16" y="0"/>
                  </a:lnTo>
                  <a:lnTo>
                    <a:pt x="0" y="0"/>
                  </a:lnTo>
                  <a:lnTo>
                    <a:pt x="0" y="0"/>
                  </a:lnTo>
                  <a:lnTo>
                    <a:pt x="0" y="0"/>
                  </a:lnTo>
                </a:path>
              </a:pathLst>
            </a:custGeom>
            <a:solidFill>
              <a:srgbClr val="808060"/>
            </a:solidFill>
            <a:ln cap="rnd">
              <a:noFill/>
              <a:round/>
            </a:ln>
            <a:effectLst/>
          </p:spPr>
        </p:sp>
        <p:sp>
          <p:nvSpPr>
            <p:cNvPr id="51903" name=""/>
            <p:cNvSpPr/>
            <p:nvPr/>
          </p:nvSpPr>
          <p:spPr>
            <a:xfrm>
              <a:off x="1461" y="2554"/>
              <a:ext cx="17" cy="17"/>
            </a:xfrm>
            <a:custGeom>
              <a:pathLst>
                <a:path w="17" h="17">
                  <a:moveTo>
                    <a:pt x="10" y="16"/>
                  </a:moveTo>
                  <a:lnTo>
                    <a:pt x="10" y="14"/>
                  </a:lnTo>
                  <a:lnTo>
                    <a:pt x="10" y="14"/>
                  </a:lnTo>
                  <a:lnTo>
                    <a:pt x="16" y="13"/>
                  </a:lnTo>
                  <a:lnTo>
                    <a:pt x="16" y="10"/>
                  </a:lnTo>
                  <a:lnTo>
                    <a:pt x="16" y="9"/>
                  </a:lnTo>
                  <a:lnTo>
                    <a:pt x="16" y="5"/>
                  </a:lnTo>
                  <a:lnTo>
                    <a:pt x="16" y="5"/>
                  </a:lnTo>
                  <a:lnTo>
                    <a:pt x="10" y="2"/>
                  </a:lnTo>
                  <a:lnTo>
                    <a:pt x="10" y="2"/>
                  </a:lnTo>
                  <a:lnTo>
                    <a:pt x="5" y="1"/>
                  </a:lnTo>
                  <a:lnTo>
                    <a:pt x="5" y="1"/>
                  </a:lnTo>
                  <a:lnTo>
                    <a:pt x="0" y="0"/>
                  </a:lnTo>
                  <a:lnTo>
                    <a:pt x="0" y="1"/>
                  </a:lnTo>
                  <a:lnTo>
                    <a:pt x="5" y="2"/>
                  </a:lnTo>
                  <a:lnTo>
                    <a:pt x="5" y="2"/>
                  </a:lnTo>
                  <a:lnTo>
                    <a:pt x="10" y="5"/>
                  </a:lnTo>
                  <a:lnTo>
                    <a:pt x="10" y="5"/>
                  </a:lnTo>
                  <a:lnTo>
                    <a:pt x="10" y="6"/>
                  </a:lnTo>
                  <a:lnTo>
                    <a:pt x="10" y="9"/>
                  </a:lnTo>
                  <a:lnTo>
                    <a:pt x="10" y="10"/>
                  </a:lnTo>
                  <a:lnTo>
                    <a:pt x="10" y="12"/>
                  </a:lnTo>
                  <a:lnTo>
                    <a:pt x="10" y="13"/>
                  </a:lnTo>
                  <a:lnTo>
                    <a:pt x="10" y="14"/>
                  </a:lnTo>
                  <a:lnTo>
                    <a:pt x="10" y="16"/>
                  </a:lnTo>
                </a:path>
              </a:pathLst>
            </a:custGeom>
            <a:solidFill>
              <a:srgbClr val="808060"/>
            </a:solidFill>
            <a:ln cap="rnd">
              <a:noFill/>
              <a:round/>
            </a:ln>
            <a:effectLst/>
          </p:spPr>
        </p:sp>
        <p:sp>
          <p:nvSpPr>
            <p:cNvPr id="51904" name=""/>
            <p:cNvSpPr/>
            <p:nvPr/>
          </p:nvSpPr>
          <p:spPr>
            <a:xfrm>
              <a:off x="1422" y="2554"/>
              <a:ext cx="17" cy="17"/>
            </a:xfrm>
            <a:custGeom>
              <a:pathLst>
                <a:path w="17" h="17">
                  <a:moveTo>
                    <a:pt x="8" y="0"/>
                  </a:moveTo>
                  <a:lnTo>
                    <a:pt x="12" y="0"/>
                  </a:lnTo>
                  <a:lnTo>
                    <a:pt x="13" y="1"/>
                  </a:lnTo>
                  <a:lnTo>
                    <a:pt x="15" y="1"/>
                  </a:lnTo>
                  <a:lnTo>
                    <a:pt x="15" y="2"/>
                  </a:lnTo>
                  <a:lnTo>
                    <a:pt x="15" y="5"/>
                  </a:lnTo>
                  <a:lnTo>
                    <a:pt x="16" y="6"/>
                  </a:lnTo>
                  <a:lnTo>
                    <a:pt x="16" y="6"/>
                  </a:lnTo>
                  <a:lnTo>
                    <a:pt x="16" y="9"/>
                  </a:lnTo>
                  <a:lnTo>
                    <a:pt x="16" y="10"/>
                  </a:lnTo>
                  <a:lnTo>
                    <a:pt x="15" y="12"/>
                  </a:lnTo>
                  <a:lnTo>
                    <a:pt x="15" y="13"/>
                  </a:lnTo>
                  <a:lnTo>
                    <a:pt x="14" y="14"/>
                  </a:lnTo>
                  <a:lnTo>
                    <a:pt x="13" y="16"/>
                  </a:lnTo>
                  <a:lnTo>
                    <a:pt x="13" y="16"/>
                  </a:lnTo>
                  <a:lnTo>
                    <a:pt x="12" y="16"/>
                  </a:lnTo>
                  <a:lnTo>
                    <a:pt x="0" y="16"/>
                  </a:lnTo>
                  <a:lnTo>
                    <a:pt x="8" y="0"/>
                  </a:lnTo>
                </a:path>
              </a:pathLst>
            </a:custGeom>
            <a:solidFill>
              <a:srgbClr val="C0C080"/>
            </a:solidFill>
            <a:ln cap="rnd">
              <a:noFill/>
              <a:round/>
            </a:ln>
            <a:effectLst/>
          </p:spPr>
        </p:sp>
        <p:sp>
          <p:nvSpPr>
            <p:cNvPr id="51905" name=""/>
            <p:cNvSpPr/>
            <p:nvPr/>
          </p:nvSpPr>
          <p:spPr>
            <a:xfrm>
              <a:off x="1431" y="2550"/>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1906" name=""/>
            <p:cNvSpPr/>
            <p:nvPr/>
          </p:nvSpPr>
          <p:spPr>
            <a:xfrm>
              <a:off x="1436" y="2554"/>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1907" name=""/>
            <p:cNvSpPr/>
            <p:nvPr/>
          </p:nvSpPr>
          <p:spPr>
            <a:xfrm>
              <a:off x="1436" y="2559"/>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1908" name=""/>
            <p:cNvSpPr/>
            <p:nvPr/>
          </p:nvSpPr>
          <p:spPr>
            <a:xfrm>
              <a:off x="1436" y="2564"/>
              <a:ext cx="1" cy="17"/>
            </a:xfrm>
            <a:custGeom>
              <a:pathLst>
                <a:path w="1" h="17">
                  <a:moveTo>
                    <a:pt x="0" y="16"/>
                  </a:moveTo>
                  <a:lnTo>
                    <a:pt x="0" y="16"/>
                  </a:lnTo>
                  <a:lnTo>
                    <a:pt x="0" y="16"/>
                  </a:lnTo>
                  <a:lnTo>
                    <a:pt x="0" y="16"/>
                  </a:lnTo>
                  <a:lnTo>
                    <a:pt x="0" y="16"/>
                  </a:lnTo>
                  <a:lnTo>
                    <a:pt x="0" y="10"/>
                  </a:lnTo>
                  <a:lnTo>
                    <a:pt x="0" y="10"/>
                  </a:lnTo>
                  <a:lnTo>
                    <a:pt x="0" y="10"/>
                  </a:lnTo>
                  <a:lnTo>
                    <a:pt x="0" y="5"/>
                  </a:lnTo>
                  <a:lnTo>
                    <a:pt x="0" y="0"/>
                  </a:lnTo>
                  <a:lnTo>
                    <a:pt x="0" y="0"/>
                  </a:lnTo>
                  <a:lnTo>
                    <a:pt x="0" y="0"/>
                  </a:lnTo>
                  <a:lnTo>
                    <a:pt x="0" y="0"/>
                  </a:lnTo>
                  <a:lnTo>
                    <a:pt x="0" y="5"/>
                  </a:lnTo>
                  <a:lnTo>
                    <a:pt x="0" y="5"/>
                  </a:lnTo>
                  <a:lnTo>
                    <a:pt x="0" y="10"/>
                  </a:lnTo>
                  <a:lnTo>
                    <a:pt x="0" y="10"/>
                  </a:lnTo>
                  <a:lnTo>
                    <a:pt x="0" y="10"/>
                  </a:lnTo>
                  <a:lnTo>
                    <a:pt x="0" y="10"/>
                  </a:lnTo>
                  <a:lnTo>
                    <a:pt x="0" y="10"/>
                  </a:lnTo>
                  <a:lnTo>
                    <a:pt x="0" y="16"/>
                  </a:lnTo>
                  <a:lnTo>
                    <a:pt x="0" y="16"/>
                  </a:lnTo>
                  <a:lnTo>
                    <a:pt x="0" y="16"/>
                  </a:lnTo>
                  <a:lnTo>
                    <a:pt x="0" y="16"/>
                  </a:lnTo>
                </a:path>
              </a:pathLst>
            </a:custGeom>
            <a:solidFill>
              <a:srgbClr val="808050"/>
            </a:solidFill>
            <a:ln cap="rnd">
              <a:noFill/>
              <a:round/>
            </a:ln>
            <a:effectLst/>
          </p:spPr>
        </p:sp>
        <p:sp>
          <p:nvSpPr>
            <p:cNvPr id="51909" name=""/>
            <p:cNvSpPr/>
            <p:nvPr/>
          </p:nvSpPr>
          <p:spPr>
            <a:xfrm>
              <a:off x="1431" y="2567"/>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1910" name=""/>
            <p:cNvSpPr/>
            <p:nvPr/>
          </p:nvSpPr>
          <p:spPr>
            <a:xfrm>
              <a:off x="1422" y="2567"/>
              <a:ext cx="17" cy="17"/>
            </a:xfrm>
            <a:custGeom>
              <a:pathLst>
                <a:path w="17" h="17">
                  <a:moveTo>
                    <a:pt x="0" y="16"/>
                  </a:moveTo>
                  <a:lnTo>
                    <a:pt x="0" y="0"/>
                  </a:lnTo>
                  <a:lnTo>
                    <a:pt x="16" y="0"/>
                  </a:lnTo>
                  <a:lnTo>
                    <a:pt x="16" y="16"/>
                  </a:lnTo>
                  <a:lnTo>
                    <a:pt x="0" y="16"/>
                  </a:lnTo>
                  <a:lnTo>
                    <a:pt x="0" y="16"/>
                  </a:lnTo>
                  <a:lnTo>
                    <a:pt x="0" y="16"/>
                  </a:lnTo>
                  <a:lnTo>
                    <a:pt x="0" y="0"/>
                  </a:lnTo>
                  <a:lnTo>
                    <a:pt x="0" y="16"/>
                  </a:lnTo>
                </a:path>
              </a:pathLst>
            </a:custGeom>
            <a:solidFill>
              <a:srgbClr val="808050"/>
            </a:solidFill>
            <a:ln cap="rnd">
              <a:noFill/>
              <a:round/>
            </a:ln>
            <a:effectLst/>
          </p:spPr>
        </p:sp>
        <p:sp>
          <p:nvSpPr>
            <p:cNvPr id="51911" name=""/>
            <p:cNvSpPr/>
            <p:nvPr/>
          </p:nvSpPr>
          <p:spPr>
            <a:xfrm>
              <a:off x="1418" y="2554"/>
              <a:ext cx="17" cy="17"/>
            </a:xfrm>
            <a:custGeom>
              <a:pathLst>
                <a:path w="17" h="17">
                  <a:moveTo>
                    <a:pt x="5" y="0"/>
                  </a:moveTo>
                  <a:lnTo>
                    <a:pt x="16" y="0"/>
                  </a:lnTo>
                  <a:lnTo>
                    <a:pt x="5" y="16"/>
                  </a:lnTo>
                  <a:lnTo>
                    <a:pt x="0" y="16"/>
                  </a:lnTo>
                  <a:lnTo>
                    <a:pt x="5" y="0"/>
                  </a:lnTo>
                  <a:lnTo>
                    <a:pt x="5" y="1"/>
                  </a:lnTo>
                  <a:lnTo>
                    <a:pt x="5" y="0"/>
                  </a:lnTo>
                  <a:lnTo>
                    <a:pt x="16" y="0"/>
                  </a:lnTo>
                  <a:lnTo>
                    <a:pt x="5" y="0"/>
                  </a:lnTo>
                </a:path>
              </a:pathLst>
            </a:custGeom>
            <a:solidFill>
              <a:srgbClr val="808050"/>
            </a:solidFill>
            <a:ln cap="rnd">
              <a:noFill/>
              <a:round/>
            </a:ln>
            <a:effectLst/>
          </p:spPr>
        </p:sp>
        <p:sp>
          <p:nvSpPr>
            <p:cNvPr id="51912" name=""/>
            <p:cNvSpPr/>
            <p:nvPr/>
          </p:nvSpPr>
          <p:spPr>
            <a:xfrm>
              <a:off x="1422" y="2550"/>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1913" name=""/>
            <p:cNvSpPr/>
            <p:nvPr/>
          </p:nvSpPr>
          <p:spPr>
            <a:xfrm>
              <a:off x="1429" y="2557"/>
              <a:ext cx="17" cy="17"/>
            </a:xfrm>
            <a:custGeom>
              <a:pathLst>
                <a:path w="17" h="17">
                  <a:moveTo>
                    <a:pt x="8" y="0"/>
                  </a:moveTo>
                  <a:lnTo>
                    <a:pt x="0" y="14"/>
                  </a:lnTo>
                  <a:lnTo>
                    <a:pt x="0" y="16"/>
                  </a:lnTo>
                  <a:lnTo>
                    <a:pt x="4" y="16"/>
                  </a:lnTo>
                  <a:lnTo>
                    <a:pt x="4" y="14"/>
                  </a:lnTo>
                  <a:lnTo>
                    <a:pt x="16" y="0"/>
                  </a:lnTo>
                  <a:lnTo>
                    <a:pt x="8" y="0"/>
                  </a:lnTo>
                </a:path>
              </a:pathLst>
            </a:custGeom>
            <a:solidFill>
              <a:srgbClr val="E0E0B0"/>
            </a:solidFill>
            <a:ln cap="rnd">
              <a:noFill/>
              <a:round/>
            </a:ln>
            <a:effectLst/>
          </p:spPr>
        </p:sp>
        <p:sp>
          <p:nvSpPr>
            <p:cNvPr id="51914" name=""/>
            <p:cNvSpPr/>
            <p:nvPr/>
          </p:nvSpPr>
          <p:spPr>
            <a:xfrm>
              <a:off x="1433" y="2557"/>
              <a:ext cx="17" cy="17"/>
            </a:xfrm>
            <a:custGeom>
              <a:pathLst>
                <a:path w="17" h="17">
                  <a:moveTo>
                    <a:pt x="10" y="0"/>
                  </a:moveTo>
                  <a:lnTo>
                    <a:pt x="0" y="14"/>
                  </a:lnTo>
                  <a:lnTo>
                    <a:pt x="0" y="16"/>
                  </a:lnTo>
                  <a:lnTo>
                    <a:pt x="10" y="16"/>
                  </a:lnTo>
                  <a:lnTo>
                    <a:pt x="10" y="14"/>
                  </a:lnTo>
                  <a:lnTo>
                    <a:pt x="16" y="5"/>
                  </a:lnTo>
                  <a:lnTo>
                    <a:pt x="16" y="5"/>
                  </a:lnTo>
                  <a:lnTo>
                    <a:pt x="16" y="3"/>
                  </a:lnTo>
                  <a:lnTo>
                    <a:pt x="16" y="1"/>
                  </a:lnTo>
                  <a:lnTo>
                    <a:pt x="10" y="0"/>
                  </a:lnTo>
                </a:path>
              </a:pathLst>
            </a:custGeom>
            <a:solidFill>
              <a:srgbClr val="E0E0B0"/>
            </a:solidFill>
            <a:ln cap="rnd">
              <a:noFill/>
              <a:round/>
            </a:ln>
            <a:effectLst/>
          </p:spPr>
        </p:sp>
        <p:sp>
          <p:nvSpPr>
            <p:cNvPr id="51915" name=""/>
            <p:cNvSpPr/>
            <p:nvPr/>
          </p:nvSpPr>
          <p:spPr>
            <a:xfrm>
              <a:off x="1436" y="2564"/>
              <a:ext cx="17" cy="17"/>
            </a:xfrm>
            <a:custGeom>
              <a:pathLst>
                <a:path w="17" h="17">
                  <a:moveTo>
                    <a:pt x="16" y="0"/>
                  </a:moveTo>
                  <a:lnTo>
                    <a:pt x="16" y="5"/>
                  </a:lnTo>
                  <a:lnTo>
                    <a:pt x="16" y="5"/>
                  </a:lnTo>
                  <a:lnTo>
                    <a:pt x="13" y="10"/>
                  </a:lnTo>
                  <a:lnTo>
                    <a:pt x="11" y="13"/>
                  </a:lnTo>
                  <a:lnTo>
                    <a:pt x="4" y="16"/>
                  </a:lnTo>
                  <a:lnTo>
                    <a:pt x="0" y="16"/>
                  </a:lnTo>
                </a:path>
              </a:pathLst>
            </a:custGeom>
            <a:noFill/>
            <a:ln w="12700" cap="rnd" cmpd="sng">
              <a:solidFill>
                <a:srgbClr val="F0E0C0"/>
              </a:solidFill>
              <a:prstDash val="solid"/>
              <a:round/>
              <a:headEnd type="none" w="sm" len="sm"/>
              <a:tailEnd type="none" w="sm" len="sm"/>
            </a:ln>
            <a:effectLst/>
          </p:spPr>
        </p:sp>
        <p:sp>
          <p:nvSpPr>
            <p:cNvPr id="51916" name=""/>
            <p:cNvSpPr/>
            <p:nvPr/>
          </p:nvSpPr>
          <p:spPr>
            <a:xfrm>
              <a:off x="1424" y="2555"/>
              <a:ext cx="17" cy="17"/>
            </a:xfrm>
            <a:custGeom>
              <a:pathLst>
                <a:path w="17" h="17">
                  <a:moveTo>
                    <a:pt x="0" y="0"/>
                  </a:moveTo>
                  <a:lnTo>
                    <a:pt x="12" y="0"/>
                  </a:lnTo>
                  <a:lnTo>
                    <a:pt x="14" y="0"/>
                  </a:lnTo>
                  <a:lnTo>
                    <a:pt x="16" y="16"/>
                  </a:lnTo>
                </a:path>
              </a:pathLst>
            </a:custGeom>
            <a:noFill/>
            <a:ln w="12700" cap="rnd" cmpd="sng">
              <a:solidFill>
                <a:srgbClr val="F0E0C0"/>
              </a:solidFill>
              <a:prstDash val="solid"/>
              <a:round/>
              <a:headEnd type="none" w="sm" len="sm"/>
              <a:tailEnd type="none" w="sm" len="sm"/>
            </a:ln>
            <a:effectLst/>
          </p:spPr>
        </p:sp>
        <p:sp>
          <p:nvSpPr>
            <p:cNvPr id="51917" name=""/>
            <p:cNvSpPr/>
            <p:nvPr/>
          </p:nvSpPr>
          <p:spPr>
            <a:xfrm>
              <a:off x="1420" y="2557"/>
              <a:ext cx="17" cy="17"/>
            </a:xfrm>
            <a:custGeom>
              <a:pathLst>
                <a:path w="17" h="17">
                  <a:moveTo>
                    <a:pt x="8" y="0"/>
                  </a:moveTo>
                  <a:lnTo>
                    <a:pt x="0" y="1"/>
                  </a:lnTo>
                  <a:lnTo>
                    <a:pt x="0" y="8"/>
                  </a:lnTo>
                  <a:lnTo>
                    <a:pt x="0" y="14"/>
                  </a:lnTo>
                  <a:lnTo>
                    <a:pt x="8" y="16"/>
                  </a:lnTo>
                  <a:lnTo>
                    <a:pt x="16" y="10"/>
                  </a:lnTo>
                  <a:lnTo>
                    <a:pt x="16" y="8"/>
                  </a:lnTo>
                  <a:lnTo>
                    <a:pt x="16" y="1"/>
                  </a:lnTo>
                  <a:lnTo>
                    <a:pt x="8" y="1"/>
                  </a:lnTo>
                  <a:lnTo>
                    <a:pt x="8" y="0"/>
                  </a:lnTo>
                </a:path>
              </a:pathLst>
            </a:custGeom>
            <a:solidFill>
              <a:srgbClr val="706040"/>
            </a:solidFill>
            <a:ln cap="rnd">
              <a:noFill/>
              <a:round/>
            </a:ln>
            <a:effectLst/>
          </p:spPr>
        </p:sp>
        <p:sp>
          <p:nvSpPr>
            <p:cNvPr id="51918" name=""/>
            <p:cNvSpPr/>
            <p:nvPr/>
          </p:nvSpPr>
          <p:spPr>
            <a:xfrm>
              <a:off x="1423" y="2557"/>
              <a:ext cx="17" cy="17"/>
            </a:xfrm>
            <a:custGeom>
              <a:pathLst>
                <a:path w="17" h="17">
                  <a:moveTo>
                    <a:pt x="9" y="0"/>
                  </a:moveTo>
                  <a:lnTo>
                    <a:pt x="0" y="12"/>
                  </a:lnTo>
                  <a:lnTo>
                    <a:pt x="0" y="16"/>
                  </a:lnTo>
                  <a:lnTo>
                    <a:pt x="9" y="16"/>
                  </a:lnTo>
                  <a:lnTo>
                    <a:pt x="9" y="14"/>
                  </a:lnTo>
                  <a:lnTo>
                    <a:pt x="16" y="0"/>
                  </a:lnTo>
                  <a:lnTo>
                    <a:pt x="9" y="0"/>
                  </a:lnTo>
                </a:path>
              </a:pathLst>
            </a:custGeom>
            <a:solidFill>
              <a:srgbClr val="E0E0B0"/>
            </a:solidFill>
            <a:ln cap="rnd">
              <a:noFill/>
              <a:round/>
            </a:ln>
            <a:effectLst/>
          </p:spPr>
        </p:sp>
      </p:grpSp>
      <p:grpSp>
        <p:nvGrpSpPr>
          <p:cNvPr id="51919" name=""/>
          <p:cNvGrpSpPr/>
          <p:nvPr/>
        </p:nvGrpSpPr>
        <p:grpSpPr>
          <a:xfrm>
            <a:off x="1524000" y="3810000"/>
            <a:ext cx="766763" cy="709613"/>
            <a:chOff x="2431" y="3075"/>
            <a:chExt cx="1121" cy="761"/>
          </a:xfrm>
        </p:grpSpPr>
        <p:sp>
          <p:nvSpPr>
            <p:cNvPr id="51920" name=""/>
            <p:cNvSpPr/>
            <p:nvPr/>
          </p:nvSpPr>
          <p:spPr>
            <a:xfrm>
              <a:off x="2515" y="3075"/>
              <a:ext cx="938" cy="276"/>
            </a:xfrm>
            <a:prstGeom prst="rect">
              <a:avLst/>
            </a:prstGeom>
            <a:gradFill rotWithShape="0">
              <a:gsLst>
                <a:gs pos="0">
                  <a:srgbClr val="DC0081">
                    <a:gamma/>
                    <a:shade val="29804"/>
                    <a:invGamma/>
                  </a:srgbClr>
                </a:gs>
                <a:gs pos="100000">
                  <a:srgbClr val="DC0081"/>
                </a:gs>
              </a:gsLst>
              <a:path path="shape">
                <a:fillToRect l="50000" t="50000" r="50000" b="50000"/>
              </a:path>
            </a:gradFill>
            <a:ln>
              <a:noFill/>
              <a:miter lim="800000"/>
            </a:ln>
            <a:effectLst/>
          </p:spPr>
        </p:sp>
        <p:sp>
          <p:nvSpPr>
            <p:cNvPr id="51921" name=""/>
            <p:cNvSpPr/>
            <p:nvPr/>
          </p:nvSpPr>
          <p:spPr>
            <a:xfrm>
              <a:off x="2656" y="3118"/>
              <a:ext cx="269" cy="36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endParaRPr sz="1600" b="1">
                <a:solidFill>
                  <a:srgbClr val="FFFFFF"/>
                </a:solidFill>
                <a:effectLst>
                  <a:outerShdw blurRad="38100" dist="38100" dir="2700000" algn="tl">
                    <a:srgbClr val="000000"/>
                  </a:outerShdw>
                </a:effectLst>
                <a:latin typeface="Arial" pitchFamily="34" charset="0"/>
              </a:endParaRPr>
            </a:p>
          </p:txBody>
        </p:sp>
        <p:pic>
          <p:nvPicPr>
            <p:cNvPr id="51922" name=""/>
            <p:cNvPicPr/>
            <p:nvPr/>
          </p:nvPicPr>
          <p:blipFill>
            <a:blip r:embed="rId6"/>
            <a:stretch>
              <a:fillRect/>
            </a:stretch>
          </p:blipFill>
          <p:spPr>
            <a:xfrm>
              <a:off x="2431" y="3459"/>
              <a:ext cx="353" cy="365"/>
            </a:xfrm>
            <a:prstGeom prst="rect">
              <a:avLst/>
            </a:prstGeom>
            <a:noFill/>
            <a:ln>
              <a:noFill/>
              <a:miter lim="800000"/>
            </a:ln>
            <a:effectLst/>
          </p:spPr>
        </p:pic>
        <p:pic>
          <p:nvPicPr>
            <p:cNvPr id="51923" name=""/>
            <p:cNvPicPr/>
            <p:nvPr/>
          </p:nvPicPr>
          <p:blipFill>
            <a:blip r:embed="rId6"/>
            <a:stretch>
              <a:fillRect/>
            </a:stretch>
          </p:blipFill>
          <p:spPr>
            <a:xfrm>
              <a:off x="2804" y="3459"/>
              <a:ext cx="353" cy="365"/>
            </a:xfrm>
            <a:prstGeom prst="rect">
              <a:avLst/>
            </a:prstGeom>
            <a:noFill/>
            <a:ln>
              <a:noFill/>
              <a:miter lim="800000"/>
            </a:ln>
            <a:effectLst/>
          </p:spPr>
        </p:pic>
        <p:pic>
          <p:nvPicPr>
            <p:cNvPr id="51924" name=""/>
            <p:cNvPicPr/>
            <p:nvPr/>
          </p:nvPicPr>
          <p:blipFill>
            <a:blip r:embed="rId6"/>
            <a:stretch>
              <a:fillRect/>
            </a:stretch>
          </p:blipFill>
          <p:spPr>
            <a:xfrm>
              <a:off x="3199" y="3471"/>
              <a:ext cx="353" cy="365"/>
            </a:xfrm>
            <a:prstGeom prst="rect">
              <a:avLst/>
            </a:prstGeom>
            <a:noFill/>
            <a:ln>
              <a:noFill/>
              <a:miter lim="800000"/>
            </a:ln>
            <a:effectLst/>
          </p:spPr>
        </p:pic>
      </p:grpSp>
      <p:grpSp>
        <p:nvGrpSpPr>
          <p:cNvPr id="51925" name=""/>
          <p:cNvGrpSpPr/>
          <p:nvPr/>
        </p:nvGrpSpPr>
        <p:grpSpPr>
          <a:xfrm>
            <a:off x="1797050" y="3043238"/>
            <a:ext cx="157163" cy="496887"/>
            <a:chOff x="2830" y="2255"/>
            <a:chExt cx="229" cy="532"/>
          </a:xfrm>
        </p:grpSpPr>
        <p:sp>
          <p:nvSpPr>
            <p:cNvPr id="51926" name=""/>
            <p:cNvSpPr/>
            <p:nvPr/>
          </p:nvSpPr>
          <p:spPr>
            <a:xfrm>
              <a:off x="2866" y="2491"/>
              <a:ext cx="155" cy="287"/>
            </a:xfrm>
            <a:custGeom>
              <a:pathLst>
                <a:path w="155" h="287">
                  <a:moveTo>
                    <a:pt x="2" y="0"/>
                  </a:moveTo>
                  <a:lnTo>
                    <a:pt x="151" y="0"/>
                  </a:lnTo>
                  <a:lnTo>
                    <a:pt x="152" y="0"/>
                  </a:lnTo>
                  <a:lnTo>
                    <a:pt x="154" y="2"/>
                  </a:lnTo>
                  <a:lnTo>
                    <a:pt x="154" y="4"/>
                  </a:lnTo>
                  <a:lnTo>
                    <a:pt x="154" y="282"/>
                  </a:lnTo>
                  <a:lnTo>
                    <a:pt x="154" y="284"/>
                  </a:lnTo>
                  <a:lnTo>
                    <a:pt x="152" y="285"/>
                  </a:lnTo>
                  <a:lnTo>
                    <a:pt x="151" y="286"/>
                  </a:lnTo>
                  <a:lnTo>
                    <a:pt x="2" y="286"/>
                  </a:lnTo>
                  <a:lnTo>
                    <a:pt x="0" y="285"/>
                  </a:lnTo>
                  <a:lnTo>
                    <a:pt x="0" y="284"/>
                  </a:lnTo>
                  <a:lnTo>
                    <a:pt x="0" y="282"/>
                  </a:lnTo>
                  <a:lnTo>
                    <a:pt x="0" y="4"/>
                  </a:lnTo>
                  <a:lnTo>
                    <a:pt x="0" y="2"/>
                  </a:lnTo>
                  <a:lnTo>
                    <a:pt x="0" y="0"/>
                  </a:lnTo>
                  <a:lnTo>
                    <a:pt x="2" y="0"/>
                  </a:lnTo>
                </a:path>
              </a:pathLst>
            </a:custGeom>
            <a:solidFill>
              <a:srgbClr val="F0E0C0"/>
            </a:solidFill>
            <a:ln cap="rnd">
              <a:noFill/>
              <a:round/>
            </a:ln>
            <a:effectLst/>
          </p:spPr>
        </p:sp>
        <p:sp>
          <p:nvSpPr>
            <p:cNvPr id="51927" name=""/>
            <p:cNvSpPr/>
            <p:nvPr/>
          </p:nvSpPr>
          <p:spPr>
            <a:xfrm>
              <a:off x="2866" y="2737"/>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28" name=""/>
            <p:cNvSpPr/>
            <p:nvPr/>
          </p:nvSpPr>
          <p:spPr>
            <a:xfrm>
              <a:off x="2866" y="2729"/>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29" name=""/>
            <p:cNvSpPr/>
            <p:nvPr/>
          </p:nvSpPr>
          <p:spPr>
            <a:xfrm>
              <a:off x="2866" y="2720"/>
              <a:ext cx="155" cy="17"/>
            </a:xfrm>
            <a:custGeom>
              <a:pathLst>
                <a:path w="155" h="17">
                  <a:moveTo>
                    <a:pt x="0" y="0"/>
                  </a:moveTo>
                  <a:lnTo>
                    <a:pt x="154" y="0"/>
                  </a:lnTo>
                  <a:lnTo>
                    <a:pt x="154" y="16"/>
                  </a:lnTo>
                  <a:lnTo>
                    <a:pt x="0" y="16"/>
                  </a:lnTo>
                  <a:lnTo>
                    <a:pt x="0" y="0"/>
                  </a:lnTo>
                </a:path>
              </a:pathLst>
            </a:custGeom>
            <a:solidFill>
              <a:srgbClr val="404040"/>
            </a:solidFill>
            <a:ln cap="rnd">
              <a:noFill/>
              <a:round/>
            </a:ln>
            <a:effectLst/>
          </p:spPr>
        </p:sp>
        <p:sp>
          <p:nvSpPr>
            <p:cNvPr id="51930" name=""/>
            <p:cNvSpPr/>
            <p:nvPr/>
          </p:nvSpPr>
          <p:spPr>
            <a:xfrm>
              <a:off x="2866" y="2720"/>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1" name=""/>
            <p:cNvSpPr/>
            <p:nvPr/>
          </p:nvSpPr>
          <p:spPr>
            <a:xfrm>
              <a:off x="2866" y="2710"/>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2" name=""/>
            <p:cNvSpPr/>
            <p:nvPr/>
          </p:nvSpPr>
          <p:spPr>
            <a:xfrm>
              <a:off x="2866" y="2701"/>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3" name=""/>
            <p:cNvSpPr/>
            <p:nvPr/>
          </p:nvSpPr>
          <p:spPr>
            <a:xfrm>
              <a:off x="2866" y="2692"/>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4" name=""/>
            <p:cNvSpPr/>
            <p:nvPr/>
          </p:nvSpPr>
          <p:spPr>
            <a:xfrm>
              <a:off x="2866" y="2682"/>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5" name=""/>
            <p:cNvSpPr/>
            <p:nvPr/>
          </p:nvSpPr>
          <p:spPr>
            <a:xfrm>
              <a:off x="2866" y="2674"/>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6" name=""/>
            <p:cNvSpPr/>
            <p:nvPr/>
          </p:nvSpPr>
          <p:spPr>
            <a:xfrm>
              <a:off x="2866" y="2666"/>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7" name=""/>
            <p:cNvSpPr/>
            <p:nvPr/>
          </p:nvSpPr>
          <p:spPr>
            <a:xfrm>
              <a:off x="2866" y="2655"/>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8" name=""/>
            <p:cNvSpPr/>
            <p:nvPr/>
          </p:nvSpPr>
          <p:spPr>
            <a:xfrm>
              <a:off x="2866" y="2647"/>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39" name=""/>
            <p:cNvSpPr/>
            <p:nvPr/>
          </p:nvSpPr>
          <p:spPr>
            <a:xfrm>
              <a:off x="2866" y="2637"/>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40" name=""/>
            <p:cNvSpPr/>
            <p:nvPr/>
          </p:nvSpPr>
          <p:spPr>
            <a:xfrm>
              <a:off x="2866" y="2629"/>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41" name=""/>
            <p:cNvSpPr/>
            <p:nvPr/>
          </p:nvSpPr>
          <p:spPr>
            <a:xfrm>
              <a:off x="2866" y="2618"/>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42" name=""/>
            <p:cNvSpPr/>
            <p:nvPr/>
          </p:nvSpPr>
          <p:spPr>
            <a:xfrm>
              <a:off x="2866" y="2610"/>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43" name=""/>
            <p:cNvSpPr/>
            <p:nvPr/>
          </p:nvSpPr>
          <p:spPr>
            <a:xfrm>
              <a:off x="2866" y="2601"/>
              <a:ext cx="155" cy="17"/>
            </a:xfrm>
            <a:custGeom>
              <a:pathLst>
                <a:path w="155" h="17">
                  <a:moveTo>
                    <a:pt x="0" y="0"/>
                  </a:moveTo>
                  <a:lnTo>
                    <a:pt x="154" y="0"/>
                  </a:lnTo>
                  <a:lnTo>
                    <a:pt x="154" y="16"/>
                  </a:lnTo>
                  <a:lnTo>
                    <a:pt x="0" y="16"/>
                  </a:lnTo>
                  <a:lnTo>
                    <a:pt x="0" y="0"/>
                  </a:lnTo>
                </a:path>
              </a:pathLst>
            </a:custGeom>
            <a:solidFill>
              <a:srgbClr val="A0A080"/>
            </a:solidFill>
            <a:ln cap="rnd">
              <a:noFill/>
              <a:round/>
            </a:ln>
            <a:effectLst/>
          </p:spPr>
        </p:sp>
        <p:sp>
          <p:nvSpPr>
            <p:cNvPr id="51944" name=""/>
            <p:cNvSpPr/>
            <p:nvPr/>
          </p:nvSpPr>
          <p:spPr>
            <a:xfrm>
              <a:off x="2830" y="2766"/>
              <a:ext cx="111" cy="21"/>
            </a:xfrm>
            <a:custGeom>
              <a:pathLst>
                <a:path w="111" h="21">
                  <a:moveTo>
                    <a:pt x="35" y="0"/>
                  </a:moveTo>
                  <a:lnTo>
                    <a:pt x="31" y="0"/>
                  </a:lnTo>
                  <a:lnTo>
                    <a:pt x="31" y="9"/>
                  </a:lnTo>
                  <a:lnTo>
                    <a:pt x="0" y="17"/>
                  </a:lnTo>
                  <a:lnTo>
                    <a:pt x="0" y="20"/>
                  </a:lnTo>
                  <a:lnTo>
                    <a:pt x="110" y="20"/>
                  </a:lnTo>
                  <a:lnTo>
                    <a:pt x="110" y="14"/>
                  </a:lnTo>
                  <a:lnTo>
                    <a:pt x="35" y="14"/>
                  </a:lnTo>
                  <a:lnTo>
                    <a:pt x="35" y="0"/>
                  </a:lnTo>
                </a:path>
              </a:pathLst>
            </a:custGeom>
            <a:solidFill>
              <a:srgbClr val="808060"/>
            </a:solidFill>
            <a:ln cap="rnd">
              <a:noFill/>
              <a:round/>
            </a:ln>
            <a:effectLst/>
          </p:spPr>
        </p:sp>
        <p:sp>
          <p:nvSpPr>
            <p:cNvPr id="51945" name=""/>
            <p:cNvSpPr/>
            <p:nvPr/>
          </p:nvSpPr>
          <p:spPr>
            <a:xfrm>
              <a:off x="2948" y="2766"/>
              <a:ext cx="111" cy="21"/>
            </a:xfrm>
            <a:custGeom>
              <a:pathLst>
                <a:path w="111" h="21">
                  <a:moveTo>
                    <a:pt x="74" y="0"/>
                  </a:moveTo>
                  <a:lnTo>
                    <a:pt x="79" y="0"/>
                  </a:lnTo>
                  <a:lnTo>
                    <a:pt x="79" y="9"/>
                  </a:lnTo>
                  <a:lnTo>
                    <a:pt x="110" y="17"/>
                  </a:lnTo>
                  <a:lnTo>
                    <a:pt x="110" y="20"/>
                  </a:lnTo>
                  <a:lnTo>
                    <a:pt x="0" y="20"/>
                  </a:lnTo>
                  <a:lnTo>
                    <a:pt x="0" y="14"/>
                  </a:lnTo>
                  <a:lnTo>
                    <a:pt x="74" y="14"/>
                  </a:lnTo>
                  <a:lnTo>
                    <a:pt x="74" y="0"/>
                  </a:lnTo>
                </a:path>
              </a:pathLst>
            </a:custGeom>
            <a:solidFill>
              <a:srgbClr val="808060"/>
            </a:solidFill>
            <a:ln cap="rnd">
              <a:noFill/>
              <a:round/>
            </a:ln>
            <a:effectLst/>
          </p:spPr>
        </p:sp>
        <p:sp>
          <p:nvSpPr>
            <p:cNvPr id="51946" name=""/>
            <p:cNvSpPr/>
            <p:nvPr/>
          </p:nvSpPr>
          <p:spPr>
            <a:xfrm>
              <a:off x="2895" y="2677"/>
              <a:ext cx="106" cy="101"/>
            </a:xfrm>
            <a:custGeom>
              <a:pathLst>
                <a:path w="106" h="101">
                  <a:moveTo>
                    <a:pt x="0" y="1"/>
                  </a:moveTo>
                  <a:lnTo>
                    <a:pt x="0" y="100"/>
                  </a:lnTo>
                  <a:lnTo>
                    <a:pt x="105" y="100"/>
                  </a:lnTo>
                  <a:lnTo>
                    <a:pt x="105" y="0"/>
                  </a:lnTo>
                </a:path>
              </a:pathLst>
            </a:custGeom>
            <a:noFill/>
            <a:ln w="12700" cap="rnd" cmpd="sng">
              <a:solidFill>
                <a:srgbClr val="808060"/>
              </a:solidFill>
              <a:prstDash val="solid"/>
              <a:round/>
              <a:headEnd type="none" w="sm" len="sm"/>
              <a:tailEnd type="none" w="sm" len="sm"/>
            </a:ln>
            <a:effectLst/>
          </p:spPr>
        </p:sp>
        <p:sp>
          <p:nvSpPr>
            <p:cNvPr id="51947" name=""/>
            <p:cNvSpPr/>
            <p:nvPr/>
          </p:nvSpPr>
          <p:spPr>
            <a:xfrm>
              <a:off x="2866" y="2255"/>
              <a:ext cx="155" cy="213"/>
            </a:xfrm>
            <a:custGeom>
              <a:pathLst>
                <a:path w="155" h="213">
                  <a:moveTo>
                    <a:pt x="3" y="212"/>
                  </a:moveTo>
                  <a:lnTo>
                    <a:pt x="150" y="212"/>
                  </a:lnTo>
                  <a:lnTo>
                    <a:pt x="152" y="212"/>
                  </a:lnTo>
                  <a:lnTo>
                    <a:pt x="153" y="210"/>
                  </a:lnTo>
                  <a:lnTo>
                    <a:pt x="154" y="208"/>
                  </a:lnTo>
                  <a:lnTo>
                    <a:pt x="154" y="5"/>
                  </a:lnTo>
                  <a:lnTo>
                    <a:pt x="153" y="3"/>
                  </a:lnTo>
                  <a:lnTo>
                    <a:pt x="152" y="1"/>
                  </a:lnTo>
                  <a:lnTo>
                    <a:pt x="151" y="1"/>
                  </a:lnTo>
                  <a:lnTo>
                    <a:pt x="3" y="0"/>
                  </a:lnTo>
                  <a:lnTo>
                    <a:pt x="1" y="1"/>
                  </a:lnTo>
                  <a:lnTo>
                    <a:pt x="0" y="2"/>
                  </a:lnTo>
                  <a:lnTo>
                    <a:pt x="0" y="5"/>
                  </a:lnTo>
                  <a:lnTo>
                    <a:pt x="0" y="208"/>
                  </a:lnTo>
                  <a:lnTo>
                    <a:pt x="0" y="210"/>
                  </a:lnTo>
                  <a:lnTo>
                    <a:pt x="1" y="212"/>
                  </a:lnTo>
                  <a:lnTo>
                    <a:pt x="3" y="212"/>
                  </a:lnTo>
                </a:path>
              </a:pathLst>
            </a:custGeom>
            <a:solidFill>
              <a:srgbClr val="F0E0C0"/>
            </a:solidFill>
            <a:ln cap="rnd">
              <a:noFill/>
              <a:round/>
            </a:ln>
            <a:effectLst/>
          </p:spPr>
        </p:sp>
        <p:sp>
          <p:nvSpPr>
            <p:cNvPr id="51948" name=""/>
            <p:cNvSpPr/>
            <p:nvPr/>
          </p:nvSpPr>
          <p:spPr>
            <a:xfrm>
              <a:off x="2882" y="2318"/>
              <a:ext cx="124" cy="131"/>
            </a:xfrm>
            <a:custGeom>
              <a:pathLst>
                <a:path w="124" h="131">
                  <a:moveTo>
                    <a:pt x="5" y="130"/>
                  </a:moveTo>
                  <a:lnTo>
                    <a:pt x="118" y="130"/>
                  </a:lnTo>
                  <a:lnTo>
                    <a:pt x="119" y="130"/>
                  </a:lnTo>
                  <a:lnTo>
                    <a:pt x="121" y="129"/>
                  </a:lnTo>
                  <a:lnTo>
                    <a:pt x="122" y="128"/>
                  </a:lnTo>
                  <a:lnTo>
                    <a:pt x="123" y="126"/>
                  </a:lnTo>
                  <a:lnTo>
                    <a:pt x="123" y="124"/>
                  </a:lnTo>
                  <a:lnTo>
                    <a:pt x="123" y="6"/>
                  </a:lnTo>
                  <a:lnTo>
                    <a:pt x="123" y="4"/>
                  </a:lnTo>
                  <a:lnTo>
                    <a:pt x="122" y="2"/>
                  </a:lnTo>
                  <a:lnTo>
                    <a:pt x="121" y="0"/>
                  </a:lnTo>
                  <a:lnTo>
                    <a:pt x="119" y="0"/>
                  </a:lnTo>
                  <a:lnTo>
                    <a:pt x="118" y="0"/>
                  </a:lnTo>
                  <a:lnTo>
                    <a:pt x="5" y="0"/>
                  </a:lnTo>
                  <a:lnTo>
                    <a:pt x="3" y="0"/>
                  </a:lnTo>
                  <a:lnTo>
                    <a:pt x="2" y="0"/>
                  </a:lnTo>
                  <a:lnTo>
                    <a:pt x="1" y="2"/>
                  </a:lnTo>
                  <a:lnTo>
                    <a:pt x="0" y="4"/>
                  </a:lnTo>
                  <a:lnTo>
                    <a:pt x="0" y="6"/>
                  </a:lnTo>
                  <a:lnTo>
                    <a:pt x="0" y="124"/>
                  </a:lnTo>
                  <a:lnTo>
                    <a:pt x="0" y="126"/>
                  </a:lnTo>
                  <a:lnTo>
                    <a:pt x="0" y="127"/>
                  </a:lnTo>
                  <a:lnTo>
                    <a:pt x="2" y="129"/>
                  </a:lnTo>
                  <a:lnTo>
                    <a:pt x="3" y="130"/>
                  </a:lnTo>
                  <a:lnTo>
                    <a:pt x="5" y="130"/>
                  </a:lnTo>
                </a:path>
              </a:pathLst>
            </a:custGeom>
            <a:solidFill>
              <a:srgbClr val="F0E0C0"/>
            </a:solidFill>
            <a:ln cap="rnd">
              <a:noFill/>
              <a:round/>
            </a:ln>
            <a:effectLst/>
          </p:spPr>
        </p:sp>
        <p:sp>
          <p:nvSpPr>
            <p:cNvPr id="51949" name=""/>
            <p:cNvSpPr/>
            <p:nvPr/>
          </p:nvSpPr>
          <p:spPr>
            <a:xfrm>
              <a:off x="2885" y="2355"/>
              <a:ext cx="124" cy="17"/>
            </a:xfrm>
            <a:custGeom>
              <a:pathLst>
                <a:path w="124" h="17">
                  <a:moveTo>
                    <a:pt x="0" y="0"/>
                  </a:moveTo>
                  <a:lnTo>
                    <a:pt x="123" y="0"/>
                  </a:lnTo>
                  <a:lnTo>
                    <a:pt x="123" y="16"/>
                  </a:lnTo>
                  <a:lnTo>
                    <a:pt x="0" y="16"/>
                  </a:lnTo>
                  <a:lnTo>
                    <a:pt x="0" y="0"/>
                  </a:lnTo>
                </a:path>
              </a:pathLst>
            </a:custGeom>
            <a:solidFill>
              <a:srgbClr val="505020"/>
            </a:solidFill>
            <a:ln w="12700" cap="rnd" cmpd="sng">
              <a:solidFill>
                <a:srgbClr val="000000"/>
              </a:solidFill>
              <a:prstDash val="solid"/>
              <a:round/>
            </a:ln>
            <a:effectLst/>
          </p:spPr>
        </p:sp>
        <p:sp>
          <p:nvSpPr>
            <p:cNvPr id="51950" name=""/>
            <p:cNvSpPr/>
            <p:nvPr/>
          </p:nvSpPr>
          <p:spPr>
            <a:xfrm>
              <a:off x="2885" y="2394"/>
              <a:ext cx="125" cy="17"/>
            </a:xfrm>
            <a:custGeom>
              <a:pathLst>
                <a:path w="125" h="17">
                  <a:moveTo>
                    <a:pt x="0" y="0"/>
                  </a:moveTo>
                  <a:lnTo>
                    <a:pt x="124" y="0"/>
                  </a:lnTo>
                  <a:lnTo>
                    <a:pt x="124" y="16"/>
                  </a:lnTo>
                  <a:lnTo>
                    <a:pt x="0" y="16"/>
                  </a:lnTo>
                  <a:lnTo>
                    <a:pt x="0" y="0"/>
                  </a:lnTo>
                </a:path>
              </a:pathLst>
            </a:custGeom>
            <a:solidFill>
              <a:srgbClr val="505020"/>
            </a:solidFill>
            <a:ln w="12700" cap="rnd" cmpd="sng">
              <a:solidFill>
                <a:srgbClr val="000000"/>
              </a:solidFill>
              <a:prstDash val="solid"/>
              <a:round/>
            </a:ln>
            <a:effectLst/>
          </p:spPr>
        </p:sp>
        <p:sp>
          <p:nvSpPr>
            <p:cNvPr id="51951" name=""/>
            <p:cNvSpPr/>
            <p:nvPr/>
          </p:nvSpPr>
          <p:spPr>
            <a:xfrm>
              <a:off x="2884" y="2322"/>
              <a:ext cx="121" cy="30"/>
            </a:xfrm>
            <a:custGeom>
              <a:pathLst>
                <a:path w="121" h="30">
                  <a:moveTo>
                    <a:pt x="2" y="29"/>
                  </a:moveTo>
                  <a:lnTo>
                    <a:pt x="118" y="29"/>
                  </a:lnTo>
                  <a:lnTo>
                    <a:pt x="119" y="29"/>
                  </a:lnTo>
                  <a:lnTo>
                    <a:pt x="120" y="27"/>
                  </a:lnTo>
                  <a:lnTo>
                    <a:pt x="120" y="3"/>
                  </a:lnTo>
                  <a:lnTo>
                    <a:pt x="120" y="1"/>
                  </a:lnTo>
                  <a:lnTo>
                    <a:pt x="118" y="0"/>
                  </a:lnTo>
                  <a:lnTo>
                    <a:pt x="2" y="0"/>
                  </a:lnTo>
                  <a:lnTo>
                    <a:pt x="0" y="1"/>
                  </a:lnTo>
                  <a:lnTo>
                    <a:pt x="0" y="2"/>
                  </a:lnTo>
                  <a:lnTo>
                    <a:pt x="0" y="27"/>
                  </a:lnTo>
                  <a:lnTo>
                    <a:pt x="0" y="28"/>
                  </a:lnTo>
                  <a:lnTo>
                    <a:pt x="1" y="29"/>
                  </a:lnTo>
                  <a:lnTo>
                    <a:pt x="2" y="29"/>
                  </a:lnTo>
                </a:path>
              </a:pathLst>
            </a:custGeom>
            <a:solidFill>
              <a:srgbClr val="C0C080"/>
            </a:solidFill>
            <a:ln cap="rnd">
              <a:noFill/>
              <a:round/>
            </a:ln>
            <a:effectLst/>
          </p:spPr>
        </p:sp>
        <p:sp>
          <p:nvSpPr>
            <p:cNvPr id="51952" name=""/>
            <p:cNvSpPr/>
            <p:nvPr/>
          </p:nvSpPr>
          <p:spPr>
            <a:xfrm>
              <a:off x="2916" y="2324"/>
              <a:ext cx="44" cy="20"/>
            </a:xfrm>
            <a:custGeom>
              <a:pathLst>
                <a:path w="44" h="20">
                  <a:moveTo>
                    <a:pt x="1" y="0"/>
                  </a:moveTo>
                  <a:lnTo>
                    <a:pt x="41" y="0"/>
                  </a:lnTo>
                  <a:lnTo>
                    <a:pt x="42" y="0"/>
                  </a:lnTo>
                  <a:lnTo>
                    <a:pt x="43" y="2"/>
                  </a:lnTo>
                  <a:lnTo>
                    <a:pt x="43" y="17"/>
                  </a:lnTo>
                  <a:lnTo>
                    <a:pt x="42" y="19"/>
                  </a:lnTo>
                  <a:lnTo>
                    <a:pt x="41" y="19"/>
                  </a:lnTo>
                  <a:lnTo>
                    <a:pt x="1" y="19"/>
                  </a:lnTo>
                  <a:lnTo>
                    <a:pt x="0" y="19"/>
                  </a:lnTo>
                  <a:lnTo>
                    <a:pt x="0" y="17"/>
                  </a:lnTo>
                  <a:lnTo>
                    <a:pt x="0" y="2"/>
                  </a:lnTo>
                  <a:lnTo>
                    <a:pt x="0" y="0"/>
                  </a:lnTo>
                  <a:lnTo>
                    <a:pt x="1" y="0"/>
                  </a:lnTo>
                </a:path>
              </a:pathLst>
            </a:custGeom>
            <a:solidFill>
              <a:srgbClr val="00DFCA"/>
            </a:solidFill>
            <a:ln cap="rnd">
              <a:noFill/>
              <a:round/>
            </a:ln>
            <a:effectLst/>
          </p:spPr>
        </p:sp>
        <p:sp>
          <p:nvSpPr>
            <p:cNvPr id="51953" name=""/>
            <p:cNvSpPr/>
            <p:nvPr/>
          </p:nvSpPr>
          <p:spPr>
            <a:xfrm>
              <a:off x="2981" y="2324"/>
              <a:ext cx="17" cy="1"/>
            </a:xfrm>
            <a:custGeom>
              <a:pathLst>
                <a:path w="17" h="1">
                  <a:moveTo>
                    <a:pt x="1" y="0"/>
                  </a:moveTo>
                  <a:lnTo>
                    <a:pt x="14" y="0"/>
                  </a:lnTo>
                  <a:lnTo>
                    <a:pt x="14" y="0"/>
                  </a:lnTo>
                  <a:lnTo>
                    <a:pt x="16" y="0"/>
                  </a:lnTo>
                  <a:lnTo>
                    <a:pt x="14" y="0"/>
                  </a:lnTo>
                  <a:lnTo>
                    <a:pt x="1" y="0"/>
                  </a:lnTo>
                  <a:lnTo>
                    <a:pt x="1" y="0"/>
                  </a:lnTo>
                  <a:lnTo>
                    <a:pt x="0" y="0"/>
                  </a:lnTo>
                  <a:lnTo>
                    <a:pt x="1" y="0"/>
                  </a:lnTo>
                </a:path>
              </a:pathLst>
            </a:custGeom>
            <a:solidFill>
              <a:srgbClr val="808050"/>
            </a:solidFill>
            <a:ln cap="rnd">
              <a:noFill/>
              <a:round/>
            </a:ln>
            <a:effectLst/>
          </p:spPr>
        </p:sp>
        <p:sp>
          <p:nvSpPr>
            <p:cNvPr id="51954" name=""/>
            <p:cNvSpPr/>
            <p:nvPr/>
          </p:nvSpPr>
          <p:spPr>
            <a:xfrm>
              <a:off x="2981" y="2324"/>
              <a:ext cx="17" cy="1"/>
            </a:xfrm>
            <a:custGeom>
              <a:pathLst>
                <a:path w="17" h="1">
                  <a:moveTo>
                    <a:pt x="1" y="0"/>
                  </a:moveTo>
                  <a:lnTo>
                    <a:pt x="14" y="0"/>
                  </a:lnTo>
                  <a:lnTo>
                    <a:pt x="16" y="0"/>
                  </a:lnTo>
                  <a:lnTo>
                    <a:pt x="16" y="0"/>
                  </a:lnTo>
                  <a:lnTo>
                    <a:pt x="14" y="0"/>
                  </a:lnTo>
                  <a:lnTo>
                    <a:pt x="1" y="0"/>
                  </a:lnTo>
                  <a:lnTo>
                    <a:pt x="0" y="0"/>
                  </a:lnTo>
                  <a:lnTo>
                    <a:pt x="0" y="0"/>
                  </a:lnTo>
                  <a:lnTo>
                    <a:pt x="1" y="0"/>
                  </a:lnTo>
                </a:path>
              </a:pathLst>
            </a:custGeom>
            <a:solidFill>
              <a:srgbClr val="C0C080"/>
            </a:solidFill>
            <a:ln cap="rnd">
              <a:noFill/>
              <a:round/>
            </a:ln>
            <a:effectLst/>
          </p:spPr>
        </p:sp>
        <p:sp>
          <p:nvSpPr>
            <p:cNvPr id="51955" name=""/>
            <p:cNvSpPr/>
            <p:nvPr/>
          </p:nvSpPr>
          <p:spPr>
            <a:xfrm>
              <a:off x="2890" y="2333"/>
              <a:ext cx="111" cy="1"/>
            </a:xfrm>
            <a:custGeom>
              <a:pathLst>
                <a:path w="111" h="1">
                  <a:moveTo>
                    <a:pt x="1" y="0"/>
                  </a:moveTo>
                  <a:lnTo>
                    <a:pt x="108" y="0"/>
                  </a:lnTo>
                  <a:lnTo>
                    <a:pt x="110" y="0"/>
                  </a:lnTo>
                  <a:lnTo>
                    <a:pt x="110" y="0"/>
                  </a:lnTo>
                  <a:lnTo>
                    <a:pt x="110" y="0"/>
                  </a:lnTo>
                  <a:lnTo>
                    <a:pt x="110" y="0"/>
                  </a:lnTo>
                  <a:lnTo>
                    <a:pt x="108" y="0"/>
                  </a:lnTo>
                  <a:lnTo>
                    <a:pt x="1" y="0"/>
                  </a:lnTo>
                  <a:lnTo>
                    <a:pt x="0" y="0"/>
                  </a:lnTo>
                  <a:lnTo>
                    <a:pt x="0" y="0"/>
                  </a:lnTo>
                  <a:lnTo>
                    <a:pt x="0" y="0"/>
                  </a:lnTo>
                  <a:lnTo>
                    <a:pt x="0" y="0"/>
                  </a:lnTo>
                  <a:lnTo>
                    <a:pt x="1" y="0"/>
                  </a:lnTo>
                </a:path>
              </a:pathLst>
            </a:custGeom>
            <a:solidFill>
              <a:srgbClr val="A0A080"/>
            </a:solidFill>
            <a:ln cap="rnd">
              <a:noFill/>
              <a:round/>
            </a:ln>
            <a:effectLst/>
          </p:spPr>
        </p:sp>
        <p:sp>
          <p:nvSpPr>
            <p:cNvPr id="51956" name=""/>
            <p:cNvSpPr/>
            <p:nvPr/>
          </p:nvSpPr>
          <p:spPr>
            <a:xfrm>
              <a:off x="2885" y="2358"/>
              <a:ext cx="120" cy="32"/>
            </a:xfrm>
            <a:custGeom>
              <a:pathLst>
                <a:path w="120" h="32">
                  <a:moveTo>
                    <a:pt x="0" y="31"/>
                  </a:moveTo>
                  <a:lnTo>
                    <a:pt x="117" y="31"/>
                  </a:lnTo>
                  <a:lnTo>
                    <a:pt x="119" y="31"/>
                  </a:lnTo>
                  <a:lnTo>
                    <a:pt x="119" y="29"/>
                  </a:lnTo>
                  <a:lnTo>
                    <a:pt x="119" y="3"/>
                  </a:lnTo>
                  <a:lnTo>
                    <a:pt x="118" y="1"/>
                  </a:lnTo>
                  <a:lnTo>
                    <a:pt x="117" y="0"/>
                  </a:lnTo>
                  <a:lnTo>
                    <a:pt x="0" y="0"/>
                  </a:lnTo>
                  <a:lnTo>
                    <a:pt x="0" y="1"/>
                  </a:lnTo>
                  <a:lnTo>
                    <a:pt x="0" y="3"/>
                  </a:lnTo>
                  <a:lnTo>
                    <a:pt x="0" y="29"/>
                  </a:lnTo>
                  <a:lnTo>
                    <a:pt x="0" y="31"/>
                  </a:lnTo>
                  <a:lnTo>
                    <a:pt x="0" y="31"/>
                  </a:lnTo>
                </a:path>
              </a:pathLst>
            </a:custGeom>
            <a:solidFill>
              <a:srgbClr val="C0C080"/>
            </a:solidFill>
            <a:ln cap="rnd">
              <a:noFill/>
              <a:round/>
            </a:ln>
            <a:effectLst/>
          </p:spPr>
        </p:sp>
        <p:sp>
          <p:nvSpPr>
            <p:cNvPr id="51957" name=""/>
            <p:cNvSpPr/>
            <p:nvPr/>
          </p:nvSpPr>
          <p:spPr>
            <a:xfrm>
              <a:off x="2916" y="2362"/>
              <a:ext cx="44" cy="23"/>
            </a:xfrm>
            <a:custGeom>
              <a:pathLst>
                <a:path w="44" h="23">
                  <a:moveTo>
                    <a:pt x="2" y="0"/>
                  </a:moveTo>
                  <a:lnTo>
                    <a:pt x="40" y="0"/>
                  </a:lnTo>
                  <a:lnTo>
                    <a:pt x="42" y="0"/>
                  </a:lnTo>
                  <a:lnTo>
                    <a:pt x="43" y="2"/>
                  </a:lnTo>
                  <a:lnTo>
                    <a:pt x="43" y="3"/>
                  </a:lnTo>
                  <a:lnTo>
                    <a:pt x="43" y="19"/>
                  </a:lnTo>
                  <a:lnTo>
                    <a:pt x="43" y="21"/>
                  </a:lnTo>
                  <a:lnTo>
                    <a:pt x="41" y="22"/>
                  </a:lnTo>
                  <a:lnTo>
                    <a:pt x="40" y="22"/>
                  </a:lnTo>
                  <a:lnTo>
                    <a:pt x="2" y="22"/>
                  </a:lnTo>
                  <a:lnTo>
                    <a:pt x="0" y="22"/>
                  </a:lnTo>
                  <a:lnTo>
                    <a:pt x="0" y="21"/>
                  </a:lnTo>
                  <a:lnTo>
                    <a:pt x="0" y="19"/>
                  </a:lnTo>
                  <a:lnTo>
                    <a:pt x="0" y="3"/>
                  </a:lnTo>
                  <a:lnTo>
                    <a:pt x="0" y="1"/>
                  </a:lnTo>
                  <a:lnTo>
                    <a:pt x="1" y="0"/>
                  </a:lnTo>
                  <a:lnTo>
                    <a:pt x="2" y="0"/>
                  </a:lnTo>
                </a:path>
              </a:pathLst>
            </a:custGeom>
            <a:solidFill>
              <a:srgbClr val="00DFCA"/>
            </a:solidFill>
            <a:ln cap="rnd">
              <a:noFill/>
              <a:round/>
            </a:ln>
            <a:effectLst/>
          </p:spPr>
        </p:sp>
        <p:sp>
          <p:nvSpPr>
            <p:cNvPr id="51958" name=""/>
            <p:cNvSpPr/>
            <p:nvPr/>
          </p:nvSpPr>
          <p:spPr>
            <a:xfrm>
              <a:off x="2969" y="2381"/>
              <a:ext cx="17" cy="1"/>
            </a:xfrm>
            <a:custGeom>
              <a:pathLst>
                <a:path w="17" h="1">
                  <a:moveTo>
                    <a:pt x="2" y="0"/>
                  </a:moveTo>
                  <a:lnTo>
                    <a:pt x="13" y="0"/>
                  </a:lnTo>
                  <a:lnTo>
                    <a:pt x="13" y="0"/>
                  </a:lnTo>
                  <a:lnTo>
                    <a:pt x="16" y="0"/>
                  </a:lnTo>
                  <a:lnTo>
                    <a:pt x="16" y="0"/>
                  </a:lnTo>
                  <a:lnTo>
                    <a:pt x="14" y="0"/>
                  </a:lnTo>
                  <a:lnTo>
                    <a:pt x="13" y="0"/>
                  </a:lnTo>
                  <a:lnTo>
                    <a:pt x="2" y="0"/>
                  </a:lnTo>
                  <a:lnTo>
                    <a:pt x="1" y="0"/>
                  </a:lnTo>
                  <a:lnTo>
                    <a:pt x="0" y="0"/>
                  </a:lnTo>
                  <a:lnTo>
                    <a:pt x="0" y="0"/>
                  </a:lnTo>
                  <a:lnTo>
                    <a:pt x="1" y="0"/>
                  </a:lnTo>
                  <a:lnTo>
                    <a:pt x="2" y="0"/>
                  </a:lnTo>
                </a:path>
              </a:pathLst>
            </a:custGeom>
            <a:solidFill>
              <a:srgbClr val="808050"/>
            </a:solidFill>
            <a:ln cap="rnd">
              <a:noFill/>
              <a:round/>
            </a:ln>
            <a:effectLst/>
          </p:spPr>
        </p:sp>
        <p:sp>
          <p:nvSpPr>
            <p:cNvPr id="51959" name=""/>
            <p:cNvSpPr/>
            <p:nvPr/>
          </p:nvSpPr>
          <p:spPr>
            <a:xfrm>
              <a:off x="2969" y="2381"/>
              <a:ext cx="17" cy="1"/>
            </a:xfrm>
            <a:custGeom>
              <a:pathLst>
                <a:path w="17" h="1">
                  <a:moveTo>
                    <a:pt x="2" y="0"/>
                  </a:moveTo>
                  <a:lnTo>
                    <a:pt x="13" y="0"/>
                  </a:lnTo>
                  <a:lnTo>
                    <a:pt x="13" y="0"/>
                  </a:lnTo>
                  <a:lnTo>
                    <a:pt x="16" y="0"/>
                  </a:lnTo>
                  <a:lnTo>
                    <a:pt x="16" y="0"/>
                  </a:lnTo>
                  <a:lnTo>
                    <a:pt x="14" y="0"/>
                  </a:lnTo>
                  <a:lnTo>
                    <a:pt x="13" y="0"/>
                  </a:lnTo>
                  <a:lnTo>
                    <a:pt x="2" y="0"/>
                  </a:lnTo>
                  <a:lnTo>
                    <a:pt x="1" y="0"/>
                  </a:lnTo>
                  <a:lnTo>
                    <a:pt x="0" y="0"/>
                  </a:lnTo>
                  <a:lnTo>
                    <a:pt x="0" y="0"/>
                  </a:lnTo>
                  <a:lnTo>
                    <a:pt x="1" y="0"/>
                  </a:lnTo>
                  <a:lnTo>
                    <a:pt x="2" y="0"/>
                  </a:lnTo>
                </a:path>
              </a:pathLst>
            </a:custGeom>
            <a:solidFill>
              <a:srgbClr val="C0C080"/>
            </a:solidFill>
            <a:ln cap="rnd">
              <a:noFill/>
              <a:round/>
            </a:ln>
            <a:effectLst/>
          </p:spPr>
        </p:sp>
        <p:sp>
          <p:nvSpPr>
            <p:cNvPr id="51960" name=""/>
            <p:cNvSpPr/>
            <p:nvPr/>
          </p:nvSpPr>
          <p:spPr>
            <a:xfrm>
              <a:off x="2913" y="2366"/>
              <a:ext cx="69" cy="17"/>
            </a:xfrm>
            <a:custGeom>
              <a:pathLst>
                <a:path w="69" h="17">
                  <a:moveTo>
                    <a:pt x="0" y="16"/>
                  </a:moveTo>
                  <a:lnTo>
                    <a:pt x="23" y="16"/>
                  </a:lnTo>
                  <a:lnTo>
                    <a:pt x="23" y="16"/>
                  </a:lnTo>
                  <a:lnTo>
                    <a:pt x="46" y="16"/>
                  </a:lnTo>
                  <a:lnTo>
                    <a:pt x="46" y="16"/>
                  </a:lnTo>
                  <a:lnTo>
                    <a:pt x="68" y="16"/>
                  </a:lnTo>
                  <a:lnTo>
                    <a:pt x="68" y="8"/>
                  </a:lnTo>
                  <a:lnTo>
                    <a:pt x="46" y="8"/>
                  </a:lnTo>
                  <a:lnTo>
                    <a:pt x="46" y="0"/>
                  </a:lnTo>
                  <a:lnTo>
                    <a:pt x="24" y="0"/>
                  </a:lnTo>
                  <a:lnTo>
                    <a:pt x="24" y="0"/>
                  </a:lnTo>
                  <a:lnTo>
                    <a:pt x="0" y="0"/>
                  </a:lnTo>
                  <a:lnTo>
                    <a:pt x="0" y="16"/>
                  </a:lnTo>
                </a:path>
              </a:pathLst>
            </a:custGeom>
            <a:solidFill>
              <a:srgbClr val="A08060"/>
            </a:solidFill>
            <a:ln cap="rnd">
              <a:noFill/>
              <a:round/>
            </a:ln>
            <a:effectLst/>
          </p:spPr>
        </p:sp>
        <p:sp>
          <p:nvSpPr>
            <p:cNvPr id="51961" name=""/>
            <p:cNvSpPr/>
            <p:nvPr/>
          </p:nvSpPr>
          <p:spPr>
            <a:xfrm>
              <a:off x="2885" y="2403"/>
              <a:ext cx="119" cy="17"/>
            </a:xfrm>
            <a:custGeom>
              <a:pathLst>
                <a:path w="119" h="17">
                  <a:moveTo>
                    <a:pt x="0" y="16"/>
                  </a:moveTo>
                  <a:lnTo>
                    <a:pt x="118" y="16"/>
                  </a:lnTo>
                  <a:lnTo>
                    <a:pt x="118" y="0"/>
                  </a:lnTo>
                  <a:lnTo>
                    <a:pt x="0" y="0"/>
                  </a:lnTo>
                  <a:lnTo>
                    <a:pt x="0" y="16"/>
                  </a:lnTo>
                </a:path>
              </a:pathLst>
            </a:custGeom>
            <a:solidFill>
              <a:srgbClr val="505020"/>
            </a:solidFill>
            <a:ln cap="rnd">
              <a:noFill/>
              <a:round/>
            </a:ln>
            <a:effectLst/>
          </p:spPr>
        </p:sp>
        <p:sp>
          <p:nvSpPr>
            <p:cNvPr id="51962" name=""/>
            <p:cNvSpPr/>
            <p:nvPr/>
          </p:nvSpPr>
          <p:spPr>
            <a:xfrm>
              <a:off x="2885" y="2399"/>
              <a:ext cx="120" cy="17"/>
            </a:xfrm>
            <a:custGeom>
              <a:pathLst>
                <a:path w="120" h="17">
                  <a:moveTo>
                    <a:pt x="119" y="16"/>
                  </a:moveTo>
                  <a:lnTo>
                    <a:pt x="118" y="16"/>
                  </a:lnTo>
                  <a:lnTo>
                    <a:pt x="0" y="16"/>
                  </a:lnTo>
                  <a:lnTo>
                    <a:pt x="0" y="0"/>
                  </a:lnTo>
                  <a:lnTo>
                    <a:pt x="118" y="0"/>
                  </a:lnTo>
                  <a:lnTo>
                    <a:pt x="117" y="16"/>
                  </a:lnTo>
                  <a:lnTo>
                    <a:pt x="119" y="16"/>
                  </a:lnTo>
                  <a:lnTo>
                    <a:pt x="118" y="16"/>
                  </a:lnTo>
                  <a:lnTo>
                    <a:pt x="119" y="16"/>
                  </a:lnTo>
                </a:path>
              </a:pathLst>
            </a:custGeom>
            <a:solidFill>
              <a:srgbClr val="000000"/>
            </a:solidFill>
            <a:ln cap="rnd">
              <a:noFill/>
              <a:round/>
            </a:ln>
            <a:effectLst/>
          </p:spPr>
        </p:sp>
        <p:sp>
          <p:nvSpPr>
            <p:cNvPr id="51963" name=""/>
            <p:cNvSpPr/>
            <p:nvPr/>
          </p:nvSpPr>
          <p:spPr>
            <a:xfrm>
              <a:off x="3004" y="2403"/>
              <a:ext cx="17" cy="17"/>
            </a:xfrm>
            <a:custGeom>
              <a:pathLst>
                <a:path w="17" h="17">
                  <a:moveTo>
                    <a:pt x="6" y="0"/>
                  </a:moveTo>
                  <a:lnTo>
                    <a:pt x="0" y="0"/>
                  </a:lnTo>
                  <a:lnTo>
                    <a:pt x="0" y="16"/>
                  </a:lnTo>
                  <a:lnTo>
                    <a:pt x="16" y="16"/>
                  </a:lnTo>
                  <a:lnTo>
                    <a:pt x="16" y="0"/>
                  </a:lnTo>
                  <a:lnTo>
                    <a:pt x="6" y="0"/>
                  </a:lnTo>
                  <a:lnTo>
                    <a:pt x="6" y="0"/>
                  </a:lnTo>
                  <a:lnTo>
                    <a:pt x="0" y="0"/>
                  </a:lnTo>
                  <a:lnTo>
                    <a:pt x="0" y="0"/>
                  </a:lnTo>
                  <a:lnTo>
                    <a:pt x="6" y="0"/>
                  </a:lnTo>
                </a:path>
              </a:pathLst>
            </a:custGeom>
            <a:solidFill>
              <a:srgbClr val="000000"/>
            </a:solidFill>
            <a:ln cap="rnd">
              <a:noFill/>
              <a:round/>
            </a:ln>
            <a:effectLst/>
          </p:spPr>
        </p:sp>
        <p:sp>
          <p:nvSpPr>
            <p:cNvPr id="51964" name=""/>
            <p:cNvSpPr/>
            <p:nvPr/>
          </p:nvSpPr>
          <p:spPr>
            <a:xfrm>
              <a:off x="2884" y="2403"/>
              <a:ext cx="120" cy="17"/>
            </a:xfrm>
            <a:custGeom>
              <a:pathLst>
                <a:path w="120" h="17">
                  <a:moveTo>
                    <a:pt x="0" y="16"/>
                  </a:moveTo>
                  <a:lnTo>
                    <a:pt x="0" y="0"/>
                  </a:lnTo>
                  <a:lnTo>
                    <a:pt x="119" y="0"/>
                  </a:lnTo>
                  <a:lnTo>
                    <a:pt x="119" y="16"/>
                  </a:lnTo>
                  <a:lnTo>
                    <a:pt x="0" y="16"/>
                  </a:lnTo>
                  <a:lnTo>
                    <a:pt x="0" y="16"/>
                  </a:lnTo>
                  <a:lnTo>
                    <a:pt x="0" y="0"/>
                  </a:lnTo>
                  <a:lnTo>
                    <a:pt x="0" y="0"/>
                  </a:lnTo>
                  <a:lnTo>
                    <a:pt x="0" y="16"/>
                  </a:lnTo>
                </a:path>
              </a:pathLst>
            </a:custGeom>
            <a:solidFill>
              <a:srgbClr val="000000"/>
            </a:solidFill>
            <a:ln cap="rnd">
              <a:noFill/>
              <a:round/>
            </a:ln>
            <a:effectLst/>
          </p:spPr>
        </p:sp>
        <p:sp>
          <p:nvSpPr>
            <p:cNvPr id="51965" name=""/>
            <p:cNvSpPr/>
            <p:nvPr/>
          </p:nvSpPr>
          <p:spPr>
            <a:xfrm>
              <a:off x="2878" y="2403"/>
              <a:ext cx="17" cy="17"/>
            </a:xfrm>
            <a:custGeom>
              <a:pathLst>
                <a:path w="17" h="17">
                  <a:moveTo>
                    <a:pt x="0" y="16"/>
                  </a:moveTo>
                  <a:lnTo>
                    <a:pt x="16" y="16"/>
                  </a:lnTo>
                  <a:lnTo>
                    <a:pt x="16" y="0"/>
                  </a:lnTo>
                  <a:lnTo>
                    <a:pt x="0" y="0"/>
                  </a:lnTo>
                  <a:lnTo>
                    <a:pt x="0" y="16"/>
                  </a:lnTo>
                  <a:lnTo>
                    <a:pt x="0" y="16"/>
                  </a:lnTo>
                  <a:lnTo>
                    <a:pt x="0" y="16"/>
                  </a:lnTo>
                  <a:lnTo>
                    <a:pt x="16" y="16"/>
                  </a:lnTo>
                  <a:lnTo>
                    <a:pt x="0" y="16"/>
                  </a:lnTo>
                </a:path>
              </a:pathLst>
            </a:custGeom>
            <a:solidFill>
              <a:srgbClr val="000000"/>
            </a:solidFill>
            <a:ln cap="rnd">
              <a:noFill/>
              <a:round/>
            </a:ln>
            <a:effectLst/>
          </p:spPr>
        </p:sp>
        <p:sp>
          <p:nvSpPr>
            <p:cNvPr id="51966" name=""/>
            <p:cNvSpPr/>
            <p:nvPr/>
          </p:nvSpPr>
          <p:spPr>
            <a:xfrm>
              <a:off x="2885" y="2408"/>
              <a:ext cx="120" cy="39"/>
            </a:xfrm>
            <a:custGeom>
              <a:pathLst>
                <a:path w="120" h="39">
                  <a:moveTo>
                    <a:pt x="1" y="0"/>
                  </a:moveTo>
                  <a:lnTo>
                    <a:pt x="117" y="0"/>
                  </a:lnTo>
                  <a:lnTo>
                    <a:pt x="118" y="0"/>
                  </a:lnTo>
                  <a:lnTo>
                    <a:pt x="119" y="1"/>
                  </a:lnTo>
                  <a:lnTo>
                    <a:pt x="119" y="2"/>
                  </a:lnTo>
                  <a:lnTo>
                    <a:pt x="119" y="35"/>
                  </a:lnTo>
                  <a:lnTo>
                    <a:pt x="119" y="36"/>
                  </a:lnTo>
                  <a:lnTo>
                    <a:pt x="119" y="37"/>
                  </a:lnTo>
                  <a:lnTo>
                    <a:pt x="118" y="37"/>
                  </a:lnTo>
                  <a:lnTo>
                    <a:pt x="118" y="38"/>
                  </a:lnTo>
                  <a:lnTo>
                    <a:pt x="117" y="38"/>
                  </a:lnTo>
                  <a:lnTo>
                    <a:pt x="1" y="38"/>
                  </a:lnTo>
                  <a:lnTo>
                    <a:pt x="0" y="38"/>
                  </a:lnTo>
                  <a:lnTo>
                    <a:pt x="0" y="38"/>
                  </a:lnTo>
                  <a:lnTo>
                    <a:pt x="0" y="37"/>
                  </a:lnTo>
                  <a:lnTo>
                    <a:pt x="0" y="36"/>
                  </a:lnTo>
                  <a:lnTo>
                    <a:pt x="0" y="35"/>
                  </a:lnTo>
                  <a:lnTo>
                    <a:pt x="0" y="2"/>
                  </a:lnTo>
                  <a:lnTo>
                    <a:pt x="0" y="1"/>
                  </a:lnTo>
                  <a:lnTo>
                    <a:pt x="0" y="0"/>
                  </a:lnTo>
                  <a:lnTo>
                    <a:pt x="1" y="0"/>
                  </a:lnTo>
                </a:path>
              </a:pathLst>
            </a:custGeom>
            <a:solidFill>
              <a:srgbClr val="C0C080"/>
            </a:solidFill>
            <a:ln cap="rnd">
              <a:noFill/>
              <a:round/>
            </a:ln>
            <a:effectLst/>
          </p:spPr>
        </p:sp>
        <p:sp>
          <p:nvSpPr>
            <p:cNvPr id="51967" name=""/>
            <p:cNvSpPr/>
            <p:nvPr/>
          </p:nvSpPr>
          <p:spPr>
            <a:xfrm>
              <a:off x="2915" y="2414"/>
              <a:ext cx="43" cy="31"/>
            </a:xfrm>
            <a:custGeom>
              <a:pathLst>
                <a:path w="43" h="31">
                  <a:moveTo>
                    <a:pt x="2" y="0"/>
                  </a:moveTo>
                  <a:lnTo>
                    <a:pt x="39" y="0"/>
                  </a:lnTo>
                  <a:lnTo>
                    <a:pt x="40" y="0"/>
                  </a:lnTo>
                  <a:lnTo>
                    <a:pt x="41" y="1"/>
                  </a:lnTo>
                  <a:lnTo>
                    <a:pt x="41" y="2"/>
                  </a:lnTo>
                  <a:lnTo>
                    <a:pt x="42" y="3"/>
                  </a:lnTo>
                  <a:lnTo>
                    <a:pt x="42" y="3"/>
                  </a:lnTo>
                  <a:lnTo>
                    <a:pt x="42" y="27"/>
                  </a:lnTo>
                  <a:lnTo>
                    <a:pt x="41" y="28"/>
                  </a:lnTo>
                  <a:lnTo>
                    <a:pt x="41" y="29"/>
                  </a:lnTo>
                  <a:lnTo>
                    <a:pt x="41" y="30"/>
                  </a:lnTo>
                  <a:lnTo>
                    <a:pt x="40" y="30"/>
                  </a:lnTo>
                  <a:lnTo>
                    <a:pt x="39" y="30"/>
                  </a:lnTo>
                  <a:lnTo>
                    <a:pt x="2" y="30"/>
                  </a:lnTo>
                  <a:lnTo>
                    <a:pt x="1" y="30"/>
                  </a:lnTo>
                  <a:lnTo>
                    <a:pt x="0" y="29"/>
                  </a:lnTo>
                  <a:lnTo>
                    <a:pt x="0" y="28"/>
                  </a:lnTo>
                  <a:lnTo>
                    <a:pt x="0" y="27"/>
                  </a:lnTo>
                  <a:lnTo>
                    <a:pt x="0" y="3"/>
                  </a:lnTo>
                  <a:lnTo>
                    <a:pt x="0" y="3"/>
                  </a:lnTo>
                  <a:lnTo>
                    <a:pt x="0" y="2"/>
                  </a:lnTo>
                  <a:lnTo>
                    <a:pt x="0" y="1"/>
                  </a:lnTo>
                  <a:lnTo>
                    <a:pt x="1" y="0"/>
                  </a:lnTo>
                  <a:lnTo>
                    <a:pt x="2" y="0"/>
                  </a:lnTo>
                </a:path>
              </a:pathLst>
            </a:custGeom>
            <a:solidFill>
              <a:srgbClr val="00DFCA"/>
            </a:solidFill>
            <a:ln cap="rnd">
              <a:noFill/>
              <a:round/>
            </a:ln>
            <a:effectLst/>
          </p:spPr>
        </p:sp>
        <p:sp>
          <p:nvSpPr>
            <p:cNvPr id="51968" name=""/>
            <p:cNvSpPr/>
            <p:nvPr/>
          </p:nvSpPr>
          <p:spPr>
            <a:xfrm>
              <a:off x="2921" y="2415"/>
              <a:ext cx="80" cy="24"/>
            </a:xfrm>
            <a:custGeom>
              <a:pathLst>
                <a:path w="80" h="24">
                  <a:moveTo>
                    <a:pt x="0" y="0"/>
                  </a:moveTo>
                  <a:lnTo>
                    <a:pt x="79" y="0"/>
                  </a:lnTo>
                  <a:lnTo>
                    <a:pt x="79" y="16"/>
                  </a:lnTo>
                  <a:lnTo>
                    <a:pt x="10" y="16"/>
                  </a:lnTo>
                  <a:lnTo>
                    <a:pt x="10" y="23"/>
                  </a:lnTo>
                  <a:lnTo>
                    <a:pt x="0" y="23"/>
                  </a:lnTo>
                  <a:lnTo>
                    <a:pt x="0" y="0"/>
                  </a:lnTo>
                </a:path>
              </a:pathLst>
            </a:custGeom>
            <a:solidFill>
              <a:srgbClr val="404010"/>
            </a:solidFill>
            <a:ln cap="rnd">
              <a:noFill/>
              <a:round/>
            </a:ln>
            <a:effectLst/>
          </p:spPr>
        </p:sp>
        <p:sp>
          <p:nvSpPr>
            <p:cNvPr id="51969" name=""/>
            <p:cNvSpPr/>
            <p:nvPr/>
          </p:nvSpPr>
          <p:spPr>
            <a:xfrm>
              <a:off x="2885" y="2397"/>
              <a:ext cx="120" cy="17"/>
            </a:xfrm>
            <a:custGeom>
              <a:pathLst>
                <a:path w="120" h="17">
                  <a:moveTo>
                    <a:pt x="0" y="16"/>
                  </a:moveTo>
                  <a:lnTo>
                    <a:pt x="119" y="16"/>
                  </a:lnTo>
                  <a:lnTo>
                    <a:pt x="119" y="0"/>
                  </a:lnTo>
                  <a:lnTo>
                    <a:pt x="0" y="0"/>
                  </a:lnTo>
                  <a:lnTo>
                    <a:pt x="0" y="16"/>
                  </a:lnTo>
                </a:path>
              </a:pathLst>
            </a:custGeom>
            <a:solidFill>
              <a:srgbClr val="C0C080"/>
            </a:solidFill>
            <a:ln cap="rnd">
              <a:noFill/>
              <a:round/>
            </a:ln>
            <a:effectLst/>
          </p:spPr>
        </p:sp>
        <p:sp>
          <p:nvSpPr>
            <p:cNvPr id="51970" name=""/>
            <p:cNvSpPr/>
            <p:nvPr/>
          </p:nvSpPr>
          <p:spPr>
            <a:xfrm>
              <a:off x="2882" y="2305"/>
              <a:ext cx="127" cy="1"/>
            </a:xfrm>
            <a:custGeom>
              <a:pathLst>
                <a:path w="127" h="1">
                  <a:moveTo>
                    <a:pt x="1" y="0"/>
                  </a:moveTo>
                  <a:lnTo>
                    <a:pt x="124" y="0"/>
                  </a:lnTo>
                  <a:lnTo>
                    <a:pt x="125" y="0"/>
                  </a:lnTo>
                  <a:lnTo>
                    <a:pt x="126" y="0"/>
                  </a:lnTo>
                  <a:lnTo>
                    <a:pt x="126" y="0"/>
                  </a:lnTo>
                  <a:lnTo>
                    <a:pt x="124" y="0"/>
                  </a:lnTo>
                  <a:lnTo>
                    <a:pt x="1" y="0"/>
                  </a:lnTo>
                  <a:lnTo>
                    <a:pt x="0" y="0"/>
                  </a:lnTo>
                  <a:lnTo>
                    <a:pt x="0" y="0"/>
                  </a:lnTo>
                  <a:lnTo>
                    <a:pt x="0" y="0"/>
                  </a:lnTo>
                  <a:lnTo>
                    <a:pt x="1" y="0"/>
                  </a:lnTo>
                </a:path>
              </a:pathLst>
            </a:custGeom>
            <a:solidFill>
              <a:srgbClr val="E0D0A0"/>
            </a:solidFill>
            <a:ln cap="rnd">
              <a:noFill/>
              <a:round/>
            </a:ln>
            <a:effectLst/>
          </p:spPr>
        </p:sp>
        <p:sp>
          <p:nvSpPr>
            <p:cNvPr id="51971" name=""/>
            <p:cNvSpPr/>
            <p:nvPr/>
          </p:nvSpPr>
          <p:spPr>
            <a:xfrm>
              <a:off x="2890" y="2334"/>
              <a:ext cx="19" cy="17"/>
            </a:xfrm>
            <a:custGeom>
              <a:pathLst>
                <a:path w="19" h="17">
                  <a:moveTo>
                    <a:pt x="0" y="16"/>
                  </a:moveTo>
                  <a:lnTo>
                    <a:pt x="18" y="16"/>
                  </a:lnTo>
                  <a:lnTo>
                    <a:pt x="18" y="12"/>
                  </a:lnTo>
                  <a:lnTo>
                    <a:pt x="18" y="0"/>
                  </a:lnTo>
                  <a:lnTo>
                    <a:pt x="0" y="0"/>
                  </a:lnTo>
                  <a:lnTo>
                    <a:pt x="0" y="4"/>
                  </a:lnTo>
                  <a:lnTo>
                    <a:pt x="0" y="16"/>
                  </a:lnTo>
                  <a:lnTo>
                    <a:pt x="0" y="16"/>
                  </a:lnTo>
                </a:path>
              </a:pathLst>
            </a:custGeom>
            <a:solidFill>
              <a:srgbClr val="E0E0B0"/>
            </a:solidFill>
            <a:ln cap="rnd">
              <a:noFill/>
              <a:round/>
            </a:ln>
            <a:effectLst/>
          </p:spPr>
        </p:sp>
        <p:sp>
          <p:nvSpPr>
            <p:cNvPr id="51972" name=""/>
            <p:cNvSpPr/>
            <p:nvPr/>
          </p:nvSpPr>
          <p:spPr>
            <a:xfrm>
              <a:off x="2915" y="2334"/>
              <a:ext cx="45" cy="17"/>
            </a:xfrm>
            <a:custGeom>
              <a:pathLst>
                <a:path w="45" h="17">
                  <a:moveTo>
                    <a:pt x="0" y="16"/>
                  </a:moveTo>
                  <a:lnTo>
                    <a:pt x="44" y="16"/>
                  </a:lnTo>
                  <a:lnTo>
                    <a:pt x="0" y="0"/>
                  </a:lnTo>
                  <a:lnTo>
                    <a:pt x="0" y="16"/>
                  </a:lnTo>
                </a:path>
              </a:pathLst>
            </a:custGeom>
            <a:solidFill>
              <a:srgbClr val="E0E0B0"/>
            </a:solidFill>
            <a:ln cap="rnd">
              <a:noFill/>
              <a:round/>
            </a:ln>
            <a:effectLst/>
          </p:spPr>
        </p:sp>
        <p:sp>
          <p:nvSpPr>
            <p:cNvPr id="51973" name=""/>
            <p:cNvSpPr/>
            <p:nvPr/>
          </p:nvSpPr>
          <p:spPr>
            <a:xfrm>
              <a:off x="2966" y="2334"/>
              <a:ext cx="35" cy="17"/>
            </a:xfrm>
            <a:custGeom>
              <a:pathLst>
                <a:path w="35" h="17">
                  <a:moveTo>
                    <a:pt x="0" y="16"/>
                  </a:moveTo>
                  <a:lnTo>
                    <a:pt x="33" y="16"/>
                  </a:lnTo>
                  <a:lnTo>
                    <a:pt x="34" y="12"/>
                  </a:lnTo>
                  <a:lnTo>
                    <a:pt x="33" y="0"/>
                  </a:lnTo>
                  <a:lnTo>
                    <a:pt x="0" y="0"/>
                  </a:lnTo>
                  <a:lnTo>
                    <a:pt x="0" y="12"/>
                  </a:lnTo>
                  <a:lnTo>
                    <a:pt x="0" y="16"/>
                  </a:lnTo>
                </a:path>
              </a:pathLst>
            </a:custGeom>
            <a:solidFill>
              <a:srgbClr val="E0E0B0"/>
            </a:solidFill>
            <a:ln cap="rnd">
              <a:noFill/>
              <a:round/>
            </a:ln>
            <a:effectLst/>
          </p:spPr>
        </p:sp>
        <p:sp>
          <p:nvSpPr>
            <p:cNvPr id="51974" name=""/>
            <p:cNvSpPr/>
            <p:nvPr/>
          </p:nvSpPr>
          <p:spPr>
            <a:xfrm>
              <a:off x="2916" y="2341"/>
              <a:ext cx="44" cy="17"/>
            </a:xfrm>
            <a:custGeom>
              <a:pathLst>
                <a:path w="44" h="17">
                  <a:moveTo>
                    <a:pt x="0" y="0"/>
                  </a:moveTo>
                  <a:lnTo>
                    <a:pt x="42" y="0"/>
                  </a:lnTo>
                  <a:lnTo>
                    <a:pt x="43" y="0"/>
                  </a:lnTo>
                  <a:lnTo>
                    <a:pt x="43" y="16"/>
                  </a:lnTo>
                  <a:lnTo>
                    <a:pt x="42" y="16"/>
                  </a:lnTo>
                  <a:lnTo>
                    <a:pt x="0" y="16"/>
                  </a:lnTo>
                  <a:lnTo>
                    <a:pt x="0" y="16"/>
                  </a:lnTo>
                  <a:lnTo>
                    <a:pt x="0" y="0"/>
                  </a:lnTo>
                  <a:lnTo>
                    <a:pt x="0" y="0"/>
                  </a:lnTo>
                </a:path>
              </a:pathLst>
            </a:custGeom>
            <a:solidFill>
              <a:srgbClr val="00DFCA"/>
            </a:solidFill>
            <a:ln cap="rnd">
              <a:noFill/>
              <a:round/>
            </a:ln>
            <a:effectLst/>
          </p:spPr>
        </p:sp>
        <p:sp>
          <p:nvSpPr>
            <p:cNvPr id="51975" name=""/>
            <p:cNvSpPr/>
            <p:nvPr/>
          </p:nvSpPr>
          <p:spPr>
            <a:xfrm>
              <a:off x="2983" y="2318"/>
              <a:ext cx="17" cy="17"/>
            </a:xfrm>
            <a:custGeom>
              <a:pathLst>
                <a:path w="17" h="17">
                  <a:moveTo>
                    <a:pt x="0" y="16"/>
                  </a:moveTo>
                  <a:lnTo>
                    <a:pt x="16" y="16"/>
                  </a:lnTo>
                  <a:lnTo>
                    <a:pt x="16" y="0"/>
                  </a:lnTo>
                  <a:lnTo>
                    <a:pt x="0" y="0"/>
                  </a:lnTo>
                  <a:lnTo>
                    <a:pt x="0" y="16"/>
                  </a:lnTo>
                </a:path>
              </a:pathLst>
            </a:custGeom>
            <a:solidFill>
              <a:srgbClr val="F0E0C0"/>
            </a:solidFill>
            <a:ln cap="rnd">
              <a:noFill/>
              <a:round/>
            </a:ln>
            <a:effectLst/>
          </p:spPr>
        </p:sp>
        <p:sp>
          <p:nvSpPr>
            <p:cNvPr id="51976" name=""/>
            <p:cNvSpPr/>
            <p:nvPr/>
          </p:nvSpPr>
          <p:spPr>
            <a:xfrm>
              <a:off x="2974" y="2324"/>
              <a:ext cx="17" cy="17"/>
            </a:xfrm>
            <a:custGeom>
              <a:pathLst>
                <a:path w="17" h="17">
                  <a:moveTo>
                    <a:pt x="4" y="0"/>
                  </a:moveTo>
                  <a:lnTo>
                    <a:pt x="0" y="13"/>
                  </a:lnTo>
                  <a:lnTo>
                    <a:pt x="0" y="16"/>
                  </a:lnTo>
                  <a:lnTo>
                    <a:pt x="13" y="16"/>
                  </a:lnTo>
                  <a:lnTo>
                    <a:pt x="16" y="8"/>
                  </a:lnTo>
                  <a:lnTo>
                    <a:pt x="5" y="8"/>
                  </a:lnTo>
                  <a:lnTo>
                    <a:pt x="4" y="0"/>
                  </a:lnTo>
                </a:path>
              </a:pathLst>
            </a:custGeom>
            <a:solidFill>
              <a:srgbClr val="808060"/>
            </a:solidFill>
            <a:ln cap="rnd">
              <a:noFill/>
              <a:round/>
            </a:ln>
            <a:effectLst/>
          </p:spPr>
        </p:sp>
        <p:sp>
          <p:nvSpPr>
            <p:cNvPr id="51977" name=""/>
            <p:cNvSpPr/>
            <p:nvPr/>
          </p:nvSpPr>
          <p:spPr>
            <a:xfrm>
              <a:off x="2917" y="2341"/>
              <a:ext cx="17" cy="17"/>
            </a:xfrm>
            <a:custGeom>
              <a:pathLst>
                <a:path w="17" h="17">
                  <a:moveTo>
                    <a:pt x="16" y="16"/>
                  </a:moveTo>
                  <a:lnTo>
                    <a:pt x="0" y="16"/>
                  </a:lnTo>
                  <a:lnTo>
                    <a:pt x="0" y="16"/>
                  </a:lnTo>
                  <a:lnTo>
                    <a:pt x="0" y="8"/>
                  </a:lnTo>
                  <a:lnTo>
                    <a:pt x="0" y="8"/>
                  </a:lnTo>
                  <a:lnTo>
                    <a:pt x="0" y="0"/>
                  </a:lnTo>
                  <a:lnTo>
                    <a:pt x="16" y="0"/>
                  </a:lnTo>
                  <a:lnTo>
                    <a:pt x="16" y="8"/>
                  </a:lnTo>
                  <a:lnTo>
                    <a:pt x="16" y="8"/>
                  </a:lnTo>
                  <a:lnTo>
                    <a:pt x="16" y="16"/>
                  </a:lnTo>
                  <a:lnTo>
                    <a:pt x="16" y="16"/>
                  </a:lnTo>
                </a:path>
              </a:pathLst>
            </a:custGeom>
            <a:solidFill>
              <a:srgbClr val="A0A070"/>
            </a:solidFill>
            <a:ln cap="rnd">
              <a:noFill/>
              <a:round/>
            </a:ln>
            <a:effectLst/>
          </p:spPr>
        </p:sp>
        <p:sp>
          <p:nvSpPr>
            <p:cNvPr id="51978" name=""/>
            <p:cNvSpPr/>
            <p:nvPr/>
          </p:nvSpPr>
          <p:spPr>
            <a:xfrm>
              <a:off x="2917" y="2340"/>
              <a:ext cx="17" cy="17"/>
            </a:xfrm>
            <a:custGeom>
              <a:pathLst>
                <a:path w="17" h="17">
                  <a:moveTo>
                    <a:pt x="16" y="16"/>
                  </a:moveTo>
                  <a:lnTo>
                    <a:pt x="0" y="16"/>
                  </a:lnTo>
                  <a:lnTo>
                    <a:pt x="0" y="16"/>
                  </a:lnTo>
                  <a:lnTo>
                    <a:pt x="0" y="5"/>
                  </a:lnTo>
                  <a:lnTo>
                    <a:pt x="0" y="0"/>
                  </a:lnTo>
                  <a:lnTo>
                    <a:pt x="16" y="0"/>
                  </a:lnTo>
                  <a:lnTo>
                    <a:pt x="16" y="0"/>
                  </a:lnTo>
                  <a:lnTo>
                    <a:pt x="16" y="0"/>
                  </a:lnTo>
                  <a:lnTo>
                    <a:pt x="16" y="5"/>
                  </a:lnTo>
                  <a:lnTo>
                    <a:pt x="16" y="5"/>
                  </a:lnTo>
                  <a:lnTo>
                    <a:pt x="16" y="16"/>
                  </a:lnTo>
                  <a:lnTo>
                    <a:pt x="16" y="16"/>
                  </a:lnTo>
                </a:path>
              </a:pathLst>
            </a:custGeom>
            <a:solidFill>
              <a:srgbClr val="A0FF00"/>
            </a:solidFill>
            <a:ln cap="rnd">
              <a:noFill/>
              <a:round/>
            </a:ln>
            <a:effectLst/>
          </p:spPr>
        </p:sp>
        <p:sp>
          <p:nvSpPr>
            <p:cNvPr id="51979" name=""/>
            <p:cNvSpPr/>
            <p:nvPr/>
          </p:nvSpPr>
          <p:spPr>
            <a:xfrm>
              <a:off x="2915" y="2339"/>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980" name=""/>
            <p:cNvSpPr/>
            <p:nvPr/>
          </p:nvSpPr>
          <p:spPr>
            <a:xfrm>
              <a:off x="2900" y="2305"/>
              <a:ext cx="1" cy="17"/>
            </a:xfrm>
            <a:custGeom>
              <a:pathLst>
                <a:path w="1" h="17">
                  <a:moveTo>
                    <a:pt x="0" y="16"/>
                  </a:moveTo>
                  <a:lnTo>
                    <a:pt x="0" y="16"/>
                  </a:lnTo>
                  <a:lnTo>
                    <a:pt x="0" y="16"/>
                  </a:lnTo>
                  <a:lnTo>
                    <a:pt x="0" y="12"/>
                  </a:lnTo>
                  <a:lnTo>
                    <a:pt x="0" y="4"/>
                  </a:lnTo>
                  <a:lnTo>
                    <a:pt x="0" y="0"/>
                  </a:lnTo>
                  <a:lnTo>
                    <a:pt x="0" y="0"/>
                  </a:lnTo>
                  <a:lnTo>
                    <a:pt x="0" y="4"/>
                  </a:lnTo>
                  <a:lnTo>
                    <a:pt x="0" y="12"/>
                  </a:lnTo>
                  <a:lnTo>
                    <a:pt x="0" y="16"/>
                  </a:lnTo>
                  <a:lnTo>
                    <a:pt x="0" y="16"/>
                  </a:lnTo>
                </a:path>
              </a:pathLst>
            </a:custGeom>
            <a:solidFill>
              <a:srgbClr val="A0A070"/>
            </a:solidFill>
            <a:ln cap="rnd">
              <a:noFill/>
              <a:round/>
            </a:ln>
            <a:effectLst/>
          </p:spPr>
        </p:sp>
        <p:sp>
          <p:nvSpPr>
            <p:cNvPr id="51981" name=""/>
            <p:cNvSpPr/>
            <p:nvPr/>
          </p:nvSpPr>
          <p:spPr>
            <a:xfrm>
              <a:off x="2900" y="2305"/>
              <a:ext cx="1" cy="17"/>
            </a:xfrm>
            <a:custGeom>
              <a:pathLst>
                <a:path w="1" h="17">
                  <a:moveTo>
                    <a:pt x="0" y="16"/>
                  </a:moveTo>
                  <a:lnTo>
                    <a:pt x="0" y="16"/>
                  </a:lnTo>
                  <a:lnTo>
                    <a:pt x="0" y="12"/>
                  </a:lnTo>
                  <a:lnTo>
                    <a:pt x="0" y="4"/>
                  </a:lnTo>
                  <a:lnTo>
                    <a:pt x="0" y="4"/>
                  </a:lnTo>
                  <a:lnTo>
                    <a:pt x="0" y="0"/>
                  </a:lnTo>
                  <a:lnTo>
                    <a:pt x="0" y="0"/>
                  </a:lnTo>
                  <a:lnTo>
                    <a:pt x="0" y="4"/>
                  </a:lnTo>
                  <a:lnTo>
                    <a:pt x="0" y="4"/>
                  </a:lnTo>
                  <a:lnTo>
                    <a:pt x="0" y="12"/>
                  </a:lnTo>
                  <a:lnTo>
                    <a:pt x="0" y="12"/>
                  </a:lnTo>
                  <a:lnTo>
                    <a:pt x="0" y="16"/>
                  </a:lnTo>
                </a:path>
              </a:pathLst>
            </a:custGeom>
            <a:solidFill>
              <a:srgbClr val="A0FF00"/>
            </a:solidFill>
            <a:ln cap="rnd">
              <a:noFill/>
              <a:round/>
            </a:ln>
            <a:effectLst/>
          </p:spPr>
        </p:sp>
        <p:cxnSp>
          <p:nvCxnSpPr>
            <p:cNvPr id="51982" name=""/>
            <p:cNvCxnSpPr/>
            <p:nvPr/>
          </p:nvCxnSpPr>
          <p:spPr>
            <a:xfrm>
              <a:off x="2900" y="2309"/>
              <a:ext cx="2" cy="0"/>
            </a:xfrm>
            <a:prstGeom prst="line">
              <a:avLst/>
            </a:prstGeom>
            <a:noFill/>
            <a:ln>
              <a:noFill/>
              <a:miter lim="800000"/>
            </a:ln>
            <a:effectLst/>
          </p:spPr>
        </p:cxnSp>
        <p:sp>
          <p:nvSpPr>
            <p:cNvPr id="51983" name=""/>
            <p:cNvSpPr/>
            <p:nvPr/>
          </p:nvSpPr>
          <p:spPr>
            <a:xfrm>
              <a:off x="2981" y="2305"/>
              <a:ext cx="1" cy="17"/>
            </a:xfrm>
            <a:custGeom>
              <a:pathLst>
                <a:path w="1" h="17">
                  <a:moveTo>
                    <a:pt x="0" y="16"/>
                  </a:moveTo>
                  <a:lnTo>
                    <a:pt x="0" y="16"/>
                  </a:lnTo>
                  <a:lnTo>
                    <a:pt x="0" y="16"/>
                  </a:lnTo>
                  <a:lnTo>
                    <a:pt x="0" y="12"/>
                  </a:lnTo>
                  <a:lnTo>
                    <a:pt x="0" y="4"/>
                  </a:lnTo>
                  <a:lnTo>
                    <a:pt x="0" y="0"/>
                  </a:lnTo>
                  <a:lnTo>
                    <a:pt x="0" y="0"/>
                  </a:lnTo>
                  <a:lnTo>
                    <a:pt x="0" y="4"/>
                  </a:lnTo>
                  <a:lnTo>
                    <a:pt x="0" y="4"/>
                  </a:lnTo>
                  <a:lnTo>
                    <a:pt x="0" y="12"/>
                  </a:lnTo>
                  <a:lnTo>
                    <a:pt x="0" y="16"/>
                  </a:lnTo>
                </a:path>
              </a:pathLst>
            </a:custGeom>
            <a:solidFill>
              <a:srgbClr val="A0A070"/>
            </a:solidFill>
            <a:ln cap="rnd">
              <a:noFill/>
              <a:round/>
            </a:ln>
            <a:effectLst/>
          </p:spPr>
        </p:sp>
        <p:sp>
          <p:nvSpPr>
            <p:cNvPr id="51984" name=""/>
            <p:cNvSpPr/>
            <p:nvPr/>
          </p:nvSpPr>
          <p:spPr>
            <a:xfrm>
              <a:off x="2980" y="2305"/>
              <a:ext cx="17" cy="17"/>
            </a:xfrm>
            <a:custGeom>
              <a:pathLst>
                <a:path w="17" h="17">
                  <a:moveTo>
                    <a:pt x="16" y="16"/>
                  </a:moveTo>
                  <a:lnTo>
                    <a:pt x="0" y="16"/>
                  </a:lnTo>
                  <a:lnTo>
                    <a:pt x="0" y="16"/>
                  </a:lnTo>
                  <a:lnTo>
                    <a:pt x="0" y="8"/>
                  </a:lnTo>
                  <a:lnTo>
                    <a:pt x="0" y="0"/>
                  </a:lnTo>
                  <a:lnTo>
                    <a:pt x="0" y="0"/>
                  </a:lnTo>
                  <a:lnTo>
                    <a:pt x="16" y="0"/>
                  </a:lnTo>
                  <a:lnTo>
                    <a:pt x="16" y="8"/>
                  </a:lnTo>
                  <a:lnTo>
                    <a:pt x="16" y="16"/>
                  </a:lnTo>
                </a:path>
              </a:pathLst>
            </a:custGeom>
            <a:solidFill>
              <a:srgbClr val="A0FF00"/>
            </a:solidFill>
            <a:ln cap="rnd">
              <a:noFill/>
              <a:round/>
            </a:ln>
            <a:effectLst/>
          </p:spPr>
        </p:sp>
        <p:sp>
          <p:nvSpPr>
            <p:cNvPr id="51985" name=""/>
            <p:cNvSpPr/>
            <p:nvPr/>
          </p:nvSpPr>
          <p:spPr>
            <a:xfrm>
              <a:off x="2976" y="2303"/>
              <a:ext cx="17" cy="17"/>
            </a:xfrm>
            <a:custGeom>
              <a:pathLst>
                <a:path w="17" h="17">
                  <a:moveTo>
                    <a:pt x="16" y="16"/>
                  </a:moveTo>
                  <a:lnTo>
                    <a:pt x="0" y="16"/>
                  </a:lnTo>
                  <a:lnTo>
                    <a:pt x="0" y="0"/>
                  </a:lnTo>
                  <a:lnTo>
                    <a:pt x="16" y="0"/>
                  </a:lnTo>
                  <a:lnTo>
                    <a:pt x="16" y="16"/>
                  </a:lnTo>
                </a:path>
              </a:pathLst>
            </a:custGeom>
            <a:solidFill>
              <a:srgbClr val="FFFFFF"/>
            </a:solidFill>
            <a:ln cap="rnd">
              <a:noFill/>
              <a:round/>
            </a:ln>
            <a:effectLst/>
          </p:spPr>
        </p:sp>
        <p:sp>
          <p:nvSpPr>
            <p:cNvPr id="51986" name=""/>
            <p:cNvSpPr/>
            <p:nvPr/>
          </p:nvSpPr>
          <p:spPr>
            <a:xfrm>
              <a:off x="2917" y="2381"/>
              <a:ext cx="17" cy="17"/>
            </a:xfrm>
            <a:custGeom>
              <a:pathLst>
                <a:path w="17" h="17">
                  <a:moveTo>
                    <a:pt x="16" y="16"/>
                  </a:moveTo>
                  <a:lnTo>
                    <a:pt x="0" y="16"/>
                  </a:lnTo>
                  <a:lnTo>
                    <a:pt x="0" y="16"/>
                  </a:lnTo>
                  <a:lnTo>
                    <a:pt x="0" y="0"/>
                  </a:lnTo>
                  <a:lnTo>
                    <a:pt x="0" y="0"/>
                  </a:lnTo>
                  <a:lnTo>
                    <a:pt x="0" y="0"/>
                  </a:lnTo>
                  <a:lnTo>
                    <a:pt x="16" y="0"/>
                  </a:lnTo>
                  <a:lnTo>
                    <a:pt x="16" y="0"/>
                  </a:lnTo>
                  <a:lnTo>
                    <a:pt x="16" y="0"/>
                  </a:lnTo>
                  <a:lnTo>
                    <a:pt x="16" y="0"/>
                  </a:lnTo>
                  <a:lnTo>
                    <a:pt x="16" y="16"/>
                  </a:lnTo>
                  <a:lnTo>
                    <a:pt x="16" y="16"/>
                  </a:lnTo>
                  <a:lnTo>
                    <a:pt x="16" y="16"/>
                  </a:lnTo>
                </a:path>
              </a:pathLst>
            </a:custGeom>
            <a:solidFill>
              <a:srgbClr val="A0A070"/>
            </a:solidFill>
            <a:ln cap="rnd">
              <a:noFill/>
              <a:round/>
            </a:ln>
            <a:effectLst/>
          </p:spPr>
        </p:sp>
        <p:sp>
          <p:nvSpPr>
            <p:cNvPr id="51987" name=""/>
            <p:cNvSpPr/>
            <p:nvPr/>
          </p:nvSpPr>
          <p:spPr>
            <a:xfrm>
              <a:off x="2917" y="2380"/>
              <a:ext cx="17" cy="17"/>
            </a:xfrm>
            <a:custGeom>
              <a:pathLst>
                <a:path w="17" h="17">
                  <a:moveTo>
                    <a:pt x="16" y="16"/>
                  </a:moveTo>
                  <a:lnTo>
                    <a:pt x="0" y="16"/>
                  </a:lnTo>
                  <a:lnTo>
                    <a:pt x="0" y="16"/>
                  </a:lnTo>
                  <a:lnTo>
                    <a:pt x="0" y="8"/>
                  </a:lnTo>
                  <a:lnTo>
                    <a:pt x="0" y="0"/>
                  </a:lnTo>
                  <a:lnTo>
                    <a:pt x="16" y="0"/>
                  </a:lnTo>
                  <a:lnTo>
                    <a:pt x="16" y="0"/>
                  </a:lnTo>
                  <a:lnTo>
                    <a:pt x="16" y="0"/>
                  </a:lnTo>
                  <a:lnTo>
                    <a:pt x="16" y="8"/>
                  </a:lnTo>
                  <a:lnTo>
                    <a:pt x="16" y="16"/>
                  </a:lnTo>
                  <a:lnTo>
                    <a:pt x="16" y="16"/>
                  </a:lnTo>
                </a:path>
              </a:pathLst>
            </a:custGeom>
            <a:solidFill>
              <a:srgbClr val="A0FF00"/>
            </a:solidFill>
            <a:ln cap="rnd">
              <a:noFill/>
              <a:round/>
            </a:ln>
            <a:effectLst/>
          </p:spPr>
        </p:sp>
        <p:sp>
          <p:nvSpPr>
            <p:cNvPr id="51988" name=""/>
            <p:cNvSpPr/>
            <p:nvPr/>
          </p:nvSpPr>
          <p:spPr>
            <a:xfrm>
              <a:off x="2915" y="2379"/>
              <a:ext cx="17" cy="17"/>
            </a:xfrm>
            <a:custGeom>
              <a:pathLst>
                <a:path w="17" h="17">
                  <a:moveTo>
                    <a:pt x="0" y="16"/>
                  </a:moveTo>
                  <a:lnTo>
                    <a:pt x="0" y="0"/>
                  </a:lnTo>
                  <a:lnTo>
                    <a:pt x="16" y="0"/>
                  </a:lnTo>
                  <a:lnTo>
                    <a:pt x="0" y="16"/>
                  </a:lnTo>
                </a:path>
              </a:pathLst>
            </a:custGeom>
            <a:solidFill>
              <a:srgbClr val="FFFFFF"/>
            </a:solidFill>
            <a:ln cap="rnd">
              <a:noFill/>
              <a:round/>
            </a:ln>
            <a:effectLst/>
          </p:spPr>
        </p:sp>
        <p:sp>
          <p:nvSpPr>
            <p:cNvPr id="51989" name=""/>
            <p:cNvSpPr/>
            <p:nvPr/>
          </p:nvSpPr>
          <p:spPr>
            <a:xfrm>
              <a:off x="2892" y="2442"/>
              <a:ext cx="1" cy="17"/>
            </a:xfrm>
            <a:custGeom>
              <a:pathLst>
                <a:path w="1" h="17">
                  <a:moveTo>
                    <a:pt x="0" y="16"/>
                  </a:moveTo>
                  <a:lnTo>
                    <a:pt x="0" y="16"/>
                  </a:lnTo>
                  <a:lnTo>
                    <a:pt x="0" y="10"/>
                  </a:lnTo>
                  <a:lnTo>
                    <a:pt x="0" y="10"/>
                  </a:lnTo>
                  <a:lnTo>
                    <a:pt x="0" y="5"/>
                  </a:lnTo>
                  <a:lnTo>
                    <a:pt x="0" y="5"/>
                  </a:lnTo>
                  <a:lnTo>
                    <a:pt x="0" y="0"/>
                  </a:lnTo>
                  <a:lnTo>
                    <a:pt x="0" y="0"/>
                  </a:lnTo>
                  <a:lnTo>
                    <a:pt x="0" y="0"/>
                  </a:lnTo>
                  <a:lnTo>
                    <a:pt x="0" y="5"/>
                  </a:lnTo>
                  <a:lnTo>
                    <a:pt x="0" y="5"/>
                  </a:lnTo>
                  <a:lnTo>
                    <a:pt x="0" y="5"/>
                  </a:lnTo>
                  <a:lnTo>
                    <a:pt x="0" y="10"/>
                  </a:lnTo>
                  <a:lnTo>
                    <a:pt x="0" y="16"/>
                  </a:lnTo>
                  <a:lnTo>
                    <a:pt x="0" y="16"/>
                  </a:lnTo>
                </a:path>
              </a:pathLst>
            </a:custGeom>
            <a:solidFill>
              <a:srgbClr val="A0A070"/>
            </a:solidFill>
            <a:ln cap="rnd">
              <a:noFill/>
              <a:round/>
            </a:ln>
            <a:effectLst/>
          </p:spPr>
        </p:sp>
        <p:cxnSp>
          <p:nvCxnSpPr>
            <p:cNvPr id="51990" name=""/>
            <p:cNvCxnSpPr/>
            <p:nvPr/>
          </p:nvCxnSpPr>
          <p:spPr>
            <a:xfrm>
              <a:off x="2894" y="2447"/>
              <a:ext cx="4" cy="0"/>
            </a:xfrm>
            <a:prstGeom prst="line">
              <a:avLst/>
            </a:prstGeom>
            <a:noFill/>
            <a:ln>
              <a:noFill/>
              <a:miter lim="800000"/>
            </a:ln>
            <a:effectLst/>
          </p:spPr>
        </p:cxnSp>
        <p:cxnSp>
          <p:nvCxnSpPr>
            <p:cNvPr id="51991" name=""/>
            <p:cNvCxnSpPr/>
            <p:nvPr/>
          </p:nvCxnSpPr>
          <p:spPr>
            <a:xfrm>
              <a:off x="2894" y="2447"/>
              <a:ext cx="4" cy="0"/>
            </a:xfrm>
            <a:prstGeom prst="line">
              <a:avLst/>
            </a:prstGeom>
            <a:noFill/>
            <a:ln>
              <a:noFill/>
              <a:miter lim="800000"/>
            </a:ln>
            <a:effectLst/>
          </p:spPr>
        </p:cxnSp>
        <p:cxnSp>
          <p:nvCxnSpPr>
            <p:cNvPr id="51992" name=""/>
            <p:cNvCxnSpPr/>
            <p:nvPr/>
          </p:nvCxnSpPr>
          <p:spPr>
            <a:xfrm>
              <a:off x="2894" y="2447"/>
              <a:ext cx="4" cy="0"/>
            </a:xfrm>
            <a:prstGeom prst="line">
              <a:avLst/>
            </a:prstGeom>
            <a:noFill/>
            <a:ln>
              <a:noFill/>
              <a:miter lim="800000"/>
            </a:ln>
            <a:effectLst/>
          </p:spPr>
        </p:cxnSp>
        <p:cxnSp>
          <p:nvCxnSpPr>
            <p:cNvPr id="51993" name=""/>
            <p:cNvCxnSpPr/>
            <p:nvPr/>
          </p:nvCxnSpPr>
          <p:spPr>
            <a:xfrm>
              <a:off x="2894" y="2447"/>
              <a:ext cx="4" cy="0"/>
            </a:xfrm>
            <a:prstGeom prst="line">
              <a:avLst/>
            </a:prstGeom>
            <a:noFill/>
            <a:ln>
              <a:noFill/>
              <a:miter lim="800000"/>
            </a:ln>
            <a:effectLst/>
          </p:spPr>
        </p:cxnSp>
        <p:cxnSp>
          <p:nvCxnSpPr>
            <p:cNvPr id="51994" name=""/>
            <p:cNvCxnSpPr/>
            <p:nvPr/>
          </p:nvCxnSpPr>
          <p:spPr>
            <a:xfrm>
              <a:off x="2894" y="2447"/>
              <a:ext cx="4" cy="0"/>
            </a:xfrm>
            <a:prstGeom prst="line">
              <a:avLst/>
            </a:prstGeom>
            <a:noFill/>
            <a:ln>
              <a:noFill/>
              <a:miter lim="800000"/>
            </a:ln>
            <a:effectLst/>
          </p:spPr>
        </p:cxnSp>
        <p:cxnSp>
          <p:nvCxnSpPr>
            <p:cNvPr id="51995" name=""/>
            <p:cNvCxnSpPr/>
            <p:nvPr/>
          </p:nvCxnSpPr>
          <p:spPr>
            <a:xfrm>
              <a:off x="2894" y="2447"/>
              <a:ext cx="4" cy="0"/>
            </a:xfrm>
            <a:prstGeom prst="line">
              <a:avLst/>
            </a:prstGeom>
            <a:noFill/>
            <a:ln>
              <a:noFill/>
              <a:miter lim="800000"/>
            </a:ln>
            <a:effectLst/>
          </p:spPr>
        </p:cxnSp>
        <p:cxnSp>
          <p:nvCxnSpPr>
            <p:cNvPr id="51996" name=""/>
            <p:cNvCxnSpPr/>
            <p:nvPr/>
          </p:nvCxnSpPr>
          <p:spPr>
            <a:xfrm>
              <a:off x="2894" y="2447"/>
              <a:ext cx="4" cy="0"/>
            </a:xfrm>
            <a:prstGeom prst="line">
              <a:avLst/>
            </a:prstGeom>
            <a:noFill/>
            <a:ln>
              <a:noFill/>
              <a:miter lim="800000"/>
            </a:ln>
            <a:effectLst/>
          </p:spPr>
        </p:cxnSp>
        <p:sp>
          <p:nvSpPr>
            <p:cNvPr id="51997" name=""/>
            <p:cNvSpPr/>
            <p:nvPr/>
          </p:nvSpPr>
          <p:spPr>
            <a:xfrm>
              <a:off x="2892" y="244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1998" name=""/>
            <p:cNvCxnSpPr/>
            <p:nvPr/>
          </p:nvCxnSpPr>
          <p:spPr>
            <a:xfrm>
              <a:off x="2894" y="2446"/>
              <a:ext cx="4" cy="0"/>
            </a:xfrm>
            <a:prstGeom prst="line">
              <a:avLst/>
            </a:prstGeom>
            <a:noFill/>
            <a:ln>
              <a:noFill/>
              <a:miter lim="800000"/>
            </a:ln>
            <a:effectLst/>
          </p:spPr>
        </p:cxnSp>
        <p:cxnSp>
          <p:nvCxnSpPr>
            <p:cNvPr id="51999" name=""/>
            <p:cNvCxnSpPr/>
            <p:nvPr/>
          </p:nvCxnSpPr>
          <p:spPr>
            <a:xfrm>
              <a:off x="2894" y="2446"/>
              <a:ext cx="4" cy="0"/>
            </a:xfrm>
            <a:prstGeom prst="line">
              <a:avLst/>
            </a:prstGeom>
            <a:noFill/>
            <a:ln>
              <a:noFill/>
              <a:miter lim="800000"/>
            </a:ln>
            <a:effectLst/>
          </p:spPr>
        </p:cxnSp>
        <p:cxnSp>
          <p:nvCxnSpPr>
            <p:cNvPr id="52000" name=""/>
            <p:cNvCxnSpPr/>
            <p:nvPr/>
          </p:nvCxnSpPr>
          <p:spPr>
            <a:xfrm>
              <a:off x="2894" y="2446"/>
              <a:ext cx="4" cy="0"/>
            </a:xfrm>
            <a:prstGeom prst="line">
              <a:avLst/>
            </a:prstGeom>
            <a:noFill/>
            <a:ln>
              <a:noFill/>
              <a:miter lim="800000"/>
            </a:ln>
            <a:effectLst/>
          </p:spPr>
        </p:cxnSp>
        <p:cxnSp>
          <p:nvCxnSpPr>
            <p:cNvPr id="52001" name=""/>
            <p:cNvCxnSpPr/>
            <p:nvPr/>
          </p:nvCxnSpPr>
          <p:spPr>
            <a:xfrm>
              <a:off x="2894" y="2446"/>
              <a:ext cx="4" cy="0"/>
            </a:xfrm>
            <a:prstGeom prst="line">
              <a:avLst/>
            </a:prstGeom>
            <a:noFill/>
            <a:ln>
              <a:noFill/>
              <a:miter lim="800000"/>
            </a:ln>
            <a:effectLst/>
          </p:spPr>
        </p:cxnSp>
        <p:cxnSp>
          <p:nvCxnSpPr>
            <p:cNvPr id="52002" name=""/>
            <p:cNvCxnSpPr/>
            <p:nvPr/>
          </p:nvCxnSpPr>
          <p:spPr>
            <a:xfrm>
              <a:off x="2894" y="2446"/>
              <a:ext cx="4" cy="0"/>
            </a:xfrm>
            <a:prstGeom prst="line">
              <a:avLst/>
            </a:prstGeom>
            <a:noFill/>
            <a:ln>
              <a:noFill/>
              <a:miter lim="800000"/>
            </a:ln>
            <a:effectLst/>
          </p:spPr>
        </p:cxnSp>
        <p:cxnSp>
          <p:nvCxnSpPr>
            <p:cNvPr id="52003" name=""/>
            <p:cNvCxnSpPr/>
            <p:nvPr/>
          </p:nvCxnSpPr>
          <p:spPr>
            <a:xfrm>
              <a:off x="2894" y="2446"/>
              <a:ext cx="4" cy="0"/>
            </a:xfrm>
            <a:prstGeom prst="line">
              <a:avLst/>
            </a:prstGeom>
            <a:noFill/>
            <a:ln>
              <a:noFill/>
              <a:miter lim="800000"/>
            </a:ln>
            <a:effectLst/>
          </p:spPr>
        </p:cxnSp>
        <p:cxnSp>
          <p:nvCxnSpPr>
            <p:cNvPr id="52004" name=""/>
            <p:cNvCxnSpPr/>
            <p:nvPr/>
          </p:nvCxnSpPr>
          <p:spPr>
            <a:xfrm>
              <a:off x="2894" y="2446"/>
              <a:ext cx="4" cy="0"/>
            </a:xfrm>
            <a:prstGeom prst="line">
              <a:avLst/>
            </a:prstGeom>
            <a:noFill/>
            <a:ln>
              <a:noFill/>
              <a:miter lim="800000"/>
            </a:ln>
            <a:effectLst/>
          </p:spPr>
        </p:cxnSp>
        <p:cxnSp>
          <p:nvCxnSpPr>
            <p:cNvPr id="52005" name=""/>
            <p:cNvCxnSpPr/>
            <p:nvPr/>
          </p:nvCxnSpPr>
          <p:spPr>
            <a:xfrm>
              <a:off x="2894" y="2446"/>
              <a:ext cx="4" cy="0"/>
            </a:xfrm>
            <a:prstGeom prst="line">
              <a:avLst/>
            </a:prstGeom>
            <a:noFill/>
            <a:ln>
              <a:noFill/>
              <a:miter lim="800000"/>
            </a:ln>
            <a:effectLst/>
          </p:spPr>
        </p:cxnSp>
        <p:cxnSp>
          <p:nvCxnSpPr>
            <p:cNvPr id="52006" name=""/>
            <p:cNvCxnSpPr/>
            <p:nvPr/>
          </p:nvCxnSpPr>
          <p:spPr>
            <a:xfrm>
              <a:off x="2894" y="2446"/>
              <a:ext cx="4" cy="0"/>
            </a:xfrm>
            <a:prstGeom prst="line">
              <a:avLst/>
            </a:prstGeom>
            <a:noFill/>
            <a:ln>
              <a:noFill/>
              <a:miter lim="800000"/>
            </a:ln>
            <a:effectLst/>
          </p:spPr>
        </p:cxnSp>
        <p:sp>
          <p:nvSpPr>
            <p:cNvPr id="52007" name=""/>
            <p:cNvSpPr/>
            <p:nvPr/>
          </p:nvSpPr>
          <p:spPr>
            <a:xfrm>
              <a:off x="2892" y="2441"/>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2008" name=""/>
            <p:cNvCxnSpPr/>
            <p:nvPr/>
          </p:nvCxnSpPr>
          <p:spPr>
            <a:xfrm>
              <a:off x="2894" y="2446"/>
              <a:ext cx="4" cy="0"/>
            </a:xfrm>
            <a:prstGeom prst="line">
              <a:avLst/>
            </a:prstGeom>
            <a:noFill/>
            <a:ln>
              <a:noFill/>
              <a:miter lim="800000"/>
            </a:ln>
            <a:effectLst/>
          </p:spPr>
        </p:cxnSp>
        <p:cxnSp>
          <p:nvCxnSpPr>
            <p:cNvPr id="52009" name=""/>
            <p:cNvCxnSpPr/>
            <p:nvPr/>
          </p:nvCxnSpPr>
          <p:spPr>
            <a:xfrm>
              <a:off x="2894" y="2446"/>
              <a:ext cx="4" cy="0"/>
            </a:xfrm>
            <a:prstGeom prst="line">
              <a:avLst/>
            </a:prstGeom>
            <a:noFill/>
            <a:ln>
              <a:noFill/>
              <a:miter lim="800000"/>
            </a:ln>
            <a:effectLst/>
          </p:spPr>
        </p:cxnSp>
        <p:cxnSp>
          <p:nvCxnSpPr>
            <p:cNvPr id="52010" name=""/>
            <p:cNvCxnSpPr/>
            <p:nvPr/>
          </p:nvCxnSpPr>
          <p:spPr>
            <a:xfrm>
              <a:off x="2894" y="2446"/>
              <a:ext cx="4" cy="0"/>
            </a:xfrm>
            <a:prstGeom prst="line">
              <a:avLst/>
            </a:prstGeom>
            <a:noFill/>
            <a:ln>
              <a:noFill/>
              <a:miter lim="800000"/>
            </a:ln>
            <a:effectLst/>
          </p:spPr>
        </p:cxnSp>
        <p:cxnSp>
          <p:nvCxnSpPr>
            <p:cNvPr id="52011" name=""/>
            <p:cNvCxnSpPr/>
            <p:nvPr/>
          </p:nvCxnSpPr>
          <p:spPr>
            <a:xfrm>
              <a:off x="2894" y="2446"/>
              <a:ext cx="4" cy="0"/>
            </a:xfrm>
            <a:prstGeom prst="line">
              <a:avLst/>
            </a:prstGeom>
            <a:noFill/>
            <a:ln>
              <a:noFill/>
              <a:miter lim="800000"/>
            </a:ln>
            <a:effectLst/>
          </p:spPr>
        </p:cxnSp>
        <p:cxnSp>
          <p:nvCxnSpPr>
            <p:cNvPr id="52012" name=""/>
            <p:cNvCxnSpPr/>
            <p:nvPr/>
          </p:nvCxnSpPr>
          <p:spPr>
            <a:xfrm>
              <a:off x="2894" y="2446"/>
              <a:ext cx="4" cy="0"/>
            </a:xfrm>
            <a:prstGeom prst="line">
              <a:avLst/>
            </a:prstGeom>
            <a:noFill/>
            <a:ln>
              <a:noFill/>
              <a:miter lim="800000"/>
            </a:ln>
            <a:effectLst/>
          </p:spPr>
        </p:cxnSp>
        <p:sp>
          <p:nvSpPr>
            <p:cNvPr id="52013" name=""/>
            <p:cNvSpPr/>
            <p:nvPr/>
          </p:nvSpPr>
          <p:spPr>
            <a:xfrm>
              <a:off x="2892" y="2439"/>
              <a:ext cx="17" cy="17"/>
            </a:xfrm>
            <a:custGeom>
              <a:pathLst>
                <a:path w="17" h="17">
                  <a:moveTo>
                    <a:pt x="16" y="16"/>
                  </a:moveTo>
                  <a:lnTo>
                    <a:pt x="16" y="0"/>
                  </a:lnTo>
                  <a:lnTo>
                    <a:pt x="0" y="0"/>
                  </a:lnTo>
                  <a:lnTo>
                    <a:pt x="16" y="16"/>
                  </a:lnTo>
                </a:path>
              </a:pathLst>
            </a:custGeom>
            <a:solidFill>
              <a:srgbClr val="A0FF00"/>
            </a:solidFill>
            <a:ln cap="rnd">
              <a:noFill/>
              <a:round/>
            </a:ln>
            <a:effectLst/>
          </p:spPr>
        </p:sp>
        <p:cxnSp>
          <p:nvCxnSpPr>
            <p:cNvPr id="52014" name=""/>
            <p:cNvCxnSpPr/>
            <p:nvPr/>
          </p:nvCxnSpPr>
          <p:spPr>
            <a:xfrm>
              <a:off x="2894" y="2445"/>
              <a:ext cx="4" cy="0"/>
            </a:xfrm>
            <a:prstGeom prst="line">
              <a:avLst/>
            </a:prstGeom>
            <a:noFill/>
            <a:ln>
              <a:noFill/>
              <a:miter lim="800000"/>
            </a:ln>
            <a:effectLst/>
          </p:spPr>
        </p:cxnSp>
        <p:sp>
          <p:nvSpPr>
            <p:cNvPr id="52015" name=""/>
            <p:cNvSpPr/>
            <p:nvPr/>
          </p:nvSpPr>
          <p:spPr>
            <a:xfrm>
              <a:off x="2890" y="2441"/>
              <a:ext cx="17" cy="17"/>
            </a:xfrm>
            <a:custGeom>
              <a:pathLst>
                <a:path w="17" h="17">
                  <a:moveTo>
                    <a:pt x="16" y="16"/>
                  </a:moveTo>
                  <a:lnTo>
                    <a:pt x="0" y="16"/>
                  </a:lnTo>
                  <a:lnTo>
                    <a:pt x="16" y="0"/>
                  </a:lnTo>
                  <a:lnTo>
                    <a:pt x="16" y="16"/>
                  </a:lnTo>
                </a:path>
              </a:pathLst>
            </a:custGeom>
            <a:solidFill>
              <a:srgbClr val="FFFFFF"/>
            </a:solidFill>
            <a:ln cap="rnd">
              <a:noFill/>
              <a:round/>
            </a:ln>
            <a:effectLst/>
          </p:spPr>
        </p:sp>
        <p:sp>
          <p:nvSpPr>
            <p:cNvPr id="52016" name=""/>
            <p:cNvSpPr/>
            <p:nvPr/>
          </p:nvSpPr>
          <p:spPr>
            <a:xfrm>
              <a:off x="2892" y="2330"/>
              <a:ext cx="107" cy="17"/>
            </a:xfrm>
            <a:custGeom>
              <a:pathLst>
                <a:path w="107" h="17">
                  <a:moveTo>
                    <a:pt x="0" y="16"/>
                  </a:moveTo>
                  <a:lnTo>
                    <a:pt x="0" y="0"/>
                  </a:lnTo>
                  <a:lnTo>
                    <a:pt x="106" y="0"/>
                  </a:lnTo>
                  <a:lnTo>
                    <a:pt x="106" y="16"/>
                  </a:lnTo>
                  <a:lnTo>
                    <a:pt x="0" y="16"/>
                  </a:lnTo>
                </a:path>
              </a:pathLst>
            </a:custGeom>
            <a:solidFill>
              <a:srgbClr val="505020"/>
            </a:solidFill>
            <a:ln cap="rnd">
              <a:noFill/>
              <a:round/>
            </a:ln>
            <a:effectLst/>
          </p:spPr>
        </p:sp>
        <p:sp>
          <p:nvSpPr>
            <p:cNvPr id="52017" name=""/>
            <p:cNvSpPr/>
            <p:nvPr/>
          </p:nvSpPr>
          <p:spPr>
            <a:xfrm>
              <a:off x="2912" y="2326"/>
              <a:ext cx="17" cy="17"/>
            </a:xfrm>
            <a:custGeom>
              <a:pathLst>
                <a:path w="17" h="17">
                  <a:moveTo>
                    <a:pt x="6" y="0"/>
                  </a:moveTo>
                  <a:lnTo>
                    <a:pt x="0" y="0"/>
                  </a:lnTo>
                  <a:lnTo>
                    <a:pt x="0" y="16"/>
                  </a:lnTo>
                  <a:lnTo>
                    <a:pt x="6" y="16"/>
                  </a:lnTo>
                  <a:lnTo>
                    <a:pt x="16" y="0"/>
                  </a:lnTo>
                  <a:lnTo>
                    <a:pt x="6" y="0"/>
                  </a:lnTo>
                </a:path>
              </a:pathLst>
            </a:custGeom>
            <a:solidFill>
              <a:srgbClr val="E0E0B0"/>
            </a:solidFill>
            <a:ln cap="rnd">
              <a:noFill/>
              <a:round/>
            </a:ln>
            <a:effectLst/>
          </p:spPr>
        </p:sp>
        <p:sp>
          <p:nvSpPr>
            <p:cNvPr id="52018" name=""/>
            <p:cNvSpPr/>
            <p:nvPr/>
          </p:nvSpPr>
          <p:spPr>
            <a:xfrm>
              <a:off x="2912" y="2339"/>
              <a:ext cx="17" cy="17"/>
            </a:xfrm>
            <a:custGeom>
              <a:pathLst>
                <a:path w="17" h="17">
                  <a:moveTo>
                    <a:pt x="6" y="0"/>
                  </a:moveTo>
                  <a:lnTo>
                    <a:pt x="0" y="0"/>
                  </a:lnTo>
                  <a:lnTo>
                    <a:pt x="0" y="16"/>
                  </a:lnTo>
                  <a:lnTo>
                    <a:pt x="6" y="16"/>
                  </a:lnTo>
                  <a:lnTo>
                    <a:pt x="16" y="16"/>
                  </a:lnTo>
                  <a:lnTo>
                    <a:pt x="16" y="0"/>
                  </a:lnTo>
                  <a:lnTo>
                    <a:pt x="6" y="0"/>
                  </a:lnTo>
                </a:path>
              </a:pathLst>
            </a:custGeom>
            <a:solidFill>
              <a:srgbClr val="E0E0B0"/>
            </a:solidFill>
            <a:ln cap="rnd">
              <a:noFill/>
              <a:round/>
            </a:ln>
            <a:effectLst/>
          </p:spPr>
        </p:sp>
        <p:sp>
          <p:nvSpPr>
            <p:cNvPr id="52019" name=""/>
            <p:cNvSpPr/>
            <p:nvPr/>
          </p:nvSpPr>
          <p:spPr>
            <a:xfrm>
              <a:off x="2921" y="2417"/>
              <a:ext cx="80" cy="17"/>
            </a:xfrm>
            <a:custGeom>
              <a:pathLst>
                <a:path w="80" h="17">
                  <a:moveTo>
                    <a:pt x="0" y="0"/>
                  </a:moveTo>
                  <a:lnTo>
                    <a:pt x="0" y="16"/>
                  </a:lnTo>
                  <a:lnTo>
                    <a:pt x="79" y="16"/>
                  </a:lnTo>
                  <a:lnTo>
                    <a:pt x="79" y="0"/>
                  </a:lnTo>
                  <a:lnTo>
                    <a:pt x="0" y="0"/>
                  </a:lnTo>
                </a:path>
              </a:pathLst>
            </a:custGeom>
            <a:solidFill>
              <a:srgbClr val="A0A080"/>
            </a:solidFill>
            <a:ln cap="rnd">
              <a:noFill/>
              <a:round/>
            </a:ln>
            <a:effectLst/>
          </p:spPr>
        </p:sp>
        <p:sp>
          <p:nvSpPr>
            <p:cNvPr id="52020" name=""/>
            <p:cNvSpPr/>
            <p:nvPr/>
          </p:nvSpPr>
          <p:spPr>
            <a:xfrm>
              <a:off x="2915" y="2444"/>
              <a:ext cx="42" cy="17"/>
            </a:xfrm>
            <a:custGeom>
              <a:pathLst>
                <a:path w="42" h="17">
                  <a:moveTo>
                    <a:pt x="0" y="16"/>
                  </a:moveTo>
                  <a:lnTo>
                    <a:pt x="40" y="16"/>
                  </a:lnTo>
                  <a:lnTo>
                    <a:pt x="41" y="5"/>
                  </a:lnTo>
                  <a:lnTo>
                    <a:pt x="0" y="0"/>
                  </a:lnTo>
                  <a:lnTo>
                    <a:pt x="0" y="5"/>
                  </a:lnTo>
                  <a:lnTo>
                    <a:pt x="0" y="16"/>
                  </a:lnTo>
                </a:path>
              </a:pathLst>
            </a:custGeom>
            <a:solidFill>
              <a:srgbClr val="E0E0B0"/>
            </a:solidFill>
            <a:ln cap="rnd">
              <a:noFill/>
              <a:round/>
            </a:ln>
            <a:effectLst/>
          </p:spPr>
        </p:sp>
        <p:sp>
          <p:nvSpPr>
            <p:cNvPr id="52021" name=""/>
            <p:cNvSpPr/>
            <p:nvPr/>
          </p:nvSpPr>
          <p:spPr>
            <a:xfrm>
              <a:off x="2933" y="2429"/>
              <a:ext cx="25" cy="17"/>
            </a:xfrm>
            <a:custGeom>
              <a:pathLst>
                <a:path w="25" h="17">
                  <a:moveTo>
                    <a:pt x="0" y="16"/>
                  </a:moveTo>
                  <a:lnTo>
                    <a:pt x="0" y="0"/>
                  </a:lnTo>
                  <a:lnTo>
                    <a:pt x="24" y="0"/>
                  </a:lnTo>
                  <a:lnTo>
                    <a:pt x="24" y="16"/>
                  </a:lnTo>
                  <a:lnTo>
                    <a:pt x="0" y="16"/>
                  </a:lnTo>
                </a:path>
              </a:pathLst>
            </a:custGeom>
            <a:solidFill>
              <a:srgbClr val="E0E0B0"/>
            </a:solidFill>
            <a:ln cap="rnd">
              <a:noFill/>
              <a:round/>
            </a:ln>
            <a:effectLst/>
          </p:spPr>
        </p:sp>
        <p:sp>
          <p:nvSpPr>
            <p:cNvPr id="52022" name=""/>
            <p:cNvSpPr/>
            <p:nvPr/>
          </p:nvSpPr>
          <p:spPr>
            <a:xfrm>
              <a:off x="2963" y="2431"/>
              <a:ext cx="41" cy="17"/>
            </a:xfrm>
            <a:custGeom>
              <a:pathLst>
                <a:path w="41" h="17">
                  <a:moveTo>
                    <a:pt x="1" y="16"/>
                  </a:moveTo>
                  <a:lnTo>
                    <a:pt x="39" y="16"/>
                  </a:lnTo>
                  <a:lnTo>
                    <a:pt x="40" y="12"/>
                  </a:lnTo>
                  <a:lnTo>
                    <a:pt x="39" y="0"/>
                  </a:lnTo>
                  <a:lnTo>
                    <a:pt x="1" y="0"/>
                  </a:lnTo>
                  <a:lnTo>
                    <a:pt x="0" y="12"/>
                  </a:lnTo>
                  <a:lnTo>
                    <a:pt x="1" y="16"/>
                  </a:lnTo>
                </a:path>
              </a:pathLst>
            </a:custGeom>
            <a:solidFill>
              <a:srgbClr val="E0E0B0"/>
            </a:solidFill>
            <a:ln cap="rnd">
              <a:noFill/>
              <a:round/>
            </a:ln>
            <a:effectLst/>
          </p:spPr>
        </p:sp>
        <p:cxnSp>
          <p:nvCxnSpPr>
            <p:cNvPr id="52023" name=""/>
            <p:cNvCxnSpPr/>
            <p:nvPr/>
          </p:nvCxnSpPr>
          <p:spPr>
            <a:xfrm flipH="1">
              <a:off x="2916" y="2373"/>
              <a:ext cx="0" cy="16"/>
            </a:xfrm>
            <a:prstGeom prst="line">
              <a:avLst/>
            </a:prstGeom>
            <a:noFill/>
            <a:ln>
              <a:noFill/>
              <a:miter lim="800000"/>
            </a:ln>
            <a:effectLst/>
          </p:spPr>
        </p:cxnSp>
        <p:cxnSp>
          <p:nvCxnSpPr>
            <p:cNvPr id="52024" name=""/>
            <p:cNvCxnSpPr/>
            <p:nvPr/>
          </p:nvCxnSpPr>
          <p:spPr>
            <a:xfrm flipH="1">
              <a:off x="2916" y="2366"/>
              <a:ext cx="0" cy="2"/>
            </a:xfrm>
            <a:prstGeom prst="line">
              <a:avLst/>
            </a:prstGeom>
            <a:noFill/>
            <a:ln>
              <a:noFill/>
              <a:miter lim="800000"/>
            </a:ln>
            <a:effectLst/>
          </p:spPr>
        </p:cxnSp>
        <p:sp>
          <p:nvSpPr>
            <p:cNvPr id="52025" name=""/>
            <p:cNvSpPr/>
            <p:nvPr/>
          </p:nvSpPr>
          <p:spPr>
            <a:xfrm>
              <a:off x="2907" y="2366"/>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2026" name=""/>
            <p:cNvSpPr/>
            <p:nvPr/>
          </p:nvSpPr>
          <p:spPr>
            <a:xfrm>
              <a:off x="2935" y="2362"/>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2027" name=""/>
            <p:cNvSpPr/>
            <p:nvPr/>
          </p:nvSpPr>
          <p:spPr>
            <a:xfrm>
              <a:off x="2935" y="2368"/>
              <a:ext cx="17" cy="17"/>
            </a:xfrm>
            <a:custGeom>
              <a:pathLst>
                <a:path w="17" h="17">
                  <a:moveTo>
                    <a:pt x="16" y="16"/>
                  </a:moveTo>
                  <a:lnTo>
                    <a:pt x="16" y="0"/>
                  </a:lnTo>
                  <a:lnTo>
                    <a:pt x="0" y="0"/>
                  </a:lnTo>
                  <a:lnTo>
                    <a:pt x="0" y="16"/>
                  </a:lnTo>
                  <a:lnTo>
                    <a:pt x="16" y="16"/>
                  </a:lnTo>
                </a:path>
              </a:pathLst>
            </a:custGeom>
            <a:solidFill>
              <a:srgbClr val="F0E0C0"/>
            </a:solidFill>
            <a:ln cap="rnd">
              <a:noFill/>
              <a:round/>
            </a:ln>
            <a:effectLst/>
          </p:spPr>
        </p:sp>
        <p:sp>
          <p:nvSpPr>
            <p:cNvPr id="52028" name=""/>
            <p:cNvSpPr/>
            <p:nvPr/>
          </p:nvSpPr>
          <p:spPr>
            <a:xfrm>
              <a:off x="2964" y="2368"/>
              <a:ext cx="18" cy="17"/>
            </a:xfrm>
            <a:custGeom>
              <a:pathLst>
                <a:path w="18" h="17">
                  <a:moveTo>
                    <a:pt x="0" y="16"/>
                  </a:moveTo>
                  <a:lnTo>
                    <a:pt x="17" y="16"/>
                  </a:lnTo>
                  <a:lnTo>
                    <a:pt x="17" y="0"/>
                  </a:lnTo>
                  <a:lnTo>
                    <a:pt x="0" y="0"/>
                  </a:lnTo>
                  <a:lnTo>
                    <a:pt x="0" y="16"/>
                  </a:lnTo>
                </a:path>
              </a:pathLst>
            </a:custGeom>
            <a:solidFill>
              <a:srgbClr val="F0E0C0"/>
            </a:solidFill>
            <a:ln cap="rnd">
              <a:noFill/>
              <a:round/>
            </a:ln>
            <a:effectLst/>
          </p:spPr>
        </p:sp>
        <p:sp>
          <p:nvSpPr>
            <p:cNvPr id="52029" name=""/>
            <p:cNvSpPr/>
            <p:nvPr/>
          </p:nvSpPr>
          <p:spPr>
            <a:xfrm>
              <a:off x="2912" y="2374"/>
              <a:ext cx="17" cy="17"/>
            </a:xfrm>
            <a:custGeom>
              <a:pathLst>
                <a:path w="17" h="17">
                  <a:moveTo>
                    <a:pt x="16" y="0"/>
                  </a:moveTo>
                  <a:lnTo>
                    <a:pt x="16" y="16"/>
                  </a:lnTo>
                  <a:lnTo>
                    <a:pt x="0" y="16"/>
                  </a:lnTo>
                  <a:lnTo>
                    <a:pt x="0" y="0"/>
                  </a:lnTo>
                  <a:lnTo>
                    <a:pt x="16" y="0"/>
                  </a:lnTo>
                </a:path>
              </a:pathLst>
            </a:custGeom>
            <a:solidFill>
              <a:srgbClr val="F0E0C0"/>
            </a:solidFill>
            <a:ln cap="rnd">
              <a:noFill/>
              <a:round/>
            </a:ln>
            <a:effectLst/>
          </p:spPr>
        </p:sp>
        <p:sp>
          <p:nvSpPr>
            <p:cNvPr id="52030" name=""/>
            <p:cNvSpPr/>
            <p:nvPr/>
          </p:nvSpPr>
          <p:spPr>
            <a:xfrm>
              <a:off x="2916" y="2384"/>
              <a:ext cx="42" cy="17"/>
            </a:xfrm>
            <a:custGeom>
              <a:pathLst>
                <a:path w="42" h="17">
                  <a:moveTo>
                    <a:pt x="0" y="16"/>
                  </a:moveTo>
                  <a:lnTo>
                    <a:pt x="40" y="16"/>
                  </a:lnTo>
                  <a:lnTo>
                    <a:pt x="41" y="0"/>
                  </a:lnTo>
                  <a:lnTo>
                    <a:pt x="0" y="0"/>
                  </a:lnTo>
                  <a:lnTo>
                    <a:pt x="0" y="16"/>
                  </a:lnTo>
                </a:path>
              </a:pathLst>
            </a:custGeom>
            <a:solidFill>
              <a:srgbClr val="F0E0C0"/>
            </a:solidFill>
            <a:ln cap="rnd">
              <a:noFill/>
              <a:round/>
            </a:ln>
            <a:effectLst/>
          </p:spPr>
        </p:sp>
        <p:sp>
          <p:nvSpPr>
            <p:cNvPr id="52031" name=""/>
            <p:cNvSpPr/>
            <p:nvPr/>
          </p:nvSpPr>
          <p:spPr>
            <a:xfrm>
              <a:off x="2959" y="2374"/>
              <a:ext cx="17" cy="17"/>
            </a:xfrm>
            <a:custGeom>
              <a:pathLst>
                <a:path w="17" h="17">
                  <a:moveTo>
                    <a:pt x="0" y="0"/>
                  </a:moveTo>
                  <a:lnTo>
                    <a:pt x="0" y="12"/>
                  </a:lnTo>
                  <a:lnTo>
                    <a:pt x="8" y="14"/>
                  </a:lnTo>
                  <a:lnTo>
                    <a:pt x="8" y="16"/>
                  </a:lnTo>
                  <a:lnTo>
                    <a:pt x="16" y="14"/>
                  </a:lnTo>
                  <a:lnTo>
                    <a:pt x="8" y="12"/>
                  </a:lnTo>
                  <a:lnTo>
                    <a:pt x="8" y="0"/>
                  </a:lnTo>
                  <a:lnTo>
                    <a:pt x="0" y="0"/>
                  </a:lnTo>
                </a:path>
              </a:pathLst>
            </a:custGeom>
            <a:solidFill>
              <a:srgbClr val="808050"/>
            </a:solidFill>
            <a:ln cap="rnd">
              <a:noFill/>
              <a:round/>
            </a:ln>
            <a:effectLst/>
          </p:spPr>
        </p:sp>
        <p:sp>
          <p:nvSpPr>
            <p:cNvPr id="52032" name=""/>
            <p:cNvSpPr/>
            <p:nvPr/>
          </p:nvSpPr>
          <p:spPr>
            <a:xfrm>
              <a:off x="2964" y="2364"/>
              <a:ext cx="18" cy="17"/>
            </a:xfrm>
            <a:custGeom>
              <a:pathLst>
                <a:path w="18" h="17">
                  <a:moveTo>
                    <a:pt x="0" y="16"/>
                  </a:moveTo>
                  <a:lnTo>
                    <a:pt x="0" y="0"/>
                  </a:lnTo>
                  <a:lnTo>
                    <a:pt x="17" y="0"/>
                  </a:lnTo>
                  <a:lnTo>
                    <a:pt x="17" y="16"/>
                  </a:lnTo>
                  <a:lnTo>
                    <a:pt x="0" y="16"/>
                  </a:lnTo>
                </a:path>
              </a:pathLst>
            </a:custGeom>
            <a:solidFill>
              <a:srgbClr val="706040"/>
            </a:solidFill>
            <a:ln cap="rnd">
              <a:noFill/>
              <a:round/>
            </a:ln>
            <a:effectLst/>
          </p:spPr>
        </p:sp>
        <p:sp>
          <p:nvSpPr>
            <p:cNvPr id="52033" name=""/>
            <p:cNvSpPr/>
            <p:nvPr/>
          </p:nvSpPr>
          <p:spPr>
            <a:xfrm>
              <a:off x="2981" y="2366"/>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2034" name=""/>
            <p:cNvSpPr/>
            <p:nvPr/>
          </p:nvSpPr>
          <p:spPr>
            <a:xfrm>
              <a:off x="2916" y="2362"/>
              <a:ext cx="44" cy="1"/>
            </a:xfrm>
            <a:custGeom>
              <a:pathLst>
                <a:path w="44" h="1">
                  <a:moveTo>
                    <a:pt x="0" y="0"/>
                  </a:moveTo>
                  <a:lnTo>
                    <a:pt x="1" y="0"/>
                  </a:lnTo>
                  <a:lnTo>
                    <a:pt x="40" y="0"/>
                  </a:lnTo>
                  <a:lnTo>
                    <a:pt x="42" y="0"/>
                  </a:lnTo>
                  <a:lnTo>
                    <a:pt x="43" y="0"/>
                  </a:lnTo>
                  <a:lnTo>
                    <a:pt x="43" y="0"/>
                  </a:lnTo>
                  <a:lnTo>
                    <a:pt x="42" y="0"/>
                  </a:lnTo>
                  <a:lnTo>
                    <a:pt x="41" y="0"/>
                  </a:lnTo>
                  <a:lnTo>
                    <a:pt x="1" y="0"/>
                  </a:lnTo>
                  <a:lnTo>
                    <a:pt x="0" y="0"/>
                  </a:lnTo>
                  <a:lnTo>
                    <a:pt x="0" y="0"/>
                  </a:lnTo>
                </a:path>
              </a:pathLst>
            </a:custGeom>
            <a:solidFill>
              <a:srgbClr val="808050"/>
            </a:solidFill>
            <a:ln cap="rnd">
              <a:noFill/>
              <a:round/>
            </a:ln>
            <a:effectLst/>
          </p:spPr>
        </p:sp>
        <p:sp>
          <p:nvSpPr>
            <p:cNvPr id="52035" name=""/>
            <p:cNvSpPr/>
            <p:nvPr/>
          </p:nvSpPr>
          <p:spPr>
            <a:xfrm>
              <a:off x="2908" y="2366"/>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2036" name=""/>
            <p:cNvSpPr/>
            <p:nvPr/>
          </p:nvSpPr>
          <p:spPr>
            <a:xfrm>
              <a:off x="2912" y="2362"/>
              <a:ext cx="17" cy="17"/>
            </a:xfrm>
            <a:custGeom>
              <a:pathLst>
                <a:path w="17" h="17">
                  <a:moveTo>
                    <a:pt x="16" y="16"/>
                  </a:moveTo>
                  <a:lnTo>
                    <a:pt x="16" y="0"/>
                  </a:lnTo>
                  <a:lnTo>
                    <a:pt x="0" y="16"/>
                  </a:lnTo>
                  <a:lnTo>
                    <a:pt x="16" y="16"/>
                  </a:lnTo>
                </a:path>
              </a:pathLst>
            </a:custGeom>
            <a:solidFill>
              <a:srgbClr val="F0E0C0"/>
            </a:solidFill>
            <a:ln cap="rnd">
              <a:noFill/>
              <a:round/>
            </a:ln>
            <a:effectLst/>
          </p:spPr>
        </p:sp>
        <p:cxnSp>
          <p:nvCxnSpPr>
            <p:cNvPr id="52037" name=""/>
            <p:cNvCxnSpPr/>
            <p:nvPr/>
          </p:nvCxnSpPr>
          <p:spPr>
            <a:xfrm>
              <a:off x="2915" y="2368"/>
              <a:ext cx="25" cy="0"/>
            </a:xfrm>
            <a:prstGeom prst="line">
              <a:avLst/>
            </a:prstGeom>
            <a:noFill/>
            <a:ln>
              <a:noFill/>
              <a:miter lim="800000"/>
            </a:ln>
            <a:effectLst/>
          </p:spPr>
        </p:cxnSp>
        <p:cxnSp>
          <p:nvCxnSpPr>
            <p:cNvPr id="52038" name=""/>
            <p:cNvCxnSpPr/>
            <p:nvPr/>
          </p:nvCxnSpPr>
          <p:spPr>
            <a:xfrm flipH="1">
              <a:off x="2940" y="2373"/>
              <a:ext cx="0" cy="2"/>
            </a:xfrm>
            <a:prstGeom prst="line">
              <a:avLst/>
            </a:prstGeom>
            <a:noFill/>
            <a:ln>
              <a:noFill/>
              <a:miter lim="800000"/>
            </a:ln>
            <a:effectLst/>
          </p:spPr>
        </p:cxnSp>
        <p:sp>
          <p:nvSpPr>
            <p:cNvPr id="52039" name=""/>
            <p:cNvSpPr/>
            <p:nvPr/>
          </p:nvSpPr>
          <p:spPr>
            <a:xfrm>
              <a:off x="2940" y="2368"/>
              <a:ext cx="18" cy="17"/>
            </a:xfrm>
            <a:custGeom>
              <a:pathLst>
                <a:path w="18" h="17">
                  <a:moveTo>
                    <a:pt x="0" y="16"/>
                  </a:moveTo>
                  <a:lnTo>
                    <a:pt x="0" y="0"/>
                  </a:lnTo>
                  <a:lnTo>
                    <a:pt x="17" y="0"/>
                  </a:lnTo>
                  <a:lnTo>
                    <a:pt x="17" y="16"/>
                  </a:lnTo>
                  <a:lnTo>
                    <a:pt x="0" y="16"/>
                  </a:lnTo>
                </a:path>
              </a:pathLst>
            </a:custGeom>
            <a:solidFill>
              <a:srgbClr val="706040"/>
            </a:solidFill>
            <a:ln cap="rnd">
              <a:noFill/>
              <a:round/>
            </a:ln>
            <a:effectLst/>
          </p:spPr>
        </p:sp>
        <p:sp>
          <p:nvSpPr>
            <p:cNvPr id="52040" name=""/>
            <p:cNvSpPr/>
            <p:nvPr/>
          </p:nvSpPr>
          <p:spPr>
            <a:xfrm>
              <a:off x="2957" y="2368"/>
              <a:ext cx="17" cy="17"/>
            </a:xfrm>
            <a:custGeom>
              <a:pathLst>
                <a:path w="17" h="17">
                  <a:moveTo>
                    <a:pt x="0" y="16"/>
                  </a:moveTo>
                  <a:lnTo>
                    <a:pt x="0" y="0"/>
                  </a:lnTo>
                  <a:lnTo>
                    <a:pt x="16" y="0"/>
                  </a:lnTo>
                  <a:lnTo>
                    <a:pt x="16" y="16"/>
                  </a:lnTo>
                  <a:lnTo>
                    <a:pt x="0" y="16"/>
                  </a:lnTo>
                </a:path>
              </a:pathLst>
            </a:custGeom>
            <a:solidFill>
              <a:srgbClr val="706040"/>
            </a:solidFill>
            <a:ln cap="rnd">
              <a:noFill/>
              <a:round/>
            </a:ln>
            <a:effectLst/>
          </p:spPr>
        </p:sp>
        <p:sp>
          <p:nvSpPr>
            <p:cNvPr id="52041" name=""/>
            <p:cNvSpPr/>
            <p:nvPr/>
          </p:nvSpPr>
          <p:spPr>
            <a:xfrm>
              <a:off x="2957" y="2364"/>
              <a:ext cx="17" cy="17"/>
            </a:xfrm>
            <a:custGeom>
              <a:pathLst>
                <a:path w="17" h="17">
                  <a:moveTo>
                    <a:pt x="16" y="16"/>
                  </a:moveTo>
                  <a:lnTo>
                    <a:pt x="16" y="0"/>
                  </a:lnTo>
                  <a:lnTo>
                    <a:pt x="0" y="0"/>
                  </a:lnTo>
                  <a:lnTo>
                    <a:pt x="0" y="16"/>
                  </a:lnTo>
                  <a:lnTo>
                    <a:pt x="16" y="16"/>
                  </a:lnTo>
                </a:path>
              </a:pathLst>
            </a:custGeom>
            <a:solidFill>
              <a:srgbClr val="706040"/>
            </a:solidFill>
            <a:ln cap="rnd">
              <a:noFill/>
              <a:round/>
            </a:ln>
            <a:effectLst/>
          </p:spPr>
        </p:sp>
        <p:sp>
          <p:nvSpPr>
            <p:cNvPr id="52042" name=""/>
            <p:cNvSpPr/>
            <p:nvPr/>
          </p:nvSpPr>
          <p:spPr>
            <a:xfrm>
              <a:off x="2940" y="2361"/>
              <a:ext cx="18" cy="17"/>
            </a:xfrm>
            <a:custGeom>
              <a:pathLst>
                <a:path w="18" h="17">
                  <a:moveTo>
                    <a:pt x="0" y="16"/>
                  </a:moveTo>
                  <a:lnTo>
                    <a:pt x="0" y="0"/>
                  </a:lnTo>
                  <a:lnTo>
                    <a:pt x="17" y="0"/>
                  </a:lnTo>
                  <a:lnTo>
                    <a:pt x="17" y="16"/>
                  </a:lnTo>
                  <a:lnTo>
                    <a:pt x="0" y="16"/>
                  </a:lnTo>
                </a:path>
              </a:pathLst>
            </a:custGeom>
            <a:solidFill>
              <a:srgbClr val="706040"/>
            </a:solidFill>
            <a:ln cap="rnd">
              <a:noFill/>
              <a:round/>
            </a:ln>
            <a:effectLst/>
          </p:spPr>
        </p:sp>
        <p:sp>
          <p:nvSpPr>
            <p:cNvPr id="52043" name=""/>
            <p:cNvSpPr/>
            <p:nvPr/>
          </p:nvSpPr>
          <p:spPr>
            <a:xfrm>
              <a:off x="2972" y="2376"/>
              <a:ext cx="17" cy="17"/>
            </a:xfrm>
            <a:custGeom>
              <a:pathLst>
                <a:path w="17" h="17">
                  <a:moveTo>
                    <a:pt x="0" y="16"/>
                  </a:moveTo>
                  <a:lnTo>
                    <a:pt x="16" y="16"/>
                  </a:lnTo>
                  <a:lnTo>
                    <a:pt x="0" y="0"/>
                  </a:lnTo>
                  <a:lnTo>
                    <a:pt x="0" y="16"/>
                  </a:lnTo>
                </a:path>
              </a:pathLst>
            </a:custGeom>
            <a:solidFill>
              <a:srgbClr val="F0E0C0"/>
            </a:solidFill>
            <a:ln cap="rnd">
              <a:noFill/>
              <a:round/>
            </a:ln>
            <a:effectLst/>
          </p:spPr>
        </p:sp>
        <p:sp>
          <p:nvSpPr>
            <p:cNvPr id="52044" name=""/>
            <p:cNvSpPr/>
            <p:nvPr/>
          </p:nvSpPr>
          <p:spPr>
            <a:xfrm>
              <a:off x="2916" y="2320"/>
              <a:ext cx="42" cy="17"/>
            </a:xfrm>
            <a:custGeom>
              <a:pathLst>
                <a:path w="42" h="17">
                  <a:moveTo>
                    <a:pt x="0" y="16"/>
                  </a:moveTo>
                  <a:lnTo>
                    <a:pt x="0" y="0"/>
                  </a:lnTo>
                  <a:lnTo>
                    <a:pt x="41" y="0"/>
                  </a:lnTo>
                  <a:lnTo>
                    <a:pt x="41" y="16"/>
                  </a:lnTo>
                  <a:lnTo>
                    <a:pt x="0" y="16"/>
                  </a:lnTo>
                </a:path>
              </a:pathLst>
            </a:custGeom>
            <a:solidFill>
              <a:srgbClr val="706040"/>
            </a:solidFill>
            <a:ln cap="rnd">
              <a:noFill/>
              <a:round/>
            </a:ln>
            <a:effectLst/>
          </p:spPr>
        </p:sp>
        <p:sp>
          <p:nvSpPr>
            <p:cNvPr id="52045" name=""/>
            <p:cNvSpPr/>
            <p:nvPr/>
          </p:nvSpPr>
          <p:spPr>
            <a:xfrm>
              <a:off x="2959" y="2324"/>
              <a:ext cx="17" cy="17"/>
            </a:xfrm>
            <a:custGeom>
              <a:pathLst>
                <a:path w="17" h="17">
                  <a:moveTo>
                    <a:pt x="16" y="0"/>
                  </a:moveTo>
                  <a:lnTo>
                    <a:pt x="0" y="16"/>
                  </a:lnTo>
                  <a:lnTo>
                    <a:pt x="16" y="16"/>
                  </a:lnTo>
                  <a:lnTo>
                    <a:pt x="16" y="0"/>
                  </a:lnTo>
                  <a:lnTo>
                    <a:pt x="16" y="0"/>
                  </a:lnTo>
                </a:path>
              </a:pathLst>
            </a:custGeom>
            <a:solidFill>
              <a:srgbClr val="706040"/>
            </a:solidFill>
            <a:ln cap="rnd">
              <a:noFill/>
              <a:round/>
            </a:ln>
            <a:effectLst/>
          </p:spPr>
        </p:sp>
        <p:sp>
          <p:nvSpPr>
            <p:cNvPr id="52046" name=""/>
            <p:cNvSpPr/>
            <p:nvPr/>
          </p:nvSpPr>
          <p:spPr>
            <a:xfrm>
              <a:off x="2959" y="2341"/>
              <a:ext cx="17" cy="17"/>
            </a:xfrm>
            <a:custGeom>
              <a:pathLst>
                <a:path w="17" h="17">
                  <a:moveTo>
                    <a:pt x="0" y="0"/>
                  </a:moveTo>
                  <a:lnTo>
                    <a:pt x="16" y="0"/>
                  </a:lnTo>
                  <a:lnTo>
                    <a:pt x="16" y="16"/>
                  </a:lnTo>
                  <a:lnTo>
                    <a:pt x="0" y="16"/>
                  </a:lnTo>
                  <a:lnTo>
                    <a:pt x="0" y="0"/>
                  </a:lnTo>
                </a:path>
              </a:pathLst>
            </a:custGeom>
            <a:solidFill>
              <a:srgbClr val="706040"/>
            </a:solidFill>
            <a:ln cap="rnd">
              <a:noFill/>
              <a:round/>
            </a:ln>
            <a:effectLst/>
          </p:spPr>
        </p:sp>
        <p:sp>
          <p:nvSpPr>
            <p:cNvPr id="52047" name=""/>
            <p:cNvSpPr/>
            <p:nvPr/>
          </p:nvSpPr>
          <p:spPr>
            <a:xfrm>
              <a:off x="2917" y="2343"/>
              <a:ext cx="41" cy="17"/>
            </a:xfrm>
            <a:custGeom>
              <a:pathLst>
                <a:path w="41" h="17">
                  <a:moveTo>
                    <a:pt x="0" y="16"/>
                  </a:moveTo>
                  <a:lnTo>
                    <a:pt x="40" y="16"/>
                  </a:lnTo>
                  <a:lnTo>
                    <a:pt x="40" y="0"/>
                  </a:lnTo>
                  <a:lnTo>
                    <a:pt x="0" y="0"/>
                  </a:lnTo>
                  <a:lnTo>
                    <a:pt x="0" y="16"/>
                  </a:lnTo>
                </a:path>
              </a:pathLst>
            </a:custGeom>
            <a:solidFill>
              <a:srgbClr val="E0E0B0"/>
            </a:solidFill>
            <a:ln cap="rnd">
              <a:noFill/>
              <a:round/>
            </a:ln>
            <a:effectLst/>
          </p:spPr>
        </p:sp>
        <p:sp>
          <p:nvSpPr>
            <p:cNvPr id="52048" name=""/>
            <p:cNvSpPr/>
            <p:nvPr/>
          </p:nvSpPr>
          <p:spPr>
            <a:xfrm>
              <a:off x="2886" y="2333"/>
              <a:ext cx="17" cy="17"/>
            </a:xfrm>
            <a:custGeom>
              <a:pathLst>
                <a:path w="17" h="17">
                  <a:moveTo>
                    <a:pt x="4" y="0"/>
                  </a:moveTo>
                  <a:lnTo>
                    <a:pt x="16" y="16"/>
                  </a:lnTo>
                  <a:lnTo>
                    <a:pt x="4" y="16"/>
                  </a:lnTo>
                  <a:lnTo>
                    <a:pt x="0" y="16"/>
                  </a:lnTo>
                  <a:lnTo>
                    <a:pt x="4" y="16"/>
                  </a:lnTo>
                  <a:lnTo>
                    <a:pt x="12" y="16"/>
                  </a:lnTo>
                  <a:lnTo>
                    <a:pt x="12" y="0"/>
                  </a:lnTo>
                  <a:lnTo>
                    <a:pt x="4" y="0"/>
                  </a:lnTo>
                </a:path>
              </a:pathLst>
            </a:custGeom>
            <a:solidFill>
              <a:srgbClr val="F0E0C0"/>
            </a:solidFill>
            <a:ln cap="rnd">
              <a:noFill/>
              <a:round/>
            </a:ln>
            <a:effectLst/>
          </p:spPr>
        </p:sp>
        <p:sp>
          <p:nvSpPr>
            <p:cNvPr id="52049" name=""/>
            <p:cNvSpPr/>
            <p:nvPr/>
          </p:nvSpPr>
          <p:spPr>
            <a:xfrm>
              <a:off x="2921" y="2438"/>
              <a:ext cx="17" cy="17"/>
            </a:xfrm>
            <a:custGeom>
              <a:pathLst>
                <a:path w="17" h="17">
                  <a:moveTo>
                    <a:pt x="0" y="16"/>
                  </a:moveTo>
                  <a:lnTo>
                    <a:pt x="0" y="0"/>
                  </a:lnTo>
                  <a:lnTo>
                    <a:pt x="16" y="0"/>
                  </a:lnTo>
                  <a:lnTo>
                    <a:pt x="16" y="16"/>
                  </a:lnTo>
                  <a:lnTo>
                    <a:pt x="0" y="16"/>
                  </a:lnTo>
                </a:path>
              </a:pathLst>
            </a:custGeom>
            <a:solidFill>
              <a:srgbClr val="F0E0C0"/>
            </a:solidFill>
            <a:ln cap="rnd">
              <a:noFill/>
              <a:round/>
            </a:ln>
            <a:effectLst/>
          </p:spPr>
        </p:sp>
        <p:cxnSp>
          <p:nvCxnSpPr>
            <p:cNvPr id="52050" name=""/>
            <p:cNvCxnSpPr/>
            <p:nvPr/>
          </p:nvCxnSpPr>
          <p:spPr>
            <a:xfrm flipH="1">
              <a:off x="3008" y="2417"/>
              <a:ext cx="0" cy="18"/>
            </a:xfrm>
            <a:prstGeom prst="line">
              <a:avLst/>
            </a:prstGeom>
            <a:noFill/>
            <a:ln>
              <a:noFill/>
              <a:miter lim="800000"/>
            </a:ln>
            <a:effectLst/>
          </p:spPr>
        </p:cxnSp>
        <p:sp>
          <p:nvSpPr>
            <p:cNvPr id="52051" name=""/>
            <p:cNvSpPr/>
            <p:nvPr/>
          </p:nvSpPr>
          <p:spPr>
            <a:xfrm>
              <a:off x="2921" y="2410"/>
              <a:ext cx="80" cy="17"/>
            </a:xfrm>
            <a:custGeom>
              <a:pathLst>
                <a:path w="80" h="17">
                  <a:moveTo>
                    <a:pt x="0" y="16"/>
                  </a:moveTo>
                  <a:lnTo>
                    <a:pt x="0" y="0"/>
                  </a:lnTo>
                  <a:lnTo>
                    <a:pt x="79" y="0"/>
                  </a:lnTo>
                  <a:lnTo>
                    <a:pt x="79" y="16"/>
                  </a:lnTo>
                  <a:lnTo>
                    <a:pt x="0" y="16"/>
                  </a:lnTo>
                </a:path>
              </a:pathLst>
            </a:custGeom>
            <a:solidFill>
              <a:srgbClr val="706040"/>
            </a:solidFill>
            <a:ln cap="rnd">
              <a:noFill/>
              <a:round/>
            </a:ln>
            <a:effectLst/>
          </p:spPr>
        </p:sp>
        <p:sp>
          <p:nvSpPr>
            <p:cNvPr id="52052" name=""/>
            <p:cNvSpPr/>
            <p:nvPr/>
          </p:nvSpPr>
          <p:spPr>
            <a:xfrm>
              <a:off x="2916" y="2417"/>
              <a:ext cx="17" cy="21"/>
            </a:xfrm>
            <a:custGeom>
              <a:pathLst>
                <a:path w="17" h="21">
                  <a:moveTo>
                    <a:pt x="16" y="0"/>
                  </a:moveTo>
                  <a:lnTo>
                    <a:pt x="16" y="20"/>
                  </a:lnTo>
                  <a:lnTo>
                    <a:pt x="0" y="20"/>
                  </a:lnTo>
                  <a:lnTo>
                    <a:pt x="0" y="0"/>
                  </a:lnTo>
                  <a:lnTo>
                    <a:pt x="16" y="0"/>
                  </a:lnTo>
                </a:path>
              </a:pathLst>
            </a:custGeom>
            <a:solidFill>
              <a:srgbClr val="706040"/>
            </a:solidFill>
            <a:ln cap="rnd">
              <a:noFill/>
              <a:round/>
            </a:ln>
            <a:effectLst/>
          </p:spPr>
        </p:sp>
        <p:sp>
          <p:nvSpPr>
            <p:cNvPr id="52053" name=""/>
            <p:cNvSpPr/>
            <p:nvPr/>
          </p:nvSpPr>
          <p:spPr>
            <a:xfrm>
              <a:off x="2921" y="2427"/>
              <a:ext cx="80" cy="17"/>
            </a:xfrm>
            <a:custGeom>
              <a:pathLst>
                <a:path w="80" h="17">
                  <a:moveTo>
                    <a:pt x="0" y="0"/>
                  </a:moveTo>
                  <a:lnTo>
                    <a:pt x="0" y="16"/>
                  </a:lnTo>
                  <a:lnTo>
                    <a:pt x="79" y="16"/>
                  </a:lnTo>
                  <a:lnTo>
                    <a:pt x="79" y="0"/>
                  </a:lnTo>
                  <a:lnTo>
                    <a:pt x="0" y="0"/>
                  </a:lnTo>
                </a:path>
              </a:pathLst>
            </a:custGeom>
            <a:solidFill>
              <a:srgbClr val="706040"/>
            </a:solidFill>
            <a:ln cap="rnd">
              <a:noFill/>
              <a:round/>
            </a:ln>
            <a:effectLst/>
          </p:spPr>
        </p:sp>
        <p:sp>
          <p:nvSpPr>
            <p:cNvPr id="52054" name=""/>
            <p:cNvSpPr/>
            <p:nvPr/>
          </p:nvSpPr>
          <p:spPr>
            <a:xfrm>
              <a:off x="2866" y="2467"/>
              <a:ext cx="155" cy="20"/>
            </a:xfrm>
            <a:custGeom>
              <a:pathLst>
                <a:path w="155" h="20">
                  <a:moveTo>
                    <a:pt x="0" y="0"/>
                  </a:moveTo>
                  <a:lnTo>
                    <a:pt x="0" y="19"/>
                  </a:lnTo>
                  <a:lnTo>
                    <a:pt x="154" y="19"/>
                  </a:lnTo>
                  <a:lnTo>
                    <a:pt x="154" y="0"/>
                  </a:lnTo>
                  <a:lnTo>
                    <a:pt x="0" y="0"/>
                  </a:lnTo>
                </a:path>
              </a:pathLst>
            </a:custGeom>
            <a:solidFill>
              <a:srgbClr val="D0C0A0"/>
            </a:solidFill>
            <a:ln cap="rnd">
              <a:noFill/>
              <a:round/>
            </a:ln>
            <a:effectLst/>
          </p:spPr>
        </p:sp>
        <p:sp>
          <p:nvSpPr>
            <p:cNvPr id="52055" name=""/>
            <p:cNvSpPr/>
            <p:nvPr/>
          </p:nvSpPr>
          <p:spPr>
            <a:xfrm>
              <a:off x="2890" y="2470"/>
              <a:ext cx="107" cy="17"/>
            </a:xfrm>
            <a:custGeom>
              <a:pathLst>
                <a:path w="107" h="17">
                  <a:moveTo>
                    <a:pt x="1" y="16"/>
                  </a:moveTo>
                  <a:lnTo>
                    <a:pt x="104" y="16"/>
                  </a:lnTo>
                  <a:lnTo>
                    <a:pt x="105" y="16"/>
                  </a:lnTo>
                  <a:lnTo>
                    <a:pt x="105" y="14"/>
                  </a:lnTo>
                  <a:lnTo>
                    <a:pt x="106" y="4"/>
                  </a:lnTo>
                  <a:lnTo>
                    <a:pt x="105" y="1"/>
                  </a:lnTo>
                  <a:lnTo>
                    <a:pt x="104" y="1"/>
                  </a:lnTo>
                  <a:lnTo>
                    <a:pt x="1" y="0"/>
                  </a:lnTo>
                  <a:lnTo>
                    <a:pt x="0" y="1"/>
                  </a:lnTo>
                  <a:lnTo>
                    <a:pt x="0" y="2"/>
                  </a:lnTo>
                  <a:lnTo>
                    <a:pt x="0" y="13"/>
                  </a:lnTo>
                  <a:lnTo>
                    <a:pt x="0" y="14"/>
                  </a:lnTo>
                  <a:lnTo>
                    <a:pt x="1" y="16"/>
                  </a:lnTo>
                </a:path>
              </a:pathLst>
            </a:custGeom>
            <a:solidFill>
              <a:srgbClr val="404040"/>
            </a:solidFill>
            <a:ln cap="rnd">
              <a:noFill/>
              <a:round/>
            </a:ln>
            <a:effectLst/>
          </p:spPr>
        </p:sp>
        <p:sp>
          <p:nvSpPr>
            <p:cNvPr id="52056" name=""/>
            <p:cNvSpPr/>
            <p:nvPr/>
          </p:nvSpPr>
          <p:spPr>
            <a:xfrm>
              <a:off x="2940" y="2273"/>
              <a:ext cx="17" cy="17"/>
            </a:xfrm>
            <a:custGeom>
              <a:pathLst>
                <a:path w="17" h="17">
                  <a:moveTo>
                    <a:pt x="8" y="16"/>
                  </a:moveTo>
                  <a:lnTo>
                    <a:pt x="0" y="16"/>
                  </a:lnTo>
                  <a:lnTo>
                    <a:pt x="0" y="0"/>
                  </a:lnTo>
                  <a:lnTo>
                    <a:pt x="16" y="0"/>
                  </a:lnTo>
                  <a:lnTo>
                    <a:pt x="8" y="16"/>
                  </a:lnTo>
                </a:path>
              </a:pathLst>
            </a:custGeom>
            <a:solidFill>
              <a:srgbClr val="C0C080"/>
            </a:solidFill>
            <a:ln cap="rnd">
              <a:noFill/>
              <a:round/>
            </a:ln>
            <a:effectLst/>
          </p:spPr>
        </p:sp>
        <p:sp>
          <p:nvSpPr>
            <p:cNvPr id="52057" name=""/>
            <p:cNvSpPr/>
            <p:nvPr/>
          </p:nvSpPr>
          <p:spPr>
            <a:xfrm>
              <a:off x="2942" y="2277"/>
              <a:ext cx="17" cy="17"/>
            </a:xfrm>
            <a:custGeom>
              <a:pathLst>
                <a:path w="17" h="17">
                  <a:moveTo>
                    <a:pt x="12" y="0"/>
                  </a:moveTo>
                  <a:lnTo>
                    <a:pt x="16" y="0"/>
                  </a:lnTo>
                  <a:lnTo>
                    <a:pt x="16" y="16"/>
                  </a:lnTo>
                  <a:lnTo>
                    <a:pt x="0" y="16"/>
                  </a:lnTo>
                  <a:lnTo>
                    <a:pt x="12" y="0"/>
                  </a:lnTo>
                </a:path>
              </a:pathLst>
            </a:custGeom>
            <a:noFill/>
            <a:ln w="12700" cap="rnd" cmpd="sng">
              <a:solidFill>
                <a:srgbClr val="000000"/>
              </a:solidFill>
              <a:prstDash val="solid"/>
              <a:round/>
            </a:ln>
            <a:effectLst/>
          </p:spPr>
        </p:sp>
        <p:sp>
          <p:nvSpPr>
            <p:cNvPr id="52058" name=""/>
            <p:cNvSpPr/>
            <p:nvPr/>
          </p:nvSpPr>
          <p:spPr>
            <a:xfrm>
              <a:off x="2882" y="2267"/>
              <a:ext cx="127" cy="18"/>
            </a:xfrm>
            <a:custGeom>
              <a:pathLst>
                <a:path w="127" h="18">
                  <a:moveTo>
                    <a:pt x="9" y="0"/>
                  </a:moveTo>
                  <a:lnTo>
                    <a:pt x="118" y="0"/>
                  </a:lnTo>
                  <a:lnTo>
                    <a:pt x="119" y="1"/>
                  </a:lnTo>
                  <a:lnTo>
                    <a:pt x="121" y="1"/>
                  </a:lnTo>
                  <a:lnTo>
                    <a:pt x="123" y="2"/>
                  </a:lnTo>
                  <a:lnTo>
                    <a:pt x="124" y="3"/>
                  </a:lnTo>
                  <a:lnTo>
                    <a:pt x="125" y="5"/>
                  </a:lnTo>
                  <a:lnTo>
                    <a:pt x="126" y="5"/>
                  </a:lnTo>
                  <a:lnTo>
                    <a:pt x="126" y="7"/>
                  </a:lnTo>
                  <a:lnTo>
                    <a:pt x="126" y="10"/>
                  </a:lnTo>
                  <a:lnTo>
                    <a:pt x="126" y="12"/>
                  </a:lnTo>
                  <a:lnTo>
                    <a:pt x="125" y="12"/>
                  </a:lnTo>
                  <a:lnTo>
                    <a:pt x="124" y="14"/>
                  </a:lnTo>
                  <a:lnTo>
                    <a:pt x="123" y="15"/>
                  </a:lnTo>
                  <a:lnTo>
                    <a:pt x="121" y="16"/>
                  </a:lnTo>
                  <a:lnTo>
                    <a:pt x="119" y="17"/>
                  </a:lnTo>
                  <a:lnTo>
                    <a:pt x="118" y="17"/>
                  </a:lnTo>
                  <a:lnTo>
                    <a:pt x="116" y="17"/>
                  </a:lnTo>
                  <a:lnTo>
                    <a:pt x="9" y="17"/>
                  </a:lnTo>
                  <a:lnTo>
                    <a:pt x="7" y="17"/>
                  </a:lnTo>
                  <a:lnTo>
                    <a:pt x="6" y="17"/>
                  </a:lnTo>
                  <a:lnTo>
                    <a:pt x="3" y="16"/>
                  </a:lnTo>
                  <a:lnTo>
                    <a:pt x="2" y="15"/>
                  </a:lnTo>
                  <a:lnTo>
                    <a:pt x="0" y="13"/>
                  </a:lnTo>
                  <a:lnTo>
                    <a:pt x="0" y="12"/>
                  </a:lnTo>
                  <a:lnTo>
                    <a:pt x="0" y="11"/>
                  </a:lnTo>
                  <a:lnTo>
                    <a:pt x="0" y="10"/>
                  </a:lnTo>
                  <a:lnTo>
                    <a:pt x="0" y="7"/>
                  </a:lnTo>
                  <a:lnTo>
                    <a:pt x="0" y="6"/>
                  </a:lnTo>
                  <a:lnTo>
                    <a:pt x="0" y="5"/>
                  </a:lnTo>
                  <a:lnTo>
                    <a:pt x="0" y="4"/>
                  </a:lnTo>
                  <a:lnTo>
                    <a:pt x="1" y="2"/>
                  </a:lnTo>
                  <a:lnTo>
                    <a:pt x="3" y="1"/>
                  </a:lnTo>
                  <a:lnTo>
                    <a:pt x="6" y="1"/>
                  </a:lnTo>
                  <a:lnTo>
                    <a:pt x="9" y="0"/>
                  </a:lnTo>
                </a:path>
              </a:pathLst>
            </a:custGeom>
            <a:solidFill>
              <a:srgbClr val="F0E0C0"/>
            </a:solidFill>
            <a:ln cap="rnd">
              <a:noFill/>
              <a:round/>
            </a:ln>
            <a:effectLst/>
          </p:spPr>
        </p:sp>
        <p:sp>
          <p:nvSpPr>
            <p:cNvPr id="52059" name=""/>
            <p:cNvSpPr/>
            <p:nvPr/>
          </p:nvSpPr>
          <p:spPr>
            <a:xfrm>
              <a:off x="2882" y="2267"/>
              <a:ext cx="132" cy="24"/>
            </a:xfrm>
            <a:custGeom>
              <a:pathLst>
                <a:path w="132" h="24">
                  <a:moveTo>
                    <a:pt x="9" y="0"/>
                  </a:moveTo>
                  <a:lnTo>
                    <a:pt x="123" y="0"/>
                  </a:lnTo>
                  <a:lnTo>
                    <a:pt x="124" y="1"/>
                  </a:lnTo>
                  <a:lnTo>
                    <a:pt x="125" y="1"/>
                  </a:lnTo>
                  <a:lnTo>
                    <a:pt x="128" y="3"/>
                  </a:lnTo>
                  <a:lnTo>
                    <a:pt x="129" y="4"/>
                  </a:lnTo>
                  <a:lnTo>
                    <a:pt x="130" y="6"/>
                  </a:lnTo>
                  <a:lnTo>
                    <a:pt x="131" y="7"/>
                  </a:lnTo>
                  <a:lnTo>
                    <a:pt x="131" y="9"/>
                  </a:lnTo>
                  <a:lnTo>
                    <a:pt x="131" y="14"/>
                  </a:lnTo>
                  <a:lnTo>
                    <a:pt x="131" y="16"/>
                  </a:lnTo>
                  <a:lnTo>
                    <a:pt x="130" y="17"/>
                  </a:lnTo>
                  <a:lnTo>
                    <a:pt x="129" y="19"/>
                  </a:lnTo>
                  <a:lnTo>
                    <a:pt x="128" y="21"/>
                  </a:lnTo>
                  <a:lnTo>
                    <a:pt x="125" y="22"/>
                  </a:lnTo>
                  <a:lnTo>
                    <a:pt x="124" y="23"/>
                  </a:lnTo>
                  <a:lnTo>
                    <a:pt x="123" y="23"/>
                  </a:lnTo>
                  <a:lnTo>
                    <a:pt x="9" y="23"/>
                  </a:lnTo>
                  <a:lnTo>
                    <a:pt x="7" y="23"/>
                  </a:lnTo>
                  <a:lnTo>
                    <a:pt x="6" y="23"/>
                  </a:lnTo>
                  <a:lnTo>
                    <a:pt x="4" y="22"/>
                  </a:lnTo>
                  <a:lnTo>
                    <a:pt x="2" y="21"/>
                  </a:lnTo>
                  <a:lnTo>
                    <a:pt x="0" y="18"/>
                  </a:lnTo>
                  <a:lnTo>
                    <a:pt x="0" y="16"/>
                  </a:lnTo>
                  <a:lnTo>
                    <a:pt x="0" y="15"/>
                  </a:lnTo>
                  <a:lnTo>
                    <a:pt x="0" y="9"/>
                  </a:lnTo>
                  <a:lnTo>
                    <a:pt x="0" y="8"/>
                  </a:lnTo>
                  <a:lnTo>
                    <a:pt x="0" y="7"/>
                  </a:lnTo>
                  <a:lnTo>
                    <a:pt x="0" y="5"/>
                  </a:lnTo>
                  <a:lnTo>
                    <a:pt x="1" y="3"/>
                  </a:lnTo>
                  <a:lnTo>
                    <a:pt x="4" y="1"/>
                  </a:lnTo>
                  <a:lnTo>
                    <a:pt x="6" y="1"/>
                  </a:lnTo>
                  <a:lnTo>
                    <a:pt x="9" y="0"/>
                  </a:lnTo>
                </a:path>
              </a:pathLst>
            </a:custGeom>
            <a:noFill/>
            <a:ln w="12700" cap="rnd" cmpd="sng">
              <a:solidFill>
                <a:srgbClr val="808060"/>
              </a:solidFill>
              <a:prstDash val="solid"/>
              <a:round/>
            </a:ln>
            <a:effectLst/>
          </p:spPr>
        </p:sp>
        <p:sp>
          <p:nvSpPr>
            <p:cNvPr id="52060" name=""/>
            <p:cNvSpPr/>
            <p:nvPr/>
          </p:nvSpPr>
          <p:spPr>
            <a:xfrm>
              <a:off x="2883" y="2269"/>
              <a:ext cx="66" cy="17"/>
            </a:xfrm>
            <a:custGeom>
              <a:pathLst>
                <a:path w="66" h="17">
                  <a:moveTo>
                    <a:pt x="10" y="0"/>
                  </a:moveTo>
                  <a:lnTo>
                    <a:pt x="54" y="0"/>
                  </a:lnTo>
                  <a:lnTo>
                    <a:pt x="56" y="0"/>
                  </a:lnTo>
                  <a:lnTo>
                    <a:pt x="59" y="1"/>
                  </a:lnTo>
                  <a:lnTo>
                    <a:pt x="61" y="1"/>
                  </a:lnTo>
                  <a:lnTo>
                    <a:pt x="62" y="1"/>
                  </a:lnTo>
                  <a:lnTo>
                    <a:pt x="64" y="2"/>
                  </a:lnTo>
                  <a:lnTo>
                    <a:pt x="64" y="3"/>
                  </a:lnTo>
                  <a:lnTo>
                    <a:pt x="65" y="4"/>
                  </a:lnTo>
                  <a:lnTo>
                    <a:pt x="65" y="4"/>
                  </a:lnTo>
                  <a:lnTo>
                    <a:pt x="65" y="6"/>
                  </a:lnTo>
                  <a:lnTo>
                    <a:pt x="65" y="9"/>
                  </a:lnTo>
                  <a:lnTo>
                    <a:pt x="65" y="11"/>
                  </a:lnTo>
                  <a:lnTo>
                    <a:pt x="64" y="13"/>
                  </a:lnTo>
                  <a:lnTo>
                    <a:pt x="63" y="14"/>
                  </a:lnTo>
                  <a:lnTo>
                    <a:pt x="61" y="14"/>
                  </a:lnTo>
                  <a:lnTo>
                    <a:pt x="59" y="16"/>
                  </a:lnTo>
                  <a:lnTo>
                    <a:pt x="55" y="16"/>
                  </a:lnTo>
                  <a:lnTo>
                    <a:pt x="54" y="16"/>
                  </a:lnTo>
                  <a:lnTo>
                    <a:pt x="10" y="16"/>
                  </a:lnTo>
                  <a:lnTo>
                    <a:pt x="8" y="16"/>
                  </a:lnTo>
                  <a:lnTo>
                    <a:pt x="6" y="16"/>
                  </a:lnTo>
                  <a:lnTo>
                    <a:pt x="4" y="14"/>
                  </a:lnTo>
                  <a:lnTo>
                    <a:pt x="2" y="14"/>
                  </a:lnTo>
                  <a:lnTo>
                    <a:pt x="1" y="13"/>
                  </a:lnTo>
                  <a:lnTo>
                    <a:pt x="0" y="11"/>
                  </a:lnTo>
                  <a:lnTo>
                    <a:pt x="0" y="11"/>
                  </a:lnTo>
                  <a:lnTo>
                    <a:pt x="0" y="9"/>
                  </a:lnTo>
                  <a:lnTo>
                    <a:pt x="0" y="6"/>
                  </a:lnTo>
                  <a:lnTo>
                    <a:pt x="0" y="4"/>
                  </a:lnTo>
                  <a:lnTo>
                    <a:pt x="0" y="4"/>
                  </a:lnTo>
                  <a:lnTo>
                    <a:pt x="0" y="3"/>
                  </a:lnTo>
                  <a:lnTo>
                    <a:pt x="0" y="2"/>
                  </a:lnTo>
                  <a:lnTo>
                    <a:pt x="1" y="2"/>
                  </a:lnTo>
                  <a:lnTo>
                    <a:pt x="2" y="1"/>
                  </a:lnTo>
                  <a:lnTo>
                    <a:pt x="3" y="1"/>
                  </a:lnTo>
                  <a:lnTo>
                    <a:pt x="6" y="0"/>
                  </a:lnTo>
                  <a:lnTo>
                    <a:pt x="10" y="0"/>
                  </a:lnTo>
                </a:path>
              </a:pathLst>
            </a:custGeom>
            <a:solidFill>
              <a:srgbClr val="F0E0C0"/>
            </a:solidFill>
            <a:ln cap="rnd">
              <a:noFill/>
              <a:round/>
            </a:ln>
            <a:effectLst/>
          </p:spPr>
        </p:sp>
        <p:sp>
          <p:nvSpPr>
            <p:cNvPr id="52061" name=""/>
            <p:cNvSpPr/>
            <p:nvPr/>
          </p:nvSpPr>
          <p:spPr>
            <a:xfrm>
              <a:off x="2883" y="2269"/>
              <a:ext cx="71" cy="20"/>
            </a:xfrm>
            <a:custGeom>
              <a:pathLst>
                <a:path w="71" h="20">
                  <a:moveTo>
                    <a:pt x="10" y="0"/>
                  </a:moveTo>
                  <a:lnTo>
                    <a:pt x="59" y="0"/>
                  </a:lnTo>
                  <a:lnTo>
                    <a:pt x="61" y="0"/>
                  </a:lnTo>
                  <a:lnTo>
                    <a:pt x="63" y="1"/>
                  </a:lnTo>
                  <a:lnTo>
                    <a:pt x="65" y="1"/>
                  </a:lnTo>
                  <a:lnTo>
                    <a:pt x="67" y="2"/>
                  </a:lnTo>
                  <a:lnTo>
                    <a:pt x="69" y="3"/>
                  </a:lnTo>
                  <a:lnTo>
                    <a:pt x="69" y="4"/>
                  </a:lnTo>
                  <a:lnTo>
                    <a:pt x="70" y="5"/>
                  </a:lnTo>
                  <a:lnTo>
                    <a:pt x="70" y="6"/>
                  </a:lnTo>
                  <a:lnTo>
                    <a:pt x="70" y="7"/>
                  </a:lnTo>
                  <a:lnTo>
                    <a:pt x="70" y="12"/>
                  </a:lnTo>
                  <a:lnTo>
                    <a:pt x="70" y="14"/>
                  </a:lnTo>
                  <a:lnTo>
                    <a:pt x="69" y="16"/>
                  </a:lnTo>
                  <a:lnTo>
                    <a:pt x="68" y="17"/>
                  </a:lnTo>
                  <a:lnTo>
                    <a:pt x="65" y="18"/>
                  </a:lnTo>
                  <a:lnTo>
                    <a:pt x="63" y="19"/>
                  </a:lnTo>
                  <a:lnTo>
                    <a:pt x="60" y="19"/>
                  </a:lnTo>
                  <a:lnTo>
                    <a:pt x="10" y="19"/>
                  </a:lnTo>
                  <a:lnTo>
                    <a:pt x="8" y="19"/>
                  </a:lnTo>
                  <a:lnTo>
                    <a:pt x="7" y="19"/>
                  </a:lnTo>
                  <a:lnTo>
                    <a:pt x="5" y="18"/>
                  </a:lnTo>
                  <a:lnTo>
                    <a:pt x="2" y="17"/>
                  </a:lnTo>
                  <a:lnTo>
                    <a:pt x="1" y="16"/>
                  </a:lnTo>
                  <a:lnTo>
                    <a:pt x="0" y="14"/>
                  </a:lnTo>
                  <a:lnTo>
                    <a:pt x="0" y="13"/>
                  </a:lnTo>
                  <a:lnTo>
                    <a:pt x="0" y="7"/>
                  </a:lnTo>
                  <a:lnTo>
                    <a:pt x="0" y="6"/>
                  </a:lnTo>
                  <a:lnTo>
                    <a:pt x="0" y="5"/>
                  </a:lnTo>
                  <a:lnTo>
                    <a:pt x="0" y="4"/>
                  </a:lnTo>
                  <a:lnTo>
                    <a:pt x="0" y="3"/>
                  </a:lnTo>
                  <a:lnTo>
                    <a:pt x="1" y="3"/>
                  </a:lnTo>
                  <a:lnTo>
                    <a:pt x="2" y="2"/>
                  </a:lnTo>
                  <a:lnTo>
                    <a:pt x="4" y="1"/>
                  </a:lnTo>
                  <a:lnTo>
                    <a:pt x="10" y="0"/>
                  </a:lnTo>
                </a:path>
              </a:pathLst>
            </a:custGeom>
            <a:noFill/>
            <a:ln w="12700" cap="rnd" cmpd="sng">
              <a:solidFill>
                <a:srgbClr val="C0C0C0"/>
              </a:solidFill>
              <a:prstDash val="solid"/>
              <a:round/>
            </a:ln>
            <a:effectLst/>
          </p:spPr>
        </p:sp>
        <p:sp>
          <p:nvSpPr>
            <p:cNvPr id="52062" name=""/>
            <p:cNvSpPr/>
            <p:nvPr/>
          </p:nvSpPr>
          <p:spPr>
            <a:xfrm>
              <a:off x="2940" y="2273"/>
              <a:ext cx="17" cy="17"/>
            </a:xfrm>
            <a:custGeom>
              <a:pathLst>
                <a:path w="17" h="17">
                  <a:moveTo>
                    <a:pt x="8" y="16"/>
                  </a:moveTo>
                  <a:lnTo>
                    <a:pt x="0" y="16"/>
                  </a:lnTo>
                  <a:lnTo>
                    <a:pt x="0" y="16"/>
                  </a:lnTo>
                  <a:lnTo>
                    <a:pt x="0" y="8"/>
                  </a:lnTo>
                  <a:lnTo>
                    <a:pt x="8" y="0"/>
                  </a:lnTo>
                  <a:lnTo>
                    <a:pt x="8" y="0"/>
                  </a:lnTo>
                  <a:lnTo>
                    <a:pt x="8" y="0"/>
                  </a:lnTo>
                  <a:lnTo>
                    <a:pt x="16" y="0"/>
                  </a:lnTo>
                  <a:lnTo>
                    <a:pt x="16" y="0"/>
                  </a:lnTo>
                  <a:lnTo>
                    <a:pt x="16" y="8"/>
                  </a:lnTo>
                  <a:lnTo>
                    <a:pt x="16" y="16"/>
                  </a:lnTo>
                  <a:lnTo>
                    <a:pt x="8" y="16"/>
                  </a:lnTo>
                  <a:lnTo>
                    <a:pt x="8" y="0"/>
                  </a:lnTo>
                  <a:lnTo>
                    <a:pt x="16" y="0"/>
                  </a:lnTo>
                  <a:lnTo>
                    <a:pt x="8" y="8"/>
                  </a:lnTo>
                  <a:lnTo>
                    <a:pt x="8" y="8"/>
                  </a:lnTo>
                  <a:lnTo>
                    <a:pt x="8" y="0"/>
                  </a:lnTo>
                  <a:lnTo>
                    <a:pt x="8" y="16"/>
                  </a:lnTo>
                </a:path>
              </a:pathLst>
            </a:custGeom>
            <a:solidFill>
              <a:srgbClr val="C0C080"/>
            </a:solidFill>
            <a:ln cap="rnd">
              <a:noFill/>
              <a:round/>
            </a:ln>
            <a:effectLst/>
          </p:spPr>
        </p:sp>
        <p:sp>
          <p:nvSpPr>
            <p:cNvPr id="52063" name=""/>
            <p:cNvSpPr/>
            <p:nvPr/>
          </p:nvSpPr>
          <p:spPr>
            <a:xfrm>
              <a:off x="2888" y="2275"/>
              <a:ext cx="53" cy="17"/>
            </a:xfrm>
            <a:custGeom>
              <a:pathLst>
                <a:path w="53" h="17">
                  <a:moveTo>
                    <a:pt x="0" y="16"/>
                  </a:moveTo>
                  <a:lnTo>
                    <a:pt x="52" y="16"/>
                  </a:lnTo>
                  <a:lnTo>
                    <a:pt x="51" y="0"/>
                  </a:lnTo>
                  <a:lnTo>
                    <a:pt x="0" y="0"/>
                  </a:lnTo>
                  <a:lnTo>
                    <a:pt x="0" y="16"/>
                  </a:lnTo>
                </a:path>
              </a:pathLst>
            </a:custGeom>
            <a:solidFill>
              <a:srgbClr val="FF6000"/>
            </a:solidFill>
            <a:ln cap="rnd">
              <a:noFill/>
              <a:round/>
            </a:ln>
            <a:effectLst/>
          </p:spPr>
        </p:sp>
        <p:sp>
          <p:nvSpPr>
            <p:cNvPr id="52064" name=""/>
            <p:cNvSpPr/>
            <p:nvPr/>
          </p:nvSpPr>
          <p:spPr>
            <a:xfrm>
              <a:off x="2935" y="2273"/>
              <a:ext cx="1" cy="17"/>
            </a:xfrm>
            <a:custGeom>
              <a:pathLst>
                <a:path w="1" h="17">
                  <a:moveTo>
                    <a:pt x="0" y="0"/>
                  </a:moveTo>
                  <a:lnTo>
                    <a:pt x="0" y="16"/>
                  </a:lnTo>
                  <a:lnTo>
                    <a:pt x="0" y="16"/>
                  </a:lnTo>
                  <a:lnTo>
                    <a:pt x="0" y="0"/>
                  </a:lnTo>
                  <a:lnTo>
                    <a:pt x="0" y="0"/>
                  </a:lnTo>
                  <a:lnTo>
                    <a:pt x="0" y="0"/>
                  </a:lnTo>
                  <a:lnTo>
                    <a:pt x="0" y="0"/>
                  </a:lnTo>
                  <a:lnTo>
                    <a:pt x="0" y="8"/>
                  </a:lnTo>
                  <a:lnTo>
                    <a:pt x="0" y="8"/>
                  </a:lnTo>
                  <a:lnTo>
                    <a:pt x="0" y="0"/>
                  </a:lnTo>
                  <a:lnTo>
                    <a:pt x="0" y="0"/>
                  </a:lnTo>
                </a:path>
              </a:pathLst>
            </a:custGeom>
            <a:solidFill>
              <a:srgbClr val="C0C080"/>
            </a:solidFill>
            <a:ln cap="rnd">
              <a:noFill/>
              <a:round/>
            </a:ln>
            <a:effectLst/>
          </p:spPr>
        </p:sp>
        <p:sp>
          <p:nvSpPr>
            <p:cNvPr id="52065" name=""/>
            <p:cNvSpPr/>
            <p:nvPr/>
          </p:nvSpPr>
          <p:spPr>
            <a:xfrm>
              <a:off x="2932" y="2273"/>
              <a:ext cx="17" cy="17"/>
            </a:xfrm>
            <a:custGeom>
              <a:pathLst>
                <a:path w="17" h="17">
                  <a:moveTo>
                    <a:pt x="16" y="0"/>
                  </a:moveTo>
                  <a:lnTo>
                    <a:pt x="16" y="8"/>
                  </a:lnTo>
                  <a:lnTo>
                    <a:pt x="0" y="16"/>
                  </a:lnTo>
                  <a:lnTo>
                    <a:pt x="0" y="16"/>
                  </a:lnTo>
                  <a:lnTo>
                    <a:pt x="0" y="8"/>
                  </a:lnTo>
                  <a:lnTo>
                    <a:pt x="0" y="8"/>
                  </a:lnTo>
                  <a:lnTo>
                    <a:pt x="0" y="8"/>
                  </a:lnTo>
                  <a:lnTo>
                    <a:pt x="0" y="0"/>
                  </a:lnTo>
                  <a:lnTo>
                    <a:pt x="0" y="0"/>
                  </a:lnTo>
                  <a:lnTo>
                    <a:pt x="16" y="0"/>
                  </a:lnTo>
                  <a:lnTo>
                    <a:pt x="0" y="8"/>
                  </a:lnTo>
                  <a:lnTo>
                    <a:pt x="0" y="8"/>
                  </a:lnTo>
                  <a:lnTo>
                    <a:pt x="0" y="8"/>
                  </a:lnTo>
                  <a:lnTo>
                    <a:pt x="16" y="0"/>
                  </a:lnTo>
                  <a:lnTo>
                    <a:pt x="16" y="0"/>
                  </a:lnTo>
                </a:path>
              </a:pathLst>
            </a:custGeom>
            <a:solidFill>
              <a:srgbClr val="C0C080"/>
            </a:solidFill>
            <a:ln cap="rnd">
              <a:noFill/>
              <a:round/>
            </a:ln>
            <a:effectLst/>
          </p:spPr>
        </p:sp>
        <p:sp>
          <p:nvSpPr>
            <p:cNvPr id="52066" name=""/>
            <p:cNvSpPr/>
            <p:nvPr/>
          </p:nvSpPr>
          <p:spPr>
            <a:xfrm>
              <a:off x="2927" y="2273"/>
              <a:ext cx="1" cy="17"/>
            </a:xfrm>
            <a:custGeom>
              <a:pathLst>
                <a:path w="1" h="17">
                  <a:moveTo>
                    <a:pt x="0" y="0"/>
                  </a:moveTo>
                  <a:lnTo>
                    <a:pt x="0" y="8"/>
                  </a:lnTo>
                  <a:lnTo>
                    <a:pt x="0" y="16"/>
                  </a:lnTo>
                  <a:lnTo>
                    <a:pt x="0" y="16"/>
                  </a:lnTo>
                  <a:lnTo>
                    <a:pt x="0" y="16"/>
                  </a:lnTo>
                  <a:lnTo>
                    <a:pt x="0" y="8"/>
                  </a:lnTo>
                  <a:lnTo>
                    <a:pt x="0" y="0"/>
                  </a:lnTo>
                  <a:lnTo>
                    <a:pt x="0" y="0"/>
                  </a:lnTo>
                  <a:lnTo>
                    <a:pt x="0" y="8"/>
                  </a:lnTo>
                  <a:lnTo>
                    <a:pt x="0" y="8"/>
                  </a:lnTo>
                  <a:lnTo>
                    <a:pt x="0" y="0"/>
                  </a:lnTo>
                  <a:lnTo>
                    <a:pt x="0" y="0"/>
                  </a:lnTo>
                  <a:lnTo>
                    <a:pt x="0" y="8"/>
                  </a:lnTo>
                  <a:lnTo>
                    <a:pt x="0" y="8"/>
                  </a:lnTo>
                  <a:lnTo>
                    <a:pt x="0" y="0"/>
                  </a:lnTo>
                  <a:lnTo>
                    <a:pt x="0" y="0"/>
                  </a:lnTo>
                </a:path>
              </a:pathLst>
            </a:custGeom>
            <a:solidFill>
              <a:srgbClr val="C0C080"/>
            </a:solidFill>
            <a:ln cap="rnd">
              <a:noFill/>
              <a:round/>
            </a:ln>
            <a:effectLst/>
          </p:spPr>
        </p:sp>
        <p:sp>
          <p:nvSpPr>
            <p:cNvPr id="52067" name=""/>
            <p:cNvSpPr/>
            <p:nvPr/>
          </p:nvSpPr>
          <p:spPr>
            <a:xfrm>
              <a:off x="2922" y="2273"/>
              <a:ext cx="17" cy="17"/>
            </a:xfrm>
            <a:custGeom>
              <a:pathLst>
                <a:path w="17" h="17">
                  <a:moveTo>
                    <a:pt x="8" y="16"/>
                  </a:moveTo>
                  <a:lnTo>
                    <a:pt x="0" y="16"/>
                  </a:lnTo>
                  <a:lnTo>
                    <a:pt x="0" y="16"/>
                  </a:lnTo>
                  <a:lnTo>
                    <a:pt x="0" y="8"/>
                  </a:lnTo>
                  <a:lnTo>
                    <a:pt x="0" y="0"/>
                  </a:lnTo>
                  <a:lnTo>
                    <a:pt x="8" y="0"/>
                  </a:lnTo>
                  <a:lnTo>
                    <a:pt x="8" y="0"/>
                  </a:lnTo>
                  <a:lnTo>
                    <a:pt x="16" y="0"/>
                  </a:lnTo>
                  <a:lnTo>
                    <a:pt x="16" y="0"/>
                  </a:lnTo>
                  <a:lnTo>
                    <a:pt x="16" y="0"/>
                  </a:lnTo>
                  <a:lnTo>
                    <a:pt x="16" y="8"/>
                  </a:lnTo>
                  <a:lnTo>
                    <a:pt x="8" y="16"/>
                  </a:lnTo>
                  <a:lnTo>
                    <a:pt x="8" y="0"/>
                  </a:lnTo>
                  <a:lnTo>
                    <a:pt x="16" y="0"/>
                  </a:lnTo>
                  <a:lnTo>
                    <a:pt x="8" y="8"/>
                  </a:lnTo>
                  <a:lnTo>
                    <a:pt x="0" y="8"/>
                  </a:lnTo>
                  <a:lnTo>
                    <a:pt x="8" y="0"/>
                  </a:lnTo>
                  <a:lnTo>
                    <a:pt x="8" y="16"/>
                  </a:lnTo>
                </a:path>
              </a:pathLst>
            </a:custGeom>
            <a:solidFill>
              <a:srgbClr val="C0C080"/>
            </a:solidFill>
            <a:ln cap="rnd">
              <a:noFill/>
              <a:round/>
            </a:ln>
            <a:effectLst/>
          </p:spPr>
        </p:sp>
        <p:sp>
          <p:nvSpPr>
            <p:cNvPr id="52068" name=""/>
            <p:cNvSpPr/>
            <p:nvPr/>
          </p:nvSpPr>
          <p:spPr>
            <a:xfrm>
              <a:off x="2917" y="2273"/>
              <a:ext cx="17" cy="17"/>
            </a:xfrm>
            <a:custGeom>
              <a:pathLst>
                <a:path w="17" h="17">
                  <a:moveTo>
                    <a:pt x="0" y="16"/>
                  </a:moveTo>
                  <a:lnTo>
                    <a:pt x="0" y="16"/>
                  </a:lnTo>
                  <a:lnTo>
                    <a:pt x="16" y="16"/>
                  </a:lnTo>
                  <a:lnTo>
                    <a:pt x="16" y="8"/>
                  </a:lnTo>
                  <a:lnTo>
                    <a:pt x="16" y="0"/>
                  </a:lnTo>
                  <a:lnTo>
                    <a:pt x="16" y="0"/>
                  </a:lnTo>
                  <a:lnTo>
                    <a:pt x="16" y="0"/>
                  </a:lnTo>
                  <a:lnTo>
                    <a:pt x="0" y="0"/>
                  </a:lnTo>
                  <a:lnTo>
                    <a:pt x="0" y="0"/>
                  </a:lnTo>
                  <a:lnTo>
                    <a:pt x="16" y="0"/>
                  </a:lnTo>
                  <a:lnTo>
                    <a:pt x="0" y="8"/>
                  </a:lnTo>
                  <a:lnTo>
                    <a:pt x="0" y="8"/>
                  </a:lnTo>
                  <a:lnTo>
                    <a:pt x="0" y="16"/>
                  </a:lnTo>
                </a:path>
              </a:pathLst>
            </a:custGeom>
            <a:solidFill>
              <a:srgbClr val="C0C080"/>
            </a:solidFill>
            <a:ln cap="rnd">
              <a:noFill/>
              <a:round/>
            </a:ln>
            <a:effectLst/>
          </p:spPr>
        </p:sp>
        <p:sp>
          <p:nvSpPr>
            <p:cNvPr id="52069" name=""/>
            <p:cNvSpPr/>
            <p:nvPr/>
          </p:nvSpPr>
          <p:spPr>
            <a:xfrm>
              <a:off x="2980" y="2269"/>
              <a:ext cx="1" cy="17"/>
            </a:xfrm>
            <a:custGeom>
              <a:pathLst>
                <a:path w="1" h="17">
                  <a:moveTo>
                    <a:pt x="0" y="0"/>
                  </a:moveTo>
                  <a:lnTo>
                    <a:pt x="0" y="0"/>
                  </a:lnTo>
                  <a:lnTo>
                    <a:pt x="0" y="2"/>
                  </a:lnTo>
                  <a:lnTo>
                    <a:pt x="0" y="13"/>
                  </a:lnTo>
                  <a:lnTo>
                    <a:pt x="0" y="14"/>
                  </a:lnTo>
                  <a:lnTo>
                    <a:pt x="0" y="16"/>
                  </a:lnTo>
                  <a:lnTo>
                    <a:pt x="0" y="14"/>
                  </a:lnTo>
                  <a:lnTo>
                    <a:pt x="0" y="12"/>
                  </a:lnTo>
                  <a:lnTo>
                    <a:pt x="0" y="3"/>
                  </a:lnTo>
                  <a:lnTo>
                    <a:pt x="0" y="1"/>
                  </a:lnTo>
                  <a:lnTo>
                    <a:pt x="0" y="1"/>
                  </a:lnTo>
                  <a:lnTo>
                    <a:pt x="0" y="0"/>
                  </a:lnTo>
                </a:path>
              </a:pathLst>
            </a:custGeom>
            <a:solidFill>
              <a:srgbClr val="A0A070"/>
            </a:solidFill>
            <a:ln cap="rnd">
              <a:noFill/>
              <a:round/>
            </a:ln>
            <a:effectLst/>
          </p:spPr>
        </p:sp>
        <p:sp>
          <p:nvSpPr>
            <p:cNvPr id="52070" name=""/>
            <p:cNvSpPr/>
            <p:nvPr/>
          </p:nvSpPr>
          <p:spPr>
            <a:xfrm>
              <a:off x="2983" y="2268"/>
              <a:ext cx="18" cy="17"/>
            </a:xfrm>
            <a:custGeom>
              <a:pathLst>
                <a:path w="18" h="17">
                  <a:moveTo>
                    <a:pt x="2" y="16"/>
                  </a:moveTo>
                  <a:lnTo>
                    <a:pt x="14" y="16"/>
                  </a:lnTo>
                  <a:lnTo>
                    <a:pt x="15" y="16"/>
                  </a:lnTo>
                  <a:lnTo>
                    <a:pt x="15" y="14"/>
                  </a:lnTo>
                  <a:lnTo>
                    <a:pt x="16" y="14"/>
                  </a:lnTo>
                  <a:lnTo>
                    <a:pt x="16" y="13"/>
                  </a:lnTo>
                  <a:lnTo>
                    <a:pt x="17" y="13"/>
                  </a:lnTo>
                  <a:lnTo>
                    <a:pt x="17" y="12"/>
                  </a:lnTo>
                  <a:lnTo>
                    <a:pt x="17" y="11"/>
                  </a:lnTo>
                  <a:lnTo>
                    <a:pt x="17" y="4"/>
                  </a:lnTo>
                  <a:lnTo>
                    <a:pt x="17" y="4"/>
                  </a:lnTo>
                  <a:lnTo>
                    <a:pt x="16" y="2"/>
                  </a:lnTo>
                  <a:lnTo>
                    <a:pt x="16" y="1"/>
                  </a:lnTo>
                  <a:lnTo>
                    <a:pt x="15" y="1"/>
                  </a:lnTo>
                  <a:lnTo>
                    <a:pt x="14" y="0"/>
                  </a:lnTo>
                  <a:lnTo>
                    <a:pt x="2" y="0"/>
                  </a:lnTo>
                  <a:lnTo>
                    <a:pt x="1" y="1"/>
                  </a:lnTo>
                  <a:lnTo>
                    <a:pt x="0" y="1"/>
                  </a:lnTo>
                  <a:lnTo>
                    <a:pt x="0" y="2"/>
                  </a:lnTo>
                  <a:lnTo>
                    <a:pt x="0" y="4"/>
                  </a:lnTo>
                  <a:lnTo>
                    <a:pt x="0" y="4"/>
                  </a:lnTo>
                  <a:lnTo>
                    <a:pt x="0" y="11"/>
                  </a:lnTo>
                  <a:lnTo>
                    <a:pt x="0" y="12"/>
                  </a:lnTo>
                  <a:lnTo>
                    <a:pt x="0" y="13"/>
                  </a:lnTo>
                  <a:lnTo>
                    <a:pt x="0" y="13"/>
                  </a:lnTo>
                  <a:lnTo>
                    <a:pt x="0" y="14"/>
                  </a:lnTo>
                  <a:lnTo>
                    <a:pt x="1" y="14"/>
                  </a:lnTo>
                  <a:lnTo>
                    <a:pt x="2" y="16"/>
                  </a:lnTo>
                </a:path>
              </a:pathLst>
            </a:custGeom>
            <a:solidFill>
              <a:srgbClr val="505020"/>
            </a:solidFill>
            <a:ln cap="rnd">
              <a:noFill/>
              <a:round/>
            </a:ln>
            <a:effectLst/>
          </p:spPr>
        </p:sp>
        <p:sp>
          <p:nvSpPr>
            <p:cNvPr id="52071" name=""/>
            <p:cNvSpPr/>
            <p:nvPr/>
          </p:nvSpPr>
          <p:spPr>
            <a:xfrm>
              <a:off x="2983" y="2269"/>
              <a:ext cx="18" cy="17"/>
            </a:xfrm>
            <a:custGeom>
              <a:pathLst>
                <a:path w="18" h="17">
                  <a:moveTo>
                    <a:pt x="1" y="0"/>
                  </a:moveTo>
                  <a:lnTo>
                    <a:pt x="0" y="1"/>
                  </a:lnTo>
                  <a:lnTo>
                    <a:pt x="0" y="14"/>
                  </a:lnTo>
                  <a:lnTo>
                    <a:pt x="0" y="16"/>
                  </a:lnTo>
                  <a:lnTo>
                    <a:pt x="16" y="16"/>
                  </a:lnTo>
                  <a:lnTo>
                    <a:pt x="17" y="14"/>
                  </a:lnTo>
                  <a:lnTo>
                    <a:pt x="17" y="1"/>
                  </a:lnTo>
                  <a:lnTo>
                    <a:pt x="16" y="0"/>
                  </a:lnTo>
                  <a:lnTo>
                    <a:pt x="1" y="0"/>
                  </a:lnTo>
                </a:path>
              </a:pathLst>
            </a:custGeom>
            <a:solidFill>
              <a:srgbClr val="706040"/>
            </a:solidFill>
            <a:ln cap="rnd">
              <a:noFill/>
              <a:round/>
            </a:ln>
            <a:effectLst/>
          </p:spPr>
        </p:sp>
        <p:sp>
          <p:nvSpPr>
            <p:cNvPr id="52072" name=""/>
            <p:cNvSpPr/>
            <p:nvPr/>
          </p:nvSpPr>
          <p:spPr>
            <a:xfrm>
              <a:off x="2984" y="2269"/>
              <a:ext cx="17" cy="17"/>
            </a:xfrm>
            <a:custGeom>
              <a:pathLst>
                <a:path w="17" h="17">
                  <a:moveTo>
                    <a:pt x="1" y="0"/>
                  </a:moveTo>
                  <a:lnTo>
                    <a:pt x="0" y="1"/>
                  </a:lnTo>
                  <a:lnTo>
                    <a:pt x="0" y="13"/>
                  </a:lnTo>
                  <a:lnTo>
                    <a:pt x="0" y="16"/>
                  </a:lnTo>
                  <a:lnTo>
                    <a:pt x="15" y="16"/>
                  </a:lnTo>
                  <a:lnTo>
                    <a:pt x="16" y="13"/>
                  </a:lnTo>
                  <a:lnTo>
                    <a:pt x="16" y="2"/>
                  </a:lnTo>
                  <a:lnTo>
                    <a:pt x="15" y="0"/>
                  </a:lnTo>
                  <a:lnTo>
                    <a:pt x="1" y="0"/>
                  </a:lnTo>
                </a:path>
              </a:pathLst>
            </a:custGeom>
            <a:solidFill>
              <a:srgbClr val="808060"/>
            </a:solidFill>
            <a:ln cap="rnd">
              <a:noFill/>
              <a:round/>
            </a:ln>
            <a:effectLst/>
          </p:spPr>
        </p:sp>
        <p:sp>
          <p:nvSpPr>
            <p:cNvPr id="52073" name=""/>
            <p:cNvSpPr/>
            <p:nvPr/>
          </p:nvSpPr>
          <p:spPr>
            <a:xfrm>
              <a:off x="2988" y="2271"/>
              <a:ext cx="17" cy="17"/>
            </a:xfrm>
            <a:custGeom>
              <a:pathLst>
                <a:path w="17" h="17">
                  <a:moveTo>
                    <a:pt x="1" y="0"/>
                  </a:moveTo>
                  <a:lnTo>
                    <a:pt x="0" y="0"/>
                  </a:lnTo>
                  <a:lnTo>
                    <a:pt x="0" y="16"/>
                  </a:lnTo>
                  <a:lnTo>
                    <a:pt x="1" y="16"/>
                  </a:lnTo>
                  <a:lnTo>
                    <a:pt x="14" y="16"/>
                  </a:lnTo>
                  <a:lnTo>
                    <a:pt x="16" y="16"/>
                  </a:lnTo>
                  <a:lnTo>
                    <a:pt x="16" y="2"/>
                  </a:lnTo>
                  <a:lnTo>
                    <a:pt x="14" y="0"/>
                  </a:lnTo>
                  <a:lnTo>
                    <a:pt x="1" y="0"/>
                  </a:lnTo>
                </a:path>
              </a:pathLst>
            </a:custGeom>
            <a:solidFill>
              <a:srgbClr val="C0C080"/>
            </a:solidFill>
            <a:ln cap="rnd">
              <a:noFill/>
              <a:round/>
            </a:ln>
            <a:effectLst/>
          </p:spPr>
        </p:sp>
        <p:sp>
          <p:nvSpPr>
            <p:cNvPr id="52074" name=""/>
            <p:cNvSpPr/>
            <p:nvPr/>
          </p:nvSpPr>
          <p:spPr>
            <a:xfrm>
              <a:off x="2991" y="2275"/>
              <a:ext cx="17" cy="17"/>
            </a:xfrm>
            <a:custGeom>
              <a:pathLst>
                <a:path w="17" h="17">
                  <a:moveTo>
                    <a:pt x="8" y="0"/>
                  </a:moveTo>
                  <a:lnTo>
                    <a:pt x="8" y="3"/>
                  </a:lnTo>
                  <a:lnTo>
                    <a:pt x="12" y="3"/>
                  </a:lnTo>
                  <a:lnTo>
                    <a:pt x="16" y="6"/>
                  </a:lnTo>
                  <a:lnTo>
                    <a:pt x="16" y="9"/>
                  </a:lnTo>
                  <a:lnTo>
                    <a:pt x="12" y="12"/>
                  </a:lnTo>
                  <a:lnTo>
                    <a:pt x="8" y="16"/>
                  </a:lnTo>
                  <a:lnTo>
                    <a:pt x="4" y="16"/>
                  </a:lnTo>
                  <a:lnTo>
                    <a:pt x="0" y="12"/>
                  </a:lnTo>
                  <a:lnTo>
                    <a:pt x="0" y="9"/>
                  </a:lnTo>
                  <a:lnTo>
                    <a:pt x="0" y="6"/>
                  </a:lnTo>
                  <a:lnTo>
                    <a:pt x="0" y="3"/>
                  </a:lnTo>
                  <a:lnTo>
                    <a:pt x="4" y="3"/>
                  </a:lnTo>
                  <a:lnTo>
                    <a:pt x="8" y="0"/>
                  </a:lnTo>
                </a:path>
              </a:pathLst>
            </a:custGeom>
            <a:noFill/>
            <a:ln w="12700" cap="rnd" cmpd="sng">
              <a:solidFill>
                <a:srgbClr val="000000"/>
              </a:solidFill>
              <a:prstDash val="solid"/>
              <a:round/>
            </a:ln>
            <a:effectLst/>
          </p:spPr>
        </p:sp>
        <p:cxnSp>
          <p:nvCxnSpPr>
            <p:cNvPr id="52075" name=""/>
            <p:cNvCxnSpPr/>
            <p:nvPr/>
          </p:nvCxnSpPr>
          <p:spPr>
            <a:xfrm flipH="1">
              <a:off x="3000" y="2275"/>
              <a:ext cx="0" cy="5"/>
            </a:xfrm>
            <a:prstGeom prst="line">
              <a:avLst/>
            </a:prstGeom>
            <a:noFill/>
            <a:ln w="12700">
              <a:solidFill>
                <a:prstClr val="black"/>
              </a:solidFill>
              <a:miter lim="800000"/>
            </a:ln>
            <a:effectLst/>
          </p:spPr>
        </p:cxnSp>
        <p:sp>
          <p:nvSpPr>
            <p:cNvPr id="52076" name=""/>
            <p:cNvSpPr/>
            <p:nvPr/>
          </p:nvSpPr>
          <p:spPr>
            <a:xfrm>
              <a:off x="2944" y="2263"/>
              <a:ext cx="57" cy="17"/>
            </a:xfrm>
            <a:custGeom>
              <a:pathLst>
                <a:path w="57" h="17">
                  <a:moveTo>
                    <a:pt x="0" y="16"/>
                  </a:moveTo>
                  <a:lnTo>
                    <a:pt x="56" y="16"/>
                  </a:lnTo>
                  <a:lnTo>
                    <a:pt x="56" y="0"/>
                  </a:lnTo>
                  <a:lnTo>
                    <a:pt x="0" y="0"/>
                  </a:lnTo>
                  <a:lnTo>
                    <a:pt x="0" y="16"/>
                  </a:lnTo>
                </a:path>
              </a:pathLst>
            </a:custGeom>
            <a:solidFill>
              <a:srgbClr val="808060"/>
            </a:solidFill>
            <a:ln cap="rnd">
              <a:noFill/>
              <a:round/>
            </a:ln>
            <a:effectLst/>
          </p:spPr>
        </p:sp>
        <p:sp>
          <p:nvSpPr>
            <p:cNvPr id="52077" name=""/>
            <p:cNvSpPr/>
            <p:nvPr/>
          </p:nvSpPr>
          <p:spPr>
            <a:xfrm>
              <a:off x="2944" y="2284"/>
              <a:ext cx="17" cy="1"/>
            </a:xfrm>
            <a:custGeom>
              <a:pathLst>
                <a:path w="17" h="1">
                  <a:moveTo>
                    <a:pt x="0" y="0"/>
                  </a:moveTo>
                  <a:lnTo>
                    <a:pt x="0" y="0"/>
                  </a:lnTo>
                  <a:lnTo>
                    <a:pt x="8" y="0"/>
                  </a:lnTo>
                  <a:lnTo>
                    <a:pt x="8" y="0"/>
                  </a:lnTo>
                  <a:lnTo>
                    <a:pt x="8" y="0"/>
                  </a:lnTo>
                  <a:lnTo>
                    <a:pt x="16" y="0"/>
                  </a:lnTo>
                  <a:lnTo>
                    <a:pt x="16" y="0"/>
                  </a:lnTo>
                  <a:lnTo>
                    <a:pt x="16" y="0"/>
                  </a:lnTo>
                  <a:lnTo>
                    <a:pt x="8" y="0"/>
                  </a:lnTo>
                  <a:lnTo>
                    <a:pt x="8" y="0"/>
                  </a:lnTo>
                  <a:lnTo>
                    <a:pt x="0" y="0"/>
                  </a:lnTo>
                </a:path>
              </a:pathLst>
            </a:custGeom>
            <a:solidFill>
              <a:srgbClr val="808060"/>
            </a:solidFill>
            <a:ln cap="rnd">
              <a:noFill/>
              <a:round/>
            </a:ln>
            <a:effectLst/>
          </p:spPr>
        </p:sp>
        <p:sp>
          <p:nvSpPr>
            <p:cNvPr id="52078" name=""/>
            <p:cNvSpPr/>
            <p:nvPr/>
          </p:nvSpPr>
          <p:spPr>
            <a:xfrm>
              <a:off x="3004" y="2267"/>
              <a:ext cx="17" cy="17"/>
            </a:xfrm>
            <a:custGeom>
              <a:pathLst>
                <a:path w="17" h="17">
                  <a:moveTo>
                    <a:pt x="8" y="16"/>
                  </a:moveTo>
                  <a:lnTo>
                    <a:pt x="12" y="14"/>
                  </a:lnTo>
                  <a:lnTo>
                    <a:pt x="12" y="14"/>
                  </a:lnTo>
                  <a:lnTo>
                    <a:pt x="16" y="12"/>
                  </a:lnTo>
                  <a:lnTo>
                    <a:pt x="16" y="11"/>
                  </a:lnTo>
                  <a:lnTo>
                    <a:pt x="16" y="8"/>
                  </a:lnTo>
                  <a:lnTo>
                    <a:pt x="16" y="5"/>
                  </a:lnTo>
                  <a:lnTo>
                    <a:pt x="16" y="5"/>
                  </a:lnTo>
                  <a:lnTo>
                    <a:pt x="12" y="3"/>
                  </a:lnTo>
                  <a:lnTo>
                    <a:pt x="12" y="2"/>
                  </a:lnTo>
                  <a:lnTo>
                    <a:pt x="8" y="1"/>
                  </a:lnTo>
                  <a:lnTo>
                    <a:pt x="4" y="1"/>
                  </a:lnTo>
                  <a:lnTo>
                    <a:pt x="0" y="0"/>
                  </a:lnTo>
                  <a:lnTo>
                    <a:pt x="0" y="2"/>
                  </a:lnTo>
                  <a:lnTo>
                    <a:pt x="4" y="2"/>
                  </a:lnTo>
                  <a:lnTo>
                    <a:pt x="8" y="3"/>
                  </a:lnTo>
                  <a:lnTo>
                    <a:pt x="12" y="5"/>
                  </a:lnTo>
                  <a:lnTo>
                    <a:pt x="12" y="5"/>
                  </a:lnTo>
                  <a:lnTo>
                    <a:pt x="12" y="7"/>
                  </a:lnTo>
                  <a:lnTo>
                    <a:pt x="12" y="8"/>
                  </a:lnTo>
                  <a:lnTo>
                    <a:pt x="12" y="10"/>
                  </a:lnTo>
                  <a:lnTo>
                    <a:pt x="12" y="11"/>
                  </a:lnTo>
                  <a:lnTo>
                    <a:pt x="12" y="12"/>
                  </a:lnTo>
                  <a:lnTo>
                    <a:pt x="12" y="14"/>
                  </a:lnTo>
                  <a:lnTo>
                    <a:pt x="8" y="16"/>
                  </a:lnTo>
                </a:path>
              </a:pathLst>
            </a:custGeom>
            <a:solidFill>
              <a:srgbClr val="808060"/>
            </a:solidFill>
            <a:ln cap="rnd">
              <a:noFill/>
              <a:round/>
            </a:ln>
            <a:effectLst/>
          </p:spPr>
        </p:sp>
        <p:sp>
          <p:nvSpPr>
            <p:cNvPr id="52079" name=""/>
            <p:cNvSpPr/>
            <p:nvPr/>
          </p:nvSpPr>
          <p:spPr>
            <a:xfrm>
              <a:off x="2956" y="2268"/>
              <a:ext cx="18" cy="17"/>
            </a:xfrm>
            <a:custGeom>
              <a:pathLst>
                <a:path w="18" h="17">
                  <a:moveTo>
                    <a:pt x="8" y="0"/>
                  </a:moveTo>
                  <a:lnTo>
                    <a:pt x="12" y="0"/>
                  </a:lnTo>
                  <a:lnTo>
                    <a:pt x="14" y="1"/>
                  </a:lnTo>
                  <a:lnTo>
                    <a:pt x="15" y="1"/>
                  </a:lnTo>
                  <a:lnTo>
                    <a:pt x="16" y="3"/>
                  </a:lnTo>
                  <a:lnTo>
                    <a:pt x="16" y="4"/>
                  </a:lnTo>
                  <a:lnTo>
                    <a:pt x="17" y="6"/>
                  </a:lnTo>
                  <a:lnTo>
                    <a:pt x="17" y="6"/>
                  </a:lnTo>
                  <a:lnTo>
                    <a:pt x="17" y="9"/>
                  </a:lnTo>
                  <a:lnTo>
                    <a:pt x="17" y="11"/>
                  </a:lnTo>
                  <a:lnTo>
                    <a:pt x="16" y="12"/>
                  </a:lnTo>
                  <a:lnTo>
                    <a:pt x="16" y="13"/>
                  </a:lnTo>
                  <a:lnTo>
                    <a:pt x="15" y="14"/>
                  </a:lnTo>
                  <a:lnTo>
                    <a:pt x="14" y="16"/>
                  </a:lnTo>
                  <a:lnTo>
                    <a:pt x="13" y="16"/>
                  </a:lnTo>
                  <a:lnTo>
                    <a:pt x="12" y="16"/>
                  </a:lnTo>
                  <a:lnTo>
                    <a:pt x="0" y="16"/>
                  </a:lnTo>
                  <a:lnTo>
                    <a:pt x="8" y="0"/>
                  </a:lnTo>
                </a:path>
              </a:pathLst>
            </a:custGeom>
            <a:solidFill>
              <a:srgbClr val="C0C080"/>
            </a:solidFill>
            <a:ln cap="rnd">
              <a:noFill/>
              <a:round/>
            </a:ln>
            <a:effectLst/>
          </p:spPr>
        </p:sp>
        <p:sp>
          <p:nvSpPr>
            <p:cNvPr id="52080" name=""/>
            <p:cNvSpPr/>
            <p:nvPr/>
          </p:nvSpPr>
          <p:spPr>
            <a:xfrm>
              <a:off x="2967" y="2263"/>
              <a:ext cx="1" cy="17"/>
            </a:xfrm>
            <a:custGeom>
              <a:pathLst>
                <a:path w="1" h="17">
                  <a:moveTo>
                    <a:pt x="0" y="16"/>
                  </a:moveTo>
                  <a:lnTo>
                    <a:pt x="0" y="16"/>
                  </a:lnTo>
                  <a:lnTo>
                    <a:pt x="0" y="0"/>
                  </a:lnTo>
                  <a:lnTo>
                    <a:pt x="0" y="16"/>
                  </a:lnTo>
                </a:path>
              </a:pathLst>
            </a:custGeom>
            <a:solidFill>
              <a:srgbClr val="808050"/>
            </a:solidFill>
            <a:ln cap="rnd">
              <a:noFill/>
              <a:round/>
            </a:ln>
            <a:effectLst/>
          </p:spPr>
        </p:sp>
        <p:sp>
          <p:nvSpPr>
            <p:cNvPr id="52081" name=""/>
            <p:cNvSpPr/>
            <p:nvPr/>
          </p:nvSpPr>
          <p:spPr>
            <a:xfrm>
              <a:off x="2973" y="2268"/>
              <a:ext cx="1" cy="17"/>
            </a:xfrm>
            <a:custGeom>
              <a:pathLst>
                <a:path w="1" h="17">
                  <a:moveTo>
                    <a:pt x="0" y="16"/>
                  </a:moveTo>
                  <a:lnTo>
                    <a:pt x="0" y="16"/>
                  </a:lnTo>
                  <a:lnTo>
                    <a:pt x="0" y="10"/>
                  </a:lnTo>
                  <a:lnTo>
                    <a:pt x="0" y="5"/>
                  </a:lnTo>
                  <a:lnTo>
                    <a:pt x="0" y="5"/>
                  </a:lnTo>
                  <a:lnTo>
                    <a:pt x="0" y="5"/>
                  </a:lnTo>
                  <a:lnTo>
                    <a:pt x="0" y="0"/>
                  </a:lnTo>
                  <a:lnTo>
                    <a:pt x="0" y="0"/>
                  </a:lnTo>
                  <a:lnTo>
                    <a:pt x="0" y="0"/>
                  </a:lnTo>
                  <a:lnTo>
                    <a:pt x="0" y="0"/>
                  </a:lnTo>
                  <a:lnTo>
                    <a:pt x="0" y="0"/>
                  </a:lnTo>
                  <a:lnTo>
                    <a:pt x="0" y="0"/>
                  </a:lnTo>
                  <a:lnTo>
                    <a:pt x="0" y="0"/>
                  </a:lnTo>
                  <a:lnTo>
                    <a:pt x="0" y="5"/>
                  </a:lnTo>
                  <a:lnTo>
                    <a:pt x="0" y="5"/>
                  </a:lnTo>
                  <a:lnTo>
                    <a:pt x="0" y="5"/>
                  </a:lnTo>
                  <a:lnTo>
                    <a:pt x="0" y="5"/>
                  </a:lnTo>
                  <a:lnTo>
                    <a:pt x="0" y="10"/>
                  </a:lnTo>
                  <a:lnTo>
                    <a:pt x="0" y="10"/>
                  </a:lnTo>
                  <a:lnTo>
                    <a:pt x="0" y="16"/>
                  </a:lnTo>
                  <a:lnTo>
                    <a:pt x="0" y="16"/>
                  </a:lnTo>
                  <a:lnTo>
                    <a:pt x="0" y="16"/>
                  </a:lnTo>
                </a:path>
              </a:pathLst>
            </a:custGeom>
            <a:solidFill>
              <a:srgbClr val="808050"/>
            </a:solidFill>
            <a:ln cap="rnd">
              <a:noFill/>
              <a:round/>
            </a:ln>
            <a:effectLst/>
          </p:spPr>
        </p:sp>
        <p:sp>
          <p:nvSpPr>
            <p:cNvPr id="52082" name=""/>
            <p:cNvSpPr/>
            <p:nvPr/>
          </p:nvSpPr>
          <p:spPr>
            <a:xfrm>
              <a:off x="2973" y="2274"/>
              <a:ext cx="17" cy="17"/>
            </a:xfrm>
            <a:custGeom>
              <a:pathLst>
                <a:path w="17" h="17">
                  <a:moveTo>
                    <a:pt x="0" y="0"/>
                  </a:moveTo>
                  <a:lnTo>
                    <a:pt x="0" y="16"/>
                  </a:lnTo>
                  <a:lnTo>
                    <a:pt x="16" y="16"/>
                  </a:lnTo>
                  <a:lnTo>
                    <a:pt x="16" y="0"/>
                  </a:lnTo>
                  <a:lnTo>
                    <a:pt x="0" y="0"/>
                  </a:lnTo>
                </a:path>
              </a:pathLst>
            </a:custGeom>
            <a:solidFill>
              <a:srgbClr val="808050"/>
            </a:solidFill>
            <a:ln cap="rnd">
              <a:noFill/>
              <a:round/>
            </a:ln>
            <a:effectLst/>
          </p:spPr>
        </p:sp>
        <p:sp>
          <p:nvSpPr>
            <p:cNvPr id="52083" name=""/>
            <p:cNvSpPr/>
            <p:nvPr/>
          </p:nvSpPr>
          <p:spPr>
            <a:xfrm>
              <a:off x="2973" y="2280"/>
              <a:ext cx="1" cy="17"/>
            </a:xfrm>
            <a:custGeom>
              <a:pathLst>
                <a:path w="1" h="17">
                  <a:moveTo>
                    <a:pt x="0" y="16"/>
                  </a:moveTo>
                  <a:lnTo>
                    <a:pt x="0" y="16"/>
                  </a:lnTo>
                  <a:lnTo>
                    <a:pt x="0" y="16"/>
                  </a:lnTo>
                  <a:lnTo>
                    <a:pt x="0" y="16"/>
                  </a:lnTo>
                  <a:lnTo>
                    <a:pt x="0" y="16"/>
                  </a:lnTo>
                  <a:lnTo>
                    <a:pt x="0" y="12"/>
                  </a:lnTo>
                  <a:lnTo>
                    <a:pt x="0" y="12"/>
                  </a:lnTo>
                  <a:lnTo>
                    <a:pt x="0" y="8"/>
                  </a:lnTo>
                  <a:lnTo>
                    <a:pt x="0" y="8"/>
                  </a:lnTo>
                  <a:lnTo>
                    <a:pt x="0" y="0"/>
                  </a:lnTo>
                  <a:lnTo>
                    <a:pt x="0" y="0"/>
                  </a:lnTo>
                  <a:lnTo>
                    <a:pt x="0" y="0"/>
                  </a:lnTo>
                  <a:lnTo>
                    <a:pt x="0" y="0"/>
                  </a:lnTo>
                  <a:lnTo>
                    <a:pt x="0" y="4"/>
                  </a:lnTo>
                  <a:lnTo>
                    <a:pt x="0" y="8"/>
                  </a:lnTo>
                  <a:lnTo>
                    <a:pt x="0" y="8"/>
                  </a:lnTo>
                  <a:lnTo>
                    <a:pt x="0" y="12"/>
                  </a:lnTo>
                  <a:lnTo>
                    <a:pt x="0" y="12"/>
                  </a:lnTo>
                  <a:lnTo>
                    <a:pt x="0" y="12"/>
                  </a:lnTo>
                  <a:lnTo>
                    <a:pt x="0" y="12"/>
                  </a:lnTo>
                  <a:lnTo>
                    <a:pt x="0" y="16"/>
                  </a:lnTo>
                  <a:lnTo>
                    <a:pt x="0" y="16"/>
                  </a:lnTo>
                  <a:lnTo>
                    <a:pt x="0" y="16"/>
                  </a:lnTo>
                  <a:lnTo>
                    <a:pt x="0" y="16"/>
                  </a:lnTo>
                </a:path>
              </a:pathLst>
            </a:custGeom>
            <a:solidFill>
              <a:srgbClr val="808050"/>
            </a:solidFill>
            <a:ln cap="rnd">
              <a:noFill/>
              <a:round/>
            </a:ln>
            <a:effectLst/>
          </p:spPr>
        </p:sp>
        <p:sp>
          <p:nvSpPr>
            <p:cNvPr id="52084" name=""/>
            <p:cNvSpPr/>
            <p:nvPr/>
          </p:nvSpPr>
          <p:spPr>
            <a:xfrm>
              <a:off x="2967" y="2284"/>
              <a:ext cx="1" cy="17"/>
            </a:xfrm>
            <a:custGeom>
              <a:pathLst>
                <a:path w="1" h="17">
                  <a:moveTo>
                    <a:pt x="0" y="0"/>
                  </a:moveTo>
                  <a:lnTo>
                    <a:pt x="0" y="0"/>
                  </a:lnTo>
                  <a:lnTo>
                    <a:pt x="0" y="16"/>
                  </a:lnTo>
                  <a:lnTo>
                    <a:pt x="0" y="16"/>
                  </a:lnTo>
                  <a:lnTo>
                    <a:pt x="0" y="0"/>
                  </a:lnTo>
                </a:path>
              </a:pathLst>
            </a:custGeom>
            <a:solidFill>
              <a:srgbClr val="808050"/>
            </a:solidFill>
            <a:ln cap="rnd">
              <a:noFill/>
              <a:round/>
            </a:ln>
            <a:effectLst/>
          </p:spPr>
        </p:sp>
        <p:sp>
          <p:nvSpPr>
            <p:cNvPr id="52085" name=""/>
            <p:cNvSpPr/>
            <p:nvPr/>
          </p:nvSpPr>
          <p:spPr>
            <a:xfrm>
              <a:off x="2956" y="2284"/>
              <a:ext cx="17" cy="17"/>
            </a:xfrm>
            <a:custGeom>
              <a:pathLst>
                <a:path w="17" h="17">
                  <a:moveTo>
                    <a:pt x="0" y="16"/>
                  </a:moveTo>
                  <a:lnTo>
                    <a:pt x="0" y="0"/>
                  </a:lnTo>
                  <a:lnTo>
                    <a:pt x="16" y="0"/>
                  </a:lnTo>
                  <a:lnTo>
                    <a:pt x="16" y="16"/>
                  </a:lnTo>
                  <a:lnTo>
                    <a:pt x="0" y="16"/>
                  </a:lnTo>
                  <a:lnTo>
                    <a:pt x="2" y="16"/>
                  </a:lnTo>
                  <a:lnTo>
                    <a:pt x="0" y="16"/>
                  </a:lnTo>
                  <a:lnTo>
                    <a:pt x="0" y="0"/>
                  </a:lnTo>
                  <a:lnTo>
                    <a:pt x="0" y="16"/>
                  </a:lnTo>
                </a:path>
              </a:pathLst>
            </a:custGeom>
            <a:solidFill>
              <a:srgbClr val="808050"/>
            </a:solidFill>
            <a:ln cap="rnd">
              <a:noFill/>
              <a:round/>
            </a:ln>
            <a:effectLst/>
          </p:spPr>
        </p:sp>
        <p:sp>
          <p:nvSpPr>
            <p:cNvPr id="52086" name=""/>
            <p:cNvSpPr/>
            <p:nvPr/>
          </p:nvSpPr>
          <p:spPr>
            <a:xfrm>
              <a:off x="2950" y="2268"/>
              <a:ext cx="17" cy="17"/>
            </a:xfrm>
            <a:custGeom>
              <a:pathLst>
                <a:path w="17" h="17">
                  <a:moveTo>
                    <a:pt x="8" y="0"/>
                  </a:moveTo>
                  <a:lnTo>
                    <a:pt x="16" y="0"/>
                  </a:lnTo>
                  <a:lnTo>
                    <a:pt x="8" y="16"/>
                  </a:lnTo>
                  <a:lnTo>
                    <a:pt x="0" y="16"/>
                  </a:lnTo>
                  <a:lnTo>
                    <a:pt x="8" y="0"/>
                  </a:lnTo>
                  <a:lnTo>
                    <a:pt x="8" y="1"/>
                  </a:lnTo>
                  <a:lnTo>
                    <a:pt x="8" y="0"/>
                  </a:lnTo>
                  <a:lnTo>
                    <a:pt x="16" y="0"/>
                  </a:lnTo>
                  <a:lnTo>
                    <a:pt x="8" y="0"/>
                  </a:lnTo>
                </a:path>
              </a:pathLst>
            </a:custGeom>
            <a:solidFill>
              <a:srgbClr val="808050"/>
            </a:solidFill>
            <a:ln cap="rnd">
              <a:noFill/>
              <a:round/>
            </a:ln>
            <a:effectLst/>
          </p:spPr>
        </p:sp>
        <p:sp>
          <p:nvSpPr>
            <p:cNvPr id="52087" name=""/>
            <p:cNvSpPr/>
            <p:nvPr/>
          </p:nvSpPr>
          <p:spPr>
            <a:xfrm>
              <a:off x="2956" y="2263"/>
              <a:ext cx="17" cy="17"/>
            </a:xfrm>
            <a:custGeom>
              <a:pathLst>
                <a:path w="17" h="17">
                  <a:moveTo>
                    <a:pt x="16" y="16"/>
                  </a:moveTo>
                  <a:lnTo>
                    <a:pt x="0" y="16"/>
                  </a:lnTo>
                  <a:lnTo>
                    <a:pt x="16" y="0"/>
                  </a:lnTo>
                  <a:lnTo>
                    <a:pt x="16" y="16"/>
                  </a:lnTo>
                </a:path>
              </a:pathLst>
            </a:custGeom>
            <a:solidFill>
              <a:srgbClr val="808050"/>
            </a:solidFill>
            <a:ln cap="rnd">
              <a:noFill/>
              <a:round/>
            </a:ln>
            <a:effectLst/>
          </p:spPr>
        </p:sp>
        <p:sp>
          <p:nvSpPr>
            <p:cNvPr id="52088" name=""/>
            <p:cNvSpPr/>
            <p:nvPr/>
          </p:nvSpPr>
          <p:spPr>
            <a:xfrm>
              <a:off x="2964" y="2271"/>
              <a:ext cx="17" cy="17"/>
            </a:xfrm>
            <a:custGeom>
              <a:pathLst>
                <a:path w="17" h="17">
                  <a:moveTo>
                    <a:pt x="9" y="0"/>
                  </a:moveTo>
                  <a:lnTo>
                    <a:pt x="0" y="14"/>
                  </a:lnTo>
                  <a:lnTo>
                    <a:pt x="0" y="16"/>
                  </a:lnTo>
                  <a:lnTo>
                    <a:pt x="6" y="16"/>
                  </a:lnTo>
                  <a:lnTo>
                    <a:pt x="6" y="14"/>
                  </a:lnTo>
                  <a:lnTo>
                    <a:pt x="16" y="0"/>
                  </a:lnTo>
                  <a:lnTo>
                    <a:pt x="9" y="0"/>
                  </a:lnTo>
                </a:path>
              </a:pathLst>
            </a:custGeom>
            <a:solidFill>
              <a:srgbClr val="E0E0B0"/>
            </a:solidFill>
            <a:ln cap="rnd">
              <a:noFill/>
              <a:round/>
            </a:ln>
            <a:effectLst/>
          </p:spPr>
        </p:sp>
        <p:sp>
          <p:nvSpPr>
            <p:cNvPr id="52089" name=""/>
            <p:cNvSpPr/>
            <p:nvPr/>
          </p:nvSpPr>
          <p:spPr>
            <a:xfrm>
              <a:off x="2969" y="2271"/>
              <a:ext cx="17" cy="17"/>
            </a:xfrm>
            <a:custGeom>
              <a:pathLst>
                <a:path w="17" h="17">
                  <a:moveTo>
                    <a:pt x="12" y="0"/>
                  </a:moveTo>
                  <a:lnTo>
                    <a:pt x="0" y="14"/>
                  </a:lnTo>
                  <a:lnTo>
                    <a:pt x="0" y="16"/>
                  </a:lnTo>
                  <a:lnTo>
                    <a:pt x="8" y="16"/>
                  </a:lnTo>
                  <a:lnTo>
                    <a:pt x="8" y="14"/>
                  </a:lnTo>
                  <a:lnTo>
                    <a:pt x="16" y="5"/>
                  </a:lnTo>
                  <a:lnTo>
                    <a:pt x="16" y="4"/>
                  </a:lnTo>
                  <a:lnTo>
                    <a:pt x="16" y="2"/>
                  </a:lnTo>
                  <a:lnTo>
                    <a:pt x="16" y="1"/>
                  </a:lnTo>
                  <a:lnTo>
                    <a:pt x="12" y="0"/>
                  </a:lnTo>
                </a:path>
              </a:pathLst>
            </a:custGeom>
            <a:solidFill>
              <a:srgbClr val="E0E0B0"/>
            </a:solidFill>
            <a:ln cap="rnd">
              <a:noFill/>
              <a:round/>
            </a:ln>
            <a:effectLst/>
          </p:spPr>
        </p:sp>
        <p:sp>
          <p:nvSpPr>
            <p:cNvPr id="52090" name=""/>
            <p:cNvSpPr/>
            <p:nvPr/>
          </p:nvSpPr>
          <p:spPr>
            <a:xfrm>
              <a:off x="2972" y="2280"/>
              <a:ext cx="17" cy="17"/>
            </a:xfrm>
            <a:custGeom>
              <a:pathLst>
                <a:path w="17" h="17">
                  <a:moveTo>
                    <a:pt x="16" y="0"/>
                  </a:moveTo>
                  <a:lnTo>
                    <a:pt x="16" y="4"/>
                  </a:lnTo>
                  <a:lnTo>
                    <a:pt x="16" y="6"/>
                  </a:lnTo>
                  <a:lnTo>
                    <a:pt x="14" y="10"/>
                  </a:lnTo>
                  <a:lnTo>
                    <a:pt x="10" y="14"/>
                  </a:lnTo>
                  <a:lnTo>
                    <a:pt x="6" y="16"/>
                  </a:lnTo>
                  <a:lnTo>
                    <a:pt x="0" y="16"/>
                  </a:lnTo>
                </a:path>
              </a:pathLst>
            </a:custGeom>
            <a:noFill/>
            <a:ln w="12700" cap="rnd" cmpd="sng">
              <a:solidFill>
                <a:srgbClr val="F0E0C0"/>
              </a:solidFill>
              <a:prstDash val="solid"/>
              <a:round/>
              <a:headEnd type="none" w="sm" len="sm"/>
              <a:tailEnd type="none" w="sm" len="sm"/>
            </a:ln>
            <a:effectLst/>
          </p:spPr>
        </p:sp>
        <p:sp>
          <p:nvSpPr>
            <p:cNvPr id="52091" name=""/>
            <p:cNvSpPr/>
            <p:nvPr/>
          </p:nvSpPr>
          <p:spPr>
            <a:xfrm>
              <a:off x="2957" y="2269"/>
              <a:ext cx="20" cy="17"/>
            </a:xfrm>
            <a:custGeom>
              <a:pathLst>
                <a:path w="20" h="17">
                  <a:moveTo>
                    <a:pt x="0" y="0"/>
                  </a:moveTo>
                  <a:lnTo>
                    <a:pt x="14" y="0"/>
                  </a:lnTo>
                  <a:lnTo>
                    <a:pt x="16" y="0"/>
                  </a:lnTo>
                  <a:lnTo>
                    <a:pt x="19" y="16"/>
                  </a:lnTo>
                </a:path>
              </a:pathLst>
            </a:custGeom>
            <a:noFill/>
            <a:ln w="12700" cap="rnd" cmpd="sng">
              <a:solidFill>
                <a:srgbClr val="F0E0C0"/>
              </a:solidFill>
              <a:prstDash val="solid"/>
              <a:round/>
              <a:headEnd type="none" w="sm" len="sm"/>
              <a:tailEnd type="none" w="sm" len="sm"/>
            </a:ln>
            <a:effectLst/>
          </p:spPr>
        </p:sp>
        <p:sp>
          <p:nvSpPr>
            <p:cNvPr id="52092" name=""/>
            <p:cNvSpPr/>
            <p:nvPr/>
          </p:nvSpPr>
          <p:spPr>
            <a:xfrm>
              <a:off x="2952" y="2271"/>
              <a:ext cx="17" cy="17"/>
            </a:xfrm>
            <a:custGeom>
              <a:pathLst>
                <a:path w="17" h="17">
                  <a:moveTo>
                    <a:pt x="6" y="0"/>
                  </a:moveTo>
                  <a:lnTo>
                    <a:pt x="0" y="1"/>
                  </a:lnTo>
                  <a:lnTo>
                    <a:pt x="0" y="8"/>
                  </a:lnTo>
                  <a:lnTo>
                    <a:pt x="0" y="14"/>
                  </a:lnTo>
                  <a:lnTo>
                    <a:pt x="6" y="16"/>
                  </a:lnTo>
                  <a:lnTo>
                    <a:pt x="16" y="11"/>
                  </a:lnTo>
                  <a:lnTo>
                    <a:pt x="16" y="8"/>
                  </a:lnTo>
                  <a:lnTo>
                    <a:pt x="16" y="1"/>
                  </a:lnTo>
                  <a:lnTo>
                    <a:pt x="6" y="1"/>
                  </a:lnTo>
                  <a:lnTo>
                    <a:pt x="6" y="0"/>
                  </a:lnTo>
                </a:path>
              </a:pathLst>
            </a:custGeom>
            <a:solidFill>
              <a:srgbClr val="706040"/>
            </a:solidFill>
            <a:ln cap="rnd">
              <a:noFill/>
              <a:round/>
            </a:ln>
            <a:effectLst/>
          </p:spPr>
        </p:sp>
        <p:sp>
          <p:nvSpPr>
            <p:cNvPr id="52093" name=""/>
            <p:cNvSpPr/>
            <p:nvPr/>
          </p:nvSpPr>
          <p:spPr>
            <a:xfrm>
              <a:off x="2956" y="2271"/>
              <a:ext cx="17" cy="17"/>
            </a:xfrm>
            <a:custGeom>
              <a:pathLst>
                <a:path w="17" h="17">
                  <a:moveTo>
                    <a:pt x="9" y="0"/>
                  </a:moveTo>
                  <a:lnTo>
                    <a:pt x="0" y="13"/>
                  </a:lnTo>
                  <a:lnTo>
                    <a:pt x="2" y="16"/>
                  </a:lnTo>
                  <a:lnTo>
                    <a:pt x="9" y="16"/>
                  </a:lnTo>
                  <a:lnTo>
                    <a:pt x="9" y="14"/>
                  </a:lnTo>
                  <a:lnTo>
                    <a:pt x="16" y="0"/>
                  </a:lnTo>
                  <a:lnTo>
                    <a:pt x="9" y="0"/>
                  </a:lnTo>
                </a:path>
              </a:pathLst>
            </a:custGeom>
            <a:solidFill>
              <a:srgbClr val="E0E0B0"/>
            </a:solidFill>
            <a:ln cap="rnd">
              <a:noFill/>
              <a:round/>
            </a:ln>
            <a:effectLst/>
          </p:spPr>
        </p:sp>
      </p:grpSp>
      <p:sp>
        <p:nvSpPr>
          <p:cNvPr id="52094" name=""/>
          <p:cNvSpPr/>
          <p:nvPr/>
        </p:nvSpPr>
        <p:spPr>
          <a:xfrm>
            <a:off x="1725613" y="4554538"/>
            <a:ext cx="184150" cy="366712"/>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endParaRPr sz="1800" b="1"/>
          </a:p>
        </p:txBody>
      </p:sp>
      <p:sp>
        <p:nvSpPr>
          <p:cNvPr id="52095" name=""/>
          <p:cNvSpPr/>
          <p:nvPr/>
        </p:nvSpPr>
        <p:spPr>
          <a:xfrm>
            <a:off x="2286000" y="2895600"/>
            <a:ext cx="1143000" cy="228600"/>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900" b="1">
                <a:solidFill>
                  <a:srgbClr val="FFFF66"/>
                </a:solidFill>
                <a:effectLst>
                  <a:outerShdw blurRad="38100" dist="38100" dir="2700000" algn="tl">
                    <a:srgbClr val="000000"/>
                  </a:outerShdw>
                </a:effectLst>
              </a:rPr>
              <a:t>FDDI Ring No. 2</a:t>
            </a:r>
            <a:endParaRPr sz="900" b="1"/>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53250" name=""/>
          <p:cNvSpPr/>
          <p:nvPr/>
        </p:nvSpPr>
        <p:spPr>
          <a:xfrm>
            <a:off x="230188" y="2279650"/>
            <a:ext cx="8697912" cy="3178175"/>
          </a:xfrm>
          <a:prstGeom prst="rect">
            <a:avLst/>
          </a:prstGeom>
          <a:gradFill rotWithShape="0">
            <a:gsLst>
              <a:gs pos="0">
                <a:srgbClr val="CBCBCB"/>
              </a:gs>
              <a:gs pos="50000">
                <a:srgbClr val="CBCBCB">
                  <a:gamma/>
                  <a:tint val="10196"/>
                  <a:invGamma/>
                </a:srgbClr>
              </a:gs>
              <a:gs pos="100000">
                <a:srgbClr val="CBCBCB"/>
              </a:gs>
            </a:gsLst>
            <a:lin ang="5400000" scaled="1"/>
          </a:gradFill>
          <a:ln>
            <a:noFill/>
            <a:miter lim="800000"/>
          </a:ln>
          <a:effectLst/>
        </p:spPr>
      </p:sp>
      <p:sp>
        <p:nvSpPr>
          <p:cNvPr id="53251" name=""/>
          <p:cNvSpPr/>
          <p:nvPr>
            <p:ph type="title"/>
          </p:nvPr>
        </p:nvSpPr>
        <p:spPr>
          <a:xfrm>
            <a:off x="0" y="503238"/>
            <a:ext cx="9236075" cy="639762"/>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Geographically Distributed Enterprise</a:t>
            </a:r>
          </a:p>
        </p:txBody>
      </p:sp>
      <p:sp>
        <p:nvSpPr>
          <p:cNvPr id="53252" name=""/>
          <p:cNvSpPr/>
          <p:nvPr/>
        </p:nvSpPr>
        <p:spPr>
          <a:xfrm>
            <a:off x="312738" y="1439863"/>
            <a:ext cx="2230437" cy="4826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90000"/>
              </a:lnSpc>
            </a:pPr>
            <a:r>
              <a:rPr sz="1600" b="1">
                <a:latin typeface="Arial" pitchFamily="34" charset="0"/>
              </a:rPr>
              <a:t>Enterprise OLTP</a:t>
            </a:r>
            <a:endParaRPr sz="1600" b="1">
              <a:latin typeface="Arial" pitchFamily="34" charset="0"/>
            </a:endParaRPr>
          </a:p>
          <a:p>
            <a:pPr lvl="0">
              <a:lnSpc>
                <a:spcPct val="90000"/>
              </a:lnSpc>
            </a:pPr>
            <a:r>
              <a:rPr sz="1600" b="1">
                <a:latin typeface="Arial" pitchFamily="34" charset="0"/>
              </a:rPr>
              <a:t>Mainframe Gateways</a:t>
            </a:r>
            <a:endParaRPr sz="1600" b="1">
              <a:latin typeface="Arial" pitchFamily="34" charset="0"/>
            </a:endParaRPr>
          </a:p>
        </p:txBody>
      </p:sp>
      <p:grpSp>
        <p:nvGrpSpPr>
          <p:cNvPr id="53253" name=""/>
          <p:cNvGrpSpPr/>
          <p:nvPr/>
        </p:nvGrpSpPr>
        <p:grpSpPr>
          <a:xfrm>
            <a:off x="225425" y="2460625"/>
            <a:ext cx="1584325" cy="546100"/>
            <a:chOff x="141" y="1709"/>
            <a:chExt cx="988" cy="380"/>
          </a:xfrm>
        </p:grpSpPr>
        <p:sp>
          <p:nvSpPr>
            <p:cNvPr id="53254" name=""/>
            <p:cNvSpPr/>
            <p:nvPr/>
          </p:nvSpPr>
          <p:spPr>
            <a:xfrm>
              <a:off x="168" y="1709"/>
              <a:ext cx="820" cy="380"/>
            </a:xfrm>
            <a:prstGeom prst="rect">
              <a:avLst/>
            </a:prstGeom>
            <a:solidFill>
              <a:srgbClr val="315FAF"/>
            </a:solidFill>
            <a:ln>
              <a:noFill/>
              <a:miter lim="800000"/>
            </a:ln>
            <a:effectLst/>
          </p:spPr>
        </p:sp>
        <p:sp>
          <p:nvSpPr>
            <p:cNvPr id="53255" name=""/>
            <p:cNvSpPr/>
            <p:nvPr/>
          </p:nvSpPr>
          <p:spPr>
            <a:xfrm>
              <a:off x="141" y="1728"/>
              <a:ext cx="988" cy="336"/>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90000"/>
                </a:lnSpc>
              </a:pPr>
              <a:r>
                <a:rPr sz="1600" b="1" i="1">
                  <a:solidFill>
                    <a:schemeClr val="bg1"/>
                  </a:solidFill>
                  <a:latin typeface="Arial" pitchFamily="34" charset="0"/>
                </a:rPr>
                <a:t>Distributed Enterprise </a:t>
              </a:r>
              <a:endParaRPr sz="1600" b="1" i="1">
                <a:solidFill>
                  <a:schemeClr val="bg1"/>
                </a:solidFill>
                <a:latin typeface="Arial" pitchFamily="34" charset="0"/>
              </a:endParaRPr>
            </a:p>
          </p:txBody>
        </p:sp>
      </p:grpSp>
      <p:sp>
        <p:nvSpPr>
          <p:cNvPr id="53256" name=""/>
          <p:cNvSpPr/>
          <p:nvPr/>
        </p:nvSpPr>
        <p:spPr>
          <a:xfrm>
            <a:off x="4614863" y="2209800"/>
            <a:ext cx="111125" cy="569913"/>
          </a:xfrm>
          <a:custGeom>
            <a:pathLst>
              <a:path w="69" h="396">
                <a:moveTo>
                  <a:pt x="47" y="0"/>
                </a:moveTo>
                <a:lnTo>
                  <a:pt x="0" y="193"/>
                </a:lnTo>
                <a:lnTo>
                  <a:pt x="68" y="144"/>
                </a:lnTo>
                <a:lnTo>
                  <a:pt x="0" y="395"/>
                </a:lnTo>
              </a:path>
            </a:pathLst>
          </a:custGeom>
          <a:noFill/>
          <a:ln w="25400" cap="rnd" cmpd="sng">
            <a:solidFill>
              <a:schemeClr val="tx1"/>
            </a:solidFill>
            <a:prstDash val="solid"/>
            <a:round/>
            <a:headEnd type="none" w="sm" len="sm"/>
            <a:tailEnd type="none" w="sm" len="sm"/>
          </a:ln>
          <a:effectLst/>
        </p:spPr>
      </p:sp>
      <p:sp>
        <p:nvSpPr>
          <p:cNvPr id="53257" name=""/>
          <p:cNvSpPr/>
          <p:nvPr/>
        </p:nvSpPr>
        <p:spPr>
          <a:xfrm>
            <a:off x="5214938" y="1957388"/>
            <a:ext cx="1533525" cy="827087"/>
          </a:xfrm>
          <a:custGeom>
            <a:pathLst>
              <a:path w="957" h="574">
                <a:moveTo>
                  <a:pt x="0" y="0"/>
                </a:moveTo>
                <a:lnTo>
                  <a:pt x="442" y="336"/>
                </a:lnTo>
                <a:lnTo>
                  <a:pt x="391" y="182"/>
                </a:lnTo>
                <a:lnTo>
                  <a:pt x="956" y="573"/>
                </a:lnTo>
              </a:path>
            </a:pathLst>
          </a:custGeom>
          <a:noFill/>
          <a:ln w="25400" cap="rnd" cmpd="sng">
            <a:solidFill>
              <a:schemeClr val="tx1"/>
            </a:solidFill>
            <a:prstDash val="solid"/>
            <a:round/>
            <a:headEnd type="none" w="sm" len="sm"/>
            <a:tailEnd type="none" w="sm" len="sm"/>
          </a:ln>
          <a:effectLst/>
        </p:spPr>
      </p:sp>
      <p:grpSp>
        <p:nvGrpSpPr>
          <p:cNvPr id="53258" name=""/>
          <p:cNvGrpSpPr/>
          <p:nvPr/>
        </p:nvGrpSpPr>
        <p:grpSpPr>
          <a:xfrm>
            <a:off x="1887538" y="3565525"/>
            <a:ext cx="546100" cy="561975"/>
            <a:chOff x="1177" y="2477"/>
            <a:chExt cx="341" cy="390"/>
          </a:xfrm>
        </p:grpSpPr>
        <p:sp>
          <p:nvSpPr>
            <p:cNvPr id="53259" name=""/>
            <p:cNvSpPr/>
            <p:nvPr/>
          </p:nvSpPr>
          <p:spPr>
            <a:xfrm>
              <a:off x="1177" y="2709"/>
              <a:ext cx="112" cy="115"/>
            </a:xfrm>
            <a:custGeom>
              <a:pathLst>
                <a:path w="112" h="115">
                  <a:moveTo>
                    <a:pt x="0" y="0"/>
                  </a:moveTo>
                  <a:lnTo>
                    <a:pt x="0" y="50"/>
                  </a:lnTo>
                  <a:lnTo>
                    <a:pt x="111" y="114"/>
                  </a:lnTo>
                  <a:lnTo>
                    <a:pt x="111" y="61"/>
                  </a:lnTo>
                  <a:lnTo>
                    <a:pt x="0" y="0"/>
                  </a:lnTo>
                </a:path>
              </a:pathLst>
            </a:custGeom>
            <a:solidFill>
              <a:srgbClr val="676767"/>
            </a:solidFill>
            <a:ln cap="rnd">
              <a:noFill/>
              <a:round/>
            </a:ln>
            <a:effectLst/>
          </p:spPr>
        </p:sp>
        <p:sp>
          <p:nvSpPr>
            <p:cNvPr id="53260" name=""/>
            <p:cNvSpPr/>
            <p:nvPr/>
          </p:nvSpPr>
          <p:spPr>
            <a:xfrm>
              <a:off x="1287" y="2665"/>
              <a:ext cx="161" cy="159"/>
            </a:xfrm>
            <a:custGeom>
              <a:pathLst>
                <a:path w="161" h="159">
                  <a:moveTo>
                    <a:pt x="2" y="158"/>
                  </a:moveTo>
                  <a:lnTo>
                    <a:pt x="160" y="54"/>
                  </a:lnTo>
                  <a:lnTo>
                    <a:pt x="160" y="0"/>
                  </a:lnTo>
                  <a:lnTo>
                    <a:pt x="0" y="108"/>
                  </a:lnTo>
                  <a:lnTo>
                    <a:pt x="2" y="158"/>
                  </a:lnTo>
                </a:path>
              </a:pathLst>
            </a:custGeom>
            <a:solidFill>
              <a:schemeClr val="bg2"/>
            </a:solidFill>
            <a:ln cap="rnd">
              <a:noFill/>
              <a:round/>
            </a:ln>
            <a:effectLst/>
          </p:spPr>
        </p:sp>
        <p:sp>
          <p:nvSpPr>
            <p:cNvPr id="53261" name=""/>
            <p:cNvSpPr/>
            <p:nvPr/>
          </p:nvSpPr>
          <p:spPr>
            <a:xfrm>
              <a:off x="1177" y="2611"/>
              <a:ext cx="276" cy="166"/>
            </a:xfrm>
            <a:custGeom>
              <a:pathLst>
                <a:path w="276" h="166">
                  <a:moveTo>
                    <a:pt x="0" y="97"/>
                  </a:moveTo>
                  <a:lnTo>
                    <a:pt x="162" y="0"/>
                  </a:lnTo>
                  <a:lnTo>
                    <a:pt x="275" y="61"/>
                  </a:lnTo>
                  <a:lnTo>
                    <a:pt x="111" y="165"/>
                  </a:lnTo>
                  <a:lnTo>
                    <a:pt x="0" y="97"/>
                  </a:lnTo>
                </a:path>
              </a:pathLst>
            </a:custGeom>
            <a:solidFill>
              <a:schemeClr val="folHlink"/>
            </a:solidFill>
            <a:ln cap="rnd">
              <a:noFill/>
              <a:round/>
            </a:ln>
            <a:effectLst/>
          </p:spPr>
        </p:sp>
        <p:sp>
          <p:nvSpPr>
            <p:cNvPr id="53262" name=""/>
            <p:cNvSpPr/>
            <p:nvPr/>
          </p:nvSpPr>
          <p:spPr>
            <a:xfrm>
              <a:off x="1179" y="2477"/>
              <a:ext cx="251" cy="155"/>
            </a:xfrm>
            <a:custGeom>
              <a:pathLst>
                <a:path w="251" h="155">
                  <a:moveTo>
                    <a:pt x="0" y="76"/>
                  </a:moveTo>
                  <a:lnTo>
                    <a:pt x="51" y="105"/>
                  </a:lnTo>
                  <a:lnTo>
                    <a:pt x="36" y="116"/>
                  </a:lnTo>
                  <a:lnTo>
                    <a:pt x="102" y="154"/>
                  </a:lnTo>
                  <a:lnTo>
                    <a:pt x="250" y="50"/>
                  </a:lnTo>
                  <a:lnTo>
                    <a:pt x="190" y="20"/>
                  </a:lnTo>
                  <a:lnTo>
                    <a:pt x="177" y="27"/>
                  </a:lnTo>
                  <a:lnTo>
                    <a:pt x="119" y="0"/>
                  </a:lnTo>
                  <a:lnTo>
                    <a:pt x="0" y="76"/>
                  </a:lnTo>
                </a:path>
              </a:pathLst>
            </a:custGeom>
            <a:solidFill>
              <a:srgbClr val="DADADA"/>
            </a:solidFill>
            <a:ln cap="rnd">
              <a:noFill/>
              <a:round/>
            </a:ln>
            <a:effectLst/>
          </p:spPr>
        </p:sp>
        <p:sp>
          <p:nvSpPr>
            <p:cNvPr id="53263" name=""/>
            <p:cNvSpPr/>
            <p:nvPr/>
          </p:nvSpPr>
          <p:spPr>
            <a:xfrm>
              <a:off x="1179" y="2549"/>
              <a:ext cx="114" cy="189"/>
            </a:xfrm>
            <a:custGeom>
              <a:pathLst>
                <a:path w="114" h="189">
                  <a:moveTo>
                    <a:pt x="2" y="0"/>
                  </a:moveTo>
                  <a:lnTo>
                    <a:pt x="0" y="89"/>
                  </a:lnTo>
                  <a:lnTo>
                    <a:pt x="39" y="134"/>
                  </a:lnTo>
                  <a:lnTo>
                    <a:pt x="39" y="146"/>
                  </a:lnTo>
                  <a:lnTo>
                    <a:pt x="111" y="188"/>
                  </a:lnTo>
                  <a:lnTo>
                    <a:pt x="113" y="76"/>
                  </a:lnTo>
                  <a:lnTo>
                    <a:pt x="43" y="46"/>
                  </a:lnTo>
                  <a:lnTo>
                    <a:pt x="54" y="35"/>
                  </a:lnTo>
                  <a:lnTo>
                    <a:pt x="2" y="0"/>
                  </a:lnTo>
                </a:path>
              </a:pathLst>
            </a:custGeom>
            <a:solidFill>
              <a:srgbClr val="676767"/>
            </a:solidFill>
            <a:ln cap="rnd">
              <a:noFill/>
              <a:round/>
            </a:ln>
            <a:effectLst/>
          </p:spPr>
        </p:sp>
        <p:sp>
          <p:nvSpPr>
            <p:cNvPr id="53264" name=""/>
            <p:cNvSpPr/>
            <p:nvPr/>
          </p:nvSpPr>
          <p:spPr>
            <a:xfrm>
              <a:off x="1290" y="2529"/>
              <a:ext cx="141" cy="209"/>
            </a:xfrm>
            <a:custGeom>
              <a:pathLst>
                <a:path w="141" h="209">
                  <a:moveTo>
                    <a:pt x="140" y="0"/>
                  </a:moveTo>
                  <a:lnTo>
                    <a:pt x="140" y="113"/>
                  </a:lnTo>
                  <a:lnTo>
                    <a:pt x="0" y="208"/>
                  </a:lnTo>
                  <a:lnTo>
                    <a:pt x="0" y="97"/>
                  </a:lnTo>
                  <a:lnTo>
                    <a:pt x="140" y="0"/>
                  </a:lnTo>
                </a:path>
              </a:pathLst>
            </a:custGeom>
            <a:solidFill>
              <a:schemeClr val="bg2"/>
            </a:solidFill>
            <a:ln cap="rnd">
              <a:noFill/>
              <a:round/>
            </a:ln>
            <a:effectLst/>
          </p:spPr>
        </p:sp>
        <p:sp>
          <p:nvSpPr>
            <p:cNvPr id="53265" name=""/>
            <p:cNvSpPr/>
            <p:nvPr/>
          </p:nvSpPr>
          <p:spPr>
            <a:xfrm>
              <a:off x="1307" y="2553"/>
              <a:ext cx="105" cy="151"/>
            </a:xfrm>
            <a:custGeom>
              <a:pathLst>
                <a:path w="105" h="151">
                  <a:moveTo>
                    <a:pt x="104" y="0"/>
                  </a:moveTo>
                  <a:lnTo>
                    <a:pt x="104" y="82"/>
                  </a:lnTo>
                  <a:lnTo>
                    <a:pt x="0" y="150"/>
                  </a:lnTo>
                  <a:lnTo>
                    <a:pt x="0" y="76"/>
                  </a:lnTo>
                  <a:lnTo>
                    <a:pt x="104"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266" name=""/>
            <p:cNvSpPr/>
            <p:nvPr/>
          </p:nvSpPr>
          <p:spPr>
            <a:xfrm>
              <a:off x="1310" y="2556"/>
              <a:ext cx="102" cy="148"/>
            </a:xfrm>
            <a:custGeom>
              <a:pathLst>
                <a:path w="102" h="148">
                  <a:moveTo>
                    <a:pt x="101" y="0"/>
                  </a:moveTo>
                  <a:lnTo>
                    <a:pt x="101" y="82"/>
                  </a:lnTo>
                  <a:lnTo>
                    <a:pt x="0" y="147"/>
                  </a:lnTo>
                </a:path>
              </a:pathLst>
            </a:custGeom>
            <a:noFill/>
            <a:ln w="12700" cap="rnd" cmpd="sng">
              <a:solidFill>
                <a:schemeClr val="bg1"/>
              </a:solidFill>
              <a:prstDash val="solid"/>
              <a:round/>
              <a:headEnd type="none" w="sm" len="sm"/>
              <a:tailEnd type="none" w="sm" len="sm"/>
            </a:ln>
            <a:effectLst/>
          </p:spPr>
        </p:sp>
        <p:sp>
          <p:nvSpPr>
            <p:cNvPr id="53267" name=""/>
            <p:cNvSpPr/>
            <p:nvPr/>
          </p:nvSpPr>
          <p:spPr>
            <a:xfrm>
              <a:off x="1301" y="2720"/>
              <a:ext cx="217" cy="145"/>
            </a:xfrm>
            <a:custGeom>
              <a:pathLst>
                <a:path w="217" h="145">
                  <a:moveTo>
                    <a:pt x="64" y="144"/>
                  </a:moveTo>
                  <a:lnTo>
                    <a:pt x="216" y="38"/>
                  </a:lnTo>
                  <a:lnTo>
                    <a:pt x="160" y="0"/>
                  </a:lnTo>
                  <a:lnTo>
                    <a:pt x="0" y="106"/>
                  </a:lnTo>
                  <a:lnTo>
                    <a:pt x="64" y="144"/>
                  </a:lnTo>
                </a:path>
              </a:pathLst>
            </a:custGeom>
            <a:solidFill>
              <a:schemeClr val="bg2"/>
            </a:solidFill>
            <a:ln cap="rnd">
              <a:noFill/>
              <a:round/>
            </a:ln>
            <a:effectLst/>
          </p:spPr>
        </p:sp>
        <p:sp>
          <p:nvSpPr>
            <p:cNvPr id="53268" name=""/>
            <p:cNvSpPr/>
            <p:nvPr/>
          </p:nvSpPr>
          <p:spPr>
            <a:xfrm>
              <a:off x="1300" y="2706"/>
              <a:ext cx="217" cy="154"/>
            </a:xfrm>
            <a:custGeom>
              <a:pathLst>
                <a:path w="217" h="154">
                  <a:moveTo>
                    <a:pt x="64" y="153"/>
                  </a:moveTo>
                  <a:lnTo>
                    <a:pt x="216" y="48"/>
                  </a:lnTo>
                  <a:lnTo>
                    <a:pt x="160" y="0"/>
                  </a:lnTo>
                  <a:lnTo>
                    <a:pt x="0" y="107"/>
                  </a:lnTo>
                  <a:lnTo>
                    <a:pt x="64" y="153"/>
                  </a:lnTo>
                </a:path>
              </a:pathLst>
            </a:custGeom>
            <a:solidFill>
              <a:srgbClr val="919191"/>
            </a:solidFill>
            <a:ln cap="rnd">
              <a:noFill/>
              <a:round/>
            </a:ln>
            <a:effectLst/>
          </p:spPr>
        </p:sp>
        <p:sp>
          <p:nvSpPr>
            <p:cNvPr id="53269" name=""/>
            <p:cNvSpPr/>
            <p:nvPr/>
          </p:nvSpPr>
          <p:spPr>
            <a:xfrm>
              <a:off x="1301" y="2813"/>
              <a:ext cx="64" cy="54"/>
            </a:xfrm>
            <a:custGeom>
              <a:pathLst>
                <a:path w="64" h="54">
                  <a:moveTo>
                    <a:pt x="0" y="0"/>
                  </a:moveTo>
                  <a:lnTo>
                    <a:pt x="0" y="14"/>
                  </a:lnTo>
                  <a:lnTo>
                    <a:pt x="63" y="53"/>
                  </a:lnTo>
                  <a:lnTo>
                    <a:pt x="63" y="45"/>
                  </a:lnTo>
                  <a:lnTo>
                    <a:pt x="0" y="0"/>
                  </a:lnTo>
                </a:path>
              </a:pathLst>
            </a:custGeom>
            <a:solidFill>
              <a:srgbClr val="676767"/>
            </a:solidFill>
            <a:ln cap="rnd">
              <a:noFill/>
              <a:round/>
            </a:ln>
            <a:effectLst/>
          </p:spPr>
        </p:sp>
        <p:cxnSp>
          <p:nvCxnSpPr>
            <p:cNvPr id="53270" name=""/>
            <p:cNvCxnSpPr/>
            <p:nvPr/>
          </p:nvCxnSpPr>
          <p:spPr>
            <a:xfrm flipV="1">
              <a:off x="1315" y="2714"/>
              <a:ext cx="150" cy="99"/>
            </a:xfrm>
            <a:prstGeom prst="line">
              <a:avLst/>
            </a:prstGeom>
            <a:noFill/>
            <a:ln w="12700">
              <a:solidFill>
                <a:schemeClr val="folHlink"/>
              </a:solidFill>
              <a:miter lim="800000"/>
            </a:ln>
            <a:effectLst/>
          </p:spPr>
        </p:cxnSp>
        <p:sp>
          <p:nvSpPr>
            <p:cNvPr id="53271" name=""/>
            <p:cNvSpPr/>
            <p:nvPr/>
          </p:nvSpPr>
          <p:spPr>
            <a:xfrm>
              <a:off x="1327" y="2744"/>
              <a:ext cx="145" cy="103"/>
            </a:xfrm>
            <a:custGeom>
              <a:pathLst>
                <a:path w="145" h="103">
                  <a:moveTo>
                    <a:pt x="0" y="76"/>
                  </a:moveTo>
                  <a:lnTo>
                    <a:pt x="36" y="102"/>
                  </a:lnTo>
                  <a:lnTo>
                    <a:pt x="144" y="25"/>
                  </a:lnTo>
                  <a:lnTo>
                    <a:pt x="112" y="0"/>
                  </a:lnTo>
                  <a:lnTo>
                    <a:pt x="0" y="76"/>
                  </a:lnTo>
                </a:path>
              </a:pathLst>
            </a:custGeom>
            <a:solidFill>
              <a:srgbClr val="676767"/>
            </a:solidFill>
            <a:ln cap="rnd">
              <a:noFill/>
              <a:round/>
            </a:ln>
            <a:effectLst/>
          </p:spPr>
        </p:sp>
        <p:sp>
          <p:nvSpPr>
            <p:cNvPr id="53272" name=""/>
            <p:cNvSpPr/>
            <p:nvPr/>
          </p:nvSpPr>
          <p:spPr>
            <a:xfrm>
              <a:off x="1446" y="2725"/>
              <a:ext cx="54" cy="40"/>
            </a:xfrm>
            <a:custGeom>
              <a:pathLst>
                <a:path w="54" h="40">
                  <a:moveTo>
                    <a:pt x="0" y="16"/>
                  </a:moveTo>
                  <a:lnTo>
                    <a:pt x="33" y="39"/>
                  </a:lnTo>
                  <a:lnTo>
                    <a:pt x="53" y="24"/>
                  </a:lnTo>
                  <a:lnTo>
                    <a:pt x="21" y="0"/>
                  </a:lnTo>
                  <a:lnTo>
                    <a:pt x="0" y="16"/>
                  </a:lnTo>
                </a:path>
              </a:pathLst>
            </a:custGeom>
            <a:solidFill>
              <a:srgbClr val="676767"/>
            </a:solidFill>
            <a:ln cap="rnd">
              <a:noFill/>
              <a:round/>
            </a:ln>
            <a:effectLst/>
          </p:spPr>
        </p:sp>
        <p:sp>
          <p:nvSpPr>
            <p:cNvPr id="53273" name=""/>
            <p:cNvSpPr/>
            <p:nvPr/>
          </p:nvSpPr>
          <p:spPr>
            <a:xfrm>
              <a:off x="1327" y="2738"/>
              <a:ext cx="145" cy="105"/>
            </a:xfrm>
            <a:custGeom>
              <a:pathLst>
                <a:path w="145" h="105">
                  <a:moveTo>
                    <a:pt x="0" y="78"/>
                  </a:moveTo>
                  <a:lnTo>
                    <a:pt x="36" y="104"/>
                  </a:lnTo>
                  <a:lnTo>
                    <a:pt x="144" y="26"/>
                  </a:lnTo>
                  <a:lnTo>
                    <a:pt x="112" y="0"/>
                  </a:lnTo>
                  <a:lnTo>
                    <a:pt x="0" y="78"/>
                  </a:lnTo>
                </a:path>
              </a:pathLst>
            </a:custGeom>
            <a:solidFill>
              <a:schemeClr val="folHlink"/>
            </a:solidFill>
            <a:ln cap="rnd">
              <a:noFill/>
              <a:round/>
            </a:ln>
            <a:effectLst/>
          </p:spPr>
        </p:sp>
        <p:sp>
          <p:nvSpPr>
            <p:cNvPr id="53274" name=""/>
            <p:cNvSpPr/>
            <p:nvPr/>
          </p:nvSpPr>
          <p:spPr>
            <a:xfrm>
              <a:off x="1446" y="2720"/>
              <a:ext cx="54" cy="42"/>
            </a:xfrm>
            <a:custGeom>
              <a:pathLst>
                <a:path w="54" h="42">
                  <a:moveTo>
                    <a:pt x="0" y="17"/>
                  </a:moveTo>
                  <a:lnTo>
                    <a:pt x="33" y="41"/>
                  </a:lnTo>
                  <a:lnTo>
                    <a:pt x="53" y="25"/>
                  </a:lnTo>
                  <a:lnTo>
                    <a:pt x="21" y="0"/>
                  </a:lnTo>
                  <a:lnTo>
                    <a:pt x="0" y="17"/>
                  </a:lnTo>
                </a:path>
              </a:pathLst>
            </a:custGeom>
            <a:solidFill>
              <a:schemeClr val="folHlink"/>
            </a:solidFill>
            <a:ln cap="rnd">
              <a:noFill/>
              <a:round/>
            </a:ln>
            <a:effectLst/>
          </p:spPr>
        </p:sp>
      </p:grpSp>
      <p:cxnSp>
        <p:nvCxnSpPr>
          <p:cNvPr id="53275" name=""/>
          <p:cNvCxnSpPr/>
          <p:nvPr/>
        </p:nvCxnSpPr>
        <p:spPr>
          <a:xfrm flipH="1">
            <a:off x="2760663" y="3303588"/>
            <a:ext cx="0" cy="177800"/>
          </a:xfrm>
          <a:prstGeom prst="line">
            <a:avLst/>
          </a:prstGeom>
          <a:noFill/>
          <a:ln w="25400">
            <a:solidFill>
              <a:schemeClr val="accent1"/>
            </a:solidFill>
            <a:miter lim="800000"/>
          </a:ln>
          <a:effectLst/>
        </p:spPr>
      </p:cxnSp>
      <p:sp>
        <p:nvSpPr>
          <p:cNvPr id="53276" name=""/>
          <p:cNvSpPr/>
          <p:nvPr/>
        </p:nvSpPr>
        <p:spPr>
          <a:xfrm>
            <a:off x="2830513" y="2044700"/>
            <a:ext cx="1785937" cy="781050"/>
          </a:xfrm>
          <a:custGeom>
            <a:pathLst>
              <a:path w="1114" h="543">
                <a:moveTo>
                  <a:pt x="1113" y="0"/>
                </a:moveTo>
                <a:lnTo>
                  <a:pt x="561" y="333"/>
                </a:lnTo>
                <a:lnTo>
                  <a:pt x="617" y="198"/>
                </a:lnTo>
                <a:lnTo>
                  <a:pt x="0" y="542"/>
                </a:lnTo>
              </a:path>
            </a:pathLst>
          </a:custGeom>
          <a:noFill/>
          <a:ln w="25400" cap="rnd" cmpd="sng">
            <a:solidFill>
              <a:schemeClr val="tx1"/>
            </a:solidFill>
            <a:prstDash val="solid"/>
            <a:round/>
            <a:headEnd type="none" w="sm" len="sm"/>
            <a:tailEnd type="none" w="sm" len="sm"/>
          </a:ln>
          <a:effectLst/>
        </p:spPr>
      </p:sp>
      <p:cxnSp>
        <p:nvCxnSpPr>
          <p:cNvPr id="53277" name=""/>
          <p:cNvCxnSpPr/>
          <p:nvPr/>
        </p:nvCxnSpPr>
        <p:spPr>
          <a:xfrm flipH="1">
            <a:off x="2087563" y="3478213"/>
            <a:ext cx="0" cy="173037"/>
          </a:xfrm>
          <a:prstGeom prst="line">
            <a:avLst/>
          </a:prstGeom>
          <a:noFill/>
          <a:ln w="25400">
            <a:solidFill>
              <a:schemeClr val="accent1"/>
            </a:solidFill>
            <a:miter lim="800000"/>
          </a:ln>
          <a:effectLst/>
        </p:spPr>
      </p:cxnSp>
      <p:cxnSp>
        <p:nvCxnSpPr>
          <p:cNvPr id="53278" name=""/>
          <p:cNvCxnSpPr/>
          <p:nvPr/>
        </p:nvCxnSpPr>
        <p:spPr>
          <a:xfrm>
            <a:off x="1876425" y="3478213"/>
            <a:ext cx="1603375" cy="0"/>
          </a:xfrm>
          <a:prstGeom prst="line">
            <a:avLst/>
          </a:prstGeom>
          <a:noFill/>
          <a:ln w="25400">
            <a:solidFill>
              <a:schemeClr val="accent1"/>
            </a:solidFill>
            <a:miter lim="800000"/>
          </a:ln>
          <a:effectLst/>
        </p:spPr>
      </p:cxnSp>
      <p:grpSp>
        <p:nvGrpSpPr>
          <p:cNvPr id="53279" name=""/>
          <p:cNvGrpSpPr/>
          <p:nvPr/>
        </p:nvGrpSpPr>
        <p:grpSpPr>
          <a:xfrm>
            <a:off x="2549525" y="2611438"/>
            <a:ext cx="411163" cy="698500"/>
            <a:chOff x="1590" y="1814"/>
            <a:chExt cx="256" cy="485"/>
          </a:xfrm>
        </p:grpSpPr>
        <p:sp>
          <p:nvSpPr>
            <p:cNvPr id="53280" name=""/>
            <p:cNvSpPr/>
            <p:nvPr/>
          </p:nvSpPr>
          <p:spPr>
            <a:xfrm>
              <a:off x="1615" y="1814"/>
              <a:ext cx="207" cy="1"/>
            </a:xfrm>
            <a:prstGeom prst="rect">
              <a:avLst/>
            </a:prstGeom>
            <a:solidFill>
              <a:srgbClr val="AAAAAA"/>
            </a:solidFill>
            <a:ln>
              <a:noFill/>
              <a:miter lim="800000"/>
            </a:ln>
            <a:effectLst/>
          </p:spPr>
        </p:sp>
        <p:sp>
          <p:nvSpPr>
            <p:cNvPr id="53281" name=""/>
            <p:cNvSpPr/>
            <p:nvPr/>
          </p:nvSpPr>
          <p:spPr>
            <a:xfrm>
              <a:off x="1615" y="2240"/>
              <a:ext cx="207" cy="0"/>
            </a:xfrm>
            <a:prstGeom prst="rect">
              <a:avLst/>
            </a:prstGeom>
            <a:solidFill>
              <a:srgbClr val="FCFCFC"/>
            </a:solidFill>
            <a:ln>
              <a:noFill/>
              <a:miter lim="800000"/>
            </a:ln>
            <a:effectLst/>
          </p:spPr>
        </p:sp>
        <p:sp>
          <p:nvSpPr>
            <p:cNvPr id="53282" name=""/>
            <p:cNvSpPr/>
            <p:nvPr/>
          </p:nvSpPr>
          <p:spPr>
            <a:xfrm>
              <a:off x="1615" y="2243"/>
              <a:ext cx="207" cy="2"/>
            </a:xfrm>
            <a:prstGeom prst="rect">
              <a:avLst/>
            </a:prstGeom>
            <a:solidFill>
              <a:srgbClr val="FCFCFC"/>
            </a:solidFill>
            <a:ln>
              <a:noFill/>
              <a:miter lim="800000"/>
            </a:ln>
            <a:effectLst/>
          </p:spPr>
        </p:sp>
        <p:sp>
          <p:nvSpPr>
            <p:cNvPr id="53283" name=""/>
            <p:cNvSpPr/>
            <p:nvPr/>
          </p:nvSpPr>
          <p:spPr>
            <a:xfrm>
              <a:off x="1615" y="2250"/>
              <a:ext cx="207" cy="0"/>
            </a:xfrm>
            <a:prstGeom prst="rect">
              <a:avLst/>
            </a:prstGeom>
            <a:solidFill>
              <a:srgbClr val="FDFDFD"/>
            </a:solidFill>
            <a:ln>
              <a:noFill/>
              <a:miter lim="800000"/>
            </a:ln>
            <a:effectLst/>
          </p:spPr>
        </p:sp>
        <p:sp>
          <p:nvSpPr>
            <p:cNvPr id="53284" name=""/>
            <p:cNvSpPr/>
            <p:nvPr/>
          </p:nvSpPr>
          <p:spPr>
            <a:xfrm>
              <a:off x="1615" y="2252"/>
              <a:ext cx="207" cy="1"/>
            </a:xfrm>
            <a:prstGeom prst="rect">
              <a:avLst/>
            </a:prstGeom>
            <a:solidFill>
              <a:srgbClr val="FEFEFE"/>
            </a:solidFill>
            <a:ln>
              <a:noFill/>
              <a:miter lim="800000"/>
            </a:ln>
            <a:effectLst/>
          </p:spPr>
        </p:sp>
        <p:sp>
          <p:nvSpPr>
            <p:cNvPr id="53285" name=""/>
            <p:cNvSpPr/>
            <p:nvPr/>
          </p:nvSpPr>
          <p:spPr>
            <a:xfrm>
              <a:off x="1615" y="2256"/>
              <a:ext cx="207" cy="0"/>
            </a:xfrm>
            <a:prstGeom prst="rect">
              <a:avLst/>
            </a:prstGeom>
            <a:solidFill>
              <a:srgbClr val="FFFFFF"/>
            </a:solidFill>
            <a:ln>
              <a:noFill/>
              <a:miter lim="800000"/>
            </a:ln>
            <a:effectLst/>
          </p:spPr>
        </p:sp>
        <p:sp>
          <p:nvSpPr>
            <p:cNvPr id="53286" name=""/>
            <p:cNvSpPr/>
            <p:nvPr/>
          </p:nvSpPr>
          <p:spPr>
            <a:xfrm>
              <a:off x="1615" y="2261"/>
              <a:ext cx="207" cy="1"/>
            </a:xfrm>
            <a:prstGeom prst="rect">
              <a:avLst/>
            </a:prstGeom>
            <a:solidFill>
              <a:srgbClr val="FFFFFF"/>
            </a:solidFill>
            <a:ln>
              <a:noFill/>
              <a:miter lim="800000"/>
            </a:ln>
            <a:effectLst/>
          </p:spPr>
        </p:sp>
        <p:sp>
          <p:nvSpPr>
            <p:cNvPr id="53287" name=""/>
            <p:cNvSpPr/>
            <p:nvPr/>
          </p:nvSpPr>
          <p:spPr>
            <a:xfrm>
              <a:off x="1619" y="1818"/>
              <a:ext cx="199" cy="443"/>
            </a:xfrm>
            <a:prstGeom prst="rect">
              <a:avLst/>
            </a:prstGeom>
            <a:solidFill>
              <a:srgbClr val="CECECE"/>
            </a:solidFill>
            <a:ln w="12700">
              <a:solidFill>
                <a:schemeClr val="tx1"/>
              </a:solidFill>
              <a:miter lim="800000"/>
            </a:ln>
            <a:effectLst/>
          </p:spPr>
        </p:sp>
        <p:sp>
          <p:nvSpPr>
            <p:cNvPr id="53288" name=""/>
            <p:cNvSpPr/>
            <p:nvPr/>
          </p:nvSpPr>
          <p:spPr>
            <a:xfrm>
              <a:off x="1590" y="2265"/>
              <a:ext cx="256" cy="34"/>
            </a:xfrm>
            <a:prstGeom prst="rect">
              <a:avLst/>
            </a:prstGeom>
            <a:solidFill>
              <a:schemeClr val="tx1"/>
            </a:solidFill>
            <a:ln>
              <a:noFill/>
              <a:miter lim="800000"/>
            </a:ln>
            <a:effectLst/>
          </p:spPr>
        </p:sp>
        <p:cxnSp>
          <p:nvCxnSpPr>
            <p:cNvPr id="53289" name=""/>
            <p:cNvCxnSpPr/>
            <p:nvPr/>
          </p:nvCxnSpPr>
          <p:spPr>
            <a:xfrm>
              <a:off x="1617" y="2011"/>
              <a:ext cx="205" cy="0"/>
            </a:xfrm>
            <a:prstGeom prst="line">
              <a:avLst/>
            </a:prstGeom>
            <a:noFill/>
            <a:ln w="12700">
              <a:solidFill>
                <a:schemeClr val="tx1"/>
              </a:solidFill>
              <a:miter lim="800000"/>
            </a:ln>
            <a:effectLst/>
          </p:spPr>
        </p:cxnSp>
        <p:sp>
          <p:nvSpPr>
            <p:cNvPr id="53290" name=""/>
            <p:cNvSpPr/>
            <p:nvPr/>
          </p:nvSpPr>
          <p:spPr>
            <a:xfrm>
              <a:off x="1639" y="2015"/>
              <a:ext cx="155" cy="20"/>
            </a:xfrm>
            <a:prstGeom prst="rect">
              <a:avLst/>
            </a:prstGeom>
            <a:solidFill>
              <a:srgbClr val="8E8E8E"/>
            </a:solidFill>
            <a:ln>
              <a:noFill/>
              <a:miter lim="800000"/>
            </a:ln>
            <a:effectLst/>
          </p:spPr>
        </p:sp>
        <p:sp>
          <p:nvSpPr>
            <p:cNvPr id="53291" name=""/>
            <p:cNvSpPr/>
            <p:nvPr/>
          </p:nvSpPr>
          <p:spPr>
            <a:xfrm>
              <a:off x="1639" y="2240"/>
              <a:ext cx="155" cy="0"/>
            </a:xfrm>
            <a:prstGeom prst="rect">
              <a:avLst/>
            </a:prstGeom>
            <a:solidFill>
              <a:srgbClr val="C7C7C7"/>
            </a:solidFill>
            <a:ln>
              <a:noFill/>
              <a:miter lim="800000"/>
            </a:ln>
            <a:effectLst/>
          </p:spPr>
        </p:sp>
        <p:sp>
          <p:nvSpPr>
            <p:cNvPr id="53292" name=""/>
            <p:cNvSpPr/>
            <p:nvPr/>
          </p:nvSpPr>
          <p:spPr>
            <a:xfrm>
              <a:off x="1639" y="2243"/>
              <a:ext cx="155" cy="2"/>
            </a:xfrm>
            <a:prstGeom prst="rect">
              <a:avLst/>
            </a:prstGeom>
            <a:solidFill>
              <a:srgbClr val="E3E3E3"/>
            </a:solidFill>
            <a:ln>
              <a:noFill/>
              <a:miter lim="800000"/>
            </a:ln>
            <a:effectLst/>
          </p:spPr>
        </p:sp>
        <p:sp>
          <p:nvSpPr>
            <p:cNvPr id="53293" name=""/>
            <p:cNvSpPr/>
            <p:nvPr/>
          </p:nvSpPr>
          <p:spPr>
            <a:xfrm>
              <a:off x="1639" y="2250"/>
              <a:ext cx="155" cy="0"/>
            </a:xfrm>
            <a:prstGeom prst="rect">
              <a:avLst/>
            </a:prstGeom>
            <a:solidFill>
              <a:srgbClr val="FFFFFF"/>
            </a:solidFill>
            <a:ln>
              <a:noFill/>
              <a:miter lim="800000"/>
            </a:ln>
            <a:effectLst/>
          </p:spPr>
        </p:sp>
        <p:cxnSp>
          <p:nvCxnSpPr>
            <p:cNvPr id="53294" name=""/>
            <p:cNvCxnSpPr/>
            <p:nvPr/>
          </p:nvCxnSpPr>
          <p:spPr>
            <a:xfrm flipH="1">
              <a:off x="1617" y="1816"/>
              <a:ext cx="0" cy="446"/>
            </a:xfrm>
            <a:prstGeom prst="line">
              <a:avLst/>
            </a:prstGeom>
            <a:noFill/>
            <a:ln w="12700">
              <a:solidFill>
                <a:srgbClr val="555555"/>
              </a:solidFill>
              <a:miter lim="800000"/>
            </a:ln>
            <a:effectLst/>
          </p:spPr>
        </p:cxnSp>
        <p:sp>
          <p:nvSpPr>
            <p:cNvPr id="53295" name=""/>
            <p:cNvSpPr/>
            <p:nvPr/>
          </p:nvSpPr>
          <p:spPr>
            <a:xfrm>
              <a:off x="1623" y="1825"/>
              <a:ext cx="7" cy="9"/>
            </a:xfrm>
            <a:prstGeom prst="ellipse">
              <a:avLst/>
            </a:prstGeom>
            <a:solidFill>
              <a:srgbClr val="8E8E8E"/>
            </a:solidFill>
            <a:ln>
              <a:noFill/>
              <a:miter lim="800000"/>
            </a:ln>
            <a:effectLst/>
          </p:spPr>
        </p:sp>
        <p:sp>
          <p:nvSpPr>
            <p:cNvPr id="53296" name=""/>
            <p:cNvSpPr/>
            <p:nvPr/>
          </p:nvSpPr>
          <p:spPr>
            <a:xfrm>
              <a:off x="1646" y="1825"/>
              <a:ext cx="9" cy="9"/>
            </a:xfrm>
            <a:prstGeom prst="ellipse">
              <a:avLst/>
            </a:prstGeom>
            <a:solidFill>
              <a:srgbClr val="8E8E8E"/>
            </a:solidFill>
            <a:ln>
              <a:noFill/>
              <a:miter lim="800000"/>
            </a:ln>
            <a:effectLst/>
          </p:spPr>
        </p:sp>
        <p:sp>
          <p:nvSpPr>
            <p:cNvPr id="53297" name=""/>
            <p:cNvSpPr/>
            <p:nvPr/>
          </p:nvSpPr>
          <p:spPr>
            <a:xfrm>
              <a:off x="1675" y="1825"/>
              <a:ext cx="8" cy="9"/>
            </a:xfrm>
            <a:prstGeom prst="ellipse">
              <a:avLst/>
            </a:prstGeom>
            <a:solidFill>
              <a:srgbClr val="8E8E8E"/>
            </a:solidFill>
            <a:ln>
              <a:noFill/>
              <a:miter lim="800000"/>
            </a:ln>
            <a:effectLst/>
          </p:spPr>
        </p:sp>
        <p:sp>
          <p:nvSpPr>
            <p:cNvPr id="53298" name=""/>
            <p:cNvSpPr/>
            <p:nvPr/>
          </p:nvSpPr>
          <p:spPr>
            <a:xfrm>
              <a:off x="1702" y="1825"/>
              <a:ext cx="9" cy="9"/>
            </a:xfrm>
            <a:prstGeom prst="ellipse">
              <a:avLst/>
            </a:prstGeom>
            <a:solidFill>
              <a:srgbClr val="8E8E8E"/>
            </a:solidFill>
            <a:ln>
              <a:noFill/>
              <a:miter lim="800000"/>
            </a:ln>
            <a:effectLst/>
          </p:spPr>
        </p:sp>
        <p:sp>
          <p:nvSpPr>
            <p:cNvPr id="53299" name=""/>
            <p:cNvSpPr/>
            <p:nvPr/>
          </p:nvSpPr>
          <p:spPr>
            <a:xfrm>
              <a:off x="1732" y="1825"/>
              <a:ext cx="11" cy="9"/>
            </a:xfrm>
            <a:prstGeom prst="ellipse">
              <a:avLst/>
            </a:prstGeom>
            <a:solidFill>
              <a:srgbClr val="8E8E8E"/>
            </a:solidFill>
            <a:ln>
              <a:noFill/>
              <a:miter lim="800000"/>
            </a:ln>
            <a:effectLst/>
          </p:spPr>
        </p:sp>
        <p:sp>
          <p:nvSpPr>
            <p:cNvPr id="53300" name=""/>
            <p:cNvSpPr/>
            <p:nvPr/>
          </p:nvSpPr>
          <p:spPr>
            <a:xfrm>
              <a:off x="1754" y="1825"/>
              <a:ext cx="14" cy="9"/>
            </a:xfrm>
            <a:prstGeom prst="ellipse">
              <a:avLst/>
            </a:prstGeom>
            <a:solidFill>
              <a:srgbClr val="8E8E8E"/>
            </a:solidFill>
            <a:ln>
              <a:noFill/>
              <a:miter lim="800000"/>
            </a:ln>
            <a:effectLst/>
          </p:spPr>
        </p:sp>
        <p:sp>
          <p:nvSpPr>
            <p:cNvPr id="53301" name=""/>
            <p:cNvSpPr/>
            <p:nvPr/>
          </p:nvSpPr>
          <p:spPr>
            <a:xfrm>
              <a:off x="1785" y="1825"/>
              <a:ext cx="9" cy="9"/>
            </a:xfrm>
            <a:prstGeom prst="ellipse">
              <a:avLst/>
            </a:prstGeom>
            <a:solidFill>
              <a:srgbClr val="8E8E8E"/>
            </a:solidFill>
            <a:ln>
              <a:noFill/>
              <a:miter lim="800000"/>
            </a:ln>
            <a:effectLst/>
          </p:spPr>
        </p:sp>
        <p:sp>
          <p:nvSpPr>
            <p:cNvPr id="53302" name=""/>
            <p:cNvSpPr/>
            <p:nvPr/>
          </p:nvSpPr>
          <p:spPr>
            <a:xfrm>
              <a:off x="1663" y="1840"/>
              <a:ext cx="9" cy="11"/>
            </a:xfrm>
            <a:prstGeom prst="ellipse">
              <a:avLst/>
            </a:prstGeom>
            <a:solidFill>
              <a:srgbClr val="8E8E8E"/>
            </a:solidFill>
            <a:ln>
              <a:noFill/>
              <a:miter lim="800000"/>
            </a:ln>
            <a:effectLst/>
          </p:spPr>
        </p:sp>
        <p:sp>
          <p:nvSpPr>
            <p:cNvPr id="53303" name=""/>
            <p:cNvSpPr/>
            <p:nvPr/>
          </p:nvSpPr>
          <p:spPr>
            <a:xfrm>
              <a:off x="1691" y="1840"/>
              <a:ext cx="9" cy="11"/>
            </a:xfrm>
            <a:prstGeom prst="ellipse">
              <a:avLst/>
            </a:prstGeom>
            <a:solidFill>
              <a:srgbClr val="8E8E8E"/>
            </a:solidFill>
            <a:ln>
              <a:noFill/>
              <a:miter lim="800000"/>
            </a:ln>
            <a:effectLst/>
          </p:spPr>
        </p:sp>
        <p:sp>
          <p:nvSpPr>
            <p:cNvPr id="53304" name=""/>
            <p:cNvSpPr/>
            <p:nvPr/>
          </p:nvSpPr>
          <p:spPr>
            <a:xfrm>
              <a:off x="1719" y="1840"/>
              <a:ext cx="8" cy="11"/>
            </a:xfrm>
            <a:prstGeom prst="ellipse">
              <a:avLst/>
            </a:prstGeom>
            <a:solidFill>
              <a:srgbClr val="8E8E8E"/>
            </a:solidFill>
            <a:ln>
              <a:noFill/>
              <a:miter lim="800000"/>
            </a:ln>
            <a:effectLst/>
          </p:spPr>
        </p:sp>
        <p:sp>
          <p:nvSpPr>
            <p:cNvPr id="53305" name=""/>
            <p:cNvSpPr/>
            <p:nvPr/>
          </p:nvSpPr>
          <p:spPr>
            <a:xfrm>
              <a:off x="1745" y="1840"/>
              <a:ext cx="9" cy="11"/>
            </a:xfrm>
            <a:prstGeom prst="ellipse">
              <a:avLst/>
            </a:prstGeom>
            <a:solidFill>
              <a:srgbClr val="8E8E8E"/>
            </a:solidFill>
            <a:ln>
              <a:noFill/>
              <a:miter lim="800000"/>
            </a:ln>
            <a:effectLst/>
          </p:spPr>
        </p:sp>
        <p:sp>
          <p:nvSpPr>
            <p:cNvPr id="53306" name=""/>
            <p:cNvSpPr/>
            <p:nvPr/>
          </p:nvSpPr>
          <p:spPr>
            <a:xfrm>
              <a:off x="1774" y="1840"/>
              <a:ext cx="8" cy="11"/>
            </a:xfrm>
            <a:prstGeom prst="ellipse">
              <a:avLst/>
            </a:prstGeom>
            <a:solidFill>
              <a:srgbClr val="8E8E8E"/>
            </a:solidFill>
            <a:ln>
              <a:noFill/>
              <a:miter lim="800000"/>
            </a:ln>
            <a:effectLst/>
          </p:spPr>
        </p:sp>
        <p:sp>
          <p:nvSpPr>
            <p:cNvPr id="53307" name=""/>
            <p:cNvSpPr/>
            <p:nvPr/>
          </p:nvSpPr>
          <p:spPr>
            <a:xfrm>
              <a:off x="1801" y="1840"/>
              <a:ext cx="9" cy="11"/>
            </a:xfrm>
            <a:prstGeom prst="ellipse">
              <a:avLst/>
            </a:prstGeom>
            <a:solidFill>
              <a:srgbClr val="8E8E8E"/>
            </a:solidFill>
            <a:ln>
              <a:noFill/>
              <a:miter lim="800000"/>
            </a:ln>
            <a:effectLst/>
          </p:spPr>
        </p:sp>
        <p:sp>
          <p:nvSpPr>
            <p:cNvPr id="53308" name=""/>
            <p:cNvSpPr/>
            <p:nvPr/>
          </p:nvSpPr>
          <p:spPr>
            <a:xfrm>
              <a:off x="1623" y="1858"/>
              <a:ext cx="7" cy="8"/>
            </a:xfrm>
            <a:prstGeom prst="ellipse">
              <a:avLst/>
            </a:prstGeom>
            <a:solidFill>
              <a:srgbClr val="8E8E8E"/>
            </a:solidFill>
            <a:ln>
              <a:noFill/>
              <a:miter lim="800000"/>
            </a:ln>
            <a:effectLst/>
          </p:spPr>
        </p:sp>
        <p:sp>
          <p:nvSpPr>
            <p:cNvPr id="53309" name=""/>
            <p:cNvSpPr/>
            <p:nvPr/>
          </p:nvSpPr>
          <p:spPr>
            <a:xfrm>
              <a:off x="1646" y="1858"/>
              <a:ext cx="9" cy="8"/>
            </a:xfrm>
            <a:prstGeom prst="ellipse">
              <a:avLst/>
            </a:prstGeom>
            <a:solidFill>
              <a:srgbClr val="8E8E8E"/>
            </a:solidFill>
            <a:ln>
              <a:noFill/>
              <a:miter lim="800000"/>
            </a:ln>
            <a:effectLst/>
          </p:spPr>
        </p:sp>
        <p:sp>
          <p:nvSpPr>
            <p:cNvPr id="53310" name=""/>
            <p:cNvSpPr/>
            <p:nvPr/>
          </p:nvSpPr>
          <p:spPr>
            <a:xfrm>
              <a:off x="1675" y="1858"/>
              <a:ext cx="8" cy="8"/>
            </a:xfrm>
            <a:prstGeom prst="ellipse">
              <a:avLst/>
            </a:prstGeom>
            <a:solidFill>
              <a:srgbClr val="8E8E8E"/>
            </a:solidFill>
            <a:ln>
              <a:noFill/>
              <a:miter lim="800000"/>
            </a:ln>
            <a:effectLst/>
          </p:spPr>
        </p:sp>
        <p:sp>
          <p:nvSpPr>
            <p:cNvPr id="53311" name=""/>
            <p:cNvSpPr/>
            <p:nvPr/>
          </p:nvSpPr>
          <p:spPr>
            <a:xfrm>
              <a:off x="1702" y="1858"/>
              <a:ext cx="9" cy="8"/>
            </a:xfrm>
            <a:prstGeom prst="ellipse">
              <a:avLst/>
            </a:prstGeom>
            <a:solidFill>
              <a:srgbClr val="8E8E8E"/>
            </a:solidFill>
            <a:ln>
              <a:noFill/>
              <a:miter lim="800000"/>
            </a:ln>
            <a:effectLst/>
          </p:spPr>
        </p:sp>
        <p:sp>
          <p:nvSpPr>
            <p:cNvPr id="53312" name=""/>
            <p:cNvSpPr/>
            <p:nvPr/>
          </p:nvSpPr>
          <p:spPr>
            <a:xfrm>
              <a:off x="1732" y="1858"/>
              <a:ext cx="11" cy="8"/>
            </a:xfrm>
            <a:prstGeom prst="ellipse">
              <a:avLst/>
            </a:prstGeom>
            <a:solidFill>
              <a:srgbClr val="8E8E8E"/>
            </a:solidFill>
            <a:ln>
              <a:noFill/>
              <a:miter lim="800000"/>
            </a:ln>
            <a:effectLst/>
          </p:spPr>
        </p:sp>
        <p:sp>
          <p:nvSpPr>
            <p:cNvPr id="53313" name=""/>
            <p:cNvSpPr/>
            <p:nvPr/>
          </p:nvSpPr>
          <p:spPr>
            <a:xfrm>
              <a:off x="1754" y="1858"/>
              <a:ext cx="14" cy="8"/>
            </a:xfrm>
            <a:prstGeom prst="ellipse">
              <a:avLst/>
            </a:prstGeom>
            <a:solidFill>
              <a:srgbClr val="8E8E8E"/>
            </a:solidFill>
            <a:ln>
              <a:noFill/>
              <a:miter lim="800000"/>
            </a:ln>
            <a:effectLst/>
          </p:spPr>
        </p:sp>
        <p:sp>
          <p:nvSpPr>
            <p:cNvPr id="53314" name=""/>
            <p:cNvSpPr/>
            <p:nvPr/>
          </p:nvSpPr>
          <p:spPr>
            <a:xfrm>
              <a:off x="1785" y="1858"/>
              <a:ext cx="9" cy="8"/>
            </a:xfrm>
            <a:prstGeom prst="ellipse">
              <a:avLst/>
            </a:prstGeom>
            <a:solidFill>
              <a:srgbClr val="8E8E8E"/>
            </a:solidFill>
            <a:ln>
              <a:noFill/>
              <a:miter lim="800000"/>
            </a:ln>
            <a:effectLst/>
          </p:spPr>
        </p:sp>
        <p:sp>
          <p:nvSpPr>
            <p:cNvPr id="53315" name=""/>
            <p:cNvSpPr/>
            <p:nvPr/>
          </p:nvSpPr>
          <p:spPr>
            <a:xfrm>
              <a:off x="1639" y="1875"/>
              <a:ext cx="7" cy="7"/>
            </a:xfrm>
            <a:prstGeom prst="ellipse">
              <a:avLst/>
            </a:prstGeom>
            <a:solidFill>
              <a:srgbClr val="8E8E8E"/>
            </a:solidFill>
            <a:ln>
              <a:noFill/>
              <a:miter lim="800000"/>
            </a:ln>
            <a:effectLst/>
          </p:spPr>
        </p:sp>
        <p:sp>
          <p:nvSpPr>
            <p:cNvPr id="53316" name=""/>
            <p:cNvSpPr/>
            <p:nvPr/>
          </p:nvSpPr>
          <p:spPr>
            <a:xfrm>
              <a:off x="1663" y="1875"/>
              <a:ext cx="9" cy="7"/>
            </a:xfrm>
            <a:prstGeom prst="ellipse">
              <a:avLst/>
            </a:prstGeom>
            <a:solidFill>
              <a:srgbClr val="8E8E8E"/>
            </a:solidFill>
            <a:ln>
              <a:noFill/>
              <a:miter lim="800000"/>
            </a:ln>
            <a:effectLst/>
          </p:spPr>
        </p:sp>
        <p:sp>
          <p:nvSpPr>
            <p:cNvPr id="53317" name=""/>
            <p:cNvSpPr/>
            <p:nvPr/>
          </p:nvSpPr>
          <p:spPr>
            <a:xfrm>
              <a:off x="1691" y="1875"/>
              <a:ext cx="9" cy="7"/>
            </a:xfrm>
            <a:prstGeom prst="ellipse">
              <a:avLst/>
            </a:prstGeom>
            <a:solidFill>
              <a:srgbClr val="8E8E8E"/>
            </a:solidFill>
            <a:ln>
              <a:noFill/>
              <a:miter lim="800000"/>
            </a:ln>
            <a:effectLst/>
          </p:spPr>
        </p:sp>
        <p:sp>
          <p:nvSpPr>
            <p:cNvPr id="53318" name=""/>
            <p:cNvSpPr/>
            <p:nvPr/>
          </p:nvSpPr>
          <p:spPr>
            <a:xfrm>
              <a:off x="1719" y="1875"/>
              <a:ext cx="8" cy="7"/>
            </a:xfrm>
            <a:prstGeom prst="ellipse">
              <a:avLst/>
            </a:prstGeom>
            <a:solidFill>
              <a:srgbClr val="8E8E8E"/>
            </a:solidFill>
            <a:ln>
              <a:noFill/>
              <a:miter lim="800000"/>
            </a:ln>
            <a:effectLst/>
          </p:spPr>
        </p:sp>
        <p:sp>
          <p:nvSpPr>
            <p:cNvPr id="53319" name=""/>
            <p:cNvSpPr/>
            <p:nvPr/>
          </p:nvSpPr>
          <p:spPr>
            <a:xfrm>
              <a:off x="1745" y="1875"/>
              <a:ext cx="9" cy="7"/>
            </a:xfrm>
            <a:prstGeom prst="ellipse">
              <a:avLst/>
            </a:prstGeom>
            <a:solidFill>
              <a:srgbClr val="8E8E8E"/>
            </a:solidFill>
            <a:ln>
              <a:noFill/>
              <a:miter lim="800000"/>
            </a:ln>
            <a:effectLst/>
          </p:spPr>
        </p:sp>
        <p:sp>
          <p:nvSpPr>
            <p:cNvPr id="53320" name=""/>
            <p:cNvSpPr/>
            <p:nvPr/>
          </p:nvSpPr>
          <p:spPr>
            <a:xfrm>
              <a:off x="1774" y="1875"/>
              <a:ext cx="8" cy="7"/>
            </a:xfrm>
            <a:prstGeom prst="ellipse">
              <a:avLst/>
            </a:prstGeom>
            <a:solidFill>
              <a:srgbClr val="8E8E8E"/>
            </a:solidFill>
            <a:ln>
              <a:noFill/>
              <a:miter lim="800000"/>
            </a:ln>
            <a:effectLst/>
          </p:spPr>
        </p:sp>
        <p:sp>
          <p:nvSpPr>
            <p:cNvPr id="53321" name=""/>
            <p:cNvSpPr/>
            <p:nvPr/>
          </p:nvSpPr>
          <p:spPr>
            <a:xfrm>
              <a:off x="1801" y="1875"/>
              <a:ext cx="9" cy="7"/>
            </a:xfrm>
            <a:prstGeom prst="ellipse">
              <a:avLst/>
            </a:prstGeom>
            <a:solidFill>
              <a:srgbClr val="8E8E8E"/>
            </a:solidFill>
            <a:ln>
              <a:noFill/>
              <a:miter lim="800000"/>
            </a:ln>
            <a:effectLst/>
          </p:spPr>
        </p:sp>
        <p:sp>
          <p:nvSpPr>
            <p:cNvPr id="53322" name=""/>
            <p:cNvSpPr/>
            <p:nvPr/>
          </p:nvSpPr>
          <p:spPr>
            <a:xfrm>
              <a:off x="1634" y="1849"/>
              <a:ext cx="17" cy="17"/>
            </a:xfrm>
            <a:custGeom>
              <a:pathLst>
                <a:path w="17" h="17">
                  <a:moveTo>
                    <a:pt x="5" y="0"/>
                  </a:moveTo>
                  <a:lnTo>
                    <a:pt x="0" y="0"/>
                  </a:lnTo>
                  <a:lnTo>
                    <a:pt x="5" y="16"/>
                  </a:lnTo>
                  <a:lnTo>
                    <a:pt x="16" y="0"/>
                  </a:lnTo>
                  <a:lnTo>
                    <a:pt x="5" y="0"/>
                  </a:lnTo>
                </a:path>
              </a:pathLst>
            </a:custGeom>
            <a:solidFill>
              <a:srgbClr val="4000D5"/>
            </a:solidFill>
            <a:ln w="12700" cap="rnd" cmpd="sng">
              <a:solidFill>
                <a:srgbClr val="3300AA"/>
              </a:solidFill>
              <a:prstDash val="solid"/>
              <a:round/>
            </a:ln>
            <a:effectLst/>
          </p:spPr>
        </p:sp>
        <p:sp>
          <p:nvSpPr>
            <p:cNvPr id="53323" name=""/>
            <p:cNvSpPr/>
            <p:nvPr/>
          </p:nvSpPr>
          <p:spPr>
            <a:xfrm>
              <a:off x="1634" y="1838"/>
              <a:ext cx="17" cy="17"/>
            </a:xfrm>
            <a:custGeom>
              <a:pathLst>
                <a:path w="17" h="17">
                  <a:moveTo>
                    <a:pt x="5" y="16"/>
                  </a:moveTo>
                  <a:lnTo>
                    <a:pt x="0" y="16"/>
                  </a:lnTo>
                  <a:lnTo>
                    <a:pt x="5" y="0"/>
                  </a:lnTo>
                  <a:lnTo>
                    <a:pt x="16" y="16"/>
                  </a:lnTo>
                  <a:lnTo>
                    <a:pt x="5" y="16"/>
                  </a:lnTo>
                </a:path>
              </a:pathLst>
            </a:custGeom>
            <a:solidFill>
              <a:srgbClr val="4000D5"/>
            </a:solidFill>
            <a:ln w="12700" cap="rnd" cmpd="sng">
              <a:solidFill>
                <a:srgbClr val="3300AA"/>
              </a:solidFill>
              <a:prstDash val="solid"/>
              <a:round/>
            </a:ln>
            <a:effectLst/>
          </p:spPr>
        </p:sp>
        <p:sp>
          <p:nvSpPr>
            <p:cNvPr id="53324" name=""/>
            <p:cNvSpPr/>
            <p:nvPr/>
          </p:nvSpPr>
          <p:spPr>
            <a:xfrm>
              <a:off x="1639" y="2067"/>
              <a:ext cx="155" cy="21"/>
            </a:xfrm>
            <a:prstGeom prst="rect">
              <a:avLst/>
            </a:prstGeom>
            <a:solidFill>
              <a:srgbClr val="8E8E8E"/>
            </a:solidFill>
            <a:ln>
              <a:noFill/>
              <a:miter lim="800000"/>
            </a:ln>
            <a:effectLst/>
          </p:spPr>
        </p:sp>
        <p:sp>
          <p:nvSpPr>
            <p:cNvPr id="53325" name=""/>
            <p:cNvSpPr/>
            <p:nvPr/>
          </p:nvSpPr>
          <p:spPr>
            <a:xfrm>
              <a:off x="1639" y="2119"/>
              <a:ext cx="155" cy="23"/>
            </a:xfrm>
            <a:prstGeom prst="rect">
              <a:avLst/>
            </a:prstGeom>
            <a:solidFill>
              <a:srgbClr val="8E8E8E"/>
            </a:solidFill>
            <a:ln>
              <a:noFill/>
              <a:miter lim="800000"/>
            </a:ln>
            <a:effectLst/>
          </p:spPr>
        </p:sp>
        <p:sp>
          <p:nvSpPr>
            <p:cNvPr id="53326" name=""/>
            <p:cNvSpPr/>
            <p:nvPr/>
          </p:nvSpPr>
          <p:spPr>
            <a:xfrm>
              <a:off x="1639" y="2172"/>
              <a:ext cx="155" cy="20"/>
            </a:xfrm>
            <a:prstGeom prst="rect">
              <a:avLst/>
            </a:prstGeom>
            <a:solidFill>
              <a:srgbClr val="8E8E8E"/>
            </a:solidFill>
            <a:ln>
              <a:noFill/>
              <a:miter lim="800000"/>
            </a:ln>
            <a:effectLst/>
          </p:spPr>
        </p:sp>
        <p:sp>
          <p:nvSpPr>
            <p:cNvPr id="53327" name=""/>
            <p:cNvSpPr/>
            <p:nvPr/>
          </p:nvSpPr>
          <p:spPr>
            <a:xfrm>
              <a:off x="1639" y="2225"/>
              <a:ext cx="155" cy="20"/>
            </a:xfrm>
            <a:prstGeom prst="rect">
              <a:avLst/>
            </a:prstGeom>
            <a:solidFill>
              <a:srgbClr val="8E8E8E"/>
            </a:solidFill>
            <a:ln>
              <a:noFill/>
              <a:miter lim="800000"/>
            </a:ln>
            <a:effectLst/>
          </p:spPr>
        </p:sp>
        <p:sp>
          <p:nvSpPr>
            <p:cNvPr id="53328" name=""/>
            <p:cNvSpPr/>
            <p:nvPr/>
          </p:nvSpPr>
          <p:spPr>
            <a:xfrm>
              <a:off x="1639" y="1969"/>
              <a:ext cx="155" cy="20"/>
            </a:xfrm>
            <a:prstGeom prst="rect">
              <a:avLst/>
            </a:prstGeom>
            <a:solidFill>
              <a:srgbClr val="8E8E8E"/>
            </a:solidFill>
            <a:ln>
              <a:noFill/>
              <a:miter lim="800000"/>
            </a:ln>
            <a:effectLst/>
          </p:spPr>
        </p:sp>
        <p:sp>
          <p:nvSpPr>
            <p:cNvPr id="53329" name=""/>
            <p:cNvSpPr/>
            <p:nvPr/>
          </p:nvSpPr>
          <p:spPr>
            <a:xfrm>
              <a:off x="1639" y="1898"/>
              <a:ext cx="52" cy="15"/>
            </a:xfrm>
            <a:prstGeom prst="rect">
              <a:avLst/>
            </a:prstGeom>
            <a:solidFill>
              <a:srgbClr val="8E8E8E"/>
            </a:solidFill>
            <a:ln>
              <a:noFill/>
              <a:miter lim="800000"/>
            </a:ln>
            <a:effectLst/>
          </p:spPr>
        </p:sp>
      </p:grpSp>
      <p:grpSp>
        <p:nvGrpSpPr>
          <p:cNvPr id="53330" name=""/>
          <p:cNvGrpSpPr/>
          <p:nvPr/>
        </p:nvGrpSpPr>
        <p:grpSpPr>
          <a:xfrm>
            <a:off x="2476500" y="3565525"/>
            <a:ext cx="544513" cy="561975"/>
            <a:chOff x="1544" y="2477"/>
            <a:chExt cx="340" cy="390"/>
          </a:xfrm>
        </p:grpSpPr>
        <p:sp>
          <p:nvSpPr>
            <p:cNvPr id="53331" name=""/>
            <p:cNvSpPr/>
            <p:nvPr/>
          </p:nvSpPr>
          <p:spPr>
            <a:xfrm>
              <a:off x="1544" y="2709"/>
              <a:ext cx="112" cy="115"/>
            </a:xfrm>
            <a:custGeom>
              <a:pathLst>
                <a:path w="112" h="115">
                  <a:moveTo>
                    <a:pt x="0" y="0"/>
                  </a:moveTo>
                  <a:lnTo>
                    <a:pt x="0" y="50"/>
                  </a:lnTo>
                  <a:lnTo>
                    <a:pt x="111" y="114"/>
                  </a:lnTo>
                  <a:lnTo>
                    <a:pt x="111" y="61"/>
                  </a:lnTo>
                  <a:lnTo>
                    <a:pt x="0" y="0"/>
                  </a:lnTo>
                </a:path>
              </a:pathLst>
            </a:custGeom>
            <a:solidFill>
              <a:srgbClr val="676767"/>
            </a:solidFill>
            <a:ln cap="rnd">
              <a:noFill/>
              <a:round/>
            </a:ln>
            <a:effectLst/>
          </p:spPr>
        </p:sp>
        <p:sp>
          <p:nvSpPr>
            <p:cNvPr id="53332" name=""/>
            <p:cNvSpPr/>
            <p:nvPr/>
          </p:nvSpPr>
          <p:spPr>
            <a:xfrm>
              <a:off x="1653" y="2665"/>
              <a:ext cx="162" cy="159"/>
            </a:xfrm>
            <a:custGeom>
              <a:pathLst>
                <a:path w="162" h="159">
                  <a:moveTo>
                    <a:pt x="2" y="158"/>
                  </a:moveTo>
                  <a:lnTo>
                    <a:pt x="161" y="54"/>
                  </a:lnTo>
                  <a:lnTo>
                    <a:pt x="161" y="0"/>
                  </a:lnTo>
                  <a:lnTo>
                    <a:pt x="0" y="108"/>
                  </a:lnTo>
                  <a:lnTo>
                    <a:pt x="2" y="158"/>
                  </a:lnTo>
                </a:path>
              </a:pathLst>
            </a:custGeom>
            <a:solidFill>
              <a:schemeClr val="bg2"/>
            </a:solidFill>
            <a:ln cap="rnd">
              <a:noFill/>
              <a:round/>
            </a:ln>
            <a:effectLst/>
          </p:spPr>
        </p:sp>
        <p:sp>
          <p:nvSpPr>
            <p:cNvPr id="53333" name=""/>
            <p:cNvSpPr/>
            <p:nvPr/>
          </p:nvSpPr>
          <p:spPr>
            <a:xfrm>
              <a:off x="1544" y="2611"/>
              <a:ext cx="275" cy="166"/>
            </a:xfrm>
            <a:custGeom>
              <a:pathLst>
                <a:path w="275" h="166">
                  <a:moveTo>
                    <a:pt x="0" y="97"/>
                  </a:moveTo>
                  <a:lnTo>
                    <a:pt x="161" y="0"/>
                  </a:lnTo>
                  <a:lnTo>
                    <a:pt x="274" y="61"/>
                  </a:lnTo>
                  <a:lnTo>
                    <a:pt x="111" y="165"/>
                  </a:lnTo>
                  <a:lnTo>
                    <a:pt x="0" y="97"/>
                  </a:lnTo>
                </a:path>
              </a:pathLst>
            </a:custGeom>
            <a:solidFill>
              <a:schemeClr val="folHlink"/>
            </a:solidFill>
            <a:ln cap="rnd">
              <a:noFill/>
              <a:round/>
            </a:ln>
            <a:effectLst/>
          </p:spPr>
        </p:sp>
        <p:sp>
          <p:nvSpPr>
            <p:cNvPr id="53334" name=""/>
            <p:cNvSpPr/>
            <p:nvPr/>
          </p:nvSpPr>
          <p:spPr>
            <a:xfrm>
              <a:off x="1546" y="2477"/>
              <a:ext cx="250" cy="155"/>
            </a:xfrm>
            <a:custGeom>
              <a:pathLst>
                <a:path w="250" h="155">
                  <a:moveTo>
                    <a:pt x="0" y="76"/>
                  </a:moveTo>
                  <a:lnTo>
                    <a:pt x="51" y="105"/>
                  </a:lnTo>
                  <a:lnTo>
                    <a:pt x="36" y="116"/>
                  </a:lnTo>
                  <a:lnTo>
                    <a:pt x="102" y="154"/>
                  </a:lnTo>
                  <a:lnTo>
                    <a:pt x="249" y="50"/>
                  </a:lnTo>
                  <a:lnTo>
                    <a:pt x="189" y="20"/>
                  </a:lnTo>
                  <a:lnTo>
                    <a:pt x="176" y="27"/>
                  </a:lnTo>
                  <a:lnTo>
                    <a:pt x="118" y="0"/>
                  </a:lnTo>
                  <a:lnTo>
                    <a:pt x="0" y="76"/>
                  </a:lnTo>
                </a:path>
              </a:pathLst>
            </a:custGeom>
            <a:solidFill>
              <a:srgbClr val="DADADA"/>
            </a:solidFill>
            <a:ln cap="rnd">
              <a:noFill/>
              <a:round/>
            </a:ln>
            <a:effectLst/>
          </p:spPr>
        </p:sp>
        <p:sp>
          <p:nvSpPr>
            <p:cNvPr id="53335" name=""/>
            <p:cNvSpPr/>
            <p:nvPr/>
          </p:nvSpPr>
          <p:spPr>
            <a:xfrm>
              <a:off x="1546" y="2549"/>
              <a:ext cx="114" cy="189"/>
            </a:xfrm>
            <a:custGeom>
              <a:pathLst>
                <a:path w="114" h="189">
                  <a:moveTo>
                    <a:pt x="2" y="0"/>
                  </a:moveTo>
                  <a:lnTo>
                    <a:pt x="0" y="89"/>
                  </a:lnTo>
                  <a:lnTo>
                    <a:pt x="39" y="134"/>
                  </a:lnTo>
                  <a:lnTo>
                    <a:pt x="39" y="146"/>
                  </a:lnTo>
                  <a:lnTo>
                    <a:pt x="111" y="188"/>
                  </a:lnTo>
                  <a:lnTo>
                    <a:pt x="113" y="76"/>
                  </a:lnTo>
                  <a:lnTo>
                    <a:pt x="43" y="46"/>
                  </a:lnTo>
                  <a:lnTo>
                    <a:pt x="54" y="35"/>
                  </a:lnTo>
                  <a:lnTo>
                    <a:pt x="2" y="0"/>
                  </a:lnTo>
                </a:path>
              </a:pathLst>
            </a:custGeom>
            <a:solidFill>
              <a:srgbClr val="676767"/>
            </a:solidFill>
            <a:ln cap="rnd">
              <a:noFill/>
              <a:round/>
            </a:ln>
            <a:effectLst/>
          </p:spPr>
        </p:sp>
        <p:sp>
          <p:nvSpPr>
            <p:cNvPr id="53336" name=""/>
            <p:cNvSpPr/>
            <p:nvPr/>
          </p:nvSpPr>
          <p:spPr>
            <a:xfrm>
              <a:off x="1658" y="2529"/>
              <a:ext cx="139" cy="209"/>
            </a:xfrm>
            <a:custGeom>
              <a:pathLst>
                <a:path w="139" h="209">
                  <a:moveTo>
                    <a:pt x="138" y="0"/>
                  </a:moveTo>
                  <a:lnTo>
                    <a:pt x="138" y="113"/>
                  </a:lnTo>
                  <a:lnTo>
                    <a:pt x="0" y="208"/>
                  </a:lnTo>
                  <a:lnTo>
                    <a:pt x="0" y="97"/>
                  </a:lnTo>
                  <a:lnTo>
                    <a:pt x="138" y="0"/>
                  </a:lnTo>
                </a:path>
              </a:pathLst>
            </a:custGeom>
            <a:solidFill>
              <a:schemeClr val="bg2"/>
            </a:solidFill>
            <a:ln cap="rnd">
              <a:noFill/>
              <a:round/>
            </a:ln>
            <a:effectLst/>
          </p:spPr>
        </p:sp>
        <p:sp>
          <p:nvSpPr>
            <p:cNvPr id="53337" name=""/>
            <p:cNvSpPr/>
            <p:nvPr/>
          </p:nvSpPr>
          <p:spPr>
            <a:xfrm>
              <a:off x="1674" y="2553"/>
              <a:ext cx="104" cy="151"/>
            </a:xfrm>
            <a:custGeom>
              <a:pathLst>
                <a:path w="104" h="151">
                  <a:moveTo>
                    <a:pt x="103" y="0"/>
                  </a:moveTo>
                  <a:lnTo>
                    <a:pt x="103" y="82"/>
                  </a:lnTo>
                  <a:lnTo>
                    <a:pt x="0" y="150"/>
                  </a:lnTo>
                  <a:lnTo>
                    <a:pt x="0" y="76"/>
                  </a:lnTo>
                  <a:lnTo>
                    <a:pt x="103"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338" name=""/>
            <p:cNvSpPr/>
            <p:nvPr/>
          </p:nvSpPr>
          <p:spPr>
            <a:xfrm>
              <a:off x="1676" y="2556"/>
              <a:ext cx="102" cy="148"/>
            </a:xfrm>
            <a:custGeom>
              <a:pathLst>
                <a:path w="102" h="148">
                  <a:moveTo>
                    <a:pt x="101" y="0"/>
                  </a:moveTo>
                  <a:lnTo>
                    <a:pt x="101" y="82"/>
                  </a:lnTo>
                  <a:lnTo>
                    <a:pt x="0" y="147"/>
                  </a:lnTo>
                </a:path>
              </a:pathLst>
            </a:custGeom>
            <a:noFill/>
            <a:ln w="12700" cap="rnd" cmpd="sng">
              <a:solidFill>
                <a:schemeClr val="bg1"/>
              </a:solidFill>
              <a:prstDash val="solid"/>
              <a:round/>
              <a:headEnd type="none" w="sm" len="sm"/>
              <a:tailEnd type="none" w="sm" len="sm"/>
            </a:ln>
            <a:effectLst/>
          </p:spPr>
        </p:sp>
        <p:sp>
          <p:nvSpPr>
            <p:cNvPr id="53339" name=""/>
            <p:cNvSpPr/>
            <p:nvPr/>
          </p:nvSpPr>
          <p:spPr>
            <a:xfrm>
              <a:off x="1667" y="2720"/>
              <a:ext cx="217" cy="145"/>
            </a:xfrm>
            <a:custGeom>
              <a:pathLst>
                <a:path w="217" h="145">
                  <a:moveTo>
                    <a:pt x="64" y="144"/>
                  </a:moveTo>
                  <a:lnTo>
                    <a:pt x="216" y="38"/>
                  </a:lnTo>
                  <a:lnTo>
                    <a:pt x="160" y="0"/>
                  </a:lnTo>
                  <a:lnTo>
                    <a:pt x="0" y="106"/>
                  </a:lnTo>
                  <a:lnTo>
                    <a:pt x="64" y="144"/>
                  </a:lnTo>
                </a:path>
              </a:pathLst>
            </a:custGeom>
            <a:solidFill>
              <a:schemeClr val="bg2"/>
            </a:solidFill>
            <a:ln cap="rnd">
              <a:noFill/>
              <a:round/>
            </a:ln>
            <a:effectLst/>
          </p:spPr>
        </p:sp>
        <p:sp>
          <p:nvSpPr>
            <p:cNvPr id="53340" name=""/>
            <p:cNvSpPr/>
            <p:nvPr/>
          </p:nvSpPr>
          <p:spPr>
            <a:xfrm>
              <a:off x="1667" y="2706"/>
              <a:ext cx="216" cy="154"/>
            </a:xfrm>
            <a:custGeom>
              <a:pathLst>
                <a:path w="216" h="154">
                  <a:moveTo>
                    <a:pt x="63" y="153"/>
                  </a:moveTo>
                  <a:lnTo>
                    <a:pt x="215" y="48"/>
                  </a:lnTo>
                  <a:lnTo>
                    <a:pt x="159" y="0"/>
                  </a:lnTo>
                  <a:lnTo>
                    <a:pt x="0" y="107"/>
                  </a:lnTo>
                  <a:lnTo>
                    <a:pt x="63" y="153"/>
                  </a:lnTo>
                </a:path>
              </a:pathLst>
            </a:custGeom>
            <a:solidFill>
              <a:srgbClr val="919191"/>
            </a:solidFill>
            <a:ln cap="rnd">
              <a:noFill/>
              <a:round/>
            </a:ln>
            <a:effectLst/>
          </p:spPr>
        </p:sp>
        <p:sp>
          <p:nvSpPr>
            <p:cNvPr id="53341" name=""/>
            <p:cNvSpPr/>
            <p:nvPr/>
          </p:nvSpPr>
          <p:spPr>
            <a:xfrm>
              <a:off x="1667" y="2813"/>
              <a:ext cx="66" cy="54"/>
            </a:xfrm>
            <a:custGeom>
              <a:pathLst>
                <a:path w="66" h="54">
                  <a:moveTo>
                    <a:pt x="0" y="0"/>
                  </a:moveTo>
                  <a:lnTo>
                    <a:pt x="0" y="14"/>
                  </a:lnTo>
                  <a:lnTo>
                    <a:pt x="65" y="53"/>
                  </a:lnTo>
                  <a:lnTo>
                    <a:pt x="65" y="45"/>
                  </a:lnTo>
                  <a:lnTo>
                    <a:pt x="0" y="0"/>
                  </a:lnTo>
                </a:path>
              </a:pathLst>
            </a:custGeom>
            <a:solidFill>
              <a:srgbClr val="676767"/>
            </a:solidFill>
            <a:ln cap="rnd">
              <a:noFill/>
              <a:round/>
            </a:ln>
            <a:effectLst/>
          </p:spPr>
        </p:sp>
        <p:cxnSp>
          <p:nvCxnSpPr>
            <p:cNvPr id="53342" name=""/>
            <p:cNvCxnSpPr/>
            <p:nvPr/>
          </p:nvCxnSpPr>
          <p:spPr>
            <a:xfrm flipV="1">
              <a:off x="1682" y="2714"/>
              <a:ext cx="149" cy="99"/>
            </a:xfrm>
            <a:prstGeom prst="line">
              <a:avLst/>
            </a:prstGeom>
            <a:noFill/>
            <a:ln w="12700">
              <a:solidFill>
                <a:schemeClr val="folHlink"/>
              </a:solidFill>
              <a:miter lim="800000"/>
            </a:ln>
            <a:effectLst/>
          </p:spPr>
        </p:cxnSp>
        <p:sp>
          <p:nvSpPr>
            <p:cNvPr id="53343" name=""/>
            <p:cNvSpPr/>
            <p:nvPr/>
          </p:nvSpPr>
          <p:spPr>
            <a:xfrm>
              <a:off x="1693" y="2744"/>
              <a:ext cx="146" cy="103"/>
            </a:xfrm>
            <a:custGeom>
              <a:pathLst>
                <a:path w="146" h="103">
                  <a:moveTo>
                    <a:pt x="0" y="76"/>
                  </a:moveTo>
                  <a:lnTo>
                    <a:pt x="36" y="102"/>
                  </a:lnTo>
                  <a:lnTo>
                    <a:pt x="145" y="25"/>
                  </a:lnTo>
                  <a:lnTo>
                    <a:pt x="113" y="0"/>
                  </a:lnTo>
                  <a:lnTo>
                    <a:pt x="0" y="76"/>
                  </a:lnTo>
                </a:path>
              </a:pathLst>
            </a:custGeom>
            <a:solidFill>
              <a:srgbClr val="676767"/>
            </a:solidFill>
            <a:ln cap="rnd">
              <a:noFill/>
              <a:round/>
            </a:ln>
            <a:effectLst/>
          </p:spPr>
        </p:sp>
        <p:sp>
          <p:nvSpPr>
            <p:cNvPr id="53344" name=""/>
            <p:cNvSpPr/>
            <p:nvPr/>
          </p:nvSpPr>
          <p:spPr>
            <a:xfrm>
              <a:off x="1813" y="2725"/>
              <a:ext cx="53" cy="40"/>
            </a:xfrm>
            <a:custGeom>
              <a:pathLst>
                <a:path w="53" h="40">
                  <a:moveTo>
                    <a:pt x="0" y="16"/>
                  </a:moveTo>
                  <a:lnTo>
                    <a:pt x="32" y="39"/>
                  </a:lnTo>
                  <a:lnTo>
                    <a:pt x="52" y="24"/>
                  </a:lnTo>
                  <a:lnTo>
                    <a:pt x="21" y="0"/>
                  </a:lnTo>
                  <a:lnTo>
                    <a:pt x="0" y="16"/>
                  </a:lnTo>
                </a:path>
              </a:pathLst>
            </a:custGeom>
            <a:solidFill>
              <a:srgbClr val="676767"/>
            </a:solidFill>
            <a:ln cap="rnd">
              <a:noFill/>
              <a:round/>
            </a:ln>
            <a:effectLst/>
          </p:spPr>
        </p:sp>
        <p:sp>
          <p:nvSpPr>
            <p:cNvPr id="53345" name=""/>
            <p:cNvSpPr/>
            <p:nvPr/>
          </p:nvSpPr>
          <p:spPr>
            <a:xfrm>
              <a:off x="1693" y="2738"/>
              <a:ext cx="146" cy="105"/>
            </a:xfrm>
            <a:custGeom>
              <a:pathLst>
                <a:path w="146" h="105">
                  <a:moveTo>
                    <a:pt x="0" y="78"/>
                  </a:moveTo>
                  <a:lnTo>
                    <a:pt x="36" y="104"/>
                  </a:lnTo>
                  <a:lnTo>
                    <a:pt x="145" y="26"/>
                  </a:lnTo>
                  <a:lnTo>
                    <a:pt x="113" y="0"/>
                  </a:lnTo>
                  <a:lnTo>
                    <a:pt x="0" y="78"/>
                  </a:lnTo>
                </a:path>
              </a:pathLst>
            </a:custGeom>
            <a:solidFill>
              <a:schemeClr val="folHlink"/>
            </a:solidFill>
            <a:ln cap="rnd">
              <a:noFill/>
              <a:round/>
            </a:ln>
            <a:effectLst/>
          </p:spPr>
        </p:sp>
        <p:sp>
          <p:nvSpPr>
            <p:cNvPr id="53346" name=""/>
            <p:cNvSpPr/>
            <p:nvPr/>
          </p:nvSpPr>
          <p:spPr>
            <a:xfrm>
              <a:off x="1813" y="2720"/>
              <a:ext cx="53" cy="42"/>
            </a:xfrm>
            <a:custGeom>
              <a:pathLst>
                <a:path w="53" h="42">
                  <a:moveTo>
                    <a:pt x="0" y="17"/>
                  </a:moveTo>
                  <a:lnTo>
                    <a:pt x="32" y="41"/>
                  </a:lnTo>
                  <a:lnTo>
                    <a:pt x="52" y="25"/>
                  </a:lnTo>
                  <a:lnTo>
                    <a:pt x="21" y="0"/>
                  </a:lnTo>
                  <a:lnTo>
                    <a:pt x="0" y="17"/>
                  </a:lnTo>
                </a:path>
              </a:pathLst>
            </a:custGeom>
            <a:solidFill>
              <a:schemeClr val="folHlink"/>
            </a:solidFill>
            <a:ln cap="rnd">
              <a:noFill/>
              <a:round/>
            </a:ln>
            <a:effectLst/>
          </p:spPr>
        </p:sp>
      </p:grpSp>
      <p:cxnSp>
        <p:nvCxnSpPr>
          <p:cNvPr id="53347" name=""/>
          <p:cNvCxnSpPr/>
          <p:nvPr/>
        </p:nvCxnSpPr>
        <p:spPr>
          <a:xfrm flipH="1">
            <a:off x="2674938" y="3478213"/>
            <a:ext cx="1587" cy="173037"/>
          </a:xfrm>
          <a:prstGeom prst="line">
            <a:avLst/>
          </a:prstGeom>
          <a:noFill/>
          <a:ln w="25400">
            <a:solidFill>
              <a:schemeClr val="accent1"/>
            </a:solidFill>
            <a:miter lim="800000"/>
          </a:ln>
          <a:effectLst/>
        </p:spPr>
      </p:cxnSp>
      <p:cxnSp>
        <p:nvCxnSpPr>
          <p:cNvPr id="53348" name=""/>
          <p:cNvCxnSpPr/>
          <p:nvPr/>
        </p:nvCxnSpPr>
        <p:spPr>
          <a:xfrm flipH="1">
            <a:off x="3265488" y="3473450"/>
            <a:ext cx="0" cy="176213"/>
          </a:xfrm>
          <a:prstGeom prst="line">
            <a:avLst/>
          </a:prstGeom>
          <a:noFill/>
          <a:ln w="25400">
            <a:solidFill>
              <a:schemeClr val="accent1"/>
            </a:solidFill>
            <a:miter lim="800000"/>
          </a:ln>
          <a:effectLst/>
        </p:spPr>
      </p:cxnSp>
      <p:cxnSp>
        <p:nvCxnSpPr>
          <p:cNvPr id="53349" name=""/>
          <p:cNvCxnSpPr/>
          <p:nvPr/>
        </p:nvCxnSpPr>
        <p:spPr>
          <a:xfrm flipH="1">
            <a:off x="4076700" y="3476625"/>
            <a:ext cx="0" cy="174625"/>
          </a:xfrm>
          <a:prstGeom prst="line">
            <a:avLst/>
          </a:prstGeom>
          <a:noFill/>
          <a:ln w="25400">
            <a:solidFill>
              <a:schemeClr val="accent1"/>
            </a:solidFill>
            <a:miter lim="800000"/>
          </a:ln>
          <a:effectLst/>
        </p:spPr>
      </p:cxnSp>
      <p:grpSp>
        <p:nvGrpSpPr>
          <p:cNvPr id="53350" name=""/>
          <p:cNvGrpSpPr/>
          <p:nvPr/>
        </p:nvGrpSpPr>
        <p:grpSpPr>
          <a:xfrm>
            <a:off x="4464050" y="3563938"/>
            <a:ext cx="547688" cy="561975"/>
            <a:chOff x="2784" y="2476"/>
            <a:chExt cx="342" cy="390"/>
          </a:xfrm>
        </p:grpSpPr>
        <p:sp>
          <p:nvSpPr>
            <p:cNvPr id="53351" name=""/>
            <p:cNvSpPr/>
            <p:nvPr/>
          </p:nvSpPr>
          <p:spPr>
            <a:xfrm>
              <a:off x="2784" y="2709"/>
              <a:ext cx="114" cy="115"/>
            </a:xfrm>
            <a:custGeom>
              <a:pathLst>
                <a:path w="114" h="115">
                  <a:moveTo>
                    <a:pt x="0" y="0"/>
                  </a:moveTo>
                  <a:lnTo>
                    <a:pt x="0" y="50"/>
                  </a:lnTo>
                  <a:lnTo>
                    <a:pt x="113" y="114"/>
                  </a:lnTo>
                  <a:lnTo>
                    <a:pt x="113" y="61"/>
                  </a:lnTo>
                  <a:lnTo>
                    <a:pt x="0" y="0"/>
                  </a:lnTo>
                </a:path>
              </a:pathLst>
            </a:custGeom>
            <a:solidFill>
              <a:srgbClr val="676767"/>
            </a:solidFill>
            <a:ln cap="rnd">
              <a:noFill/>
              <a:round/>
            </a:ln>
            <a:effectLst/>
          </p:spPr>
        </p:sp>
        <p:sp>
          <p:nvSpPr>
            <p:cNvPr id="53352" name=""/>
            <p:cNvSpPr/>
            <p:nvPr/>
          </p:nvSpPr>
          <p:spPr>
            <a:xfrm>
              <a:off x="2895" y="2665"/>
              <a:ext cx="162" cy="158"/>
            </a:xfrm>
            <a:custGeom>
              <a:pathLst>
                <a:path w="162" h="158">
                  <a:moveTo>
                    <a:pt x="2" y="157"/>
                  </a:moveTo>
                  <a:lnTo>
                    <a:pt x="161" y="54"/>
                  </a:lnTo>
                  <a:lnTo>
                    <a:pt x="161" y="0"/>
                  </a:lnTo>
                  <a:lnTo>
                    <a:pt x="0" y="108"/>
                  </a:lnTo>
                  <a:lnTo>
                    <a:pt x="2" y="157"/>
                  </a:lnTo>
                </a:path>
              </a:pathLst>
            </a:custGeom>
            <a:solidFill>
              <a:schemeClr val="bg2"/>
            </a:solidFill>
            <a:ln cap="rnd">
              <a:noFill/>
              <a:round/>
            </a:ln>
            <a:effectLst/>
          </p:spPr>
        </p:sp>
        <p:sp>
          <p:nvSpPr>
            <p:cNvPr id="53353" name=""/>
            <p:cNvSpPr/>
            <p:nvPr/>
          </p:nvSpPr>
          <p:spPr>
            <a:xfrm>
              <a:off x="2784" y="2610"/>
              <a:ext cx="276" cy="166"/>
            </a:xfrm>
            <a:custGeom>
              <a:pathLst>
                <a:path w="276" h="166">
                  <a:moveTo>
                    <a:pt x="0" y="97"/>
                  </a:moveTo>
                  <a:lnTo>
                    <a:pt x="162" y="0"/>
                  </a:lnTo>
                  <a:lnTo>
                    <a:pt x="275" y="61"/>
                  </a:lnTo>
                  <a:lnTo>
                    <a:pt x="111" y="165"/>
                  </a:lnTo>
                  <a:lnTo>
                    <a:pt x="0" y="97"/>
                  </a:lnTo>
                </a:path>
              </a:pathLst>
            </a:custGeom>
            <a:solidFill>
              <a:schemeClr val="folHlink"/>
            </a:solidFill>
            <a:ln cap="rnd">
              <a:noFill/>
              <a:round/>
            </a:ln>
            <a:effectLst/>
          </p:spPr>
        </p:sp>
        <p:sp>
          <p:nvSpPr>
            <p:cNvPr id="53354" name=""/>
            <p:cNvSpPr/>
            <p:nvPr/>
          </p:nvSpPr>
          <p:spPr>
            <a:xfrm>
              <a:off x="2786" y="2476"/>
              <a:ext cx="251" cy="155"/>
            </a:xfrm>
            <a:custGeom>
              <a:pathLst>
                <a:path w="251" h="155">
                  <a:moveTo>
                    <a:pt x="0" y="76"/>
                  </a:moveTo>
                  <a:lnTo>
                    <a:pt x="51" y="105"/>
                  </a:lnTo>
                  <a:lnTo>
                    <a:pt x="36" y="116"/>
                  </a:lnTo>
                  <a:lnTo>
                    <a:pt x="102" y="154"/>
                  </a:lnTo>
                  <a:lnTo>
                    <a:pt x="250" y="50"/>
                  </a:lnTo>
                  <a:lnTo>
                    <a:pt x="190" y="20"/>
                  </a:lnTo>
                  <a:lnTo>
                    <a:pt x="177" y="27"/>
                  </a:lnTo>
                  <a:lnTo>
                    <a:pt x="119" y="0"/>
                  </a:lnTo>
                  <a:lnTo>
                    <a:pt x="0" y="76"/>
                  </a:lnTo>
                </a:path>
              </a:pathLst>
            </a:custGeom>
            <a:solidFill>
              <a:srgbClr val="DADADA"/>
            </a:solidFill>
            <a:ln cap="rnd">
              <a:noFill/>
              <a:round/>
            </a:ln>
            <a:effectLst/>
          </p:spPr>
        </p:sp>
        <p:sp>
          <p:nvSpPr>
            <p:cNvPr id="53355" name=""/>
            <p:cNvSpPr/>
            <p:nvPr/>
          </p:nvSpPr>
          <p:spPr>
            <a:xfrm>
              <a:off x="2786" y="2549"/>
              <a:ext cx="115" cy="188"/>
            </a:xfrm>
            <a:custGeom>
              <a:pathLst>
                <a:path w="115" h="188">
                  <a:moveTo>
                    <a:pt x="2" y="0"/>
                  </a:moveTo>
                  <a:lnTo>
                    <a:pt x="0" y="89"/>
                  </a:lnTo>
                  <a:lnTo>
                    <a:pt x="39" y="133"/>
                  </a:lnTo>
                  <a:lnTo>
                    <a:pt x="39" y="146"/>
                  </a:lnTo>
                  <a:lnTo>
                    <a:pt x="112" y="187"/>
                  </a:lnTo>
                  <a:lnTo>
                    <a:pt x="114" y="75"/>
                  </a:lnTo>
                  <a:lnTo>
                    <a:pt x="43" y="46"/>
                  </a:lnTo>
                  <a:lnTo>
                    <a:pt x="54" y="35"/>
                  </a:lnTo>
                  <a:lnTo>
                    <a:pt x="2" y="0"/>
                  </a:lnTo>
                </a:path>
              </a:pathLst>
            </a:custGeom>
            <a:solidFill>
              <a:srgbClr val="676767"/>
            </a:solidFill>
            <a:ln cap="rnd">
              <a:noFill/>
              <a:round/>
            </a:ln>
            <a:effectLst/>
          </p:spPr>
        </p:sp>
        <p:sp>
          <p:nvSpPr>
            <p:cNvPr id="53356" name=""/>
            <p:cNvSpPr/>
            <p:nvPr/>
          </p:nvSpPr>
          <p:spPr>
            <a:xfrm>
              <a:off x="2899" y="2528"/>
              <a:ext cx="139" cy="209"/>
            </a:xfrm>
            <a:custGeom>
              <a:pathLst>
                <a:path w="139" h="209">
                  <a:moveTo>
                    <a:pt x="138" y="0"/>
                  </a:moveTo>
                  <a:lnTo>
                    <a:pt x="138" y="113"/>
                  </a:lnTo>
                  <a:lnTo>
                    <a:pt x="0" y="208"/>
                  </a:lnTo>
                  <a:lnTo>
                    <a:pt x="0" y="97"/>
                  </a:lnTo>
                  <a:lnTo>
                    <a:pt x="138" y="0"/>
                  </a:lnTo>
                </a:path>
              </a:pathLst>
            </a:custGeom>
            <a:solidFill>
              <a:schemeClr val="bg2"/>
            </a:solidFill>
            <a:ln cap="rnd">
              <a:noFill/>
              <a:round/>
            </a:ln>
            <a:effectLst/>
          </p:spPr>
        </p:sp>
        <p:sp>
          <p:nvSpPr>
            <p:cNvPr id="53357" name=""/>
            <p:cNvSpPr/>
            <p:nvPr/>
          </p:nvSpPr>
          <p:spPr>
            <a:xfrm>
              <a:off x="2915" y="2552"/>
              <a:ext cx="104" cy="151"/>
            </a:xfrm>
            <a:custGeom>
              <a:pathLst>
                <a:path w="104" h="151">
                  <a:moveTo>
                    <a:pt x="103" y="0"/>
                  </a:moveTo>
                  <a:lnTo>
                    <a:pt x="103" y="82"/>
                  </a:lnTo>
                  <a:lnTo>
                    <a:pt x="0" y="150"/>
                  </a:lnTo>
                  <a:lnTo>
                    <a:pt x="0" y="76"/>
                  </a:lnTo>
                  <a:lnTo>
                    <a:pt x="103"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358" name=""/>
            <p:cNvSpPr/>
            <p:nvPr/>
          </p:nvSpPr>
          <p:spPr>
            <a:xfrm>
              <a:off x="2918" y="2556"/>
              <a:ext cx="101" cy="147"/>
            </a:xfrm>
            <a:custGeom>
              <a:pathLst>
                <a:path w="101" h="147">
                  <a:moveTo>
                    <a:pt x="100" y="0"/>
                  </a:moveTo>
                  <a:lnTo>
                    <a:pt x="100" y="82"/>
                  </a:lnTo>
                  <a:lnTo>
                    <a:pt x="0" y="146"/>
                  </a:lnTo>
                </a:path>
              </a:pathLst>
            </a:custGeom>
            <a:noFill/>
            <a:ln w="12700" cap="rnd" cmpd="sng">
              <a:solidFill>
                <a:schemeClr val="bg1"/>
              </a:solidFill>
              <a:prstDash val="solid"/>
              <a:round/>
              <a:headEnd type="none" w="sm" len="sm"/>
              <a:tailEnd type="none" w="sm" len="sm"/>
            </a:ln>
            <a:effectLst/>
          </p:spPr>
        </p:sp>
        <p:sp>
          <p:nvSpPr>
            <p:cNvPr id="53359" name=""/>
            <p:cNvSpPr/>
            <p:nvPr/>
          </p:nvSpPr>
          <p:spPr>
            <a:xfrm>
              <a:off x="2908" y="2719"/>
              <a:ext cx="218" cy="145"/>
            </a:xfrm>
            <a:custGeom>
              <a:pathLst>
                <a:path w="218" h="145">
                  <a:moveTo>
                    <a:pt x="64" y="144"/>
                  </a:moveTo>
                  <a:lnTo>
                    <a:pt x="217" y="38"/>
                  </a:lnTo>
                  <a:lnTo>
                    <a:pt x="161" y="0"/>
                  </a:lnTo>
                  <a:lnTo>
                    <a:pt x="0" y="106"/>
                  </a:lnTo>
                  <a:lnTo>
                    <a:pt x="64" y="144"/>
                  </a:lnTo>
                </a:path>
              </a:pathLst>
            </a:custGeom>
            <a:solidFill>
              <a:schemeClr val="bg2"/>
            </a:solidFill>
            <a:ln cap="rnd">
              <a:noFill/>
              <a:round/>
            </a:ln>
            <a:effectLst/>
          </p:spPr>
        </p:sp>
        <p:sp>
          <p:nvSpPr>
            <p:cNvPr id="53360" name=""/>
            <p:cNvSpPr/>
            <p:nvPr/>
          </p:nvSpPr>
          <p:spPr>
            <a:xfrm>
              <a:off x="2908" y="2705"/>
              <a:ext cx="217" cy="154"/>
            </a:xfrm>
            <a:custGeom>
              <a:pathLst>
                <a:path w="217" h="154">
                  <a:moveTo>
                    <a:pt x="64" y="153"/>
                  </a:moveTo>
                  <a:lnTo>
                    <a:pt x="216" y="48"/>
                  </a:lnTo>
                  <a:lnTo>
                    <a:pt x="160" y="0"/>
                  </a:lnTo>
                  <a:lnTo>
                    <a:pt x="0" y="107"/>
                  </a:lnTo>
                  <a:lnTo>
                    <a:pt x="64" y="153"/>
                  </a:lnTo>
                </a:path>
              </a:pathLst>
            </a:custGeom>
            <a:solidFill>
              <a:srgbClr val="919191"/>
            </a:solidFill>
            <a:ln cap="rnd">
              <a:noFill/>
              <a:round/>
            </a:ln>
            <a:effectLst/>
          </p:spPr>
        </p:sp>
        <p:sp>
          <p:nvSpPr>
            <p:cNvPr id="53361" name=""/>
            <p:cNvSpPr/>
            <p:nvPr/>
          </p:nvSpPr>
          <p:spPr>
            <a:xfrm>
              <a:off x="2908" y="2812"/>
              <a:ext cx="65" cy="54"/>
            </a:xfrm>
            <a:custGeom>
              <a:pathLst>
                <a:path w="65" h="54">
                  <a:moveTo>
                    <a:pt x="0" y="0"/>
                  </a:moveTo>
                  <a:lnTo>
                    <a:pt x="0" y="14"/>
                  </a:lnTo>
                  <a:lnTo>
                    <a:pt x="64" y="53"/>
                  </a:lnTo>
                  <a:lnTo>
                    <a:pt x="64" y="45"/>
                  </a:lnTo>
                  <a:lnTo>
                    <a:pt x="0" y="0"/>
                  </a:lnTo>
                </a:path>
              </a:pathLst>
            </a:custGeom>
            <a:solidFill>
              <a:srgbClr val="676767"/>
            </a:solidFill>
            <a:ln cap="rnd">
              <a:noFill/>
              <a:round/>
            </a:ln>
            <a:effectLst/>
          </p:spPr>
        </p:sp>
        <p:cxnSp>
          <p:nvCxnSpPr>
            <p:cNvPr id="53362" name=""/>
            <p:cNvCxnSpPr/>
            <p:nvPr/>
          </p:nvCxnSpPr>
          <p:spPr>
            <a:xfrm flipV="1">
              <a:off x="2923" y="2714"/>
              <a:ext cx="150" cy="98"/>
            </a:xfrm>
            <a:prstGeom prst="line">
              <a:avLst/>
            </a:prstGeom>
            <a:noFill/>
            <a:ln w="12700">
              <a:solidFill>
                <a:schemeClr val="folHlink"/>
              </a:solidFill>
              <a:miter lim="800000"/>
            </a:ln>
            <a:effectLst/>
          </p:spPr>
        </p:cxnSp>
        <p:sp>
          <p:nvSpPr>
            <p:cNvPr id="53363" name=""/>
            <p:cNvSpPr/>
            <p:nvPr/>
          </p:nvSpPr>
          <p:spPr>
            <a:xfrm>
              <a:off x="2935" y="2743"/>
              <a:ext cx="146" cy="103"/>
            </a:xfrm>
            <a:custGeom>
              <a:pathLst>
                <a:path w="146" h="103">
                  <a:moveTo>
                    <a:pt x="0" y="76"/>
                  </a:moveTo>
                  <a:lnTo>
                    <a:pt x="36" y="102"/>
                  </a:lnTo>
                  <a:lnTo>
                    <a:pt x="145" y="25"/>
                  </a:lnTo>
                  <a:lnTo>
                    <a:pt x="113" y="0"/>
                  </a:lnTo>
                  <a:lnTo>
                    <a:pt x="0" y="76"/>
                  </a:lnTo>
                </a:path>
              </a:pathLst>
            </a:custGeom>
            <a:solidFill>
              <a:srgbClr val="676767"/>
            </a:solidFill>
            <a:ln cap="rnd">
              <a:noFill/>
              <a:round/>
            </a:ln>
            <a:effectLst/>
          </p:spPr>
        </p:sp>
        <p:sp>
          <p:nvSpPr>
            <p:cNvPr id="53364" name=""/>
            <p:cNvSpPr/>
            <p:nvPr/>
          </p:nvSpPr>
          <p:spPr>
            <a:xfrm>
              <a:off x="3055" y="2724"/>
              <a:ext cx="52" cy="40"/>
            </a:xfrm>
            <a:custGeom>
              <a:pathLst>
                <a:path w="52" h="40">
                  <a:moveTo>
                    <a:pt x="0" y="16"/>
                  </a:moveTo>
                  <a:lnTo>
                    <a:pt x="31" y="39"/>
                  </a:lnTo>
                  <a:lnTo>
                    <a:pt x="51" y="24"/>
                  </a:lnTo>
                  <a:lnTo>
                    <a:pt x="21" y="0"/>
                  </a:lnTo>
                  <a:lnTo>
                    <a:pt x="0" y="16"/>
                  </a:lnTo>
                </a:path>
              </a:pathLst>
            </a:custGeom>
            <a:solidFill>
              <a:srgbClr val="676767"/>
            </a:solidFill>
            <a:ln cap="rnd">
              <a:noFill/>
              <a:round/>
            </a:ln>
            <a:effectLst/>
          </p:spPr>
        </p:sp>
        <p:sp>
          <p:nvSpPr>
            <p:cNvPr id="53365" name=""/>
            <p:cNvSpPr/>
            <p:nvPr/>
          </p:nvSpPr>
          <p:spPr>
            <a:xfrm>
              <a:off x="2935" y="2738"/>
              <a:ext cx="146" cy="104"/>
            </a:xfrm>
            <a:custGeom>
              <a:pathLst>
                <a:path w="146" h="104">
                  <a:moveTo>
                    <a:pt x="0" y="77"/>
                  </a:moveTo>
                  <a:lnTo>
                    <a:pt x="36" y="103"/>
                  </a:lnTo>
                  <a:lnTo>
                    <a:pt x="145" y="25"/>
                  </a:lnTo>
                  <a:lnTo>
                    <a:pt x="113" y="0"/>
                  </a:lnTo>
                  <a:lnTo>
                    <a:pt x="0" y="77"/>
                  </a:lnTo>
                </a:path>
              </a:pathLst>
            </a:custGeom>
            <a:solidFill>
              <a:schemeClr val="folHlink"/>
            </a:solidFill>
            <a:ln cap="rnd">
              <a:noFill/>
              <a:round/>
            </a:ln>
            <a:effectLst/>
          </p:spPr>
        </p:sp>
        <p:sp>
          <p:nvSpPr>
            <p:cNvPr id="53366" name=""/>
            <p:cNvSpPr/>
            <p:nvPr/>
          </p:nvSpPr>
          <p:spPr>
            <a:xfrm>
              <a:off x="3055" y="2719"/>
              <a:ext cx="52" cy="42"/>
            </a:xfrm>
            <a:custGeom>
              <a:pathLst>
                <a:path w="52" h="42">
                  <a:moveTo>
                    <a:pt x="0" y="17"/>
                  </a:moveTo>
                  <a:lnTo>
                    <a:pt x="31" y="41"/>
                  </a:lnTo>
                  <a:lnTo>
                    <a:pt x="51" y="25"/>
                  </a:lnTo>
                  <a:lnTo>
                    <a:pt x="21" y="0"/>
                  </a:lnTo>
                  <a:lnTo>
                    <a:pt x="0" y="17"/>
                  </a:lnTo>
                </a:path>
              </a:pathLst>
            </a:custGeom>
            <a:solidFill>
              <a:schemeClr val="folHlink"/>
            </a:solidFill>
            <a:ln cap="rnd">
              <a:noFill/>
              <a:round/>
            </a:ln>
            <a:effectLst/>
          </p:spPr>
        </p:sp>
      </p:grpSp>
      <p:cxnSp>
        <p:nvCxnSpPr>
          <p:cNvPr id="53367" name=""/>
          <p:cNvCxnSpPr/>
          <p:nvPr/>
        </p:nvCxnSpPr>
        <p:spPr>
          <a:xfrm flipH="1">
            <a:off x="4662488" y="3476625"/>
            <a:ext cx="1587" cy="174625"/>
          </a:xfrm>
          <a:prstGeom prst="line">
            <a:avLst/>
          </a:prstGeom>
          <a:noFill/>
          <a:ln w="25400">
            <a:solidFill>
              <a:schemeClr val="accent1"/>
            </a:solidFill>
            <a:miter lim="800000"/>
          </a:ln>
          <a:effectLst/>
        </p:spPr>
      </p:cxnSp>
      <p:grpSp>
        <p:nvGrpSpPr>
          <p:cNvPr id="53368" name=""/>
          <p:cNvGrpSpPr/>
          <p:nvPr/>
        </p:nvGrpSpPr>
        <p:grpSpPr>
          <a:xfrm>
            <a:off x="5056188" y="3559175"/>
            <a:ext cx="546100" cy="563563"/>
            <a:chOff x="3153" y="2473"/>
            <a:chExt cx="341" cy="391"/>
          </a:xfrm>
        </p:grpSpPr>
        <p:sp>
          <p:nvSpPr>
            <p:cNvPr id="53369" name=""/>
            <p:cNvSpPr/>
            <p:nvPr/>
          </p:nvSpPr>
          <p:spPr>
            <a:xfrm>
              <a:off x="3153" y="2707"/>
              <a:ext cx="113" cy="114"/>
            </a:xfrm>
            <a:custGeom>
              <a:pathLst>
                <a:path w="113" h="114">
                  <a:moveTo>
                    <a:pt x="0" y="0"/>
                  </a:moveTo>
                  <a:lnTo>
                    <a:pt x="0" y="49"/>
                  </a:lnTo>
                  <a:lnTo>
                    <a:pt x="112" y="113"/>
                  </a:lnTo>
                  <a:lnTo>
                    <a:pt x="112" y="61"/>
                  </a:lnTo>
                  <a:lnTo>
                    <a:pt x="0" y="0"/>
                  </a:lnTo>
                </a:path>
              </a:pathLst>
            </a:custGeom>
            <a:solidFill>
              <a:srgbClr val="676767"/>
            </a:solidFill>
            <a:ln cap="rnd">
              <a:noFill/>
              <a:round/>
            </a:ln>
            <a:effectLst/>
          </p:spPr>
        </p:sp>
        <p:sp>
          <p:nvSpPr>
            <p:cNvPr id="53370" name=""/>
            <p:cNvSpPr/>
            <p:nvPr/>
          </p:nvSpPr>
          <p:spPr>
            <a:xfrm>
              <a:off x="3264" y="2665"/>
              <a:ext cx="162" cy="155"/>
            </a:xfrm>
            <a:custGeom>
              <a:pathLst>
                <a:path w="162" h="155">
                  <a:moveTo>
                    <a:pt x="2" y="154"/>
                  </a:moveTo>
                  <a:lnTo>
                    <a:pt x="161" y="53"/>
                  </a:lnTo>
                  <a:lnTo>
                    <a:pt x="161" y="0"/>
                  </a:lnTo>
                  <a:lnTo>
                    <a:pt x="0" y="106"/>
                  </a:lnTo>
                  <a:lnTo>
                    <a:pt x="2" y="154"/>
                  </a:lnTo>
                </a:path>
              </a:pathLst>
            </a:custGeom>
            <a:solidFill>
              <a:schemeClr val="bg2"/>
            </a:solidFill>
            <a:ln cap="rnd">
              <a:noFill/>
              <a:round/>
            </a:ln>
            <a:effectLst/>
          </p:spPr>
        </p:sp>
        <p:sp>
          <p:nvSpPr>
            <p:cNvPr id="53371" name=""/>
            <p:cNvSpPr/>
            <p:nvPr/>
          </p:nvSpPr>
          <p:spPr>
            <a:xfrm>
              <a:off x="3153" y="2607"/>
              <a:ext cx="275" cy="168"/>
            </a:xfrm>
            <a:custGeom>
              <a:pathLst>
                <a:path w="275" h="168">
                  <a:moveTo>
                    <a:pt x="0" y="98"/>
                  </a:moveTo>
                  <a:lnTo>
                    <a:pt x="161" y="0"/>
                  </a:lnTo>
                  <a:lnTo>
                    <a:pt x="274" y="62"/>
                  </a:lnTo>
                  <a:lnTo>
                    <a:pt x="111" y="167"/>
                  </a:lnTo>
                  <a:lnTo>
                    <a:pt x="0" y="98"/>
                  </a:lnTo>
                </a:path>
              </a:pathLst>
            </a:custGeom>
            <a:solidFill>
              <a:schemeClr val="folHlink"/>
            </a:solidFill>
            <a:ln cap="rnd">
              <a:noFill/>
              <a:round/>
            </a:ln>
            <a:effectLst/>
          </p:spPr>
        </p:sp>
        <p:sp>
          <p:nvSpPr>
            <p:cNvPr id="53372" name=""/>
            <p:cNvSpPr/>
            <p:nvPr/>
          </p:nvSpPr>
          <p:spPr>
            <a:xfrm>
              <a:off x="3154" y="2473"/>
              <a:ext cx="250" cy="157"/>
            </a:xfrm>
            <a:custGeom>
              <a:pathLst>
                <a:path w="250" h="157">
                  <a:moveTo>
                    <a:pt x="0" y="77"/>
                  </a:moveTo>
                  <a:lnTo>
                    <a:pt x="51" y="107"/>
                  </a:lnTo>
                  <a:lnTo>
                    <a:pt x="36" y="117"/>
                  </a:lnTo>
                  <a:lnTo>
                    <a:pt x="102" y="156"/>
                  </a:lnTo>
                  <a:lnTo>
                    <a:pt x="249" y="51"/>
                  </a:lnTo>
                  <a:lnTo>
                    <a:pt x="189" y="20"/>
                  </a:lnTo>
                  <a:lnTo>
                    <a:pt x="176" y="28"/>
                  </a:lnTo>
                  <a:lnTo>
                    <a:pt x="118" y="0"/>
                  </a:lnTo>
                  <a:lnTo>
                    <a:pt x="0" y="77"/>
                  </a:lnTo>
                </a:path>
              </a:pathLst>
            </a:custGeom>
            <a:solidFill>
              <a:srgbClr val="DADADA"/>
            </a:solidFill>
            <a:ln cap="rnd">
              <a:noFill/>
              <a:round/>
            </a:ln>
            <a:effectLst/>
          </p:spPr>
        </p:sp>
        <p:sp>
          <p:nvSpPr>
            <p:cNvPr id="53373" name=""/>
            <p:cNvSpPr/>
            <p:nvPr/>
          </p:nvSpPr>
          <p:spPr>
            <a:xfrm>
              <a:off x="3154" y="2546"/>
              <a:ext cx="116" cy="188"/>
            </a:xfrm>
            <a:custGeom>
              <a:pathLst>
                <a:path w="116" h="188">
                  <a:moveTo>
                    <a:pt x="2" y="0"/>
                  </a:moveTo>
                  <a:lnTo>
                    <a:pt x="0" y="89"/>
                  </a:lnTo>
                  <a:lnTo>
                    <a:pt x="40" y="133"/>
                  </a:lnTo>
                  <a:lnTo>
                    <a:pt x="40" y="146"/>
                  </a:lnTo>
                  <a:lnTo>
                    <a:pt x="112" y="187"/>
                  </a:lnTo>
                  <a:lnTo>
                    <a:pt x="115" y="75"/>
                  </a:lnTo>
                  <a:lnTo>
                    <a:pt x="43" y="46"/>
                  </a:lnTo>
                  <a:lnTo>
                    <a:pt x="55" y="35"/>
                  </a:lnTo>
                  <a:lnTo>
                    <a:pt x="2" y="0"/>
                  </a:lnTo>
                </a:path>
              </a:pathLst>
            </a:custGeom>
            <a:solidFill>
              <a:srgbClr val="676767"/>
            </a:solidFill>
            <a:ln cap="rnd">
              <a:noFill/>
              <a:round/>
            </a:ln>
            <a:effectLst/>
          </p:spPr>
        </p:sp>
        <p:sp>
          <p:nvSpPr>
            <p:cNvPr id="53374" name=""/>
            <p:cNvSpPr/>
            <p:nvPr/>
          </p:nvSpPr>
          <p:spPr>
            <a:xfrm>
              <a:off x="3267" y="2525"/>
              <a:ext cx="139" cy="209"/>
            </a:xfrm>
            <a:custGeom>
              <a:pathLst>
                <a:path w="139" h="209">
                  <a:moveTo>
                    <a:pt x="138" y="0"/>
                  </a:moveTo>
                  <a:lnTo>
                    <a:pt x="138" y="113"/>
                  </a:lnTo>
                  <a:lnTo>
                    <a:pt x="0" y="208"/>
                  </a:lnTo>
                  <a:lnTo>
                    <a:pt x="0" y="97"/>
                  </a:lnTo>
                  <a:lnTo>
                    <a:pt x="138" y="0"/>
                  </a:lnTo>
                </a:path>
              </a:pathLst>
            </a:custGeom>
            <a:solidFill>
              <a:schemeClr val="bg2"/>
            </a:solidFill>
            <a:ln cap="rnd">
              <a:noFill/>
              <a:round/>
            </a:ln>
            <a:effectLst/>
          </p:spPr>
        </p:sp>
        <p:sp>
          <p:nvSpPr>
            <p:cNvPr id="53375" name=""/>
            <p:cNvSpPr/>
            <p:nvPr/>
          </p:nvSpPr>
          <p:spPr>
            <a:xfrm>
              <a:off x="3283" y="2550"/>
              <a:ext cx="105" cy="152"/>
            </a:xfrm>
            <a:custGeom>
              <a:pathLst>
                <a:path w="105" h="152">
                  <a:moveTo>
                    <a:pt x="104" y="0"/>
                  </a:moveTo>
                  <a:lnTo>
                    <a:pt x="104" y="83"/>
                  </a:lnTo>
                  <a:lnTo>
                    <a:pt x="0" y="151"/>
                  </a:lnTo>
                  <a:lnTo>
                    <a:pt x="0" y="77"/>
                  </a:lnTo>
                  <a:lnTo>
                    <a:pt x="104"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376" name=""/>
            <p:cNvSpPr/>
            <p:nvPr/>
          </p:nvSpPr>
          <p:spPr>
            <a:xfrm>
              <a:off x="3286" y="2555"/>
              <a:ext cx="102" cy="147"/>
            </a:xfrm>
            <a:custGeom>
              <a:pathLst>
                <a:path w="102" h="147">
                  <a:moveTo>
                    <a:pt x="101" y="0"/>
                  </a:moveTo>
                  <a:lnTo>
                    <a:pt x="101" y="82"/>
                  </a:lnTo>
                  <a:lnTo>
                    <a:pt x="0" y="146"/>
                  </a:lnTo>
                </a:path>
              </a:pathLst>
            </a:custGeom>
            <a:noFill/>
            <a:ln w="12700" cap="rnd" cmpd="sng">
              <a:solidFill>
                <a:schemeClr val="bg1"/>
              </a:solidFill>
              <a:prstDash val="solid"/>
              <a:round/>
              <a:headEnd type="none" w="sm" len="sm"/>
              <a:tailEnd type="none" w="sm" len="sm"/>
            </a:ln>
            <a:effectLst/>
          </p:spPr>
        </p:sp>
        <p:sp>
          <p:nvSpPr>
            <p:cNvPr id="53377" name=""/>
            <p:cNvSpPr/>
            <p:nvPr/>
          </p:nvSpPr>
          <p:spPr>
            <a:xfrm>
              <a:off x="3277" y="2717"/>
              <a:ext cx="217" cy="146"/>
            </a:xfrm>
            <a:custGeom>
              <a:pathLst>
                <a:path w="217" h="146">
                  <a:moveTo>
                    <a:pt x="64" y="145"/>
                  </a:moveTo>
                  <a:lnTo>
                    <a:pt x="216" y="38"/>
                  </a:lnTo>
                  <a:lnTo>
                    <a:pt x="160" y="0"/>
                  </a:lnTo>
                  <a:lnTo>
                    <a:pt x="0" y="107"/>
                  </a:lnTo>
                  <a:lnTo>
                    <a:pt x="64" y="145"/>
                  </a:lnTo>
                </a:path>
              </a:pathLst>
            </a:custGeom>
            <a:solidFill>
              <a:schemeClr val="bg2"/>
            </a:solidFill>
            <a:ln cap="rnd">
              <a:noFill/>
              <a:round/>
            </a:ln>
            <a:effectLst/>
          </p:spPr>
        </p:sp>
        <p:sp>
          <p:nvSpPr>
            <p:cNvPr id="53378" name=""/>
            <p:cNvSpPr/>
            <p:nvPr/>
          </p:nvSpPr>
          <p:spPr>
            <a:xfrm>
              <a:off x="3276" y="2702"/>
              <a:ext cx="218" cy="155"/>
            </a:xfrm>
            <a:custGeom>
              <a:pathLst>
                <a:path w="218" h="155">
                  <a:moveTo>
                    <a:pt x="64" y="154"/>
                  </a:moveTo>
                  <a:lnTo>
                    <a:pt x="217" y="48"/>
                  </a:lnTo>
                  <a:lnTo>
                    <a:pt x="161" y="0"/>
                  </a:lnTo>
                  <a:lnTo>
                    <a:pt x="0" y="107"/>
                  </a:lnTo>
                  <a:lnTo>
                    <a:pt x="64" y="154"/>
                  </a:lnTo>
                </a:path>
              </a:pathLst>
            </a:custGeom>
            <a:solidFill>
              <a:srgbClr val="919191"/>
            </a:solidFill>
            <a:ln cap="rnd">
              <a:noFill/>
              <a:round/>
            </a:ln>
            <a:effectLst/>
          </p:spPr>
        </p:sp>
        <p:sp>
          <p:nvSpPr>
            <p:cNvPr id="53379" name=""/>
            <p:cNvSpPr/>
            <p:nvPr/>
          </p:nvSpPr>
          <p:spPr>
            <a:xfrm>
              <a:off x="3277" y="2811"/>
              <a:ext cx="67" cy="53"/>
            </a:xfrm>
            <a:custGeom>
              <a:pathLst>
                <a:path w="67" h="53">
                  <a:moveTo>
                    <a:pt x="0" y="0"/>
                  </a:moveTo>
                  <a:lnTo>
                    <a:pt x="0" y="14"/>
                  </a:lnTo>
                  <a:lnTo>
                    <a:pt x="66" y="52"/>
                  </a:lnTo>
                  <a:lnTo>
                    <a:pt x="66" y="44"/>
                  </a:lnTo>
                  <a:lnTo>
                    <a:pt x="0" y="0"/>
                  </a:lnTo>
                </a:path>
              </a:pathLst>
            </a:custGeom>
            <a:solidFill>
              <a:srgbClr val="676767"/>
            </a:solidFill>
            <a:ln cap="rnd">
              <a:noFill/>
              <a:round/>
            </a:ln>
            <a:effectLst/>
          </p:spPr>
        </p:sp>
        <p:cxnSp>
          <p:nvCxnSpPr>
            <p:cNvPr id="53380" name=""/>
            <p:cNvCxnSpPr/>
            <p:nvPr/>
          </p:nvCxnSpPr>
          <p:spPr>
            <a:xfrm flipV="1">
              <a:off x="3291" y="2712"/>
              <a:ext cx="150" cy="99"/>
            </a:xfrm>
            <a:prstGeom prst="line">
              <a:avLst/>
            </a:prstGeom>
            <a:noFill/>
            <a:ln w="12700">
              <a:solidFill>
                <a:schemeClr val="folHlink"/>
              </a:solidFill>
              <a:miter lim="800000"/>
            </a:ln>
            <a:effectLst/>
          </p:spPr>
        </p:cxnSp>
        <p:sp>
          <p:nvSpPr>
            <p:cNvPr id="53381" name=""/>
            <p:cNvSpPr/>
            <p:nvPr/>
          </p:nvSpPr>
          <p:spPr>
            <a:xfrm>
              <a:off x="3303" y="2740"/>
              <a:ext cx="146" cy="104"/>
            </a:xfrm>
            <a:custGeom>
              <a:pathLst>
                <a:path w="146" h="104">
                  <a:moveTo>
                    <a:pt x="0" y="77"/>
                  </a:moveTo>
                  <a:lnTo>
                    <a:pt x="36" y="103"/>
                  </a:lnTo>
                  <a:lnTo>
                    <a:pt x="145" y="25"/>
                  </a:lnTo>
                  <a:lnTo>
                    <a:pt x="113" y="0"/>
                  </a:lnTo>
                  <a:lnTo>
                    <a:pt x="0" y="77"/>
                  </a:lnTo>
                </a:path>
              </a:pathLst>
            </a:custGeom>
            <a:solidFill>
              <a:srgbClr val="676767"/>
            </a:solidFill>
            <a:ln cap="rnd">
              <a:noFill/>
              <a:round/>
            </a:ln>
            <a:effectLst/>
          </p:spPr>
        </p:sp>
        <p:sp>
          <p:nvSpPr>
            <p:cNvPr id="53382" name=""/>
            <p:cNvSpPr/>
            <p:nvPr/>
          </p:nvSpPr>
          <p:spPr>
            <a:xfrm>
              <a:off x="3424" y="2721"/>
              <a:ext cx="51" cy="42"/>
            </a:xfrm>
            <a:custGeom>
              <a:pathLst>
                <a:path w="51" h="42">
                  <a:moveTo>
                    <a:pt x="0" y="17"/>
                  </a:moveTo>
                  <a:lnTo>
                    <a:pt x="31" y="41"/>
                  </a:lnTo>
                  <a:lnTo>
                    <a:pt x="50" y="25"/>
                  </a:lnTo>
                  <a:lnTo>
                    <a:pt x="20" y="0"/>
                  </a:lnTo>
                  <a:lnTo>
                    <a:pt x="0" y="17"/>
                  </a:lnTo>
                </a:path>
              </a:pathLst>
            </a:custGeom>
            <a:solidFill>
              <a:srgbClr val="676767"/>
            </a:solidFill>
            <a:ln cap="rnd">
              <a:noFill/>
              <a:round/>
            </a:ln>
            <a:effectLst/>
          </p:spPr>
        </p:sp>
        <p:sp>
          <p:nvSpPr>
            <p:cNvPr id="53383" name=""/>
            <p:cNvSpPr/>
            <p:nvPr/>
          </p:nvSpPr>
          <p:spPr>
            <a:xfrm>
              <a:off x="3303" y="2737"/>
              <a:ext cx="146" cy="102"/>
            </a:xfrm>
            <a:custGeom>
              <a:pathLst>
                <a:path w="146" h="102">
                  <a:moveTo>
                    <a:pt x="0" y="75"/>
                  </a:moveTo>
                  <a:lnTo>
                    <a:pt x="36" y="101"/>
                  </a:lnTo>
                  <a:lnTo>
                    <a:pt x="145" y="25"/>
                  </a:lnTo>
                  <a:lnTo>
                    <a:pt x="113" y="0"/>
                  </a:lnTo>
                  <a:lnTo>
                    <a:pt x="0" y="75"/>
                  </a:lnTo>
                </a:path>
              </a:pathLst>
            </a:custGeom>
            <a:solidFill>
              <a:schemeClr val="folHlink"/>
            </a:solidFill>
            <a:ln cap="rnd">
              <a:noFill/>
              <a:round/>
            </a:ln>
            <a:effectLst/>
          </p:spPr>
        </p:sp>
        <p:sp>
          <p:nvSpPr>
            <p:cNvPr id="53384" name=""/>
            <p:cNvSpPr/>
            <p:nvPr/>
          </p:nvSpPr>
          <p:spPr>
            <a:xfrm>
              <a:off x="3424" y="2717"/>
              <a:ext cx="51" cy="42"/>
            </a:xfrm>
            <a:custGeom>
              <a:pathLst>
                <a:path w="51" h="42">
                  <a:moveTo>
                    <a:pt x="0" y="17"/>
                  </a:moveTo>
                  <a:lnTo>
                    <a:pt x="31" y="41"/>
                  </a:lnTo>
                  <a:lnTo>
                    <a:pt x="50" y="25"/>
                  </a:lnTo>
                  <a:lnTo>
                    <a:pt x="20" y="0"/>
                  </a:lnTo>
                  <a:lnTo>
                    <a:pt x="0" y="17"/>
                  </a:lnTo>
                </a:path>
              </a:pathLst>
            </a:custGeom>
            <a:solidFill>
              <a:schemeClr val="folHlink"/>
            </a:solidFill>
            <a:ln cap="rnd">
              <a:noFill/>
              <a:round/>
            </a:ln>
            <a:effectLst/>
          </p:spPr>
        </p:sp>
      </p:grpSp>
      <p:cxnSp>
        <p:nvCxnSpPr>
          <p:cNvPr id="53385" name=""/>
          <p:cNvCxnSpPr/>
          <p:nvPr/>
        </p:nvCxnSpPr>
        <p:spPr>
          <a:xfrm flipH="1">
            <a:off x="5256213" y="3473450"/>
            <a:ext cx="0" cy="174625"/>
          </a:xfrm>
          <a:prstGeom prst="line">
            <a:avLst/>
          </a:prstGeom>
          <a:noFill/>
          <a:ln w="25400">
            <a:solidFill>
              <a:schemeClr val="accent1"/>
            </a:solidFill>
            <a:miter lim="800000"/>
          </a:ln>
          <a:effectLst/>
        </p:spPr>
      </p:cxnSp>
      <p:grpSp>
        <p:nvGrpSpPr>
          <p:cNvPr id="53386" name=""/>
          <p:cNvGrpSpPr/>
          <p:nvPr/>
        </p:nvGrpSpPr>
        <p:grpSpPr>
          <a:xfrm>
            <a:off x="6316663" y="3562350"/>
            <a:ext cx="546100" cy="561975"/>
            <a:chOff x="3939" y="2475"/>
            <a:chExt cx="341" cy="390"/>
          </a:xfrm>
        </p:grpSpPr>
        <p:sp>
          <p:nvSpPr>
            <p:cNvPr id="53387" name=""/>
            <p:cNvSpPr/>
            <p:nvPr/>
          </p:nvSpPr>
          <p:spPr>
            <a:xfrm>
              <a:off x="3939" y="2708"/>
              <a:ext cx="112" cy="115"/>
            </a:xfrm>
            <a:custGeom>
              <a:pathLst>
                <a:path w="112" h="115">
                  <a:moveTo>
                    <a:pt x="0" y="0"/>
                  </a:moveTo>
                  <a:lnTo>
                    <a:pt x="0" y="50"/>
                  </a:lnTo>
                  <a:lnTo>
                    <a:pt x="111" y="114"/>
                  </a:lnTo>
                  <a:lnTo>
                    <a:pt x="111" y="61"/>
                  </a:lnTo>
                  <a:lnTo>
                    <a:pt x="0" y="0"/>
                  </a:lnTo>
                </a:path>
              </a:pathLst>
            </a:custGeom>
            <a:solidFill>
              <a:srgbClr val="676767"/>
            </a:solidFill>
            <a:ln cap="rnd">
              <a:noFill/>
              <a:round/>
            </a:ln>
            <a:effectLst/>
          </p:spPr>
        </p:sp>
        <p:sp>
          <p:nvSpPr>
            <p:cNvPr id="53388" name=""/>
            <p:cNvSpPr/>
            <p:nvPr/>
          </p:nvSpPr>
          <p:spPr>
            <a:xfrm>
              <a:off x="4049" y="2665"/>
              <a:ext cx="162" cy="157"/>
            </a:xfrm>
            <a:custGeom>
              <a:pathLst>
                <a:path w="162" h="157">
                  <a:moveTo>
                    <a:pt x="2" y="156"/>
                  </a:moveTo>
                  <a:lnTo>
                    <a:pt x="161" y="53"/>
                  </a:lnTo>
                  <a:lnTo>
                    <a:pt x="161" y="0"/>
                  </a:lnTo>
                  <a:lnTo>
                    <a:pt x="0" y="107"/>
                  </a:lnTo>
                  <a:lnTo>
                    <a:pt x="2" y="156"/>
                  </a:lnTo>
                </a:path>
              </a:pathLst>
            </a:custGeom>
            <a:solidFill>
              <a:schemeClr val="bg2"/>
            </a:solidFill>
            <a:ln cap="rnd">
              <a:noFill/>
              <a:round/>
            </a:ln>
            <a:effectLst/>
          </p:spPr>
        </p:sp>
        <p:sp>
          <p:nvSpPr>
            <p:cNvPr id="53389" name=""/>
            <p:cNvSpPr/>
            <p:nvPr/>
          </p:nvSpPr>
          <p:spPr>
            <a:xfrm>
              <a:off x="3939" y="2609"/>
              <a:ext cx="275" cy="166"/>
            </a:xfrm>
            <a:custGeom>
              <a:pathLst>
                <a:path w="275" h="166">
                  <a:moveTo>
                    <a:pt x="0" y="97"/>
                  </a:moveTo>
                  <a:lnTo>
                    <a:pt x="161" y="0"/>
                  </a:lnTo>
                  <a:lnTo>
                    <a:pt x="274" y="61"/>
                  </a:lnTo>
                  <a:lnTo>
                    <a:pt x="111" y="165"/>
                  </a:lnTo>
                  <a:lnTo>
                    <a:pt x="0" y="97"/>
                  </a:lnTo>
                </a:path>
              </a:pathLst>
            </a:custGeom>
            <a:solidFill>
              <a:schemeClr val="folHlink"/>
            </a:solidFill>
            <a:ln cap="rnd">
              <a:noFill/>
              <a:round/>
            </a:ln>
            <a:effectLst/>
          </p:spPr>
        </p:sp>
        <p:sp>
          <p:nvSpPr>
            <p:cNvPr id="53390" name=""/>
            <p:cNvSpPr/>
            <p:nvPr/>
          </p:nvSpPr>
          <p:spPr>
            <a:xfrm>
              <a:off x="3942" y="2475"/>
              <a:ext cx="250" cy="155"/>
            </a:xfrm>
            <a:custGeom>
              <a:pathLst>
                <a:path w="250" h="155">
                  <a:moveTo>
                    <a:pt x="0" y="76"/>
                  </a:moveTo>
                  <a:lnTo>
                    <a:pt x="51" y="105"/>
                  </a:lnTo>
                  <a:lnTo>
                    <a:pt x="36" y="116"/>
                  </a:lnTo>
                  <a:lnTo>
                    <a:pt x="102" y="154"/>
                  </a:lnTo>
                  <a:lnTo>
                    <a:pt x="249" y="50"/>
                  </a:lnTo>
                  <a:lnTo>
                    <a:pt x="189" y="20"/>
                  </a:lnTo>
                  <a:lnTo>
                    <a:pt x="176" y="27"/>
                  </a:lnTo>
                  <a:lnTo>
                    <a:pt x="118" y="0"/>
                  </a:lnTo>
                  <a:lnTo>
                    <a:pt x="0" y="76"/>
                  </a:lnTo>
                </a:path>
              </a:pathLst>
            </a:custGeom>
            <a:solidFill>
              <a:srgbClr val="DADADA"/>
            </a:solidFill>
            <a:ln cap="rnd">
              <a:noFill/>
              <a:round/>
            </a:ln>
            <a:effectLst/>
          </p:spPr>
        </p:sp>
        <p:sp>
          <p:nvSpPr>
            <p:cNvPr id="53391" name=""/>
            <p:cNvSpPr/>
            <p:nvPr/>
          </p:nvSpPr>
          <p:spPr>
            <a:xfrm>
              <a:off x="3942" y="2548"/>
              <a:ext cx="114" cy="188"/>
            </a:xfrm>
            <a:custGeom>
              <a:pathLst>
                <a:path w="114" h="188">
                  <a:moveTo>
                    <a:pt x="2" y="0"/>
                  </a:moveTo>
                  <a:lnTo>
                    <a:pt x="0" y="89"/>
                  </a:lnTo>
                  <a:lnTo>
                    <a:pt x="39" y="133"/>
                  </a:lnTo>
                  <a:lnTo>
                    <a:pt x="39" y="146"/>
                  </a:lnTo>
                  <a:lnTo>
                    <a:pt x="111" y="187"/>
                  </a:lnTo>
                  <a:lnTo>
                    <a:pt x="113" y="75"/>
                  </a:lnTo>
                  <a:lnTo>
                    <a:pt x="43" y="46"/>
                  </a:lnTo>
                  <a:lnTo>
                    <a:pt x="54" y="35"/>
                  </a:lnTo>
                  <a:lnTo>
                    <a:pt x="2" y="0"/>
                  </a:lnTo>
                </a:path>
              </a:pathLst>
            </a:custGeom>
            <a:solidFill>
              <a:srgbClr val="676767"/>
            </a:solidFill>
            <a:ln cap="rnd">
              <a:noFill/>
              <a:round/>
            </a:ln>
            <a:effectLst/>
          </p:spPr>
        </p:sp>
        <p:sp>
          <p:nvSpPr>
            <p:cNvPr id="53392" name=""/>
            <p:cNvSpPr/>
            <p:nvPr/>
          </p:nvSpPr>
          <p:spPr>
            <a:xfrm>
              <a:off x="4053" y="2527"/>
              <a:ext cx="140" cy="209"/>
            </a:xfrm>
            <a:custGeom>
              <a:pathLst>
                <a:path w="140" h="209">
                  <a:moveTo>
                    <a:pt x="139" y="0"/>
                  </a:moveTo>
                  <a:lnTo>
                    <a:pt x="139" y="113"/>
                  </a:lnTo>
                  <a:lnTo>
                    <a:pt x="0" y="208"/>
                  </a:lnTo>
                  <a:lnTo>
                    <a:pt x="0" y="97"/>
                  </a:lnTo>
                  <a:lnTo>
                    <a:pt x="139" y="0"/>
                  </a:lnTo>
                </a:path>
              </a:pathLst>
            </a:custGeom>
            <a:solidFill>
              <a:schemeClr val="bg2"/>
            </a:solidFill>
            <a:ln cap="rnd">
              <a:noFill/>
              <a:round/>
            </a:ln>
            <a:effectLst/>
          </p:spPr>
        </p:sp>
        <p:sp>
          <p:nvSpPr>
            <p:cNvPr id="53393" name=""/>
            <p:cNvSpPr/>
            <p:nvPr/>
          </p:nvSpPr>
          <p:spPr>
            <a:xfrm>
              <a:off x="4070" y="2551"/>
              <a:ext cx="104" cy="151"/>
            </a:xfrm>
            <a:custGeom>
              <a:pathLst>
                <a:path w="104" h="151">
                  <a:moveTo>
                    <a:pt x="103" y="0"/>
                  </a:moveTo>
                  <a:lnTo>
                    <a:pt x="103" y="82"/>
                  </a:lnTo>
                  <a:lnTo>
                    <a:pt x="0" y="150"/>
                  </a:lnTo>
                  <a:lnTo>
                    <a:pt x="0" y="76"/>
                  </a:lnTo>
                  <a:lnTo>
                    <a:pt x="103"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394" name=""/>
            <p:cNvSpPr/>
            <p:nvPr/>
          </p:nvSpPr>
          <p:spPr>
            <a:xfrm>
              <a:off x="4073" y="2556"/>
              <a:ext cx="101" cy="146"/>
            </a:xfrm>
            <a:custGeom>
              <a:pathLst>
                <a:path w="101" h="146">
                  <a:moveTo>
                    <a:pt x="100" y="0"/>
                  </a:moveTo>
                  <a:lnTo>
                    <a:pt x="100" y="81"/>
                  </a:lnTo>
                  <a:lnTo>
                    <a:pt x="0" y="145"/>
                  </a:lnTo>
                </a:path>
              </a:pathLst>
            </a:custGeom>
            <a:noFill/>
            <a:ln w="12700" cap="rnd" cmpd="sng">
              <a:solidFill>
                <a:schemeClr val="bg1"/>
              </a:solidFill>
              <a:prstDash val="solid"/>
              <a:round/>
              <a:headEnd type="none" w="sm" len="sm"/>
              <a:tailEnd type="none" w="sm" len="sm"/>
            </a:ln>
            <a:effectLst/>
          </p:spPr>
        </p:sp>
        <p:sp>
          <p:nvSpPr>
            <p:cNvPr id="53395" name=""/>
            <p:cNvSpPr/>
            <p:nvPr/>
          </p:nvSpPr>
          <p:spPr>
            <a:xfrm>
              <a:off x="4064" y="2719"/>
              <a:ext cx="216" cy="145"/>
            </a:xfrm>
            <a:custGeom>
              <a:pathLst>
                <a:path w="216" h="145">
                  <a:moveTo>
                    <a:pt x="63" y="144"/>
                  </a:moveTo>
                  <a:lnTo>
                    <a:pt x="215" y="38"/>
                  </a:lnTo>
                  <a:lnTo>
                    <a:pt x="159" y="0"/>
                  </a:lnTo>
                  <a:lnTo>
                    <a:pt x="0" y="106"/>
                  </a:lnTo>
                  <a:lnTo>
                    <a:pt x="63" y="144"/>
                  </a:lnTo>
                </a:path>
              </a:pathLst>
            </a:custGeom>
            <a:solidFill>
              <a:schemeClr val="bg2"/>
            </a:solidFill>
            <a:ln cap="rnd">
              <a:noFill/>
              <a:round/>
            </a:ln>
            <a:effectLst/>
          </p:spPr>
        </p:sp>
        <p:sp>
          <p:nvSpPr>
            <p:cNvPr id="53396" name=""/>
            <p:cNvSpPr/>
            <p:nvPr/>
          </p:nvSpPr>
          <p:spPr>
            <a:xfrm>
              <a:off x="4063" y="2704"/>
              <a:ext cx="216" cy="154"/>
            </a:xfrm>
            <a:custGeom>
              <a:pathLst>
                <a:path w="216" h="154">
                  <a:moveTo>
                    <a:pt x="63" y="153"/>
                  </a:moveTo>
                  <a:lnTo>
                    <a:pt x="215" y="48"/>
                  </a:lnTo>
                  <a:lnTo>
                    <a:pt x="159" y="0"/>
                  </a:lnTo>
                  <a:lnTo>
                    <a:pt x="0" y="107"/>
                  </a:lnTo>
                  <a:lnTo>
                    <a:pt x="63" y="153"/>
                  </a:lnTo>
                </a:path>
              </a:pathLst>
            </a:custGeom>
            <a:solidFill>
              <a:srgbClr val="919191"/>
            </a:solidFill>
            <a:ln cap="rnd">
              <a:noFill/>
              <a:round/>
            </a:ln>
            <a:effectLst/>
          </p:spPr>
        </p:sp>
        <p:sp>
          <p:nvSpPr>
            <p:cNvPr id="53397" name=""/>
            <p:cNvSpPr/>
            <p:nvPr/>
          </p:nvSpPr>
          <p:spPr>
            <a:xfrm>
              <a:off x="4064" y="2811"/>
              <a:ext cx="65" cy="54"/>
            </a:xfrm>
            <a:custGeom>
              <a:pathLst>
                <a:path w="65" h="54">
                  <a:moveTo>
                    <a:pt x="0" y="0"/>
                  </a:moveTo>
                  <a:lnTo>
                    <a:pt x="0" y="14"/>
                  </a:lnTo>
                  <a:lnTo>
                    <a:pt x="64" y="53"/>
                  </a:lnTo>
                  <a:lnTo>
                    <a:pt x="64" y="45"/>
                  </a:lnTo>
                  <a:lnTo>
                    <a:pt x="0" y="0"/>
                  </a:lnTo>
                </a:path>
              </a:pathLst>
            </a:custGeom>
            <a:solidFill>
              <a:srgbClr val="676767"/>
            </a:solidFill>
            <a:ln cap="rnd">
              <a:noFill/>
              <a:round/>
            </a:ln>
            <a:effectLst/>
          </p:spPr>
        </p:sp>
        <p:cxnSp>
          <p:nvCxnSpPr>
            <p:cNvPr id="53398" name=""/>
            <p:cNvCxnSpPr/>
            <p:nvPr/>
          </p:nvCxnSpPr>
          <p:spPr>
            <a:xfrm flipV="1">
              <a:off x="4078" y="2713"/>
              <a:ext cx="149" cy="98"/>
            </a:xfrm>
            <a:prstGeom prst="line">
              <a:avLst/>
            </a:prstGeom>
            <a:noFill/>
            <a:ln w="12700">
              <a:solidFill>
                <a:schemeClr val="folHlink"/>
              </a:solidFill>
              <a:miter lim="800000"/>
            </a:ln>
            <a:effectLst/>
          </p:spPr>
        </p:cxnSp>
        <p:sp>
          <p:nvSpPr>
            <p:cNvPr id="53399" name=""/>
            <p:cNvSpPr/>
            <p:nvPr/>
          </p:nvSpPr>
          <p:spPr>
            <a:xfrm>
              <a:off x="4089" y="2742"/>
              <a:ext cx="147" cy="103"/>
            </a:xfrm>
            <a:custGeom>
              <a:pathLst>
                <a:path w="147" h="103">
                  <a:moveTo>
                    <a:pt x="0" y="76"/>
                  </a:moveTo>
                  <a:lnTo>
                    <a:pt x="37" y="102"/>
                  </a:lnTo>
                  <a:lnTo>
                    <a:pt x="146" y="25"/>
                  </a:lnTo>
                  <a:lnTo>
                    <a:pt x="114" y="0"/>
                  </a:lnTo>
                  <a:lnTo>
                    <a:pt x="0" y="76"/>
                  </a:lnTo>
                </a:path>
              </a:pathLst>
            </a:custGeom>
            <a:solidFill>
              <a:srgbClr val="676767"/>
            </a:solidFill>
            <a:ln cap="rnd">
              <a:noFill/>
              <a:round/>
            </a:ln>
            <a:effectLst/>
          </p:spPr>
        </p:sp>
        <p:sp>
          <p:nvSpPr>
            <p:cNvPr id="53400" name=""/>
            <p:cNvSpPr/>
            <p:nvPr/>
          </p:nvSpPr>
          <p:spPr>
            <a:xfrm>
              <a:off x="4209" y="2723"/>
              <a:ext cx="53" cy="40"/>
            </a:xfrm>
            <a:custGeom>
              <a:pathLst>
                <a:path w="53" h="40">
                  <a:moveTo>
                    <a:pt x="0" y="16"/>
                  </a:moveTo>
                  <a:lnTo>
                    <a:pt x="32" y="39"/>
                  </a:lnTo>
                  <a:lnTo>
                    <a:pt x="52" y="24"/>
                  </a:lnTo>
                  <a:lnTo>
                    <a:pt x="21" y="0"/>
                  </a:lnTo>
                  <a:lnTo>
                    <a:pt x="0" y="16"/>
                  </a:lnTo>
                </a:path>
              </a:pathLst>
            </a:custGeom>
            <a:solidFill>
              <a:srgbClr val="676767"/>
            </a:solidFill>
            <a:ln cap="rnd">
              <a:noFill/>
              <a:round/>
            </a:ln>
            <a:effectLst/>
          </p:spPr>
        </p:sp>
        <p:sp>
          <p:nvSpPr>
            <p:cNvPr id="53401" name=""/>
            <p:cNvSpPr/>
            <p:nvPr/>
          </p:nvSpPr>
          <p:spPr>
            <a:xfrm>
              <a:off x="4089" y="2738"/>
              <a:ext cx="147" cy="103"/>
            </a:xfrm>
            <a:custGeom>
              <a:pathLst>
                <a:path w="147" h="103">
                  <a:moveTo>
                    <a:pt x="0" y="76"/>
                  </a:moveTo>
                  <a:lnTo>
                    <a:pt x="37" y="102"/>
                  </a:lnTo>
                  <a:lnTo>
                    <a:pt x="146" y="25"/>
                  </a:lnTo>
                  <a:lnTo>
                    <a:pt x="114" y="0"/>
                  </a:lnTo>
                  <a:lnTo>
                    <a:pt x="0" y="76"/>
                  </a:lnTo>
                </a:path>
              </a:pathLst>
            </a:custGeom>
            <a:solidFill>
              <a:schemeClr val="folHlink"/>
            </a:solidFill>
            <a:ln cap="rnd">
              <a:noFill/>
              <a:round/>
            </a:ln>
            <a:effectLst/>
          </p:spPr>
        </p:sp>
        <p:sp>
          <p:nvSpPr>
            <p:cNvPr id="53402" name=""/>
            <p:cNvSpPr/>
            <p:nvPr/>
          </p:nvSpPr>
          <p:spPr>
            <a:xfrm>
              <a:off x="4209" y="2719"/>
              <a:ext cx="53" cy="41"/>
            </a:xfrm>
            <a:custGeom>
              <a:pathLst>
                <a:path w="53" h="41">
                  <a:moveTo>
                    <a:pt x="0" y="16"/>
                  </a:moveTo>
                  <a:lnTo>
                    <a:pt x="32" y="40"/>
                  </a:lnTo>
                  <a:lnTo>
                    <a:pt x="52" y="25"/>
                  </a:lnTo>
                  <a:lnTo>
                    <a:pt x="21" y="0"/>
                  </a:lnTo>
                  <a:lnTo>
                    <a:pt x="0" y="16"/>
                  </a:lnTo>
                </a:path>
              </a:pathLst>
            </a:custGeom>
            <a:solidFill>
              <a:schemeClr val="folHlink"/>
            </a:solidFill>
            <a:ln cap="rnd">
              <a:noFill/>
              <a:round/>
            </a:ln>
            <a:effectLst/>
          </p:spPr>
        </p:sp>
      </p:grpSp>
      <p:cxnSp>
        <p:nvCxnSpPr>
          <p:cNvPr id="53403" name=""/>
          <p:cNvCxnSpPr/>
          <p:nvPr/>
        </p:nvCxnSpPr>
        <p:spPr>
          <a:xfrm flipH="1">
            <a:off x="6516688" y="3475038"/>
            <a:ext cx="1587" cy="174625"/>
          </a:xfrm>
          <a:prstGeom prst="line">
            <a:avLst/>
          </a:prstGeom>
          <a:noFill/>
          <a:ln w="25400">
            <a:solidFill>
              <a:schemeClr val="accent1"/>
            </a:solidFill>
            <a:miter lim="800000"/>
          </a:ln>
          <a:effectLst/>
        </p:spPr>
      </p:cxnSp>
      <p:cxnSp>
        <p:nvCxnSpPr>
          <p:cNvPr id="53404" name=""/>
          <p:cNvCxnSpPr/>
          <p:nvPr/>
        </p:nvCxnSpPr>
        <p:spPr>
          <a:xfrm>
            <a:off x="6307138" y="3475038"/>
            <a:ext cx="1604962" cy="0"/>
          </a:xfrm>
          <a:prstGeom prst="line">
            <a:avLst/>
          </a:prstGeom>
          <a:noFill/>
          <a:ln w="25400">
            <a:solidFill>
              <a:schemeClr val="accent1"/>
            </a:solidFill>
            <a:miter lim="800000"/>
          </a:ln>
          <a:effectLst/>
        </p:spPr>
      </p:cxnSp>
      <p:grpSp>
        <p:nvGrpSpPr>
          <p:cNvPr id="53405" name=""/>
          <p:cNvGrpSpPr/>
          <p:nvPr/>
        </p:nvGrpSpPr>
        <p:grpSpPr>
          <a:xfrm>
            <a:off x="6907213" y="3562350"/>
            <a:ext cx="547687" cy="561975"/>
            <a:chOff x="4308" y="2475"/>
            <a:chExt cx="341" cy="390"/>
          </a:xfrm>
        </p:grpSpPr>
        <p:sp>
          <p:nvSpPr>
            <p:cNvPr id="53406" name=""/>
            <p:cNvSpPr/>
            <p:nvPr/>
          </p:nvSpPr>
          <p:spPr>
            <a:xfrm>
              <a:off x="4308" y="2708"/>
              <a:ext cx="111" cy="115"/>
            </a:xfrm>
            <a:custGeom>
              <a:pathLst>
                <a:path w="111" h="115">
                  <a:moveTo>
                    <a:pt x="0" y="0"/>
                  </a:moveTo>
                  <a:lnTo>
                    <a:pt x="0" y="50"/>
                  </a:lnTo>
                  <a:lnTo>
                    <a:pt x="110" y="114"/>
                  </a:lnTo>
                  <a:lnTo>
                    <a:pt x="110" y="61"/>
                  </a:lnTo>
                  <a:lnTo>
                    <a:pt x="0" y="0"/>
                  </a:lnTo>
                </a:path>
              </a:pathLst>
            </a:custGeom>
            <a:solidFill>
              <a:srgbClr val="676767"/>
            </a:solidFill>
            <a:ln cap="rnd">
              <a:noFill/>
              <a:round/>
            </a:ln>
            <a:effectLst/>
          </p:spPr>
        </p:sp>
        <p:sp>
          <p:nvSpPr>
            <p:cNvPr id="53407" name=""/>
            <p:cNvSpPr/>
            <p:nvPr/>
          </p:nvSpPr>
          <p:spPr>
            <a:xfrm>
              <a:off x="4416" y="2665"/>
              <a:ext cx="161" cy="157"/>
            </a:xfrm>
            <a:custGeom>
              <a:pathLst>
                <a:path w="161" h="157">
                  <a:moveTo>
                    <a:pt x="2" y="156"/>
                  </a:moveTo>
                  <a:lnTo>
                    <a:pt x="160" y="53"/>
                  </a:lnTo>
                  <a:lnTo>
                    <a:pt x="160" y="0"/>
                  </a:lnTo>
                  <a:lnTo>
                    <a:pt x="0" y="107"/>
                  </a:lnTo>
                  <a:lnTo>
                    <a:pt x="2" y="156"/>
                  </a:lnTo>
                </a:path>
              </a:pathLst>
            </a:custGeom>
            <a:solidFill>
              <a:schemeClr val="bg2"/>
            </a:solidFill>
            <a:ln cap="rnd">
              <a:noFill/>
              <a:round/>
            </a:ln>
            <a:effectLst/>
          </p:spPr>
        </p:sp>
        <p:sp>
          <p:nvSpPr>
            <p:cNvPr id="53408" name=""/>
            <p:cNvSpPr/>
            <p:nvPr/>
          </p:nvSpPr>
          <p:spPr>
            <a:xfrm>
              <a:off x="4308" y="2609"/>
              <a:ext cx="274" cy="166"/>
            </a:xfrm>
            <a:custGeom>
              <a:pathLst>
                <a:path w="274" h="166">
                  <a:moveTo>
                    <a:pt x="0" y="97"/>
                  </a:moveTo>
                  <a:lnTo>
                    <a:pt x="161" y="0"/>
                  </a:lnTo>
                  <a:lnTo>
                    <a:pt x="273" y="61"/>
                  </a:lnTo>
                  <a:lnTo>
                    <a:pt x="111" y="165"/>
                  </a:lnTo>
                  <a:lnTo>
                    <a:pt x="0" y="97"/>
                  </a:lnTo>
                </a:path>
              </a:pathLst>
            </a:custGeom>
            <a:solidFill>
              <a:schemeClr val="folHlink"/>
            </a:solidFill>
            <a:ln cap="rnd">
              <a:noFill/>
              <a:round/>
            </a:ln>
            <a:effectLst/>
          </p:spPr>
        </p:sp>
        <p:sp>
          <p:nvSpPr>
            <p:cNvPr id="53409" name=""/>
            <p:cNvSpPr/>
            <p:nvPr/>
          </p:nvSpPr>
          <p:spPr>
            <a:xfrm>
              <a:off x="4310" y="2475"/>
              <a:ext cx="249" cy="155"/>
            </a:xfrm>
            <a:custGeom>
              <a:pathLst>
                <a:path w="249" h="155">
                  <a:moveTo>
                    <a:pt x="0" y="76"/>
                  </a:moveTo>
                  <a:lnTo>
                    <a:pt x="51" y="105"/>
                  </a:lnTo>
                  <a:lnTo>
                    <a:pt x="36" y="116"/>
                  </a:lnTo>
                  <a:lnTo>
                    <a:pt x="101" y="154"/>
                  </a:lnTo>
                  <a:lnTo>
                    <a:pt x="248" y="50"/>
                  </a:lnTo>
                  <a:lnTo>
                    <a:pt x="188" y="20"/>
                  </a:lnTo>
                  <a:lnTo>
                    <a:pt x="176" y="27"/>
                  </a:lnTo>
                  <a:lnTo>
                    <a:pt x="118" y="0"/>
                  </a:lnTo>
                  <a:lnTo>
                    <a:pt x="0" y="76"/>
                  </a:lnTo>
                </a:path>
              </a:pathLst>
            </a:custGeom>
            <a:solidFill>
              <a:srgbClr val="DADADA"/>
            </a:solidFill>
            <a:ln cap="rnd">
              <a:noFill/>
              <a:round/>
            </a:ln>
            <a:effectLst/>
          </p:spPr>
        </p:sp>
        <p:sp>
          <p:nvSpPr>
            <p:cNvPr id="53410" name=""/>
            <p:cNvSpPr/>
            <p:nvPr/>
          </p:nvSpPr>
          <p:spPr>
            <a:xfrm>
              <a:off x="4310" y="2548"/>
              <a:ext cx="112" cy="188"/>
            </a:xfrm>
            <a:custGeom>
              <a:pathLst>
                <a:path w="112" h="188">
                  <a:moveTo>
                    <a:pt x="2" y="0"/>
                  </a:moveTo>
                  <a:lnTo>
                    <a:pt x="0" y="89"/>
                  </a:lnTo>
                  <a:lnTo>
                    <a:pt x="38" y="133"/>
                  </a:lnTo>
                  <a:lnTo>
                    <a:pt x="38" y="146"/>
                  </a:lnTo>
                  <a:lnTo>
                    <a:pt x="109" y="187"/>
                  </a:lnTo>
                  <a:lnTo>
                    <a:pt x="111" y="75"/>
                  </a:lnTo>
                  <a:lnTo>
                    <a:pt x="42" y="46"/>
                  </a:lnTo>
                  <a:lnTo>
                    <a:pt x="53" y="35"/>
                  </a:lnTo>
                  <a:lnTo>
                    <a:pt x="2" y="0"/>
                  </a:lnTo>
                </a:path>
              </a:pathLst>
            </a:custGeom>
            <a:solidFill>
              <a:srgbClr val="676767"/>
            </a:solidFill>
            <a:ln cap="rnd">
              <a:noFill/>
              <a:round/>
            </a:ln>
            <a:effectLst/>
          </p:spPr>
        </p:sp>
        <p:sp>
          <p:nvSpPr>
            <p:cNvPr id="53411" name=""/>
            <p:cNvSpPr/>
            <p:nvPr/>
          </p:nvSpPr>
          <p:spPr>
            <a:xfrm>
              <a:off x="4419" y="2527"/>
              <a:ext cx="142" cy="209"/>
            </a:xfrm>
            <a:custGeom>
              <a:pathLst>
                <a:path w="142" h="209">
                  <a:moveTo>
                    <a:pt x="141" y="0"/>
                  </a:moveTo>
                  <a:lnTo>
                    <a:pt x="141" y="113"/>
                  </a:lnTo>
                  <a:lnTo>
                    <a:pt x="0" y="208"/>
                  </a:lnTo>
                  <a:lnTo>
                    <a:pt x="0" y="97"/>
                  </a:lnTo>
                  <a:lnTo>
                    <a:pt x="141" y="0"/>
                  </a:lnTo>
                </a:path>
              </a:pathLst>
            </a:custGeom>
            <a:solidFill>
              <a:schemeClr val="bg2"/>
            </a:solidFill>
            <a:ln cap="rnd">
              <a:noFill/>
              <a:round/>
            </a:ln>
            <a:effectLst/>
          </p:spPr>
        </p:sp>
        <p:sp>
          <p:nvSpPr>
            <p:cNvPr id="53412" name=""/>
            <p:cNvSpPr/>
            <p:nvPr/>
          </p:nvSpPr>
          <p:spPr>
            <a:xfrm>
              <a:off x="4436" y="2551"/>
              <a:ext cx="106" cy="151"/>
            </a:xfrm>
            <a:custGeom>
              <a:pathLst>
                <a:path w="106" h="151">
                  <a:moveTo>
                    <a:pt x="105" y="0"/>
                  </a:moveTo>
                  <a:lnTo>
                    <a:pt x="105" y="82"/>
                  </a:lnTo>
                  <a:lnTo>
                    <a:pt x="0" y="150"/>
                  </a:lnTo>
                  <a:lnTo>
                    <a:pt x="0" y="76"/>
                  </a:lnTo>
                  <a:lnTo>
                    <a:pt x="105"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413" name=""/>
            <p:cNvSpPr/>
            <p:nvPr/>
          </p:nvSpPr>
          <p:spPr>
            <a:xfrm>
              <a:off x="4439" y="2556"/>
              <a:ext cx="103" cy="146"/>
            </a:xfrm>
            <a:custGeom>
              <a:pathLst>
                <a:path w="103" h="146">
                  <a:moveTo>
                    <a:pt x="102" y="0"/>
                  </a:moveTo>
                  <a:lnTo>
                    <a:pt x="102" y="81"/>
                  </a:lnTo>
                  <a:lnTo>
                    <a:pt x="0" y="145"/>
                  </a:lnTo>
                </a:path>
              </a:pathLst>
            </a:custGeom>
            <a:noFill/>
            <a:ln w="12700" cap="rnd" cmpd="sng">
              <a:solidFill>
                <a:schemeClr val="bg1"/>
              </a:solidFill>
              <a:prstDash val="solid"/>
              <a:round/>
              <a:headEnd type="none" w="sm" len="sm"/>
              <a:tailEnd type="none" w="sm" len="sm"/>
            </a:ln>
            <a:effectLst/>
          </p:spPr>
        </p:sp>
        <p:sp>
          <p:nvSpPr>
            <p:cNvPr id="53414" name=""/>
            <p:cNvSpPr/>
            <p:nvPr/>
          </p:nvSpPr>
          <p:spPr>
            <a:xfrm>
              <a:off x="4431" y="2719"/>
              <a:ext cx="218" cy="145"/>
            </a:xfrm>
            <a:custGeom>
              <a:pathLst>
                <a:path w="218" h="145">
                  <a:moveTo>
                    <a:pt x="64" y="144"/>
                  </a:moveTo>
                  <a:lnTo>
                    <a:pt x="217" y="38"/>
                  </a:lnTo>
                  <a:lnTo>
                    <a:pt x="161" y="0"/>
                  </a:lnTo>
                  <a:lnTo>
                    <a:pt x="0" y="106"/>
                  </a:lnTo>
                  <a:lnTo>
                    <a:pt x="64" y="144"/>
                  </a:lnTo>
                </a:path>
              </a:pathLst>
            </a:custGeom>
            <a:solidFill>
              <a:schemeClr val="bg2"/>
            </a:solidFill>
            <a:ln cap="rnd">
              <a:noFill/>
              <a:round/>
            </a:ln>
            <a:effectLst/>
          </p:spPr>
        </p:sp>
        <p:sp>
          <p:nvSpPr>
            <p:cNvPr id="53415" name=""/>
            <p:cNvSpPr/>
            <p:nvPr/>
          </p:nvSpPr>
          <p:spPr>
            <a:xfrm>
              <a:off x="4430" y="2704"/>
              <a:ext cx="218" cy="154"/>
            </a:xfrm>
            <a:custGeom>
              <a:pathLst>
                <a:path w="218" h="154">
                  <a:moveTo>
                    <a:pt x="64" y="153"/>
                  </a:moveTo>
                  <a:lnTo>
                    <a:pt x="217" y="48"/>
                  </a:lnTo>
                  <a:lnTo>
                    <a:pt x="161" y="0"/>
                  </a:lnTo>
                  <a:lnTo>
                    <a:pt x="0" y="107"/>
                  </a:lnTo>
                  <a:lnTo>
                    <a:pt x="64" y="153"/>
                  </a:lnTo>
                </a:path>
              </a:pathLst>
            </a:custGeom>
            <a:solidFill>
              <a:srgbClr val="919191"/>
            </a:solidFill>
            <a:ln cap="rnd">
              <a:noFill/>
              <a:round/>
            </a:ln>
            <a:effectLst/>
          </p:spPr>
        </p:sp>
        <p:sp>
          <p:nvSpPr>
            <p:cNvPr id="53416" name=""/>
            <p:cNvSpPr/>
            <p:nvPr/>
          </p:nvSpPr>
          <p:spPr>
            <a:xfrm>
              <a:off x="4431" y="2811"/>
              <a:ext cx="66" cy="54"/>
            </a:xfrm>
            <a:custGeom>
              <a:pathLst>
                <a:path w="66" h="54">
                  <a:moveTo>
                    <a:pt x="0" y="0"/>
                  </a:moveTo>
                  <a:lnTo>
                    <a:pt x="0" y="14"/>
                  </a:lnTo>
                  <a:lnTo>
                    <a:pt x="65" y="53"/>
                  </a:lnTo>
                  <a:lnTo>
                    <a:pt x="65" y="45"/>
                  </a:lnTo>
                  <a:lnTo>
                    <a:pt x="0" y="0"/>
                  </a:lnTo>
                </a:path>
              </a:pathLst>
            </a:custGeom>
            <a:solidFill>
              <a:srgbClr val="676767"/>
            </a:solidFill>
            <a:ln cap="rnd">
              <a:noFill/>
              <a:round/>
            </a:ln>
            <a:effectLst/>
          </p:spPr>
        </p:sp>
        <p:cxnSp>
          <p:nvCxnSpPr>
            <p:cNvPr id="53417" name=""/>
            <p:cNvCxnSpPr/>
            <p:nvPr/>
          </p:nvCxnSpPr>
          <p:spPr>
            <a:xfrm flipV="1">
              <a:off x="4445" y="2713"/>
              <a:ext cx="149" cy="98"/>
            </a:xfrm>
            <a:prstGeom prst="line">
              <a:avLst/>
            </a:prstGeom>
            <a:noFill/>
            <a:ln w="12700">
              <a:solidFill>
                <a:schemeClr val="folHlink"/>
              </a:solidFill>
              <a:miter lim="800000"/>
            </a:ln>
            <a:effectLst/>
          </p:spPr>
        </p:cxnSp>
        <p:sp>
          <p:nvSpPr>
            <p:cNvPr id="53418" name=""/>
            <p:cNvSpPr/>
            <p:nvPr/>
          </p:nvSpPr>
          <p:spPr>
            <a:xfrm>
              <a:off x="4458" y="2742"/>
              <a:ext cx="144" cy="103"/>
            </a:xfrm>
            <a:custGeom>
              <a:pathLst>
                <a:path w="144" h="103">
                  <a:moveTo>
                    <a:pt x="0" y="76"/>
                  </a:moveTo>
                  <a:lnTo>
                    <a:pt x="36" y="102"/>
                  </a:lnTo>
                  <a:lnTo>
                    <a:pt x="143" y="25"/>
                  </a:lnTo>
                  <a:lnTo>
                    <a:pt x="111" y="0"/>
                  </a:lnTo>
                  <a:lnTo>
                    <a:pt x="0" y="76"/>
                  </a:lnTo>
                </a:path>
              </a:pathLst>
            </a:custGeom>
            <a:solidFill>
              <a:srgbClr val="676767"/>
            </a:solidFill>
            <a:ln cap="rnd">
              <a:noFill/>
              <a:round/>
            </a:ln>
            <a:effectLst/>
          </p:spPr>
        </p:sp>
        <p:sp>
          <p:nvSpPr>
            <p:cNvPr id="53419" name=""/>
            <p:cNvSpPr/>
            <p:nvPr/>
          </p:nvSpPr>
          <p:spPr>
            <a:xfrm>
              <a:off x="4575" y="2723"/>
              <a:ext cx="56" cy="40"/>
            </a:xfrm>
            <a:custGeom>
              <a:pathLst>
                <a:path w="56" h="40">
                  <a:moveTo>
                    <a:pt x="0" y="16"/>
                  </a:moveTo>
                  <a:lnTo>
                    <a:pt x="34" y="39"/>
                  </a:lnTo>
                  <a:lnTo>
                    <a:pt x="55" y="24"/>
                  </a:lnTo>
                  <a:lnTo>
                    <a:pt x="22" y="0"/>
                  </a:lnTo>
                  <a:lnTo>
                    <a:pt x="0" y="16"/>
                  </a:lnTo>
                </a:path>
              </a:pathLst>
            </a:custGeom>
            <a:solidFill>
              <a:srgbClr val="676767"/>
            </a:solidFill>
            <a:ln cap="rnd">
              <a:noFill/>
              <a:round/>
            </a:ln>
            <a:effectLst/>
          </p:spPr>
        </p:sp>
        <p:sp>
          <p:nvSpPr>
            <p:cNvPr id="53420" name=""/>
            <p:cNvSpPr/>
            <p:nvPr/>
          </p:nvSpPr>
          <p:spPr>
            <a:xfrm>
              <a:off x="4458" y="2738"/>
              <a:ext cx="144" cy="103"/>
            </a:xfrm>
            <a:custGeom>
              <a:pathLst>
                <a:path w="144" h="103">
                  <a:moveTo>
                    <a:pt x="0" y="76"/>
                  </a:moveTo>
                  <a:lnTo>
                    <a:pt x="36" y="102"/>
                  </a:lnTo>
                  <a:lnTo>
                    <a:pt x="143" y="25"/>
                  </a:lnTo>
                  <a:lnTo>
                    <a:pt x="111" y="0"/>
                  </a:lnTo>
                  <a:lnTo>
                    <a:pt x="0" y="76"/>
                  </a:lnTo>
                </a:path>
              </a:pathLst>
            </a:custGeom>
            <a:solidFill>
              <a:schemeClr val="folHlink"/>
            </a:solidFill>
            <a:ln cap="rnd">
              <a:noFill/>
              <a:round/>
            </a:ln>
            <a:effectLst/>
          </p:spPr>
        </p:sp>
        <p:sp>
          <p:nvSpPr>
            <p:cNvPr id="53421" name=""/>
            <p:cNvSpPr/>
            <p:nvPr/>
          </p:nvSpPr>
          <p:spPr>
            <a:xfrm>
              <a:off x="4575" y="2719"/>
              <a:ext cx="56" cy="41"/>
            </a:xfrm>
            <a:custGeom>
              <a:pathLst>
                <a:path w="56" h="41">
                  <a:moveTo>
                    <a:pt x="0" y="16"/>
                  </a:moveTo>
                  <a:lnTo>
                    <a:pt x="34" y="40"/>
                  </a:lnTo>
                  <a:lnTo>
                    <a:pt x="55" y="25"/>
                  </a:lnTo>
                  <a:lnTo>
                    <a:pt x="22" y="0"/>
                  </a:lnTo>
                  <a:lnTo>
                    <a:pt x="0" y="16"/>
                  </a:lnTo>
                </a:path>
              </a:pathLst>
            </a:custGeom>
            <a:solidFill>
              <a:schemeClr val="folHlink"/>
            </a:solidFill>
            <a:ln cap="rnd">
              <a:noFill/>
              <a:round/>
            </a:ln>
            <a:effectLst/>
          </p:spPr>
        </p:sp>
      </p:grpSp>
      <p:cxnSp>
        <p:nvCxnSpPr>
          <p:cNvPr id="53422" name=""/>
          <p:cNvCxnSpPr/>
          <p:nvPr/>
        </p:nvCxnSpPr>
        <p:spPr>
          <a:xfrm flipH="1">
            <a:off x="7107238" y="3475038"/>
            <a:ext cx="0" cy="174625"/>
          </a:xfrm>
          <a:prstGeom prst="line">
            <a:avLst/>
          </a:prstGeom>
          <a:noFill/>
          <a:ln w="25400">
            <a:solidFill>
              <a:schemeClr val="accent1"/>
            </a:solidFill>
            <a:miter lim="800000"/>
          </a:ln>
          <a:effectLst/>
        </p:spPr>
      </p:cxnSp>
      <p:grpSp>
        <p:nvGrpSpPr>
          <p:cNvPr id="53423" name=""/>
          <p:cNvGrpSpPr/>
          <p:nvPr/>
        </p:nvGrpSpPr>
        <p:grpSpPr>
          <a:xfrm>
            <a:off x="7497763" y="3557588"/>
            <a:ext cx="547687" cy="563562"/>
            <a:chOff x="4676" y="2472"/>
            <a:chExt cx="341" cy="391"/>
          </a:xfrm>
        </p:grpSpPr>
        <p:sp>
          <p:nvSpPr>
            <p:cNvPr id="53424" name=""/>
            <p:cNvSpPr/>
            <p:nvPr/>
          </p:nvSpPr>
          <p:spPr>
            <a:xfrm>
              <a:off x="4676" y="2706"/>
              <a:ext cx="113" cy="114"/>
            </a:xfrm>
            <a:custGeom>
              <a:pathLst>
                <a:path w="113" h="114">
                  <a:moveTo>
                    <a:pt x="0" y="0"/>
                  </a:moveTo>
                  <a:lnTo>
                    <a:pt x="0" y="49"/>
                  </a:lnTo>
                  <a:lnTo>
                    <a:pt x="112" y="113"/>
                  </a:lnTo>
                  <a:lnTo>
                    <a:pt x="112" y="61"/>
                  </a:lnTo>
                  <a:lnTo>
                    <a:pt x="0" y="0"/>
                  </a:lnTo>
                </a:path>
              </a:pathLst>
            </a:custGeom>
            <a:solidFill>
              <a:srgbClr val="676767"/>
            </a:solidFill>
            <a:ln cap="rnd">
              <a:noFill/>
              <a:round/>
            </a:ln>
            <a:effectLst/>
          </p:spPr>
        </p:sp>
        <p:sp>
          <p:nvSpPr>
            <p:cNvPr id="53425" name=""/>
            <p:cNvSpPr/>
            <p:nvPr/>
          </p:nvSpPr>
          <p:spPr>
            <a:xfrm>
              <a:off x="4786" y="2665"/>
              <a:ext cx="161" cy="155"/>
            </a:xfrm>
            <a:custGeom>
              <a:pathLst>
                <a:path w="161" h="155">
                  <a:moveTo>
                    <a:pt x="2" y="154"/>
                  </a:moveTo>
                  <a:lnTo>
                    <a:pt x="160" y="53"/>
                  </a:lnTo>
                  <a:lnTo>
                    <a:pt x="160" y="0"/>
                  </a:lnTo>
                  <a:lnTo>
                    <a:pt x="0" y="106"/>
                  </a:lnTo>
                  <a:lnTo>
                    <a:pt x="2" y="154"/>
                  </a:lnTo>
                </a:path>
              </a:pathLst>
            </a:custGeom>
            <a:solidFill>
              <a:schemeClr val="bg2"/>
            </a:solidFill>
            <a:ln cap="rnd">
              <a:noFill/>
              <a:round/>
            </a:ln>
            <a:effectLst/>
          </p:spPr>
        </p:sp>
        <p:sp>
          <p:nvSpPr>
            <p:cNvPr id="53426" name=""/>
            <p:cNvSpPr/>
            <p:nvPr/>
          </p:nvSpPr>
          <p:spPr>
            <a:xfrm>
              <a:off x="4676" y="2607"/>
              <a:ext cx="276" cy="168"/>
            </a:xfrm>
            <a:custGeom>
              <a:pathLst>
                <a:path w="276" h="168">
                  <a:moveTo>
                    <a:pt x="0" y="98"/>
                  </a:moveTo>
                  <a:lnTo>
                    <a:pt x="162" y="0"/>
                  </a:lnTo>
                  <a:lnTo>
                    <a:pt x="275" y="62"/>
                  </a:lnTo>
                  <a:lnTo>
                    <a:pt x="111" y="167"/>
                  </a:lnTo>
                  <a:lnTo>
                    <a:pt x="0" y="98"/>
                  </a:lnTo>
                </a:path>
              </a:pathLst>
            </a:custGeom>
            <a:solidFill>
              <a:schemeClr val="folHlink"/>
            </a:solidFill>
            <a:ln cap="rnd">
              <a:noFill/>
              <a:round/>
            </a:ln>
            <a:effectLst/>
          </p:spPr>
        </p:sp>
        <p:sp>
          <p:nvSpPr>
            <p:cNvPr id="53427" name=""/>
            <p:cNvSpPr/>
            <p:nvPr/>
          </p:nvSpPr>
          <p:spPr>
            <a:xfrm>
              <a:off x="4678" y="2472"/>
              <a:ext cx="249" cy="157"/>
            </a:xfrm>
            <a:custGeom>
              <a:pathLst>
                <a:path w="249" h="157">
                  <a:moveTo>
                    <a:pt x="0" y="77"/>
                  </a:moveTo>
                  <a:lnTo>
                    <a:pt x="51" y="107"/>
                  </a:lnTo>
                  <a:lnTo>
                    <a:pt x="36" y="117"/>
                  </a:lnTo>
                  <a:lnTo>
                    <a:pt x="101" y="156"/>
                  </a:lnTo>
                  <a:lnTo>
                    <a:pt x="248" y="51"/>
                  </a:lnTo>
                  <a:lnTo>
                    <a:pt x="188" y="20"/>
                  </a:lnTo>
                  <a:lnTo>
                    <a:pt x="176" y="28"/>
                  </a:lnTo>
                  <a:lnTo>
                    <a:pt x="118" y="0"/>
                  </a:lnTo>
                  <a:lnTo>
                    <a:pt x="0" y="77"/>
                  </a:lnTo>
                </a:path>
              </a:pathLst>
            </a:custGeom>
            <a:solidFill>
              <a:srgbClr val="DADADA"/>
            </a:solidFill>
            <a:ln cap="rnd">
              <a:noFill/>
              <a:round/>
            </a:ln>
            <a:effectLst/>
          </p:spPr>
        </p:sp>
        <p:sp>
          <p:nvSpPr>
            <p:cNvPr id="53428" name=""/>
            <p:cNvSpPr/>
            <p:nvPr/>
          </p:nvSpPr>
          <p:spPr>
            <a:xfrm>
              <a:off x="4678" y="2545"/>
              <a:ext cx="114" cy="188"/>
            </a:xfrm>
            <a:custGeom>
              <a:pathLst>
                <a:path w="114" h="188">
                  <a:moveTo>
                    <a:pt x="2" y="0"/>
                  </a:moveTo>
                  <a:lnTo>
                    <a:pt x="0" y="89"/>
                  </a:lnTo>
                  <a:lnTo>
                    <a:pt x="39" y="133"/>
                  </a:lnTo>
                  <a:lnTo>
                    <a:pt x="39" y="146"/>
                  </a:lnTo>
                  <a:lnTo>
                    <a:pt x="111" y="187"/>
                  </a:lnTo>
                  <a:lnTo>
                    <a:pt x="113" y="75"/>
                  </a:lnTo>
                  <a:lnTo>
                    <a:pt x="43" y="46"/>
                  </a:lnTo>
                  <a:lnTo>
                    <a:pt x="54" y="35"/>
                  </a:lnTo>
                  <a:lnTo>
                    <a:pt x="2" y="0"/>
                  </a:lnTo>
                </a:path>
              </a:pathLst>
            </a:custGeom>
            <a:solidFill>
              <a:srgbClr val="676767"/>
            </a:solidFill>
            <a:ln cap="rnd">
              <a:noFill/>
              <a:round/>
            </a:ln>
            <a:effectLst/>
          </p:spPr>
        </p:sp>
        <p:sp>
          <p:nvSpPr>
            <p:cNvPr id="53429" name=""/>
            <p:cNvSpPr/>
            <p:nvPr/>
          </p:nvSpPr>
          <p:spPr>
            <a:xfrm>
              <a:off x="4790" y="2524"/>
              <a:ext cx="139" cy="209"/>
            </a:xfrm>
            <a:custGeom>
              <a:pathLst>
                <a:path w="139" h="209">
                  <a:moveTo>
                    <a:pt x="138" y="0"/>
                  </a:moveTo>
                  <a:lnTo>
                    <a:pt x="138" y="113"/>
                  </a:lnTo>
                  <a:lnTo>
                    <a:pt x="0" y="208"/>
                  </a:lnTo>
                  <a:lnTo>
                    <a:pt x="0" y="97"/>
                  </a:lnTo>
                  <a:lnTo>
                    <a:pt x="138" y="0"/>
                  </a:lnTo>
                </a:path>
              </a:pathLst>
            </a:custGeom>
            <a:solidFill>
              <a:schemeClr val="bg2"/>
            </a:solidFill>
            <a:ln cap="rnd">
              <a:noFill/>
              <a:round/>
            </a:ln>
            <a:effectLst/>
          </p:spPr>
        </p:sp>
        <p:sp>
          <p:nvSpPr>
            <p:cNvPr id="53430" name=""/>
            <p:cNvSpPr/>
            <p:nvPr/>
          </p:nvSpPr>
          <p:spPr>
            <a:xfrm>
              <a:off x="4807" y="2549"/>
              <a:ext cx="103" cy="153"/>
            </a:xfrm>
            <a:custGeom>
              <a:pathLst>
                <a:path w="103" h="153">
                  <a:moveTo>
                    <a:pt x="102" y="0"/>
                  </a:moveTo>
                  <a:lnTo>
                    <a:pt x="102" y="83"/>
                  </a:lnTo>
                  <a:lnTo>
                    <a:pt x="0" y="152"/>
                  </a:lnTo>
                  <a:lnTo>
                    <a:pt x="0" y="77"/>
                  </a:lnTo>
                  <a:lnTo>
                    <a:pt x="102"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431" name=""/>
            <p:cNvSpPr/>
            <p:nvPr/>
          </p:nvSpPr>
          <p:spPr>
            <a:xfrm>
              <a:off x="4809" y="2554"/>
              <a:ext cx="101" cy="148"/>
            </a:xfrm>
            <a:custGeom>
              <a:pathLst>
                <a:path w="101" h="148">
                  <a:moveTo>
                    <a:pt x="100" y="0"/>
                  </a:moveTo>
                  <a:lnTo>
                    <a:pt x="100" y="82"/>
                  </a:lnTo>
                  <a:lnTo>
                    <a:pt x="0" y="147"/>
                  </a:lnTo>
                </a:path>
              </a:pathLst>
            </a:custGeom>
            <a:noFill/>
            <a:ln w="12700" cap="rnd" cmpd="sng">
              <a:solidFill>
                <a:schemeClr val="bg1"/>
              </a:solidFill>
              <a:prstDash val="solid"/>
              <a:round/>
              <a:headEnd type="none" w="sm" len="sm"/>
              <a:tailEnd type="none" w="sm" len="sm"/>
            </a:ln>
            <a:effectLst/>
          </p:spPr>
        </p:sp>
        <p:sp>
          <p:nvSpPr>
            <p:cNvPr id="53432" name=""/>
            <p:cNvSpPr/>
            <p:nvPr/>
          </p:nvSpPr>
          <p:spPr>
            <a:xfrm>
              <a:off x="4799" y="2716"/>
              <a:ext cx="218" cy="146"/>
            </a:xfrm>
            <a:custGeom>
              <a:pathLst>
                <a:path w="218" h="146">
                  <a:moveTo>
                    <a:pt x="64" y="145"/>
                  </a:moveTo>
                  <a:lnTo>
                    <a:pt x="217" y="38"/>
                  </a:lnTo>
                  <a:lnTo>
                    <a:pt x="161" y="0"/>
                  </a:lnTo>
                  <a:lnTo>
                    <a:pt x="0" y="107"/>
                  </a:lnTo>
                  <a:lnTo>
                    <a:pt x="64" y="145"/>
                  </a:lnTo>
                </a:path>
              </a:pathLst>
            </a:custGeom>
            <a:solidFill>
              <a:schemeClr val="bg2"/>
            </a:solidFill>
            <a:ln cap="rnd">
              <a:noFill/>
              <a:round/>
            </a:ln>
            <a:effectLst/>
          </p:spPr>
        </p:sp>
        <p:sp>
          <p:nvSpPr>
            <p:cNvPr id="53433" name=""/>
            <p:cNvSpPr/>
            <p:nvPr/>
          </p:nvSpPr>
          <p:spPr>
            <a:xfrm>
              <a:off x="4799" y="2701"/>
              <a:ext cx="217" cy="155"/>
            </a:xfrm>
            <a:custGeom>
              <a:pathLst>
                <a:path w="217" h="155">
                  <a:moveTo>
                    <a:pt x="64" y="154"/>
                  </a:moveTo>
                  <a:lnTo>
                    <a:pt x="216" y="48"/>
                  </a:lnTo>
                  <a:lnTo>
                    <a:pt x="160" y="0"/>
                  </a:lnTo>
                  <a:lnTo>
                    <a:pt x="0" y="107"/>
                  </a:lnTo>
                  <a:lnTo>
                    <a:pt x="64" y="154"/>
                  </a:lnTo>
                </a:path>
              </a:pathLst>
            </a:custGeom>
            <a:solidFill>
              <a:srgbClr val="919191"/>
            </a:solidFill>
            <a:ln cap="rnd">
              <a:noFill/>
              <a:round/>
            </a:ln>
            <a:effectLst/>
          </p:spPr>
        </p:sp>
        <p:sp>
          <p:nvSpPr>
            <p:cNvPr id="53434" name=""/>
            <p:cNvSpPr/>
            <p:nvPr/>
          </p:nvSpPr>
          <p:spPr>
            <a:xfrm>
              <a:off x="4799" y="2811"/>
              <a:ext cx="67" cy="52"/>
            </a:xfrm>
            <a:custGeom>
              <a:pathLst>
                <a:path w="67" h="52">
                  <a:moveTo>
                    <a:pt x="0" y="0"/>
                  </a:moveTo>
                  <a:lnTo>
                    <a:pt x="0" y="14"/>
                  </a:lnTo>
                  <a:lnTo>
                    <a:pt x="66" y="51"/>
                  </a:lnTo>
                  <a:lnTo>
                    <a:pt x="66" y="44"/>
                  </a:lnTo>
                  <a:lnTo>
                    <a:pt x="0" y="0"/>
                  </a:lnTo>
                </a:path>
              </a:pathLst>
            </a:custGeom>
            <a:solidFill>
              <a:srgbClr val="676767"/>
            </a:solidFill>
            <a:ln cap="rnd">
              <a:noFill/>
              <a:round/>
            </a:ln>
            <a:effectLst/>
          </p:spPr>
        </p:sp>
        <p:cxnSp>
          <p:nvCxnSpPr>
            <p:cNvPr id="53435" name=""/>
            <p:cNvCxnSpPr/>
            <p:nvPr/>
          </p:nvCxnSpPr>
          <p:spPr>
            <a:xfrm flipV="1">
              <a:off x="4816" y="2712"/>
              <a:ext cx="148" cy="99"/>
            </a:xfrm>
            <a:prstGeom prst="line">
              <a:avLst/>
            </a:prstGeom>
            <a:noFill/>
            <a:ln w="12700">
              <a:solidFill>
                <a:schemeClr val="folHlink"/>
              </a:solidFill>
              <a:miter lim="800000"/>
            </a:ln>
            <a:effectLst/>
          </p:spPr>
        </p:cxnSp>
        <p:sp>
          <p:nvSpPr>
            <p:cNvPr id="53436" name=""/>
            <p:cNvSpPr/>
            <p:nvPr/>
          </p:nvSpPr>
          <p:spPr>
            <a:xfrm>
              <a:off x="4827" y="2739"/>
              <a:ext cx="145" cy="104"/>
            </a:xfrm>
            <a:custGeom>
              <a:pathLst>
                <a:path w="145" h="104">
                  <a:moveTo>
                    <a:pt x="0" y="77"/>
                  </a:moveTo>
                  <a:lnTo>
                    <a:pt x="36" y="103"/>
                  </a:lnTo>
                  <a:lnTo>
                    <a:pt x="144" y="25"/>
                  </a:lnTo>
                  <a:lnTo>
                    <a:pt x="112" y="0"/>
                  </a:lnTo>
                  <a:lnTo>
                    <a:pt x="0" y="77"/>
                  </a:lnTo>
                </a:path>
              </a:pathLst>
            </a:custGeom>
            <a:solidFill>
              <a:srgbClr val="676767"/>
            </a:solidFill>
            <a:ln cap="rnd">
              <a:noFill/>
              <a:round/>
            </a:ln>
            <a:effectLst/>
          </p:spPr>
        </p:sp>
        <p:sp>
          <p:nvSpPr>
            <p:cNvPr id="53437" name=""/>
            <p:cNvSpPr/>
            <p:nvPr/>
          </p:nvSpPr>
          <p:spPr>
            <a:xfrm>
              <a:off x="4946" y="2720"/>
              <a:ext cx="52" cy="42"/>
            </a:xfrm>
            <a:custGeom>
              <a:pathLst>
                <a:path w="52" h="42">
                  <a:moveTo>
                    <a:pt x="0" y="17"/>
                  </a:moveTo>
                  <a:lnTo>
                    <a:pt x="31" y="41"/>
                  </a:lnTo>
                  <a:lnTo>
                    <a:pt x="51" y="25"/>
                  </a:lnTo>
                  <a:lnTo>
                    <a:pt x="21" y="0"/>
                  </a:lnTo>
                  <a:lnTo>
                    <a:pt x="0" y="17"/>
                  </a:lnTo>
                </a:path>
              </a:pathLst>
            </a:custGeom>
            <a:solidFill>
              <a:srgbClr val="676767"/>
            </a:solidFill>
            <a:ln cap="rnd">
              <a:noFill/>
              <a:round/>
            </a:ln>
            <a:effectLst/>
          </p:spPr>
        </p:sp>
        <p:sp>
          <p:nvSpPr>
            <p:cNvPr id="53438" name=""/>
            <p:cNvSpPr/>
            <p:nvPr/>
          </p:nvSpPr>
          <p:spPr>
            <a:xfrm>
              <a:off x="4827" y="2736"/>
              <a:ext cx="145" cy="102"/>
            </a:xfrm>
            <a:custGeom>
              <a:pathLst>
                <a:path w="145" h="102">
                  <a:moveTo>
                    <a:pt x="0" y="75"/>
                  </a:moveTo>
                  <a:lnTo>
                    <a:pt x="36" y="101"/>
                  </a:lnTo>
                  <a:lnTo>
                    <a:pt x="144" y="25"/>
                  </a:lnTo>
                  <a:lnTo>
                    <a:pt x="112" y="0"/>
                  </a:lnTo>
                  <a:lnTo>
                    <a:pt x="0" y="75"/>
                  </a:lnTo>
                </a:path>
              </a:pathLst>
            </a:custGeom>
            <a:solidFill>
              <a:schemeClr val="folHlink"/>
            </a:solidFill>
            <a:ln cap="rnd">
              <a:noFill/>
              <a:round/>
            </a:ln>
            <a:effectLst/>
          </p:spPr>
        </p:sp>
        <p:sp>
          <p:nvSpPr>
            <p:cNvPr id="53439" name=""/>
            <p:cNvSpPr/>
            <p:nvPr/>
          </p:nvSpPr>
          <p:spPr>
            <a:xfrm>
              <a:off x="4946" y="2716"/>
              <a:ext cx="52" cy="42"/>
            </a:xfrm>
            <a:custGeom>
              <a:pathLst>
                <a:path w="52" h="42">
                  <a:moveTo>
                    <a:pt x="0" y="17"/>
                  </a:moveTo>
                  <a:lnTo>
                    <a:pt x="31" y="41"/>
                  </a:lnTo>
                  <a:lnTo>
                    <a:pt x="51" y="25"/>
                  </a:lnTo>
                  <a:lnTo>
                    <a:pt x="21" y="0"/>
                  </a:lnTo>
                  <a:lnTo>
                    <a:pt x="0" y="17"/>
                  </a:lnTo>
                </a:path>
              </a:pathLst>
            </a:custGeom>
            <a:solidFill>
              <a:schemeClr val="folHlink"/>
            </a:solidFill>
            <a:ln cap="rnd">
              <a:noFill/>
              <a:round/>
            </a:ln>
            <a:effectLst/>
          </p:spPr>
        </p:sp>
      </p:grpSp>
      <p:cxnSp>
        <p:nvCxnSpPr>
          <p:cNvPr id="53440" name=""/>
          <p:cNvCxnSpPr/>
          <p:nvPr/>
        </p:nvCxnSpPr>
        <p:spPr>
          <a:xfrm flipH="1">
            <a:off x="7696200" y="3471863"/>
            <a:ext cx="1588" cy="174625"/>
          </a:xfrm>
          <a:prstGeom prst="line">
            <a:avLst/>
          </a:prstGeom>
          <a:noFill/>
          <a:ln w="25400">
            <a:solidFill>
              <a:schemeClr val="accent1"/>
            </a:solidFill>
            <a:miter lim="800000"/>
          </a:ln>
          <a:effectLst/>
        </p:spPr>
      </p:cxnSp>
      <p:cxnSp>
        <p:nvCxnSpPr>
          <p:cNvPr id="53441" name=""/>
          <p:cNvCxnSpPr/>
          <p:nvPr/>
        </p:nvCxnSpPr>
        <p:spPr>
          <a:xfrm flipH="1">
            <a:off x="4662488" y="3302000"/>
            <a:ext cx="0" cy="179388"/>
          </a:xfrm>
          <a:prstGeom prst="line">
            <a:avLst/>
          </a:prstGeom>
          <a:noFill/>
          <a:ln w="25400">
            <a:solidFill>
              <a:schemeClr val="accent1"/>
            </a:solidFill>
            <a:miter lim="800000"/>
          </a:ln>
          <a:effectLst/>
        </p:spPr>
      </p:cxnSp>
      <p:cxnSp>
        <p:nvCxnSpPr>
          <p:cNvPr id="53442" name=""/>
          <p:cNvCxnSpPr/>
          <p:nvPr/>
        </p:nvCxnSpPr>
        <p:spPr>
          <a:xfrm flipH="1">
            <a:off x="6802438" y="3300413"/>
            <a:ext cx="0" cy="179387"/>
          </a:xfrm>
          <a:prstGeom prst="line">
            <a:avLst/>
          </a:prstGeom>
          <a:noFill/>
          <a:ln w="25400">
            <a:solidFill>
              <a:schemeClr val="accent1"/>
            </a:solidFill>
            <a:miter lim="800000"/>
          </a:ln>
          <a:effectLst/>
        </p:spPr>
      </p:cxnSp>
      <p:sp>
        <p:nvSpPr>
          <p:cNvPr id="53443" name=""/>
          <p:cNvSpPr/>
          <p:nvPr/>
        </p:nvSpPr>
        <p:spPr>
          <a:xfrm>
            <a:off x="7004050" y="1917700"/>
            <a:ext cx="1046163" cy="1330325"/>
          </a:xfrm>
          <a:custGeom>
            <a:pathLst>
              <a:path w="652" h="925">
                <a:moveTo>
                  <a:pt x="651" y="0"/>
                </a:moveTo>
                <a:lnTo>
                  <a:pt x="281" y="583"/>
                </a:lnTo>
                <a:lnTo>
                  <a:pt x="307" y="431"/>
                </a:lnTo>
                <a:lnTo>
                  <a:pt x="0" y="924"/>
                </a:lnTo>
              </a:path>
            </a:pathLst>
          </a:custGeom>
          <a:noFill/>
          <a:ln w="12700" cap="rnd" cmpd="sng">
            <a:solidFill>
              <a:schemeClr val="tx1"/>
            </a:solidFill>
            <a:prstDash val="solid"/>
            <a:round/>
            <a:headEnd type="none" w="sm" len="sm"/>
            <a:tailEnd type="none" w="sm" len="sm"/>
          </a:ln>
          <a:effectLst/>
        </p:spPr>
      </p:sp>
      <p:grpSp>
        <p:nvGrpSpPr>
          <p:cNvPr id="53444" name=""/>
          <p:cNvGrpSpPr/>
          <p:nvPr/>
        </p:nvGrpSpPr>
        <p:grpSpPr>
          <a:xfrm>
            <a:off x="5349875" y="4113213"/>
            <a:ext cx="455613" cy="379412"/>
            <a:chOff x="3336" y="2858"/>
            <a:chExt cx="285" cy="263"/>
          </a:xfrm>
        </p:grpSpPr>
        <p:sp>
          <p:nvSpPr>
            <p:cNvPr id="53445" name=""/>
            <p:cNvSpPr/>
            <p:nvPr/>
          </p:nvSpPr>
          <p:spPr>
            <a:xfrm>
              <a:off x="3470" y="2996"/>
              <a:ext cx="151" cy="125"/>
            </a:xfrm>
            <a:custGeom>
              <a:pathLst>
                <a:path w="151" h="125">
                  <a:moveTo>
                    <a:pt x="2" y="124"/>
                  </a:moveTo>
                  <a:lnTo>
                    <a:pt x="150" y="20"/>
                  </a:lnTo>
                  <a:lnTo>
                    <a:pt x="150" y="0"/>
                  </a:lnTo>
                  <a:lnTo>
                    <a:pt x="0" y="101"/>
                  </a:lnTo>
                  <a:lnTo>
                    <a:pt x="2" y="124"/>
                  </a:lnTo>
                </a:path>
              </a:pathLst>
            </a:custGeom>
            <a:solidFill>
              <a:schemeClr val="bg2"/>
            </a:solidFill>
            <a:ln cap="rnd">
              <a:noFill/>
              <a:round/>
            </a:ln>
            <a:effectLst/>
          </p:spPr>
        </p:sp>
        <p:sp>
          <p:nvSpPr>
            <p:cNvPr id="53446" name=""/>
            <p:cNvSpPr/>
            <p:nvPr/>
          </p:nvSpPr>
          <p:spPr>
            <a:xfrm>
              <a:off x="3363" y="2935"/>
              <a:ext cx="258" cy="165"/>
            </a:xfrm>
            <a:custGeom>
              <a:pathLst>
                <a:path w="258" h="165">
                  <a:moveTo>
                    <a:pt x="0" y="98"/>
                  </a:moveTo>
                  <a:lnTo>
                    <a:pt x="134" y="0"/>
                  </a:lnTo>
                  <a:lnTo>
                    <a:pt x="257" y="61"/>
                  </a:lnTo>
                  <a:lnTo>
                    <a:pt x="107" y="164"/>
                  </a:lnTo>
                  <a:lnTo>
                    <a:pt x="0" y="98"/>
                  </a:lnTo>
                </a:path>
              </a:pathLst>
            </a:custGeom>
            <a:solidFill>
              <a:schemeClr val="folHlink"/>
            </a:solidFill>
            <a:ln cap="rnd">
              <a:noFill/>
              <a:round/>
            </a:ln>
            <a:effectLst/>
          </p:spPr>
        </p:sp>
        <p:sp>
          <p:nvSpPr>
            <p:cNvPr id="53447" name=""/>
            <p:cNvSpPr/>
            <p:nvPr/>
          </p:nvSpPr>
          <p:spPr>
            <a:xfrm>
              <a:off x="3361" y="3035"/>
              <a:ext cx="110" cy="86"/>
            </a:xfrm>
            <a:custGeom>
              <a:pathLst>
                <a:path w="110" h="86">
                  <a:moveTo>
                    <a:pt x="0" y="0"/>
                  </a:moveTo>
                  <a:lnTo>
                    <a:pt x="0" y="17"/>
                  </a:lnTo>
                  <a:lnTo>
                    <a:pt x="109" y="85"/>
                  </a:lnTo>
                  <a:lnTo>
                    <a:pt x="108" y="64"/>
                  </a:lnTo>
                  <a:lnTo>
                    <a:pt x="0" y="0"/>
                  </a:lnTo>
                </a:path>
              </a:pathLst>
            </a:custGeom>
            <a:solidFill>
              <a:srgbClr val="676767"/>
            </a:solidFill>
            <a:ln cap="rnd">
              <a:noFill/>
              <a:round/>
            </a:ln>
            <a:effectLst/>
          </p:spPr>
        </p:sp>
        <p:sp>
          <p:nvSpPr>
            <p:cNvPr id="53448" name=""/>
            <p:cNvSpPr/>
            <p:nvPr/>
          </p:nvSpPr>
          <p:spPr>
            <a:xfrm>
              <a:off x="3363" y="2858"/>
              <a:ext cx="184" cy="189"/>
            </a:xfrm>
            <a:custGeom>
              <a:pathLst>
                <a:path w="184" h="189">
                  <a:moveTo>
                    <a:pt x="145" y="0"/>
                  </a:moveTo>
                  <a:lnTo>
                    <a:pt x="183" y="98"/>
                  </a:lnTo>
                  <a:lnTo>
                    <a:pt x="41" y="188"/>
                  </a:lnTo>
                  <a:lnTo>
                    <a:pt x="0" y="94"/>
                  </a:lnTo>
                  <a:lnTo>
                    <a:pt x="145" y="0"/>
                  </a:lnTo>
                </a:path>
              </a:pathLst>
            </a:custGeom>
            <a:solidFill>
              <a:schemeClr val="bg2"/>
            </a:solidFill>
            <a:ln cap="rnd">
              <a:noFill/>
              <a:round/>
            </a:ln>
            <a:effectLst/>
          </p:spPr>
        </p:sp>
        <p:sp>
          <p:nvSpPr>
            <p:cNvPr id="53449" name=""/>
            <p:cNvSpPr/>
            <p:nvPr/>
          </p:nvSpPr>
          <p:spPr>
            <a:xfrm>
              <a:off x="3395" y="2892"/>
              <a:ext cx="120" cy="123"/>
            </a:xfrm>
            <a:custGeom>
              <a:pathLst>
                <a:path w="120" h="123">
                  <a:moveTo>
                    <a:pt x="91" y="0"/>
                  </a:moveTo>
                  <a:lnTo>
                    <a:pt x="119" y="66"/>
                  </a:lnTo>
                  <a:lnTo>
                    <a:pt x="27" y="122"/>
                  </a:lnTo>
                  <a:lnTo>
                    <a:pt x="0" y="59"/>
                  </a:lnTo>
                  <a:lnTo>
                    <a:pt x="91"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450" name=""/>
            <p:cNvSpPr/>
            <p:nvPr/>
          </p:nvSpPr>
          <p:spPr>
            <a:xfrm>
              <a:off x="3424" y="2893"/>
              <a:ext cx="93" cy="122"/>
            </a:xfrm>
            <a:custGeom>
              <a:pathLst>
                <a:path w="93" h="122">
                  <a:moveTo>
                    <a:pt x="65" y="0"/>
                  </a:moveTo>
                  <a:lnTo>
                    <a:pt x="92" y="66"/>
                  </a:lnTo>
                  <a:lnTo>
                    <a:pt x="0" y="121"/>
                  </a:lnTo>
                </a:path>
              </a:pathLst>
            </a:custGeom>
            <a:noFill/>
            <a:ln w="12700" cap="rnd" cmpd="sng">
              <a:solidFill>
                <a:schemeClr val="bg1"/>
              </a:solidFill>
              <a:prstDash val="solid"/>
              <a:round/>
              <a:headEnd type="none" w="sm" len="sm"/>
              <a:tailEnd type="none" w="sm" len="sm"/>
            </a:ln>
            <a:effectLst/>
          </p:spPr>
        </p:sp>
        <p:sp>
          <p:nvSpPr>
            <p:cNvPr id="53451" name=""/>
            <p:cNvSpPr/>
            <p:nvPr/>
          </p:nvSpPr>
          <p:spPr>
            <a:xfrm>
              <a:off x="3336" y="2859"/>
              <a:ext cx="171" cy="96"/>
            </a:xfrm>
            <a:custGeom>
              <a:pathLst>
                <a:path w="171" h="96">
                  <a:moveTo>
                    <a:pt x="170" y="0"/>
                  </a:moveTo>
                  <a:lnTo>
                    <a:pt x="144" y="1"/>
                  </a:lnTo>
                  <a:lnTo>
                    <a:pt x="0" y="95"/>
                  </a:lnTo>
                  <a:lnTo>
                    <a:pt x="25" y="95"/>
                  </a:lnTo>
                  <a:lnTo>
                    <a:pt x="170" y="0"/>
                  </a:lnTo>
                </a:path>
              </a:pathLst>
            </a:custGeom>
            <a:solidFill>
              <a:schemeClr val="folHlink"/>
            </a:solidFill>
            <a:ln cap="rnd">
              <a:noFill/>
              <a:round/>
            </a:ln>
            <a:effectLst/>
          </p:spPr>
        </p:sp>
        <p:sp>
          <p:nvSpPr>
            <p:cNvPr id="53452" name=""/>
            <p:cNvSpPr/>
            <p:nvPr/>
          </p:nvSpPr>
          <p:spPr>
            <a:xfrm>
              <a:off x="3340" y="2953"/>
              <a:ext cx="63" cy="96"/>
            </a:xfrm>
            <a:custGeom>
              <a:pathLst>
                <a:path w="63" h="96">
                  <a:moveTo>
                    <a:pt x="0" y="1"/>
                  </a:moveTo>
                  <a:lnTo>
                    <a:pt x="40" y="95"/>
                  </a:lnTo>
                  <a:lnTo>
                    <a:pt x="62" y="95"/>
                  </a:lnTo>
                  <a:lnTo>
                    <a:pt x="23" y="0"/>
                  </a:lnTo>
                  <a:lnTo>
                    <a:pt x="0" y="1"/>
                  </a:lnTo>
                </a:path>
              </a:pathLst>
            </a:custGeom>
            <a:solidFill>
              <a:srgbClr val="676767"/>
            </a:solidFill>
            <a:ln cap="rnd">
              <a:noFill/>
              <a:round/>
            </a:ln>
            <a:effectLst/>
          </p:spPr>
        </p:sp>
        <p:grpSp>
          <p:nvGrpSpPr>
            <p:cNvPr id="53453" name=""/>
            <p:cNvGrpSpPr/>
            <p:nvPr/>
          </p:nvGrpSpPr>
          <p:grpSpPr>
            <a:xfrm>
              <a:off x="3424" y="2976"/>
              <a:ext cx="168" cy="109"/>
              <a:chOff x="3424" y="2976"/>
              <a:chExt cx="168" cy="109"/>
            </a:xfrm>
          </p:grpSpPr>
          <p:grpSp>
            <p:nvGrpSpPr>
              <p:cNvPr id="53454" name=""/>
              <p:cNvGrpSpPr/>
              <p:nvPr/>
            </p:nvGrpSpPr>
            <p:grpSpPr>
              <a:xfrm>
                <a:off x="3424" y="2976"/>
                <a:ext cx="122" cy="88"/>
                <a:chOff x="3424" y="2976"/>
                <a:chExt cx="122" cy="88"/>
              </a:xfrm>
            </p:grpSpPr>
            <p:sp>
              <p:nvSpPr>
                <p:cNvPr id="53455" name=""/>
                <p:cNvSpPr/>
                <p:nvPr/>
              </p:nvSpPr>
              <p:spPr>
                <a:xfrm>
                  <a:off x="3424" y="3047"/>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56" name=""/>
                <p:cNvSpPr/>
                <p:nvPr/>
              </p:nvSpPr>
              <p:spPr>
                <a:xfrm>
                  <a:off x="3436" y="3039"/>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57" name=""/>
                <p:cNvSpPr/>
                <p:nvPr/>
              </p:nvSpPr>
              <p:spPr>
                <a:xfrm>
                  <a:off x="3448" y="3029"/>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58" name=""/>
                <p:cNvSpPr/>
                <p:nvPr/>
              </p:nvSpPr>
              <p:spPr>
                <a:xfrm>
                  <a:off x="3462" y="3020"/>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59" name=""/>
                <p:cNvSpPr/>
                <p:nvPr/>
              </p:nvSpPr>
              <p:spPr>
                <a:xfrm>
                  <a:off x="3474" y="3013"/>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60" name=""/>
                <p:cNvSpPr/>
                <p:nvPr/>
              </p:nvSpPr>
              <p:spPr>
                <a:xfrm>
                  <a:off x="3489" y="3003"/>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61" name=""/>
                <p:cNvSpPr/>
                <p:nvPr/>
              </p:nvSpPr>
              <p:spPr>
                <a:xfrm>
                  <a:off x="3503" y="2993"/>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62" name=""/>
                <p:cNvSpPr/>
                <p:nvPr/>
              </p:nvSpPr>
              <p:spPr>
                <a:xfrm>
                  <a:off x="3516" y="2984"/>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63" name=""/>
                <p:cNvSpPr/>
                <p:nvPr/>
              </p:nvSpPr>
              <p:spPr>
                <a:xfrm>
                  <a:off x="3529" y="2976"/>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grpSp>
          <p:grpSp>
            <p:nvGrpSpPr>
              <p:cNvPr id="53464" name=""/>
              <p:cNvGrpSpPr/>
              <p:nvPr/>
            </p:nvGrpSpPr>
            <p:grpSpPr>
              <a:xfrm>
                <a:off x="3439" y="2980"/>
                <a:ext cx="125" cy="89"/>
                <a:chOff x="3439" y="2980"/>
                <a:chExt cx="125" cy="89"/>
              </a:xfrm>
            </p:grpSpPr>
            <p:sp>
              <p:nvSpPr>
                <p:cNvPr id="53465" name=""/>
                <p:cNvSpPr/>
                <p:nvPr/>
              </p:nvSpPr>
              <p:spPr>
                <a:xfrm>
                  <a:off x="3439" y="3052"/>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66" name=""/>
                <p:cNvSpPr/>
                <p:nvPr/>
              </p:nvSpPr>
              <p:spPr>
                <a:xfrm>
                  <a:off x="3451" y="3041"/>
                  <a:ext cx="19" cy="17"/>
                </a:xfrm>
                <a:custGeom>
                  <a:pathLst>
                    <a:path w="19" h="17">
                      <a:moveTo>
                        <a:pt x="0" y="0"/>
                      </a:moveTo>
                      <a:lnTo>
                        <a:pt x="9" y="16"/>
                      </a:lnTo>
                      <a:lnTo>
                        <a:pt x="18" y="0"/>
                      </a:lnTo>
                    </a:path>
                  </a:pathLst>
                </a:custGeom>
                <a:noFill/>
                <a:ln w="12700" cap="rnd" cmpd="sng">
                  <a:solidFill>
                    <a:schemeClr val="bg2"/>
                  </a:solidFill>
                  <a:prstDash val="solid"/>
                  <a:round/>
                  <a:headEnd type="none" w="sm" len="sm"/>
                  <a:tailEnd type="none" w="sm" len="sm"/>
                </a:ln>
                <a:effectLst/>
              </p:spPr>
            </p:sp>
            <p:sp>
              <p:nvSpPr>
                <p:cNvPr id="53467" name=""/>
                <p:cNvSpPr/>
                <p:nvPr/>
              </p:nvSpPr>
              <p:spPr>
                <a:xfrm>
                  <a:off x="3466" y="3032"/>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68" name=""/>
                <p:cNvSpPr/>
                <p:nvPr/>
              </p:nvSpPr>
              <p:spPr>
                <a:xfrm>
                  <a:off x="3478" y="3026"/>
                  <a:ext cx="18" cy="17"/>
                </a:xfrm>
                <a:custGeom>
                  <a:pathLst>
                    <a:path w="18" h="17">
                      <a:moveTo>
                        <a:pt x="0" y="0"/>
                      </a:moveTo>
                      <a:lnTo>
                        <a:pt x="9" y="16"/>
                      </a:lnTo>
                      <a:lnTo>
                        <a:pt x="17" y="0"/>
                      </a:lnTo>
                    </a:path>
                  </a:pathLst>
                </a:custGeom>
                <a:noFill/>
                <a:ln w="12700" cap="rnd" cmpd="sng">
                  <a:solidFill>
                    <a:schemeClr val="bg2"/>
                  </a:solidFill>
                  <a:prstDash val="solid"/>
                  <a:round/>
                  <a:headEnd type="none" w="sm" len="sm"/>
                  <a:tailEnd type="none" w="sm" len="sm"/>
                </a:ln>
                <a:effectLst/>
              </p:spPr>
            </p:sp>
            <p:sp>
              <p:nvSpPr>
                <p:cNvPr id="53469" name=""/>
                <p:cNvSpPr/>
                <p:nvPr/>
              </p:nvSpPr>
              <p:spPr>
                <a:xfrm>
                  <a:off x="3493" y="3017"/>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70" name=""/>
                <p:cNvSpPr/>
                <p:nvPr/>
              </p:nvSpPr>
              <p:spPr>
                <a:xfrm>
                  <a:off x="3506" y="3006"/>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71" name=""/>
                <p:cNvSpPr/>
                <p:nvPr/>
              </p:nvSpPr>
              <p:spPr>
                <a:xfrm>
                  <a:off x="3519" y="2997"/>
                  <a:ext cx="18" cy="17"/>
                </a:xfrm>
                <a:custGeom>
                  <a:pathLst>
                    <a:path w="18" h="17">
                      <a:moveTo>
                        <a:pt x="0" y="0"/>
                      </a:moveTo>
                      <a:lnTo>
                        <a:pt x="9" y="16"/>
                      </a:lnTo>
                      <a:lnTo>
                        <a:pt x="17" y="0"/>
                      </a:lnTo>
                    </a:path>
                  </a:pathLst>
                </a:custGeom>
                <a:noFill/>
                <a:ln w="12700" cap="rnd" cmpd="sng">
                  <a:solidFill>
                    <a:schemeClr val="bg2"/>
                  </a:solidFill>
                  <a:prstDash val="solid"/>
                  <a:round/>
                  <a:headEnd type="none" w="sm" len="sm"/>
                  <a:tailEnd type="none" w="sm" len="sm"/>
                </a:ln>
                <a:effectLst/>
              </p:spPr>
            </p:sp>
            <p:sp>
              <p:nvSpPr>
                <p:cNvPr id="53472" name=""/>
                <p:cNvSpPr/>
                <p:nvPr/>
              </p:nvSpPr>
              <p:spPr>
                <a:xfrm>
                  <a:off x="3533" y="2989"/>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73" name=""/>
                <p:cNvSpPr/>
                <p:nvPr/>
              </p:nvSpPr>
              <p:spPr>
                <a:xfrm>
                  <a:off x="3547" y="2980"/>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grpSp>
          <p:grpSp>
            <p:nvGrpSpPr>
              <p:cNvPr id="53474" name=""/>
              <p:cNvGrpSpPr/>
              <p:nvPr/>
            </p:nvGrpSpPr>
            <p:grpSpPr>
              <a:xfrm>
                <a:off x="3444" y="2990"/>
                <a:ext cx="125" cy="89"/>
                <a:chOff x="3444" y="2990"/>
                <a:chExt cx="125" cy="89"/>
              </a:xfrm>
            </p:grpSpPr>
            <p:sp>
              <p:nvSpPr>
                <p:cNvPr id="53475" name=""/>
                <p:cNvSpPr/>
                <p:nvPr/>
              </p:nvSpPr>
              <p:spPr>
                <a:xfrm>
                  <a:off x="3444" y="3062"/>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76" name=""/>
                <p:cNvSpPr/>
                <p:nvPr/>
              </p:nvSpPr>
              <p:spPr>
                <a:xfrm>
                  <a:off x="3457" y="3052"/>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77" name=""/>
                <p:cNvSpPr/>
                <p:nvPr/>
              </p:nvSpPr>
              <p:spPr>
                <a:xfrm>
                  <a:off x="3471" y="3042"/>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78" name=""/>
                <p:cNvSpPr/>
                <p:nvPr/>
              </p:nvSpPr>
              <p:spPr>
                <a:xfrm>
                  <a:off x="3484" y="3033"/>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79" name=""/>
                <p:cNvSpPr/>
                <p:nvPr/>
              </p:nvSpPr>
              <p:spPr>
                <a:xfrm>
                  <a:off x="3499" y="3026"/>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80" name=""/>
                <p:cNvSpPr/>
                <p:nvPr/>
              </p:nvSpPr>
              <p:spPr>
                <a:xfrm>
                  <a:off x="3513" y="3017"/>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81" name=""/>
                <p:cNvSpPr/>
                <p:nvPr/>
              </p:nvSpPr>
              <p:spPr>
                <a:xfrm>
                  <a:off x="3525" y="3007"/>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82" name=""/>
                <p:cNvSpPr/>
                <p:nvPr/>
              </p:nvSpPr>
              <p:spPr>
                <a:xfrm>
                  <a:off x="3540" y="2998"/>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83" name=""/>
                <p:cNvSpPr/>
                <p:nvPr/>
              </p:nvSpPr>
              <p:spPr>
                <a:xfrm>
                  <a:off x="3552" y="2990"/>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grpSp>
          <p:grpSp>
            <p:nvGrpSpPr>
              <p:cNvPr id="53484" name=""/>
              <p:cNvGrpSpPr/>
              <p:nvPr/>
            </p:nvGrpSpPr>
            <p:grpSpPr>
              <a:xfrm>
                <a:off x="3457" y="2995"/>
                <a:ext cx="125" cy="88"/>
                <a:chOff x="3457" y="2995"/>
                <a:chExt cx="125" cy="88"/>
              </a:xfrm>
            </p:grpSpPr>
            <p:sp>
              <p:nvSpPr>
                <p:cNvPr id="53485" name=""/>
                <p:cNvSpPr/>
                <p:nvPr/>
              </p:nvSpPr>
              <p:spPr>
                <a:xfrm>
                  <a:off x="3457" y="3066"/>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86" name=""/>
                <p:cNvSpPr/>
                <p:nvPr/>
              </p:nvSpPr>
              <p:spPr>
                <a:xfrm>
                  <a:off x="3471" y="3058"/>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87" name=""/>
                <p:cNvSpPr/>
                <p:nvPr/>
              </p:nvSpPr>
              <p:spPr>
                <a:xfrm>
                  <a:off x="3484" y="3049"/>
                  <a:ext cx="18" cy="17"/>
                </a:xfrm>
                <a:custGeom>
                  <a:pathLst>
                    <a:path w="18" h="17">
                      <a:moveTo>
                        <a:pt x="0" y="0"/>
                      </a:moveTo>
                      <a:lnTo>
                        <a:pt x="9" y="16"/>
                      </a:lnTo>
                      <a:lnTo>
                        <a:pt x="17" y="0"/>
                      </a:lnTo>
                    </a:path>
                  </a:pathLst>
                </a:custGeom>
                <a:noFill/>
                <a:ln w="12700" cap="rnd" cmpd="sng">
                  <a:solidFill>
                    <a:schemeClr val="bg2"/>
                  </a:solidFill>
                  <a:prstDash val="solid"/>
                  <a:round/>
                  <a:headEnd type="none" w="sm" len="sm"/>
                  <a:tailEnd type="none" w="sm" len="sm"/>
                </a:ln>
                <a:effectLst/>
              </p:spPr>
            </p:sp>
            <p:sp>
              <p:nvSpPr>
                <p:cNvPr id="53488" name=""/>
                <p:cNvSpPr/>
                <p:nvPr/>
              </p:nvSpPr>
              <p:spPr>
                <a:xfrm>
                  <a:off x="3499" y="3040"/>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89" name=""/>
                <p:cNvSpPr/>
                <p:nvPr/>
              </p:nvSpPr>
              <p:spPr>
                <a:xfrm>
                  <a:off x="3513" y="3030"/>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90" name=""/>
                <p:cNvSpPr/>
                <p:nvPr/>
              </p:nvSpPr>
              <p:spPr>
                <a:xfrm>
                  <a:off x="3526" y="3022"/>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91" name=""/>
                <p:cNvSpPr/>
                <p:nvPr/>
              </p:nvSpPr>
              <p:spPr>
                <a:xfrm>
                  <a:off x="3540" y="3014"/>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92" name=""/>
                <p:cNvSpPr/>
                <p:nvPr/>
              </p:nvSpPr>
              <p:spPr>
                <a:xfrm>
                  <a:off x="3552" y="3005"/>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93" name=""/>
                <p:cNvSpPr/>
                <p:nvPr/>
              </p:nvSpPr>
              <p:spPr>
                <a:xfrm>
                  <a:off x="3565" y="2995"/>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grpSp>
          <p:grpSp>
            <p:nvGrpSpPr>
              <p:cNvPr id="53494" name=""/>
              <p:cNvGrpSpPr/>
              <p:nvPr/>
            </p:nvGrpSpPr>
            <p:grpSpPr>
              <a:xfrm>
                <a:off x="3481" y="3005"/>
                <a:ext cx="111" cy="80"/>
                <a:chOff x="3481" y="3005"/>
                <a:chExt cx="111" cy="80"/>
              </a:xfrm>
            </p:grpSpPr>
            <p:sp>
              <p:nvSpPr>
                <p:cNvPr id="53495" name=""/>
                <p:cNvSpPr/>
                <p:nvPr/>
              </p:nvSpPr>
              <p:spPr>
                <a:xfrm>
                  <a:off x="3481" y="3068"/>
                  <a:ext cx="18" cy="17"/>
                </a:xfrm>
                <a:custGeom>
                  <a:pathLst>
                    <a:path w="18" h="17">
                      <a:moveTo>
                        <a:pt x="0" y="0"/>
                      </a:moveTo>
                      <a:lnTo>
                        <a:pt x="9" y="16"/>
                      </a:lnTo>
                      <a:lnTo>
                        <a:pt x="17" y="0"/>
                      </a:lnTo>
                    </a:path>
                  </a:pathLst>
                </a:custGeom>
                <a:noFill/>
                <a:ln w="12700" cap="rnd" cmpd="sng">
                  <a:solidFill>
                    <a:schemeClr val="bg2"/>
                  </a:solidFill>
                  <a:prstDash val="solid"/>
                  <a:round/>
                  <a:headEnd type="none" w="sm" len="sm"/>
                  <a:tailEnd type="none" w="sm" len="sm"/>
                </a:ln>
                <a:effectLst/>
              </p:spPr>
            </p:sp>
            <p:sp>
              <p:nvSpPr>
                <p:cNvPr id="53496" name=""/>
                <p:cNvSpPr/>
                <p:nvPr/>
              </p:nvSpPr>
              <p:spPr>
                <a:xfrm>
                  <a:off x="3496" y="3060"/>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97" name=""/>
                <p:cNvSpPr/>
                <p:nvPr/>
              </p:nvSpPr>
              <p:spPr>
                <a:xfrm>
                  <a:off x="3510" y="3024"/>
                  <a:ext cx="54" cy="33"/>
                </a:xfrm>
                <a:custGeom>
                  <a:pathLst>
                    <a:path w="54" h="33">
                      <a:moveTo>
                        <a:pt x="0" y="27"/>
                      </a:moveTo>
                      <a:lnTo>
                        <a:pt x="7" y="32"/>
                      </a:lnTo>
                      <a:lnTo>
                        <a:pt x="53" y="0"/>
                      </a:lnTo>
                    </a:path>
                  </a:pathLst>
                </a:custGeom>
                <a:noFill/>
                <a:ln w="12700" cap="rnd" cmpd="sng">
                  <a:solidFill>
                    <a:schemeClr val="bg2"/>
                  </a:solidFill>
                  <a:prstDash val="solid"/>
                  <a:round/>
                  <a:headEnd type="none" w="sm" len="sm"/>
                  <a:tailEnd type="none" w="sm" len="sm"/>
                </a:ln>
                <a:effectLst/>
              </p:spPr>
            </p:sp>
            <p:sp>
              <p:nvSpPr>
                <p:cNvPr id="53498" name=""/>
                <p:cNvSpPr/>
                <p:nvPr/>
              </p:nvSpPr>
              <p:spPr>
                <a:xfrm>
                  <a:off x="3562" y="3016"/>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sp>
              <p:nvSpPr>
                <p:cNvPr id="53499" name=""/>
                <p:cNvSpPr/>
                <p:nvPr/>
              </p:nvSpPr>
              <p:spPr>
                <a:xfrm>
                  <a:off x="3575" y="3005"/>
                  <a:ext cx="17" cy="17"/>
                </a:xfrm>
                <a:custGeom>
                  <a:pathLst>
                    <a:path w="17" h="17">
                      <a:moveTo>
                        <a:pt x="0" y="0"/>
                      </a:moveTo>
                      <a:lnTo>
                        <a:pt x="8" y="16"/>
                      </a:lnTo>
                      <a:lnTo>
                        <a:pt x="16" y="0"/>
                      </a:lnTo>
                    </a:path>
                  </a:pathLst>
                </a:custGeom>
                <a:noFill/>
                <a:ln w="12700" cap="rnd" cmpd="sng">
                  <a:solidFill>
                    <a:schemeClr val="bg2"/>
                  </a:solidFill>
                  <a:prstDash val="solid"/>
                  <a:round/>
                  <a:headEnd type="none" w="sm" len="sm"/>
                  <a:tailEnd type="none" w="sm" len="sm"/>
                </a:ln>
                <a:effectLst/>
              </p:spPr>
            </p:sp>
          </p:grpSp>
        </p:grpSp>
      </p:grpSp>
      <p:sp>
        <p:nvSpPr>
          <p:cNvPr id="53500" name=""/>
          <p:cNvSpPr/>
          <p:nvPr/>
        </p:nvSpPr>
        <p:spPr>
          <a:xfrm>
            <a:off x="7620000" y="5251450"/>
            <a:ext cx="1539875" cy="527050"/>
          </a:xfrm>
          <a:prstGeom prst="rect">
            <a:avLst/>
          </a:prstGeom>
          <a:noFill/>
          <a:ln>
            <a:noFill/>
            <a:miter lim="800000"/>
          </a:ln>
          <a:effectLst/>
        </p:spPr>
      </p:sp>
      <p:grpSp>
        <p:nvGrpSpPr>
          <p:cNvPr id="53501" name=""/>
          <p:cNvGrpSpPr/>
          <p:nvPr/>
        </p:nvGrpSpPr>
        <p:grpSpPr>
          <a:xfrm>
            <a:off x="4403725" y="1327150"/>
            <a:ext cx="673100" cy="884238"/>
            <a:chOff x="2746" y="922"/>
            <a:chExt cx="420" cy="614"/>
          </a:xfrm>
        </p:grpSpPr>
        <p:grpSp>
          <p:nvGrpSpPr>
            <p:cNvPr id="53502" name=""/>
            <p:cNvGrpSpPr/>
            <p:nvPr/>
          </p:nvGrpSpPr>
          <p:grpSpPr>
            <a:xfrm>
              <a:off x="2746" y="922"/>
              <a:ext cx="420" cy="614"/>
              <a:chOff x="2746" y="922"/>
              <a:chExt cx="420" cy="614"/>
            </a:xfrm>
          </p:grpSpPr>
          <p:sp>
            <p:nvSpPr>
              <p:cNvPr id="53503" name=""/>
              <p:cNvSpPr/>
              <p:nvPr/>
            </p:nvSpPr>
            <p:spPr>
              <a:xfrm>
                <a:off x="2751" y="1052"/>
                <a:ext cx="161" cy="484"/>
              </a:xfrm>
              <a:custGeom>
                <a:pathLst>
                  <a:path w="161" h="484">
                    <a:moveTo>
                      <a:pt x="0" y="0"/>
                    </a:moveTo>
                    <a:lnTo>
                      <a:pt x="0" y="402"/>
                    </a:lnTo>
                    <a:lnTo>
                      <a:pt x="160" y="483"/>
                    </a:lnTo>
                    <a:lnTo>
                      <a:pt x="160" y="82"/>
                    </a:lnTo>
                    <a:lnTo>
                      <a:pt x="0" y="0"/>
                    </a:lnTo>
                  </a:path>
                </a:pathLst>
              </a:custGeom>
              <a:solidFill>
                <a:srgbClr val="676767"/>
              </a:solidFill>
              <a:ln cap="rnd">
                <a:noFill/>
                <a:round/>
              </a:ln>
              <a:effectLst/>
            </p:spPr>
          </p:sp>
          <p:sp>
            <p:nvSpPr>
              <p:cNvPr id="53504" name=""/>
              <p:cNvSpPr/>
              <p:nvPr/>
            </p:nvSpPr>
            <p:spPr>
              <a:xfrm>
                <a:off x="2906" y="996"/>
                <a:ext cx="233" cy="529"/>
              </a:xfrm>
              <a:custGeom>
                <a:pathLst>
                  <a:path w="233" h="529">
                    <a:moveTo>
                      <a:pt x="3" y="528"/>
                    </a:moveTo>
                    <a:lnTo>
                      <a:pt x="232" y="375"/>
                    </a:lnTo>
                    <a:lnTo>
                      <a:pt x="232" y="0"/>
                    </a:lnTo>
                    <a:lnTo>
                      <a:pt x="0" y="142"/>
                    </a:lnTo>
                    <a:lnTo>
                      <a:pt x="3" y="528"/>
                    </a:lnTo>
                  </a:path>
                </a:pathLst>
              </a:custGeom>
              <a:solidFill>
                <a:schemeClr val="bg2"/>
              </a:solidFill>
              <a:ln cap="rnd">
                <a:noFill/>
                <a:round/>
              </a:ln>
              <a:effectLst/>
            </p:spPr>
          </p:sp>
          <p:sp>
            <p:nvSpPr>
              <p:cNvPr id="53505" name=""/>
              <p:cNvSpPr/>
              <p:nvPr/>
            </p:nvSpPr>
            <p:spPr>
              <a:xfrm>
                <a:off x="2746" y="922"/>
                <a:ext cx="397" cy="220"/>
              </a:xfrm>
              <a:custGeom>
                <a:pathLst>
                  <a:path w="397" h="220">
                    <a:moveTo>
                      <a:pt x="0" y="135"/>
                    </a:moveTo>
                    <a:lnTo>
                      <a:pt x="234" y="0"/>
                    </a:lnTo>
                    <a:lnTo>
                      <a:pt x="396" y="81"/>
                    </a:lnTo>
                    <a:lnTo>
                      <a:pt x="162" y="219"/>
                    </a:lnTo>
                    <a:lnTo>
                      <a:pt x="0" y="135"/>
                    </a:lnTo>
                  </a:path>
                </a:pathLst>
              </a:custGeom>
              <a:solidFill>
                <a:schemeClr val="folHlink"/>
              </a:solidFill>
              <a:ln cap="rnd">
                <a:noFill/>
                <a:round/>
              </a:ln>
              <a:effectLst/>
            </p:spPr>
          </p:sp>
          <p:sp>
            <p:nvSpPr>
              <p:cNvPr id="53506" name=""/>
              <p:cNvSpPr/>
              <p:nvPr/>
            </p:nvSpPr>
            <p:spPr>
              <a:xfrm>
                <a:off x="2906" y="1042"/>
                <a:ext cx="255" cy="148"/>
              </a:xfrm>
              <a:custGeom>
                <a:pathLst>
                  <a:path w="255" h="148">
                    <a:moveTo>
                      <a:pt x="21" y="147"/>
                    </a:moveTo>
                    <a:lnTo>
                      <a:pt x="254" y="8"/>
                    </a:lnTo>
                    <a:lnTo>
                      <a:pt x="233" y="0"/>
                    </a:lnTo>
                    <a:lnTo>
                      <a:pt x="0" y="139"/>
                    </a:lnTo>
                    <a:lnTo>
                      <a:pt x="21" y="147"/>
                    </a:lnTo>
                  </a:path>
                </a:pathLst>
              </a:custGeom>
              <a:solidFill>
                <a:schemeClr val="folHlink"/>
              </a:solidFill>
              <a:ln cap="rnd">
                <a:noFill/>
                <a:round/>
              </a:ln>
              <a:effectLst/>
            </p:spPr>
          </p:sp>
          <p:sp>
            <p:nvSpPr>
              <p:cNvPr id="53507" name=""/>
              <p:cNvSpPr/>
              <p:nvPr/>
            </p:nvSpPr>
            <p:spPr>
              <a:xfrm>
                <a:off x="2924" y="1052"/>
                <a:ext cx="242" cy="414"/>
              </a:xfrm>
              <a:custGeom>
                <a:pathLst>
                  <a:path w="242" h="414">
                    <a:moveTo>
                      <a:pt x="0" y="413"/>
                    </a:moveTo>
                    <a:lnTo>
                      <a:pt x="241" y="252"/>
                    </a:lnTo>
                    <a:lnTo>
                      <a:pt x="241" y="0"/>
                    </a:lnTo>
                    <a:lnTo>
                      <a:pt x="3" y="139"/>
                    </a:lnTo>
                    <a:lnTo>
                      <a:pt x="0" y="413"/>
                    </a:lnTo>
                  </a:path>
                </a:pathLst>
              </a:custGeom>
              <a:solidFill>
                <a:schemeClr val="bg2"/>
              </a:solidFill>
              <a:ln cap="rnd">
                <a:noFill/>
                <a:round/>
              </a:ln>
              <a:effectLst/>
            </p:spPr>
          </p:sp>
          <p:sp>
            <p:nvSpPr>
              <p:cNvPr id="53508" name=""/>
              <p:cNvSpPr/>
              <p:nvPr/>
            </p:nvSpPr>
            <p:spPr>
              <a:xfrm>
                <a:off x="2746" y="1055"/>
                <a:ext cx="188" cy="480"/>
              </a:xfrm>
              <a:custGeom>
                <a:pathLst>
                  <a:path w="188" h="480">
                    <a:moveTo>
                      <a:pt x="4" y="0"/>
                    </a:moveTo>
                    <a:lnTo>
                      <a:pt x="0" y="396"/>
                    </a:lnTo>
                    <a:lnTo>
                      <a:pt x="159" y="479"/>
                    </a:lnTo>
                    <a:lnTo>
                      <a:pt x="166" y="426"/>
                    </a:lnTo>
                    <a:lnTo>
                      <a:pt x="187" y="413"/>
                    </a:lnTo>
                    <a:lnTo>
                      <a:pt x="187" y="147"/>
                    </a:lnTo>
                    <a:lnTo>
                      <a:pt x="162" y="130"/>
                    </a:lnTo>
                    <a:lnTo>
                      <a:pt x="162" y="91"/>
                    </a:lnTo>
                    <a:lnTo>
                      <a:pt x="4" y="0"/>
                    </a:lnTo>
                  </a:path>
                </a:pathLst>
              </a:custGeom>
              <a:solidFill>
                <a:srgbClr val="676767"/>
              </a:solidFill>
              <a:ln cap="rnd">
                <a:noFill/>
                <a:round/>
              </a:ln>
              <a:effectLst/>
            </p:spPr>
          </p:sp>
        </p:grpSp>
        <p:grpSp>
          <p:nvGrpSpPr>
            <p:cNvPr id="53509" name=""/>
            <p:cNvGrpSpPr/>
            <p:nvPr/>
          </p:nvGrpSpPr>
          <p:grpSpPr>
            <a:xfrm>
              <a:off x="2947" y="1135"/>
              <a:ext cx="214" cy="255"/>
              <a:chOff x="2947" y="1135"/>
              <a:chExt cx="214" cy="255"/>
            </a:xfrm>
          </p:grpSpPr>
          <p:cxnSp>
            <p:nvCxnSpPr>
              <p:cNvPr id="53510" name=""/>
              <p:cNvCxnSpPr/>
              <p:nvPr/>
            </p:nvCxnSpPr>
            <p:spPr>
              <a:xfrm flipV="1">
                <a:off x="2947" y="1135"/>
                <a:ext cx="214" cy="131"/>
              </a:xfrm>
              <a:prstGeom prst="line">
                <a:avLst/>
              </a:prstGeom>
              <a:noFill/>
              <a:ln w="12700">
                <a:solidFill>
                  <a:schemeClr val="folHlink"/>
                </a:solidFill>
                <a:miter lim="800000"/>
              </a:ln>
              <a:effectLst/>
            </p:spPr>
          </p:cxnSp>
          <p:cxnSp>
            <p:nvCxnSpPr>
              <p:cNvPr id="53511" name=""/>
              <p:cNvCxnSpPr/>
              <p:nvPr/>
            </p:nvCxnSpPr>
            <p:spPr>
              <a:xfrm flipV="1">
                <a:off x="2947" y="1231"/>
                <a:ext cx="214" cy="127"/>
              </a:xfrm>
              <a:prstGeom prst="line">
                <a:avLst/>
              </a:prstGeom>
              <a:noFill/>
              <a:ln w="12700">
                <a:solidFill>
                  <a:schemeClr val="folHlink"/>
                </a:solidFill>
                <a:miter lim="800000"/>
              </a:ln>
              <a:effectLst/>
            </p:spPr>
          </p:cxnSp>
          <p:cxnSp>
            <p:nvCxnSpPr>
              <p:cNvPr id="53512" name=""/>
              <p:cNvCxnSpPr/>
              <p:nvPr/>
            </p:nvCxnSpPr>
            <p:spPr>
              <a:xfrm flipV="1">
                <a:off x="2947" y="1266"/>
                <a:ext cx="214" cy="124"/>
              </a:xfrm>
              <a:prstGeom prst="line">
                <a:avLst/>
              </a:prstGeom>
              <a:noFill/>
              <a:ln w="12700">
                <a:solidFill>
                  <a:schemeClr val="folHlink"/>
                </a:solidFill>
                <a:miter lim="800000"/>
              </a:ln>
              <a:effectLst/>
            </p:spPr>
          </p:cxnSp>
          <p:grpSp>
            <p:nvGrpSpPr>
              <p:cNvPr id="53513" name=""/>
              <p:cNvGrpSpPr/>
              <p:nvPr/>
            </p:nvGrpSpPr>
            <p:grpSpPr>
              <a:xfrm>
                <a:off x="3083" y="1173"/>
                <a:ext cx="58" cy="61"/>
                <a:chOff x="3083" y="1173"/>
                <a:chExt cx="58" cy="61"/>
              </a:xfrm>
            </p:grpSpPr>
            <p:cxnSp>
              <p:nvCxnSpPr>
                <p:cNvPr id="53514" name=""/>
                <p:cNvCxnSpPr/>
                <p:nvPr/>
              </p:nvCxnSpPr>
              <p:spPr>
                <a:xfrm flipV="1">
                  <a:off x="3083" y="1173"/>
                  <a:ext cx="58" cy="36"/>
                </a:xfrm>
                <a:prstGeom prst="line">
                  <a:avLst/>
                </a:prstGeom>
                <a:noFill/>
                <a:ln w="12700">
                  <a:solidFill>
                    <a:schemeClr val="folHlink"/>
                  </a:solidFill>
                  <a:miter lim="800000"/>
                </a:ln>
                <a:effectLst/>
              </p:spPr>
            </p:cxnSp>
            <p:cxnSp>
              <p:nvCxnSpPr>
                <p:cNvPr id="53515" name=""/>
                <p:cNvCxnSpPr/>
                <p:nvPr/>
              </p:nvCxnSpPr>
              <p:spPr>
                <a:xfrm flipV="1">
                  <a:off x="3083" y="1189"/>
                  <a:ext cx="58" cy="34"/>
                </a:xfrm>
                <a:prstGeom prst="line">
                  <a:avLst/>
                </a:prstGeom>
                <a:noFill/>
                <a:ln w="12700">
                  <a:solidFill>
                    <a:schemeClr val="folHlink"/>
                  </a:solidFill>
                  <a:miter lim="800000"/>
                </a:ln>
                <a:effectLst/>
              </p:spPr>
            </p:cxnSp>
            <p:cxnSp>
              <p:nvCxnSpPr>
                <p:cNvPr id="53516" name=""/>
                <p:cNvCxnSpPr/>
                <p:nvPr/>
              </p:nvCxnSpPr>
              <p:spPr>
                <a:xfrm flipV="1">
                  <a:off x="3083" y="1200"/>
                  <a:ext cx="58" cy="34"/>
                </a:xfrm>
                <a:prstGeom prst="line">
                  <a:avLst/>
                </a:prstGeom>
                <a:noFill/>
                <a:ln w="12700">
                  <a:solidFill>
                    <a:schemeClr val="folHlink"/>
                  </a:solidFill>
                  <a:miter lim="800000"/>
                </a:ln>
                <a:effectLst/>
              </p:spPr>
            </p:cxnSp>
          </p:grpSp>
          <p:grpSp>
            <p:nvGrpSpPr>
              <p:cNvPr id="53517" name=""/>
              <p:cNvGrpSpPr/>
              <p:nvPr/>
            </p:nvGrpSpPr>
            <p:grpSpPr>
              <a:xfrm>
                <a:off x="2974" y="1240"/>
                <a:ext cx="58" cy="61"/>
                <a:chOff x="2974" y="1240"/>
                <a:chExt cx="58" cy="61"/>
              </a:xfrm>
            </p:grpSpPr>
            <p:cxnSp>
              <p:nvCxnSpPr>
                <p:cNvPr id="53518" name=""/>
                <p:cNvCxnSpPr/>
                <p:nvPr/>
              </p:nvCxnSpPr>
              <p:spPr>
                <a:xfrm flipV="1">
                  <a:off x="2974" y="1240"/>
                  <a:ext cx="58" cy="37"/>
                </a:xfrm>
                <a:prstGeom prst="line">
                  <a:avLst/>
                </a:prstGeom>
                <a:noFill/>
                <a:ln w="12700">
                  <a:solidFill>
                    <a:schemeClr val="folHlink"/>
                  </a:solidFill>
                  <a:miter lim="800000"/>
                </a:ln>
                <a:effectLst/>
              </p:spPr>
            </p:cxnSp>
            <p:cxnSp>
              <p:nvCxnSpPr>
                <p:cNvPr id="53519" name=""/>
                <p:cNvCxnSpPr/>
                <p:nvPr/>
              </p:nvCxnSpPr>
              <p:spPr>
                <a:xfrm flipV="1">
                  <a:off x="2974" y="1255"/>
                  <a:ext cx="58" cy="34"/>
                </a:xfrm>
                <a:prstGeom prst="line">
                  <a:avLst/>
                </a:prstGeom>
                <a:noFill/>
                <a:ln w="12700">
                  <a:solidFill>
                    <a:schemeClr val="folHlink"/>
                  </a:solidFill>
                  <a:miter lim="800000"/>
                </a:ln>
                <a:effectLst/>
              </p:spPr>
            </p:cxnSp>
            <p:cxnSp>
              <p:nvCxnSpPr>
                <p:cNvPr id="53520" name=""/>
                <p:cNvCxnSpPr/>
                <p:nvPr/>
              </p:nvCxnSpPr>
              <p:spPr>
                <a:xfrm flipV="1">
                  <a:off x="2974" y="1269"/>
                  <a:ext cx="58" cy="32"/>
                </a:xfrm>
                <a:prstGeom prst="line">
                  <a:avLst/>
                </a:prstGeom>
                <a:noFill/>
                <a:ln w="12700">
                  <a:solidFill>
                    <a:schemeClr val="folHlink"/>
                  </a:solidFill>
                  <a:miter lim="800000"/>
                </a:ln>
                <a:effectLst/>
              </p:spPr>
            </p:cxnSp>
          </p:grpSp>
        </p:grpSp>
      </p:grpSp>
      <p:grpSp>
        <p:nvGrpSpPr>
          <p:cNvPr id="53521" name=""/>
          <p:cNvGrpSpPr/>
          <p:nvPr/>
        </p:nvGrpSpPr>
        <p:grpSpPr>
          <a:xfrm>
            <a:off x="5002213" y="1344613"/>
            <a:ext cx="674687" cy="884237"/>
            <a:chOff x="3120" y="934"/>
            <a:chExt cx="420" cy="614"/>
          </a:xfrm>
        </p:grpSpPr>
        <p:grpSp>
          <p:nvGrpSpPr>
            <p:cNvPr id="53522" name=""/>
            <p:cNvGrpSpPr/>
            <p:nvPr/>
          </p:nvGrpSpPr>
          <p:grpSpPr>
            <a:xfrm>
              <a:off x="3120" y="934"/>
              <a:ext cx="420" cy="614"/>
              <a:chOff x="3120" y="934"/>
              <a:chExt cx="420" cy="614"/>
            </a:xfrm>
          </p:grpSpPr>
          <p:sp>
            <p:nvSpPr>
              <p:cNvPr id="53523" name=""/>
              <p:cNvSpPr/>
              <p:nvPr/>
            </p:nvSpPr>
            <p:spPr>
              <a:xfrm>
                <a:off x="3125" y="1064"/>
                <a:ext cx="161" cy="484"/>
              </a:xfrm>
              <a:custGeom>
                <a:pathLst>
                  <a:path w="161" h="484">
                    <a:moveTo>
                      <a:pt x="0" y="0"/>
                    </a:moveTo>
                    <a:lnTo>
                      <a:pt x="0" y="402"/>
                    </a:lnTo>
                    <a:lnTo>
                      <a:pt x="160" y="483"/>
                    </a:lnTo>
                    <a:lnTo>
                      <a:pt x="160" y="82"/>
                    </a:lnTo>
                    <a:lnTo>
                      <a:pt x="0" y="0"/>
                    </a:lnTo>
                  </a:path>
                </a:pathLst>
              </a:custGeom>
              <a:solidFill>
                <a:srgbClr val="676767"/>
              </a:solidFill>
              <a:ln cap="rnd">
                <a:noFill/>
                <a:round/>
              </a:ln>
              <a:effectLst/>
            </p:spPr>
          </p:sp>
          <p:sp>
            <p:nvSpPr>
              <p:cNvPr id="53524" name=""/>
              <p:cNvSpPr/>
              <p:nvPr/>
            </p:nvSpPr>
            <p:spPr>
              <a:xfrm>
                <a:off x="3280" y="1008"/>
                <a:ext cx="233" cy="529"/>
              </a:xfrm>
              <a:custGeom>
                <a:pathLst>
                  <a:path w="233" h="529">
                    <a:moveTo>
                      <a:pt x="3" y="528"/>
                    </a:moveTo>
                    <a:lnTo>
                      <a:pt x="232" y="375"/>
                    </a:lnTo>
                    <a:lnTo>
                      <a:pt x="232" y="0"/>
                    </a:lnTo>
                    <a:lnTo>
                      <a:pt x="0" y="142"/>
                    </a:lnTo>
                    <a:lnTo>
                      <a:pt x="3" y="528"/>
                    </a:lnTo>
                  </a:path>
                </a:pathLst>
              </a:custGeom>
              <a:solidFill>
                <a:schemeClr val="bg2"/>
              </a:solidFill>
              <a:ln cap="rnd">
                <a:noFill/>
                <a:round/>
              </a:ln>
              <a:effectLst/>
            </p:spPr>
          </p:sp>
          <p:sp>
            <p:nvSpPr>
              <p:cNvPr id="53525" name=""/>
              <p:cNvSpPr/>
              <p:nvPr/>
            </p:nvSpPr>
            <p:spPr>
              <a:xfrm>
                <a:off x="3120" y="934"/>
                <a:ext cx="397" cy="220"/>
              </a:xfrm>
              <a:custGeom>
                <a:pathLst>
                  <a:path w="397" h="220">
                    <a:moveTo>
                      <a:pt x="0" y="135"/>
                    </a:moveTo>
                    <a:lnTo>
                      <a:pt x="234" y="0"/>
                    </a:lnTo>
                    <a:lnTo>
                      <a:pt x="396" y="81"/>
                    </a:lnTo>
                    <a:lnTo>
                      <a:pt x="162" y="219"/>
                    </a:lnTo>
                    <a:lnTo>
                      <a:pt x="0" y="135"/>
                    </a:lnTo>
                  </a:path>
                </a:pathLst>
              </a:custGeom>
              <a:solidFill>
                <a:schemeClr val="folHlink"/>
              </a:solidFill>
              <a:ln cap="rnd">
                <a:noFill/>
                <a:round/>
              </a:ln>
              <a:effectLst/>
            </p:spPr>
          </p:sp>
          <p:sp>
            <p:nvSpPr>
              <p:cNvPr id="53526" name=""/>
              <p:cNvSpPr/>
              <p:nvPr/>
            </p:nvSpPr>
            <p:spPr>
              <a:xfrm>
                <a:off x="3280" y="1054"/>
                <a:ext cx="255" cy="148"/>
              </a:xfrm>
              <a:custGeom>
                <a:pathLst>
                  <a:path w="255" h="148">
                    <a:moveTo>
                      <a:pt x="21" y="147"/>
                    </a:moveTo>
                    <a:lnTo>
                      <a:pt x="254" y="8"/>
                    </a:lnTo>
                    <a:lnTo>
                      <a:pt x="233" y="0"/>
                    </a:lnTo>
                    <a:lnTo>
                      <a:pt x="0" y="139"/>
                    </a:lnTo>
                    <a:lnTo>
                      <a:pt x="21" y="147"/>
                    </a:lnTo>
                  </a:path>
                </a:pathLst>
              </a:custGeom>
              <a:solidFill>
                <a:schemeClr val="folHlink"/>
              </a:solidFill>
              <a:ln cap="rnd">
                <a:noFill/>
                <a:round/>
              </a:ln>
              <a:effectLst/>
            </p:spPr>
          </p:sp>
          <p:sp>
            <p:nvSpPr>
              <p:cNvPr id="53527" name=""/>
              <p:cNvSpPr/>
              <p:nvPr/>
            </p:nvSpPr>
            <p:spPr>
              <a:xfrm>
                <a:off x="3298" y="1064"/>
                <a:ext cx="242" cy="414"/>
              </a:xfrm>
              <a:custGeom>
                <a:pathLst>
                  <a:path w="242" h="414">
                    <a:moveTo>
                      <a:pt x="0" y="413"/>
                    </a:moveTo>
                    <a:lnTo>
                      <a:pt x="241" y="252"/>
                    </a:lnTo>
                    <a:lnTo>
                      <a:pt x="241" y="0"/>
                    </a:lnTo>
                    <a:lnTo>
                      <a:pt x="3" y="139"/>
                    </a:lnTo>
                    <a:lnTo>
                      <a:pt x="0" y="413"/>
                    </a:lnTo>
                  </a:path>
                </a:pathLst>
              </a:custGeom>
              <a:solidFill>
                <a:schemeClr val="bg2"/>
              </a:solidFill>
              <a:ln cap="rnd">
                <a:noFill/>
                <a:round/>
              </a:ln>
              <a:effectLst/>
            </p:spPr>
          </p:sp>
          <p:sp>
            <p:nvSpPr>
              <p:cNvPr id="53528" name=""/>
              <p:cNvSpPr/>
              <p:nvPr/>
            </p:nvSpPr>
            <p:spPr>
              <a:xfrm>
                <a:off x="3120" y="1067"/>
                <a:ext cx="188" cy="480"/>
              </a:xfrm>
              <a:custGeom>
                <a:pathLst>
                  <a:path w="188" h="480">
                    <a:moveTo>
                      <a:pt x="4" y="0"/>
                    </a:moveTo>
                    <a:lnTo>
                      <a:pt x="0" y="396"/>
                    </a:lnTo>
                    <a:lnTo>
                      <a:pt x="159" y="479"/>
                    </a:lnTo>
                    <a:lnTo>
                      <a:pt x="166" y="426"/>
                    </a:lnTo>
                    <a:lnTo>
                      <a:pt x="187" y="413"/>
                    </a:lnTo>
                    <a:lnTo>
                      <a:pt x="187" y="147"/>
                    </a:lnTo>
                    <a:lnTo>
                      <a:pt x="162" y="130"/>
                    </a:lnTo>
                    <a:lnTo>
                      <a:pt x="162" y="91"/>
                    </a:lnTo>
                    <a:lnTo>
                      <a:pt x="4" y="0"/>
                    </a:lnTo>
                  </a:path>
                </a:pathLst>
              </a:custGeom>
              <a:solidFill>
                <a:srgbClr val="676767"/>
              </a:solidFill>
              <a:ln cap="rnd">
                <a:noFill/>
                <a:round/>
              </a:ln>
              <a:effectLst/>
            </p:spPr>
          </p:sp>
        </p:grpSp>
        <p:grpSp>
          <p:nvGrpSpPr>
            <p:cNvPr id="53529" name=""/>
            <p:cNvGrpSpPr/>
            <p:nvPr/>
          </p:nvGrpSpPr>
          <p:grpSpPr>
            <a:xfrm>
              <a:off x="3321" y="1147"/>
              <a:ext cx="214" cy="255"/>
              <a:chOff x="3321" y="1147"/>
              <a:chExt cx="214" cy="255"/>
            </a:xfrm>
          </p:grpSpPr>
          <p:cxnSp>
            <p:nvCxnSpPr>
              <p:cNvPr id="53530" name=""/>
              <p:cNvCxnSpPr/>
              <p:nvPr/>
            </p:nvCxnSpPr>
            <p:spPr>
              <a:xfrm flipV="1">
                <a:off x="3321" y="1147"/>
                <a:ext cx="214" cy="131"/>
              </a:xfrm>
              <a:prstGeom prst="line">
                <a:avLst/>
              </a:prstGeom>
              <a:noFill/>
              <a:ln w="12700">
                <a:solidFill>
                  <a:schemeClr val="folHlink"/>
                </a:solidFill>
                <a:miter lim="800000"/>
              </a:ln>
              <a:effectLst/>
            </p:spPr>
          </p:cxnSp>
          <p:cxnSp>
            <p:nvCxnSpPr>
              <p:cNvPr id="53531" name=""/>
              <p:cNvCxnSpPr/>
              <p:nvPr/>
            </p:nvCxnSpPr>
            <p:spPr>
              <a:xfrm flipV="1">
                <a:off x="3321" y="1243"/>
                <a:ext cx="214" cy="127"/>
              </a:xfrm>
              <a:prstGeom prst="line">
                <a:avLst/>
              </a:prstGeom>
              <a:noFill/>
              <a:ln w="12700">
                <a:solidFill>
                  <a:schemeClr val="folHlink"/>
                </a:solidFill>
                <a:miter lim="800000"/>
              </a:ln>
              <a:effectLst/>
            </p:spPr>
          </p:cxnSp>
          <p:cxnSp>
            <p:nvCxnSpPr>
              <p:cNvPr id="53532" name=""/>
              <p:cNvCxnSpPr/>
              <p:nvPr/>
            </p:nvCxnSpPr>
            <p:spPr>
              <a:xfrm flipV="1">
                <a:off x="3321" y="1278"/>
                <a:ext cx="214" cy="124"/>
              </a:xfrm>
              <a:prstGeom prst="line">
                <a:avLst/>
              </a:prstGeom>
              <a:noFill/>
              <a:ln w="12700">
                <a:solidFill>
                  <a:schemeClr val="folHlink"/>
                </a:solidFill>
                <a:miter lim="800000"/>
              </a:ln>
              <a:effectLst/>
            </p:spPr>
          </p:cxnSp>
          <p:grpSp>
            <p:nvGrpSpPr>
              <p:cNvPr id="53533" name=""/>
              <p:cNvGrpSpPr/>
              <p:nvPr/>
            </p:nvGrpSpPr>
            <p:grpSpPr>
              <a:xfrm>
                <a:off x="3457" y="1185"/>
                <a:ext cx="58" cy="61"/>
                <a:chOff x="3457" y="1185"/>
                <a:chExt cx="58" cy="61"/>
              </a:xfrm>
            </p:grpSpPr>
            <p:cxnSp>
              <p:nvCxnSpPr>
                <p:cNvPr id="53534" name=""/>
                <p:cNvCxnSpPr/>
                <p:nvPr/>
              </p:nvCxnSpPr>
              <p:spPr>
                <a:xfrm flipV="1">
                  <a:off x="3457" y="1185"/>
                  <a:ext cx="58" cy="36"/>
                </a:xfrm>
                <a:prstGeom prst="line">
                  <a:avLst/>
                </a:prstGeom>
                <a:noFill/>
                <a:ln w="12700">
                  <a:solidFill>
                    <a:schemeClr val="folHlink"/>
                  </a:solidFill>
                  <a:miter lim="800000"/>
                </a:ln>
                <a:effectLst/>
              </p:spPr>
            </p:cxnSp>
            <p:cxnSp>
              <p:nvCxnSpPr>
                <p:cNvPr id="53535" name=""/>
                <p:cNvCxnSpPr/>
                <p:nvPr/>
              </p:nvCxnSpPr>
              <p:spPr>
                <a:xfrm flipV="1">
                  <a:off x="3457" y="1201"/>
                  <a:ext cx="58" cy="34"/>
                </a:xfrm>
                <a:prstGeom prst="line">
                  <a:avLst/>
                </a:prstGeom>
                <a:noFill/>
                <a:ln w="12700">
                  <a:solidFill>
                    <a:schemeClr val="folHlink"/>
                  </a:solidFill>
                  <a:miter lim="800000"/>
                </a:ln>
                <a:effectLst/>
              </p:spPr>
            </p:cxnSp>
            <p:cxnSp>
              <p:nvCxnSpPr>
                <p:cNvPr id="53536" name=""/>
                <p:cNvCxnSpPr/>
                <p:nvPr/>
              </p:nvCxnSpPr>
              <p:spPr>
                <a:xfrm flipV="1">
                  <a:off x="3457" y="1212"/>
                  <a:ext cx="58" cy="34"/>
                </a:xfrm>
                <a:prstGeom prst="line">
                  <a:avLst/>
                </a:prstGeom>
                <a:noFill/>
                <a:ln w="12700">
                  <a:solidFill>
                    <a:schemeClr val="folHlink"/>
                  </a:solidFill>
                  <a:miter lim="800000"/>
                </a:ln>
                <a:effectLst/>
              </p:spPr>
            </p:cxnSp>
          </p:grpSp>
          <p:grpSp>
            <p:nvGrpSpPr>
              <p:cNvPr id="53537" name=""/>
              <p:cNvGrpSpPr/>
              <p:nvPr/>
            </p:nvGrpSpPr>
            <p:grpSpPr>
              <a:xfrm>
                <a:off x="3348" y="1252"/>
                <a:ext cx="58" cy="61"/>
                <a:chOff x="3348" y="1252"/>
                <a:chExt cx="58" cy="61"/>
              </a:xfrm>
            </p:grpSpPr>
            <p:cxnSp>
              <p:nvCxnSpPr>
                <p:cNvPr id="53538" name=""/>
                <p:cNvCxnSpPr/>
                <p:nvPr/>
              </p:nvCxnSpPr>
              <p:spPr>
                <a:xfrm flipV="1">
                  <a:off x="3348" y="1252"/>
                  <a:ext cx="58" cy="37"/>
                </a:xfrm>
                <a:prstGeom prst="line">
                  <a:avLst/>
                </a:prstGeom>
                <a:noFill/>
                <a:ln w="12700">
                  <a:solidFill>
                    <a:schemeClr val="folHlink"/>
                  </a:solidFill>
                  <a:miter lim="800000"/>
                </a:ln>
                <a:effectLst/>
              </p:spPr>
            </p:cxnSp>
            <p:cxnSp>
              <p:nvCxnSpPr>
                <p:cNvPr id="53539" name=""/>
                <p:cNvCxnSpPr/>
                <p:nvPr/>
              </p:nvCxnSpPr>
              <p:spPr>
                <a:xfrm flipV="1">
                  <a:off x="3348" y="1267"/>
                  <a:ext cx="58" cy="34"/>
                </a:xfrm>
                <a:prstGeom prst="line">
                  <a:avLst/>
                </a:prstGeom>
                <a:noFill/>
                <a:ln w="12700">
                  <a:solidFill>
                    <a:schemeClr val="folHlink"/>
                  </a:solidFill>
                  <a:miter lim="800000"/>
                </a:ln>
                <a:effectLst/>
              </p:spPr>
            </p:cxnSp>
            <p:cxnSp>
              <p:nvCxnSpPr>
                <p:cNvPr id="53540" name=""/>
                <p:cNvCxnSpPr/>
                <p:nvPr/>
              </p:nvCxnSpPr>
              <p:spPr>
                <a:xfrm flipV="1">
                  <a:off x="3348" y="1281"/>
                  <a:ext cx="58" cy="32"/>
                </a:xfrm>
                <a:prstGeom prst="line">
                  <a:avLst/>
                </a:prstGeom>
                <a:noFill/>
                <a:ln w="12700">
                  <a:solidFill>
                    <a:schemeClr val="folHlink"/>
                  </a:solidFill>
                  <a:miter lim="800000"/>
                </a:ln>
                <a:effectLst/>
              </p:spPr>
            </p:cxnSp>
          </p:grpSp>
        </p:grpSp>
      </p:grpSp>
      <p:sp>
        <p:nvSpPr>
          <p:cNvPr id="53541" name=""/>
          <p:cNvSpPr/>
          <p:nvPr/>
        </p:nvSpPr>
        <p:spPr>
          <a:xfrm>
            <a:off x="2062163" y="4173538"/>
            <a:ext cx="936625" cy="2825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90000"/>
              </a:lnSpc>
            </a:pPr>
            <a:r>
              <a:rPr sz="1600" b="1">
                <a:solidFill>
                  <a:schemeClr val="tx2"/>
                </a:solidFill>
                <a:latin typeface="Arial" pitchFamily="34" charset="0"/>
              </a:rPr>
              <a:t>London</a:t>
            </a:r>
            <a:endParaRPr sz="1600" b="1">
              <a:solidFill>
                <a:schemeClr val="tx2"/>
              </a:solidFill>
              <a:latin typeface="Arial" pitchFamily="34" charset="0"/>
            </a:endParaRPr>
          </a:p>
        </p:txBody>
      </p:sp>
      <p:sp>
        <p:nvSpPr>
          <p:cNvPr id="53542" name=""/>
          <p:cNvSpPr/>
          <p:nvPr/>
        </p:nvSpPr>
        <p:spPr>
          <a:xfrm>
            <a:off x="4178300" y="4184650"/>
            <a:ext cx="788988" cy="2825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90000"/>
              </a:lnSpc>
            </a:pPr>
            <a:r>
              <a:rPr sz="1600" b="1">
                <a:solidFill>
                  <a:schemeClr val="tx2"/>
                </a:solidFill>
                <a:latin typeface="Arial" pitchFamily="34" charset="0"/>
              </a:rPr>
              <a:t>Tokyo</a:t>
            </a:r>
            <a:endParaRPr sz="1600" b="1">
              <a:solidFill>
                <a:schemeClr val="tx2"/>
              </a:solidFill>
              <a:latin typeface="Arial" pitchFamily="34" charset="0"/>
            </a:endParaRPr>
          </a:p>
        </p:txBody>
      </p:sp>
      <p:sp>
        <p:nvSpPr>
          <p:cNvPr id="53543" name=""/>
          <p:cNvSpPr/>
          <p:nvPr/>
        </p:nvSpPr>
        <p:spPr>
          <a:xfrm>
            <a:off x="6335713" y="4170363"/>
            <a:ext cx="1587500" cy="2825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90000"/>
              </a:lnSpc>
            </a:pPr>
            <a:r>
              <a:rPr sz="1600" b="1">
                <a:solidFill>
                  <a:schemeClr val="tx2"/>
                </a:solidFill>
                <a:latin typeface="Arial" pitchFamily="34" charset="0"/>
              </a:rPr>
              <a:t>San Francisco</a:t>
            </a:r>
            <a:endParaRPr sz="1600" b="1">
              <a:solidFill>
                <a:schemeClr val="tx2"/>
              </a:solidFill>
              <a:latin typeface="Arial" pitchFamily="34" charset="0"/>
            </a:endParaRPr>
          </a:p>
        </p:txBody>
      </p:sp>
      <p:grpSp>
        <p:nvGrpSpPr>
          <p:cNvPr id="53544" name=""/>
          <p:cNvGrpSpPr/>
          <p:nvPr/>
        </p:nvGrpSpPr>
        <p:grpSpPr>
          <a:xfrm>
            <a:off x="8035925" y="1485900"/>
            <a:ext cx="547688" cy="561975"/>
            <a:chOff x="5012" y="1032"/>
            <a:chExt cx="341" cy="391"/>
          </a:xfrm>
        </p:grpSpPr>
        <p:sp>
          <p:nvSpPr>
            <p:cNvPr id="53545" name=""/>
            <p:cNvSpPr/>
            <p:nvPr/>
          </p:nvSpPr>
          <p:spPr>
            <a:xfrm>
              <a:off x="5012" y="1266"/>
              <a:ext cx="113" cy="114"/>
            </a:xfrm>
            <a:custGeom>
              <a:pathLst>
                <a:path w="113" h="114">
                  <a:moveTo>
                    <a:pt x="0" y="0"/>
                  </a:moveTo>
                  <a:lnTo>
                    <a:pt x="0" y="49"/>
                  </a:lnTo>
                  <a:lnTo>
                    <a:pt x="112" y="113"/>
                  </a:lnTo>
                  <a:lnTo>
                    <a:pt x="112" y="61"/>
                  </a:lnTo>
                  <a:lnTo>
                    <a:pt x="0" y="0"/>
                  </a:lnTo>
                </a:path>
              </a:pathLst>
            </a:custGeom>
            <a:solidFill>
              <a:srgbClr val="676767"/>
            </a:solidFill>
            <a:ln cap="rnd">
              <a:noFill/>
              <a:round/>
            </a:ln>
            <a:effectLst/>
          </p:spPr>
        </p:sp>
        <p:sp>
          <p:nvSpPr>
            <p:cNvPr id="53546" name=""/>
            <p:cNvSpPr/>
            <p:nvPr/>
          </p:nvSpPr>
          <p:spPr>
            <a:xfrm>
              <a:off x="5122" y="1225"/>
              <a:ext cx="161" cy="155"/>
            </a:xfrm>
            <a:custGeom>
              <a:pathLst>
                <a:path w="161" h="155">
                  <a:moveTo>
                    <a:pt x="2" y="154"/>
                  </a:moveTo>
                  <a:lnTo>
                    <a:pt x="160" y="53"/>
                  </a:lnTo>
                  <a:lnTo>
                    <a:pt x="160" y="0"/>
                  </a:lnTo>
                  <a:lnTo>
                    <a:pt x="0" y="106"/>
                  </a:lnTo>
                  <a:lnTo>
                    <a:pt x="2" y="154"/>
                  </a:lnTo>
                </a:path>
              </a:pathLst>
            </a:custGeom>
            <a:solidFill>
              <a:schemeClr val="bg2"/>
            </a:solidFill>
            <a:ln cap="rnd">
              <a:noFill/>
              <a:round/>
            </a:ln>
            <a:effectLst/>
          </p:spPr>
        </p:sp>
        <p:sp>
          <p:nvSpPr>
            <p:cNvPr id="53547" name=""/>
            <p:cNvSpPr/>
            <p:nvPr/>
          </p:nvSpPr>
          <p:spPr>
            <a:xfrm>
              <a:off x="5012" y="1167"/>
              <a:ext cx="276" cy="168"/>
            </a:xfrm>
            <a:custGeom>
              <a:pathLst>
                <a:path w="276" h="168">
                  <a:moveTo>
                    <a:pt x="0" y="98"/>
                  </a:moveTo>
                  <a:lnTo>
                    <a:pt x="162" y="0"/>
                  </a:lnTo>
                  <a:lnTo>
                    <a:pt x="275" y="62"/>
                  </a:lnTo>
                  <a:lnTo>
                    <a:pt x="111" y="167"/>
                  </a:lnTo>
                  <a:lnTo>
                    <a:pt x="0" y="98"/>
                  </a:lnTo>
                </a:path>
              </a:pathLst>
            </a:custGeom>
            <a:solidFill>
              <a:schemeClr val="folHlink"/>
            </a:solidFill>
            <a:ln cap="rnd">
              <a:noFill/>
              <a:round/>
            </a:ln>
            <a:effectLst/>
          </p:spPr>
        </p:sp>
        <p:sp>
          <p:nvSpPr>
            <p:cNvPr id="53548" name=""/>
            <p:cNvSpPr/>
            <p:nvPr/>
          </p:nvSpPr>
          <p:spPr>
            <a:xfrm>
              <a:off x="5014" y="1032"/>
              <a:ext cx="249" cy="157"/>
            </a:xfrm>
            <a:custGeom>
              <a:pathLst>
                <a:path w="249" h="157">
                  <a:moveTo>
                    <a:pt x="0" y="77"/>
                  </a:moveTo>
                  <a:lnTo>
                    <a:pt x="51" y="107"/>
                  </a:lnTo>
                  <a:lnTo>
                    <a:pt x="36" y="117"/>
                  </a:lnTo>
                  <a:lnTo>
                    <a:pt x="101" y="156"/>
                  </a:lnTo>
                  <a:lnTo>
                    <a:pt x="248" y="51"/>
                  </a:lnTo>
                  <a:lnTo>
                    <a:pt x="188" y="20"/>
                  </a:lnTo>
                  <a:lnTo>
                    <a:pt x="176" y="28"/>
                  </a:lnTo>
                  <a:lnTo>
                    <a:pt x="118" y="0"/>
                  </a:lnTo>
                  <a:lnTo>
                    <a:pt x="0" y="77"/>
                  </a:lnTo>
                </a:path>
              </a:pathLst>
            </a:custGeom>
            <a:solidFill>
              <a:srgbClr val="DADADA"/>
            </a:solidFill>
            <a:ln cap="rnd">
              <a:noFill/>
              <a:round/>
            </a:ln>
            <a:effectLst/>
          </p:spPr>
        </p:sp>
        <p:sp>
          <p:nvSpPr>
            <p:cNvPr id="53549" name=""/>
            <p:cNvSpPr/>
            <p:nvPr/>
          </p:nvSpPr>
          <p:spPr>
            <a:xfrm>
              <a:off x="5014" y="1105"/>
              <a:ext cx="114" cy="188"/>
            </a:xfrm>
            <a:custGeom>
              <a:pathLst>
                <a:path w="114" h="188">
                  <a:moveTo>
                    <a:pt x="2" y="0"/>
                  </a:moveTo>
                  <a:lnTo>
                    <a:pt x="0" y="89"/>
                  </a:lnTo>
                  <a:lnTo>
                    <a:pt x="39" y="133"/>
                  </a:lnTo>
                  <a:lnTo>
                    <a:pt x="39" y="146"/>
                  </a:lnTo>
                  <a:lnTo>
                    <a:pt x="111" y="187"/>
                  </a:lnTo>
                  <a:lnTo>
                    <a:pt x="113" y="75"/>
                  </a:lnTo>
                  <a:lnTo>
                    <a:pt x="43" y="46"/>
                  </a:lnTo>
                  <a:lnTo>
                    <a:pt x="54" y="35"/>
                  </a:lnTo>
                  <a:lnTo>
                    <a:pt x="2" y="0"/>
                  </a:lnTo>
                </a:path>
              </a:pathLst>
            </a:custGeom>
            <a:solidFill>
              <a:srgbClr val="676767"/>
            </a:solidFill>
            <a:ln cap="rnd">
              <a:noFill/>
              <a:round/>
            </a:ln>
            <a:effectLst/>
          </p:spPr>
        </p:sp>
        <p:sp>
          <p:nvSpPr>
            <p:cNvPr id="53550" name=""/>
            <p:cNvSpPr/>
            <p:nvPr/>
          </p:nvSpPr>
          <p:spPr>
            <a:xfrm>
              <a:off x="5126" y="1084"/>
              <a:ext cx="139" cy="209"/>
            </a:xfrm>
            <a:custGeom>
              <a:pathLst>
                <a:path w="139" h="209">
                  <a:moveTo>
                    <a:pt x="138" y="0"/>
                  </a:moveTo>
                  <a:lnTo>
                    <a:pt x="138" y="113"/>
                  </a:lnTo>
                  <a:lnTo>
                    <a:pt x="0" y="208"/>
                  </a:lnTo>
                  <a:lnTo>
                    <a:pt x="0" y="97"/>
                  </a:lnTo>
                  <a:lnTo>
                    <a:pt x="138" y="0"/>
                  </a:lnTo>
                </a:path>
              </a:pathLst>
            </a:custGeom>
            <a:solidFill>
              <a:schemeClr val="bg2"/>
            </a:solidFill>
            <a:ln cap="rnd">
              <a:noFill/>
              <a:round/>
            </a:ln>
            <a:effectLst/>
          </p:spPr>
        </p:sp>
        <p:sp>
          <p:nvSpPr>
            <p:cNvPr id="53551" name=""/>
            <p:cNvSpPr/>
            <p:nvPr/>
          </p:nvSpPr>
          <p:spPr>
            <a:xfrm>
              <a:off x="5143" y="1109"/>
              <a:ext cx="103" cy="153"/>
            </a:xfrm>
            <a:custGeom>
              <a:pathLst>
                <a:path w="103" h="153">
                  <a:moveTo>
                    <a:pt x="102" y="0"/>
                  </a:moveTo>
                  <a:lnTo>
                    <a:pt x="102" y="83"/>
                  </a:lnTo>
                  <a:lnTo>
                    <a:pt x="0" y="152"/>
                  </a:lnTo>
                  <a:lnTo>
                    <a:pt x="0" y="77"/>
                  </a:lnTo>
                  <a:lnTo>
                    <a:pt x="102"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552" name=""/>
            <p:cNvSpPr/>
            <p:nvPr/>
          </p:nvSpPr>
          <p:spPr>
            <a:xfrm>
              <a:off x="5145" y="1114"/>
              <a:ext cx="101" cy="148"/>
            </a:xfrm>
            <a:custGeom>
              <a:pathLst>
                <a:path w="101" h="148">
                  <a:moveTo>
                    <a:pt x="100" y="0"/>
                  </a:moveTo>
                  <a:lnTo>
                    <a:pt x="100" y="82"/>
                  </a:lnTo>
                  <a:lnTo>
                    <a:pt x="0" y="147"/>
                  </a:lnTo>
                </a:path>
              </a:pathLst>
            </a:custGeom>
            <a:noFill/>
            <a:ln w="12700" cap="rnd" cmpd="sng">
              <a:solidFill>
                <a:schemeClr val="bg1"/>
              </a:solidFill>
              <a:prstDash val="solid"/>
              <a:round/>
              <a:headEnd type="none" w="sm" len="sm"/>
              <a:tailEnd type="none" w="sm" len="sm"/>
            </a:ln>
            <a:effectLst/>
          </p:spPr>
        </p:sp>
        <p:sp>
          <p:nvSpPr>
            <p:cNvPr id="53553" name=""/>
            <p:cNvSpPr/>
            <p:nvPr/>
          </p:nvSpPr>
          <p:spPr>
            <a:xfrm>
              <a:off x="5135" y="1276"/>
              <a:ext cx="218" cy="146"/>
            </a:xfrm>
            <a:custGeom>
              <a:pathLst>
                <a:path w="218" h="146">
                  <a:moveTo>
                    <a:pt x="64" y="145"/>
                  </a:moveTo>
                  <a:lnTo>
                    <a:pt x="217" y="38"/>
                  </a:lnTo>
                  <a:lnTo>
                    <a:pt x="161" y="0"/>
                  </a:lnTo>
                  <a:lnTo>
                    <a:pt x="0" y="107"/>
                  </a:lnTo>
                  <a:lnTo>
                    <a:pt x="64" y="145"/>
                  </a:lnTo>
                </a:path>
              </a:pathLst>
            </a:custGeom>
            <a:solidFill>
              <a:schemeClr val="bg2"/>
            </a:solidFill>
            <a:ln cap="rnd">
              <a:noFill/>
              <a:round/>
            </a:ln>
            <a:effectLst/>
          </p:spPr>
        </p:sp>
        <p:sp>
          <p:nvSpPr>
            <p:cNvPr id="53554" name=""/>
            <p:cNvSpPr/>
            <p:nvPr/>
          </p:nvSpPr>
          <p:spPr>
            <a:xfrm>
              <a:off x="5135" y="1261"/>
              <a:ext cx="217" cy="155"/>
            </a:xfrm>
            <a:custGeom>
              <a:pathLst>
                <a:path w="217" h="155">
                  <a:moveTo>
                    <a:pt x="64" y="154"/>
                  </a:moveTo>
                  <a:lnTo>
                    <a:pt x="216" y="48"/>
                  </a:lnTo>
                  <a:lnTo>
                    <a:pt x="160" y="0"/>
                  </a:lnTo>
                  <a:lnTo>
                    <a:pt x="0" y="107"/>
                  </a:lnTo>
                  <a:lnTo>
                    <a:pt x="64" y="154"/>
                  </a:lnTo>
                </a:path>
              </a:pathLst>
            </a:custGeom>
            <a:solidFill>
              <a:srgbClr val="919191"/>
            </a:solidFill>
            <a:ln cap="rnd">
              <a:noFill/>
              <a:round/>
            </a:ln>
            <a:effectLst/>
          </p:spPr>
        </p:sp>
        <p:sp>
          <p:nvSpPr>
            <p:cNvPr id="53555" name=""/>
            <p:cNvSpPr/>
            <p:nvPr/>
          </p:nvSpPr>
          <p:spPr>
            <a:xfrm>
              <a:off x="5135" y="1371"/>
              <a:ext cx="67" cy="52"/>
            </a:xfrm>
            <a:custGeom>
              <a:pathLst>
                <a:path w="67" h="52">
                  <a:moveTo>
                    <a:pt x="0" y="0"/>
                  </a:moveTo>
                  <a:lnTo>
                    <a:pt x="0" y="14"/>
                  </a:lnTo>
                  <a:lnTo>
                    <a:pt x="66" y="51"/>
                  </a:lnTo>
                  <a:lnTo>
                    <a:pt x="66" y="44"/>
                  </a:lnTo>
                  <a:lnTo>
                    <a:pt x="0" y="0"/>
                  </a:lnTo>
                </a:path>
              </a:pathLst>
            </a:custGeom>
            <a:solidFill>
              <a:srgbClr val="676767"/>
            </a:solidFill>
            <a:ln cap="rnd">
              <a:noFill/>
              <a:round/>
            </a:ln>
            <a:effectLst/>
          </p:spPr>
        </p:sp>
        <p:cxnSp>
          <p:nvCxnSpPr>
            <p:cNvPr id="53556" name=""/>
            <p:cNvCxnSpPr/>
            <p:nvPr/>
          </p:nvCxnSpPr>
          <p:spPr>
            <a:xfrm flipV="1">
              <a:off x="5152" y="1272"/>
              <a:ext cx="148" cy="99"/>
            </a:xfrm>
            <a:prstGeom prst="line">
              <a:avLst/>
            </a:prstGeom>
            <a:noFill/>
            <a:ln w="12700">
              <a:solidFill>
                <a:schemeClr val="folHlink"/>
              </a:solidFill>
              <a:miter lim="800000"/>
            </a:ln>
            <a:effectLst/>
          </p:spPr>
        </p:cxnSp>
        <p:sp>
          <p:nvSpPr>
            <p:cNvPr id="53557" name=""/>
            <p:cNvSpPr/>
            <p:nvPr/>
          </p:nvSpPr>
          <p:spPr>
            <a:xfrm>
              <a:off x="5163" y="1299"/>
              <a:ext cx="145" cy="104"/>
            </a:xfrm>
            <a:custGeom>
              <a:pathLst>
                <a:path w="145" h="104">
                  <a:moveTo>
                    <a:pt x="0" y="77"/>
                  </a:moveTo>
                  <a:lnTo>
                    <a:pt x="36" y="103"/>
                  </a:lnTo>
                  <a:lnTo>
                    <a:pt x="144" y="25"/>
                  </a:lnTo>
                  <a:lnTo>
                    <a:pt x="112" y="0"/>
                  </a:lnTo>
                  <a:lnTo>
                    <a:pt x="0" y="77"/>
                  </a:lnTo>
                </a:path>
              </a:pathLst>
            </a:custGeom>
            <a:solidFill>
              <a:srgbClr val="676767"/>
            </a:solidFill>
            <a:ln cap="rnd">
              <a:noFill/>
              <a:round/>
            </a:ln>
            <a:effectLst/>
          </p:spPr>
        </p:sp>
        <p:sp>
          <p:nvSpPr>
            <p:cNvPr id="53558" name=""/>
            <p:cNvSpPr/>
            <p:nvPr/>
          </p:nvSpPr>
          <p:spPr>
            <a:xfrm>
              <a:off x="5282" y="1280"/>
              <a:ext cx="52" cy="42"/>
            </a:xfrm>
            <a:custGeom>
              <a:pathLst>
                <a:path w="52" h="42">
                  <a:moveTo>
                    <a:pt x="0" y="17"/>
                  </a:moveTo>
                  <a:lnTo>
                    <a:pt x="31" y="41"/>
                  </a:lnTo>
                  <a:lnTo>
                    <a:pt x="51" y="25"/>
                  </a:lnTo>
                  <a:lnTo>
                    <a:pt x="21" y="0"/>
                  </a:lnTo>
                  <a:lnTo>
                    <a:pt x="0" y="17"/>
                  </a:lnTo>
                </a:path>
              </a:pathLst>
            </a:custGeom>
            <a:solidFill>
              <a:srgbClr val="676767"/>
            </a:solidFill>
            <a:ln cap="rnd">
              <a:noFill/>
              <a:round/>
            </a:ln>
            <a:effectLst/>
          </p:spPr>
        </p:sp>
        <p:sp>
          <p:nvSpPr>
            <p:cNvPr id="53559" name=""/>
            <p:cNvSpPr/>
            <p:nvPr/>
          </p:nvSpPr>
          <p:spPr>
            <a:xfrm>
              <a:off x="5163" y="1296"/>
              <a:ext cx="145" cy="102"/>
            </a:xfrm>
            <a:custGeom>
              <a:pathLst>
                <a:path w="145" h="102">
                  <a:moveTo>
                    <a:pt x="0" y="75"/>
                  </a:moveTo>
                  <a:lnTo>
                    <a:pt x="36" y="101"/>
                  </a:lnTo>
                  <a:lnTo>
                    <a:pt x="144" y="25"/>
                  </a:lnTo>
                  <a:lnTo>
                    <a:pt x="112" y="0"/>
                  </a:lnTo>
                  <a:lnTo>
                    <a:pt x="0" y="75"/>
                  </a:lnTo>
                </a:path>
              </a:pathLst>
            </a:custGeom>
            <a:solidFill>
              <a:schemeClr val="folHlink"/>
            </a:solidFill>
            <a:ln cap="rnd">
              <a:noFill/>
              <a:round/>
            </a:ln>
            <a:effectLst/>
          </p:spPr>
        </p:sp>
        <p:sp>
          <p:nvSpPr>
            <p:cNvPr id="53560" name=""/>
            <p:cNvSpPr/>
            <p:nvPr/>
          </p:nvSpPr>
          <p:spPr>
            <a:xfrm>
              <a:off x="5282" y="1276"/>
              <a:ext cx="52" cy="42"/>
            </a:xfrm>
            <a:custGeom>
              <a:pathLst>
                <a:path w="52" h="42">
                  <a:moveTo>
                    <a:pt x="0" y="17"/>
                  </a:moveTo>
                  <a:lnTo>
                    <a:pt x="31" y="41"/>
                  </a:lnTo>
                  <a:lnTo>
                    <a:pt x="51" y="25"/>
                  </a:lnTo>
                  <a:lnTo>
                    <a:pt x="21" y="0"/>
                  </a:lnTo>
                  <a:lnTo>
                    <a:pt x="0" y="17"/>
                  </a:lnTo>
                </a:path>
              </a:pathLst>
            </a:custGeom>
            <a:solidFill>
              <a:schemeClr val="folHlink"/>
            </a:solidFill>
            <a:ln cap="rnd">
              <a:noFill/>
              <a:round/>
            </a:ln>
            <a:effectLst/>
          </p:spPr>
        </p:sp>
      </p:grpSp>
      <p:sp>
        <p:nvSpPr>
          <p:cNvPr id="53561" name=""/>
          <p:cNvSpPr/>
          <p:nvPr/>
        </p:nvSpPr>
        <p:spPr>
          <a:xfrm>
            <a:off x="6561138" y="1766888"/>
            <a:ext cx="1385887" cy="468312"/>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50000"/>
              </a:spcBef>
            </a:pPr>
            <a:r>
              <a:rPr sz="1400">
                <a:latin typeface="Arial" pitchFamily="34" charset="0"/>
              </a:rPr>
              <a:t>Management Console</a:t>
            </a:r>
            <a:endParaRPr sz="1400">
              <a:latin typeface="Arial" pitchFamily="34" charset="0"/>
            </a:endParaRPr>
          </a:p>
        </p:txBody>
      </p:sp>
      <p:sp>
        <p:nvSpPr>
          <p:cNvPr id="53562" name=""/>
          <p:cNvSpPr/>
          <p:nvPr/>
        </p:nvSpPr>
        <p:spPr>
          <a:xfrm>
            <a:off x="5788025" y="3022600"/>
            <a:ext cx="1030288" cy="1257300"/>
          </a:xfrm>
          <a:custGeom>
            <a:pathLst>
              <a:path w="642" h="873">
                <a:moveTo>
                  <a:pt x="641" y="0"/>
                </a:moveTo>
                <a:lnTo>
                  <a:pt x="277" y="550"/>
                </a:lnTo>
                <a:lnTo>
                  <a:pt x="302" y="406"/>
                </a:lnTo>
                <a:lnTo>
                  <a:pt x="0" y="872"/>
                </a:lnTo>
              </a:path>
            </a:pathLst>
          </a:custGeom>
          <a:noFill/>
          <a:ln w="12700" cap="rnd" cmpd="sng">
            <a:solidFill>
              <a:schemeClr val="tx1"/>
            </a:solidFill>
            <a:prstDash val="solid"/>
            <a:round/>
            <a:headEnd type="none" w="sm" len="sm"/>
            <a:tailEnd type="none" w="sm" len="sm"/>
          </a:ln>
          <a:effectLst/>
        </p:spPr>
      </p:sp>
      <p:grpSp>
        <p:nvGrpSpPr>
          <p:cNvPr id="53563" name=""/>
          <p:cNvGrpSpPr/>
          <p:nvPr/>
        </p:nvGrpSpPr>
        <p:grpSpPr>
          <a:xfrm>
            <a:off x="6591300" y="2609850"/>
            <a:ext cx="409575" cy="696913"/>
            <a:chOff x="4111" y="1813"/>
            <a:chExt cx="255" cy="484"/>
          </a:xfrm>
        </p:grpSpPr>
        <p:sp>
          <p:nvSpPr>
            <p:cNvPr id="53564" name=""/>
            <p:cNvSpPr/>
            <p:nvPr/>
          </p:nvSpPr>
          <p:spPr>
            <a:xfrm>
              <a:off x="4134" y="1813"/>
              <a:ext cx="209" cy="1"/>
            </a:xfrm>
            <a:prstGeom prst="rect">
              <a:avLst/>
            </a:prstGeom>
            <a:solidFill>
              <a:srgbClr val="AAAAAA"/>
            </a:solidFill>
            <a:ln>
              <a:noFill/>
              <a:miter lim="800000"/>
            </a:ln>
            <a:effectLst/>
          </p:spPr>
        </p:sp>
        <p:sp>
          <p:nvSpPr>
            <p:cNvPr id="53565" name=""/>
            <p:cNvSpPr/>
            <p:nvPr/>
          </p:nvSpPr>
          <p:spPr>
            <a:xfrm>
              <a:off x="4134" y="2240"/>
              <a:ext cx="209" cy="0"/>
            </a:xfrm>
            <a:prstGeom prst="rect">
              <a:avLst/>
            </a:prstGeom>
            <a:solidFill>
              <a:srgbClr val="FCFCFC"/>
            </a:solidFill>
            <a:ln>
              <a:noFill/>
              <a:miter lim="800000"/>
            </a:ln>
            <a:effectLst/>
          </p:spPr>
        </p:sp>
        <p:sp>
          <p:nvSpPr>
            <p:cNvPr id="53566" name=""/>
            <p:cNvSpPr/>
            <p:nvPr/>
          </p:nvSpPr>
          <p:spPr>
            <a:xfrm>
              <a:off x="4134" y="2242"/>
              <a:ext cx="209" cy="1"/>
            </a:xfrm>
            <a:prstGeom prst="rect">
              <a:avLst/>
            </a:prstGeom>
            <a:solidFill>
              <a:srgbClr val="FCFCFC"/>
            </a:solidFill>
            <a:ln>
              <a:noFill/>
              <a:miter lim="800000"/>
            </a:ln>
            <a:effectLst/>
          </p:spPr>
        </p:sp>
        <p:sp>
          <p:nvSpPr>
            <p:cNvPr id="53567" name=""/>
            <p:cNvSpPr/>
            <p:nvPr/>
          </p:nvSpPr>
          <p:spPr>
            <a:xfrm>
              <a:off x="4134" y="2248"/>
              <a:ext cx="209" cy="0"/>
            </a:xfrm>
            <a:prstGeom prst="rect">
              <a:avLst/>
            </a:prstGeom>
            <a:solidFill>
              <a:srgbClr val="FDFDFD"/>
            </a:solidFill>
            <a:ln>
              <a:noFill/>
              <a:miter lim="800000"/>
            </a:ln>
            <a:effectLst/>
          </p:spPr>
        </p:sp>
        <p:sp>
          <p:nvSpPr>
            <p:cNvPr id="53568" name=""/>
            <p:cNvSpPr/>
            <p:nvPr/>
          </p:nvSpPr>
          <p:spPr>
            <a:xfrm>
              <a:off x="4134" y="2252"/>
              <a:ext cx="209" cy="0"/>
            </a:xfrm>
            <a:prstGeom prst="rect">
              <a:avLst/>
            </a:prstGeom>
            <a:solidFill>
              <a:srgbClr val="FEFEFE"/>
            </a:solidFill>
            <a:ln>
              <a:noFill/>
              <a:miter lim="800000"/>
            </a:ln>
            <a:effectLst/>
          </p:spPr>
        </p:sp>
        <p:sp>
          <p:nvSpPr>
            <p:cNvPr id="53569" name=""/>
            <p:cNvSpPr/>
            <p:nvPr/>
          </p:nvSpPr>
          <p:spPr>
            <a:xfrm>
              <a:off x="4134" y="2255"/>
              <a:ext cx="209" cy="0"/>
            </a:xfrm>
            <a:prstGeom prst="rect">
              <a:avLst/>
            </a:prstGeom>
            <a:solidFill>
              <a:srgbClr val="FFFFFF"/>
            </a:solidFill>
            <a:ln>
              <a:noFill/>
              <a:miter lim="800000"/>
            </a:ln>
            <a:effectLst/>
          </p:spPr>
        </p:sp>
        <p:sp>
          <p:nvSpPr>
            <p:cNvPr id="53570" name=""/>
            <p:cNvSpPr/>
            <p:nvPr/>
          </p:nvSpPr>
          <p:spPr>
            <a:xfrm>
              <a:off x="4134" y="2259"/>
              <a:ext cx="209" cy="2"/>
            </a:xfrm>
            <a:prstGeom prst="rect">
              <a:avLst/>
            </a:prstGeom>
            <a:solidFill>
              <a:srgbClr val="FFFFFF"/>
            </a:solidFill>
            <a:ln>
              <a:noFill/>
              <a:miter lim="800000"/>
            </a:ln>
            <a:effectLst/>
          </p:spPr>
        </p:sp>
        <p:sp>
          <p:nvSpPr>
            <p:cNvPr id="53571" name=""/>
            <p:cNvSpPr/>
            <p:nvPr/>
          </p:nvSpPr>
          <p:spPr>
            <a:xfrm>
              <a:off x="4138" y="1817"/>
              <a:ext cx="201" cy="443"/>
            </a:xfrm>
            <a:prstGeom prst="rect">
              <a:avLst/>
            </a:prstGeom>
            <a:solidFill>
              <a:srgbClr val="CECECE"/>
            </a:solidFill>
            <a:ln w="12700">
              <a:solidFill>
                <a:schemeClr val="tx1"/>
              </a:solidFill>
              <a:miter lim="800000"/>
            </a:ln>
            <a:effectLst/>
          </p:spPr>
        </p:sp>
        <p:sp>
          <p:nvSpPr>
            <p:cNvPr id="53572" name=""/>
            <p:cNvSpPr/>
            <p:nvPr/>
          </p:nvSpPr>
          <p:spPr>
            <a:xfrm>
              <a:off x="4111" y="2264"/>
              <a:ext cx="255" cy="33"/>
            </a:xfrm>
            <a:prstGeom prst="rect">
              <a:avLst/>
            </a:prstGeom>
            <a:solidFill>
              <a:schemeClr val="tx1"/>
            </a:solidFill>
            <a:ln>
              <a:noFill/>
              <a:miter lim="800000"/>
            </a:ln>
            <a:effectLst/>
          </p:spPr>
        </p:sp>
        <p:cxnSp>
          <p:nvCxnSpPr>
            <p:cNvPr id="53573" name=""/>
            <p:cNvCxnSpPr/>
            <p:nvPr/>
          </p:nvCxnSpPr>
          <p:spPr>
            <a:xfrm>
              <a:off x="4138" y="2010"/>
              <a:ext cx="203" cy="0"/>
            </a:xfrm>
            <a:prstGeom prst="line">
              <a:avLst/>
            </a:prstGeom>
            <a:noFill/>
            <a:ln w="12700">
              <a:solidFill>
                <a:schemeClr val="tx1"/>
              </a:solidFill>
              <a:miter lim="800000"/>
            </a:ln>
            <a:effectLst/>
          </p:spPr>
        </p:cxnSp>
        <p:sp>
          <p:nvSpPr>
            <p:cNvPr id="53574" name=""/>
            <p:cNvSpPr/>
            <p:nvPr/>
          </p:nvSpPr>
          <p:spPr>
            <a:xfrm>
              <a:off x="4159" y="2013"/>
              <a:ext cx="156" cy="21"/>
            </a:xfrm>
            <a:prstGeom prst="rect">
              <a:avLst/>
            </a:prstGeom>
            <a:solidFill>
              <a:srgbClr val="8E8E8E"/>
            </a:solidFill>
            <a:ln>
              <a:noFill/>
              <a:miter lim="800000"/>
            </a:ln>
            <a:effectLst/>
          </p:spPr>
        </p:sp>
        <p:sp>
          <p:nvSpPr>
            <p:cNvPr id="53575" name=""/>
            <p:cNvSpPr/>
            <p:nvPr/>
          </p:nvSpPr>
          <p:spPr>
            <a:xfrm>
              <a:off x="4159" y="2240"/>
              <a:ext cx="156" cy="0"/>
            </a:xfrm>
            <a:prstGeom prst="rect">
              <a:avLst/>
            </a:prstGeom>
            <a:solidFill>
              <a:srgbClr val="C7C7C7"/>
            </a:solidFill>
            <a:ln>
              <a:noFill/>
              <a:miter lim="800000"/>
            </a:ln>
            <a:effectLst/>
          </p:spPr>
        </p:sp>
        <p:sp>
          <p:nvSpPr>
            <p:cNvPr id="53576" name=""/>
            <p:cNvSpPr/>
            <p:nvPr/>
          </p:nvSpPr>
          <p:spPr>
            <a:xfrm>
              <a:off x="4159" y="2242"/>
              <a:ext cx="156" cy="1"/>
            </a:xfrm>
            <a:prstGeom prst="rect">
              <a:avLst/>
            </a:prstGeom>
            <a:solidFill>
              <a:srgbClr val="E3E3E3"/>
            </a:solidFill>
            <a:ln>
              <a:noFill/>
              <a:miter lim="800000"/>
            </a:ln>
            <a:effectLst/>
          </p:spPr>
        </p:sp>
        <p:sp>
          <p:nvSpPr>
            <p:cNvPr id="53577" name=""/>
            <p:cNvSpPr/>
            <p:nvPr/>
          </p:nvSpPr>
          <p:spPr>
            <a:xfrm>
              <a:off x="4159" y="2248"/>
              <a:ext cx="156" cy="0"/>
            </a:xfrm>
            <a:prstGeom prst="rect">
              <a:avLst/>
            </a:prstGeom>
            <a:solidFill>
              <a:srgbClr val="FFFFFF"/>
            </a:solidFill>
            <a:ln>
              <a:noFill/>
              <a:miter lim="800000"/>
            </a:ln>
            <a:effectLst/>
          </p:spPr>
        </p:sp>
        <p:cxnSp>
          <p:nvCxnSpPr>
            <p:cNvPr id="53578" name=""/>
            <p:cNvCxnSpPr/>
            <p:nvPr/>
          </p:nvCxnSpPr>
          <p:spPr>
            <a:xfrm flipH="1">
              <a:off x="4137" y="1816"/>
              <a:ext cx="0" cy="445"/>
            </a:xfrm>
            <a:prstGeom prst="line">
              <a:avLst/>
            </a:prstGeom>
            <a:noFill/>
            <a:ln w="12700">
              <a:solidFill>
                <a:srgbClr val="555555"/>
              </a:solidFill>
              <a:miter lim="800000"/>
            </a:ln>
            <a:effectLst/>
          </p:spPr>
        </p:cxnSp>
        <p:sp>
          <p:nvSpPr>
            <p:cNvPr id="53579" name=""/>
            <p:cNvSpPr/>
            <p:nvPr/>
          </p:nvSpPr>
          <p:spPr>
            <a:xfrm>
              <a:off x="4144" y="1823"/>
              <a:ext cx="8" cy="9"/>
            </a:xfrm>
            <a:prstGeom prst="ellipse">
              <a:avLst/>
            </a:prstGeom>
            <a:solidFill>
              <a:srgbClr val="8E8E8E"/>
            </a:solidFill>
            <a:ln>
              <a:noFill/>
              <a:miter lim="800000"/>
            </a:ln>
            <a:effectLst/>
          </p:spPr>
        </p:sp>
        <p:sp>
          <p:nvSpPr>
            <p:cNvPr id="53580" name=""/>
            <p:cNvSpPr/>
            <p:nvPr/>
          </p:nvSpPr>
          <p:spPr>
            <a:xfrm>
              <a:off x="4167" y="1823"/>
              <a:ext cx="10" cy="9"/>
            </a:xfrm>
            <a:prstGeom prst="ellipse">
              <a:avLst/>
            </a:prstGeom>
            <a:solidFill>
              <a:srgbClr val="8E8E8E"/>
            </a:solidFill>
            <a:ln>
              <a:noFill/>
              <a:miter lim="800000"/>
            </a:ln>
            <a:effectLst/>
          </p:spPr>
        </p:sp>
        <p:sp>
          <p:nvSpPr>
            <p:cNvPr id="53581" name=""/>
            <p:cNvSpPr/>
            <p:nvPr/>
          </p:nvSpPr>
          <p:spPr>
            <a:xfrm>
              <a:off x="4196" y="1823"/>
              <a:ext cx="8" cy="9"/>
            </a:xfrm>
            <a:prstGeom prst="ellipse">
              <a:avLst/>
            </a:prstGeom>
            <a:solidFill>
              <a:srgbClr val="8E8E8E"/>
            </a:solidFill>
            <a:ln>
              <a:noFill/>
              <a:miter lim="800000"/>
            </a:ln>
            <a:effectLst/>
          </p:spPr>
        </p:sp>
        <p:sp>
          <p:nvSpPr>
            <p:cNvPr id="53582" name=""/>
            <p:cNvSpPr/>
            <p:nvPr/>
          </p:nvSpPr>
          <p:spPr>
            <a:xfrm>
              <a:off x="4225" y="1823"/>
              <a:ext cx="9" cy="9"/>
            </a:xfrm>
            <a:prstGeom prst="ellipse">
              <a:avLst/>
            </a:prstGeom>
            <a:solidFill>
              <a:srgbClr val="8E8E8E"/>
            </a:solidFill>
            <a:ln>
              <a:noFill/>
              <a:miter lim="800000"/>
            </a:ln>
            <a:effectLst/>
          </p:spPr>
        </p:sp>
        <p:sp>
          <p:nvSpPr>
            <p:cNvPr id="53583" name=""/>
            <p:cNvSpPr/>
            <p:nvPr/>
          </p:nvSpPr>
          <p:spPr>
            <a:xfrm>
              <a:off x="4252" y="1823"/>
              <a:ext cx="12" cy="9"/>
            </a:xfrm>
            <a:prstGeom prst="ellipse">
              <a:avLst/>
            </a:prstGeom>
            <a:solidFill>
              <a:srgbClr val="8E8E8E"/>
            </a:solidFill>
            <a:ln>
              <a:noFill/>
              <a:miter lim="800000"/>
            </a:ln>
            <a:effectLst/>
          </p:spPr>
        </p:sp>
        <p:sp>
          <p:nvSpPr>
            <p:cNvPr id="53584" name=""/>
            <p:cNvSpPr/>
            <p:nvPr/>
          </p:nvSpPr>
          <p:spPr>
            <a:xfrm>
              <a:off x="4275" y="1823"/>
              <a:ext cx="12" cy="9"/>
            </a:xfrm>
            <a:prstGeom prst="ellipse">
              <a:avLst/>
            </a:prstGeom>
            <a:solidFill>
              <a:srgbClr val="8E8E8E"/>
            </a:solidFill>
            <a:ln>
              <a:noFill/>
              <a:miter lim="800000"/>
            </a:ln>
            <a:effectLst/>
          </p:spPr>
        </p:sp>
        <p:sp>
          <p:nvSpPr>
            <p:cNvPr id="53585" name=""/>
            <p:cNvSpPr/>
            <p:nvPr/>
          </p:nvSpPr>
          <p:spPr>
            <a:xfrm>
              <a:off x="4307" y="1823"/>
              <a:ext cx="8" cy="9"/>
            </a:xfrm>
            <a:prstGeom prst="ellipse">
              <a:avLst/>
            </a:prstGeom>
            <a:solidFill>
              <a:srgbClr val="8E8E8E"/>
            </a:solidFill>
            <a:ln>
              <a:noFill/>
              <a:miter lim="800000"/>
            </a:ln>
            <a:effectLst/>
          </p:spPr>
        </p:sp>
        <p:sp>
          <p:nvSpPr>
            <p:cNvPr id="53586" name=""/>
            <p:cNvSpPr/>
            <p:nvPr/>
          </p:nvSpPr>
          <p:spPr>
            <a:xfrm>
              <a:off x="4186" y="1839"/>
              <a:ext cx="7" cy="10"/>
            </a:xfrm>
            <a:prstGeom prst="ellipse">
              <a:avLst/>
            </a:prstGeom>
            <a:solidFill>
              <a:srgbClr val="8E8E8E"/>
            </a:solidFill>
            <a:ln>
              <a:noFill/>
              <a:miter lim="800000"/>
            </a:ln>
            <a:effectLst/>
          </p:spPr>
        </p:sp>
        <p:sp>
          <p:nvSpPr>
            <p:cNvPr id="53587" name=""/>
            <p:cNvSpPr/>
            <p:nvPr/>
          </p:nvSpPr>
          <p:spPr>
            <a:xfrm>
              <a:off x="4213" y="1839"/>
              <a:ext cx="8" cy="10"/>
            </a:xfrm>
            <a:prstGeom prst="ellipse">
              <a:avLst/>
            </a:prstGeom>
            <a:solidFill>
              <a:srgbClr val="8E8E8E"/>
            </a:solidFill>
            <a:ln>
              <a:noFill/>
              <a:miter lim="800000"/>
            </a:ln>
            <a:effectLst/>
          </p:spPr>
        </p:sp>
        <p:sp>
          <p:nvSpPr>
            <p:cNvPr id="53588" name=""/>
            <p:cNvSpPr/>
            <p:nvPr/>
          </p:nvSpPr>
          <p:spPr>
            <a:xfrm>
              <a:off x="4239" y="1839"/>
              <a:ext cx="10" cy="10"/>
            </a:xfrm>
            <a:prstGeom prst="ellipse">
              <a:avLst/>
            </a:prstGeom>
            <a:solidFill>
              <a:srgbClr val="8E8E8E"/>
            </a:solidFill>
            <a:ln>
              <a:noFill/>
              <a:miter lim="800000"/>
            </a:ln>
            <a:effectLst/>
          </p:spPr>
        </p:sp>
        <p:sp>
          <p:nvSpPr>
            <p:cNvPr id="53589" name=""/>
            <p:cNvSpPr/>
            <p:nvPr/>
          </p:nvSpPr>
          <p:spPr>
            <a:xfrm>
              <a:off x="4265" y="1839"/>
              <a:ext cx="8" cy="10"/>
            </a:xfrm>
            <a:prstGeom prst="ellipse">
              <a:avLst/>
            </a:prstGeom>
            <a:solidFill>
              <a:srgbClr val="8E8E8E"/>
            </a:solidFill>
            <a:ln>
              <a:noFill/>
              <a:miter lim="800000"/>
            </a:ln>
            <a:effectLst/>
          </p:spPr>
        </p:sp>
        <p:sp>
          <p:nvSpPr>
            <p:cNvPr id="53590" name=""/>
            <p:cNvSpPr/>
            <p:nvPr/>
          </p:nvSpPr>
          <p:spPr>
            <a:xfrm>
              <a:off x="4293" y="1839"/>
              <a:ext cx="9" cy="10"/>
            </a:xfrm>
            <a:prstGeom prst="ellipse">
              <a:avLst/>
            </a:prstGeom>
            <a:solidFill>
              <a:srgbClr val="8E8E8E"/>
            </a:solidFill>
            <a:ln>
              <a:noFill/>
              <a:miter lim="800000"/>
            </a:ln>
            <a:effectLst/>
          </p:spPr>
        </p:sp>
        <p:sp>
          <p:nvSpPr>
            <p:cNvPr id="53591" name=""/>
            <p:cNvSpPr/>
            <p:nvPr/>
          </p:nvSpPr>
          <p:spPr>
            <a:xfrm>
              <a:off x="4323" y="1839"/>
              <a:ext cx="10" cy="10"/>
            </a:xfrm>
            <a:prstGeom prst="ellipse">
              <a:avLst/>
            </a:prstGeom>
            <a:solidFill>
              <a:srgbClr val="8E8E8E"/>
            </a:solidFill>
            <a:ln>
              <a:noFill/>
              <a:miter lim="800000"/>
            </a:ln>
            <a:effectLst/>
          </p:spPr>
        </p:sp>
        <p:sp>
          <p:nvSpPr>
            <p:cNvPr id="53592" name=""/>
            <p:cNvSpPr/>
            <p:nvPr/>
          </p:nvSpPr>
          <p:spPr>
            <a:xfrm>
              <a:off x="4144" y="1856"/>
              <a:ext cx="8" cy="9"/>
            </a:xfrm>
            <a:prstGeom prst="ellipse">
              <a:avLst/>
            </a:prstGeom>
            <a:solidFill>
              <a:srgbClr val="8E8E8E"/>
            </a:solidFill>
            <a:ln>
              <a:noFill/>
              <a:miter lim="800000"/>
            </a:ln>
            <a:effectLst/>
          </p:spPr>
        </p:sp>
        <p:sp>
          <p:nvSpPr>
            <p:cNvPr id="53593" name=""/>
            <p:cNvSpPr/>
            <p:nvPr/>
          </p:nvSpPr>
          <p:spPr>
            <a:xfrm>
              <a:off x="4167" y="1856"/>
              <a:ext cx="10" cy="9"/>
            </a:xfrm>
            <a:prstGeom prst="ellipse">
              <a:avLst/>
            </a:prstGeom>
            <a:solidFill>
              <a:srgbClr val="8E8E8E"/>
            </a:solidFill>
            <a:ln>
              <a:noFill/>
              <a:miter lim="800000"/>
            </a:ln>
            <a:effectLst/>
          </p:spPr>
        </p:sp>
        <p:sp>
          <p:nvSpPr>
            <p:cNvPr id="53594" name=""/>
            <p:cNvSpPr/>
            <p:nvPr/>
          </p:nvSpPr>
          <p:spPr>
            <a:xfrm>
              <a:off x="4196" y="1856"/>
              <a:ext cx="8" cy="9"/>
            </a:xfrm>
            <a:prstGeom prst="ellipse">
              <a:avLst/>
            </a:prstGeom>
            <a:solidFill>
              <a:srgbClr val="8E8E8E"/>
            </a:solidFill>
            <a:ln>
              <a:noFill/>
              <a:miter lim="800000"/>
            </a:ln>
            <a:effectLst/>
          </p:spPr>
        </p:sp>
        <p:sp>
          <p:nvSpPr>
            <p:cNvPr id="53595" name=""/>
            <p:cNvSpPr/>
            <p:nvPr/>
          </p:nvSpPr>
          <p:spPr>
            <a:xfrm>
              <a:off x="4225" y="1856"/>
              <a:ext cx="9" cy="9"/>
            </a:xfrm>
            <a:prstGeom prst="ellipse">
              <a:avLst/>
            </a:prstGeom>
            <a:solidFill>
              <a:srgbClr val="8E8E8E"/>
            </a:solidFill>
            <a:ln>
              <a:noFill/>
              <a:miter lim="800000"/>
            </a:ln>
            <a:effectLst/>
          </p:spPr>
        </p:sp>
        <p:sp>
          <p:nvSpPr>
            <p:cNvPr id="53596" name=""/>
            <p:cNvSpPr/>
            <p:nvPr/>
          </p:nvSpPr>
          <p:spPr>
            <a:xfrm>
              <a:off x="4252" y="1856"/>
              <a:ext cx="12" cy="9"/>
            </a:xfrm>
            <a:prstGeom prst="ellipse">
              <a:avLst/>
            </a:prstGeom>
            <a:solidFill>
              <a:srgbClr val="8E8E8E"/>
            </a:solidFill>
            <a:ln>
              <a:noFill/>
              <a:miter lim="800000"/>
            </a:ln>
            <a:effectLst/>
          </p:spPr>
        </p:sp>
        <p:sp>
          <p:nvSpPr>
            <p:cNvPr id="53597" name=""/>
            <p:cNvSpPr/>
            <p:nvPr/>
          </p:nvSpPr>
          <p:spPr>
            <a:xfrm>
              <a:off x="4275" y="1856"/>
              <a:ext cx="12" cy="9"/>
            </a:xfrm>
            <a:prstGeom prst="ellipse">
              <a:avLst/>
            </a:prstGeom>
            <a:solidFill>
              <a:srgbClr val="8E8E8E"/>
            </a:solidFill>
            <a:ln>
              <a:noFill/>
              <a:miter lim="800000"/>
            </a:ln>
            <a:effectLst/>
          </p:spPr>
        </p:sp>
        <p:sp>
          <p:nvSpPr>
            <p:cNvPr id="53598" name=""/>
            <p:cNvSpPr/>
            <p:nvPr/>
          </p:nvSpPr>
          <p:spPr>
            <a:xfrm>
              <a:off x="4307" y="1856"/>
              <a:ext cx="8" cy="9"/>
            </a:xfrm>
            <a:prstGeom prst="ellipse">
              <a:avLst/>
            </a:prstGeom>
            <a:solidFill>
              <a:srgbClr val="8E8E8E"/>
            </a:solidFill>
            <a:ln>
              <a:noFill/>
              <a:miter lim="800000"/>
            </a:ln>
            <a:effectLst/>
          </p:spPr>
        </p:sp>
        <p:sp>
          <p:nvSpPr>
            <p:cNvPr id="53599" name=""/>
            <p:cNvSpPr/>
            <p:nvPr/>
          </p:nvSpPr>
          <p:spPr>
            <a:xfrm>
              <a:off x="4159" y="1873"/>
              <a:ext cx="9" cy="7"/>
            </a:xfrm>
            <a:prstGeom prst="ellipse">
              <a:avLst/>
            </a:prstGeom>
            <a:solidFill>
              <a:srgbClr val="8E8E8E"/>
            </a:solidFill>
            <a:ln>
              <a:noFill/>
              <a:miter lim="800000"/>
            </a:ln>
            <a:effectLst/>
          </p:spPr>
        </p:sp>
        <p:sp>
          <p:nvSpPr>
            <p:cNvPr id="53600" name=""/>
            <p:cNvSpPr/>
            <p:nvPr/>
          </p:nvSpPr>
          <p:spPr>
            <a:xfrm>
              <a:off x="4186" y="1873"/>
              <a:ext cx="7" cy="7"/>
            </a:xfrm>
            <a:prstGeom prst="ellipse">
              <a:avLst/>
            </a:prstGeom>
            <a:solidFill>
              <a:srgbClr val="8E8E8E"/>
            </a:solidFill>
            <a:ln>
              <a:noFill/>
              <a:miter lim="800000"/>
            </a:ln>
            <a:effectLst/>
          </p:spPr>
        </p:sp>
        <p:sp>
          <p:nvSpPr>
            <p:cNvPr id="53601" name=""/>
            <p:cNvSpPr/>
            <p:nvPr/>
          </p:nvSpPr>
          <p:spPr>
            <a:xfrm>
              <a:off x="4213" y="1873"/>
              <a:ext cx="8" cy="7"/>
            </a:xfrm>
            <a:prstGeom prst="ellipse">
              <a:avLst/>
            </a:prstGeom>
            <a:solidFill>
              <a:srgbClr val="8E8E8E"/>
            </a:solidFill>
            <a:ln>
              <a:noFill/>
              <a:miter lim="800000"/>
            </a:ln>
            <a:effectLst/>
          </p:spPr>
        </p:sp>
        <p:sp>
          <p:nvSpPr>
            <p:cNvPr id="53602" name=""/>
            <p:cNvSpPr/>
            <p:nvPr/>
          </p:nvSpPr>
          <p:spPr>
            <a:xfrm>
              <a:off x="4239" y="1873"/>
              <a:ext cx="10" cy="7"/>
            </a:xfrm>
            <a:prstGeom prst="ellipse">
              <a:avLst/>
            </a:prstGeom>
            <a:solidFill>
              <a:srgbClr val="8E8E8E"/>
            </a:solidFill>
            <a:ln>
              <a:noFill/>
              <a:miter lim="800000"/>
            </a:ln>
            <a:effectLst/>
          </p:spPr>
        </p:sp>
        <p:sp>
          <p:nvSpPr>
            <p:cNvPr id="53603" name=""/>
            <p:cNvSpPr/>
            <p:nvPr/>
          </p:nvSpPr>
          <p:spPr>
            <a:xfrm>
              <a:off x="4265" y="1873"/>
              <a:ext cx="8" cy="7"/>
            </a:xfrm>
            <a:prstGeom prst="ellipse">
              <a:avLst/>
            </a:prstGeom>
            <a:solidFill>
              <a:srgbClr val="8E8E8E"/>
            </a:solidFill>
            <a:ln>
              <a:noFill/>
              <a:miter lim="800000"/>
            </a:ln>
            <a:effectLst/>
          </p:spPr>
        </p:sp>
        <p:sp>
          <p:nvSpPr>
            <p:cNvPr id="53604" name=""/>
            <p:cNvSpPr/>
            <p:nvPr/>
          </p:nvSpPr>
          <p:spPr>
            <a:xfrm>
              <a:off x="4293" y="1873"/>
              <a:ext cx="9" cy="7"/>
            </a:xfrm>
            <a:prstGeom prst="ellipse">
              <a:avLst/>
            </a:prstGeom>
            <a:solidFill>
              <a:srgbClr val="8E8E8E"/>
            </a:solidFill>
            <a:ln>
              <a:noFill/>
              <a:miter lim="800000"/>
            </a:ln>
            <a:effectLst/>
          </p:spPr>
        </p:sp>
        <p:sp>
          <p:nvSpPr>
            <p:cNvPr id="53605" name=""/>
            <p:cNvSpPr/>
            <p:nvPr/>
          </p:nvSpPr>
          <p:spPr>
            <a:xfrm>
              <a:off x="4323" y="1873"/>
              <a:ext cx="10" cy="7"/>
            </a:xfrm>
            <a:prstGeom prst="ellipse">
              <a:avLst/>
            </a:prstGeom>
            <a:solidFill>
              <a:srgbClr val="8E8E8E"/>
            </a:solidFill>
            <a:ln>
              <a:noFill/>
              <a:miter lim="800000"/>
            </a:ln>
            <a:effectLst/>
          </p:spPr>
        </p:sp>
        <p:sp>
          <p:nvSpPr>
            <p:cNvPr id="53606" name=""/>
            <p:cNvSpPr/>
            <p:nvPr/>
          </p:nvSpPr>
          <p:spPr>
            <a:xfrm>
              <a:off x="4157" y="1847"/>
              <a:ext cx="17" cy="17"/>
            </a:xfrm>
            <a:custGeom>
              <a:pathLst>
                <a:path w="17" h="17">
                  <a:moveTo>
                    <a:pt x="4" y="0"/>
                  </a:moveTo>
                  <a:lnTo>
                    <a:pt x="0" y="0"/>
                  </a:lnTo>
                  <a:lnTo>
                    <a:pt x="4" y="16"/>
                  </a:lnTo>
                  <a:lnTo>
                    <a:pt x="16" y="0"/>
                  </a:lnTo>
                  <a:lnTo>
                    <a:pt x="4" y="0"/>
                  </a:lnTo>
                </a:path>
              </a:pathLst>
            </a:custGeom>
            <a:solidFill>
              <a:srgbClr val="4000D5"/>
            </a:solidFill>
            <a:ln w="12700" cap="rnd" cmpd="sng">
              <a:solidFill>
                <a:srgbClr val="3300AA"/>
              </a:solidFill>
              <a:prstDash val="solid"/>
              <a:round/>
            </a:ln>
            <a:effectLst/>
          </p:spPr>
        </p:sp>
        <p:sp>
          <p:nvSpPr>
            <p:cNvPr id="53607" name=""/>
            <p:cNvSpPr/>
            <p:nvPr/>
          </p:nvSpPr>
          <p:spPr>
            <a:xfrm>
              <a:off x="4157" y="1836"/>
              <a:ext cx="17" cy="17"/>
            </a:xfrm>
            <a:custGeom>
              <a:pathLst>
                <a:path w="17" h="17">
                  <a:moveTo>
                    <a:pt x="4" y="16"/>
                  </a:moveTo>
                  <a:lnTo>
                    <a:pt x="0" y="16"/>
                  </a:lnTo>
                  <a:lnTo>
                    <a:pt x="4" y="0"/>
                  </a:lnTo>
                  <a:lnTo>
                    <a:pt x="16" y="16"/>
                  </a:lnTo>
                  <a:lnTo>
                    <a:pt x="4" y="16"/>
                  </a:lnTo>
                </a:path>
              </a:pathLst>
            </a:custGeom>
            <a:solidFill>
              <a:srgbClr val="4000D5"/>
            </a:solidFill>
            <a:ln w="12700" cap="rnd" cmpd="sng">
              <a:solidFill>
                <a:srgbClr val="3300AA"/>
              </a:solidFill>
              <a:prstDash val="solid"/>
              <a:round/>
            </a:ln>
            <a:effectLst/>
          </p:spPr>
        </p:sp>
        <p:sp>
          <p:nvSpPr>
            <p:cNvPr id="53608" name=""/>
            <p:cNvSpPr/>
            <p:nvPr/>
          </p:nvSpPr>
          <p:spPr>
            <a:xfrm>
              <a:off x="4159" y="2065"/>
              <a:ext cx="156" cy="21"/>
            </a:xfrm>
            <a:prstGeom prst="rect">
              <a:avLst/>
            </a:prstGeom>
            <a:solidFill>
              <a:srgbClr val="8E8E8E"/>
            </a:solidFill>
            <a:ln>
              <a:noFill/>
              <a:miter lim="800000"/>
            </a:ln>
            <a:effectLst/>
          </p:spPr>
        </p:sp>
        <p:sp>
          <p:nvSpPr>
            <p:cNvPr id="53609" name=""/>
            <p:cNvSpPr/>
            <p:nvPr/>
          </p:nvSpPr>
          <p:spPr>
            <a:xfrm>
              <a:off x="4159" y="2119"/>
              <a:ext cx="156" cy="21"/>
            </a:xfrm>
            <a:prstGeom prst="rect">
              <a:avLst/>
            </a:prstGeom>
            <a:solidFill>
              <a:srgbClr val="8E8E8E"/>
            </a:solidFill>
            <a:ln>
              <a:noFill/>
              <a:miter lim="800000"/>
            </a:ln>
            <a:effectLst/>
          </p:spPr>
        </p:sp>
        <p:sp>
          <p:nvSpPr>
            <p:cNvPr id="53610" name=""/>
            <p:cNvSpPr/>
            <p:nvPr/>
          </p:nvSpPr>
          <p:spPr>
            <a:xfrm>
              <a:off x="4159" y="2170"/>
              <a:ext cx="156" cy="22"/>
            </a:xfrm>
            <a:prstGeom prst="rect">
              <a:avLst/>
            </a:prstGeom>
            <a:solidFill>
              <a:srgbClr val="8E8E8E"/>
            </a:solidFill>
            <a:ln>
              <a:noFill/>
              <a:miter lim="800000"/>
            </a:ln>
            <a:effectLst/>
          </p:spPr>
        </p:sp>
        <p:sp>
          <p:nvSpPr>
            <p:cNvPr id="53611" name=""/>
            <p:cNvSpPr/>
            <p:nvPr/>
          </p:nvSpPr>
          <p:spPr>
            <a:xfrm>
              <a:off x="4159" y="2224"/>
              <a:ext cx="156" cy="19"/>
            </a:xfrm>
            <a:prstGeom prst="rect">
              <a:avLst/>
            </a:prstGeom>
            <a:solidFill>
              <a:srgbClr val="8E8E8E"/>
            </a:solidFill>
            <a:ln>
              <a:noFill/>
              <a:miter lim="800000"/>
            </a:ln>
            <a:effectLst/>
          </p:spPr>
        </p:sp>
        <p:sp>
          <p:nvSpPr>
            <p:cNvPr id="53612" name=""/>
            <p:cNvSpPr/>
            <p:nvPr/>
          </p:nvSpPr>
          <p:spPr>
            <a:xfrm>
              <a:off x="4159" y="1967"/>
              <a:ext cx="156" cy="21"/>
            </a:xfrm>
            <a:prstGeom prst="rect">
              <a:avLst/>
            </a:prstGeom>
            <a:solidFill>
              <a:srgbClr val="8E8E8E"/>
            </a:solidFill>
            <a:ln>
              <a:noFill/>
              <a:miter lim="800000"/>
            </a:ln>
            <a:effectLst/>
          </p:spPr>
        </p:sp>
        <p:sp>
          <p:nvSpPr>
            <p:cNvPr id="53613" name=""/>
            <p:cNvSpPr/>
            <p:nvPr/>
          </p:nvSpPr>
          <p:spPr>
            <a:xfrm>
              <a:off x="4159" y="1897"/>
              <a:ext cx="54" cy="16"/>
            </a:xfrm>
            <a:prstGeom prst="rect">
              <a:avLst/>
            </a:prstGeom>
            <a:solidFill>
              <a:srgbClr val="8E8E8E"/>
            </a:solidFill>
            <a:ln>
              <a:noFill/>
              <a:miter lim="800000"/>
            </a:ln>
            <a:effectLst/>
          </p:spPr>
        </p:sp>
      </p:grpSp>
      <p:cxnSp>
        <p:nvCxnSpPr>
          <p:cNvPr id="53614" name=""/>
          <p:cNvCxnSpPr/>
          <p:nvPr/>
        </p:nvCxnSpPr>
        <p:spPr>
          <a:xfrm flipH="1">
            <a:off x="2679700" y="5087938"/>
            <a:ext cx="1588" cy="123825"/>
          </a:xfrm>
          <a:prstGeom prst="line">
            <a:avLst/>
          </a:prstGeom>
          <a:noFill/>
          <a:ln w="25400">
            <a:solidFill>
              <a:schemeClr val="accent1"/>
            </a:solidFill>
            <a:miter lim="800000"/>
          </a:ln>
          <a:effectLst/>
        </p:spPr>
      </p:cxnSp>
      <p:grpSp>
        <p:nvGrpSpPr>
          <p:cNvPr id="53615" name=""/>
          <p:cNvGrpSpPr/>
          <p:nvPr/>
        </p:nvGrpSpPr>
        <p:grpSpPr>
          <a:xfrm>
            <a:off x="230188" y="4006850"/>
            <a:ext cx="1762125" cy="484188"/>
            <a:chOff x="144" y="2784"/>
            <a:chExt cx="1098" cy="336"/>
          </a:xfrm>
        </p:grpSpPr>
        <p:sp>
          <p:nvSpPr>
            <p:cNvPr id="53616" name=""/>
            <p:cNvSpPr/>
            <p:nvPr/>
          </p:nvSpPr>
          <p:spPr>
            <a:xfrm>
              <a:off x="171" y="2806"/>
              <a:ext cx="981" cy="306"/>
            </a:xfrm>
            <a:prstGeom prst="rect">
              <a:avLst/>
            </a:prstGeom>
            <a:solidFill>
              <a:srgbClr val="315FAF"/>
            </a:solidFill>
            <a:ln>
              <a:noFill/>
              <a:miter lim="800000"/>
            </a:ln>
            <a:effectLst/>
          </p:spPr>
        </p:sp>
        <p:sp>
          <p:nvSpPr>
            <p:cNvPr id="53617" name=""/>
            <p:cNvSpPr/>
            <p:nvPr/>
          </p:nvSpPr>
          <p:spPr>
            <a:xfrm>
              <a:off x="144" y="2784"/>
              <a:ext cx="1098" cy="336"/>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90000"/>
                </a:lnSpc>
              </a:pPr>
              <a:r>
                <a:rPr sz="1600" b="1" i="1">
                  <a:solidFill>
                    <a:schemeClr val="bg1"/>
                  </a:solidFill>
                  <a:latin typeface="Arial" pitchFamily="34" charset="0"/>
                </a:rPr>
                <a:t>Interconnected Workgroup</a:t>
              </a:r>
              <a:r>
                <a:rPr sz="1600" b="1" i="1">
                  <a:effectLst>
                    <a:outerShdw blurRad="38100" dist="38100" dir="2700000" algn="tl">
                      <a:srgbClr val="FFFFFF"/>
                    </a:outerShdw>
                  </a:effectLst>
                  <a:latin typeface="Arial" pitchFamily="34" charset="0"/>
                </a:rPr>
                <a:t> </a:t>
              </a:r>
              <a:endParaRPr sz="1600" b="1" i="1">
                <a:effectLst>
                  <a:outerShdw blurRad="38100" dist="38100" dir="2700000" algn="tl">
                    <a:srgbClr val="FFFFFF"/>
                  </a:outerShdw>
                </a:effectLst>
                <a:latin typeface="Arial" pitchFamily="34" charset="0"/>
              </a:endParaRPr>
            </a:p>
          </p:txBody>
        </p:sp>
      </p:grpSp>
      <p:cxnSp>
        <p:nvCxnSpPr>
          <p:cNvPr id="53618" name=""/>
          <p:cNvCxnSpPr/>
          <p:nvPr/>
        </p:nvCxnSpPr>
        <p:spPr>
          <a:xfrm flipV="1">
            <a:off x="2847975" y="3040063"/>
            <a:ext cx="1693863" cy="1519237"/>
          </a:xfrm>
          <a:prstGeom prst="line">
            <a:avLst/>
          </a:prstGeom>
          <a:noFill/>
          <a:ln w="12700">
            <a:solidFill>
              <a:schemeClr val="tx1"/>
            </a:solidFill>
            <a:miter lim="800000"/>
          </a:ln>
          <a:effectLst/>
        </p:spPr>
      </p:cxnSp>
      <p:grpSp>
        <p:nvGrpSpPr>
          <p:cNvPr id="53619" name=""/>
          <p:cNvGrpSpPr/>
          <p:nvPr/>
        </p:nvGrpSpPr>
        <p:grpSpPr>
          <a:xfrm>
            <a:off x="3067050" y="3560763"/>
            <a:ext cx="547688" cy="561975"/>
            <a:chOff x="1913" y="2474"/>
            <a:chExt cx="341" cy="390"/>
          </a:xfrm>
        </p:grpSpPr>
        <p:sp>
          <p:nvSpPr>
            <p:cNvPr id="53620" name=""/>
            <p:cNvSpPr/>
            <p:nvPr/>
          </p:nvSpPr>
          <p:spPr>
            <a:xfrm>
              <a:off x="1913" y="2707"/>
              <a:ext cx="111" cy="115"/>
            </a:xfrm>
            <a:custGeom>
              <a:pathLst>
                <a:path w="111" h="115">
                  <a:moveTo>
                    <a:pt x="0" y="0"/>
                  </a:moveTo>
                  <a:lnTo>
                    <a:pt x="0" y="50"/>
                  </a:lnTo>
                  <a:lnTo>
                    <a:pt x="110" y="114"/>
                  </a:lnTo>
                  <a:lnTo>
                    <a:pt x="110" y="61"/>
                  </a:lnTo>
                  <a:lnTo>
                    <a:pt x="0" y="0"/>
                  </a:lnTo>
                </a:path>
              </a:pathLst>
            </a:custGeom>
            <a:solidFill>
              <a:srgbClr val="676767"/>
            </a:solidFill>
            <a:ln cap="rnd">
              <a:noFill/>
              <a:round/>
            </a:ln>
            <a:effectLst/>
          </p:spPr>
        </p:sp>
        <p:sp>
          <p:nvSpPr>
            <p:cNvPr id="53621" name=""/>
            <p:cNvSpPr/>
            <p:nvPr/>
          </p:nvSpPr>
          <p:spPr>
            <a:xfrm>
              <a:off x="2022" y="2665"/>
              <a:ext cx="161" cy="156"/>
            </a:xfrm>
            <a:custGeom>
              <a:pathLst>
                <a:path w="161" h="156">
                  <a:moveTo>
                    <a:pt x="2" y="155"/>
                  </a:moveTo>
                  <a:lnTo>
                    <a:pt x="160" y="53"/>
                  </a:lnTo>
                  <a:lnTo>
                    <a:pt x="160" y="0"/>
                  </a:lnTo>
                  <a:lnTo>
                    <a:pt x="0" y="106"/>
                  </a:lnTo>
                  <a:lnTo>
                    <a:pt x="2" y="155"/>
                  </a:lnTo>
                </a:path>
              </a:pathLst>
            </a:custGeom>
            <a:solidFill>
              <a:schemeClr val="bg2"/>
            </a:solidFill>
            <a:ln cap="rnd">
              <a:noFill/>
              <a:round/>
            </a:ln>
            <a:effectLst/>
          </p:spPr>
        </p:sp>
        <p:sp>
          <p:nvSpPr>
            <p:cNvPr id="53622" name=""/>
            <p:cNvSpPr/>
            <p:nvPr/>
          </p:nvSpPr>
          <p:spPr>
            <a:xfrm>
              <a:off x="1913" y="2608"/>
              <a:ext cx="274" cy="167"/>
            </a:xfrm>
            <a:custGeom>
              <a:pathLst>
                <a:path w="274" h="167">
                  <a:moveTo>
                    <a:pt x="0" y="97"/>
                  </a:moveTo>
                  <a:lnTo>
                    <a:pt x="161" y="0"/>
                  </a:lnTo>
                  <a:lnTo>
                    <a:pt x="273" y="62"/>
                  </a:lnTo>
                  <a:lnTo>
                    <a:pt x="111" y="166"/>
                  </a:lnTo>
                  <a:lnTo>
                    <a:pt x="0" y="97"/>
                  </a:lnTo>
                </a:path>
              </a:pathLst>
            </a:custGeom>
            <a:solidFill>
              <a:schemeClr val="folHlink"/>
            </a:solidFill>
            <a:ln cap="rnd">
              <a:noFill/>
              <a:round/>
            </a:ln>
            <a:effectLst/>
          </p:spPr>
        </p:sp>
        <p:sp>
          <p:nvSpPr>
            <p:cNvPr id="53623" name=""/>
            <p:cNvSpPr/>
            <p:nvPr/>
          </p:nvSpPr>
          <p:spPr>
            <a:xfrm>
              <a:off x="1915" y="2474"/>
              <a:ext cx="250" cy="156"/>
            </a:xfrm>
            <a:custGeom>
              <a:pathLst>
                <a:path w="250" h="156">
                  <a:moveTo>
                    <a:pt x="0" y="77"/>
                  </a:moveTo>
                  <a:lnTo>
                    <a:pt x="51" y="106"/>
                  </a:lnTo>
                  <a:lnTo>
                    <a:pt x="36" y="117"/>
                  </a:lnTo>
                  <a:lnTo>
                    <a:pt x="102" y="155"/>
                  </a:lnTo>
                  <a:lnTo>
                    <a:pt x="249" y="51"/>
                  </a:lnTo>
                  <a:lnTo>
                    <a:pt x="189" y="20"/>
                  </a:lnTo>
                  <a:lnTo>
                    <a:pt x="176" y="28"/>
                  </a:lnTo>
                  <a:lnTo>
                    <a:pt x="118" y="0"/>
                  </a:lnTo>
                  <a:lnTo>
                    <a:pt x="0" y="77"/>
                  </a:lnTo>
                </a:path>
              </a:pathLst>
            </a:custGeom>
            <a:solidFill>
              <a:srgbClr val="DADADA"/>
            </a:solidFill>
            <a:ln cap="rnd">
              <a:noFill/>
              <a:round/>
            </a:ln>
            <a:effectLst/>
          </p:spPr>
        </p:sp>
        <p:sp>
          <p:nvSpPr>
            <p:cNvPr id="53624" name=""/>
            <p:cNvSpPr/>
            <p:nvPr/>
          </p:nvSpPr>
          <p:spPr>
            <a:xfrm>
              <a:off x="1915" y="2547"/>
              <a:ext cx="114" cy="188"/>
            </a:xfrm>
            <a:custGeom>
              <a:pathLst>
                <a:path w="114" h="188">
                  <a:moveTo>
                    <a:pt x="2" y="0"/>
                  </a:moveTo>
                  <a:lnTo>
                    <a:pt x="0" y="89"/>
                  </a:lnTo>
                  <a:lnTo>
                    <a:pt x="39" y="133"/>
                  </a:lnTo>
                  <a:lnTo>
                    <a:pt x="39" y="146"/>
                  </a:lnTo>
                  <a:lnTo>
                    <a:pt x="111" y="187"/>
                  </a:lnTo>
                  <a:lnTo>
                    <a:pt x="113" y="75"/>
                  </a:lnTo>
                  <a:lnTo>
                    <a:pt x="43" y="46"/>
                  </a:lnTo>
                  <a:lnTo>
                    <a:pt x="54" y="35"/>
                  </a:lnTo>
                  <a:lnTo>
                    <a:pt x="2" y="0"/>
                  </a:lnTo>
                </a:path>
              </a:pathLst>
            </a:custGeom>
            <a:solidFill>
              <a:srgbClr val="676767"/>
            </a:solidFill>
            <a:ln cap="rnd">
              <a:noFill/>
              <a:round/>
            </a:ln>
            <a:effectLst/>
          </p:spPr>
        </p:sp>
        <p:sp>
          <p:nvSpPr>
            <p:cNvPr id="53625" name=""/>
            <p:cNvSpPr/>
            <p:nvPr/>
          </p:nvSpPr>
          <p:spPr>
            <a:xfrm>
              <a:off x="2026" y="2526"/>
              <a:ext cx="140" cy="209"/>
            </a:xfrm>
            <a:custGeom>
              <a:pathLst>
                <a:path w="140" h="209">
                  <a:moveTo>
                    <a:pt x="139" y="0"/>
                  </a:moveTo>
                  <a:lnTo>
                    <a:pt x="139" y="113"/>
                  </a:lnTo>
                  <a:lnTo>
                    <a:pt x="0" y="208"/>
                  </a:lnTo>
                  <a:lnTo>
                    <a:pt x="0" y="97"/>
                  </a:lnTo>
                  <a:lnTo>
                    <a:pt x="139" y="0"/>
                  </a:lnTo>
                </a:path>
              </a:pathLst>
            </a:custGeom>
            <a:solidFill>
              <a:schemeClr val="bg2"/>
            </a:solidFill>
            <a:ln cap="rnd">
              <a:noFill/>
              <a:round/>
            </a:ln>
            <a:effectLst/>
          </p:spPr>
        </p:sp>
        <p:sp>
          <p:nvSpPr>
            <p:cNvPr id="53626" name=""/>
            <p:cNvSpPr/>
            <p:nvPr/>
          </p:nvSpPr>
          <p:spPr>
            <a:xfrm>
              <a:off x="2043" y="2551"/>
              <a:ext cx="103" cy="151"/>
            </a:xfrm>
            <a:custGeom>
              <a:pathLst>
                <a:path w="103" h="151">
                  <a:moveTo>
                    <a:pt x="102" y="0"/>
                  </a:moveTo>
                  <a:lnTo>
                    <a:pt x="102" y="82"/>
                  </a:lnTo>
                  <a:lnTo>
                    <a:pt x="0" y="150"/>
                  </a:lnTo>
                  <a:lnTo>
                    <a:pt x="0" y="76"/>
                  </a:lnTo>
                  <a:lnTo>
                    <a:pt x="102"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627" name=""/>
            <p:cNvSpPr/>
            <p:nvPr/>
          </p:nvSpPr>
          <p:spPr>
            <a:xfrm>
              <a:off x="2045" y="2556"/>
              <a:ext cx="101" cy="146"/>
            </a:xfrm>
            <a:custGeom>
              <a:pathLst>
                <a:path w="101" h="146">
                  <a:moveTo>
                    <a:pt x="100" y="0"/>
                  </a:moveTo>
                  <a:lnTo>
                    <a:pt x="100" y="81"/>
                  </a:lnTo>
                  <a:lnTo>
                    <a:pt x="0" y="145"/>
                  </a:lnTo>
                </a:path>
              </a:pathLst>
            </a:custGeom>
            <a:noFill/>
            <a:ln w="12700" cap="rnd" cmpd="sng">
              <a:solidFill>
                <a:schemeClr val="bg1"/>
              </a:solidFill>
              <a:prstDash val="solid"/>
              <a:round/>
              <a:headEnd type="none" w="sm" len="sm"/>
              <a:tailEnd type="none" w="sm" len="sm"/>
            </a:ln>
            <a:effectLst/>
          </p:spPr>
        </p:sp>
        <p:sp>
          <p:nvSpPr>
            <p:cNvPr id="53628" name=""/>
            <p:cNvSpPr/>
            <p:nvPr/>
          </p:nvSpPr>
          <p:spPr>
            <a:xfrm>
              <a:off x="2035" y="2718"/>
              <a:ext cx="219" cy="145"/>
            </a:xfrm>
            <a:custGeom>
              <a:pathLst>
                <a:path w="219" h="145">
                  <a:moveTo>
                    <a:pt x="64" y="144"/>
                  </a:moveTo>
                  <a:lnTo>
                    <a:pt x="218" y="38"/>
                  </a:lnTo>
                  <a:lnTo>
                    <a:pt x="161" y="0"/>
                  </a:lnTo>
                  <a:lnTo>
                    <a:pt x="0" y="106"/>
                  </a:lnTo>
                  <a:lnTo>
                    <a:pt x="64" y="144"/>
                  </a:lnTo>
                </a:path>
              </a:pathLst>
            </a:custGeom>
            <a:solidFill>
              <a:schemeClr val="bg2"/>
            </a:solidFill>
            <a:ln cap="rnd">
              <a:noFill/>
              <a:round/>
            </a:ln>
            <a:effectLst/>
          </p:spPr>
        </p:sp>
        <p:sp>
          <p:nvSpPr>
            <p:cNvPr id="53629" name=""/>
            <p:cNvSpPr/>
            <p:nvPr/>
          </p:nvSpPr>
          <p:spPr>
            <a:xfrm>
              <a:off x="2034" y="2703"/>
              <a:ext cx="220" cy="154"/>
            </a:xfrm>
            <a:custGeom>
              <a:pathLst>
                <a:path w="220" h="154">
                  <a:moveTo>
                    <a:pt x="64" y="153"/>
                  </a:moveTo>
                  <a:lnTo>
                    <a:pt x="219" y="48"/>
                  </a:lnTo>
                  <a:lnTo>
                    <a:pt x="162" y="0"/>
                  </a:lnTo>
                  <a:lnTo>
                    <a:pt x="0" y="107"/>
                  </a:lnTo>
                  <a:lnTo>
                    <a:pt x="64" y="153"/>
                  </a:lnTo>
                </a:path>
              </a:pathLst>
            </a:custGeom>
            <a:solidFill>
              <a:srgbClr val="919191"/>
            </a:solidFill>
            <a:ln cap="rnd">
              <a:noFill/>
              <a:round/>
            </a:ln>
            <a:effectLst/>
          </p:spPr>
        </p:sp>
        <p:sp>
          <p:nvSpPr>
            <p:cNvPr id="53630" name=""/>
            <p:cNvSpPr/>
            <p:nvPr/>
          </p:nvSpPr>
          <p:spPr>
            <a:xfrm>
              <a:off x="2035" y="2811"/>
              <a:ext cx="67" cy="53"/>
            </a:xfrm>
            <a:custGeom>
              <a:pathLst>
                <a:path w="67" h="53">
                  <a:moveTo>
                    <a:pt x="0" y="0"/>
                  </a:moveTo>
                  <a:lnTo>
                    <a:pt x="0" y="14"/>
                  </a:lnTo>
                  <a:lnTo>
                    <a:pt x="66" y="52"/>
                  </a:lnTo>
                  <a:lnTo>
                    <a:pt x="66" y="44"/>
                  </a:lnTo>
                  <a:lnTo>
                    <a:pt x="0" y="0"/>
                  </a:lnTo>
                </a:path>
              </a:pathLst>
            </a:custGeom>
            <a:solidFill>
              <a:srgbClr val="676767"/>
            </a:solidFill>
            <a:ln cap="rnd">
              <a:noFill/>
              <a:round/>
            </a:ln>
            <a:effectLst/>
          </p:spPr>
        </p:sp>
        <p:cxnSp>
          <p:nvCxnSpPr>
            <p:cNvPr id="53631" name=""/>
            <p:cNvCxnSpPr/>
            <p:nvPr/>
          </p:nvCxnSpPr>
          <p:spPr>
            <a:xfrm flipV="1">
              <a:off x="2052" y="2713"/>
              <a:ext cx="147" cy="98"/>
            </a:xfrm>
            <a:prstGeom prst="line">
              <a:avLst/>
            </a:prstGeom>
            <a:noFill/>
            <a:ln w="12700">
              <a:solidFill>
                <a:schemeClr val="folHlink"/>
              </a:solidFill>
              <a:miter lim="800000"/>
            </a:ln>
            <a:effectLst/>
          </p:spPr>
        </p:cxnSp>
        <p:sp>
          <p:nvSpPr>
            <p:cNvPr id="53632" name=""/>
            <p:cNvSpPr/>
            <p:nvPr/>
          </p:nvSpPr>
          <p:spPr>
            <a:xfrm>
              <a:off x="2064" y="2741"/>
              <a:ext cx="144" cy="104"/>
            </a:xfrm>
            <a:custGeom>
              <a:pathLst>
                <a:path w="144" h="104">
                  <a:moveTo>
                    <a:pt x="0" y="77"/>
                  </a:moveTo>
                  <a:lnTo>
                    <a:pt x="36" y="103"/>
                  </a:lnTo>
                  <a:lnTo>
                    <a:pt x="143" y="25"/>
                  </a:lnTo>
                  <a:lnTo>
                    <a:pt x="111" y="0"/>
                  </a:lnTo>
                  <a:lnTo>
                    <a:pt x="0" y="77"/>
                  </a:lnTo>
                </a:path>
              </a:pathLst>
            </a:custGeom>
            <a:solidFill>
              <a:srgbClr val="676767"/>
            </a:solidFill>
            <a:ln cap="rnd">
              <a:noFill/>
              <a:round/>
            </a:ln>
            <a:effectLst/>
          </p:spPr>
        </p:sp>
        <p:sp>
          <p:nvSpPr>
            <p:cNvPr id="53633" name=""/>
            <p:cNvSpPr/>
            <p:nvPr/>
          </p:nvSpPr>
          <p:spPr>
            <a:xfrm>
              <a:off x="2181" y="2722"/>
              <a:ext cx="55" cy="41"/>
            </a:xfrm>
            <a:custGeom>
              <a:pathLst>
                <a:path w="55" h="41">
                  <a:moveTo>
                    <a:pt x="0" y="16"/>
                  </a:moveTo>
                  <a:lnTo>
                    <a:pt x="33" y="40"/>
                  </a:lnTo>
                  <a:lnTo>
                    <a:pt x="54" y="25"/>
                  </a:lnTo>
                  <a:lnTo>
                    <a:pt x="22" y="0"/>
                  </a:lnTo>
                  <a:lnTo>
                    <a:pt x="0" y="16"/>
                  </a:lnTo>
                </a:path>
              </a:pathLst>
            </a:custGeom>
            <a:solidFill>
              <a:srgbClr val="676767"/>
            </a:solidFill>
            <a:ln cap="rnd">
              <a:noFill/>
              <a:round/>
            </a:ln>
            <a:effectLst/>
          </p:spPr>
        </p:sp>
        <p:sp>
          <p:nvSpPr>
            <p:cNvPr id="53634" name=""/>
            <p:cNvSpPr/>
            <p:nvPr/>
          </p:nvSpPr>
          <p:spPr>
            <a:xfrm>
              <a:off x="2064" y="2738"/>
              <a:ext cx="144" cy="102"/>
            </a:xfrm>
            <a:custGeom>
              <a:pathLst>
                <a:path w="144" h="102">
                  <a:moveTo>
                    <a:pt x="0" y="75"/>
                  </a:moveTo>
                  <a:lnTo>
                    <a:pt x="36" y="101"/>
                  </a:lnTo>
                  <a:lnTo>
                    <a:pt x="143" y="25"/>
                  </a:lnTo>
                  <a:lnTo>
                    <a:pt x="111" y="0"/>
                  </a:lnTo>
                  <a:lnTo>
                    <a:pt x="0" y="75"/>
                  </a:lnTo>
                </a:path>
              </a:pathLst>
            </a:custGeom>
            <a:solidFill>
              <a:schemeClr val="folHlink"/>
            </a:solidFill>
            <a:ln cap="rnd">
              <a:noFill/>
              <a:round/>
            </a:ln>
            <a:effectLst/>
          </p:spPr>
        </p:sp>
        <p:sp>
          <p:nvSpPr>
            <p:cNvPr id="53635" name=""/>
            <p:cNvSpPr/>
            <p:nvPr/>
          </p:nvSpPr>
          <p:spPr>
            <a:xfrm>
              <a:off x="2181" y="2718"/>
              <a:ext cx="55" cy="41"/>
            </a:xfrm>
            <a:custGeom>
              <a:pathLst>
                <a:path w="55" h="41">
                  <a:moveTo>
                    <a:pt x="0" y="16"/>
                  </a:moveTo>
                  <a:lnTo>
                    <a:pt x="33" y="40"/>
                  </a:lnTo>
                  <a:lnTo>
                    <a:pt x="54" y="25"/>
                  </a:lnTo>
                  <a:lnTo>
                    <a:pt x="22" y="0"/>
                  </a:lnTo>
                  <a:lnTo>
                    <a:pt x="0" y="16"/>
                  </a:lnTo>
                </a:path>
              </a:pathLst>
            </a:custGeom>
            <a:solidFill>
              <a:schemeClr val="folHlink"/>
            </a:solidFill>
            <a:ln cap="rnd">
              <a:noFill/>
              <a:round/>
            </a:ln>
            <a:effectLst/>
          </p:spPr>
        </p:sp>
      </p:grpSp>
      <p:grpSp>
        <p:nvGrpSpPr>
          <p:cNvPr id="53636" name=""/>
          <p:cNvGrpSpPr/>
          <p:nvPr/>
        </p:nvGrpSpPr>
        <p:grpSpPr>
          <a:xfrm>
            <a:off x="4448175" y="2611438"/>
            <a:ext cx="414338" cy="696912"/>
            <a:chOff x="2774" y="1814"/>
            <a:chExt cx="258" cy="484"/>
          </a:xfrm>
        </p:grpSpPr>
        <p:sp>
          <p:nvSpPr>
            <p:cNvPr id="53637" name=""/>
            <p:cNvSpPr/>
            <p:nvPr/>
          </p:nvSpPr>
          <p:spPr>
            <a:xfrm>
              <a:off x="2798" y="1814"/>
              <a:ext cx="208" cy="0"/>
            </a:xfrm>
            <a:prstGeom prst="rect">
              <a:avLst/>
            </a:prstGeom>
            <a:solidFill>
              <a:srgbClr val="AAAAAA"/>
            </a:solidFill>
            <a:ln>
              <a:noFill/>
              <a:miter lim="800000"/>
            </a:ln>
            <a:effectLst/>
          </p:spPr>
        </p:sp>
        <p:sp>
          <p:nvSpPr>
            <p:cNvPr id="53638" name=""/>
            <p:cNvSpPr/>
            <p:nvPr/>
          </p:nvSpPr>
          <p:spPr>
            <a:xfrm>
              <a:off x="2798" y="2240"/>
              <a:ext cx="208" cy="0"/>
            </a:xfrm>
            <a:prstGeom prst="rect">
              <a:avLst/>
            </a:prstGeom>
            <a:solidFill>
              <a:srgbClr val="FCFCFC"/>
            </a:solidFill>
            <a:ln>
              <a:noFill/>
              <a:miter lim="800000"/>
            </a:ln>
            <a:effectLst/>
          </p:spPr>
        </p:sp>
        <p:sp>
          <p:nvSpPr>
            <p:cNvPr id="53639" name=""/>
            <p:cNvSpPr/>
            <p:nvPr/>
          </p:nvSpPr>
          <p:spPr>
            <a:xfrm>
              <a:off x="2798" y="2242"/>
              <a:ext cx="208" cy="2"/>
            </a:xfrm>
            <a:prstGeom prst="rect">
              <a:avLst/>
            </a:prstGeom>
            <a:solidFill>
              <a:srgbClr val="FCFCFC"/>
            </a:solidFill>
            <a:ln>
              <a:noFill/>
              <a:miter lim="800000"/>
            </a:ln>
            <a:effectLst/>
          </p:spPr>
        </p:sp>
        <p:sp>
          <p:nvSpPr>
            <p:cNvPr id="53640" name=""/>
            <p:cNvSpPr/>
            <p:nvPr/>
          </p:nvSpPr>
          <p:spPr>
            <a:xfrm>
              <a:off x="2798" y="2249"/>
              <a:ext cx="208" cy="0"/>
            </a:xfrm>
            <a:prstGeom prst="rect">
              <a:avLst/>
            </a:prstGeom>
            <a:solidFill>
              <a:srgbClr val="FDFDFD"/>
            </a:solidFill>
            <a:ln>
              <a:noFill/>
              <a:miter lim="800000"/>
            </a:ln>
            <a:effectLst/>
          </p:spPr>
        </p:sp>
        <p:sp>
          <p:nvSpPr>
            <p:cNvPr id="53641" name=""/>
            <p:cNvSpPr/>
            <p:nvPr/>
          </p:nvSpPr>
          <p:spPr>
            <a:xfrm>
              <a:off x="2798" y="2252"/>
              <a:ext cx="208" cy="0"/>
            </a:xfrm>
            <a:prstGeom prst="rect">
              <a:avLst/>
            </a:prstGeom>
            <a:solidFill>
              <a:srgbClr val="FEFEFE"/>
            </a:solidFill>
            <a:ln>
              <a:noFill/>
              <a:miter lim="800000"/>
            </a:ln>
            <a:effectLst/>
          </p:spPr>
        </p:sp>
        <p:sp>
          <p:nvSpPr>
            <p:cNvPr id="53642" name=""/>
            <p:cNvSpPr/>
            <p:nvPr/>
          </p:nvSpPr>
          <p:spPr>
            <a:xfrm>
              <a:off x="2798" y="2255"/>
              <a:ext cx="208" cy="0"/>
            </a:xfrm>
            <a:prstGeom prst="rect">
              <a:avLst/>
            </a:prstGeom>
            <a:solidFill>
              <a:srgbClr val="FFFFFF"/>
            </a:solidFill>
            <a:ln>
              <a:noFill/>
              <a:miter lim="800000"/>
            </a:ln>
            <a:effectLst/>
          </p:spPr>
        </p:sp>
        <p:sp>
          <p:nvSpPr>
            <p:cNvPr id="53643" name=""/>
            <p:cNvSpPr/>
            <p:nvPr/>
          </p:nvSpPr>
          <p:spPr>
            <a:xfrm>
              <a:off x="2798" y="2260"/>
              <a:ext cx="208" cy="2"/>
            </a:xfrm>
            <a:prstGeom prst="rect">
              <a:avLst/>
            </a:prstGeom>
            <a:solidFill>
              <a:srgbClr val="FFFFFF"/>
            </a:solidFill>
            <a:ln>
              <a:noFill/>
              <a:miter lim="800000"/>
            </a:ln>
            <a:effectLst/>
          </p:spPr>
        </p:sp>
        <p:sp>
          <p:nvSpPr>
            <p:cNvPr id="53644" name=""/>
            <p:cNvSpPr/>
            <p:nvPr/>
          </p:nvSpPr>
          <p:spPr>
            <a:xfrm>
              <a:off x="2802" y="1818"/>
              <a:ext cx="200" cy="443"/>
            </a:xfrm>
            <a:prstGeom prst="rect">
              <a:avLst/>
            </a:prstGeom>
            <a:solidFill>
              <a:srgbClr val="CECECE"/>
            </a:solidFill>
            <a:ln w="12700">
              <a:solidFill>
                <a:schemeClr val="tx1"/>
              </a:solidFill>
              <a:miter lim="800000"/>
            </a:ln>
            <a:effectLst/>
          </p:spPr>
        </p:sp>
        <p:sp>
          <p:nvSpPr>
            <p:cNvPr id="53645" name=""/>
            <p:cNvSpPr/>
            <p:nvPr/>
          </p:nvSpPr>
          <p:spPr>
            <a:xfrm>
              <a:off x="2774" y="2265"/>
              <a:ext cx="258" cy="33"/>
            </a:xfrm>
            <a:prstGeom prst="rect">
              <a:avLst/>
            </a:prstGeom>
            <a:solidFill>
              <a:schemeClr val="tx1"/>
            </a:solidFill>
            <a:ln>
              <a:noFill/>
              <a:miter lim="800000"/>
            </a:ln>
            <a:effectLst/>
          </p:spPr>
        </p:sp>
        <p:cxnSp>
          <p:nvCxnSpPr>
            <p:cNvPr id="53646" name=""/>
            <p:cNvCxnSpPr/>
            <p:nvPr/>
          </p:nvCxnSpPr>
          <p:spPr>
            <a:xfrm>
              <a:off x="2800" y="2010"/>
              <a:ext cx="205" cy="0"/>
            </a:xfrm>
            <a:prstGeom prst="line">
              <a:avLst/>
            </a:prstGeom>
            <a:noFill/>
            <a:ln w="12700">
              <a:solidFill>
                <a:schemeClr val="tx1"/>
              </a:solidFill>
              <a:miter lim="800000"/>
            </a:ln>
            <a:effectLst/>
          </p:spPr>
        </p:cxnSp>
        <p:sp>
          <p:nvSpPr>
            <p:cNvPr id="53647" name=""/>
            <p:cNvSpPr/>
            <p:nvPr/>
          </p:nvSpPr>
          <p:spPr>
            <a:xfrm>
              <a:off x="2824" y="2014"/>
              <a:ext cx="154" cy="20"/>
            </a:xfrm>
            <a:prstGeom prst="rect">
              <a:avLst/>
            </a:prstGeom>
            <a:solidFill>
              <a:srgbClr val="8E8E8E"/>
            </a:solidFill>
            <a:ln>
              <a:noFill/>
              <a:miter lim="800000"/>
            </a:ln>
            <a:effectLst/>
          </p:spPr>
        </p:sp>
        <p:sp>
          <p:nvSpPr>
            <p:cNvPr id="53648" name=""/>
            <p:cNvSpPr/>
            <p:nvPr/>
          </p:nvSpPr>
          <p:spPr>
            <a:xfrm>
              <a:off x="2824" y="2240"/>
              <a:ext cx="154" cy="0"/>
            </a:xfrm>
            <a:prstGeom prst="rect">
              <a:avLst/>
            </a:prstGeom>
            <a:solidFill>
              <a:srgbClr val="C7C7C7"/>
            </a:solidFill>
            <a:ln>
              <a:noFill/>
              <a:miter lim="800000"/>
            </a:ln>
            <a:effectLst/>
          </p:spPr>
        </p:sp>
        <p:sp>
          <p:nvSpPr>
            <p:cNvPr id="53649" name=""/>
            <p:cNvSpPr/>
            <p:nvPr/>
          </p:nvSpPr>
          <p:spPr>
            <a:xfrm>
              <a:off x="2824" y="2242"/>
              <a:ext cx="154" cy="2"/>
            </a:xfrm>
            <a:prstGeom prst="rect">
              <a:avLst/>
            </a:prstGeom>
            <a:solidFill>
              <a:srgbClr val="E3E3E3"/>
            </a:solidFill>
            <a:ln>
              <a:noFill/>
              <a:miter lim="800000"/>
            </a:ln>
            <a:effectLst/>
          </p:spPr>
        </p:sp>
        <p:sp>
          <p:nvSpPr>
            <p:cNvPr id="53650" name=""/>
            <p:cNvSpPr/>
            <p:nvPr/>
          </p:nvSpPr>
          <p:spPr>
            <a:xfrm>
              <a:off x="2824" y="2249"/>
              <a:ext cx="154" cy="0"/>
            </a:xfrm>
            <a:prstGeom prst="rect">
              <a:avLst/>
            </a:prstGeom>
            <a:solidFill>
              <a:srgbClr val="FFFFFF"/>
            </a:solidFill>
            <a:ln>
              <a:noFill/>
              <a:miter lim="800000"/>
            </a:ln>
            <a:effectLst/>
          </p:spPr>
        </p:sp>
        <p:cxnSp>
          <p:nvCxnSpPr>
            <p:cNvPr id="53651" name=""/>
            <p:cNvCxnSpPr/>
            <p:nvPr/>
          </p:nvCxnSpPr>
          <p:spPr>
            <a:xfrm flipH="1">
              <a:off x="2799" y="1816"/>
              <a:ext cx="0" cy="446"/>
            </a:xfrm>
            <a:prstGeom prst="line">
              <a:avLst/>
            </a:prstGeom>
            <a:noFill/>
            <a:ln w="12700">
              <a:solidFill>
                <a:srgbClr val="555555"/>
              </a:solidFill>
              <a:miter lim="800000"/>
            </a:ln>
            <a:effectLst/>
          </p:spPr>
        </p:cxnSp>
        <p:sp>
          <p:nvSpPr>
            <p:cNvPr id="53652" name=""/>
            <p:cNvSpPr/>
            <p:nvPr/>
          </p:nvSpPr>
          <p:spPr>
            <a:xfrm>
              <a:off x="2807" y="1824"/>
              <a:ext cx="7" cy="9"/>
            </a:xfrm>
            <a:prstGeom prst="ellipse">
              <a:avLst/>
            </a:prstGeom>
            <a:solidFill>
              <a:srgbClr val="8E8E8E"/>
            </a:solidFill>
            <a:ln>
              <a:noFill/>
              <a:miter lim="800000"/>
            </a:ln>
            <a:effectLst/>
          </p:spPr>
        </p:sp>
        <p:sp>
          <p:nvSpPr>
            <p:cNvPr id="53653" name=""/>
            <p:cNvSpPr/>
            <p:nvPr/>
          </p:nvSpPr>
          <p:spPr>
            <a:xfrm>
              <a:off x="2831" y="1824"/>
              <a:ext cx="7" cy="9"/>
            </a:xfrm>
            <a:prstGeom prst="ellipse">
              <a:avLst/>
            </a:prstGeom>
            <a:solidFill>
              <a:srgbClr val="8E8E8E"/>
            </a:solidFill>
            <a:ln>
              <a:noFill/>
              <a:miter lim="800000"/>
            </a:ln>
            <a:effectLst/>
          </p:spPr>
        </p:sp>
        <p:sp>
          <p:nvSpPr>
            <p:cNvPr id="53654" name=""/>
            <p:cNvSpPr/>
            <p:nvPr/>
          </p:nvSpPr>
          <p:spPr>
            <a:xfrm>
              <a:off x="2860" y="1824"/>
              <a:ext cx="9" cy="9"/>
            </a:xfrm>
            <a:prstGeom prst="ellipse">
              <a:avLst/>
            </a:prstGeom>
            <a:solidFill>
              <a:srgbClr val="8E8E8E"/>
            </a:solidFill>
            <a:ln>
              <a:noFill/>
              <a:miter lim="800000"/>
            </a:ln>
            <a:effectLst/>
          </p:spPr>
        </p:sp>
        <p:sp>
          <p:nvSpPr>
            <p:cNvPr id="53655" name=""/>
            <p:cNvSpPr/>
            <p:nvPr/>
          </p:nvSpPr>
          <p:spPr>
            <a:xfrm>
              <a:off x="2888" y="1824"/>
              <a:ext cx="11" cy="9"/>
            </a:xfrm>
            <a:prstGeom prst="ellipse">
              <a:avLst/>
            </a:prstGeom>
            <a:solidFill>
              <a:srgbClr val="8E8E8E"/>
            </a:solidFill>
            <a:ln>
              <a:noFill/>
              <a:miter lim="800000"/>
            </a:ln>
            <a:effectLst/>
          </p:spPr>
        </p:sp>
        <p:sp>
          <p:nvSpPr>
            <p:cNvPr id="53656" name=""/>
            <p:cNvSpPr/>
            <p:nvPr/>
          </p:nvSpPr>
          <p:spPr>
            <a:xfrm>
              <a:off x="2917" y="1824"/>
              <a:ext cx="10" cy="9"/>
            </a:xfrm>
            <a:prstGeom prst="ellipse">
              <a:avLst/>
            </a:prstGeom>
            <a:solidFill>
              <a:srgbClr val="8E8E8E"/>
            </a:solidFill>
            <a:ln>
              <a:noFill/>
              <a:miter lim="800000"/>
            </a:ln>
            <a:effectLst/>
          </p:spPr>
        </p:sp>
        <p:sp>
          <p:nvSpPr>
            <p:cNvPr id="53657" name=""/>
            <p:cNvSpPr/>
            <p:nvPr/>
          </p:nvSpPr>
          <p:spPr>
            <a:xfrm>
              <a:off x="2940" y="1824"/>
              <a:ext cx="12" cy="9"/>
            </a:xfrm>
            <a:prstGeom prst="ellipse">
              <a:avLst/>
            </a:prstGeom>
            <a:solidFill>
              <a:srgbClr val="8E8E8E"/>
            </a:solidFill>
            <a:ln>
              <a:noFill/>
              <a:miter lim="800000"/>
            </a:ln>
            <a:effectLst/>
          </p:spPr>
        </p:sp>
        <p:sp>
          <p:nvSpPr>
            <p:cNvPr id="53658" name=""/>
            <p:cNvSpPr/>
            <p:nvPr/>
          </p:nvSpPr>
          <p:spPr>
            <a:xfrm>
              <a:off x="2969" y="1824"/>
              <a:ext cx="9" cy="9"/>
            </a:xfrm>
            <a:prstGeom prst="ellipse">
              <a:avLst/>
            </a:prstGeom>
            <a:solidFill>
              <a:srgbClr val="8E8E8E"/>
            </a:solidFill>
            <a:ln>
              <a:noFill/>
              <a:miter lim="800000"/>
            </a:ln>
            <a:effectLst/>
          </p:spPr>
        </p:sp>
        <p:sp>
          <p:nvSpPr>
            <p:cNvPr id="53659" name=""/>
            <p:cNvSpPr/>
            <p:nvPr/>
          </p:nvSpPr>
          <p:spPr>
            <a:xfrm>
              <a:off x="2848" y="1840"/>
              <a:ext cx="10" cy="10"/>
            </a:xfrm>
            <a:prstGeom prst="ellipse">
              <a:avLst/>
            </a:prstGeom>
            <a:solidFill>
              <a:srgbClr val="8E8E8E"/>
            </a:solidFill>
            <a:ln>
              <a:noFill/>
              <a:miter lim="800000"/>
            </a:ln>
            <a:effectLst/>
          </p:spPr>
        </p:sp>
        <p:sp>
          <p:nvSpPr>
            <p:cNvPr id="53660" name=""/>
            <p:cNvSpPr/>
            <p:nvPr/>
          </p:nvSpPr>
          <p:spPr>
            <a:xfrm>
              <a:off x="2877" y="1840"/>
              <a:ext cx="8" cy="10"/>
            </a:xfrm>
            <a:prstGeom prst="ellipse">
              <a:avLst/>
            </a:prstGeom>
            <a:solidFill>
              <a:srgbClr val="8E8E8E"/>
            </a:solidFill>
            <a:ln>
              <a:noFill/>
              <a:miter lim="800000"/>
            </a:ln>
            <a:effectLst/>
          </p:spPr>
        </p:sp>
        <p:sp>
          <p:nvSpPr>
            <p:cNvPr id="53661" name=""/>
            <p:cNvSpPr/>
            <p:nvPr/>
          </p:nvSpPr>
          <p:spPr>
            <a:xfrm>
              <a:off x="2906" y="1840"/>
              <a:ext cx="6" cy="10"/>
            </a:xfrm>
            <a:prstGeom prst="ellipse">
              <a:avLst/>
            </a:prstGeom>
            <a:solidFill>
              <a:srgbClr val="8E8E8E"/>
            </a:solidFill>
            <a:ln>
              <a:noFill/>
              <a:miter lim="800000"/>
            </a:ln>
            <a:effectLst/>
          </p:spPr>
        </p:sp>
        <p:sp>
          <p:nvSpPr>
            <p:cNvPr id="53662" name=""/>
            <p:cNvSpPr/>
            <p:nvPr/>
          </p:nvSpPr>
          <p:spPr>
            <a:xfrm>
              <a:off x="2929" y="1840"/>
              <a:ext cx="9" cy="10"/>
            </a:xfrm>
            <a:prstGeom prst="ellipse">
              <a:avLst/>
            </a:prstGeom>
            <a:solidFill>
              <a:srgbClr val="8E8E8E"/>
            </a:solidFill>
            <a:ln>
              <a:noFill/>
              <a:miter lim="800000"/>
            </a:ln>
            <a:effectLst/>
          </p:spPr>
        </p:sp>
        <p:sp>
          <p:nvSpPr>
            <p:cNvPr id="53663" name=""/>
            <p:cNvSpPr/>
            <p:nvPr/>
          </p:nvSpPr>
          <p:spPr>
            <a:xfrm>
              <a:off x="2957" y="1840"/>
              <a:ext cx="8" cy="10"/>
            </a:xfrm>
            <a:prstGeom prst="ellipse">
              <a:avLst/>
            </a:prstGeom>
            <a:solidFill>
              <a:srgbClr val="8E8E8E"/>
            </a:solidFill>
            <a:ln>
              <a:noFill/>
              <a:miter lim="800000"/>
            </a:ln>
            <a:effectLst/>
          </p:spPr>
        </p:sp>
        <p:sp>
          <p:nvSpPr>
            <p:cNvPr id="53664" name=""/>
            <p:cNvSpPr/>
            <p:nvPr/>
          </p:nvSpPr>
          <p:spPr>
            <a:xfrm>
              <a:off x="2987" y="1840"/>
              <a:ext cx="7" cy="10"/>
            </a:xfrm>
            <a:prstGeom prst="ellipse">
              <a:avLst/>
            </a:prstGeom>
            <a:solidFill>
              <a:srgbClr val="8E8E8E"/>
            </a:solidFill>
            <a:ln>
              <a:noFill/>
              <a:miter lim="800000"/>
            </a:ln>
            <a:effectLst/>
          </p:spPr>
        </p:sp>
        <p:sp>
          <p:nvSpPr>
            <p:cNvPr id="53665" name=""/>
            <p:cNvSpPr/>
            <p:nvPr/>
          </p:nvSpPr>
          <p:spPr>
            <a:xfrm>
              <a:off x="2807" y="1857"/>
              <a:ext cx="7" cy="8"/>
            </a:xfrm>
            <a:prstGeom prst="ellipse">
              <a:avLst/>
            </a:prstGeom>
            <a:solidFill>
              <a:srgbClr val="8E8E8E"/>
            </a:solidFill>
            <a:ln>
              <a:noFill/>
              <a:miter lim="800000"/>
            </a:ln>
            <a:effectLst/>
          </p:spPr>
        </p:sp>
        <p:sp>
          <p:nvSpPr>
            <p:cNvPr id="53666" name=""/>
            <p:cNvSpPr/>
            <p:nvPr/>
          </p:nvSpPr>
          <p:spPr>
            <a:xfrm>
              <a:off x="2831" y="1857"/>
              <a:ext cx="7" cy="8"/>
            </a:xfrm>
            <a:prstGeom prst="ellipse">
              <a:avLst/>
            </a:prstGeom>
            <a:solidFill>
              <a:srgbClr val="8E8E8E"/>
            </a:solidFill>
            <a:ln>
              <a:noFill/>
              <a:miter lim="800000"/>
            </a:ln>
            <a:effectLst/>
          </p:spPr>
        </p:sp>
        <p:sp>
          <p:nvSpPr>
            <p:cNvPr id="53667" name=""/>
            <p:cNvSpPr/>
            <p:nvPr/>
          </p:nvSpPr>
          <p:spPr>
            <a:xfrm>
              <a:off x="2860" y="1857"/>
              <a:ext cx="9" cy="8"/>
            </a:xfrm>
            <a:prstGeom prst="ellipse">
              <a:avLst/>
            </a:prstGeom>
            <a:solidFill>
              <a:srgbClr val="8E8E8E"/>
            </a:solidFill>
            <a:ln>
              <a:noFill/>
              <a:miter lim="800000"/>
            </a:ln>
            <a:effectLst/>
          </p:spPr>
        </p:sp>
        <p:sp>
          <p:nvSpPr>
            <p:cNvPr id="53668" name=""/>
            <p:cNvSpPr/>
            <p:nvPr/>
          </p:nvSpPr>
          <p:spPr>
            <a:xfrm>
              <a:off x="2888" y="1857"/>
              <a:ext cx="11" cy="8"/>
            </a:xfrm>
            <a:prstGeom prst="ellipse">
              <a:avLst/>
            </a:prstGeom>
            <a:solidFill>
              <a:srgbClr val="8E8E8E"/>
            </a:solidFill>
            <a:ln>
              <a:noFill/>
              <a:miter lim="800000"/>
            </a:ln>
            <a:effectLst/>
          </p:spPr>
        </p:sp>
        <p:sp>
          <p:nvSpPr>
            <p:cNvPr id="53669" name=""/>
            <p:cNvSpPr/>
            <p:nvPr/>
          </p:nvSpPr>
          <p:spPr>
            <a:xfrm>
              <a:off x="2917" y="1857"/>
              <a:ext cx="10" cy="8"/>
            </a:xfrm>
            <a:prstGeom prst="ellipse">
              <a:avLst/>
            </a:prstGeom>
            <a:solidFill>
              <a:srgbClr val="8E8E8E"/>
            </a:solidFill>
            <a:ln>
              <a:noFill/>
              <a:miter lim="800000"/>
            </a:ln>
            <a:effectLst/>
          </p:spPr>
        </p:sp>
        <p:sp>
          <p:nvSpPr>
            <p:cNvPr id="53670" name=""/>
            <p:cNvSpPr/>
            <p:nvPr/>
          </p:nvSpPr>
          <p:spPr>
            <a:xfrm>
              <a:off x="2940" y="1857"/>
              <a:ext cx="12" cy="8"/>
            </a:xfrm>
            <a:prstGeom prst="ellipse">
              <a:avLst/>
            </a:prstGeom>
            <a:solidFill>
              <a:srgbClr val="8E8E8E"/>
            </a:solidFill>
            <a:ln>
              <a:noFill/>
              <a:miter lim="800000"/>
            </a:ln>
            <a:effectLst/>
          </p:spPr>
        </p:sp>
        <p:sp>
          <p:nvSpPr>
            <p:cNvPr id="53671" name=""/>
            <p:cNvSpPr/>
            <p:nvPr/>
          </p:nvSpPr>
          <p:spPr>
            <a:xfrm>
              <a:off x="2969" y="1857"/>
              <a:ext cx="9" cy="8"/>
            </a:xfrm>
            <a:prstGeom prst="ellipse">
              <a:avLst/>
            </a:prstGeom>
            <a:solidFill>
              <a:srgbClr val="8E8E8E"/>
            </a:solidFill>
            <a:ln>
              <a:noFill/>
              <a:miter lim="800000"/>
            </a:ln>
            <a:effectLst/>
          </p:spPr>
        </p:sp>
        <p:sp>
          <p:nvSpPr>
            <p:cNvPr id="53672" name=""/>
            <p:cNvSpPr/>
            <p:nvPr/>
          </p:nvSpPr>
          <p:spPr>
            <a:xfrm>
              <a:off x="2824" y="1874"/>
              <a:ext cx="7" cy="7"/>
            </a:xfrm>
            <a:prstGeom prst="ellipse">
              <a:avLst/>
            </a:prstGeom>
            <a:solidFill>
              <a:srgbClr val="8E8E8E"/>
            </a:solidFill>
            <a:ln>
              <a:noFill/>
              <a:miter lim="800000"/>
            </a:ln>
            <a:effectLst/>
          </p:spPr>
        </p:sp>
        <p:sp>
          <p:nvSpPr>
            <p:cNvPr id="53673" name=""/>
            <p:cNvSpPr/>
            <p:nvPr/>
          </p:nvSpPr>
          <p:spPr>
            <a:xfrm>
              <a:off x="2848" y="1874"/>
              <a:ext cx="10" cy="7"/>
            </a:xfrm>
            <a:prstGeom prst="ellipse">
              <a:avLst/>
            </a:prstGeom>
            <a:solidFill>
              <a:srgbClr val="8E8E8E"/>
            </a:solidFill>
            <a:ln>
              <a:noFill/>
              <a:miter lim="800000"/>
            </a:ln>
            <a:effectLst/>
          </p:spPr>
        </p:sp>
        <p:sp>
          <p:nvSpPr>
            <p:cNvPr id="53674" name=""/>
            <p:cNvSpPr/>
            <p:nvPr/>
          </p:nvSpPr>
          <p:spPr>
            <a:xfrm>
              <a:off x="2877" y="1874"/>
              <a:ext cx="8" cy="7"/>
            </a:xfrm>
            <a:prstGeom prst="ellipse">
              <a:avLst/>
            </a:prstGeom>
            <a:solidFill>
              <a:srgbClr val="8E8E8E"/>
            </a:solidFill>
            <a:ln>
              <a:noFill/>
              <a:miter lim="800000"/>
            </a:ln>
            <a:effectLst/>
          </p:spPr>
        </p:sp>
        <p:sp>
          <p:nvSpPr>
            <p:cNvPr id="53675" name=""/>
            <p:cNvSpPr/>
            <p:nvPr/>
          </p:nvSpPr>
          <p:spPr>
            <a:xfrm>
              <a:off x="2906" y="1874"/>
              <a:ext cx="6" cy="7"/>
            </a:xfrm>
            <a:prstGeom prst="ellipse">
              <a:avLst/>
            </a:prstGeom>
            <a:solidFill>
              <a:srgbClr val="8E8E8E"/>
            </a:solidFill>
            <a:ln>
              <a:noFill/>
              <a:miter lim="800000"/>
            </a:ln>
            <a:effectLst/>
          </p:spPr>
        </p:sp>
        <p:sp>
          <p:nvSpPr>
            <p:cNvPr id="53676" name=""/>
            <p:cNvSpPr/>
            <p:nvPr/>
          </p:nvSpPr>
          <p:spPr>
            <a:xfrm>
              <a:off x="2929" y="1874"/>
              <a:ext cx="9" cy="7"/>
            </a:xfrm>
            <a:prstGeom prst="ellipse">
              <a:avLst/>
            </a:prstGeom>
            <a:solidFill>
              <a:srgbClr val="8E8E8E"/>
            </a:solidFill>
            <a:ln>
              <a:noFill/>
              <a:miter lim="800000"/>
            </a:ln>
            <a:effectLst/>
          </p:spPr>
        </p:sp>
        <p:sp>
          <p:nvSpPr>
            <p:cNvPr id="53677" name=""/>
            <p:cNvSpPr/>
            <p:nvPr/>
          </p:nvSpPr>
          <p:spPr>
            <a:xfrm>
              <a:off x="2957" y="1874"/>
              <a:ext cx="8" cy="7"/>
            </a:xfrm>
            <a:prstGeom prst="ellipse">
              <a:avLst/>
            </a:prstGeom>
            <a:solidFill>
              <a:srgbClr val="8E8E8E"/>
            </a:solidFill>
            <a:ln>
              <a:noFill/>
              <a:miter lim="800000"/>
            </a:ln>
            <a:effectLst/>
          </p:spPr>
        </p:sp>
        <p:sp>
          <p:nvSpPr>
            <p:cNvPr id="53678" name=""/>
            <p:cNvSpPr/>
            <p:nvPr/>
          </p:nvSpPr>
          <p:spPr>
            <a:xfrm>
              <a:off x="2987" y="1874"/>
              <a:ext cx="7" cy="7"/>
            </a:xfrm>
            <a:prstGeom prst="ellipse">
              <a:avLst/>
            </a:prstGeom>
            <a:solidFill>
              <a:srgbClr val="8E8E8E"/>
            </a:solidFill>
            <a:ln>
              <a:noFill/>
              <a:miter lim="800000"/>
            </a:ln>
            <a:effectLst/>
          </p:spPr>
        </p:sp>
        <p:sp>
          <p:nvSpPr>
            <p:cNvPr id="53679" name=""/>
            <p:cNvSpPr/>
            <p:nvPr/>
          </p:nvSpPr>
          <p:spPr>
            <a:xfrm>
              <a:off x="2819" y="1848"/>
              <a:ext cx="17" cy="17"/>
            </a:xfrm>
            <a:custGeom>
              <a:pathLst>
                <a:path w="17" h="17">
                  <a:moveTo>
                    <a:pt x="5" y="0"/>
                  </a:moveTo>
                  <a:lnTo>
                    <a:pt x="0" y="0"/>
                  </a:lnTo>
                  <a:lnTo>
                    <a:pt x="5" y="16"/>
                  </a:lnTo>
                  <a:lnTo>
                    <a:pt x="16" y="0"/>
                  </a:lnTo>
                  <a:lnTo>
                    <a:pt x="5" y="0"/>
                  </a:lnTo>
                </a:path>
              </a:pathLst>
            </a:custGeom>
            <a:solidFill>
              <a:srgbClr val="4000D5"/>
            </a:solidFill>
            <a:ln w="12700" cap="rnd" cmpd="sng">
              <a:solidFill>
                <a:srgbClr val="3300AA"/>
              </a:solidFill>
              <a:prstDash val="solid"/>
              <a:round/>
            </a:ln>
            <a:effectLst/>
          </p:spPr>
        </p:sp>
        <p:sp>
          <p:nvSpPr>
            <p:cNvPr id="53680" name=""/>
            <p:cNvSpPr/>
            <p:nvPr/>
          </p:nvSpPr>
          <p:spPr>
            <a:xfrm>
              <a:off x="2819" y="1837"/>
              <a:ext cx="17" cy="17"/>
            </a:xfrm>
            <a:custGeom>
              <a:pathLst>
                <a:path w="17" h="17">
                  <a:moveTo>
                    <a:pt x="5" y="16"/>
                  </a:moveTo>
                  <a:lnTo>
                    <a:pt x="0" y="16"/>
                  </a:lnTo>
                  <a:lnTo>
                    <a:pt x="5" y="0"/>
                  </a:lnTo>
                  <a:lnTo>
                    <a:pt x="16" y="16"/>
                  </a:lnTo>
                  <a:lnTo>
                    <a:pt x="5" y="16"/>
                  </a:lnTo>
                </a:path>
              </a:pathLst>
            </a:custGeom>
            <a:solidFill>
              <a:srgbClr val="4000D5"/>
            </a:solidFill>
            <a:ln w="12700" cap="rnd" cmpd="sng">
              <a:solidFill>
                <a:srgbClr val="3300AA"/>
              </a:solidFill>
              <a:prstDash val="solid"/>
              <a:round/>
            </a:ln>
            <a:effectLst/>
          </p:spPr>
        </p:sp>
        <p:sp>
          <p:nvSpPr>
            <p:cNvPr id="53681" name=""/>
            <p:cNvSpPr/>
            <p:nvPr/>
          </p:nvSpPr>
          <p:spPr>
            <a:xfrm>
              <a:off x="2824" y="2066"/>
              <a:ext cx="154" cy="21"/>
            </a:xfrm>
            <a:prstGeom prst="rect">
              <a:avLst/>
            </a:prstGeom>
            <a:solidFill>
              <a:srgbClr val="8E8E8E"/>
            </a:solidFill>
            <a:ln>
              <a:noFill/>
              <a:miter lim="800000"/>
            </a:ln>
            <a:effectLst/>
          </p:spPr>
        </p:sp>
        <p:sp>
          <p:nvSpPr>
            <p:cNvPr id="53682" name=""/>
            <p:cNvSpPr/>
            <p:nvPr/>
          </p:nvSpPr>
          <p:spPr>
            <a:xfrm>
              <a:off x="2824" y="2119"/>
              <a:ext cx="154" cy="22"/>
            </a:xfrm>
            <a:prstGeom prst="rect">
              <a:avLst/>
            </a:prstGeom>
            <a:solidFill>
              <a:srgbClr val="8E8E8E"/>
            </a:solidFill>
            <a:ln>
              <a:noFill/>
              <a:miter lim="800000"/>
            </a:ln>
            <a:effectLst/>
          </p:spPr>
        </p:sp>
        <p:sp>
          <p:nvSpPr>
            <p:cNvPr id="53683" name=""/>
            <p:cNvSpPr/>
            <p:nvPr/>
          </p:nvSpPr>
          <p:spPr>
            <a:xfrm>
              <a:off x="2824" y="2171"/>
              <a:ext cx="154" cy="21"/>
            </a:xfrm>
            <a:prstGeom prst="rect">
              <a:avLst/>
            </a:prstGeom>
            <a:solidFill>
              <a:srgbClr val="8E8E8E"/>
            </a:solidFill>
            <a:ln>
              <a:noFill/>
              <a:miter lim="800000"/>
            </a:ln>
            <a:effectLst/>
          </p:spPr>
        </p:sp>
        <p:sp>
          <p:nvSpPr>
            <p:cNvPr id="53684" name=""/>
            <p:cNvSpPr/>
            <p:nvPr/>
          </p:nvSpPr>
          <p:spPr>
            <a:xfrm>
              <a:off x="2824" y="2224"/>
              <a:ext cx="154" cy="20"/>
            </a:xfrm>
            <a:prstGeom prst="rect">
              <a:avLst/>
            </a:prstGeom>
            <a:solidFill>
              <a:srgbClr val="8E8E8E"/>
            </a:solidFill>
            <a:ln>
              <a:noFill/>
              <a:miter lim="800000"/>
            </a:ln>
            <a:effectLst/>
          </p:spPr>
        </p:sp>
        <p:sp>
          <p:nvSpPr>
            <p:cNvPr id="53685" name=""/>
            <p:cNvSpPr/>
            <p:nvPr/>
          </p:nvSpPr>
          <p:spPr>
            <a:xfrm>
              <a:off x="2824" y="1968"/>
              <a:ext cx="154" cy="21"/>
            </a:xfrm>
            <a:prstGeom prst="rect">
              <a:avLst/>
            </a:prstGeom>
            <a:solidFill>
              <a:srgbClr val="8E8E8E"/>
            </a:solidFill>
            <a:ln>
              <a:noFill/>
              <a:miter lim="800000"/>
            </a:ln>
            <a:effectLst/>
          </p:spPr>
        </p:sp>
        <p:sp>
          <p:nvSpPr>
            <p:cNvPr id="53686" name=""/>
            <p:cNvSpPr/>
            <p:nvPr/>
          </p:nvSpPr>
          <p:spPr>
            <a:xfrm>
              <a:off x="2824" y="1898"/>
              <a:ext cx="53" cy="15"/>
            </a:xfrm>
            <a:prstGeom prst="rect">
              <a:avLst/>
            </a:prstGeom>
            <a:solidFill>
              <a:srgbClr val="8E8E8E"/>
            </a:solidFill>
            <a:ln>
              <a:noFill/>
              <a:miter lim="800000"/>
            </a:ln>
            <a:effectLst/>
          </p:spPr>
        </p:sp>
      </p:grpSp>
      <p:grpSp>
        <p:nvGrpSpPr>
          <p:cNvPr id="53687" name=""/>
          <p:cNvGrpSpPr/>
          <p:nvPr/>
        </p:nvGrpSpPr>
        <p:grpSpPr>
          <a:xfrm>
            <a:off x="3876675" y="3563938"/>
            <a:ext cx="546100" cy="561975"/>
            <a:chOff x="2418" y="2476"/>
            <a:chExt cx="340" cy="390"/>
          </a:xfrm>
        </p:grpSpPr>
        <p:sp>
          <p:nvSpPr>
            <p:cNvPr id="53688" name=""/>
            <p:cNvSpPr/>
            <p:nvPr/>
          </p:nvSpPr>
          <p:spPr>
            <a:xfrm>
              <a:off x="2418" y="2709"/>
              <a:ext cx="111" cy="115"/>
            </a:xfrm>
            <a:custGeom>
              <a:pathLst>
                <a:path w="111" h="115">
                  <a:moveTo>
                    <a:pt x="0" y="0"/>
                  </a:moveTo>
                  <a:lnTo>
                    <a:pt x="0" y="50"/>
                  </a:lnTo>
                  <a:lnTo>
                    <a:pt x="110" y="114"/>
                  </a:lnTo>
                  <a:lnTo>
                    <a:pt x="110" y="61"/>
                  </a:lnTo>
                  <a:lnTo>
                    <a:pt x="0" y="0"/>
                  </a:lnTo>
                </a:path>
              </a:pathLst>
            </a:custGeom>
            <a:solidFill>
              <a:srgbClr val="676767"/>
            </a:solidFill>
            <a:ln cap="rnd">
              <a:noFill/>
              <a:round/>
            </a:ln>
            <a:effectLst/>
          </p:spPr>
        </p:sp>
        <p:sp>
          <p:nvSpPr>
            <p:cNvPr id="53689" name=""/>
            <p:cNvSpPr/>
            <p:nvPr/>
          </p:nvSpPr>
          <p:spPr>
            <a:xfrm>
              <a:off x="2527" y="2665"/>
              <a:ext cx="161" cy="158"/>
            </a:xfrm>
            <a:custGeom>
              <a:pathLst>
                <a:path w="161" h="158">
                  <a:moveTo>
                    <a:pt x="2" y="157"/>
                  </a:moveTo>
                  <a:lnTo>
                    <a:pt x="160" y="54"/>
                  </a:lnTo>
                  <a:lnTo>
                    <a:pt x="160" y="0"/>
                  </a:lnTo>
                  <a:lnTo>
                    <a:pt x="0" y="108"/>
                  </a:lnTo>
                  <a:lnTo>
                    <a:pt x="2" y="157"/>
                  </a:lnTo>
                </a:path>
              </a:pathLst>
            </a:custGeom>
            <a:solidFill>
              <a:schemeClr val="bg2"/>
            </a:solidFill>
            <a:ln cap="rnd">
              <a:noFill/>
              <a:round/>
            </a:ln>
            <a:effectLst/>
          </p:spPr>
        </p:sp>
        <p:sp>
          <p:nvSpPr>
            <p:cNvPr id="53690" name=""/>
            <p:cNvSpPr/>
            <p:nvPr/>
          </p:nvSpPr>
          <p:spPr>
            <a:xfrm>
              <a:off x="2418" y="2610"/>
              <a:ext cx="273" cy="166"/>
            </a:xfrm>
            <a:custGeom>
              <a:pathLst>
                <a:path w="273" h="166">
                  <a:moveTo>
                    <a:pt x="0" y="97"/>
                  </a:moveTo>
                  <a:lnTo>
                    <a:pt x="160" y="0"/>
                  </a:lnTo>
                  <a:lnTo>
                    <a:pt x="272" y="61"/>
                  </a:lnTo>
                  <a:lnTo>
                    <a:pt x="110" y="165"/>
                  </a:lnTo>
                  <a:lnTo>
                    <a:pt x="0" y="97"/>
                  </a:lnTo>
                </a:path>
              </a:pathLst>
            </a:custGeom>
            <a:solidFill>
              <a:schemeClr val="folHlink"/>
            </a:solidFill>
            <a:ln cap="rnd">
              <a:noFill/>
              <a:round/>
            </a:ln>
            <a:effectLst/>
          </p:spPr>
        </p:sp>
        <p:sp>
          <p:nvSpPr>
            <p:cNvPr id="53691" name=""/>
            <p:cNvSpPr/>
            <p:nvPr/>
          </p:nvSpPr>
          <p:spPr>
            <a:xfrm>
              <a:off x="2420" y="2476"/>
              <a:ext cx="250" cy="155"/>
            </a:xfrm>
            <a:custGeom>
              <a:pathLst>
                <a:path w="250" h="155">
                  <a:moveTo>
                    <a:pt x="0" y="76"/>
                  </a:moveTo>
                  <a:lnTo>
                    <a:pt x="51" y="105"/>
                  </a:lnTo>
                  <a:lnTo>
                    <a:pt x="36" y="116"/>
                  </a:lnTo>
                  <a:lnTo>
                    <a:pt x="102" y="154"/>
                  </a:lnTo>
                  <a:lnTo>
                    <a:pt x="249" y="50"/>
                  </a:lnTo>
                  <a:lnTo>
                    <a:pt x="189" y="20"/>
                  </a:lnTo>
                  <a:lnTo>
                    <a:pt x="176" y="27"/>
                  </a:lnTo>
                  <a:lnTo>
                    <a:pt x="118" y="0"/>
                  </a:lnTo>
                  <a:lnTo>
                    <a:pt x="0" y="76"/>
                  </a:lnTo>
                </a:path>
              </a:pathLst>
            </a:custGeom>
            <a:solidFill>
              <a:srgbClr val="DADADA"/>
            </a:solidFill>
            <a:ln cap="rnd">
              <a:noFill/>
              <a:round/>
            </a:ln>
            <a:effectLst/>
          </p:spPr>
        </p:sp>
        <p:sp>
          <p:nvSpPr>
            <p:cNvPr id="53692" name=""/>
            <p:cNvSpPr/>
            <p:nvPr/>
          </p:nvSpPr>
          <p:spPr>
            <a:xfrm>
              <a:off x="2420" y="2549"/>
              <a:ext cx="114" cy="188"/>
            </a:xfrm>
            <a:custGeom>
              <a:pathLst>
                <a:path w="114" h="188">
                  <a:moveTo>
                    <a:pt x="2" y="0"/>
                  </a:moveTo>
                  <a:lnTo>
                    <a:pt x="0" y="89"/>
                  </a:lnTo>
                  <a:lnTo>
                    <a:pt x="39" y="133"/>
                  </a:lnTo>
                  <a:lnTo>
                    <a:pt x="39" y="146"/>
                  </a:lnTo>
                  <a:lnTo>
                    <a:pt x="111" y="187"/>
                  </a:lnTo>
                  <a:lnTo>
                    <a:pt x="113" y="75"/>
                  </a:lnTo>
                  <a:lnTo>
                    <a:pt x="43" y="46"/>
                  </a:lnTo>
                  <a:lnTo>
                    <a:pt x="54" y="35"/>
                  </a:lnTo>
                  <a:lnTo>
                    <a:pt x="2" y="0"/>
                  </a:lnTo>
                </a:path>
              </a:pathLst>
            </a:custGeom>
            <a:solidFill>
              <a:srgbClr val="676767"/>
            </a:solidFill>
            <a:ln cap="rnd">
              <a:noFill/>
              <a:round/>
            </a:ln>
            <a:effectLst/>
          </p:spPr>
        </p:sp>
        <p:sp>
          <p:nvSpPr>
            <p:cNvPr id="53693" name=""/>
            <p:cNvSpPr/>
            <p:nvPr/>
          </p:nvSpPr>
          <p:spPr>
            <a:xfrm>
              <a:off x="2531" y="2528"/>
              <a:ext cx="139" cy="209"/>
            </a:xfrm>
            <a:custGeom>
              <a:pathLst>
                <a:path w="139" h="209">
                  <a:moveTo>
                    <a:pt x="138" y="0"/>
                  </a:moveTo>
                  <a:lnTo>
                    <a:pt x="138" y="113"/>
                  </a:lnTo>
                  <a:lnTo>
                    <a:pt x="0" y="208"/>
                  </a:lnTo>
                  <a:lnTo>
                    <a:pt x="0" y="97"/>
                  </a:lnTo>
                  <a:lnTo>
                    <a:pt x="138" y="0"/>
                  </a:lnTo>
                </a:path>
              </a:pathLst>
            </a:custGeom>
            <a:solidFill>
              <a:schemeClr val="bg2"/>
            </a:solidFill>
            <a:ln cap="rnd">
              <a:noFill/>
              <a:round/>
            </a:ln>
            <a:effectLst/>
          </p:spPr>
        </p:sp>
        <p:sp>
          <p:nvSpPr>
            <p:cNvPr id="53694" name=""/>
            <p:cNvSpPr/>
            <p:nvPr/>
          </p:nvSpPr>
          <p:spPr>
            <a:xfrm>
              <a:off x="2550" y="2552"/>
              <a:ext cx="100" cy="151"/>
            </a:xfrm>
            <a:custGeom>
              <a:pathLst>
                <a:path w="100" h="151">
                  <a:moveTo>
                    <a:pt x="99" y="0"/>
                  </a:moveTo>
                  <a:lnTo>
                    <a:pt x="99" y="82"/>
                  </a:lnTo>
                  <a:lnTo>
                    <a:pt x="0" y="150"/>
                  </a:lnTo>
                  <a:lnTo>
                    <a:pt x="0" y="76"/>
                  </a:lnTo>
                  <a:lnTo>
                    <a:pt x="99"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695" name=""/>
            <p:cNvSpPr/>
            <p:nvPr/>
          </p:nvSpPr>
          <p:spPr>
            <a:xfrm>
              <a:off x="2552" y="2556"/>
              <a:ext cx="98" cy="147"/>
            </a:xfrm>
            <a:custGeom>
              <a:pathLst>
                <a:path w="98" h="147">
                  <a:moveTo>
                    <a:pt x="97" y="0"/>
                  </a:moveTo>
                  <a:lnTo>
                    <a:pt x="97" y="82"/>
                  </a:lnTo>
                  <a:lnTo>
                    <a:pt x="0" y="146"/>
                  </a:lnTo>
                </a:path>
              </a:pathLst>
            </a:custGeom>
            <a:noFill/>
            <a:ln w="12700" cap="rnd" cmpd="sng">
              <a:solidFill>
                <a:schemeClr val="bg1"/>
              </a:solidFill>
              <a:prstDash val="solid"/>
              <a:round/>
              <a:headEnd type="none" w="sm" len="sm"/>
              <a:tailEnd type="none" w="sm" len="sm"/>
            </a:ln>
            <a:effectLst/>
          </p:spPr>
        </p:sp>
        <p:sp>
          <p:nvSpPr>
            <p:cNvPr id="53696" name=""/>
            <p:cNvSpPr/>
            <p:nvPr/>
          </p:nvSpPr>
          <p:spPr>
            <a:xfrm>
              <a:off x="2541" y="2719"/>
              <a:ext cx="217" cy="145"/>
            </a:xfrm>
            <a:custGeom>
              <a:pathLst>
                <a:path w="217" h="145">
                  <a:moveTo>
                    <a:pt x="64" y="144"/>
                  </a:moveTo>
                  <a:lnTo>
                    <a:pt x="216" y="38"/>
                  </a:lnTo>
                  <a:lnTo>
                    <a:pt x="160" y="0"/>
                  </a:lnTo>
                  <a:lnTo>
                    <a:pt x="0" y="106"/>
                  </a:lnTo>
                  <a:lnTo>
                    <a:pt x="64" y="144"/>
                  </a:lnTo>
                </a:path>
              </a:pathLst>
            </a:custGeom>
            <a:solidFill>
              <a:schemeClr val="bg2"/>
            </a:solidFill>
            <a:ln cap="rnd">
              <a:noFill/>
              <a:round/>
            </a:ln>
            <a:effectLst/>
          </p:spPr>
        </p:sp>
        <p:sp>
          <p:nvSpPr>
            <p:cNvPr id="53697" name=""/>
            <p:cNvSpPr/>
            <p:nvPr/>
          </p:nvSpPr>
          <p:spPr>
            <a:xfrm>
              <a:off x="2540" y="2705"/>
              <a:ext cx="218" cy="154"/>
            </a:xfrm>
            <a:custGeom>
              <a:pathLst>
                <a:path w="218" h="154">
                  <a:moveTo>
                    <a:pt x="64" y="153"/>
                  </a:moveTo>
                  <a:lnTo>
                    <a:pt x="217" y="48"/>
                  </a:lnTo>
                  <a:lnTo>
                    <a:pt x="161" y="0"/>
                  </a:lnTo>
                  <a:lnTo>
                    <a:pt x="0" y="107"/>
                  </a:lnTo>
                  <a:lnTo>
                    <a:pt x="64" y="153"/>
                  </a:lnTo>
                </a:path>
              </a:pathLst>
            </a:custGeom>
            <a:solidFill>
              <a:srgbClr val="919191"/>
            </a:solidFill>
            <a:ln cap="rnd">
              <a:noFill/>
              <a:round/>
            </a:ln>
            <a:effectLst/>
          </p:spPr>
        </p:sp>
        <p:sp>
          <p:nvSpPr>
            <p:cNvPr id="53698" name=""/>
            <p:cNvSpPr/>
            <p:nvPr/>
          </p:nvSpPr>
          <p:spPr>
            <a:xfrm>
              <a:off x="2541" y="2812"/>
              <a:ext cx="65" cy="54"/>
            </a:xfrm>
            <a:custGeom>
              <a:pathLst>
                <a:path w="65" h="54">
                  <a:moveTo>
                    <a:pt x="0" y="0"/>
                  </a:moveTo>
                  <a:lnTo>
                    <a:pt x="0" y="14"/>
                  </a:lnTo>
                  <a:lnTo>
                    <a:pt x="64" y="53"/>
                  </a:lnTo>
                  <a:lnTo>
                    <a:pt x="64" y="45"/>
                  </a:lnTo>
                  <a:lnTo>
                    <a:pt x="0" y="0"/>
                  </a:lnTo>
                </a:path>
              </a:pathLst>
            </a:custGeom>
            <a:solidFill>
              <a:srgbClr val="676767"/>
            </a:solidFill>
            <a:ln cap="rnd">
              <a:noFill/>
              <a:round/>
            </a:ln>
            <a:effectLst/>
          </p:spPr>
        </p:sp>
        <p:cxnSp>
          <p:nvCxnSpPr>
            <p:cNvPr id="53699" name=""/>
            <p:cNvCxnSpPr/>
            <p:nvPr/>
          </p:nvCxnSpPr>
          <p:spPr>
            <a:xfrm flipV="1">
              <a:off x="2556" y="2714"/>
              <a:ext cx="150" cy="98"/>
            </a:xfrm>
            <a:prstGeom prst="line">
              <a:avLst/>
            </a:prstGeom>
            <a:noFill/>
            <a:ln w="12700">
              <a:solidFill>
                <a:schemeClr val="folHlink"/>
              </a:solidFill>
              <a:miter lim="800000"/>
            </a:ln>
            <a:effectLst/>
          </p:spPr>
        </p:cxnSp>
        <p:sp>
          <p:nvSpPr>
            <p:cNvPr id="53700" name=""/>
            <p:cNvSpPr/>
            <p:nvPr/>
          </p:nvSpPr>
          <p:spPr>
            <a:xfrm>
              <a:off x="2568" y="2743"/>
              <a:ext cx="146" cy="103"/>
            </a:xfrm>
            <a:custGeom>
              <a:pathLst>
                <a:path w="146" h="103">
                  <a:moveTo>
                    <a:pt x="0" y="76"/>
                  </a:moveTo>
                  <a:lnTo>
                    <a:pt x="36" y="102"/>
                  </a:lnTo>
                  <a:lnTo>
                    <a:pt x="145" y="25"/>
                  </a:lnTo>
                  <a:lnTo>
                    <a:pt x="113" y="0"/>
                  </a:lnTo>
                  <a:lnTo>
                    <a:pt x="0" y="76"/>
                  </a:lnTo>
                </a:path>
              </a:pathLst>
            </a:custGeom>
            <a:solidFill>
              <a:srgbClr val="676767"/>
            </a:solidFill>
            <a:ln cap="rnd">
              <a:noFill/>
              <a:round/>
            </a:ln>
            <a:effectLst/>
          </p:spPr>
        </p:sp>
        <p:sp>
          <p:nvSpPr>
            <p:cNvPr id="53701" name=""/>
            <p:cNvSpPr/>
            <p:nvPr/>
          </p:nvSpPr>
          <p:spPr>
            <a:xfrm>
              <a:off x="2686" y="2724"/>
              <a:ext cx="54" cy="40"/>
            </a:xfrm>
            <a:custGeom>
              <a:pathLst>
                <a:path w="54" h="40">
                  <a:moveTo>
                    <a:pt x="0" y="16"/>
                  </a:moveTo>
                  <a:lnTo>
                    <a:pt x="33" y="39"/>
                  </a:lnTo>
                  <a:lnTo>
                    <a:pt x="53" y="24"/>
                  </a:lnTo>
                  <a:lnTo>
                    <a:pt x="21" y="0"/>
                  </a:lnTo>
                  <a:lnTo>
                    <a:pt x="0" y="16"/>
                  </a:lnTo>
                </a:path>
              </a:pathLst>
            </a:custGeom>
            <a:solidFill>
              <a:srgbClr val="676767"/>
            </a:solidFill>
            <a:ln cap="rnd">
              <a:noFill/>
              <a:round/>
            </a:ln>
            <a:effectLst/>
          </p:spPr>
        </p:sp>
        <p:sp>
          <p:nvSpPr>
            <p:cNvPr id="53702" name=""/>
            <p:cNvSpPr/>
            <p:nvPr/>
          </p:nvSpPr>
          <p:spPr>
            <a:xfrm>
              <a:off x="2568" y="2738"/>
              <a:ext cx="146" cy="104"/>
            </a:xfrm>
            <a:custGeom>
              <a:pathLst>
                <a:path w="146" h="104">
                  <a:moveTo>
                    <a:pt x="0" y="77"/>
                  </a:moveTo>
                  <a:lnTo>
                    <a:pt x="36" y="103"/>
                  </a:lnTo>
                  <a:lnTo>
                    <a:pt x="145" y="25"/>
                  </a:lnTo>
                  <a:lnTo>
                    <a:pt x="113" y="0"/>
                  </a:lnTo>
                  <a:lnTo>
                    <a:pt x="0" y="77"/>
                  </a:lnTo>
                </a:path>
              </a:pathLst>
            </a:custGeom>
            <a:solidFill>
              <a:schemeClr val="folHlink"/>
            </a:solidFill>
            <a:ln cap="rnd">
              <a:noFill/>
              <a:round/>
            </a:ln>
            <a:effectLst/>
          </p:spPr>
        </p:sp>
        <p:sp>
          <p:nvSpPr>
            <p:cNvPr id="53703" name=""/>
            <p:cNvSpPr/>
            <p:nvPr/>
          </p:nvSpPr>
          <p:spPr>
            <a:xfrm>
              <a:off x="2686" y="2719"/>
              <a:ext cx="54" cy="42"/>
            </a:xfrm>
            <a:custGeom>
              <a:pathLst>
                <a:path w="54" h="42">
                  <a:moveTo>
                    <a:pt x="0" y="17"/>
                  </a:moveTo>
                  <a:lnTo>
                    <a:pt x="33" y="41"/>
                  </a:lnTo>
                  <a:lnTo>
                    <a:pt x="53" y="25"/>
                  </a:lnTo>
                  <a:lnTo>
                    <a:pt x="21" y="0"/>
                  </a:lnTo>
                  <a:lnTo>
                    <a:pt x="0" y="17"/>
                  </a:lnTo>
                </a:path>
              </a:pathLst>
            </a:custGeom>
            <a:solidFill>
              <a:schemeClr val="folHlink"/>
            </a:solidFill>
            <a:ln cap="rnd">
              <a:noFill/>
              <a:round/>
            </a:ln>
            <a:effectLst/>
          </p:spPr>
        </p:sp>
      </p:grpSp>
      <p:cxnSp>
        <p:nvCxnSpPr>
          <p:cNvPr id="53704" name=""/>
          <p:cNvCxnSpPr/>
          <p:nvPr/>
        </p:nvCxnSpPr>
        <p:spPr>
          <a:xfrm>
            <a:off x="3868738" y="3476625"/>
            <a:ext cx="1601787" cy="0"/>
          </a:xfrm>
          <a:prstGeom prst="line">
            <a:avLst/>
          </a:prstGeom>
          <a:noFill/>
          <a:ln w="25400">
            <a:solidFill>
              <a:schemeClr val="accent1"/>
            </a:solidFill>
            <a:miter lim="800000"/>
          </a:ln>
          <a:effectLst/>
        </p:spPr>
      </p:cxnSp>
      <p:sp>
        <p:nvSpPr>
          <p:cNvPr id="53705" name=""/>
          <p:cNvSpPr/>
          <p:nvPr/>
        </p:nvSpPr>
        <p:spPr>
          <a:xfrm>
            <a:off x="4002088" y="5033963"/>
            <a:ext cx="4906962" cy="35877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35000"/>
              </a:spcBef>
              <a:buChar char="•"/>
            </a:pPr>
            <a:r>
              <a:rPr sz="2000" b="1">
                <a:effectLst>
                  <a:outerShdw blurRad="38100" dist="38100" dir="2700000" algn="tl">
                    <a:srgbClr val="FFFFFF"/>
                  </a:outerShdw>
                </a:effectLst>
                <a:latin typeface="Arial" pitchFamily="34" charset="0"/>
              </a:rPr>
              <a:t> 100’s to 1000’s of networked servers</a:t>
            </a:r>
            <a:endParaRPr sz="2000" b="1">
              <a:effectLst>
                <a:outerShdw blurRad="38100" dist="38100" dir="2700000" algn="tl">
                  <a:srgbClr val="FFFFFF"/>
                </a:outerShdw>
              </a:effectLst>
              <a:latin typeface="Arial" pitchFamily="34" charset="0"/>
            </a:endParaRPr>
          </a:p>
        </p:txBody>
      </p:sp>
      <p:grpSp>
        <p:nvGrpSpPr>
          <p:cNvPr id="53706" name=""/>
          <p:cNvGrpSpPr/>
          <p:nvPr/>
        </p:nvGrpSpPr>
        <p:grpSpPr>
          <a:xfrm>
            <a:off x="3589338" y="5314950"/>
            <a:ext cx="815975" cy="749300"/>
            <a:chOff x="2238" y="3692"/>
            <a:chExt cx="509" cy="521"/>
          </a:xfrm>
        </p:grpSpPr>
        <p:grpSp>
          <p:nvGrpSpPr>
            <p:cNvPr id="53707" name=""/>
            <p:cNvGrpSpPr/>
            <p:nvPr/>
          </p:nvGrpSpPr>
          <p:grpSpPr>
            <a:xfrm>
              <a:off x="2240" y="4017"/>
              <a:ext cx="175" cy="196"/>
              <a:chOff x="2240" y="4017"/>
              <a:chExt cx="175" cy="196"/>
            </a:xfrm>
          </p:grpSpPr>
          <p:sp>
            <p:nvSpPr>
              <p:cNvPr id="53708" name=""/>
              <p:cNvSpPr/>
              <p:nvPr/>
            </p:nvSpPr>
            <p:spPr>
              <a:xfrm>
                <a:off x="2240" y="4134"/>
                <a:ext cx="57" cy="57"/>
              </a:xfrm>
              <a:custGeom>
                <a:pathLst>
                  <a:path w="57" h="57">
                    <a:moveTo>
                      <a:pt x="0" y="0"/>
                    </a:moveTo>
                    <a:lnTo>
                      <a:pt x="0" y="25"/>
                    </a:lnTo>
                    <a:lnTo>
                      <a:pt x="56" y="56"/>
                    </a:lnTo>
                    <a:lnTo>
                      <a:pt x="56" y="30"/>
                    </a:lnTo>
                    <a:lnTo>
                      <a:pt x="0" y="0"/>
                    </a:lnTo>
                  </a:path>
                </a:pathLst>
              </a:custGeom>
              <a:solidFill>
                <a:srgbClr val="676767"/>
              </a:solidFill>
              <a:ln cap="rnd">
                <a:noFill/>
                <a:round/>
              </a:ln>
              <a:effectLst/>
            </p:spPr>
          </p:sp>
          <p:sp>
            <p:nvSpPr>
              <p:cNvPr id="53709" name=""/>
              <p:cNvSpPr/>
              <p:nvPr/>
            </p:nvSpPr>
            <p:spPr>
              <a:xfrm>
                <a:off x="2296" y="4113"/>
                <a:ext cx="83" cy="78"/>
              </a:xfrm>
              <a:custGeom>
                <a:pathLst>
                  <a:path w="83" h="78">
                    <a:moveTo>
                      <a:pt x="1" y="77"/>
                    </a:moveTo>
                    <a:lnTo>
                      <a:pt x="82" y="26"/>
                    </a:lnTo>
                    <a:lnTo>
                      <a:pt x="82" y="0"/>
                    </a:lnTo>
                    <a:lnTo>
                      <a:pt x="0" y="53"/>
                    </a:lnTo>
                    <a:lnTo>
                      <a:pt x="1" y="77"/>
                    </a:lnTo>
                  </a:path>
                </a:pathLst>
              </a:custGeom>
              <a:solidFill>
                <a:schemeClr val="bg2"/>
              </a:solidFill>
              <a:ln cap="rnd">
                <a:noFill/>
                <a:round/>
              </a:ln>
              <a:effectLst/>
            </p:spPr>
          </p:sp>
          <p:sp>
            <p:nvSpPr>
              <p:cNvPr id="53710" name=""/>
              <p:cNvSpPr/>
              <p:nvPr/>
            </p:nvSpPr>
            <p:spPr>
              <a:xfrm>
                <a:off x="2240" y="4085"/>
                <a:ext cx="140" cy="83"/>
              </a:xfrm>
              <a:custGeom>
                <a:pathLst>
                  <a:path w="140" h="83">
                    <a:moveTo>
                      <a:pt x="0" y="48"/>
                    </a:moveTo>
                    <a:lnTo>
                      <a:pt x="82" y="0"/>
                    </a:lnTo>
                    <a:lnTo>
                      <a:pt x="139" y="31"/>
                    </a:lnTo>
                    <a:lnTo>
                      <a:pt x="56" y="82"/>
                    </a:lnTo>
                    <a:lnTo>
                      <a:pt x="0" y="48"/>
                    </a:lnTo>
                  </a:path>
                </a:pathLst>
              </a:custGeom>
              <a:solidFill>
                <a:schemeClr val="folHlink"/>
              </a:solidFill>
              <a:ln cap="rnd">
                <a:noFill/>
                <a:round/>
              </a:ln>
              <a:effectLst/>
            </p:spPr>
          </p:sp>
          <p:sp>
            <p:nvSpPr>
              <p:cNvPr id="53711" name=""/>
              <p:cNvSpPr/>
              <p:nvPr/>
            </p:nvSpPr>
            <p:spPr>
              <a:xfrm>
                <a:off x="2241" y="4017"/>
                <a:ext cx="129" cy="79"/>
              </a:xfrm>
              <a:custGeom>
                <a:pathLst>
                  <a:path w="129" h="79">
                    <a:moveTo>
                      <a:pt x="0" y="39"/>
                    </a:moveTo>
                    <a:lnTo>
                      <a:pt x="26" y="53"/>
                    </a:lnTo>
                    <a:lnTo>
                      <a:pt x="19" y="59"/>
                    </a:lnTo>
                    <a:lnTo>
                      <a:pt x="52" y="78"/>
                    </a:lnTo>
                    <a:lnTo>
                      <a:pt x="128" y="25"/>
                    </a:lnTo>
                    <a:lnTo>
                      <a:pt x="97" y="10"/>
                    </a:lnTo>
                    <a:lnTo>
                      <a:pt x="91" y="14"/>
                    </a:lnTo>
                    <a:lnTo>
                      <a:pt x="61" y="0"/>
                    </a:lnTo>
                    <a:lnTo>
                      <a:pt x="0" y="39"/>
                    </a:lnTo>
                  </a:path>
                </a:pathLst>
              </a:custGeom>
              <a:solidFill>
                <a:srgbClr val="DADADA"/>
              </a:solidFill>
              <a:ln cap="rnd">
                <a:noFill/>
                <a:round/>
              </a:ln>
              <a:effectLst/>
            </p:spPr>
          </p:sp>
          <p:sp>
            <p:nvSpPr>
              <p:cNvPr id="53712" name=""/>
              <p:cNvSpPr/>
              <p:nvPr/>
            </p:nvSpPr>
            <p:spPr>
              <a:xfrm>
                <a:off x="2241" y="4055"/>
                <a:ext cx="59" cy="94"/>
              </a:xfrm>
              <a:custGeom>
                <a:pathLst>
                  <a:path w="59" h="94">
                    <a:moveTo>
                      <a:pt x="1" y="0"/>
                    </a:moveTo>
                    <a:lnTo>
                      <a:pt x="0" y="44"/>
                    </a:lnTo>
                    <a:lnTo>
                      <a:pt x="20" y="66"/>
                    </a:lnTo>
                    <a:lnTo>
                      <a:pt x="20" y="72"/>
                    </a:lnTo>
                    <a:lnTo>
                      <a:pt x="57" y="93"/>
                    </a:lnTo>
                    <a:lnTo>
                      <a:pt x="58" y="38"/>
                    </a:lnTo>
                    <a:lnTo>
                      <a:pt x="22" y="23"/>
                    </a:lnTo>
                    <a:lnTo>
                      <a:pt x="28" y="17"/>
                    </a:lnTo>
                    <a:lnTo>
                      <a:pt x="1" y="0"/>
                    </a:lnTo>
                  </a:path>
                </a:pathLst>
              </a:custGeom>
              <a:solidFill>
                <a:srgbClr val="676767"/>
              </a:solidFill>
              <a:ln cap="rnd">
                <a:noFill/>
                <a:round/>
              </a:ln>
              <a:effectLst/>
            </p:spPr>
          </p:sp>
          <p:sp>
            <p:nvSpPr>
              <p:cNvPr id="53713" name=""/>
              <p:cNvSpPr/>
              <p:nvPr/>
            </p:nvSpPr>
            <p:spPr>
              <a:xfrm>
                <a:off x="2298" y="4044"/>
                <a:ext cx="72" cy="105"/>
              </a:xfrm>
              <a:custGeom>
                <a:pathLst>
                  <a:path w="72" h="105">
                    <a:moveTo>
                      <a:pt x="71" y="0"/>
                    </a:moveTo>
                    <a:lnTo>
                      <a:pt x="71" y="57"/>
                    </a:lnTo>
                    <a:lnTo>
                      <a:pt x="0" y="104"/>
                    </a:lnTo>
                    <a:lnTo>
                      <a:pt x="0" y="49"/>
                    </a:lnTo>
                    <a:lnTo>
                      <a:pt x="71" y="0"/>
                    </a:lnTo>
                  </a:path>
                </a:pathLst>
              </a:custGeom>
              <a:solidFill>
                <a:schemeClr val="bg2"/>
              </a:solidFill>
              <a:ln cap="rnd">
                <a:noFill/>
                <a:round/>
              </a:ln>
              <a:effectLst/>
            </p:spPr>
          </p:sp>
          <p:sp>
            <p:nvSpPr>
              <p:cNvPr id="53714" name=""/>
              <p:cNvSpPr/>
              <p:nvPr/>
            </p:nvSpPr>
            <p:spPr>
              <a:xfrm>
                <a:off x="2307" y="4056"/>
                <a:ext cx="53" cy="75"/>
              </a:xfrm>
              <a:custGeom>
                <a:pathLst>
                  <a:path w="53" h="75">
                    <a:moveTo>
                      <a:pt x="52" y="0"/>
                    </a:moveTo>
                    <a:lnTo>
                      <a:pt x="52" y="41"/>
                    </a:lnTo>
                    <a:lnTo>
                      <a:pt x="0" y="74"/>
                    </a:lnTo>
                    <a:lnTo>
                      <a:pt x="0" y="38"/>
                    </a:lnTo>
                    <a:lnTo>
                      <a:pt x="52"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715" name=""/>
              <p:cNvSpPr/>
              <p:nvPr/>
            </p:nvSpPr>
            <p:spPr>
              <a:xfrm>
                <a:off x="2309" y="4058"/>
                <a:ext cx="51" cy="73"/>
              </a:xfrm>
              <a:custGeom>
                <a:pathLst>
                  <a:path w="51" h="73">
                    <a:moveTo>
                      <a:pt x="50" y="0"/>
                    </a:moveTo>
                    <a:lnTo>
                      <a:pt x="50" y="40"/>
                    </a:lnTo>
                    <a:lnTo>
                      <a:pt x="0" y="72"/>
                    </a:lnTo>
                  </a:path>
                </a:pathLst>
              </a:custGeom>
              <a:noFill/>
              <a:ln w="12700" cap="rnd" cmpd="sng">
                <a:solidFill>
                  <a:schemeClr val="bg1"/>
                </a:solidFill>
                <a:prstDash val="solid"/>
                <a:round/>
                <a:headEnd type="none" w="sm" len="sm"/>
                <a:tailEnd type="none" w="sm" len="sm"/>
              </a:ln>
              <a:effectLst/>
            </p:spPr>
          </p:sp>
          <p:sp>
            <p:nvSpPr>
              <p:cNvPr id="53716" name=""/>
              <p:cNvSpPr/>
              <p:nvPr/>
            </p:nvSpPr>
            <p:spPr>
              <a:xfrm>
                <a:off x="2302" y="4139"/>
                <a:ext cx="113" cy="74"/>
              </a:xfrm>
              <a:custGeom>
                <a:pathLst>
                  <a:path w="113" h="74">
                    <a:moveTo>
                      <a:pt x="33" y="73"/>
                    </a:moveTo>
                    <a:lnTo>
                      <a:pt x="112" y="19"/>
                    </a:lnTo>
                    <a:lnTo>
                      <a:pt x="83" y="0"/>
                    </a:lnTo>
                    <a:lnTo>
                      <a:pt x="0" y="54"/>
                    </a:lnTo>
                    <a:lnTo>
                      <a:pt x="33" y="73"/>
                    </a:lnTo>
                  </a:path>
                </a:pathLst>
              </a:custGeom>
              <a:solidFill>
                <a:schemeClr val="bg2"/>
              </a:solidFill>
              <a:ln cap="rnd">
                <a:noFill/>
                <a:round/>
              </a:ln>
              <a:effectLst/>
            </p:spPr>
          </p:sp>
          <p:sp>
            <p:nvSpPr>
              <p:cNvPr id="53717" name=""/>
              <p:cNvSpPr/>
              <p:nvPr/>
            </p:nvSpPr>
            <p:spPr>
              <a:xfrm>
                <a:off x="2302" y="4132"/>
                <a:ext cx="113" cy="77"/>
              </a:xfrm>
              <a:custGeom>
                <a:pathLst>
                  <a:path w="113" h="77">
                    <a:moveTo>
                      <a:pt x="33" y="76"/>
                    </a:moveTo>
                    <a:lnTo>
                      <a:pt x="112" y="24"/>
                    </a:lnTo>
                    <a:lnTo>
                      <a:pt x="83" y="0"/>
                    </a:lnTo>
                    <a:lnTo>
                      <a:pt x="0" y="53"/>
                    </a:lnTo>
                    <a:lnTo>
                      <a:pt x="33" y="76"/>
                    </a:lnTo>
                  </a:path>
                </a:pathLst>
              </a:custGeom>
              <a:solidFill>
                <a:srgbClr val="919191"/>
              </a:solidFill>
              <a:ln cap="rnd">
                <a:noFill/>
                <a:round/>
              </a:ln>
              <a:effectLst/>
            </p:spPr>
          </p:sp>
          <p:sp>
            <p:nvSpPr>
              <p:cNvPr id="53718" name=""/>
              <p:cNvSpPr/>
              <p:nvPr/>
            </p:nvSpPr>
            <p:spPr>
              <a:xfrm>
                <a:off x="2302" y="4185"/>
                <a:ext cx="36" cy="28"/>
              </a:xfrm>
              <a:custGeom>
                <a:pathLst>
                  <a:path w="36" h="28">
                    <a:moveTo>
                      <a:pt x="0" y="0"/>
                    </a:moveTo>
                    <a:lnTo>
                      <a:pt x="0" y="7"/>
                    </a:lnTo>
                    <a:lnTo>
                      <a:pt x="35" y="27"/>
                    </a:lnTo>
                    <a:lnTo>
                      <a:pt x="35" y="23"/>
                    </a:lnTo>
                    <a:lnTo>
                      <a:pt x="0" y="0"/>
                    </a:lnTo>
                  </a:path>
                </a:pathLst>
              </a:custGeom>
              <a:solidFill>
                <a:srgbClr val="676767"/>
              </a:solidFill>
              <a:ln cap="rnd">
                <a:noFill/>
                <a:round/>
              </a:ln>
              <a:effectLst/>
            </p:spPr>
          </p:sp>
          <p:cxnSp>
            <p:nvCxnSpPr>
              <p:cNvPr id="53719" name=""/>
              <p:cNvCxnSpPr/>
              <p:nvPr/>
            </p:nvCxnSpPr>
            <p:spPr>
              <a:xfrm flipV="1">
                <a:off x="2312" y="4136"/>
                <a:ext cx="76" cy="49"/>
              </a:xfrm>
              <a:prstGeom prst="line">
                <a:avLst/>
              </a:prstGeom>
              <a:noFill/>
              <a:ln w="12700">
                <a:solidFill>
                  <a:schemeClr val="folHlink"/>
                </a:solidFill>
                <a:miter lim="800000"/>
              </a:ln>
              <a:effectLst/>
            </p:spPr>
          </p:cxnSp>
          <p:sp>
            <p:nvSpPr>
              <p:cNvPr id="53720" name=""/>
              <p:cNvSpPr/>
              <p:nvPr/>
            </p:nvSpPr>
            <p:spPr>
              <a:xfrm>
                <a:off x="2316" y="4152"/>
                <a:ext cx="76" cy="51"/>
              </a:xfrm>
              <a:custGeom>
                <a:pathLst>
                  <a:path w="76" h="51">
                    <a:moveTo>
                      <a:pt x="0" y="37"/>
                    </a:moveTo>
                    <a:lnTo>
                      <a:pt x="19" y="50"/>
                    </a:lnTo>
                    <a:lnTo>
                      <a:pt x="75" y="12"/>
                    </a:lnTo>
                    <a:lnTo>
                      <a:pt x="58" y="0"/>
                    </a:lnTo>
                    <a:lnTo>
                      <a:pt x="0" y="37"/>
                    </a:lnTo>
                  </a:path>
                </a:pathLst>
              </a:custGeom>
              <a:solidFill>
                <a:srgbClr val="676767"/>
              </a:solidFill>
              <a:ln cap="rnd">
                <a:noFill/>
                <a:round/>
              </a:ln>
              <a:effectLst/>
            </p:spPr>
          </p:sp>
          <p:sp>
            <p:nvSpPr>
              <p:cNvPr id="53721" name=""/>
              <p:cNvSpPr/>
              <p:nvPr/>
            </p:nvSpPr>
            <p:spPr>
              <a:xfrm>
                <a:off x="2378" y="4141"/>
                <a:ext cx="27" cy="22"/>
              </a:xfrm>
              <a:custGeom>
                <a:pathLst>
                  <a:path w="27" h="22">
                    <a:moveTo>
                      <a:pt x="0" y="9"/>
                    </a:moveTo>
                    <a:lnTo>
                      <a:pt x="16" y="21"/>
                    </a:lnTo>
                    <a:lnTo>
                      <a:pt x="26" y="13"/>
                    </a:lnTo>
                    <a:lnTo>
                      <a:pt x="11" y="0"/>
                    </a:lnTo>
                    <a:lnTo>
                      <a:pt x="0" y="9"/>
                    </a:lnTo>
                  </a:path>
                </a:pathLst>
              </a:custGeom>
              <a:solidFill>
                <a:srgbClr val="676767"/>
              </a:solidFill>
              <a:ln cap="rnd">
                <a:noFill/>
                <a:round/>
              </a:ln>
              <a:effectLst/>
            </p:spPr>
          </p:sp>
          <p:sp>
            <p:nvSpPr>
              <p:cNvPr id="53722" name=""/>
              <p:cNvSpPr/>
              <p:nvPr/>
            </p:nvSpPr>
            <p:spPr>
              <a:xfrm>
                <a:off x="2316" y="4149"/>
                <a:ext cx="76" cy="52"/>
              </a:xfrm>
              <a:custGeom>
                <a:pathLst>
                  <a:path w="76" h="52">
                    <a:moveTo>
                      <a:pt x="0" y="38"/>
                    </a:moveTo>
                    <a:lnTo>
                      <a:pt x="19" y="51"/>
                    </a:lnTo>
                    <a:lnTo>
                      <a:pt x="75" y="13"/>
                    </a:lnTo>
                    <a:lnTo>
                      <a:pt x="58" y="0"/>
                    </a:lnTo>
                    <a:lnTo>
                      <a:pt x="0" y="38"/>
                    </a:lnTo>
                  </a:path>
                </a:pathLst>
              </a:custGeom>
              <a:solidFill>
                <a:schemeClr val="folHlink"/>
              </a:solidFill>
              <a:ln cap="rnd">
                <a:noFill/>
                <a:round/>
              </a:ln>
              <a:effectLst/>
            </p:spPr>
          </p:sp>
          <p:sp>
            <p:nvSpPr>
              <p:cNvPr id="53723" name=""/>
              <p:cNvSpPr/>
              <p:nvPr/>
            </p:nvSpPr>
            <p:spPr>
              <a:xfrm>
                <a:off x="2378" y="4139"/>
                <a:ext cx="27" cy="22"/>
              </a:xfrm>
              <a:custGeom>
                <a:pathLst>
                  <a:path w="27" h="22">
                    <a:moveTo>
                      <a:pt x="0" y="9"/>
                    </a:moveTo>
                    <a:lnTo>
                      <a:pt x="16" y="21"/>
                    </a:lnTo>
                    <a:lnTo>
                      <a:pt x="26" y="13"/>
                    </a:lnTo>
                    <a:lnTo>
                      <a:pt x="11" y="0"/>
                    </a:lnTo>
                    <a:lnTo>
                      <a:pt x="0" y="9"/>
                    </a:lnTo>
                  </a:path>
                </a:pathLst>
              </a:custGeom>
              <a:solidFill>
                <a:schemeClr val="folHlink"/>
              </a:solidFill>
              <a:ln cap="rnd">
                <a:noFill/>
                <a:round/>
              </a:ln>
              <a:effectLst/>
            </p:spPr>
          </p:sp>
        </p:grpSp>
        <p:cxnSp>
          <p:nvCxnSpPr>
            <p:cNvPr id="53724" name=""/>
            <p:cNvCxnSpPr/>
            <p:nvPr/>
          </p:nvCxnSpPr>
          <p:spPr>
            <a:xfrm>
              <a:off x="2238" y="3987"/>
              <a:ext cx="509" cy="0"/>
            </a:xfrm>
            <a:prstGeom prst="line">
              <a:avLst/>
            </a:prstGeom>
            <a:noFill/>
            <a:ln w="25400">
              <a:solidFill>
                <a:schemeClr val="accent1"/>
              </a:solidFill>
              <a:miter lim="800000"/>
            </a:ln>
            <a:effectLst/>
          </p:spPr>
        </p:cxnSp>
        <p:grpSp>
          <p:nvGrpSpPr>
            <p:cNvPr id="53725" name=""/>
            <p:cNvGrpSpPr/>
            <p:nvPr/>
          </p:nvGrpSpPr>
          <p:grpSpPr>
            <a:xfrm>
              <a:off x="2386" y="4017"/>
              <a:ext cx="176" cy="196"/>
              <a:chOff x="2386" y="4017"/>
              <a:chExt cx="176" cy="196"/>
            </a:xfrm>
          </p:grpSpPr>
          <p:sp>
            <p:nvSpPr>
              <p:cNvPr id="53726" name=""/>
              <p:cNvSpPr/>
              <p:nvPr/>
            </p:nvSpPr>
            <p:spPr>
              <a:xfrm>
                <a:off x="2386" y="4134"/>
                <a:ext cx="60" cy="57"/>
              </a:xfrm>
              <a:custGeom>
                <a:pathLst>
                  <a:path w="60" h="57">
                    <a:moveTo>
                      <a:pt x="0" y="0"/>
                    </a:moveTo>
                    <a:lnTo>
                      <a:pt x="0" y="25"/>
                    </a:lnTo>
                    <a:lnTo>
                      <a:pt x="59" y="56"/>
                    </a:lnTo>
                    <a:lnTo>
                      <a:pt x="59" y="30"/>
                    </a:lnTo>
                    <a:lnTo>
                      <a:pt x="0" y="0"/>
                    </a:lnTo>
                  </a:path>
                </a:pathLst>
              </a:custGeom>
              <a:solidFill>
                <a:srgbClr val="676767"/>
              </a:solidFill>
              <a:ln cap="rnd">
                <a:noFill/>
                <a:round/>
              </a:ln>
              <a:effectLst/>
            </p:spPr>
          </p:sp>
          <p:sp>
            <p:nvSpPr>
              <p:cNvPr id="53727" name=""/>
              <p:cNvSpPr/>
              <p:nvPr/>
            </p:nvSpPr>
            <p:spPr>
              <a:xfrm>
                <a:off x="2442" y="4113"/>
                <a:ext cx="83" cy="78"/>
              </a:xfrm>
              <a:custGeom>
                <a:pathLst>
                  <a:path w="83" h="78">
                    <a:moveTo>
                      <a:pt x="1" y="77"/>
                    </a:moveTo>
                    <a:lnTo>
                      <a:pt x="82" y="26"/>
                    </a:lnTo>
                    <a:lnTo>
                      <a:pt x="82" y="0"/>
                    </a:lnTo>
                    <a:lnTo>
                      <a:pt x="0" y="53"/>
                    </a:lnTo>
                    <a:lnTo>
                      <a:pt x="1" y="77"/>
                    </a:lnTo>
                  </a:path>
                </a:pathLst>
              </a:custGeom>
              <a:solidFill>
                <a:schemeClr val="bg2"/>
              </a:solidFill>
              <a:ln cap="rnd">
                <a:noFill/>
                <a:round/>
              </a:ln>
              <a:effectLst/>
            </p:spPr>
          </p:sp>
          <p:sp>
            <p:nvSpPr>
              <p:cNvPr id="53728" name=""/>
              <p:cNvSpPr/>
              <p:nvPr/>
            </p:nvSpPr>
            <p:spPr>
              <a:xfrm>
                <a:off x="2386" y="4085"/>
                <a:ext cx="142" cy="83"/>
              </a:xfrm>
              <a:custGeom>
                <a:pathLst>
                  <a:path w="142" h="83">
                    <a:moveTo>
                      <a:pt x="0" y="48"/>
                    </a:moveTo>
                    <a:lnTo>
                      <a:pt x="83" y="0"/>
                    </a:lnTo>
                    <a:lnTo>
                      <a:pt x="141" y="31"/>
                    </a:lnTo>
                    <a:lnTo>
                      <a:pt x="57" y="82"/>
                    </a:lnTo>
                    <a:lnTo>
                      <a:pt x="0" y="48"/>
                    </a:lnTo>
                  </a:path>
                </a:pathLst>
              </a:custGeom>
              <a:solidFill>
                <a:schemeClr val="folHlink"/>
              </a:solidFill>
              <a:ln cap="rnd">
                <a:noFill/>
                <a:round/>
              </a:ln>
              <a:effectLst/>
            </p:spPr>
          </p:sp>
          <p:sp>
            <p:nvSpPr>
              <p:cNvPr id="53729" name=""/>
              <p:cNvSpPr/>
              <p:nvPr/>
            </p:nvSpPr>
            <p:spPr>
              <a:xfrm>
                <a:off x="2387" y="4017"/>
                <a:ext cx="129" cy="79"/>
              </a:xfrm>
              <a:custGeom>
                <a:pathLst>
                  <a:path w="129" h="79">
                    <a:moveTo>
                      <a:pt x="0" y="39"/>
                    </a:moveTo>
                    <a:lnTo>
                      <a:pt x="26" y="53"/>
                    </a:lnTo>
                    <a:lnTo>
                      <a:pt x="19" y="59"/>
                    </a:lnTo>
                    <a:lnTo>
                      <a:pt x="52" y="78"/>
                    </a:lnTo>
                    <a:lnTo>
                      <a:pt x="128" y="25"/>
                    </a:lnTo>
                    <a:lnTo>
                      <a:pt x="97" y="10"/>
                    </a:lnTo>
                    <a:lnTo>
                      <a:pt x="91" y="14"/>
                    </a:lnTo>
                    <a:lnTo>
                      <a:pt x="61" y="0"/>
                    </a:lnTo>
                    <a:lnTo>
                      <a:pt x="0" y="39"/>
                    </a:lnTo>
                  </a:path>
                </a:pathLst>
              </a:custGeom>
              <a:solidFill>
                <a:srgbClr val="DADADA"/>
              </a:solidFill>
              <a:ln cap="rnd">
                <a:noFill/>
                <a:round/>
              </a:ln>
              <a:effectLst/>
            </p:spPr>
          </p:sp>
          <p:sp>
            <p:nvSpPr>
              <p:cNvPr id="53730" name=""/>
              <p:cNvSpPr/>
              <p:nvPr/>
            </p:nvSpPr>
            <p:spPr>
              <a:xfrm>
                <a:off x="2387" y="4055"/>
                <a:ext cx="59" cy="94"/>
              </a:xfrm>
              <a:custGeom>
                <a:pathLst>
                  <a:path w="59" h="94">
                    <a:moveTo>
                      <a:pt x="1" y="0"/>
                    </a:moveTo>
                    <a:lnTo>
                      <a:pt x="0" y="44"/>
                    </a:lnTo>
                    <a:lnTo>
                      <a:pt x="20" y="66"/>
                    </a:lnTo>
                    <a:lnTo>
                      <a:pt x="20" y="72"/>
                    </a:lnTo>
                    <a:lnTo>
                      <a:pt x="57" y="93"/>
                    </a:lnTo>
                    <a:lnTo>
                      <a:pt x="58" y="38"/>
                    </a:lnTo>
                    <a:lnTo>
                      <a:pt x="22" y="23"/>
                    </a:lnTo>
                    <a:lnTo>
                      <a:pt x="28" y="17"/>
                    </a:lnTo>
                    <a:lnTo>
                      <a:pt x="1" y="0"/>
                    </a:lnTo>
                  </a:path>
                </a:pathLst>
              </a:custGeom>
              <a:solidFill>
                <a:srgbClr val="676767"/>
              </a:solidFill>
              <a:ln cap="rnd">
                <a:noFill/>
                <a:round/>
              </a:ln>
              <a:effectLst/>
            </p:spPr>
          </p:sp>
          <p:sp>
            <p:nvSpPr>
              <p:cNvPr id="53731" name=""/>
              <p:cNvSpPr/>
              <p:nvPr/>
            </p:nvSpPr>
            <p:spPr>
              <a:xfrm>
                <a:off x="2445" y="4044"/>
                <a:ext cx="71" cy="105"/>
              </a:xfrm>
              <a:custGeom>
                <a:pathLst>
                  <a:path w="71" h="105">
                    <a:moveTo>
                      <a:pt x="70" y="0"/>
                    </a:moveTo>
                    <a:lnTo>
                      <a:pt x="70" y="57"/>
                    </a:lnTo>
                    <a:lnTo>
                      <a:pt x="0" y="104"/>
                    </a:lnTo>
                    <a:lnTo>
                      <a:pt x="0" y="49"/>
                    </a:lnTo>
                    <a:lnTo>
                      <a:pt x="70" y="0"/>
                    </a:lnTo>
                  </a:path>
                </a:pathLst>
              </a:custGeom>
              <a:solidFill>
                <a:schemeClr val="bg2"/>
              </a:solidFill>
              <a:ln cap="rnd">
                <a:noFill/>
                <a:round/>
              </a:ln>
              <a:effectLst/>
            </p:spPr>
          </p:sp>
          <p:sp>
            <p:nvSpPr>
              <p:cNvPr id="53732" name=""/>
              <p:cNvSpPr/>
              <p:nvPr/>
            </p:nvSpPr>
            <p:spPr>
              <a:xfrm>
                <a:off x="2454" y="4056"/>
                <a:ext cx="52" cy="75"/>
              </a:xfrm>
              <a:custGeom>
                <a:pathLst>
                  <a:path w="52" h="75">
                    <a:moveTo>
                      <a:pt x="51" y="0"/>
                    </a:moveTo>
                    <a:lnTo>
                      <a:pt x="51" y="41"/>
                    </a:lnTo>
                    <a:lnTo>
                      <a:pt x="0" y="74"/>
                    </a:lnTo>
                    <a:lnTo>
                      <a:pt x="0" y="38"/>
                    </a:lnTo>
                    <a:lnTo>
                      <a:pt x="51"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733" name=""/>
              <p:cNvSpPr/>
              <p:nvPr/>
            </p:nvSpPr>
            <p:spPr>
              <a:xfrm>
                <a:off x="2454" y="4058"/>
                <a:ext cx="52" cy="73"/>
              </a:xfrm>
              <a:custGeom>
                <a:pathLst>
                  <a:path w="52" h="73">
                    <a:moveTo>
                      <a:pt x="51" y="0"/>
                    </a:moveTo>
                    <a:lnTo>
                      <a:pt x="51" y="40"/>
                    </a:lnTo>
                    <a:lnTo>
                      <a:pt x="0" y="72"/>
                    </a:lnTo>
                  </a:path>
                </a:pathLst>
              </a:custGeom>
              <a:noFill/>
              <a:ln w="12700" cap="rnd" cmpd="sng">
                <a:solidFill>
                  <a:schemeClr val="bg1"/>
                </a:solidFill>
                <a:prstDash val="solid"/>
                <a:round/>
                <a:headEnd type="none" w="sm" len="sm"/>
                <a:tailEnd type="none" w="sm" len="sm"/>
              </a:ln>
              <a:effectLst/>
            </p:spPr>
          </p:sp>
          <p:sp>
            <p:nvSpPr>
              <p:cNvPr id="53734" name=""/>
              <p:cNvSpPr/>
              <p:nvPr/>
            </p:nvSpPr>
            <p:spPr>
              <a:xfrm>
                <a:off x="2449" y="4139"/>
                <a:ext cx="113" cy="74"/>
              </a:xfrm>
              <a:custGeom>
                <a:pathLst>
                  <a:path w="113" h="74">
                    <a:moveTo>
                      <a:pt x="33" y="73"/>
                    </a:moveTo>
                    <a:lnTo>
                      <a:pt x="112" y="19"/>
                    </a:lnTo>
                    <a:lnTo>
                      <a:pt x="83" y="0"/>
                    </a:lnTo>
                    <a:lnTo>
                      <a:pt x="0" y="54"/>
                    </a:lnTo>
                    <a:lnTo>
                      <a:pt x="33" y="73"/>
                    </a:lnTo>
                  </a:path>
                </a:pathLst>
              </a:custGeom>
              <a:solidFill>
                <a:schemeClr val="bg2"/>
              </a:solidFill>
              <a:ln cap="rnd">
                <a:noFill/>
                <a:round/>
              </a:ln>
              <a:effectLst/>
            </p:spPr>
          </p:sp>
          <p:sp>
            <p:nvSpPr>
              <p:cNvPr id="53735" name=""/>
              <p:cNvSpPr/>
              <p:nvPr/>
            </p:nvSpPr>
            <p:spPr>
              <a:xfrm>
                <a:off x="2449" y="4132"/>
                <a:ext cx="112" cy="77"/>
              </a:xfrm>
              <a:custGeom>
                <a:pathLst>
                  <a:path w="112" h="77">
                    <a:moveTo>
                      <a:pt x="33" y="76"/>
                    </a:moveTo>
                    <a:lnTo>
                      <a:pt x="111" y="24"/>
                    </a:lnTo>
                    <a:lnTo>
                      <a:pt x="82" y="0"/>
                    </a:lnTo>
                    <a:lnTo>
                      <a:pt x="0" y="53"/>
                    </a:lnTo>
                    <a:lnTo>
                      <a:pt x="33" y="76"/>
                    </a:lnTo>
                  </a:path>
                </a:pathLst>
              </a:custGeom>
              <a:solidFill>
                <a:srgbClr val="919191"/>
              </a:solidFill>
              <a:ln cap="rnd">
                <a:noFill/>
                <a:round/>
              </a:ln>
              <a:effectLst/>
            </p:spPr>
          </p:sp>
          <p:sp>
            <p:nvSpPr>
              <p:cNvPr id="53736" name=""/>
              <p:cNvSpPr/>
              <p:nvPr/>
            </p:nvSpPr>
            <p:spPr>
              <a:xfrm>
                <a:off x="2449" y="4185"/>
                <a:ext cx="35" cy="28"/>
              </a:xfrm>
              <a:custGeom>
                <a:pathLst>
                  <a:path w="35" h="28">
                    <a:moveTo>
                      <a:pt x="0" y="0"/>
                    </a:moveTo>
                    <a:lnTo>
                      <a:pt x="0" y="7"/>
                    </a:lnTo>
                    <a:lnTo>
                      <a:pt x="34" y="27"/>
                    </a:lnTo>
                    <a:lnTo>
                      <a:pt x="34" y="23"/>
                    </a:lnTo>
                    <a:lnTo>
                      <a:pt x="0" y="0"/>
                    </a:lnTo>
                  </a:path>
                </a:pathLst>
              </a:custGeom>
              <a:solidFill>
                <a:srgbClr val="676767"/>
              </a:solidFill>
              <a:ln cap="rnd">
                <a:noFill/>
                <a:round/>
              </a:ln>
              <a:effectLst/>
            </p:spPr>
          </p:sp>
          <p:cxnSp>
            <p:nvCxnSpPr>
              <p:cNvPr id="53737" name=""/>
              <p:cNvCxnSpPr/>
              <p:nvPr/>
            </p:nvCxnSpPr>
            <p:spPr>
              <a:xfrm flipV="1">
                <a:off x="2458" y="4136"/>
                <a:ext cx="75" cy="49"/>
              </a:xfrm>
              <a:prstGeom prst="line">
                <a:avLst/>
              </a:prstGeom>
              <a:noFill/>
              <a:ln w="12700">
                <a:solidFill>
                  <a:schemeClr val="folHlink"/>
                </a:solidFill>
                <a:miter lim="800000"/>
              </a:ln>
              <a:effectLst/>
            </p:spPr>
          </p:cxnSp>
          <p:sp>
            <p:nvSpPr>
              <p:cNvPr id="53738" name=""/>
              <p:cNvSpPr/>
              <p:nvPr/>
            </p:nvSpPr>
            <p:spPr>
              <a:xfrm>
                <a:off x="2463" y="4152"/>
                <a:ext cx="75" cy="51"/>
              </a:xfrm>
              <a:custGeom>
                <a:pathLst>
                  <a:path w="75" h="51">
                    <a:moveTo>
                      <a:pt x="0" y="37"/>
                    </a:moveTo>
                    <a:lnTo>
                      <a:pt x="19" y="50"/>
                    </a:lnTo>
                    <a:lnTo>
                      <a:pt x="74" y="12"/>
                    </a:lnTo>
                    <a:lnTo>
                      <a:pt x="58" y="0"/>
                    </a:lnTo>
                    <a:lnTo>
                      <a:pt x="0" y="37"/>
                    </a:lnTo>
                  </a:path>
                </a:pathLst>
              </a:custGeom>
              <a:solidFill>
                <a:srgbClr val="676767"/>
              </a:solidFill>
              <a:ln cap="rnd">
                <a:noFill/>
                <a:round/>
              </a:ln>
              <a:effectLst/>
            </p:spPr>
          </p:sp>
          <p:sp>
            <p:nvSpPr>
              <p:cNvPr id="53739" name=""/>
              <p:cNvSpPr/>
              <p:nvPr/>
            </p:nvSpPr>
            <p:spPr>
              <a:xfrm>
                <a:off x="2524" y="4141"/>
                <a:ext cx="28" cy="22"/>
              </a:xfrm>
              <a:custGeom>
                <a:pathLst>
                  <a:path w="28" h="22">
                    <a:moveTo>
                      <a:pt x="0" y="9"/>
                    </a:moveTo>
                    <a:lnTo>
                      <a:pt x="17" y="21"/>
                    </a:lnTo>
                    <a:lnTo>
                      <a:pt x="27" y="13"/>
                    </a:lnTo>
                    <a:lnTo>
                      <a:pt x="11" y="0"/>
                    </a:lnTo>
                    <a:lnTo>
                      <a:pt x="0" y="9"/>
                    </a:lnTo>
                  </a:path>
                </a:pathLst>
              </a:custGeom>
              <a:solidFill>
                <a:srgbClr val="676767"/>
              </a:solidFill>
              <a:ln cap="rnd">
                <a:noFill/>
                <a:round/>
              </a:ln>
              <a:effectLst/>
            </p:spPr>
          </p:sp>
          <p:sp>
            <p:nvSpPr>
              <p:cNvPr id="53740" name=""/>
              <p:cNvSpPr/>
              <p:nvPr/>
            </p:nvSpPr>
            <p:spPr>
              <a:xfrm>
                <a:off x="2463" y="4149"/>
                <a:ext cx="75" cy="52"/>
              </a:xfrm>
              <a:custGeom>
                <a:pathLst>
                  <a:path w="75" h="52">
                    <a:moveTo>
                      <a:pt x="0" y="38"/>
                    </a:moveTo>
                    <a:lnTo>
                      <a:pt x="19" y="51"/>
                    </a:lnTo>
                    <a:lnTo>
                      <a:pt x="74" y="13"/>
                    </a:lnTo>
                    <a:lnTo>
                      <a:pt x="58" y="0"/>
                    </a:lnTo>
                    <a:lnTo>
                      <a:pt x="0" y="38"/>
                    </a:lnTo>
                  </a:path>
                </a:pathLst>
              </a:custGeom>
              <a:solidFill>
                <a:schemeClr val="folHlink"/>
              </a:solidFill>
              <a:ln cap="rnd">
                <a:noFill/>
                <a:round/>
              </a:ln>
              <a:effectLst/>
            </p:spPr>
          </p:sp>
          <p:sp>
            <p:nvSpPr>
              <p:cNvPr id="53741" name=""/>
              <p:cNvSpPr/>
              <p:nvPr/>
            </p:nvSpPr>
            <p:spPr>
              <a:xfrm>
                <a:off x="2524" y="4139"/>
                <a:ext cx="28" cy="22"/>
              </a:xfrm>
              <a:custGeom>
                <a:pathLst>
                  <a:path w="28" h="22">
                    <a:moveTo>
                      <a:pt x="0" y="9"/>
                    </a:moveTo>
                    <a:lnTo>
                      <a:pt x="17" y="21"/>
                    </a:lnTo>
                    <a:lnTo>
                      <a:pt x="27" y="13"/>
                    </a:lnTo>
                    <a:lnTo>
                      <a:pt x="11" y="0"/>
                    </a:lnTo>
                    <a:lnTo>
                      <a:pt x="0" y="9"/>
                    </a:lnTo>
                  </a:path>
                </a:pathLst>
              </a:custGeom>
              <a:solidFill>
                <a:schemeClr val="folHlink"/>
              </a:solidFill>
              <a:ln cap="rnd">
                <a:noFill/>
                <a:round/>
              </a:ln>
              <a:effectLst/>
            </p:spPr>
          </p:sp>
        </p:grpSp>
        <p:grpSp>
          <p:nvGrpSpPr>
            <p:cNvPr id="53742" name=""/>
            <p:cNvGrpSpPr/>
            <p:nvPr/>
          </p:nvGrpSpPr>
          <p:grpSpPr>
            <a:xfrm>
              <a:off x="2534" y="4017"/>
              <a:ext cx="173" cy="195"/>
              <a:chOff x="2534" y="4017"/>
              <a:chExt cx="173" cy="195"/>
            </a:xfrm>
          </p:grpSpPr>
          <p:sp>
            <p:nvSpPr>
              <p:cNvPr id="53743" name=""/>
              <p:cNvSpPr/>
              <p:nvPr/>
            </p:nvSpPr>
            <p:spPr>
              <a:xfrm>
                <a:off x="2534" y="4132"/>
                <a:ext cx="57" cy="59"/>
              </a:xfrm>
              <a:custGeom>
                <a:pathLst>
                  <a:path w="57" h="59">
                    <a:moveTo>
                      <a:pt x="0" y="0"/>
                    </a:moveTo>
                    <a:lnTo>
                      <a:pt x="0" y="25"/>
                    </a:lnTo>
                    <a:lnTo>
                      <a:pt x="56" y="58"/>
                    </a:lnTo>
                    <a:lnTo>
                      <a:pt x="56" y="31"/>
                    </a:lnTo>
                    <a:lnTo>
                      <a:pt x="0" y="0"/>
                    </a:lnTo>
                  </a:path>
                </a:pathLst>
              </a:custGeom>
              <a:solidFill>
                <a:srgbClr val="676767"/>
              </a:solidFill>
              <a:ln cap="rnd">
                <a:noFill/>
                <a:round/>
              </a:ln>
              <a:effectLst/>
            </p:spPr>
          </p:sp>
          <p:sp>
            <p:nvSpPr>
              <p:cNvPr id="53744" name=""/>
              <p:cNvSpPr/>
              <p:nvPr/>
            </p:nvSpPr>
            <p:spPr>
              <a:xfrm>
                <a:off x="2588" y="4112"/>
                <a:ext cx="84" cy="79"/>
              </a:xfrm>
              <a:custGeom>
                <a:pathLst>
                  <a:path w="84" h="79">
                    <a:moveTo>
                      <a:pt x="1" y="78"/>
                    </a:moveTo>
                    <a:lnTo>
                      <a:pt x="83" y="27"/>
                    </a:lnTo>
                    <a:lnTo>
                      <a:pt x="83" y="0"/>
                    </a:lnTo>
                    <a:lnTo>
                      <a:pt x="0" y="53"/>
                    </a:lnTo>
                    <a:lnTo>
                      <a:pt x="1" y="78"/>
                    </a:lnTo>
                  </a:path>
                </a:pathLst>
              </a:custGeom>
              <a:solidFill>
                <a:schemeClr val="bg2"/>
              </a:solidFill>
              <a:ln cap="rnd">
                <a:noFill/>
                <a:round/>
              </a:ln>
              <a:effectLst/>
            </p:spPr>
          </p:sp>
          <p:sp>
            <p:nvSpPr>
              <p:cNvPr id="53745" name=""/>
              <p:cNvSpPr/>
              <p:nvPr/>
            </p:nvSpPr>
            <p:spPr>
              <a:xfrm>
                <a:off x="2534" y="4084"/>
                <a:ext cx="140" cy="84"/>
              </a:xfrm>
              <a:custGeom>
                <a:pathLst>
                  <a:path w="140" h="84">
                    <a:moveTo>
                      <a:pt x="0" y="49"/>
                    </a:moveTo>
                    <a:lnTo>
                      <a:pt x="82" y="0"/>
                    </a:lnTo>
                    <a:lnTo>
                      <a:pt x="139" y="31"/>
                    </a:lnTo>
                    <a:lnTo>
                      <a:pt x="56" y="83"/>
                    </a:lnTo>
                    <a:lnTo>
                      <a:pt x="0" y="49"/>
                    </a:lnTo>
                  </a:path>
                </a:pathLst>
              </a:custGeom>
              <a:solidFill>
                <a:schemeClr val="folHlink"/>
              </a:solidFill>
              <a:ln cap="rnd">
                <a:noFill/>
                <a:round/>
              </a:ln>
              <a:effectLst/>
            </p:spPr>
          </p:sp>
          <p:sp>
            <p:nvSpPr>
              <p:cNvPr id="53746" name=""/>
              <p:cNvSpPr/>
              <p:nvPr/>
            </p:nvSpPr>
            <p:spPr>
              <a:xfrm>
                <a:off x="2534" y="4017"/>
                <a:ext cx="128" cy="78"/>
              </a:xfrm>
              <a:custGeom>
                <a:pathLst>
                  <a:path w="128" h="78">
                    <a:moveTo>
                      <a:pt x="0" y="38"/>
                    </a:moveTo>
                    <a:lnTo>
                      <a:pt x="26" y="53"/>
                    </a:lnTo>
                    <a:lnTo>
                      <a:pt x="19" y="58"/>
                    </a:lnTo>
                    <a:lnTo>
                      <a:pt x="52" y="77"/>
                    </a:lnTo>
                    <a:lnTo>
                      <a:pt x="127" y="25"/>
                    </a:lnTo>
                    <a:lnTo>
                      <a:pt x="96" y="10"/>
                    </a:lnTo>
                    <a:lnTo>
                      <a:pt x="90" y="14"/>
                    </a:lnTo>
                    <a:lnTo>
                      <a:pt x="60" y="0"/>
                    </a:lnTo>
                    <a:lnTo>
                      <a:pt x="0" y="38"/>
                    </a:lnTo>
                  </a:path>
                </a:pathLst>
              </a:custGeom>
              <a:solidFill>
                <a:srgbClr val="DADADA"/>
              </a:solidFill>
              <a:ln cap="rnd">
                <a:noFill/>
                <a:round/>
              </a:ln>
              <a:effectLst/>
            </p:spPr>
          </p:sp>
          <p:sp>
            <p:nvSpPr>
              <p:cNvPr id="53747" name=""/>
              <p:cNvSpPr/>
              <p:nvPr/>
            </p:nvSpPr>
            <p:spPr>
              <a:xfrm>
                <a:off x="2534" y="4054"/>
                <a:ext cx="59" cy="93"/>
              </a:xfrm>
              <a:custGeom>
                <a:pathLst>
                  <a:path w="59" h="93">
                    <a:moveTo>
                      <a:pt x="1" y="0"/>
                    </a:moveTo>
                    <a:lnTo>
                      <a:pt x="0" y="44"/>
                    </a:lnTo>
                    <a:lnTo>
                      <a:pt x="20" y="66"/>
                    </a:lnTo>
                    <a:lnTo>
                      <a:pt x="20" y="72"/>
                    </a:lnTo>
                    <a:lnTo>
                      <a:pt x="57" y="92"/>
                    </a:lnTo>
                    <a:lnTo>
                      <a:pt x="58" y="37"/>
                    </a:lnTo>
                    <a:lnTo>
                      <a:pt x="22" y="23"/>
                    </a:lnTo>
                    <a:lnTo>
                      <a:pt x="28" y="17"/>
                    </a:lnTo>
                    <a:lnTo>
                      <a:pt x="1" y="0"/>
                    </a:lnTo>
                  </a:path>
                </a:pathLst>
              </a:custGeom>
              <a:solidFill>
                <a:srgbClr val="676767"/>
              </a:solidFill>
              <a:ln cap="rnd">
                <a:noFill/>
                <a:round/>
              </a:ln>
              <a:effectLst/>
            </p:spPr>
          </p:sp>
          <p:sp>
            <p:nvSpPr>
              <p:cNvPr id="53748" name=""/>
              <p:cNvSpPr/>
              <p:nvPr/>
            </p:nvSpPr>
            <p:spPr>
              <a:xfrm>
                <a:off x="2591" y="4043"/>
                <a:ext cx="73" cy="104"/>
              </a:xfrm>
              <a:custGeom>
                <a:pathLst>
                  <a:path w="73" h="104">
                    <a:moveTo>
                      <a:pt x="72" y="0"/>
                    </a:moveTo>
                    <a:lnTo>
                      <a:pt x="72" y="56"/>
                    </a:lnTo>
                    <a:lnTo>
                      <a:pt x="0" y="103"/>
                    </a:lnTo>
                    <a:lnTo>
                      <a:pt x="0" y="48"/>
                    </a:lnTo>
                    <a:lnTo>
                      <a:pt x="72" y="0"/>
                    </a:lnTo>
                  </a:path>
                </a:pathLst>
              </a:custGeom>
              <a:solidFill>
                <a:schemeClr val="bg2"/>
              </a:solidFill>
              <a:ln cap="rnd">
                <a:noFill/>
                <a:round/>
              </a:ln>
              <a:effectLst/>
            </p:spPr>
          </p:sp>
          <p:sp>
            <p:nvSpPr>
              <p:cNvPr id="53749" name=""/>
              <p:cNvSpPr/>
              <p:nvPr/>
            </p:nvSpPr>
            <p:spPr>
              <a:xfrm>
                <a:off x="2600" y="4055"/>
                <a:ext cx="53" cy="76"/>
              </a:xfrm>
              <a:custGeom>
                <a:pathLst>
                  <a:path w="53" h="76">
                    <a:moveTo>
                      <a:pt x="52" y="0"/>
                    </a:moveTo>
                    <a:lnTo>
                      <a:pt x="52" y="41"/>
                    </a:lnTo>
                    <a:lnTo>
                      <a:pt x="0" y="75"/>
                    </a:lnTo>
                    <a:lnTo>
                      <a:pt x="0" y="38"/>
                    </a:lnTo>
                    <a:lnTo>
                      <a:pt x="52"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750" name=""/>
              <p:cNvSpPr/>
              <p:nvPr/>
            </p:nvSpPr>
            <p:spPr>
              <a:xfrm>
                <a:off x="2601" y="4057"/>
                <a:ext cx="52" cy="74"/>
              </a:xfrm>
              <a:custGeom>
                <a:pathLst>
                  <a:path w="52" h="74">
                    <a:moveTo>
                      <a:pt x="51" y="0"/>
                    </a:moveTo>
                    <a:lnTo>
                      <a:pt x="51" y="41"/>
                    </a:lnTo>
                    <a:lnTo>
                      <a:pt x="0" y="73"/>
                    </a:lnTo>
                  </a:path>
                </a:pathLst>
              </a:custGeom>
              <a:noFill/>
              <a:ln w="12700" cap="rnd" cmpd="sng">
                <a:solidFill>
                  <a:schemeClr val="bg1"/>
                </a:solidFill>
                <a:prstDash val="solid"/>
                <a:round/>
                <a:headEnd type="none" w="sm" len="sm"/>
                <a:tailEnd type="none" w="sm" len="sm"/>
              </a:ln>
              <a:effectLst/>
            </p:spPr>
          </p:sp>
          <p:sp>
            <p:nvSpPr>
              <p:cNvPr id="53751" name=""/>
              <p:cNvSpPr/>
              <p:nvPr/>
            </p:nvSpPr>
            <p:spPr>
              <a:xfrm>
                <a:off x="2596" y="4138"/>
                <a:ext cx="111" cy="74"/>
              </a:xfrm>
              <a:custGeom>
                <a:pathLst>
                  <a:path w="111" h="74">
                    <a:moveTo>
                      <a:pt x="32" y="73"/>
                    </a:moveTo>
                    <a:lnTo>
                      <a:pt x="110" y="19"/>
                    </a:lnTo>
                    <a:lnTo>
                      <a:pt x="81" y="0"/>
                    </a:lnTo>
                    <a:lnTo>
                      <a:pt x="0" y="54"/>
                    </a:lnTo>
                    <a:lnTo>
                      <a:pt x="32" y="73"/>
                    </a:lnTo>
                  </a:path>
                </a:pathLst>
              </a:custGeom>
              <a:solidFill>
                <a:schemeClr val="bg2"/>
              </a:solidFill>
              <a:ln cap="rnd">
                <a:noFill/>
                <a:round/>
              </a:ln>
              <a:effectLst/>
            </p:spPr>
          </p:sp>
          <p:sp>
            <p:nvSpPr>
              <p:cNvPr id="53752" name=""/>
              <p:cNvSpPr/>
              <p:nvPr/>
            </p:nvSpPr>
            <p:spPr>
              <a:xfrm>
                <a:off x="2596" y="4130"/>
                <a:ext cx="111" cy="79"/>
              </a:xfrm>
              <a:custGeom>
                <a:pathLst>
                  <a:path w="111" h="79">
                    <a:moveTo>
                      <a:pt x="32" y="78"/>
                    </a:moveTo>
                    <a:lnTo>
                      <a:pt x="110" y="24"/>
                    </a:lnTo>
                    <a:lnTo>
                      <a:pt x="81" y="0"/>
                    </a:lnTo>
                    <a:lnTo>
                      <a:pt x="0" y="54"/>
                    </a:lnTo>
                    <a:lnTo>
                      <a:pt x="32" y="78"/>
                    </a:lnTo>
                  </a:path>
                </a:pathLst>
              </a:custGeom>
              <a:solidFill>
                <a:srgbClr val="919191"/>
              </a:solidFill>
              <a:ln cap="rnd">
                <a:noFill/>
                <a:round/>
              </a:ln>
              <a:effectLst/>
            </p:spPr>
          </p:sp>
          <p:sp>
            <p:nvSpPr>
              <p:cNvPr id="53753" name=""/>
              <p:cNvSpPr/>
              <p:nvPr/>
            </p:nvSpPr>
            <p:spPr>
              <a:xfrm>
                <a:off x="2596" y="4184"/>
                <a:ext cx="35" cy="28"/>
              </a:xfrm>
              <a:custGeom>
                <a:pathLst>
                  <a:path w="35" h="28">
                    <a:moveTo>
                      <a:pt x="0" y="0"/>
                    </a:moveTo>
                    <a:lnTo>
                      <a:pt x="0" y="7"/>
                    </a:lnTo>
                    <a:lnTo>
                      <a:pt x="34" y="27"/>
                    </a:lnTo>
                    <a:lnTo>
                      <a:pt x="34" y="23"/>
                    </a:lnTo>
                    <a:lnTo>
                      <a:pt x="0" y="0"/>
                    </a:lnTo>
                  </a:path>
                </a:pathLst>
              </a:custGeom>
              <a:solidFill>
                <a:srgbClr val="676767"/>
              </a:solidFill>
              <a:ln cap="rnd">
                <a:noFill/>
                <a:round/>
              </a:ln>
              <a:effectLst/>
            </p:spPr>
          </p:sp>
          <p:cxnSp>
            <p:nvCxnSpPr>
              <p:cNvPr id="53754" name=""/>
              <p:cNvCxnSpPr/>
              <p:nvPr/>
            </p:nvCxnSpPr>
            <p:spPr>
              <a:xfrm flipV="1">
                <a:off x="2603" y="4135"/>
                <a:ext cx="76" cy="49"/>
              </a:xfrm>
              <a:prstGeom prst="line">
                <a:avLst/>
              </a:prstGeom>
              <a:noFill/>
              <a:ln w="12700">
                <a:solidFill>
                  <a:schemeClr val="folHlink"/>
                </a:solidFill>
                <a:miter lim="800000"/>
              </a:ln>
              <a:effectLst/>
            </p:spPr>
          </p:cxnSp>
          <p:sp>
            <p:nvSpPr>
              <p:cNvPr id="53755" name=""/>
              <p:cNvSpPr/>
              <p:nvPr/>
            </p:nvSpPr>
            <p:spPr>
              <a:xfrm>
                <a:off x="2610" y="4150"/>
                <a:ext cx="74" cy="51"/>
              </a:xfrm>
              <a:custGeom>
                <a:pathLst>
                  <a:path w="74" h="51">
                    <a:moveTo>
                      <a:pt x="0" y="37"/>
                    </a:moveTo>
                    <a:lnTo>
                      <a:pt x="18" y="50"/>
                    </a:lnTo>
                    <a:lnTo>
                      <a:pt x="73" y="12"/>
                    </a:lnTo>
                    <a:lnTo>
                      <a:pt x="57" y="0"/>
                    </a:lnTo>
                    <a:lnTo>
                      <a:pt x="0" y="37"/>
                    </a:lnTo>
                  </a:path>
                </a:pathLst>
              </a:custGeom>
              <a:solidFill>
                <a:srgbClr val="676767"/>
              </a:solidFill>
              <a:ln cap="rnd">
                <a:noFill/>
                <a:round/>
              </a:ln>
              <a:effectLst/>
            </p:spPr>
          </p:sp>
          <p:sp>
            <p:nvSpPr>
              <p:cNvPr id="53756" name=""/>
              <p:cNvSpPr/>
              <p:nvPr/>
            </p:nvSpPr>
            <p:spPr>
              <a:xfrm>
                <a:off x="2671" y="4140"/>
                <a:ext cx="26" cy="21"/>
              </a:xfrm>
              <a:custGeom>
                <a:pathLst>
                  <a:path w="26" h="21">
                    <a:moveTo>
                      <a:pt x="0" y="8"/>
                    </a:moveTo>
                    <a:lnTo>
                      <a:pt x="15" y="20"/>
                    </a:lnTo>
                    <a:lnTo>
                      <a:pt x="25" y="12"/>
                    </a:lnTo>
                    <a:lnTo>
                      <a:pt x="10" y="0"/>
                    </a:lnTo>
                    <a:lnTo>
                      <a:pt x="0" y="8"/>
                    </a:lnTo>
                  </a:path>
                </a:pathLst>
              </a:custGeom>
              <a:solidFill>
                <a:srgbClr val="676767"/>
              </a:solidFill>
              <a:ln cap="rnd">
                <a:noFill/>
                <a:round/>
              </a:ln>
              <a:effectLst/>
            </p:spPr>
          </p:sp>
          <p:sp>
            <p:nvSpPr>
              <p:cNvPr id="53757" name=""/>
              <p:cNvSpPr/>
              <p:nvPr/>
            </p:nvSpPr>
            <p:spPr>
              <a:xfrm>
                <a:off x="2610" y="4148"/>
                <a:ext cx="74" cy="52"/>
              </a:xfrm>
              <a:custGeom>
                <a:pathLst>
                  <a:path w="74" h="52">
                    <a:moveTo>
                      <a:pt x="0" y="38"/>
                    </a:moveTo>
                    <a:lnTo>
                      <a:pt x="18" y="51"/>
                    </a:lnTo>
                    <a:lnTo>
                      <a:pt x="73" y="13"/>
                    </a:lnTo>
                    <a:lnTo>
                      <a:pt x="57" y="0"/>
                    </a:lnTo>
                    <a:lnTo>
                      <a:pt x="0" y="38"/>
                    </a:lnTo>
                  </a:path>
                </a:pathLst>
              </a:custGeom>
              <a:solidFill>
                <a:schemeClr val="folHlink"/>
              </a:solidFill>
              <a:ln cap="rnd">
                <a:noFill/>
                <a:round/>
              </a:ln>
              <a:effectLst/>
            </p:spPr>
          </p:sp>
          <p:sp>
            <p:nvSpPr>
              <p:cNvPr id="53758" name=""/>
              <p:cNvSpPr/>
              <p:nvPr/>
            </p:nvSpPr>
            <p:spPr>
              <a:xfrm>
                <a:off x="2671" y="4138"/>
                <a:ext cx="26" cy="22"/>
              </a:xfrm>
              <a:custGeom>
                <a:pathLst>
                  <a:path w="26" h="22">
                    <a:moveTo>
                      <a:pt x="0" y="9"/>
                    </a:moveTo>
                    <a:lnTo>
                      <a:pt x="15" y="21"/>
                    </a:lnTo>
                    <a:lnTo>
                      <a:pt x="25" y="13"/>
                    </a:lnTo>
                    <a:lnTo>
                      <a:pt x="10" y="0"/>
                    </a:lnTo>
                    <a:lnTo>
                      <a:pt x="0" y="9"/>
                    </a:lnTo>
                  </a:path>
                </a:pathLst>
              </a:custGeom>
              <a:solidFill>
                <a:schemeClr val="folHlink"/>
              </a:solidFill>
              <a:ln cap="rnd">
                <a:noFill/>
                <a:round/>
              </a:ln>
              <a:effectLst/>
            </p:spPr>
          </p:sp>
        </p:grpSp>
        <p:cxnSp>
          <p:nvCxnSpPr>
            <p:cNvPr id="53759" name=""/>
            <p:cNvCxnSpPr/>
            <p:nvPr/>
          </p:nvCxnSpPr>
          <p:spPr>
            <a:xfrm flipH="1">
              <a:off x="2361" y="3929"/>
              <a:ext cx="0" cy="61"/>
            </a:xfrm>
            <a:prstGeom prst="line">
              <a:avLst/>
            </a:prstGeom>
            <a:noFill/>
            <a:ln w="25400">
              <a:solidFill>
                <a:schemeClr val="accent1"/>
              </a:solidFill>
              <a:miter lim="800000"/>
            </a:ln>
            <a:effectLst/>
          </p:spPr>
        </p:cxnSp>
        <p:grpSp>
          <p:nvGrpSpPr>
            <p:cNvPr id="53760" name=""/>
            <p:cNvGrpSpPr/>
            <p:nvPr/>
          </p:nvGrpSpPr>
          <p:grpSpPr>
            <a:xfrm>
              <a:off x="2308" y="3692"/>
              <a:ext cx="92" cy="241"/>
              <a:chOff x="2308" y="3692"/>
              <a:chExt cx="92" cy="241"/>
            </a:xfrm>
          </p:grpSpPr>
          <p:sp>
            <p:nvSpPr>
              <p:cNvPr id="53761" name=""/>
              <p:cNvSpPr/>
              <p:nvPr/>
            </p:nvSpPr>
            <p:spPr>
              <a:xfrm>
                <a:off x="2318" y="3692"/>
                <a:ext cx="74" cy="1"/>
              </a:xfrm>
              <a:prstGeom prst="rect">
                <a:avLst/>
              </a:prstGeom>
              <a:solidFill>
                <a:srgbClr val="AAAAAA"/>
              </a:solidFill>
              <a:ln>
                <a:noFill/>
                <a:miter lim="800000"/>
              </a:ln>
              <a:effectLst/>
            </p:spPr>
          </p:sp>
          <p:sp>
            <p:nvSpPr>
              <p:cNvPr id="53762" name=""/>
              <p:cNvSpPr/>
              <p:nvPr/>
            </p:nvSpPr>
            <p:spPr>
              <a:xfrm>
                <a:off x="2318" y="3905"/>
                <a:ext cx="74" cy="0"/>
              </a:xfrm>
              <a:prstGeom prst="rect">
                <a:avLst/>
              </a:prstGeom>
              <a:solidFill>
                <a:srgbClr val="FCFCFC"/>
              </a:solidFill>
              <a:ln>
                <a:noFill/>
                <a:miter lim="800000"/>
              </a:ln>
              <a:effectLst/>
            </p:spPr>
          </p:sp>
          <p:sp>
            <p:nvSpPr>
              <p:cNvPr id="53763" name=""/>
              <p:cNvSpPr/>
              <p:nvPr/>
            </p:nvSpPr>
            <p:spPr>
              <a:xfrm>
                <a:off x="2318" y="3907"/>
                <a:ext cx="74" cy="1"/>
              </a:xfrm>
              <a:prstGeom prst="rect">
                <a:avLst/>
              </a:prstGeom>
              <a:solidFill>
                <a:srgbClr val="FCFCFC"/>
              </a:solidFill>
              <a:ln>
                <a:noFill/>
                <a:miter lim="800000"/>
              </a:ln>
              <a:effectLst/>
            </p:spPr>
          </p:sp>
          <p:sp>
            <p:nvSpPr>
              <p:cNvPr id="53764" name=""/>
              <p:cNvSpPr/>
              <p:nvPr/>
            </p:nvSpPr>
            <p:spPr>
              <a:xfrm>
                <a:off x="2318" y="3910"/>
                <a:ext cx="74" cy="0"/>
              </a:xfrm>
              <a:prstGeom prst="rect">
                <a:avLst/>
              </a:prstGeom>
              <a:solidFill>
                <a:srgbClr val="FDFDFD"/>
              </a:solidFill>
              <a:ln>
                <a:noFill/>
                <a:miter lim="800000"/>
              </a:ln>
              <a:effectLst/>
            </p:spPr>
          </p:sp>
          <p:sp>
            <p:nvSpPr>
              <p:cNvPr id="53765" name=""/>
              <p:cNvSpPr/>
              <p:nvPr/>
            </p:nvSpPr>
            <p:spPr>
              <a:xfrm>
                <a:off x="2318" y="3912"/>
                <a:ext cx="74" cy="0"/>
              </a:xfrm>
              <a:prstGeom prst="rect">
                <a:avLst/>
              </a:prstGeom>
              <a:solidFill>
                <a:srgbClr val="FEFEFE"/>
              </a:solidFill>
              <a:ln>
                <a:noFill/>
                <a:miter lim="800000"/>
              </a:ln>
              <a:effectLst/>
            </p:spPr>
          </p:sp>
          <p:sp>
            <p:nvSpPr>
              <p:cNvPr id="53766" name=""/>
              <p:cNvSpPr/>
              <p:nvPr/>
            </p:nvSpPr>
            <p:spPr>
              <a:xfrm>
                <a:off x="2318" y="3914"/>
                <a:ext cx="74" cy="0"/>
              </a:xfrm>
              <a:prstGeom prst="rect">
                <a:avLst/>
              </a:prstGeom>
              <a:solidFill>
                <a:srgbClr val="FFFFFF"/>
              </a:solidFill>
              <a:ln>
                <a:noFill/>
                <a:miter lim="800000"/>
              </a:ln>
              <a:effectLst/>
            </p:spPr>
          </p:sp>
          <p:sp>
            <p:nvSpPr>
              <p:cNvPr id="53767" name=""/>
              <p:cNvSpPr/>
              <p:nvPr/>
            </p:nvSpPr>
            <p:spPr>
              <a:xfrm>
                <a:off x="2318" y="3915"/>
                <a:ext cx="74" cy="2"/>
              </a:xfrm>
              <a:prstGeom prst="rect">
                <a:avLst/>
              </a:prstGeom>
              <a:solidFill>
                <a:srgbClr val="FFFFFF"/>
              </a:solidFill>
              <a:ln>
                <a:noFill/>
                <a:miter lim="800000"/>
              </a:ln>
              <a:effectLst/>
            </p:spPr>
          </p:sp>
          <p:sp>
            <p:nvSpPr>
              <p:cNvPr id="53768" name=""/>
              <p:cNvSpPr/>
              <p:nvPr/>
            </p:nvSpPr>
            <p:spPr>
              <a:xfrm>
                <a:off x="2322" y="3696"/>
                <a:ext cx="66" cy="217"/>
              </a:xfrm>
              <a:prstGeom prst="rect">
                <a:avLst/>
              </a:prstGeom>
              <a:solidFill>
                <a:srgbClr val="CECECE"/>
              </a:solidFill>
              <a:ln w="12700">
                <a:solidFill>
                  <a:schemeClr val="tx1"/>
                </a:solidFill>
                <a:miter lim="800000"/>
              </a:ln>
              <a:effectLst/>
            </p:spPr>
          </p:sp>
          <p:sp>
            <p:nvSpPr>
              <p:cNvPr id="53769" name=""/>
              <p:cNvSpPr/>
              <p:nvPr/>
            </p:nvSpPr>
            <p:spPr>
              <a:xfrm>
                <a:off x="2308" y="3917"/>
                <a:ext cx="92" cy="16"/>
              </a:xfrm>
              <a:prstGeom prst="rect">
                <a:avLst/>
              </a:prstGeom>
              <a:solidFill>
                <a:schemeClr val="tx1"/>
              </a:solidFill>
              <a:ln>
                <a:noFill/>
                <a:miter lim="800000"/>
              </a:ln>
              <a:effectLst/>
            </p:spPr>
          </p:sp>
          <p:cxnSp>
            <p:nvCxnSpPr>
              <p:cNvPr id="53770" name=""/>
              <p:cNvCxnSpPr/>
              <p:nvPr/>
            </p:nvCxnSpPr>
            <p:spPr>
              <a:xfrm>
                <a:off x="2318" y="3791"/>
                <a:ext cx="73" cy="0"/>
              </a:xfrm>
              <a:prstGeom prst="line">
                <a:avLst/>
              </a:prstGeom>
              <a:noFill/>
              <a:ln w="12700">
                <a:solidFill>
                  <a:schemeClr val="tx1"/>
                </a:solidFill>
                <a:miter lim="800000"/>
              </a:ln>
              <a:effectLst/>
            </p:spPr>
          </p:cxnSp>
          <p:sp>
            <p:nvSpPr>
              <p:cNvPr id="53771" name=""/>
              <p:cNvSpPr/>
              <p:nvPr/>
            </p:nvSpPr>
            <p:spPr>
              <a:xfrm>
                <a:off x="2326" y="3793"/>
                <a:ext cx="56" cy="10"/>
              </a:xfrm>
              <a:prstGeom prst="rect">
                <a:avLst/>
              </a:prstGeom>
              <a:solidFill>
                <a:srgbClr val="8E8E8E"/>
              </a:solidFill>
              <a:ln>
                <a:noFill/>
                <a:miter lim="800000"/>
              </a:ln>
              <a:effectLst/>
            </p:spPr>
          </p:sp>
          <p:sp>
            <p:nvSpPr>
              <p:cNvPr id="53772" name=""/>
              <p:cNvSpPr/>
              <p:nvPr/>
            </p:nvSpPr>
            <p:spPr>
              <a:xfrm>
                <a:off x="2326" y="3905"/>
                <a:ext cx="56" cy="0"/>
              </a:xfrm>
              <a:prstGeom prst="rect">
                <a:avLst/>
              </a:prstGeom>
              <a:solidFill>
                <a:srgbClr val="C7C7C7"/>
              </a:solidFill>
              <a:ln>
                <a:noFill/>
                <a:miter lim="800000"/>
              </a:ln>
              <a:effectLst/>
            </p:spPr>
          </p:sp>
          <p:sp>
            <p:nvSpPr>
              <p:cNvPr id="53773" name=""/>
              <p:cNvSpPr/>
              <p:nvPr/>
            </p:nvSpPr>
            <p:spPr>
              <a:xfrm>
                <a:off x="2326" y="3907"/>
                <a:ext cx="56" cy="1"/>
              </a:xfrm>
              <a:prstGeom prst="rect">
                <a:avLst/>
              </a:prstGeom>
              <a:solidFill>
                <a:srgbClr val="E3E3E3"/>
              </a:solidFill>
              <a:ln>
                <a:noFill/>
                <a:miter lim="800000"/>
              </a:ln>
              <a:effectLst/>
            </p:spPr>
          </p:sp>
          <p:sp>
            <p:nvSpPr>
              <p:cNvPr id="53774" name=""/>
              <p:cNvSpPr/>
              <p:nvPr/>
            </p:nvSpPr>
            <p:spPr>
              <a:xfrm>
                <a:off x="2326" y="3910"/>
                <a:ext cx="56" cy="0"/>
              </a:xfrm>
              <a:prstGeom prst="rect">
                <a:avLst/>
              </a:prstGeom>
              <a:solidFill>
                <a:srgbClr val="FFFFFF"/>
              </a:solidFill>
              <a:ln>
                <a:noFill/>
                <a:miter lim="800000"/>
              </a:ln>
              <a:effectLst/>
            </p:spPr>
          </p:sp>
          <p:cxnSp>
            <p:nvCxnSpPr>
              <p:cNvPr id="53775" name=""/>
              <p:cNvCxnSpPr/>
              <p:nvPr/>
            </p:nvCxnSpPr>
            <p:spPr>
              <a:xfrm flipH="1">
                <a:off x="2318" y="3693"/>
                <a:ext cx="0" cy="224"/>
              </a:xfrm>
              <a:prstGeom prst="line">
                <a:avLst/>
              </a:prstGeom>
              <a:noFill/>
              <a:ln w="12700">
                <a:solidFill>
                  <a:srgbClr val="555555"/>
                </a:solidFill>
                <a:miter lim="800000"/>
              </a:ln>
              <a:effectLst/>
            </p:spPr>
          </p:cxnSp>
          <p:sp>
            <p:nvSpPr>
              <p:cNvPr id="53776" name=""/>
              <p:cNvSpPr/>
              <p:nvPr/>
            </p:nvSpPr>
            <p:spPr>
              <a:xfrm>
                <a:off x="2320" y="3698"/>
                <a:ext cx="3" cy="4"/>
              </a:xfrm>
              <a:prstGeom prst="ellipse">
                <a:avLst/>
              </a:prstGeom>
              <a:solidFill>
                <a:srgbClr val="8E8E8E"/>
              </a:solidFill>
              <a:ln>
                <a:noFill/>
                <a:miter lim="800000"/>
              </a:ln>
              <a:effectLst/>
            </p:spPr>
          </p:sp>
          <p:sp>
            <p:nvSpPr>
              <p:cNvPr id="53777" name=""/>
              <p:cNvSpPr/>
              <p:nvPr/>
            </p:nvSpPr>
            <p:spPr>
              <a:xfrm>
                <a:off x="2329" y="3698"/>
                <a:ext cx="3" cy="4"/>
              </a:xfrm>
              <a:prstGeom prst="ellipse">
                <a:avLst/>
              </a:prstGeom>
              <a:solidFill>
                <a:srgbClr val="8E8E8E"/>
              </a:solidFill>
              <a:ln>
                <a:noFill/>
                <a:miter lim="800000"/>
              </a:ln>
              <a:effectLst/>
            </p:spPr>
          </p:sp>
          <p:sp>
            <p:nvSpPr>
              <p:cNvPr id="53778" name=""/>
              <p:cNvSpPr/>
              <p:nvPr/>
            </p:nvSpPr>
            <p:spPr>
              <a:xfrm>
                <a:off x="2340" y="3698"/>
                <a:ext cx="2" cy="4"/>
              </a:xfrm>
              <a:prstGeom prst="ellipse">
                <a:avLst/>
              </a:prstGeom>
              <a:solidFill>
                <a:srgbClr val="8E8E8E"/>
              </a:solidFill>
              <a:ln>
                <a:noFill/>
                <a:miter lim="800000"/>
              </a:ln>
              <a:effectLst/>
            </p:spPr>
          </p:sp>
          <p:sp>
            <p:nvSpPr>
              <p:cNvPr id="53779" name=""/>
              <p:cNvSpPr/>
              <p:nvPr/>
            </p:nvSpPr>
            <p:spPr>
              <a:xfrm>
                <a:off x="2350" y="3698"/>
                <a:ext cx="3" cy="4"/>
              </a:xfrm>
              <a:prstGeom prst="ellipse">
                <a:avLst/>
              </a:prstGeom>
              <a:solidFill>
                <a:srgbClr val="8E8E8E"/>
              </a:solidFill>
              <a:ln>
                <a:noFill/>
                <a:miter lim="800000"/>
              </a:ln>
              <a:effectLst/>
            </p:spPr>
          </p:sp>
          <p:sp>
            <p:nvSpPr>
              <p:cNvPr id="53780" name=""/>
              <p:cNvSpPr/>
              <p:nvPr/>
            </p:nvSpPr>
            <p:spPr>
              <a:xfrm>
                <a:off x="2360" y="3698"/>
                <a:ext cx="4" cy="4"/>
              </a:xfrm>
              <a:prstGeom prst="ellipse">
                <a:avLst/>
              </a:prstGeom>
              <a:solidFill>
                <a:srgbClr val="8E8E8E"/>
              </a:solidFill>
              <a:ln>
                <a:noFill/>
                <a:miter lim="800000"/>
              </a:ln>
              <a:effectLst/>
            </p:spPr>
          </p:sp>
          <p:sp>
            <p:nvSpPr>
              <p:cNvPr id="53781" name=""/>
              <p:cNvSpPr/>
              <p:nvPr/>
            </p:nvSpPr>
            <p:spPr>
              <a:xfrm>
                <a:off x="2368" y="3698"/>
                <a:ext cx="4" cy="4"/>
              </a:xfrm>
              <a:prstGeom prst="ellipse">
                <a:avLst/>
              </a:prstGeom>
              <a:solidFill>
                <a:srgbClr val="8E8E8E"/>
              </a:solidFill>
              <a:ln>
                <a:noFill/>
                <a:miter lim="800000"/>
              </a:ln>
              <a:effectLst/>
            </p:spPr>
          </p:sp>
          <p:sp>
            <p:nvSpPr>
              <p:cNvPr id="53782" name=""/>
              <p:cNvSpPr/>
              <p:nvPr/>
            </p:nvSpPr>
            <p:spPr>
              <a:xfrm>
                <a:off x="2379" y="3698"/>
                <a:ext cx="3" cy="4"/>
              </a:xfrm>
              <a:prstGeom prst="ellipse">
                <a:avLst/>
              </a:prstGeom>
              <a:solidFill>
                <a:srgbClr val="8E8E8E"/>
              </a:solidFill>
              <a:ln>
                <a:noFill/>
                <a:miter lim="800000"/>
              </a:ln>
              <a:effectLst/>
            </p:spPr>
          </p:sp>
          <p:sp>
            <p:nvSpPr>
              <p:cNvPr id="53783" name=""/>
              <p:cNvSpPr/>
              <p:nvPr/>
            </p:nvSpPr>
            <p:spPr>
              <a:xfrm>
                <a:off x="2335" y="3705"/>
                <a:ext cx="3" cy="5"/>
              </a:xfrm>
              <a:prstGeom prst="ellipse">
                <a:avLst/>
              </a:prstGeom>
              <a:solidFill>
                <a:srgbClr val="8E8E8E"/>
              </a:solidFill>
              <a:ln>
                <a:noFill/>
                <a:miter lim="800000"/>
              </a:ln>
              <a:effectLst/>
            </p:spPr>
          </p:sp>
          <p:sp>
            <p:nvSpPr>
              <p:cNvPr id="53784" name=""/>
              <p:cNvSpPr/>
              <p:nvPr/>
            </p:nvSpPr>
            <p:spPr>
              <a:xfrm>
                <a:off x="2344" y="3705"/>
                <a:ext cx="5" cy="5"/>
              </a:xfrm>
              <a:prstGeom prst="ellipse">
                <a:avLst/>
              </a:prstGeom>
              <a:solidFill>
                <a:srgbClr val="8E8E8E"/>
              </a:solidFill>
              <a:ln>
                <a:noFill/>
                <a:miter lim="800000"/>
              </a:ln>
              <a:effectLst/>
            </p:spPr>
          </p:sp>
          <p:sp>
            <p:nvSpPr>
              <p:cNvPr id="53785" name=""/>
              <p:cNvSpPr/>
              <p:nvPr/>
            </p:nvSpPr>
            <p:spPr>
              <a:xfrm>
                <a:off x="2355" y="3705"/>
                <a:ext cx="3" cy="5"/>
              </a:xfrm>
              <a:prstGeom prst="ellipse">
                <a:avLst/>
              </a:prstGeom>
              <a:solidFill>
                <a:srgbClr val="8E8E8E"/>
              </a:solidFill>
              <a:ln>
                <a:noFill/>
                <a:miter lim="800000"/>
              </a:ln>
              <a:effectLst/>
            </p:spPr>
          </p:sp>
          <p:sp>
            <p:nvSpPr>
              <p:cNvPr id="53786" name=""/>
              <p:cNvSpPr/>
              <p:nvPr/>
            </p:nvSpPr>
            <p:spPr>
              <a:xfrm>
                <a:off x="2364" y="3705"/>
                <a:ext cx="3" cy="5"/>
              </a:xfrm>
              <a:prstGeom prst="ellipse">
                <a:avLst/>
              </a:prstGeom>
              <a:solidFill>
                <a:srgbClr val="8E8E8E"/>
              </a:solidFill>
              <a:ln>
                <a:noFill/>
                <a:miter lim="800000"/>
              </a:ln>
              <a:effectLst/>
            </p:spPr>
          </p:sp>
          <p:sp>
            <p:nvSpPr>
              <p:cNvPr id="53787" name=""/>
              <p:cNvSpPr/>
              <p:nvPr/>
            </p:nvSpPr>
            <p:spPr>
              <a:xfrm>
                <a:off x="2375" y="3705"/>
                <a:ext cx="2" cy="5"/>
              </a:xfrm>
              <a:prstGeom prst="ellipse">
                <a:avLst/>
              </a:prstGeom>
              <a:solidFill>
                <a:srgbClr val="8E8E8E"/>
              </a:solidFill>
              <a:ln>
                <a:noFill/>
                <a:miter lim="800000"/>
              </a:ln>
              <a:effectLst/>
            </p:spPr>
          </p:sp>
          <p:sp>
            <p:nvSpPr>
              <p:cNvPr id="53788" name=""/>
              <p:cNvSpPr/>
              <p:nvPr/>
            </p:nvSpPr>
            <p:spPr>
              <a:xfrm>
                <a:off x="2385" y="3705"/>
                <a:ext cx="3" cy="5"/>
              </a:xfrm>
              <a:prstGeom prst="ellipse">
                <a:avLst/>
              </a:prstGeom>
              <a:solidFill>
                <a:srgbClr val="8E8E8E"/>
              </a:solidFill>
              <a:ln>
                <a:noFill/>
                <a:miter lim="800000"/>
              </a:ln>
              <a:effectLst/>
            </p:spPr>
          </p:sp>
          <p:sp>
            <p:nvSpPr>
              <p:cNvPr id="53789" name=""/>
              <p:cNvSpPr/>
              <p:nvPr/>
            </p:nvSpPr>
            <p:spPr>
              <a:xfrm>
                <a:off x="2320" y="3714"/>
                <a:ext cx="3" cy="5"/>
              </a:xfrm>
              <a:prstGeom prst="ellipse">
                <a:avLst/>
              </a:prstGeom>
              <a:solidFill>
                <a:srgbClr val="8E8E8E"/>
              </a:solidFill>
              <a:ln>
                <a:noFill/>
                <a:miter lim="800000"/>
              </a:ln>
              <a:effectLst/>
            </p:spPr>
          </p:sp>
          <p:sp>
            <p:nvSpPr>
              <p:cNvPr id="53790" name=""/>
              <p:cNvSpPr/>
              <p:nvPr/>
            </p:nvSpPr>
            <p:spPr>
              <a:xfrm>
                <a:off x="2329" y="3714"/>
                <a:ext cx="3" cy="5"/>
              </a:xfrm>
              <a:prstGeom prst="ellipse">
                <a:avLst/>
              </a:prstGeom>
              <a:solidFill>
                <a:srgbClr val="8E8E8E"/>
              </a:solidFill>
              <a:ln>
                <a:noFill/>
                <a:miter lim="800000"/>
              </a:ln>
              <a:effectLst/>
            </p:spPr>
          </p:sp>
          <p:sp>
            <p:nvSpPr>
              <p:cNvPr id="53791" name=""/>
              <p:cNvSpPr/>
              <p:nvPr/>
            </p:nvSpPr>
            <p:spPr>
              <a:xfrm>
                <a:off x="2340" y="3714"/>
                <a:ext cx="2" cy="5"/>
              </a:xfrm>
              <a:prstGeom prst="ellipse">
                <a:avLst/>
              </a:prstGeom>
              <a:solidFill>
                <a:srgbClr val="8E8E8E"/>
              </a:solidFill>
              <a:ln>
                <a:noFill/>
                <a:miter lim="800000"/>
              </a:ln>
              <a:effectLst/>
            </p:spPr>
          </p:sp>
          <p:sp>
            <p:nvSpPr>
              <p:cNvPr id="53792" name=""/>
              <p:cNvSpPr/>
              <p:nvPr/>
            </p:nvSpPr>
            <p:spPr>
              <a:xfrm>
                <a:off x="2350" y="3714"/>
                <a:ext cx="3" cy="5"/>
              </a:xfrm>
              <a:prstGeom prst="ellipse">
                <a:avLst/>
              </a:prstGeom>
              <a:solidFill>
                <a:srgbClr val="8E8E8E"/>
              </a:solidFill>
              <a:ln>
                <a:noFill/>
                <a:miter lim="800000"/>
              </a:ln>
              <a:effectLst/>
            </p:spPr>
          </p:sp>
          <p:sp>
            <p:nvSpPr>
              <p:cNvPr id="53793" name=""/>
              <p:cNvSpPr/>
              <p:nvPr/>
            </p:nvSpPr>
            <p:spPr>
              <a:xfrm>
                <a:off x="2360" y="3714"/>
                <a:ext cx="4" cy="5"/>
              </a:xfrm>
              <a:prstGeom prst="ellipse">
                <a:avLst/>
              </a:prstGeom>
              <a:solidFill>
                <a:srgbClr val="8E8E8E"/>
              </a:solidFill>
              <a:ln>
                <a:noFill/>
                <a:miter lim="800000"/>
              </a:ln>
              <a:effectLst/>
            </p:spPr>
          </p:sp>
          <p:sp>
            <p:nvSpPr>
              <p:cNvPr id="53794" name=""/>
              <p:cNvSpPr/>
              <p:nvPr/>
            </p:nvSpPr>
            <p:spPr>
              <a:xfrm>
                <a:off x="2368" y="3714"/>
                <a:ext cx="4" cy="5"/>
              </a:xfrm>
              <a:prstGeom prst="ellipse">
                <a:avLst/>
              </a:prstGeom>
              <a:solidFill>
                <a:srgbClr val="8E8E8E"/>
              </a:solidFill>
              <a:ln>
                <a:noFill/>
                <a:miter lim="800000"/>
              </a:ln>
              <a:effectLst/>
            </p:spPr>
          </p:sp>
          <p:sp>
            <p:nvSpPr>
              <p:cNvPr id="53795" name=""/>
              <p:cNvSpPr/>
              <p:nvPr/>
            </p:nvSpPr>
            <p:spPr>
              <a:xfrm>
                <a:off x="2379" y="3714"/>
                <a:ext cx="3" cy="5"/>
              </a:xfrm>
              <a:prstGeom prst="ellipse">
                <a:avLst/>
              </a:prstGeom>
              <a:solidFill>
                <a:srgbClr val="8E8E8E"/>
              </a:solidFill>
              <a:ln>
                <a:noFill/>
                <a:miter lim="800000"/>
              </a:ln>
              <a:effectLst/>
            </p:spPr>
          </p:sp>
          <p:sp>
            <p:nvSpPr>
              <p:cNvPr id="53796" name=""/>
              <p:cNvSpPr/>
              <p:nvPr/>
            </p:nvSpPr>
            <p:spPr>
              <a:xfrm>
                <a:off x="2326" y="3722"/>
                <a:ext cx="3" cy="5"/>
              </a:xfrm>
              <a:prstGeom prst="ellipse">
                <a:avLst/>
              </a:prstGeom>
              <a:solidFill>
                <a:srgbClr val="8E8E8E"/>
              </a:solidFill>
              <a:ln>
                <a:noFill/>
                <a:miter lim="800000"/>
              </a:ln>
              <a:effectLst/>
            </p:spPr>
          </p:sp>
          <p:sp>
            <p:nvSpPr>
              <p:cNvPr id="53797" name=""/>
              <p:cNvSpPr/>
              <p:nvPr/>
            </p:nvSpPr>
            <p:spPr>
              <a:xfrm>
                <a:off x="2335" y="3722"/>
                <a:ext cx="3" cy="5"/>
              </a:xfrm>
              <a:prstGeom prst="ellipse">
                <a:avLst/>
              </a:prstGeom>
              <a:solidFill>
                <a:srgbClr val="8E8E8E"/>
              </a:solidFill>
              <a:ln>
                <a:noFill/>
                <a:miter lim="800000"/>
              </a:ln>
              <a:effectLst/>
            </p:spPr>
          </p:sp>
          <p:sp>
            <p:nvSpPr>
              <p:cNvPr id="53798" name=""/>
              <p:cNvSpPr/>
              <p:nvPr/>
            </p:nvSpPr>
            <p:spPr>
              <a:xfrm>
                <a:off x="2344" y="3722"/>
                <a:ext cx="5" cy="5"/>
              </a:xfrm>
              <a:prstGeom prst="ellipse">
                <a:avLst/>
              </a:prstGeom>
              <a:solidFill>
                <a:srgbClr val="8E8E8E"/>
              </a:solidFill>
              <a:ln>
                <a:noFill/>
                <a:miter lim="800000"/>
              </a:ln>
              <a:effectLst/>
            </p:spPr>
          </p:sp>
          <p:sp>
            <p:nvSpPr>
              <p:cNvPr id="53799" name=""/>
              <p:cNvSpPr/>
              <p:nvPr/>
            </p:nvSpPr>
            <p:spPr>
              <a:xfrm>
                <a:off x="2355" y="3722"/>
                <a:ext cx="3" cy="5"/>
              </a:xfrm>
              <a:prstGeom prst="ellipse">
                <a:avLst/>
              </a:prstGeom>
              <a:solidFill>
                <a:srgbClr val="8E8E8E"/>
              </a:solidFill>
              <a:ln>
                <a:noFill/>
                <a:miter lim="800000"/>
              </a:ln>
              <a:effectLst/>
            </p:spPr>
          </p:sp>
          <p:sp>
            <p:nvSpPr>
              <p:cNvPr id="53800" name=""/>
              <p:cNvSpPr/>
              <p:nvPr/>
            </p:nvSpPr>
            <p:spPr>
              <a:xfrm>
                <a:off x="2364" y="3722"/>
                <a:ext cx="3" cy="5"/>
              </a:xfrm>
              <a:prstGeom prst="ellipse">
                <a:avLst/>
              </a:prstGeom>
              <a:solidFill>
                <a:srgbClr val="8E8E8E"/>
              </a:solidFill>
              <a:ln>
                <a:noFill/>
                <a:miter lim="800000"/>
              </a:ln>
              <a:effectLst/>
            </p:spPr>
          </p:sp>
          <p:sp>
            <p:nvSpPr>
              <p:cNvPr id="53801" name=""/>
              <p:cNvSpPr/>
              <p:nvPr/>
            </p:nvSpPr>
            <p:spPr>
              <a:xfrm>
                <a:off x="2375" y="3722"/>
                <a:ext cx="2" cy="5"/>
              </a:xfrm>
              <a:prstGeom prst="ellipse">
                <a:avLst/>
              </a:prstGeom>
              <a:solidFill>
                <a:srgbClr val="8E8E8E"/>
              </a:solidFill>
              <a:ln>
                <a:noFill/>
                <a:miter lim="800000"/>
              </a:ln>
              <a:effectLst/>
            </p:spPr>
          </p:sp>
          <p:sp>
            <p:nvSpPr>
              <p:cNvPr id="53802" name=""/>
              <p:cNvSpPr/>
              <p:nvPr/>
            </p:nvSpPr>
            <p:spPr>
              <a:xfrm>
                <a:off x="2385" y="3722"/>
                <a:ext cx="3" cy="5"/>
              </a:xfrm>
              <a:prstGeom prst="ellipse">
                <a:avLst/>
              </a:prstGeom>
              <a:solidFill>
                <a:srgbClr val="8E8E8E"/>
              </a:solidFill>
              <a:ln>
                <a:noFill/>
                <a:miter lim="800000"/>
              </a:ln>
              <a:effectLst/>
            </p:spPr>
          </p:sp>
          <p:sp>
            <p:nvSpPr>
              <p:cNvPr id="53803" name=""/>
              <p:cNvSpPr/>
              <p:nvPr/>
            </p:nvSpPr>
            <p:spPr>
              <a:xfrm>
                <a:off x="2324" y="3709"/>
                <a:ext cx="17" cy="17"/>
              </a:xfrm>
              <a:custGeom>
                <a:pathLst>
                  <a:path w="17" h="17">
                    <a:moveTo>
                      <a:pt x="6" y="0"/>
                    </a:moveTo>
                    <a:lnTo>
                      <a:pt x="0" y="0"/>
                    </a:lnTo>
                    <a:lnTo>
                      <a:pt x="6" y="16"/>
                    </a:lnTo>
                    <a:lnTo>
                      <a:pt x="16" y="0"/>
                    </a:lnTo>
                    <a:lnTo>
                      <a:pt x="6" y="0"/>
                    </a:lnTo>
                  </a:path>
                </a:pathLst>
              </a:custGeom>
              <a:solidFill>
                <a:srgbClr val="4000D5"/>
              </a:solidFill>
              <a:ln w="12700" cap="rnd" cmpd="sng">
                <a:solidFill>
                  <a:srgbClr val="3300AA"/>
                </a:solidFill>
                <a:prstDash val="solid"/>
                <a:round/>
              </a:ln>
              <a:effectLst/>
            </p:spPr>
          </p:sp>
          <p:sp>
            <p:nvSpPr>
              <p:cNvPr id="53804" name=""/>
              <p:cNvSpPr/>
              <p:nvPr/>
            </p:nvSpPr>
            <p:spPr>
              <a:xfrm>
                <a:off x="2324" y="3704"/>
                <a:ext cx="17" cy="17"/>
              </a:xfrm>
              <a:custGeom>
                <a:pathLst>
                  <a:path w="17" h="17">
                    <a:moveTo>
                      <a:pt x="6" y="16"/>
                    </a:moveTo>
                    <a:lnTo>
                      <a:pt x="0" y="16"/>
                    </a:lnTo>
                    <a:lnTo>
                      <a:pt x="6" y="0"/>
                    </a:lnTo>
                    <a:lnTo>
                      <a:pt x="16" y="16"/>
                    </a:lnTo>
                    <a:lnTo>
                      <a:pt x="6" y="16"/>
                    </a:lnTo>
                  </a:path>
                </a:pathLst>
              </a:custGeom>
              <a:solidFill>
                <a:srgbClr val="4000D5"/>
              </a:solidFill>
              <a:ln w="12700" cap="rnd" cmpd="sng">
                <a:solidFill>
                  <a:srgbClr val="3300AA"/>
                </a:solidFill>
                <a:prstDash val="solid"/>
                <a:round/>
              </a:ln>
              <a:effectLst/>
            </p:spPr>
          </p:sp>
          <p:sp>
            <p:nvSpPr>
              <p:cNvPr id="53805" name=""/>
              <p:cNvSpPr/>
              <p:nvPr/>
            </p:nvSpPr>
            <p:spPr>
              <a:xfrm>
                <a:off x="2326" y="3819"/>
                <a:ext cx="56" cy="9"/>
              </a:xfrm>
              <a:prstGeom prst="rect">
                <a:avLst/>
              </a:prstGeom>
              <a:solidFill>
                <a:srgbClr val="8E8E8E"/>
              </a:solidFill>
              <a:ln>
                <a:noFill/>
                <a:miter lim="800000"/>
              </a:ln>
              <a:effectLst/>
            </p:spPr>
          </p:sp>
          <p:sp>
            <p:nvSpPr>
              <p:cNvPr id="53806" name=""/>
              <p:cNvSpPr/>
              <p:nvPr/>
            </p:nvSpPr>
            <p:spPr>
              <a:xfrm>
                <a:off x="2326" y="3845"/>
                <a:ext cx="56" cy="11"/>
              </a:xfrm>
              <a:prstGeom prst="rect">
                <a:avLst/>
              </a:prstGeom>
              <a:solidFill>
                <a:srgbClr val="8E8E8E"/>
              </a:solidFill>
              <a:ln>
                <a:noFill/>
                <a:miter lim="800000"/>
              </a:ln>
              <a:effectLst/>
            </p:spPr>
          </p:sp>
          <p:sp>
            <p:nvSpPr>
              <p:cNvPr id="53807" name=""/>
              <p:cNvSpPr/>
              <p:nvPr/>
            </p:nvSpPr>
            <p:spPr>
              <a:xfrm>
                <a:off x="2326" y="3870"/>
                <a:ext cx="56" cy="11"/>
              </a:xfrm>
              <a:prstGeom prst="rect">
                <a:avLst/>
              </a:prstGeom>
              <a:solidFill>
                <a:srgbClr val="8E8E8E"/>
              </a:solidFill>
              <a:ln>
                <a:noFill/>
                <a:miter lim="800000"/>
              </a:ln>
              <a:effectLst/>
            </p:spPr>
          </p:sp>
          <p:sp>
            <p:nvSpPr>
              <p:cNvPr id="53808" name=""/>
              <p:cNvSpPr/>
              <p:nvPr/>
            </p:nvSpPr>
            <p:spPr>
              <a:xfrm>
                <a:off x="2326" y="3897"/>
                <a:ext cx="56" cy="11"/>
              </a:xfrm>
              <a:prstGeom prst="rect">
                <a:avLst/>
              </a:prstGeom>
              <a:solidFill>
                <a:srgbClr val="8E8E8E"/>
              </a:solidFill>
              <a:ln>
                <a:noFill/>
                <a:miter lim="800000"/>
              </a:ln>
              <a:effectLst/>
            </p:spPr>
          </p:sp>
          <p:sp>
            <p:nvSpPr>
              <p:cNvPr id="53809" name=""/>
              <p:cNvSpPr/>
              <p:nvPr/>
            </p:nvSpPr>
            <p:spPr>
              <a:xfrm>
                <a:off x="2326" y="3770"/>
                <a:ext cx="56" cy="10"/>
              </a:xfrm>
              <a:prstGeom prst="rect">
                <a:avLst/>
              </a:prstGeom>
              <a:solidFill>
                <a:srgbClr val="8E8E8E"/>
              </a:solidFill>
              <a:ln>
                <a:noFill/>
                <a:miter lim="800000"/>
              </a:ln>
              <a:effectLst/>
            </p:spPr>
          </p:sp>
          <p:sp>
            <p:nvSpPr>
              <p:cNvPr id="53810" name=""/>
              <p:cNvSpPr/>
              <p:nvPr/>
            </p:nvSpPr>
            <p:spPr>
              <a:xfrm>
                <a:off x="2326" y="3735"/>
                <a:ext cx="18" cy="7"/>
              </a:xfrm>
              <a:prstGeom prst="rect">
                <a:avLst/>
              </a:prstGeom>
              <a:solidFill>
                <a:srgbClr val="8E8E8E"/>
              </a:solidFill>
              <a:ln>
                <a:noFill/>
                <a:miter lim="800000"/>
              </a:ln>
              <a:effectLst/>
            </p:spPr>
          </p:sp>
        </p:grpSp>
      </p:grpSp>
      <p:grpSp>
        <p:nvGrpSpPr>
          <p:cNvPr id="53811" name=""/>
          <p:cNvGrpSpPr/>
          <p:nvPr/>
        </p:nvGrpSpPr>
        <p:grpSpPr>
          <a:xfrm>
            <a:off x="2490788" y="4394200"/>
            <a:ext cx="1162050" cy="1065213"/>
            <a:chOff x="1553" y="3053"/>
            <a:chExt cx="725" cy="740"/>
          </a:xfrm>
        </p:grpSpPr>
        <p:cxnSp>
          <p:nvCxnSpPr>
            <p:cNvPr id="53812" name=""/>
            <p:cNvCxnSpPr/>
            <p:nvPr/>
          </p:nvCxnSpPr>
          <p:spPr>
            <a:xfrm flipH="1">
              <a:off x="1689" y="3481"/>
              <a:ext cx="1" cy="86"/>
            </a:xfrm>
            <a:prstGeom prst="line">
              <a:avLst/>
            </a:prstGeom>
            <a:noFill/>
            <a:ln w="25400">
              <a:solidFill>
                <a:schemeClr val="accent1"/>
              </a:solidFill>
              <a:miter lim="800000"/>
            </a:ln>
            <a:effectLst/>
          </p:spPr>
        </p:cxnSp>
        <p:grpSp>
          <p:nvGrpSpPr>
            <p:cNvPr id="53813" name=""/>
            <p:cNvGrpSpPr/>
            <p:nvPr/>
          </p:nvGrpSpPr>
          <p:grpSpPr>
            <a:xfrm>
              <a:off x="1553" y="3053"/>
              <a:ext cx="725" cy="740"/>
              <a:chOff x="1553" y="3053"/>
              <a:chExt cx="725" cy="740"/>
            </a:xfrm>
          </p:grpSpPr>
          <p:grpSp>
            <p:nvGrpSpPr>
              <p:cNvPr id="53814" name=""/>
              <p:cNvGrpSpPr/>
              <p:nvPr/>
            </p:nvGrpSpPr>
            <p:grpSpPr>
              <a:xfrm>
                <a:off x="1556" y="3518"/>
                <a:ext cx="248" cy="275"/>
                <a:chOff x="1556" y="3518"/>
                <a:chExt cx="248" cy="275"/>
              </a:xfrm>
            </p:grpSpPr>
            <p:sp>
              <p:nvSpPr>
                <p:cNvPr id="53815" name=""/>
                <p:cNvSpPr/>
                <p:nvPr/>
              </p:nvSpPr>
              <p:spPr>
                <a:xfrm>
                  <a:off x="1556" y="3682"/>
                  <a:ext cx="81" cy="80"/>
                </a:xfrm>
                <a:custGeom>
                  <a:pathLst>
                    <a:path w="81" h="80">
                      <a:moveTo>
                        <a:pt x="0" y="0"/>
                      </a:moveTo>
                      <a:lnTo>
                        <a:pt x="0" y="35"/>
                      </a:lnTo>
                      <a:lnTo>
                        <a:pt x="80" y="79"/>
                      </a:lnTo>
                      <a:lnTo>
                        <a:pt x="80" y="42"/>
                      </a:lnTo>
                      <a:lnTo>
                        <a:pt x="0" y="0"/>
                      </a:lnTo>
                    </a:path>
                  </a:pathLst>
                </a:custGeom>
                <a:solidFill>
                  <a:srgbClr val="676767"/>
                </a:solidFill>
                <a:ln cap="rnd">
                  <a:noFill/>
                  <a:round/>
                </a:ln>
                <a:effectLst/>
              </p:spPr>
            </p:sp>
            <p:sp>
              <p:nvSpPr>
                <p:cNvPr id="53816" name=""/>
                <p:cNvSpPr/>
                <p:nvPr/>
              </p:nvSpPr>
              <p:spPr>
                <a:xfrm>
                  <a:off x="1636" y="3653"/>
                  <a:ext cx="117" cy="109"/>
                </a:xfrm>
                <a:custGeom>
                  <a:pathLst>
                    <a:path w="117" h="109">
                      <a:moveTo>
                        <a:pt x="1" y="108"/>
                      </a:moveTo>
                      <a:lnTo>
                        <a:pt x="116" y="37"/>
                      </a:lnTo>
                      <a:lnTo>
                        <a:pt x="116" y="0"/>
                      </a:lnTo>
                      <a:lnTo>
                        <a:pt x="0" y="74"/>
                      </a:lnTo>
                      <a:lnTo>
                        <a:pt x="1" y="108"/>
                      </a:lnTo>
                    </a:path>
                  </a:pathLst>
                </a:custGeom>
                <a:solidFill>
                  <a:schemeClr val="bg2"/>
                </a:solidFill>
                <a:ln cap="rnd">
                  <a:noFill/>
                  <a:round/>
                </a:ln>
                <a:effectLst/>
              </p:spPr>
            </p:sp>
            <p:sp>
              <p:nvSpPr>
                <p:cNvPr id="53817" name=""/>
                <p:cNvSpPr/>
                <p:nvPr/>
              </p:nvSpPr>
              <p:spPr>
                <a:xfrm>
                  <a:off x="1556" y="3613"/>
                  <a:ext cx="198" cy="117"/>
                </a:xfrm>
                <a:custGeom>
                  <a:pathLst>
                    <a:path w="198" h="117">
                      <a:moveTo>
                        <a:pt x="0" y="68"/>
                      </a:moveTo>
                      <a:lnTo>
                        <a:pt x="116" y="0"/>
                      </a:lnTo>
                      <a:lnTo>
                        <a:pt x="197" y="43"/>
                      </a:lnTo>
                      <a:lnTo>
                        <a:pt x="80" y="116"/>
                      </a:lnTo>
                      <a:lnTo>
                        <a:pt x="0" y="68"/>
                      </a:lnTo>
                    </a:path>
                  </a:pathLst>
                </a:custGeom>
                <a:solidFill>
                  <a:schemeClr val="folHlink"/>
                </a:solidFill>
                <a:ln cap="rnd">
                  <a:noFill/>
                  <a:round/>
                </a:ln>
                <a:effectLst/>
              </p:spPr>
            </p:sp>
            <p:sp>
              <p:nvSpPr>
                <p:cNvPr id="53818" name=""/>
                <p:cNvSpPr/>
                <p:nvPr/>
              </p:nvSpPr>
              <p:spPr>
                <a:xfrm>
                  <a:off x="1557" y="3518"/>
                  <a:ext cx="183" cy="110"/>
                </a:xfrm>
                <a:custGeom>
                  <a:pathLst>
                    <a:path w="183" h="110">
                      <a:moveTo>
                        <a:pt x="0" y="54"/>
                      </a:moveTo>
                      <a:lnTo>
                        <a:pt x="37" y="74"/>
                      </a:lnTo>
                      <a:lnTo>
                        <a:pt x="27" y="82"/>
                      </a:lnTo>
                      <a:lnTo>
                        <a:pt x="74" y="109"/>
                      </a:lnTo>
                      <a:lnTo>
                        <a:pt x="182" y="36"/>
                      </a:lnTo>
                      <a:lnTo>
                        <a:pt x="138" y="14"/>
                      </a:lnTo>
                      <a:lnTo>
                        <a:pt x="129" y="19"/>
                      </a:lnTo>
                      <a:lnTo>
                        <a:pt x="86" y="0"/>
                      </a:lnTo>
                      <a:lnTo>
                        <a:pt x="0" y="54"/>
                      </a:lnTo>
                    </a:path>
                  </a:pathLst>
                </a:custGeom>
                <a:solidFill>
                  <a:srgbClr val="DADADA"/>
                </a:solidFill>
                <a:ln cap="rnd">
                  <a:noFill/>
                  <a:round/>
                </a:ln>
                <a:effectLst/>
              </p:spPr>
            </p:sp>
            <p:sp>
              <p:nvSpPr>
                <p:cNvPr id="53819" name=""/>
                <p:cNvSpPr/>
                <p:nvPr/>
              </p:nvSpPr>
              <p:spPr>
                <a:xfrm>
                  <a:off x="1557" y="3571"/>
                  <a:ext cx="84" cy="131"/>
                </a:xfrm>
                <a:custGeom>
                  <a:pathLst>
                    <a:path w="84" h="131">
                      <a:moveTo>
                        <a:pt x="1" y="0"/>
                      </a:moveTo>
                      <a:lnTo>
                        <a:pt x="0" y="62"/>
                      </a:lnTo>
                      <a:lnTo>
                        <a:pt x="29" y="93"/>
                      </a:lnTo>
                      <a:lnTo>
                        <a:pt x="29" y="101"/>
                      </a:lnTo>
                      <a:lnTo>
                        <a:pt x="81" y="130"/>
                      </a:lnTo>
                      <a:lnTo>
                        <a:pt x="83" y="52"/>
                      </a:lnTo>
                      <a:lnTo>
                        <a:pt x="31" y="32"/>
                      </a:lnTo>
                      <a:lnTo>
                        <a:pt x="39" y="24"/>
                      </a:lnTo>
                      <a:lnTo>
                        <a:pt x="1" y="0"/>
                      </a:lnTo>
                    </a:path>
                  </a:pathLst>
                </a:custGeom>
                <a:solidFill>
                  <a:srgbClr val="676767"/>
                </a:solidFill>
                <a:ln cap="rnd">
                  <a:noFill/>
                  <a:round/>
                </a:ln>
                <a:effectLst/>
              </p:spPr>
            </p:sp>
            <p:sp>
              <p:nvSpPr>
                <p:cNvPr id="53820" name=""/>
                <p:cNvSpPr/>
                <p:nvPr/>
              </p:nvSpPr>
              <p:spPr>
                <a:xfrm>
                  <a:off x="1639" y="3555"/>
                  <a:ext cx="101" cy="147"/>
                </a:xfrm>
                <a:custGeom>
                  <a:pathLst>
                    <a:path w="101" h="147">
                      <a:moveTo>
                        <a:pt x="100" y="0"/>
                      </a:moveTo>
                      <a:lnTo>
                        <a:pt x="100" y="80"/>
                      </a:lnTo>
                      <a:lnTo>
                        <a:pt x="0" y="146"/>
                      </a:lnTo>
                      <a:lnTo>
                        <a:pt x="0" y="68"/>
                      </a:lnTo>
                      <a:lnTo>
                        <a:pt x="100" y="0"/>
                      </a:lnTo>
                    </a:path>
                  </a:pathLst>
                </a:custGeom>
                <a:solidFill>
                  <a:schemeClr val="bg2"/>
                </a:solidFill>
                <a:ln cap="rnd">
                  <a:noFill/>
                  <a:round/>
                </a:ln>
                <a:effectLst/>
              </p:spPr>
            </p:sp>
            <p:sp>
              <p:nvSpPr>
                <p:cNvPr id="53821" name=""/>
                <p:cNvSpPr/>
                <p:nvPr/>
              </p:nvSpPr>
              <p:spPr>
                <a:xfrm>
                  <a:off x="1651" y="3572"/>
                  <a:ext cx="75" cy="106"/>
                </a:xfrm>
                <a:custGeom>
                  <a:pathLst>
                    <a:path w="75" h="106">
                      <a:moveTo>
                        <a:pt x="74" y="0"/>
                      </a:moveTo>
                      <a:lnTo>
                        <a:pt x="74" y="58"/>
                      </a:lnTo>
                      <a:lnTo>
                        <a:pt x="0" y="105"/>
                      </a:lnTo>
                      <a:lnTo>
                        <a:pt x="0" y="54"/>
                      </a:lnTo>
                      <a:lnTo>
                        <a:pt x="74"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822" name=""/>
                <p:cNvSpPr/>
                <p:nvPr/>
              </p:nvSpPr>
              <p:spPr>
                <a:xfrm>
                  <a:off x="1654" y="3575"/>
                  <a:ext cx="72" cy="103"/>
                </a:xfrm>
                <a:custGeom>
                  <a:pathLst>
                    <a:path w="72" h="103">
                      <a:moveTo>
                        <a:pt x="71" y="0"/>
                      </a:moveTo>
                      <a:lnTo>
                        <a:pt x="71" y="57"/>
                      </a:lnTo>
                      <a:lnTo>
                        <a:pt x="0" y="102"/>
                      </a:lnTo>
                    </a:path>
                  </a:pathLst>
                </a:custGeom>
                <a:noFill/>
                <a:ln w="12700" cap="rnd" cmpd="sng">
                  <a:solidFill>
                    <a:schemeClr val="bg1"/>
                  </a:solidFill>
                  <a:prstDash val="solid"/>
                  <a:round/>
                  <a:headEnd type="none" w="sm" len="sm"/>
                  <a:tailEnd type="none" w="sm" len="sm"/>
                </a:ln>
                <a:effectLst/>
              </p:spPr>
            </p:sp>
            <p:sp>
              <p:nvSpPr>
                <p:cNvPr id="53823" name=""/>
                <p:cNvSpPr/>
                <p:nvPr/>
              </p:nvSpPr>
              <p:spPr>
                <a:xfrm>
                  <a:off x="1645" y="3689"/>
                  <a:ext cx="159" cy="104"/>
                </a:xfrm>
                <a:custGeom>
                  <a:pathLst>
                    <a:path w="159" h="104">
                      <a:moveTo>
                        <a:pt x="46" y="103"/>
                      </a:moveTo>
                      <a:lnTo>
                        <a:pt x="158" y="27"/>
                      </a:lnTo>
                      <a:lnTo>
                        <a:pt x="117" y="0"/>
                      </a:lnTo>
                      <a:lnTo>
                        <a:pt x="0" y="76"/>
                      </a:lnTo>
                      <a:lnTo>
                        <a:pt x="46" y="103"/>
                      </a:lnTo>
                    </a:path>
                  </a:pathLst>
                </a:custGeom>
                <a:solidFill>
                  <a:schemeClr val="bg2"/>
                </a:solidFill>
                <a:ln cap="rnd">
                  <a:noFill/>
                  <a:round/>
                </a:ln>
                <a:effectLst/>
              </p:spPr>
            </p:sp>
            <p:sp>
              <p:nvSpPr>
                <p:cNvPr id="53824" name=""/>
                <p:cNvSpPr/>
                <p:nvPr/>
              </p:nvSpPr>
              <p:spPr>
                <a:xfrm>
                  <a:off x="1645" y="3680"/>
                  <a:ext cx="159" cy="107"/>
                </a:xfrm>
                <a:custGeom>
                  <a:pathLst>
                    <a:path w="159" h="107">
                      <a:moveTo>
                        <a:pt x="46" y="106"/>
                      </a:moveTo>
                      <a:lnTo>
                        <a:pt x="158" y="33"/>
                      </a:lnTo>
                      <a:lnTo>
                        <a:pt x="117" y="0"/>
                      </a:lnTo>
                      <a:lnTo>
                        <a:pt x="0" y="74"/>
                      </a:lnTo>
                      <a:lnTo>
                        <a:pt x="46" y="106"/>
                      </a:lnTo>
                    </a:path>
                  </a:pathLst>
                </a:custGeom>
                <a:solidFill>
                  <a:srgbClr val="919191"/>
                </a:solidFill>
                <a:ln cap="rnd">
                  <a:noFill/>
                  <a:round/>
                </a:ln>
                <a:effectLst/>
              </p:spPr>
            </p:sp>
            <p:sp>
              <p:nvSpPr>
                <p:cNvPr id="53825" name=""/>
                <p:cNvSpPr/>
                <p:nvPr/>
              </p:nvSpPr>
              <p:spPr>
                <a:xfrm>
                  <a:off x="1645" y="3755"/>
                  <a:ext cx="50" cy="38"/>
                </a:xfrm>
                <a:custGeom>
                  <a:pathLst>
                    <a:path w="50" h="38">
                      <a:moveTo>
                        <a:pt x="0" y="0"/>
                      </a:moveTo>
                      <a:lnTo>
                        <a:pt x="0" y="10"/>
                      </a:lnTo>
                      <a:lnTo>
                        <a:pt x="49" y="37"/>
                      </a:lnTo>
                      <a:lnTo>
                        <a:pt x="49" y="32"/>
                      </a:lnTo>
                      <a:lnTo>
                        <a:pt x="0" y="0"/>
                      </a:lnTo>
                    </a:path>
                  </a:pathLst>
                </a:custGeom>
                <a:solidFill>
                  <a:srgbClr val="676767"/>
                </a:solidFill>
                <a:ln cap="rnd">
                  <a:noFill/>
                  <a:round/>
                </a:ln>
                <a:effectLst/>
              </p:spPr>
            </p:sp>
            <p:cxnSp>
              <p:nvCxnSpPr>
                <p:cNvPr id="53826" name=""/>
                <p:cNvCxnSpPr/>
                <p:nvPr/>
              </p:nvCxnSpPr>
              <p:spPr>
                <a:xfrm flipV="1">
                  <a:off x="1658" y="3685"/>
                  <a:ext cx="108" cy="70"/>
                </a:xfrm>
                <a:prstGeom prst="line">
                  <a:avLst/>
                </a:prstGeom>
                <a:noFill/>
                <a:ln w="12700">
                  <a:solidFill>
                    <a:schemeClr val="folHlink"/>
                  </a:solidFill>
                  <a:miter lim="800000"/>
                </a:ln>
                <a:effectLst/>
              </p:spPr>
            </p:cxnSp>
            <p:sp>
              <p:nvSpPr>
                <p:cNvPr id="53827" name=""/>
                <p:cNvSpPr/>
                <p:nvPr/>
              </p:nvSpPr>
              <p:spPr>
                <a:xfrm>
                  <a:off x="1664" y="3707"/>
                  <a:ext cx="107" cy="71"/>
                </a:xfrm>
                <a:custGeom>
                  <a:pathLst>
                    <a:path w="107" h="71">
                      <a:moveTo>
                        <a:pt x="0" y="52"/>
                      </a:moveTo>
                      <a:lnTo>
                        <a:pt x="27" y="70"/>
                      </a:lnTo>
                      <a:lnTo>
                        <a:pt x="106" y="17"/>
                      </a:lnTo>
                      <a:lnTo>
                        <a:pt x="82" y="0"/>
                      </a:lnTo>
                      <a:lnTo>
                        <a:pt x="0" y="52"/>
                      </a:lnTo>
                    </a:path>
                  </a:pathLst>
                </a:custGeom>
                <a:solidFill>
                  <a:srgbClr val="676767"/>
                </a:solidFill>
                <a:ln cap="rnd">
                  <a:noFill/>
                  <a:round/>
                </a:ln>
                <a:effectLst/>
              </p:spPr>
            </p:sp>
            <p:sp>
              <p:nvSpPr>
                <p:cNvPr id="53828" name=""/>
                <p:cNvSpPr/>
                <p:nvPr/>
              </p:nvSpPr>
              <p:spPr>
                <a:xfrm>
                  <a:off x="1752" y="3691"/>
                  <a:ext cx="38" cy="31"/>
                </a:xfrm>
                <a:custGeom>
                  <a:pathLst>
                    <a:path w="38" h="31">
                      <a:moveTo>
                        <a:pt x="0" y="12"/>
                      </a:moveTo>
                      <a:lnTo>
                        <a:pt x="23" y="30"/>
                      </a:lnTo>
                      <a:lnTo>
                        <a:pt x="37" y="19"/>
                      </a:lnTo>
                      <a:lnTo>
                        <a:pt x="15" y="0"/>
                      </a:lnTo>
                      <a:lnTo>
                        <a:pt x="0" y="12"/>
                      </a:lnTo>
                    </a:path>
                  </a:pathLst>
                </a:custGeom>
                <a:solidFill>
                  <a:srgbClr val="676767"/>
                </a:solidFill>
                <a:ln cap="rnd">
                  <a:noFill/>
                  <a:round/>
                </a:ln>
                <a:effectLst/>
              </p:spPr>
            </p:sp>
            <p:sp>
              <p:nvSpPr>
                <p:cNvPr id="53829" name=""/>
                <p:cNvSpPr/>
                <p:nvPr/>
              </p:nvSpPr>
              <p:spPr>
                <a:xfrm>
                  <a:off x="1664" y="3703"/>
                  <a:ext cx="107" cy="73"/>
                </a:xfrm>
                <a:custGeom>
                  <a:pathLst>
                    <a:path w="107" h="73">
                      <a:moveTo>
                        <a:pt x="0" y="54"/>
                      </a:moveTo>
                      <a:lnTo>
                        <a:pt x="27" y="72"/>
                      </a:lnTo>
                      <a:lnTo>
                        <a:pt x="106" y="18"/>
                      </a:lnTo>
                      <a:lnTo>
                        <a:pt x="82" y="0"/>
                      </a:lnTo>
                      <a:lnTo>
                        <a:pt x="0" y="54"/>
                      </a:lnTo>
                    </a:path>
                  </a:pathLst>
                </a:custGeom>
                <a:solidFill>
                  <a:schemeClr val="folHlink"/>
                </a:solidFill>
                <a:ln cap="rnd">
                  <a:noFill/>
                  <a:round/>
                </a:ln>
                <a:effectLst/>
              </p:spPr>
            </p:sp>
            <p:sp>
              <p:nvSpPr>
                <p:cNvPr id="53830" name=""/>
                <p:cNvSpPr/>
                <p:nvPr/>
              </p:nvSpPr>
              <p:spPr>
                <a:xfrm>
                  <a:off x="1752" y="3689"/>
                  <a:ext cx="38" cy="30"/>
                </a:xfrm>
                <a:custGeom>
                  <a:pathLst>
                    <a:path w="38" h="30">
                      <a:moveTo>
                        <a:pt x="0" y="12"/>
                      </a:moveTo>
                      <a:lnTo>
                        <a:pt x="23" y="29"/>
                      </a:lnTo>
                      <a:lnTo>
                        <a:pt x="37" y="18"/>
                      </a:lnTo>
                      <a:lnTo>
                        <a:pt x="15" y="0"/>
                      </a:lnTo>
                      <a:lnTo>
                        <a:pt x="0" y="12"/>
                      </a:lnTo>
                    </a:path>
                  </a:pathLst>
                </a:custGeom>
                <a:solidFill>
                  <a:schemeClr val="folHlink"/>
                </a:solidFill>
                <a:ln cap="rnd">
                  <a:noFill/>
                  <a:round/>
                </a:ln>
                <a:effectLst/>
              </p:spPr>
            </p:sp>
          </p:grpSp>
          <p:cxnSp>
            <p:nvCxnSpPr>
              <p:cNvPr id="53831" name=""/>
              <p:cNvCxnSpPr/>
              <p:nvPr/>
            </p:nvCxnSpPr>
            <p:spPr>
              <a:xfrm>
                <a:off x="1553" y="3475"/>
                <a:ext cx="725" cy="0"/>
              </a:xfrm>
              <a:prstGeom prst="line">
                <a:avLst/>
              </a:prstGeom>
              <a:noFill/>
              <a:ln w="25400">
                <a:solidFill>
                  <a:schemeClr val="accent1"/>
                </a:solidFill>
                <a:miter lim="800000"/>
              </a:ln>
              <a:effectLst/>
            </p:spPr>
          </p:cxnSp>
          <p:grpSp>
            <p:nvGrpSpPr>
              <p:cNvPr id="53832" name=""/>
              <p:cNvGrpSpPr/>
              <p:nvPr/>
            </p:nvGrpSpPr>
            <p:grpSpPr>
              <a:xfrm>
                <a:off x="1765" y="3518"/>
                <a:ext cx="249" cy="275"/>
                <a:chOff x="1765" y="3518"/>
                <a:chExt cx="249" cy="275"/>
              </a:xfrm>
            </p:grpSpPr>
            <p:sp>
              <p:nvSpPr>
                <p:cNvPr id="53833" name=""/>
                <p:cNvSpPr/>
                <p:nvPr/>
              </p:nvSpPr>
              <p:spPr>
                <a:xfrm>
                  <a:off x="1765" y="3682"/>
                  <a:ext cx="84" cy="80"/>
                </a:xfrm>
                <a:custGeom>
                  <a:pathLst>
                    <a:path w="84" h="80">
                      <a:moveTo>
                        <a:pt x="0" y="0"/>
                      </a:moveTo>
                      <a:lnTo>
                        <a:pt x="0" y="35"/>
                      </a:lnTo>
                      <a:lnTo>
                        <a:pt x="83" y="79"/>
                      </a:lnTo>
                      <a:lnTo>
                        <a:pt x="83" y="42"/>
                      </a:lnTo>
                      <a:lnTo>
                        <a:pt x="0" y="0"/>
                      </a:lnTo>
                    </a:path>
                  </a:pathLst>
                </a:custGeom>
                <a:solidFill>
                  <a:srgbClr val="676767"/>
                </a:solidFill>
                <a:ln cap="rnd">
                  <a:noFill/>
                  <a:round/>
                </a:ln>
                <a:effectLst/>
              </p:spPr>
            </p:sp>
            <p:sp>
              <p:nvSpPr>
                <p:cNvPr id="53834" name=""/>
                <p:cNvSpPr/>
                <p:nvPr/>
              </p:nvSpPr>
              <p:spPr>
                <a:xfrm>
                  <a:off x="1845" y="3653"/>
                  <a:ext cx="117" cy="109"/>
                </a:xfrm>
                <a:custGeom>
                  <a:pathLst>
                    <a:path w="117" h="109">
                      <a:moveTo>
                        <a:pt x="1" y="108"/>
                      </a:moveTo>
                      <a:lnTo>
                        <a:pt x="116" y="37"/>
                      </a:lnTo>
                      <a:lnTo>
                        <a:pt x="116" y="0"/>
                      </a:lnTo>
                      <a:lnTo>
                        <a:pt x="0" y="74"/>
                      </a:lnTo>
                      <a:lnTo>
                        <a:pt x="1" y="108"/>
                      </a:lnTo>
                    </a:path>
                  </a:pathLst>
                </a:custGeom>
                <a:solidFill>
                  <a:schemeClr val="bg2"/>
                </a:solidFill>
                <a:ln cap="rnd">
                  <a:noFill/>
                  <a:round/>
                </a:ln>
                <a:effectLst/>
              </p:spPr>
            </p:sp>
            <p:sp>
              <p:nvSpPr>
                <p:cNvPr id="53835" name=""/>
                <p:cNvSpPr/>
                <p:nvPr/>
              </p:nvSpPr>
              <p:spPr>
                <a:xfrm>
                  <a:off x="1765" y="3613"/>
                  <a:ext cx="201" cy="117"/>
                </a:xfrm>
                <a:custGeom>
                  <a:pathLst>
                    <a:path w="201" h="117">
                      <a:moveTo>
                        <a:pt x="0" y="68"/>
                      </a:moveTo>
                      <a:lnTo>
                        <a:pt x="118" y="0"/>
                      </a:lnTo>
                      <a:lnTo>
                        <a:pt x="200" y="43"/>
                      </a:lnTo>
                      <a:lnTo>
                        <a:pt x="81" y="116"/>
                      </a:lnTo>
                      <a:lnTo>
                        <a:pt x="0" y="68"/>
                      </a:lnTo>
                    </a:path>
                  </a:pathLst>
                </a:custGeom>
                <a:solidFill>
                  <a:schemeClr val="folHlink"/>
                </a:solidFill>
                <a:ln cap="rnd">
                  <a:noFill/>
                  <a:round/>
                </a:ln>
                <a:effectLst/>
              </p:spPr>
            </p:sp>
            <p:sp>
              <p:nvSpPr>
                <p:cNvPr id="53836" name=""/>
                <p:cNvSpPr/>
                <p:nvPr/>
              </p:nvSpPr>
              <p:spPr>
                <a:xfrm>
                  <a:off x="1766" y="3518"/>
                  <a:ext cx="183" cy="110"/>
                </a:xfrm>
                <a:custGeom>
                  <a:pathLst>
                    <a:path w="183" h="110">
                      <a:moveTo>
                        <a:pt x="0" y="54"/>
                      </a:moveTo>
                      <a:lnTo>
                        <a:pt x="37" y="74"/>
                      </a:lnTo>
                      <a:lnTo>
                        <a:pt x="27" y="82"/>
                      </a:lnTo>
                      <a:lnTo>
                        <a:pt x="74" y="109"/>
                      </a:lnTo>
                      <a:lnTo>
                        <a:pt x="182" y="36"/>
                      </a:lnTo>
                      <a:lnTo>
                        <a:pt x="138" y="14"/>
                      </a:lnTo>
                      <a:lnTo>
                        <a:pt x="129" y="19"/>
                      </a:lnTo>
                      <a:lnTo>
                        <a:pt x="86" y="0"/>
                      </a:lnTo>
                      <a:lnTo>
                        <a:pt x="0" y="54"/>
                      </a:lnTo>
                    </a:path>
                  </a:pathLst>
                </a:custGeom>
                <a:solidFill>
                  <a:srgbClr val="DADADA"/>
                </a:solidFill>
                <a:ln cap="rnd">
                  <a:noFill/>
                  <a:round/>
                </a:ln>
                <a:effectLst/>
              </p:spPr>
            </p:sp>
            <p:sp>
              <p:nvSpPr>
                <p:cNvPr id="53837" name=""/>
                <p:cNvSpPr/>
                <p:nvPr/>
              </p:nvSpPr>
              <p:spPr>
                <a:xfrm>
                  <a:off x="1766" y="3571"/>
                  <a:ext cx="83" cy="131"/>
                </a:xfrm>
                <a:custGeom>
                  <a:pathLst>
                    <a:path w="83" h="131">
                      <a:moveTo>
                        <a:pt x="1" y="0"/>
                      </a:moveTo>
                      <a:lnTo>
                        <a:pt x="0" y="62"/>
                      </a:lnTo>
                      <a:lnTo>
                        <a:pt x="28" y="93"/>
                      </a:lnTo>
                      <a:lnTo>
                        <a:pt x="28" y="101"/>
                      </a:lnTo>
                      <a:lnTo>
                        <a:pt x="80" y="130"/>
                      </a:lnTo>
                      <a:lnTo>
                        <a:pt x="82" y="52"/>
                      </a:lnTo>
                      <a:lnTo>
                        <a:pt x="31" y="32"/>
                      </a:lnTo>
                      <a:lnTo>
                        <a:pt x="39" y="24"/>
                      </a:lnTo>
                      <a:lnTo>
                        <a:pt x="1" y="0"/>
                      </a:lnTo>
                    </a:path>
                  </a:pathLst>
                </a:custGeom>
                <a:solidFill>
                  <a:srgbClr val="676767"/>
                </a:solidFill>
                <a:ln cap="rnd">
                  <a:noFill/>
                  <a:round/>
                </a:ln>
                <a:effectLst/>
              </p:spPr>
            </p:sp>
            <p:sp>
              <p:nvSpPr>
                <p:cNvPr id="53838" name=""/>
                <p:cNvSpPr/>
                <p:nvPr/>
              </p:nvSpPr>
              <p:spPr>
                <a:xfrm>
                  <a:off x="1848" y="3555"/>
                  <a:ext cx="101" cy="147"/>
                </a:xfrm>
                <a:custGeom>
                  <a:pathLst>
                    <a:path w="101" h="147">
                      <a:moveTo>
                        <a:pt x="100" y="0"/>
                      </a:moveTo>
                      <a:lnTo>
                        <a:pt x="100" y="80"/>
                      </a:lnTo>
                      <a:lnTo>
                        <a:pt x="0" y="146"/>
                      </a:lnTo>
                      <a:lnTo>
                        <a:pt x="0" y="68"/>
                      </a:lnTo>
                      <a:lnTo>
                        <a:pt x="100" y="0"/>
                      </a:lnTo>
                    </a:path>
                  </a:pathLst>
                </a:custGeom>
                <a:solidFill>
                  <a:schemeClr val="bg2"/>
                </a:solidFill>
                <a:ln cap="rnd">
                  <a:noFill/>
                  <a:round/>
                </a:ln>
                <a:effectLst/>
              </p:spPr>
            </p:sp>
            <p:sp>
              <p:nvSpPr>
                <p:cNvPr id="53839" name=""/>
                <p:cNvSpPr/>
                <p:nvPr/>
              </p:nvSpPr>
              <p:spPr>
                <a:xfrm>
                  <a:off x="1862" y="3572"/>
                  <a:ext cx="73" cy="106"/>
                </a:xfrm>
                <a:custGeom>
                  <a:pathLst>
                    <a:path w="73" h="106">
                      <a:moveTo>
                        <a:pt x="72" y="0"/>
                      </a:moveTo>
                      <a:lnTo>
                        <a:pt x="72" y="58"/>
                      </a:lnTo>
                      <a:lnTo>
                        <a:pt x="0" y="105"/>
                      </a:lnTo>
                      <a:lnTo>
                        <a:pt x="0" y="54"/>
                      </a:lnTo>
                      <a:lnTo>
                        <a:pt x="72"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840" name=""/>
                <p:cNvSpPr/>
                <p:nvPr/>
              </p:nvSpPr>
              <p:spPr>
                <a:xfrm>
                  <a:off x="1862" y="3575"/>
                  <a:ext cx="73" cy="103"/>
                </a:xfrm>
                <a:custGeom>
                  <a:pathLst>
                    <a:path w="73" h="103">
                      <a:moveTo>
                        <a:pt x="72" y="0"/>
                      </a:moveTo>
                      <a:lnTo>
                        <a:pt x="72" y="57"/>
                      </a:lnTo>
                      <a:lnTo>
                        <a:pt x="0" y="102"/>
                      </a:lnTo>
                    </a:path>
                  </a:pathLst>
                </a:custGeom>
                <a:noFill/>
                <a:ln w="12700" cap="rnd" cmpd="sng">
                  <a:solidFill>
                    <a:schemeClr val="bg1"/>
                  </a:solidFill>
                  <a:prstDash val="solid"/>
                  <a:round/>
                  <a:headEnd type="none" w="sm" len="sm"/>
                  <a:tailEnd type="none" w="sm" len="sm"/>
                </a:ln>
                <a:effectLst/>
              </p:spPr>
            </p:sp>
            <p:sp>
              <p:nvSpPr>
                <p:cNvPr id="53841" name=""/>
                <p:cNvSpPr/>
                <p:nvPr/>
              </p:nvSpPr>
              <p:spPr>
                <a:xfrm>
                  <a:off x="1855" y="3689"/>
                  <a:ext cx="159" cy="104"/>
                </a:xfrm>
                <a:custGeom>
                  <a:pathLst>
                    <a:path w="159" h="104">
                      <a:moveTo>
                        <a:pt x="46" y="103"/>
                      </a:moveTo>
                      <a:lnTo>
                        <a:pt x="158" y="27"/>
                      </a:lnTo>
                      <a:lnTo>
                        <a:pt x="117" y="0"/>
                      </a:lnTo>
                      <a:lnTo>
                        <a:pt x="0" y="76"/>
                      </a:lnTo>
                      <a:lnTo>
                        <a:pt x="46" y="103"/>
                      </a:lnTo>
                    </a:path>
                  </a:pathLst>
                </a:custGeom>
                <a:solidFill>
                  <a:schemeClr val="bg2"/>
                </a:solidFill>
                <a:ln cap="rnd">
                  <a:noFill/>
                  <a:round/>
                </a:ln>
                <a:effectLst/>
              </p:spPr>
            </p:sp>
            <p:sp>
              <p:nvSpPr>
                <p:cNvPr id="53842" name=""/>
                <p:cNvSpPr/>
                <p:nvPr/>
              </p:nvSpPr>
              <p:spPr>
                <a:xfrm>
                  <a:off x="1854" y="3680"/>
                  <a:ext cx="159" cy="107"/>
                </a:xfrm>
                <a:custGeom>
                  <a:pathLst>
                    <a:path w="159" h="107">
                      <a:moveTo>
                        <a:pt x="46" y="106"/>
                      </a:moveTo>
                      <a:lnTo>
                        <a:pt x="158" y="33"/>
                      </a:lnTo>
                      <a:lnTo>
                        <a:pt x="117" y="0"/>
                      </a:lnTo>
                      <a:lnTo>
                        <a:pt x="0" y="74"/>
                      </a:lnTo>
                      <a:lnTo>
                        <a:pt x="46" y="106"/>
                      </a:lnTo>
                    </a:path>
                  </a:pathLst>
                </a:custGeom>
                <a:solidFill>
                  <a:srgbClr val="919191"/>
                </a:solidFill>
                <a:ln cap="rnd">
                  <a:noFill/>
                  <a:round/>
                </a:ln>
                <a:effectLst/>
              </p:spPr>
            </p:sp>
            <p:sp>
              <p:nvSpPr>
                <p:cNvPr id="53843" name=""/>
                <p:cNvSpPr/>
                <p:nvPr/>
              </p:nvSpPr>
              <p:spPr>
                <a:xfrm>
                  <a:off x="1855" y="3755"/>
                  <a:ext cx="48" cy="38"/>
                </a:xfrm>
                <a:custGeom>
                  <a:pathLst>
                    <a:path w="48" h="38">
                      <a:moveTo>
                        <a:pt x="0" y="0"/>
                      </a:moveTo>
                      <a:lnTo>
                        <a:pt x="0" y="10"/>
                      </a:lnTo>
                      <a:lnTo>
                        <a:pt x="47" y="37"/>
                      </a:lnTo>
                      <a:lnTo>
                        <a:pt x="47" y="32"/>
                      </a:lnTo>
                      <a:lnTo>
                        <a:pt x="0" y="0"/>
                      </a:lnTo>
                    </a:path>
                  </a:pathLst>
                </a:custGeom>
                <a:solidFill>
                  <a:srgbClr val="676767"/>
                </a:solidFill>
                <a:ln cap="rnd">
                  <a:noFill/>
                  <a:round/>
                </a:ln>
                <a:effectLst/>
              </p:spPr>
            </p:sp>
            <p:cxnSp>
              <p:nvCxnSpPr>
                <p:cNvPr id="53844" name=""/>
                <p:cNvCxnSpPr/>
                <p:nvPr/>
              </p:nvCxnSpPr>
              <p:spPr>
                <a:xfrm flipV="1">
                  <a:off x="1867" y="3685"/>
                  <a:ext cx="107" cy="70"/>
                </a:xfrm>
                <a:prstGeom prst="line">
                  <a:avLst/>
                </a:prstGeom>
                <a:noFill/>
                <a:ln w="12700">
                  <a:solidFill>
                    <a:schemeClr val="folHlink"/>
                  </a:solidFill>
                  <a:miter lim="800000"/>
                </a:ln>
                <a:effectLst/>
              </p:spPr>
            </p:cxnSp>
            <p:sp>
              <p:nvSpPr>
                <p:cNvPr id="53845" name=""/>
                <p:cNvSpPr/>
                <p:nvPr/>
              </p:nvSpPr>
              <p:spPr>
                <a:xfrm>
                  <a:off x="1874" y="3707"/>
                  <a:ext cx="106" cy="71"/>
                </a:xfrm>
                <a:custGeom>
                  <a:pathLst>
                    <a:path w="106" h="71">
                      <a:moveTo>
                        <a:pt x="0" y="52"/>
                      </a:moveTo>
                      <a:lnTo>
                        <a:pt x="26" y="70"/>
                      </a:lnTo>
                      <a:lnTo>
                        <a:pt x="105" y="17"/>
                      </a:lnTo>
                      <a:lnTo>
                        <a:pt x="82" y="0"/>
                      </a:lnTo>
                      <a:lnTo>
                        <a:pt x="0" y="52"/>
                      </a:lnTo>
                    </a:path>
                  </a:pathLst>
                </a:custGeom>
                <a:solidFill>
                  <a:srgbClr val="676767"/>
                </a:solidFill>
                <a:ln cap="rnd">
                  <a:noFill/>
                  <a:round/>
                </a:ln>
                <a:effectLst/>
              </p:spPr>
            </p:sp>
            <p:sp>
              <p:nvSpPr>
                <p:cNvPr id="53846" name=""/>
                <p:cNvSpPr/>
                <p:nvPr/>
              </p:nvSpPr>
              <p:spPr>
                <a:xfrm>
                  <a:off x="1960" y="3691"/>
                  <a:ext cx="40" cy="31"/>
                </a:xfrm>
                <a:custGeom>
                  <a:pathLst>
                    <a:path w="40" h="31">
                      <a:moveTo>
                        <a:pt x="0" y="12"/>
                      </a:moveTo>
                      <a:lnTo>
                        <a:pt x="24" y="30"/>
                      </a:lnTo>
                      <a:lnTo>
                        <a:pt x="39" y="19"/>
                      </a:lnTo>
                      <a:lnTo>
                        <a:pt x="16" y="0"/>
                      </a:lnTo>
                      <a:lnTo>
                        <a:pt x="0" y="12"/>
                      </a:lnTo>
                    </a:path>
                  </a:pathLst>
                </a:custGeom>
                <a:solidFill>
                  <a:srgbClr val="676767"/>
                </a:solidFill>
                <a:ln cap="rnd">
                  <a:noFill/>
                  <a:round/>
                </a:ln>
                <a:effectLst/>
              </p:spPr>
            </p:sp>
            <p:sp>
              <p:nvSpPr>
                <p:cNvPr id="53847" name=""/>
                <p:cNvSpPr/>
                <p:nvPr/>
              </p:nvSpPr>
              <p:spPr>
                <a:xfrm>
                  <a:off x="1874" y="3703"/>
                  <a:ext cx="106" cy="73"/>
                </a:xfrm>
                <a:custGeom>
                  <a:pathLst>
                    <a:path w="106" h="73">
                      <a:moveTo>
                        <a:pt x="0" y="54"/>
                      </a:moveTo>
                      <a:lnTo>
                        <a:pt x="26" y="72"/>
                      </a:lnTo>
                      <a:lnTo>
                        <a:pt x="105" y="18"/>
                      </a:lnTo>
                      <a:lnTo>
                        <a:pt x="82" y="0"/>
                      </a:lnTo>
                      <a:lnTo>
                        <a:pt x="0" y="54"/>
                      </a:lnTo>
                    </a:path>
                  </a:pathLst>
                </a:custGeom>
                <a:solidFill>
                  <a:schemeClr val="folHlink"/>
                </a:solidFill>
                <a:ln cap="rnd">
                  <a:noFill/>
                  <a:round/>
                </a:ln>
                <a:effectLst/>
              </p:spPr>
            </p:sp>
            <p:sp>
              <p:nvSpPr>
                <p:cNvPr id="53848" name=""/>
                <p:cNvSpPr/>
                <p:nvPr/>
              </p:nvSpPr>
              <p:spPr>
                <a:xfrm>
                  <a:off x="1960" y="3689"/>
                  <a:ext cx="40" cy="30"/>
                </a:xfrm>
                <a:custGeom>
                  <a:pathLst>
                    <a:path w="40" h="30">
                      <a:moveTo>
                        <a:pt x="0" y="12"/>
                      </a:moveTo>
                      <a:lnTo>
                        <a:pt x="24" y="29"/>
                      </a:lnTo>
                      <a:lnTo>
                        <a:pt x="39" y="18"/>
                      </a:lnTo>
                      <a:lnTo>
                        <a:pt x="16" y="0"/>
                      </a:lnTo>
                      <a:lnTo>
                        <a:pt x="0" y="12"/>
                      </a:lnTo>
                    </a:path>
                  </a:pathLst>
                </a:custGeom>
                <a:solidFill>
                  <a:schemeClr val="folHlink"/>
                </a:solidFill>
                <a:ln cap="rnd">
                  <a:noFill/>
                  <a:round/>
                </a:ln>
                <a:effectLst/>
              </p:spPr>
            </p:sp>
          </p:grpSp>
          <p:grpSp>
            <p:nvGrpSpPr>
              <p:cNvPr id="53849" name=""/>
              <p:cNvGrpSpPr/>
              <p:nvPr/>
            </p:nvGrpSpPr>
            <p:grpSpPr>
              <a:xfrm>
                <a:off x="1976" y="3517"/>
                <a:ext cx="246" cy="275"/>
                <a:chOff x="1976" y="3517"/>
                <a:chExt cx="246" cy="275"/>
              </a:xfrm>
            </p:grpSpPr>
            <p:sp>
              <p:nvSpPr>
                <p:cNvPr id="53850" name=""/>
                <p:cNvSpPr/>
                <p:nvPr/>
              </p:nvSpPr>
              <p:spPr>
                <a:xfrm>
                  <a:off x="1976" y="3680"/>
                  <a:ext cx="81" cy="81"/>
                </a:xfrm>
                <a:custGeom>
                  <a:pathLst>
                    <a:path w="81" h="81">
                      <a:moveTo>
                        <a:pt x="0" y="0"/>
                      </a:moveTo>
                      <a:lnTo>
                        <a:pt x="0" y="35"/>
                      </a:lnTo>
                      <a:lnTo>
                        <a:pt x="80" y="80"/>
                      </a:lnTo>
                      <a:lnTo>
                        <a:pt x="80" y="43"/>
                      </a:lnTo>
                      <a:lnTo>
                        <a:pt x="0" y="0"/>
                      </a:lnTo>
                    </a:path>
                  </a:pathLst>
                </a:custGeom>
                <a:solidFill>
                  <a:srgbClr val="676767"/>
                </a:solidFill>
                <a:ln cap="rnd">
                  <a:noFill/>
                  <a:round/>
                </a:ln>
                <a:effectLst/>
              </p:spPr>
            </p:sp>
            <p:sp>
              <p:nvSpPr>
                <p:cNvPr id="53851" name=""/>
                <p:cNvSpPr/>
                <p:nvPr/>
              </p:nvSpPr>
              <p:spPr>
                <a:xfrm>
                  <a:off x="2053" y="3651"/>
                  <a:ext cx="118" cy="110"/>
                </a:xfrm>
                <a:custGeom>
                  <a:pathLst>
                    <a:path w="118" h="110">
                      <a:moveTo>
                        <a:pt x="1" y="109"/>
                      </a:moveTo>
                      <a:lnTo>
                        <a:pt x="117" y="37"/>
                      </a:lnTo>
                      <a:lnTo>
                        <a:pt x="117" y="0"/>
                      </a:lnTo>
                      <a:lnTo>
                        <a:pt x="0" y="75"/>
                      </a:lnTo>
                      <a:lnTo>
                        <a:pt x="1" y="109"/>
                      </a:lnTo>
                    </a:path>
                  </a:pathLst>
                </a:custGeom>
                <a:solidFill>
                  <a:schemeClr val="bg2"/>
                </a:solidFill>
                <a:ln cap="rnd">
                  <a:noFill/>
                  <a:round/>
                </a:ln>
                <a:effectLst/>
              </p:spPr>
            </p:sp>
            <p:sp>
              <p:nvSpPr>
                <p:cNvPr id="53852" name=""/>
                <p:cNvSpPr/>
                <p:nvPr/>
              </p:nvSpPr>
              <p:spPr>
                <a:xfrm>
                  <a:off x="1976" y="3612"/>
                  <a:ext cx="199" cy="117"/>
                </a:xfrm>
                <a:custGeom>
                  <a:pathLst>
                    <a:path w="199" h="117">
                      <a:moveTo>
                        <a:pt x="0" y="68"/>
                      </a:moveTo>
                      <a:lnTo>
                        <a:pt x="116" y="0"/>
                      </a:lnTo>
                      <a:lnTo>
                        <a:pt x="198" y="43"/>
                      </a:lnTo>
                      <a:lnTo>
                        <a:pt x="80" y="116"/>
                      </a:lnTo>
                      <a:lnTo>
                        <a:pt x="0" y="68"/>
                      </a:lnTo>
                    </a:path>
                  </a:pathLst>
                </a:custGeom>
                <a:solidFill>
                  <a:schemeClr val="folHlink"/>
                </a:solidFill>
                <a:ln cap="rnd">
                  <a:noFill/>
                  <a:round/>
                </a:ln>
                <a:effectLst/>
              </p:spPr>
            </p:sp>
            <p:sp>
              <p:nvSpPr>
                <p:cNvPr id="53853" name=""/>
                <p:cNvSpPr/>
                <p:nvPr/>
              </p:nvSpPr>
              <p:spPr>
                <a:xfrm>
                  <a:off x="1976" y="3517"/>
                  <a:ext cx="181" cy="109"/>
                </a:xfrm>
                <a:custGeom>
                  <a:pathLst>
                    <a:path w="181" h="109">
                      <a:moveTo>
                        <a:pt x="0" y="53"/>
                      </a:moveTo>
                      <a:lnTo>
                        <a:pt x="37" y="74"/>
                      </a:lnTo>
                      <a:lnTo>
                        <a:pt x="26" y="81"/>
                      </a:lnTo>
                      <a:lnTo>
                        <a:pt x="74" y="108"/>
                      </a:lnTo>
                      <a:lnTo>
                        <a:pt x="180" y="35"/>
                      </a:lnTo>
                      <a:lnTo>
                        <a:pt x="137" y="14"/>
                      </a:lnTo>
                      <a:lnTo>
                        <a:pt x="127" y="19"/>
                      </a:lnTo>
                      <a:lnTo>
                        <a:pt x="85" y="0"/>
                      </a:lnTo>
                      <a:lnTo>
                        <a:pt x="0" y="53"/>
                      </a:lnTo>
                    </a:path>
                  </a:pathLst>
                </a:custGeom>
                <a:solidFill>
                  <a:srgbClr val="DADADA"/>
                </a:solidFill>
                <a:ln cap="rnd">
                  <a:noFill/>
                  <a:round/>
                </a:ln>
                <a:effectLst/>
              </p:spPr>
            </p:sp>
            <p:sp>
              <p:nvSpPr>
                <p:cNvPr id="53854" name=""/>
                <p:cNvSpPr/>
                <p:nvPr/>
              </p:nvSpPr>
              <p:spPr>
                <a:xfrm>
                  <a:off x="1976" y="3569"/>
                  <a:ext cx="84" cy="131"/>
                </a:xfrm>
                <a:custGeom>
                  <a:pathLst>
                    <a:path w="84" h="131">
                      <a:moveTo>
                        <a:pt x="1" y="0"/>
                      </a:moveTo>
                      <a:lnTo>
                        <a:pt x="0" y="62"/>
                      </a:lnTo>
                      <a:lnTo>
                        <a:pt x="29" y="93"/>
                      </a:lnTo>
                      <a:lnTo>
                        <a:pt x="29" y="101"/>
                      </a:lnTo>
                      <a:lnTo>
                        <a:pt x="81" y="130"/>
                      </a:lnTo>
                      <a:lnTo>
                        <a:pt x="83" y="52"/>
                      </a:lnTo>
                      <a:lnTo>
                        <a:pt x="31" y="32"/>
                      </a:lnTo>
                      <a:lnTo>
                        <a:pt x="39" y="24"/>
                      </a:lnTo>
                      <a:lnTo>
                        <a:pt x="1" y="0"/>
                      </a:lnTo>
                    </a:path>
                  </a:pathLst>
                </a:custGeom>
                <a:solidFill>
                  <a:srgbClr val="676767"/>
                </a:solidFill>
                <a:ln cap="rnd">
                  <a:noFill/>
                  <a:round/>
                </a:ln>
                <a:effectLst/>
              </p:spPr>
            </p:sp>
            <p:sp>
              <p:nvSpPr>
                <p:cNvPr id="53855" name=""/>
                <p:cNvSpPr/>
                <p:nvPr/>
              </p:nvSpPr>
              <p:spPr>
                <a:xfrm>
                  <a:off x="2057" y="3553"/>
                  <a:ext cx="103" cy="147"/>
                </a:xfrm>
                <a:custGeom>
                  <a:pathLst>
                    <a:path w="103" h="147">
                      <a:moveTo>
                        <a:pt x="102" y="0"/>
                      </a:moveTo>
                      <a:lnTo>
                        <a:pt x="102" y="80"/>
                      </a:lnTo>
                      <a:lnTo>
                        <a:pt x="0" y="146"/>
                      </a:lnTo>
                      <a:lnTo>
                        <a:pt x="0" y="68"/>
                      </a:lnTo>
                      <a:lnTo>
                        <a:pt x="102" y="0"/>
                      </a:lnTo>
                    </a:path>
                  </a:pathLst>
                </a:custGeom>
                <a:solidFill>
                  <a:schemeClr val="bg2"/>
                </a:solidFill>
                <a:ln cap="rnd">
                  <a:noFill/>
                  <a:round/>
                </a:ln>
                <a:effectLst/>
              </p:spPr>
            </p:sp>
            <p:sp>
              <p:nvSpPr>
                <p:cNvPr id="53856" name=""/>
                <p:cNvSpPr/>
                <p:nvPr/>
              </p:nvSpPr>
              <p:spPr>
                <a:xfrm>
                  <a:off x="2070" y="3571"/>
                  <a:ext cx="75" cy="107"/>
                </a:xfrm>
                <a:custGeom>
                  <a:pathLst>
                    <a:path w="75" h="107">
                      <a:moveTo>
                        <a:pt x="74" y="0"/>
                      </a:moveTo>
                      <a:lnTo>
                        <a:pt x="74" y="58"/>
                      </a:lnTo>
                      <a:lnTo>
                        <a:pt x="0" y="106"/>
                      </a:lnTo>
                      <a:lnTo>
                        <a:pt x="0" y="54"/>
                      </a:lnTo>
                      <a:lnTo>
                        <a:pt x="74"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857" name=""/>
                <p:cNvSpPr/>
                <p:nvPr/>
              </p:nvSpPr>
              <p:spPr>
                <a:xfrm>
                  <a:off x="2071" y="3574"/>
                  <a:ext cx="74" cy="104"/>
                </a:xfrm>
                <a:custGeom>
                  <a:pathLst>
                    <a:path w="74" h="104">
                      <a:moveTo>
                        <a:pt x="73" y="0"/>
                      </a:moveTo>
                      <a:lnTo>
                        <a:pt x="73" y="58"/>
                      </a:lnTo>
                      <a:lnTo>
                        <a:pt x="0" y="103"/>
                      </a:lnTo>
                    </a:path>
                  </a:pathLst>
                </a:custGeom>
                <a:noFill/>
                <a:ln w="12700" cap="rnd" cmpd="sng">
                  <a:solidFill>
                    <a:schemeClr val="bg1"/>
                  </a:solidFill>
                  <a:prstDash val="solid"/>
                  <a:round/>
                  <a:headEnd type="none" w="sm" len="sm"/>
                  <a:tailEnd type="none" w="sm" len="sm"/>
                </a:ln>
                <a:effectLst/>
              </p:spPr>
            </p:sp>
            <p:sp>
              <p:nvSpPr>
                <p:cNvPr id="53858" name=""/>
                <p:cNvSpPr/>
                <p:nvPr/>
              </p:nvSpPr>
              <p:spPr>
                <a:xfrm>
                  <a:off x="2065" y="3688"/>
                  <a:ext cx="157" cy="103"/>
                </a:xfrm>
                <a:custGeom>
                  <a:pathLst>
                    <a:path w="157" h="103">
                      <a:moveTo>
                        <a:pt x="46" y="102"/>
                      </a:moveTo>
                      <a:lnTo>
                        <a:pt x="156" y="27"/>
                      </a:lnTo>
                      <a:lnTo>
                        <a:pt x="116" y="0"/>
                      </a:lnTo>
                      <a:lnTo>
                        <a:pt x="0" y="75"/>
                      </a:lnTo>
                      <a:lnTo>
                        <a:pt x="46" y="102"/>
                      </a:lnTo>
                    </a:path>
                  </a:pathLst>
                </a:custGeom>
                <a:solidFill>
                  <a:schemeClr val="bg2"/>
                </a:solidFill>
                <a:ln cap="rnd">
                  <a:noFill/>
                  <a:round/>
                </a:ln>
                <a:effectLst/>
              </p:spPr>
            </p:sp>
            <p:sp>
              <p:nvSpPr>
                <p:cNvPr id="53859" name=""/>
                <p:cNvSpPr/>
                <p:nvPr/>
              </p:nvSpPr>
              <p:spPr>
                <a:xfrm>
                  <a:off x="2065" y="3677"/>
                  <a:ext cx="156" cy="110"/>
                </a:xfrm>
                <a:custGeom>
                  <a:pathLst>
                    <a:path w="156" h="110">
                      <a:moveTo>
                        <a:pt x="46" y="109"/>
                      </a:moveTo>
                      <a:lnTo>
                        <a:pt x="155" y="34"/>
                      </a:lnTo>
                      <a:lnTo>
                        <a:pt x="115" y="0"/>
                      </a:lnTo>
                      <a:lnTo>
                        <a:pt x="0" y="76"/>
                      </a:lnTo>
                      <a:lnTo>
                        <a:pt x="46" y="109"/>
                      </a:lnTo>
                    </a:path>
                  </a:pathLst>
                </a:custGeom>
                <a:solidFill>
                  <a:srgbClr val="919191"/>
                </a:solidFill>
                <a:ln cap="rnd">
                  <a:noFill/>
                  <a:round/>
                </a:ln>
                <a:effectLst/>
              </p:spPr>
            </p:sp>
            <p:sp>
              <p:nvSpPr>
                <p:cNvPr id="53860" name=""/>
                <p:cNvSpPr/>
                <p:nvPr/>
              </p:nvSpPr>
              <p:spPr>
                <a:xfrm>
                  <a:off x="2065" y="3753"/>
                  <a:ext cx="48" cy="39"/>
                </a:xfrm>
                <a:custGeom>
                  <a:pathLst>
                    <a:path w="48" h="39">
                      <a:moveTo>
                        <a:pt x="0" y="0"/>
                      </a:moveTo>
                      <a:lnTo>
                        <a:pt x="0" y="10"/>
                      </a:lnTo>
                      <a:lnTo>
                        <a:pt x="47" y="38"/>
                      </a:lnTo>
                      <a:lnTo>
                        <a:pt x="47" y="32"/>
                      </a:lnTo>
                      <a:lnTo>
                        <a:pt x="0" y="0"/>
                      </a:lnTo>
                    </a:path>
                  </a:pathLst>
                </a:custGeom>
                <a:solidFill>
                  <a:srgbClr val="676767"/>
                </a:solidFill>
                <a:ln cap="rnd">
                  <a:noFill/>
                  <a:round/>
                </a:ln>
                <a:effectLst/>
              </p:spPr>
            </p:sp>
            <p:cxnSp>
              <p:nvCxnSpPr>
                <p:cNvPr id="53861" name=""/>
                <p:cNvCxnSpPr/>
                <p:nvPr/>
              </p:nvCxnSpPr>
              <p:spPr>
                <a:xfrm flipV="1">
                  <a:off x="2075" y="3684"/>
                  <a:ext cx="107" cy="69"/>
                </a:xfrm>
                <a:prstGeom prst="line">
                  <a:avLst/>
                </a:prstGeom>
                <a:noFill/>
                <a:ln w="12700">
                  <a:solidFill>
                    <a:schemeClr val="folHlink"/>
                  </a:solidFill>
                  <a:miter lim="800000"/>
                </a:ln>
                <a:effectLst/>
              </p:spPr>
            </p:cxnSp>
            <p:sp>
              <p:nvSpPr>
                <p:cNvPr id="53862" name=""/>
                <p:cNvSpPr/>
                <p:nvPr/>
              </p:nvSpPr>
              <p:spPr>
                <a:xfrm>
                  <a:off x="2085" y="3705"/>
                  <a:ext cx="104" cy="71"/>
                </a:xfrm>
                <a:custGeom>
                  <a:pathLst>
                    <a:path w="104" h="71">
                      <a:moveTo>
                        <a:pt x="0" y="52"/>
                      </a:moveTo>
                      <a:lnTo>
                        <a:pt x="26" y="70"/>
                      </a:lnTo>
                      <a:lnTo>
                        <a:pt x="103" y="17"/>
                      </a:lnTo>
                      <a:lnTo>
                        <a:pt x="80" y="0"/>
                      </a:lnTo>
                      <a:lnTo>
                        <a:pt x="0" y="52"/>
                      </a:lnTo>
                    </a:path>
                  </a:pathLst>
                </a:custGeom>
                <a:solidFill>
                  <a:srgbClr val="676767"/>
                </a:solidFill>
                <a:ln cap="rnd">
                  <a:noFill/>
                  <a:round/>
                </a:ln>
                <a:effectLst/>
              </p:spPr>
            </p:sp>
            <p:sp>
              <p:nvSpPr>
                <p:cNvPr id="53863" name=""/>
                <p:cNvSpPr/>
                <p:nvPr/>
              </p:nvSpPr>
              <p:spPr>
                <a:xfrm>
                  <a:off x="2170" y="3690"/>
                  <a:ext cx="37" cy="30"/>
                </a:xfrm>
                <a:custGeom>
                  <a:pathLst>
                    <a:path w="37" h="30">
                      <a:moveTo>
                        <a:pt x="0" y="12"/>
                      </a:moveTo>
                      <a:lnTo>
                        <a:pt x="22" y="29"/>
                      </a:lnTo>
                      <a:lnTo>
                        <a:pt x="36" y="18"/>
                      </a:lnTo>
                      <a:lnTo>
                        <a:pt x="15" y="0"/>
                      </a:lnTo>
                      <a:lnTo>
                        <a:pt x="0" y="12"/>
                      </a:lnTo>
                    </a:path>
                  </a:pathLst>
                </a:custGeom>
                <a:solidFill>
                  <a:srgbClr val="676767"/>
                </a:solidFill>
                <a:ln cap="rnd">
                  <a:noFill/>
                  <a:round/>
                </a:ln>
                <a:effectLst/>
              </p:spPr>
            </p:sp>
            <p:sp>
              <p:nvSpPr>
                <p:cNvPr id="53864" name=""/>
                <p:cNvSpPr/>
                <p:nvPr/>
              </p:nvSpPr>
              <p:spPr>
                <a:xfrm>
                  <a:off x="2085" y="3702"/>
                  <a:ext cx="104" cy="72"/>
                </a:xfrm>
                <a:custGeom>
                  <a:pathLst>
                    <a:path w="104" h="72">
                      <a:moveTo>
                        <a:pt x="0" y="53"/>
                      </a:moveTo>
                      <a:lnTo>
                        <a:pt x="26" y="71"/>
                      </a:lnTo>
                      <a:lnTo>
                        <a:pt x="103" y="17"/>
                      </a:lnTo>
                      <a:lnTo>
                        <a:pt x="80" y="0"/>
                      </a:lnTo>
                      <a:lnTo>
                        <a:pt x="0" y="53"/>
                      </a:lnTo>
                    </a:path>
                  </a:pathLst>
                </a:custGeom>
                <a:solidFill>
                  <a:schemeClr val="folHlink"/>
                </a:solidFill>
                <a:ln cap="rnd">
                  <a:noFill/>
                  <a:round/>
                </a:ln>
                <a:effectLst/>
              </p:spPr>
            </p:sp>
            <p:sp>
              <p:nvSpPr>
                <p:cNvPr id="53865" name=""/>
                <p:cNvSpPr/>
                <p:nvPr/>
              </p:nvSpPr>
              <p:spPr>
                <a:xfrm>
                  <a:off x="2170" y="3688"/>
                  <a:ext cx="37" cy="30"/>
                </a:xfrm>
                <a:custGeom>
                  <a:pathLst>
                    <a:path w="37" h="30">
                      <a:moveTo>
                        <a:pt x="0" y="12"/>
                      </a:moveTo>
                      <a:lnTo>
                        <a:pt x="22" y="29"/>
                      </a:lnTo>
                      <a:lnTo>
                        <a:pt x="36" y="18"/>
                      </a:lnTo>
                      <a:lnTo>
                        <a:pt x="15" y="0"/>
                      </a:lnTo>
                      <a:lnTo>
                        <a:pt x="0" y="12"/>
                      </a:lnTo>
                    </a:path>
                  </a:pathLst>
                </a:custGeom>
                <a:solidFill>
                  <a:schemeClr val="folHlink"/>
                </a:solidFill>
                <a:ln cap="rnd">
                  <a:noFill/>
                  <a:round/>
                </a:ln>
                <a:effectLst/>
              </p:spPr>
            </p:sp>
          </p:grpSp>
          <p:cxnSp>
            <p:nvCxnSpPr>
              <p:cNvPr id="53866" name=""/>
              <p:cNvCxnSpPr/>
              <p:nvPr/>
            </p:nvCxnSpPr>
            <p:spPr>
              <a:xfrm flipH="1">
                <a:off x="1776" y="3391"/>
                <a:ext cx="0" cy="87"/>
              </a:xfrm>
              <a:prstGeom prst="line">
                <a:avLst/>
              </a:prstGeom>
              <a:noFill/>
              <a:ln w="25400">
                <a:solidFill>
                  <a:schemeClr val="accent1"/>
                </a:solidFill>
                <a:miter lim="800000"/>
              </a:ln>
              <a:effectLst/>
            </p:spPr>
          </p:cxnSp>
          <p:grpSp>
            <p:nvGrpSpPr>
              <p:cNvPr id="53867" name=""/>
              <p:cNvGrpSpPr/>
              <p:nvPr/>
            </p:nvGrpSpPr>
            <p:grpSpPr>
              <a:xfrm>
                <a:off x="1701" y="3053"/>
                <a:ext cx="132" cy="340"/>
                <a:chOff x="1701" y="3053"/>
                <a:chExt cx="132" cy="340"/>
              </a:xfrm>
            </p:grpSpPr>
            <p:sp>
              <p:nvSpPr>
                <p:cNvPr id="53868" name=""/>
                <p:cNvSpPr/>
                <p:nvPr/>
              </p:nvSpPr>
              <p:spPr>
                <a:xfrm>
                  <a:off x="1715" y="3053"/>
                  <a:ext cx="106" cy="1"/>
                </a:xfrm>
                <a:prstGeom prst="rect">
                  <a:avLst/>
                </a:prstGeom>
                <a:solidFill>
                  <a:srgbClr val="AAAAAA"/>
                </a:solidFill>
                <a:ln>
                  <a:noFill/>
                  <a:miter lim="800000"/>
                </a:ln>
                <a:effectLst/>
              </p:spPr>
            </p:sp>
            <p:sp>
              <p:nvSpPr>
                <p:cNvPr id="53869" name=""/>
                <p:cNvSpPr/>
                <p:nvPr/>
              </p:nvSpPr>
              <p:spPr>
                <a:xfrm>
                  <a:off x="1715" y="3353"/>
                  <a:ext cx="106" cy="1"/>
                </a:xfrm>
                <a:prstGeom prst="rect">
                  <a:avLst/>
                </a:prstGeom>
                <a:solidFill>
                  <a:srgbClr val="FCFCFC"/>
                </a:solidFill>
                <a:ln>
                  <a:noFill/>
                  <a:miter lim="800000"/>
                </a:ln>
                <a:effectLst/>
              </p:spPr>
            </p:sp>
            <p:sp>
              <p:nvSpPr>
                <p:cNvPr id="53870" name=""/>
                <p:cNvSpPr/>
                <p:nvPr/>
              </p:nvSpPr>
              <p:spPr>
                <a:xfrm>
                  <a:off x="1715" y="3356"/>
                  <a:ext cx="106" cy="1"/>
                </a:xfrm>
                <a:prstGeom prst="rect">
                  <a:avLst/>
                </a:prstGeom>
                <a:solidFill>
                  <a:srgbClr val="FCFCFC"/>
                </a:solidFill>
                <a:ln>
                  <a:noFill/>
                  <a:miter lim="800000"/>
                </a:ln>
                <a:effectLst/>
              </p:spPr>
            </p:sp>
            <p:sp>
              <p:nvSpPr>
                <p:cNvPr id="53871" name=""/>
                <p:cNvSpPr/>
                <p:nvPr/>
              </p:nvSpPr>
              <p:spPr>
                <a:xfrm>
                  <a:off x="1715" y="3360"/>
                  <a:ext cx="106" cy="0"/>
                </a:xfrm>
                <a:prstGeom prst="rect">
                  <a:avLst/>
                </a:prstGeom>
                <a:solidFill>
                  <a:srgbClr val="FDFDFD"/>
                </a:solidFill>
                <a:ln>
                  <a:noFill/>
                  <a:miter lim="800000"/>
                </a:ln>
                <a:effectLst/>
              </p:spPr>
            </p:sp>
            <p:sp>
              <p:nvSpPr>
                <p:cNvPr id="53872" name=""/>
                <p:cNvSpPr/>
                <p:nvPr/>
              </p:nvSpPr>
              <p:spPr>
                <a:xfrm>
                  <a:off x="1715" y="3362"/>
                  <a:ext cx="106" cy="0"/>
                </a:xfrm>
                <a:prstGeom prst="rect">
                  <a:avLst/>
                </a:prstGeom>
                <a:solidFill>
                  <a:srgbClr val="FEFEFE"/>
                </a:solidFill>
                <a:ln>
                  <a:noFill/>
                  <a:miter lim="800000"/>
                </a:ln>
                <a:effectLst/>
              </p:spPr>
            </p:sp>
            <p:sp>
              <p:nvSpPr>
                <p:cNvPr id="53873" name=""/>
                <p:cNvSpPr/>
                <p:nvPr/>
              </p:nvSpPr>
              <p:spPr>
                <a:xfrm>
                  <a:off x="1715" y="3365"/>
                  <a:ext cx="106" cy="0"/>
                </a:xfrm>
                <a:prstGeom prst="rect">
                  <a:avLst/>
                </a:prstGeom>
                <a:solidFill>
                  <a:srgbClr val="FFFFFF"/>
                </a:solidFill>
                <a:ln>
                  <a:noFill/>
                  <a:miter lim="800000"/>
                </a:ln>
                <a:effectLst/>
              </p:spPr>
            </p:sp>
            <p:sp>
              <p:nvSpPr>
                <p:cNvPr id="53874" name=""/>
                <p:cNvSpPr/>
                <p:nvPr/>
              </p:nvSpPr>
              <p:spPr>
                <a:xfrm>
                  <a:off x="1715" y="3367"/>
                  <a:ext cx="106" cy="2"/>
                </a:xfrm>
                <a:prstGeom prst="rect">
                  <a:avLst/>
                </a:prstGeom>
                <a:solidFill>
                  <a:srgbClr val="FFFFFF"/>
                </a:solidFill>
                <a:ln>
                  <a:noFill/>
                  <a:miter lim="800000"/>
                </a:ln>
                <a:effectLst/>
              </p:spPr>
            </p:sp>
            <p:sp>
              <p:nvSpPr>
                <p:cNvPr id="53875" name=""/>
                <p:cNvSpPr/>
                <p:nvPr/>
              </p:nvSpPr>
              <p:spPr>
                <a:xfrm>
                  <a:off x="1719" y="3057"/>
                  <a:ext cx="98" cy="309"/>
                </a:xfrm>
                <a:prstGeom prst="rect">
                  <a:avLst/>
                </a:prstGeom>
                <a:solidFill>
                  <a:srgbClr val="CECECE"/>
                </a:solidFill>
                <a:ln w="12700">
                  <a:solidFill>
                    <a:schemeClr val="tx1"/>
                  </a:solidFill>
                  <a:miter lim="800000"/>
                </a:ln>
                <a:effectLst/>
              </p:spPr>
            </p:sp>
            <p:sp>
              <p:nvSpPr>
                <p:cNvPr id="53876" name=""/>
                <p:cNvSpPr/>
                <p:nvPr/>
              </p:nvSpPr>
              <p:spPr>
                <a:xfrm>
                  <a:off x="1701" y="3370"/>
                  <a:ext cx="132" cy="23"/>
                </a:xfrm>
                <a:prstGeom prst="rect">
                  <a:avLst/>
                </a:prstGeom>
                <a:solidFill>
                  <a:schemeClr val="tx1"/>
                </a:solidFill>
                <a:ln>
                  <a:noFill/>
                  <a:miter lim="800000"/>
                </a:ln>
                <a:effectLst/>
              </p:spPr>
            </p:sp>
            <p:cxnSp>
              <p:nvCxnSpPr>
                <p:cNvPr id="53877" name=""/>
                <p:cNvCxnSpPr/>
                <p:nvPr/>
              </p:nvCxnSpPr>
              <p:spPr>
                <a:xfrm>
                  <a:off x="1715" y="3192"/>
                  <a:ext cx="105" cy="0"/>
                </a:xfrm>
                <a:prstGeom prst="line">
                  <a:avLst/>
                </a:prstGeom>
                <a:noFill/>
                <a:ln w="12700">
                  <a:solidFill>
                    <a:schemeClr val="tx1"/>
                  </a:solidFill>
                  <a:miter lim="800000"/>
                </a:ln>
                <a:effectLst/>
              </p:spPr>
            </p:cxnSp>
            <p:sp>
              <p:nvSpPr>
                <p:cNvPr id="53878" name=""/>
                <p:cNvSpPr/>
                <p:nvPr/>
              </p:nvSpPr>
              <p:spPr>
                <a:xfrm>
                  <a:off x="1726" y="3195"/>
                  <a:ext cx="81" cy="15"/>
                </a:xfrm>
                <a:prstGeom prst="rect">
                  <a:avLst/>
                </a:prstGeom>
                <a:solidFill>
                  <a:srgbClr val="8E8E8E"/>
                </a:solidFill>
                <a:ln>
                  <a:noFill/>
                  <a:miter lim="800000"/>
                </a:ln>
                <a:effectLst/>
              </p:spPr>
            </p:sp>
            <p:sp>
              <p:nvSpPr>
                <p:cNvPr id="53879" name=""/>
                <p:cNvSpPr/>
                <p:nvPr/>
              </p:nvSpPr>
              <p:spPr>
                <a:xfrm>
                  <a:off x="1726" y="3353"/>
                  <a:ext cx="81" cy="1"/>
                </a:xfrm>
                <a:prstGeom prst="rect">
                  <a:avLst/>
                </a:prstGeom>
                <a:solidFill>
                  <a:srgbClr val="C7C7C7"/>
                </a:solidFill>
                <a:ln>
                  <a:noFill/>
                  <a:miter lim="800000"/>
                </a:ln>
                <a:effectLst/>
              </p:spPr>
            </p:sp>
            <p:sp>
              <p:nvSpPr>
                <p:cNvPr id="53880" name=""/>
                <p:cNvSpPr/>
                <p:nvPr/>
              </p:nvSpPr>
              <p:spPr>
                <a:xfrm>
                  <a:off x="1726" y="3356"/>
                  <a:ext cx="81" cy="1"/>
                </a:xfrm>
                <a:prstGeom prst="rect">
                  <a:avLst/>
                </a:prstGeom>
                <a:solidFill>
                  <a:srgbClr val="E3E3E3"/>
                </a:solidFill>
                <a:ln>
                  <a:noFill/>
                  <a:miter lim="800000"/>
                </a:ln>
                <a:effectLst/>
              </p:spPr>
            </p:sp>
            <p:sp>
              <p:nvSpPr>
                <p:cNvPr id="53881" name=""/>
                <p:cNvSpPr/>
                <p:nvPr/>
              </p:nvSpPr>
              <p:spPr>
                <a:xfrm>
                  <a:off x="1726" y="3360"/>
                  <a:ext cx="81" cy="0"/>
                </a:xfrm>
                <a:prstGeom prst="rect">
                  <a:avLst/>
                </a:prstGeom>
                <a:solidFill>
                  <a:srgbClr val="FFFFFF"/>
                </a:solidFill>
                <a:ln>
                  <a:noFill/>
                  <a:miter lim="800000"/>
                </a:ln>
                <a:effectLst/>
              </p:spPr>
            </p:sp>
            <p:cxnSp>
              <p:nvCxnSpPr>
                <p:cNvPr id="53882" name=""/>
                <p:cNvCxnSpPr/>
                <p:nvPr/>
              </p:nvCxnSpPr>
              <p:spPr>
                <a:xfrm flipH="1">
                  <a:off x="1715" y="3055"/>
                  <a:ext cx="0" cy="314"/>
                </a:xfrm>
                <a:prstGeom prst="line">
                  <a:avLst/>
                </a:prstGeom>
                <a:noFill/>
                <a:ln w="12700">
                  <a:solidFill>
                    <a:srgbClr val="555555"/>
                  </a:solidFill>
                  <a:miter lim="800000"/>
                </a:ln>
                <a:effectLst/>
              </p:spPr>
            </p:cxnSp>
            <p:sp>
              <p:nvSpPr>
                <p:cNvPr id="53883" name=""/>
                <p:cNvSpPr/>
                <p:nvPr/>
              </p:nvSpPr>
              <p:spPr>
                <a:xfrm>
                  <a:off x="1718" y="3061"/>
                  <a:ext cx="4" cy="7"/>
                </a:xfrm>
                <a:prstGeom prst="ellipse">
                  <a:avLst/>
                </a:prstGeom>
                <a:solidFill>
                  <a:srgbClr val="8E8E8E"/>
                </a:solidFill>
                <a:ln>
                  <a:noFill/>
                  <a:miter lim="800000"/>
                </a:ln>
                <a:effectLst/>
              </p:spPr>
            </p:sp>
            <p:sp>
              <p:nvSpPr>
                <p:cNvPr id="53884" name=""/>
                <p:cNvSpPr/>
                <p:nvPr/>
              </p:nvSpPr>
              <p:spPr>
                <a:xfrm>
                  <a:off x="1731" y="3061"/>
                  <a:ext cx="4" cy="7"/>
                </a:xfrm>
                <a:prstGeom prst="ellipse">
                  <a:avLst/>
                </a:prstGeom>
                <a:solidFill>
                  <a:srgbClr val="8E8E8E"/>
                </a:solidFill>
                <a:ln>
                  <a:noFill/>
                  <a:miter lim="800000"/>
                </a:ln>
                <a:effectLst/>
              </p:spPr>
            </p:sp>
            <p:sp>
              <p:nvSpPr>
                <p:cNvPr id="53885" name=""/>
                <p:cNvSpPr/>
                <p:nvPr/>
              </p:nvSpPr>
              <p:spPr>
                <a:xfrm>
                  <a:off x="1746" y="3061"/>
                  <a:ext cx="4" cy="7"/>
                </a:xfrm>
                <a:prstGeom prst="ellipse">
                  <a:avLst/>
                </a:prstGeom>
                <a:solidFill>
                  <a:srgbClr val="8E8E8E"/>
                </a:solidFill>
                <a:ln>
                  <a:noFill/>
                  <a:miter lim="800000"/>
                </a:ln>
                <a:effectLst/>
              </p:spPr>
            </p:sp>
            <p:sp>
              <p:nvSpPr>
                <p:cNvPr id="53886" name=""/>
                <p:cNvSpPr/>
                <p:nvPr/>
              </p:nvSpPr>
              <p:spPr>
                <a:xfrm>
                  <a:off x="1761" y="3061"/>
                  <a:ext cx="4" cy="7"/>
                </a:xfrm>
                <a:prstGeom prst="ellipse">
                  <a:avLst/>
                </a:prstGeom>
                <a:solidFill>
                  <a:srgbClr val="8E8E8E"/>
                </a:solidFill>
                <a:ln>
                  <a:noFill/>
                  <a:miter lim="800000"/>
                </a:ln>
                <a:effectLst/>
              </p:spPr>
            </p:sp>
            <p:sp>
              <p:nvSpPr>
                <p:cNvPr id="53887" name=""/>
                <p:cNvSpPr/>
                <p:nvPr/>
              </p:nvSpPr>
              <p:spPr>
                <a:xfrm>
                  <a:off x="1775" y="3061"/>
                  <a:ext cx="6" cy="7"/>
                </a:xfrm>
                <a:prstGeom prst="ellipse">
                  <a:avLst/>
                </a:prstGeom>
                <a:solidFill>
                  <a:srgbClr val="8E8E8E"/>
                </a:solidFill>
                <a:ln>
                  <a:noFill/>
                  <a:miter lim="800000"/>
                </a:ln>
                <a:effectLst/>
              </p:spPr>
            </p:sp>
            <p:sp>
              <p:nvSpPr>
                <p:cNvPr id="53888" name=""/>
                <p:cNvSpPr/>
                <p:nvPr/>
              </p:nvSpPr>
              <p:spPr>
                <a:xfrm>
                  <a:off x="1786" y="3061"/>
                  <a:ext cx="7" cy="7"/>
                </a:xfrm>
                <a:prstGeom prst="ellipse">
                  <a:avLst/>
                </a:prstGeom>
                <a:solidFill>
                  <a:srgbClr val="8E8E8E"/>
                </a:solidFill>
                <a:ln>
                  <a:noFill/>
                  <a:miter lim="800000"/>
                </a:ln>
                <a:effectLst/>
              </p:spPr>
            </p:sp>
            <p:sp>
              <p:nvSpPr>
                <p:cNvPr id="53889" name=""/>
                <p:cNvSpPr/>
                <p:nvPr/>
              </p:nvSpPr>
              <p:spPr>
                <a:xfrm>
                  <a:off x="1803" y="3061"/>
                  <a:ext cx="4" cy="7"/>
                </a:xfrm>
                <a:prstGeom prst="ellipse">
                  <a:avLst/>
                </a:prstGeom>
                <a:solidFill>
                  <a:srgbClr val="8E8E8E"/>
                </a:solidFill>
                <a:ln>
                  <a:noFill/>
                  <a:miter lim="800000"/>
                </a:ln>
                <a:effectLst/>
              </p:spPr>
            </p:sp>
            <p:sp>
              <p:nvSpPr>
                <p:cNvPr id="53890" name=""/>
                <p:cNvSpPr/>
                <p:nvPr/>
              </p:nvSpPr>
              <p:spPr>
                <a:xfrm>
                  <a:off x="1740" y="3071"/>
                  <a:ext cx="4" cy="8"/>
                </a:xfrm>
                <a:prstGeom prst="ellipse">
                  <a:avLst/>
                </a:prstGeom>
                <a:solidFill>
                  <a:srgbClr val="8E8E8E"/>
                </a:solidFill>
                <a:ln>
                  <a:noFill/>
                  <a:miter lim="800000"/>
                </a:ln>
                <a:effectLst/>
              </p:spPr>
            </p:sp>
            <p:sp>
              <p:nvSpPr>
                <p:cNvPr id="53891" name=""/>
                <p:cNvSpPr/>
                <p:nvPr/>
              </p:nvSpPr>
              <p:spPr>
                <a:xfrm>
                  <a:off x="1753" y="3071"/>
                  <a:ext cx="6" cy="8"/>
                </a:xfrm>
                <a:prstGeom prst="ellipse">
                  <a:avLst/>
                </a:prstGeom>
                <a:solidFill>
                  <a:srgbClr val="8E8E8E"/>
                </a:solidFill>
                <a:ln>
                  <a:noFill/>
                  <a:miter lim="800000"/>
                </a:ln>
                <a:effectLst/>
              </p:spPr>
            </p:sp>
            <p:sp>
              <p:nvSpPr>
                <p:cNvPr id="53892" name=""/>
                <p:cNvSpPr/>
                <p:nvPr/>
              </p:nvSpPr>
              <p:spPr>
                <a:xfrm>
                  <a:off x="1768" y="3071"/>
                  <a:ext cx="5" cy="8"/>
                </a:xfrm>
                <a:prstGeom prst="ellipse">
                  <a:avLst/>
                </a:prstGeom>
                <a:solidFill>
                  <a:srgbClr val="8E8E8E"/>
                </a:solidFill>
                <a:ln>
                  <a:noFill/>
                  <a:miter lim="800000"/>
                </a:ln>
                <a:effectLst/>
              </p:spPr>
            </p:sp>
            <p:sp>
              <p:nvSpPr>
                <p:cNvPr id="53893" name=""/>
                <p:cNvSpPr/>
                <p:nvPr/>
              </p:nvSpPr>
              <p:spPr>
                <a:xfrm>
                  <a:off x="1781" y="3071"/>
                  <a:ext cx="4" cy="8"/>
                </a:xfrm>
                <a:prstGeom prst="ellipse">
                  <a:avLst/>
                </a:prstGeom>
                <a:solidFill>
                  <a:srgbClr val="8E8E8E"/>
                </a:solidFill>
                <a:ln>
                  <a:noFill/>
                  <a:miter lim="800000"/>
                </a:ln>
                <a:effectLst/>
              </p:spPr>
            </p:sp>
            <p:sp>
              <p:nvSpPr>
                <p:cNvPr id="53894" name=""/>
                <p:cNvSpPr/>
                <p:nvPr/>
              </p:nvSpPr>
              <p:spPr>
                <a:xfrm>
                  <a:off x="1796" y="3071"/>
                  <a:ext cx="3" cy="8"/>
                </a:xfrm>
                <a:prstGeom prst="ellipse">
                  <a:avLst/>
                </a:prstGeom>
                <a:solidFill>
                  <a:srgbClr val="8E8E8E"/>
                </a:solidFill>
                <a:ln>
                  <a:noFill/>
                  <a:miter lim="800000"/>
                </a:ln>
                <a:effectLst/>
              </p:spPr>
            </p:sp>
            <p:sp>
              <p:nvSpPr>
                <p:cNvPr id="53895" name=""/>
                <p:cNvSpPr/>
                <p:nvPr/>
              </p:nvSpPr>
              <p:spPr>
                <a:xfrm>
                  <a:off x="1811" y="3071"/>
                  <a:ext cx="4" cy="8"/>
                </a:xfrm>
                <a:prstGeom prst="ellipse">
                  <a:avLst/>
                </a:prstGeom>
                <a:solidFill>
                  <a:srgbClr val="8E8E8E"/>
                </a:solidFill>
                <a:ln>
                  <a:noFill/>
                  <a:miter lim="800000"/>
                </a:ln>
                <a:effectLst/>
              </p:spPr>
            </p:sp>
            <p:sp>
              <p:nvSpPr>
                <p:cNvPr id="53896" name=""/>
                <p:cNvSpPr/>
                <p:nvPr/>
              </p:nvSpPr>
              <p:spPr>
                <a:xfrm>
                  <a:off x="1718" y="3084"/>
                  <a:ext cx="4" cy="7"/>
                </a:xfrm>
                <a:prstGeom prst="ellipse">
                  <a:avLst/>
                </a:prstGeom>
                <a:solidFill>
                  <a:srgbClr val="8E8E8E"/>
                </a:solidFill>
                <a:ln>
                  <a:noFill/>
                  <a:miter lim="800000"/>
                </a:ln>
                <a:effectLst/>
              </p:spPr>
            </p:sp>
            <p:sp>
              <p:nvSpPr>
                <p:cNvPr id="53897" name=""/>
                <p:cNvSpPr/>
                <p:nvPr/>
              </p:nvSpPr>
              <p:spPr>
                <a:xfrm>
                  <a:off x="1731" y="3084"/>
                  <a:ext cx="4" cy="7"/>
                </a:xfrm>
                <a:prstGeom prst="ellipse">
                  <a:avLst/>
                </a:prstGeom>
                <a:solidFill>
                  <a:srgbClr val="8E8E8E"/>
                </a:solidFill>
                <a:ln>
                  <a:noFill/>
                  <a:miter lim="800000"/>
                </a:ln>
                <a:effectLst/>
              </p:spPr>
            </p:sp>
            <p:sp>
              <p:nvSpPr>
                <p:cNvPr id="53898" name=""/>
                <p:cNvSpPr/>
                <p:nvPr/>
              </p:nvSpPr>
              <p:spPr>
                <a:xfrm>
                  <a:off x="1746" y="3084"/>
                  <a:ext cx="4" cy="7"/>
                </a:xfrm>
                <a:prstGeom prst="ellipse">
                  <a:avLst/>
                </a:prstGeom>
                <a:solidFill>
                  <a:srgbClr val="8E8E8E"/>
                </a:solidFill>
                <a:ln>
                  <a:noFill/>
                  <a:miter lim="800000"/>
                </a:ln>
                <a:effectLst/>
              </p:spPr>
            </p:sp>
            <p:sp>
              <p:nvSpPr>
                <p:cNvPr id="53899" name=""/>
                <p:cNvSpPr/>
                <p:nvPr/>
              </p:nvSpPr>
              <p:spPr>
                <a:xfrm>
                  <a:off x="1761" y="3084"/>
                  <a:ext cx="4" cy="7"/>
                </a:xfrm>
                <a:prstGeom prst="ellipse">
                  <a:avLst/>
                </a:prstGeom>
                <a:solidFill>
                  <a:srgbClr val="8E8E8E"/>
                </a:solidFill>
                <a:ln>
                  <a:noFill/>
                  <a:miter lim="800000"/>
                </a:ln>
                <a:effectLst/>
              </p:spPr>
            </p:sp>
            <p:sp>
              <p:nvSpPr>
                <p:cNvPr id="53900" name=""/>
                <p:cNvSpPr/>
                <p:nvPr/>
              </p:nvSpPr>
              <p:spPr>
                <a:xfrm>
                  <a:off x="1775" y="3084"/>
                  <a:ext cx="6" cy="7"/>
                </a:xfrm>
                <a:prstGeom prst="ellipse">
                  <a:avLst/>
                </a:prstGeom>
                <a:solidFill>
                  <a:srgbClr val="8E8E8E"/>
                </a:solidFill>
                <a:ln>
                  <a:noFill/>
                  <a:miter lim="800000"/>
                </a:ln>
                <a:effectLst/>
              </p:spPr>
            </p:sp>
            <p:sp>
              <p:nvSpPr>
                <p:cNvPr id="53901" name=""/>
                <p:cNvSpPr/>
                <p:nvPr/>
              </p:nvSpPr>
              <p:spPr>
                <a:xfrm>
                  <a:off x="1786" y="3084"/>
                  <a:ext cx="7" cy="7"/>
                </a:xfrm>
                <a:prstGeom prst="ellipse">
                  <a:avLst/>
                </a:prstGeom>
                <a:solidFill>
                  <a:srgbClr val="8E8E8E"/>
                </a:solidFill>
                <a:ln>
                  <a:noFill/>
                  <a:miter lim="800000"/>
                </a:ln>
                <a:effectLst/>
              </p:spPr>
            </p:sp>
            <p:sp>
              <p:nvSpPr>
                <p:cNvPr id="53902" name=""/>
                <p:cNvSpPr/>
                <p:nvPr/>
              </p:nvSpPr>
              <p:spPr>
                <a:xfrm>
                  <a:off x="1803" y="3084"/>
                  <a:ext cx="4" cy="7"/>
                </a:xfrm>
                <a:prstGeom prst="ellipse">
                  <a:avLst/>
                </a:prstGeom>
                <a:solidFill>
                  <a:srgbClr val="8E8E8E"/>
                </a:solidFill>
                <a:ln>
                  <a:noFill/>
                  <a:miter lim="800000"/>
                </a:ln>
                <a:effectLst/>
              </p:spPr>
            </p:sp>
            <p:sp>
              <p:nvSpPr>
                <p:cNvPr id="53903" name=""/>
                <p:cNvSpPr/>
                <p:nvPr/>
              </p:nvSpPr>
              <p:spPr>
                <a:xfrm>
                  <a:off x="1726" y="3095"/>
                  <a:ext cx="5" cy="7"/>
                </a:xfrm>
                <a:prstGeom prst="ellipse">
                  <a:avLst/>
                </a:prstGeom>
                <a:solidFill>
                  <a:srgbClr val="8E8E8E"/>
                </a:solidFill>
                <a:ln>
                  <a:noFill/>
                  <a:miter lim="800000"/>
                </a:ln>
                <a:effectLst/>
              </p:spPr>
            </p:sp>
            <p:sp>
              <p:nvSpPr>
                <p:cNvPr id="53904" name=""/>
                <p:cNvSpPr/>
                <p:nvPr/>
              </p:nvSpPr>
              <p:spPr>
                <a:xfrm>
                  <a:off x="1740" y="3095"/>
                  <a:ext cx="4" cy="7"/>
                </a:xfrm>
                <a:prstGeom prst="ellipse">
                  <a:avLst/>
                </a:prstGeom>
                <a:solidFill>
                  <a:srgbClr val="8E8E8E"/>
                </a:solidFill>
                <a:ln>
                  <a:noFill/>
                  <a:miter lim="800000"/>
                </a:ln>
                <a:effectLst/>
              </p:spPr>
            </p:sp>
            <p:sp>
              <p:nvSpPr>
                <p:cNvPr id="53905" name=""/>
                <p:cNvSpPr/>
                <p:nvPr/>
              </p:nvSpPr>
              <p:spPr>
                <a:xfrm>
                  <a:off x="1753" y="3095"/>
                  <a:ext cx="6" cy="7"/>
                </a:xfrm>
                <a:prstGeom prst="ellipse">
                  <a:avLst/>
                </a:prstGeom>
                <a:solidFill>
                  <a:srgbClr val="8E8E8E"/>
                </a:solidFill>
                <a:ln>
                  <a:noFill/>
                  <a:miter lim="800000"/>
                </a:ln>
                <a:effectLst/>
              </p:spPr>
            </p:sp>
            <p:sp>
              <p:nvSpPr>
                <p:cNvPr id="53906" name=""/>
                <p:cNvSpPr/>
                <p:nvPr/>
              </p:nvSpPr>
              <p:spPr>
                <a:xfrm>
                  <a:off x="1768" y="3095"/>
                  <a:ext cx="5" cy="7"/>
                </a:xfrm>
                <a:prstGeom prst="ellipse">
                  <a:avLst/>
                </a:prstGeom>
                <a:solidFill>
                  <a:srgbClr val="8E8E8E"/>
                </a:solidFill>
                <a:ln>
                  <a:noFill/>
                  <a:miter lim="800000"/>
                </a:ln>
                <a:effectLst/>
              </p:spPr>
            </p:sp>
            <p:sp>
              <p:nvSpPr>
                <p:cNvPr id="53907" name=""/>
                <p:cNvSpPr/>
                <p:nvPr/>
              </p:nvSpPr>
              <p:spPr>
                <a:xfrm>
                  <a:off x="1781" y="3095"/>
                  <a:ext cx="4" cy="7"/>
                </a:xfrm>
                <a:prstGeom prst="ellipse">
                  <a:avLst/>
                </a:prstGeom>
                <a:solidFill>
                  <a:srgbClr val="8E8E8E"/>
                </a:solidFill>
                <a:ln>
                  <a:noFill/>
                  <a:miter lim="800000"/>
                </a:ln>
                <a:effectLst/>
              </p:spPr>
            </p:sp>
            <p:sp>
              <p:nvSpPr>
                <p:cNvPr id="53908" name=""/>
                <p:cNvSpPr/>
                <p:nvPr/>
              </p:nvSpPr>
              <p:spPr>
                <a:xfrm>
                  <a:off x="1796" y="3095"/>
                  <a:ext cx="3" cy="7"/>
                </a:xfrm>
                <a:prstGeom prst="ellipse">
                  <a:avLst/>
                </a:prstGeom>
                <a:solidFill>
                  <a:srgbClr val="8E8E8E"/>
                </a:solidFill>
                <a:ln>
                  <a:noFill/>
                  <a:miter lim="800000"/>
                </a:ln>
                <a:effectLst/>
              </p:spPr>
            </p:sp>
            <p:sp>
              <p:nvSpPr>
                <p:cNvPr id="53909" name=""/>
                <p:cNvSpPr/>
                <p:nvPr/>
              </p:nvSpPr>
              <p:spPr>
                <a:xfrm>
                  <a:off x="1811" y="3095"/>
                  <a:ext cx="4" cy="7"/>
                </a:xfrm>
                <a:prstGeom prst="ellipse">
                  <a:avLst/>
                </a:prstGeom>
                <a:solidFill>
                  <a:srgbClr val="8E8E8E"/>
                </a:solidFill>
                <a:ln>
                  <a:noFill/>
                  <a:miter lim="800000"/>
                </a:ln>
                <a:effectLst/>
              </p:spPr>
            </p:sp>
            <p:sp>
              <p:nvSpPr>
                <p:cNvPr id="53910" name=""/>
                <p:cNvSpPr/>
                <p:nvPr/>
              </p:nvSpPr>
              <p:spPr>
                <a:xfrm>
                  <a:off x="1724" y="3078"/>
                  <a:ext cx="17" cy="17"/>
                </a:xfrm>
                <a:custGeom>
                  <a:pathLst>
                    <a:path w="17" h="17">
                      <a:moveTo>
                        <a:pt x="4" y="0"/>
                      </a:moveTo>
                      <a:lnTo>
                        <a:pt x="0" y="0"/>
                      </a:lnTo>
                      <a:lnTo>
                        <a:pt x="4" y="16"/>
                      </a:lnTo>
                      <a:lnTo>
                        <a:pt x="16" y="0"/>
                      </a:lnTo>
                      <a:lnTo>
                        <a:pt x="4" y="0"/>
                      </a:lnTo>
                    </a:path>
                  </a:pathLst>
                </a:custGeom>
                <a:solidFill>
                  <a:srgbClr val="4000D5"/>
                </a:solidFill>
                <a:ln w="12700" cap="rnd" cmpd="sng">
                  <a:solidFill>
                    <a:srgbClr val="3300AA"/>
                  </a:solidFill>
                  <a:prstDash val="solid"/>
                  <a:round/>
                </a:ln>
                <a:effectLst/>
              </p:spPr>
            </p:sp>
            <p:sp>
              <p:nvSpPr>
                <p:cNvPr id="53911" name=""/>
                <p:cNvSpPr/>
                <p:nvPr/>
              </p:nvSpPr>
              <p:spPr>
                <a:xfrm>
                  <a:off x="1724" y="3070"/>
                  <a:ext cx="17" cy="17"/>
                </a:xfrm>
                <a:custGeom>
                  <a:pathLst>
                    <a:path w="17" h="17">
                      <a:moveTo>
                        <a:pt x="4" y="16"/>
                      </a:moveTo>
                      <a:lnTo>
                        <a:pt x="0" y="16"/>
                      </a:lnTo>
                      <a:lnTo>
                        <a:pt x="4" y="0"/>
                      </a:lnTo>
                      <a:lnTo>
                        <a:pt x="16" y="16"/>
                      </a:lnTo>
                      <a:lnTo>
                        <a:pt x="4" y="16"/>
                      </a:lnTo>
                    </a:path>
                  </a:pathLst>
                </a:custGeom>
                <a:solidFill>
                  <a:srgbClr val="4000D5"/>
                </a:solidFill>
                <a:ln w="12700" cap="rnd" cmpd="sng">
                  <a:solidFill>
                    <a:srgbClr val="3300AA"/>
                  </a:solidFill>
                  <a:prstDash val="solid"/>
                  <a:round/>
                </a:ln>
                <a:effectLst/>
              </p:spPr>
            </p:sp>
            <p:sp>
              <p:nvSpPr>
                <p:cNvPr id="53912" name=""/>
                <p:cNvSpPr/>
                <p:nvPr/>
              </p:nvSpPr>
              <p:spPr>
                <a:xfrm>
                  <a:off x="1726" y="3232"/>
                  <a:ext cx="81" cy="13"/>
                </a:xfrm>
                <a:prstGeom prst="rect">
                  <a:avLst/>
                </a:prstGeom>
                <a:solidFill>
                  <a:srgbClr val="8E8E8E"/>
                </a:solidFill>
                <a:ln>
                  <a:noFill/>
                  <a:miter lim="800000"/>
                </a:ln>
                <a:effectLst/>
              </p:spPr>
            </p:sp>
            <p:sp>
              <p:nvSpPr>
                <p:cNvPr id="53913" name=""/>
                <p:cNvSpPr/>
                <p:nvPr/>
              </p:nvSpPr>
              <p:spPr>
                <a:xfrm>
                  <a:off x="1726" y="3268"/>
                  <a:ext cx="81" cy="16"/>
                </a:xfrm>
                <a:prstGeom prst="rect">
                  <a:avLst/>
                </a:prstGeom>
                <a:solidFill>
                  <a:srgbClr val="8E8E8E"/>
                </a:solidFill>
                <a:ln>
                  <a:noFill/>
                  <a:miter lim="800000"/>
                </a:ln>
                <a:effectLst/>
              </p:spPr>
            </p:sp>
            <p:sp>
              <p:nvSpPr>
                <p:cNvPr id="53914" name=""/>
                <p:cNvSpPr/>
                <p:nvPr/>
              </p:nvSpPr>
              <p:spPr>
                <a:xfrm>
                  <a:off x="1726" y="3304"/>
                  <a:ext cx="81" cy="15"/>
                </a:xfrm>
                <a:prstGeom prst="rect">
                  <a:avLst/>
                </a:prstGeom>
                <a:solidFill>
                  <a:srgbClr val="8E8E8E"/>
                </a:solidFill>
                <a:ln>
                  <a:noFill/>
                  <a:miter lim="800000"/>
                </a:ln>
                <a:effectLst/>
              </p:spPr>
            </p:sp>
            <p:sp>
              <p:nvSpPr>
                <p:cNvPr id="53915" name=""/>
                <p:cNvSpPr/>
                <p:nvPr/>
              </p:nvSpPr>
              <p:spPr>
                <a:xfrm>
                  <a:off x="1726" y="3342"/>
                  <a:ext cx="81" cy="15"/>
                </a:xfrm>
                <a:prstGeom prst="rect">
                  <a:avLst/>
                </a:prstGeom>
                <a:solidFill>
                  <a:srgbClr val="8E8E8E"/>
                </a:solidFill>
                <a:ln>
                  <a:noFill/>
                  <a:miter lim="800000"/>
                </a:ln>
                <a:effectLst/>
              </p:spPr>
            </p:sp>
            <p:sp>
              <p:nvSpPr>
                <p:cNvPr id="53916" name=""/>
                <p:cNvSpPr/>
                <p:nvPr/>
              </p:nvSpPr>
              <p:spPr>
                <a:xfrm>
                  <a:off x="1726" y="3162"/>
                  <a:ext cx="81" cy="15"/>
                </a:xfrm>
                <a:prstGeom prst="rect">
                  <a:avLst/>
                </a:prstGeom>
                <a:solidFill>
                  <a:srgbClr val="8E8E8E"/>
                </a:solidFill>
                <a:ln>
                  <a:noFill/>
                  <a:miter lim="800000"/>
                </a:ln>
                <a:effectLst/>
              </p:spPr>
            </p:sp>
            <p:sp>
              <p:nvSpPr>
                <p:cNvPr id="53917" name=""/>
                <p:cNvSpPr/>
                <p:nvPr/>
              </p:nvSpPr>
              <p:spPr>
                <a:xfrm>
                  <a:off x="1726" y="3113"/>
                  <a:ext cx="27" cy="11"/>
                </a:xfrm>
                <a:prstGeom prst="rect">
                  <a:avLst/>
                </a:prstGeom>
                <a:solidFill>
                  <a:srgbClr val="8E8E8E"/>
                </a:solidFill>
                <a:ln>
                  <a:noFill/>
                  <a:miter lim="800000"/>
                </a:ln>
                <a:effectLst/>
              </p:spPr>
            </p:sp>
          </p:grpSp>
        </p:grpSp>
      </p:grpSp>
      <p:grpSp>
        <p:nvGrpSpPr>
          <p:cNvPr id="53918" name=""/>
          <p:cNvGrpSpPr/>
          <p:nvPr/>
        </p:nvGrpSpPr>
        <p:grpSpPr>
          <a:xfrm>
            <a:off x="307975" y="5492750"/>
            <a:ext cx="1760538" cy="506413"/>
            <a:chOff x="192" y="3816"/>
            <a:chExt cx="1098" cy="352"/>
          </a:xfrm>
        </p:grpSpPr>
        <p:sp>
          <p:nvSpPr>
            <p:cNvPr id="53919" name=""/>
            <p:cNvSpPr/>
            <p:nvPr/>
          </p:nvSpPr>
          <p:spPr>
            <a:xfrm>
              <a:off x="219" y="3840"/>
              <a:ext cx="981" cy="328"/>
            </a:xfrm>
            <a:prstGeom prst="rect">
              <a:avLst/>
            </a:prstGeom>
            <a:solidFill>
              <a:schemeClr val="accent1"/>
            </a:solidFill>
            <a:ln>
              <a:noFill/>
              <a:miter lim="800000"/>
            </a:ln>
            <a:effectLst>
              <a:outerShdw dist="107763" dir="2700000" algn="ctr">
                <a:schemeClr val="bg2"/>
              </a:outerShdw>
            </a:effectLst>
          </p:spPr>
        </p:sp>
        <p:sp>
          <p:nvSpPr>
            <p:cNvPr id="53920" name=""/>
            <p:cNvSpPr/>
            <p:nvPr/>
          </p:nvSpPr>
          <p:spPr>
            <a:xfrm>
              <a:off x="192" y="3816"/>
              <a:ext cx="1098" cy="336"/>
            </a:xfrm>
            <a:prstGeom prst="rect">
              <a:avLst/>
            </a:prstGeom>
            <a:solidFill>
              <a:schemeClr val="accent1"/>
            </a:solidFill>
            <a:ln>
              <a:noFill/>
              <a:miter lim="800000"/>
            </a:ln>
            <a:effectLst>
              <a:outerShdw dist="107763" dir="2700000" algn="ctr">
                <a:schemeClr val="bg2"/>
              </a:outerShdw>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90000"/>
                </a:lnSpc>
              </a:pPr>
              <a:r>
                <a:rPr sz="1600" b="1" i="1">
                  <a:effectLst>
                    <a:outerShdw blurRad="38100" dist="38100" dir="2700000" algn="tl">
                      <a:srgbClr val="FFFFFF"/>
                    </a:outerShdw>
                  </a:effectLst>
                  <a:latin typeface="Arial" pitchFamily="34" charset="0"/>
                </a:rPr>
                <a:t>Independent  Workgroup </a:t>
              </a:r>
              <a:endParaRPr sz="1600" b="1" i="1">
                <a:effectLst>
                  <a:outerShdw blurRad="38100" dist="38100" dir="2700000" algn="tl">
                    <a:srgbClr val="FFFFFF"/>
                  </a:outerShdw>
                </a:effectLst>
                <a:latin typeface="Arial" pitchFamily="34" charset="0"/>
              </a:endParaRPr>
            </a:p>
          </p:txBody>
        </p:sp>
      </p:grpSp>
      <p:sp>
        <p:nvSpPr>
          <p:cNvPr id="53921" name=""/>
          <p:cNvSpPr/>
          <p:nvPr/>
        </p:nvSpPr>
        <p:spPr>
          <a:xfrm>
            <a:off x="1446213" y="5140325"/>
            <a:ext cx="244475" cy="2825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90000"/>
              </a:lnSpc>
            </a:pPr>
            <a:r>
              <a:rPr sz="1600" b="1">
                <a:solidFill>
                  <a:schemeClr val="tx2"/>
                </a:solidFill>
                <a:latin typeface="Arial" pitchFamily="34" charset="0"/>
              </a:rPr>
              <a:t> </a:t>
            </a:r>
            <a:endParaRPr sz="1600" b="1">
              <a:solidFill>
                <a:schemeClr val="tx2"/>
              </a:solidFill>
              <a:latin typeface="Arial" pitchFamily="34" charset="0"/>
            </a:endParaRPr>
          </a:p>
        </p:txBody>
      </p:sp>
      <p:cxnSp>
        <p:nvCxnSpPr>
          <p:cNvPr id="53922" name=""/>
          <p:cNvCxnSpPr/>
          <p:nvPr/>
        </p:nvCxnSpPr>
        <p:spPr>
          <a:xfrm>
            <a:off x="2319338" y="1911350"/>
            <a:ext cx="750887" cy="0"/>
          </a:xfrm>
          <a:prstGeom prst="line">
            <a:avLst/>
          </a:prstGeom>
          <a:noFill/>
          <a:ln w="50800">
            <a:solidFill>
              <a:schemeClr val="tx2"/>
            </a:solidFill>
            <a:miter lim="800000"/>
          </a:ln>
          <a:effectLst/>
        </p:spPr>
      </p:cxnSp>
      <p:sp>
        <p:nvSpPr>
          <p:cNvPr id="53923" name=""/>
          <p:cNvSpPr/>
          <p:nvPr/>
        </p:nvSpPr>
        <p:spPr>
          <a:xfrm>
            <a:off x="3736975" y="1752600"/>
            <a:ext cx="635000" cy="100013"/>
          </a:xfrm>
          <a:custGeom>
            <a:pathLst>
              <a:path w="396" h="69">
                <a:moveTo>
                  <a:pt x="0" y="21"/>
                </a:moveTo>
                <a:lnTo>
                  <a:pt x="193" y="68"/>
                </a:lnTo>
                <a:lnTo>
                  <a:pt x="144" y="0"/>
                </a:lnTo>
                <a:lnTo>
                  <a:pt x="395" y="68"/>
                </a:lnTo>
              </a:path>
            </a:pathLst>
          </a:custGeom>
          <a:noFill/>
          <a:ln w="25400" cap="rnd" cmpd="sng">
            <a:solidFill>
              <a:schemeClr val="tx1"/>
            </a:solidFill>
            <a:prstDash val="solid"/>
            <a:round/>
            <a:headEnd type="none" w="sm" len="sm"/>
            <a:tailEnd type="none" w="sm" len="sm"/>
          </a:ln>
          <a:effectLst/>
        </p:spPr>
      </p:sp>
      <p:pic>
        <p:nvPicPr>
          <p:cNvPr id="53924" name=""/>
          <p:cNvPicPr/>
          <p:nvPr/>
        </p:nvPicPr>
        <p:blipFill>
          <a:blip r:embed="rId3"/>
          <a:stretch>
            <a:fillRect/>
          </a:stretch>
        </p:blipFill>
        <p:spPr>
          <a:xfrm>
            <a:off x="2879725" y="1423988"/>
            <a:ext cx="922338" cy="684212"/>
          </a:xfrm>
          <a:prstGeom prst="rect">
            <a:avLst/>
          </a:prstGeom>
          <a:noFill/>
          <a:ln>
            <a:noFill/>
            <a:miter lim="800000"/>
          </a:ln>
          <a:effectLst/>
        </p:spPr>
      </p:pic>
      <p:sp>
        <p:nvSpPr>
          <p:cNvPr id="53925" name=""/>
          <p:cNvSpPr/>
          <p:nvPr/>
        </p:nvSpPr>
        <p:spPr>
          <a:xfrm>
            <a:off x="3910013" y="5437188"/>
            <a:ext cx="849312" cy="331787"/>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800" b="1">
                <a:latin typeface="Arial Narrow" pitchFamily="34" charset="0"/>
              </a:rPr>
              <a:t>Topeka</a:t>
            </a:r>
            <a:endParaRPr sz="1800" b="1">
              <a:latin typeface="Arial Narrow" pitchFamily="34" charset="0"/>
            </a:endParaRPr>
          </a:p>
        </p:txBody>
      </p:sp>
      <p:grpSp>
        <p:nvGrpSpPr>
          <p:cNvPr id="53926" name=""/>
          <p:cNvGrpSpPr/>
          <p:nvPr/>
        </p:nvGrpSpPr>
        <p:grpSpPr>
          <a:xfrm>
            <a:off x="6542088" y="5734050"/>
            <a:ext cx="307975" cy="285750"/>
            <a:chOff x="2784" y="2476"/>
            <a:chExt cx="342" cy="390"/>
          </a:xfrm>
        </p:grpSpPr>
        <p:sp>
          <p:nvSpPr>
            <p:cNvPr id="53927" name=""/>
            <p:cNvSpPr/>
            <p:nvPr/>
          </p:nvSpPr>
          <p:spPr>
            <a:xfrm>
              <a:off x="2784" y="2709"/>
              <a:ext cx="114" cy="115"/>
            </a:xfrm>
            <a:custGeom>
              <a:pathLst>
                <a:path w="114" h="115">
                  <a:moveTo>
                    <a:pt x="0" y="0"/>
                  </a:moveTo>
                  <a:lnTo>
                    <a:pt x="0" y="50"/>
                  </a:lnTo>
                  <a:lnTo>
                    <a:pt x="113" y="114"/>
                  </a:lnTo>
                  <a:lnTo>
                    <a:pt x="113" y="61"/>
                  </a:lnTo>
                  <a:lnTo>
                    <a:pt x="0" y="0"/>
                  </a:lnTo>
                </a:path>
              </a:pathLst>
            </a:custGeom>
            <a:solidFill>
              <a:srgbClr val="676767"/>
            </a:solidFill>
            <a:ln cap="rnd">
              <a:noFill/>
              <a:round/>
            </a:ln>
            <a:effectLst/>
          </p:spPr>
        </p:sp>
        <p:sp>
          <p:nvSpPr>
            <p:cNvPr id="53928" name=""/>
            <p:cNvSpPr/>
            <p:nvPr/>
          </p:nvSpPr>
          <p:spPr>
            <a:xfrm>
              <a:off x="2895" y="2665"/>
              <a:ext cx="162" cy="158"/>
            </a:xfrm>
            <a:custGeom>
              <a:pathLst>
                <a:path w="162" h="158">
                  <a:moveTo>
                    <a:pt x="2" y="157"/>
                  </a:moveTo>
                  <a:lnTo>
                    <a:pt x="161" y="54"/>
                  </a:lnTo>
                  <a:lnTo>
                    <a:pt x="161" y="0"/>
                  </a:lnTo>
                  <a:lnTo>
                    <a:pt x="0" y="108"/>
                  </a:lnTo>
                  <a:lnTo>
                    <a:pt x="2" y="157"/>
                  </a:lnTo>
                </a:path>
              </a:pathLst>
            </a:custGeom>
            <a:solidFill>
              <a:schemeClr val="bg2"/>
            </a:solidFill>
            <a:ln cap="rnd">
              <a:noFill/>
              <a:round/>
            </a:ln>
            <a:effectLst/>
          </p:spPr>
        </p:sp>
        <p:sp>
          <p:nvSpPr>
            <p:cNvPr id="53929" name=""/>
            <p:cNvSpPr/>
            <p:nvPr/>
          </p:nvSpPr>
          <p:spPr>
            <a:xfrm>
              <a:off x="2784" y="2610"/>
              <a:ext cx="276" cy="166"/>
            </a:xfrm>
            <a:custGeom>
              <a:pathLst>
                <a:path w="276" h="166">
                  <a:moveTo>
                    <a:pt x="0" y="97"/>
                  </a:moveTo>
                  <a:lnTo>
                    <a:pt x="162" y="0"/>
                  </a:lnTo>
                  <a:lnTo>
                    <a:pt x="275" y="61"/>
                  </a:lnTo>
                  <a:lnTo>
                    <a:pt x="111" y="165"/>
                  </a:lnTo>
                  <a:lnTo>
                    <a:pt x="0" y="97"/>
                  </a:lnTo>
                </a:path>
              </a:pathLst>
            </a:custGeom>
            <a:solidFill>
              <a:schemeClr val="folHlink"/>
            </a:solidFill>
            <a:ln cap="rnd">
              <a:noFill/>
              <a:round/>
            </a:ln>
            <a:effectLst/>
          </p:spPr>
        </p:sp>
        <p:sp>
          <p:nvSpPr>
            <p:cNvPr id="53930" name=""/>
            <p:cNvSpPr/>
            <p:nvPr/>
          </p:nvSpPr>
          <p:spPr>
            <a:xfrm>
              <a:off x="2786" y="2476"/>
              <a:ext cx="251" cy="155"/>
            </a:xfrm>
            <a:custGeom>
              <a:pathLst>
                <a:path w="251" h="155">
                  <a:moveTo>
                    <a:pt x="0" y="76"/>
                  </a:moveTo>
                  <a:lnTo>
                    <a:pt x="51" y="105"/>
                  </a:lnTo>
                  <a:lnTo>
                    <a:pt x="36" y="116"/>
                  </a:lnTo>
                  <a:lnTo>
                    <a:pt x="102" y="154"/>
                  </a:lnTo>
                  <a:lnTo>
                    <a:pt x="250" y="50"/>
                  </a:lnTo>
                  <a:lnTo>
                    <a:pt x="190" y="20"/>
                  </a:lnTo>
                  <a:lnTo>
                    <a:pt x="177" y="27"/>
                  </a:lnTo>
                  <a:lnTo>
                    <a:pt x="119" y="0"/>
                  </a:lnTo>
                  <a:lnTo>
                    <a:pt x="0" y="76"/>
                  </a:lnTo>
                </a:path>
              </a:pathLst>
            </a:custGeom>
            <a:solidFill>
              <a:srgbClr val="DADADA"/>
            </a:solidFill>
            <a:ln cap="rnd">
              <a:noFill/>
              <a:round/>
            </a:ln>
            <a:effectLst/>
          </p:spPr>
        </p:sp>
        <p:sp>
          <p:nvSpPr>
            <p:cNvPr id="53931" name=""/>
            <p:cNvSpPr/>
            <p:nvPr/>
          </p:nvSpPr>
          <p:spPr>
            <a:xfrm>
              <a:off x="2786" y="2549"/>
              <a:ext cx="115" cy="188"/>
            </a:xfrm>
            <a:custGeom>
              <a:pathLst>
                <a:path w="115" h="188">
                  <a:moveTo>
                    <a:pt x="2" y="0"/>
                  </a:moveTo>
                  <a:lnTo>
                    <a:pt x="0" y="89"/>
                  </a:lnTo>
                  <a:lnTo>
                    <a:pt x="39" y="133"/>
                  </a:lnTo>
                  <a:lnTo>
                    <a:pt x="39" y="146"/>
                  </a:lnTo>
                  <a:lnTo>
                    <a:pt x="112" y="187"/>
                  </a:lnTo>
                  <a:lnTo>
                    <a:pt x="114" y="75"/>
                  </a:lnTo>
                  <a:lnTo>
                    <a:pt x="43" y="46"/>
                  </a:lnTo>
                  <a:lnTo>
                    <a:pt x="54" y="35"/>
                  </a:lnTo>
                  <a:lnTo>
                    <a:pt x="2" y="0"/>
                  </a:lnTo>
                </a:path>
              </a:pathLst>
            </a:custGeom>
            <a:solidFill>
              <a:srgbClr val="676767"/>
            </a:solidFill>
            <a:ln cap="rnd">
              <a:noFill/>
              <a:round/>
            </a:ln>
            <a:effectLst/>
          </p:spPr>
        </p:sp>
        <p:sp>
          <p:nvSpPr>
            <p:cNvPr id="53932" name=""/>
            <p:cNvSpPr/>
            <p:nvPr/>
          </p:nvSpPr>
          <p:spPr>
            <a:xfrm>
              <a:off x="2899" y="2528"/>
              <a:ext cx="139" cy="209"/>
            </a:xfrm>
            <a:custGeom>
              <a:pathLst>
                <a:path w="139" h="209">
                  <a:moveTo>
                    <a:pt x="138" y="0"/>
                  </a:moveTo>
                  <a:lnTo>
                    <a:pt x="138" y="113"/>
                  </a:lnTo>
                  <a:lnTo>
                    <a:pt x="0" y="208"/>
                  </a:lnTo>
                  <a:lnTo>
                    <a:pt x="0" y="97"/>
                  </a:lnTo>
                  <a:lnTo>
                    <a:pt x="138" y="0"/>
                  </a:lnTo>
                </a:path>
              </a:pathLst>
            </a:custGeom>
            <a:solidFill>
              <a:schemeClr val="bg2"/>
            </a:solidFill>
            <a:ln cap="rnd">
              <a:noFill/>
              <a:round/>
            </a:ln>
            <a:effectLst/>
          </p:spPr>
        </p:sp>
        <p:sp>
          <p:nvSpPr>
            <p:cNvPr id="53933" name=""/>
            <p:cNvSpPr/>
            <p:nvPr/>
          </p:nvSpPr>
          <p:spPr>
            <a:xfrm>
              <a:off x="2915" y="2552"/>
              <a:ext cx="104" cy="151"/>
            </a:xfrm>
            <a:custGeom>
              <a:pathLst>
                <a:path w="104" h="151">
                  <a:moveTo>
                    <a:pt x="103" y="0"/>
                  </a:moveTo>
                  <a:lnTo>
                    <a:pt x="103" y="82"/>
                  </a:lnTo>
                  <a:lnTo>
                    <a:pt x="0" y="150"/>
                  </a:lnTo>
                  <a:lnTo>
                    <a:pt x="0" y="76"/>
                  </a:lnTo>
                  <a:lnTo>
                    <a:pt x="103"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934" name=""/>
            <p:cNvSpPr/>
            <p:nvPr/>
          </p:nvSpPr>
          <p:spPr>
            <a:xfrm>
              <a:off x="2918" y="2556"/>
              <a:ext cx="101" cy="147"/>
            </a:xfrm>
            <a:custGeom>
              <a:pathLst>
                <a:path w="101" h="147">
                  <a:moveTo>
                    <a:pt x="100" y="0"/>
                  </a:moveTo>
                  <a:lnTo>
                    <a:pt x="100" y="82"/>
                  </a:lnTo>
                  <a:lnTo>
                    <a:pt x="0" y="146"/>
                  </a:lnTo>
                </a:path>
              </a:pathLst>
            </a:custGeom>
            <a:noFill/>
            <a:ln w="12700" cap="rnd" cmpd="sng">
              <a:solidFill>
                <a:schemeClr val="bg1"/>
              </a:solidFill>
              <a:prstDash val="solid"/>
              <a:round/>
              <a:headEnd type="none" w="sm" len="sm"/>
              <a:tailEnd type="none" w="sm" len="sm"/>
            </a:ln>
            <a:effectLst/>
          </p:spPr>
        </p:sp>
        <p:sp>
          <p:nvSpPr>
            <p:cNvPr id="53935" name=""/>
            <p:cNvSpPr/>
            <p:nvPr/>
          </p:nvSpPr>
          <p:spPr>
            <a:xfrm>
              <a:off x="2908" y="2719"/>
              <a:ext cx="218" cy="145"/>
            </a:xfrm>
            <a:custGeom>
              <a:pathLst>
                <a:path w="218" h="145">
                  <a:moveTo>
                    <a:pt x="64" y="144"/>
                  </a:moveTo>
                  <a:lnTo>
                    <a:pt x="217" y="38"/>
                  </a:lnTo>
                  <a:lnTo>
                    <a:pt x="161" y="0"/>
                  </a:lnTo>
                  <a:lnTo>
                    <a:pt x="0" y="106"/>
                  </a:lnTo>
                  <a:lnTo>
                    <a:pt x="64" y="144"/>
                  </a:lnTo>
                </a:path>
              </a:pathLst>
            </a:custGeom>
            <a:solidFill>
              <a:schemeClr val="bg2"/>
            </a:solidFill>
            <a:ln cap="rnd">
              <a:noFill/>
              <a:round/>
            </a:ln>
            <a:effectLst/>
          </p:spPr>
        </p:sp>
        <p:sp>
          <p:nvSpPr>
            <p:cNvPr id="53936" name=""/>
            <p:cNvSpPr/>
            <p:nvPr/>
          </p:nvSpPr>
          <p:spPr>
            <a:xfrm>
              <a:off x="2908" y="2705"/>
              <a:ext cx="217" cy="154"/>
            </a:xfrm>
            <a:custGeom>
              <a:pathLst>
                <a:path w="217" h="154">
                  <a:moveTo>
                    <a:pt x="64" y="153"/>
                  </a:moveTo>
                  <a:lnTo>
                    <a:pt x="216" y="48"/>
                  </a:lnTo>
                  <a:lnTo>
                    <a:pt x="160" y="0"/>
                  </a:lnTo>
                  <a:lnTo>
                    <a:pt x="0" y="107"/>
                  </a:lnTo>
                  <a:lnTo>
                    <a:pt x="64" y="153"/>
                  </a:lnTo>
                </a:path>
              </a:pathLst>
            </a:custGeom>
            <a:solidFill>
              <a:srgbClr val="919191"/>
            </a:solidFill>
            <a:ln cap="rnd">
              <a:noFill/>
              <a:round/>
            </a:ln>
            <a:effectLst/>
          </p:spPr>
        </p:sp>
        <p:sp>
          <p:nvSpPr>
            <p:cNvPr id="53937" name=""/>
            <p:cNvSpPr/>
            <p:nvPr/>
          </p:nvSpPr>
          <p:spPr>
            <a:xfrm>
              <a:off x="2908" y="2812"/>
              <a:ext cx="65" cy="54"/>
            </a:xfrm>
            <a:custGeom>
              <a:pathLst>
                <a:path w="65" h="54">
                  <a:moveTo>
                    <a:pt x="0" y="0"/>
                  </a:moveTo>
                  <a:lnTo>
                    <a:pt x="0" y="14"/>
                  </a:lnTo>
                  <a:lnTo>
                    <a:pt x="64" y="53"/>
                  </a:lnTo>
                  <a:lnTo>
                    <a:pt x="64" y="45"/>
                  </a:lnTo>
                  <a:lnTo>
                    <a:pt x="0" y="0"/>
                  </a:lnTo>
                </a:path>
              </a:pathLst>
            </a:custGeom>
            <a:solidFill>
              <a:srgbClr val="676767"/>
            </a:solidFill>
            <a:ln cap="rnd">
              <a:noFill/>
              <a:round/>
            </a:ln>
            <a:effectLst/>
          </p:spPr>
        </p:sp>
        <p:cxnSp>
          <p:nvCxnSpPr>
            <p:cNvPr id="53938" name=""/>
            <p:cNvCxnSpPr/>
            <p:nvPr/>
          </p:nvCxnSpPr>
          <p:spPr>
            <a:xfrm flipV="1">
              <a:off x="2923" y="2714"/>
              <a:ext cx="150" cy="98"/>
            </a:xfrm>
            <a:prstGeom prst="line">
              <a:avLst/>
            </a:prstGeom>
            <a:noFill/>
            <a:ln w="12700">
              <a:solidFill>
                <a:schemeClr val="folHlink"/>
              </a:solidFill>
              <a:miter lim="800000"/>
            </a:ln>
            <a:effectLst/>
          </p:spPr>
        </p:cxnSp>
        <p:sp>
          <p:nvSpPr>
            <p:cNvPr id="53939" name=""/>
            <p:cNvSpPr/>
            <p:nvPr/>
          </p:nvSpPr>
          <p:spPr>
            <a:xfrm>
              <a:off x="2935" y="2743"/>
              <a:ext cx="146" cy="103"/>
            </a:xfrm>
            <a:custGeom>
              <a:pathLst>
                <a:path w="146" h="103">
                  <a:moveTo>
                    <a:pt x="0" y="76"/>
                  </a:moveTo>
                  <a:lnTo>
                    <a:pt x="36" y="102"/>
                  </a:lnTo>
                  <a:lnTo>
                    <a:pt x="145" y="25"/>
                  </a:lnTo>
                  <a:lnTo>
                    <a:pt x="113" y="0"/>
                  </a:lnTo>
                  <a:lnTo>
                    <a:pt x="0" y="76"/>
                  </a:lnTo>
                </a:path>
              </a:pathLst>
            </a:custGeom>
            <a:solidFill>
              <a:srgbClr val="676767"/>
            </a:solidFill>
            <a:ln cap="rnd">
              <a:noFill/>
              <a:round/>
            </a:ln>
            <a:effectLst/>
          </p:spPr>
        </p:sp>
        <p:sp>
          <p:nvSpPr>
            <p:cNvPr id="53940" name=""/>
            <p:cNvSpPr/>
            <p:nvPr/>
          </p:nvSpPr>
          <p:spPr>
            <a:xfrm>
              <a:off x="3055" y="2724"/>
              <a:ext cx="52" cy="40"/>
            </a:xfrm>
            <a:custGeom>
              <a:pathLst>
                <a:path w="52" h="40">
                  <a:moveTo>
                    <a:pt x="0" y="16"/>
                  </a:moveTo>
                  <a:lnTo>
                    <a:pt x="31" y="39"/>
                  </a:lnTo>
                  <a:lnTo>
                    <a:pt x="51" y="24"/>
                  </a:lnTo>
                  <a:lnTo>
                    <a:pt x="21" y="0"/>
                  </a:lnTo>
                  <a:lnTo>
                    <a:pt x="0" y="16"/>
                  </a:lnTo>
                </a:path>
              </a:pathLst>
            </a:custGeom>
            <a:solidFill>
              <a:srgbClr val="676767"/>
            </a:solidFill>
            <a:ln cap="rnd">
              <a:noFill/>
              <a:round/>
            </a:ln>
            <a:effectLst/>
          </p:spPr>
        </p:sp>
        <p:sp>
          <p:nvSpPr>
            <p:cNvPr id="53941" name=""/>
            <p:cNvSpPr/>
            <p:nvPr/>
          </p:nvSpPr>
          <p:spPr>
            <a:xfrm>
              <a:off x="2935" y="2738"/>
              <a:ext cx="146" cy="104"/>
            </a:xfrm>
            <a:custGeom>
              <a:pathLst>
                <a:path w="146" h="104">
                  <a:moveTo>
                    <a:pt x="0" y="77"/>
                  </a:moveTo>
                  <a:lnTo>
                    <a:pt x="36" y="103"/>
                  </a:lnTo>
                  <a:lnTo>
                    <a:pt x="145" y="25"/>
                  </a:lnTo>
                  <a:lnTo>
                    <a:pt x="113" y="0"/>
                  </a:lnTo>
                  <a:lnTo>
                    <a:pt x="0" y="77"/>
                  </a:lnTo>
                </a:path>
              </a:pathLst>
            </a:custGeom>
            <a:solidFill>
              <a:schemeClr val="folHlink"/>
            </a:solidFill>
            <a:ln cap="rnd">
              <a:noFill/>
              <a:round/>
            </a:ln>
            <a:effectLst/>
          </p:spPr>
        </p:sp>
        <p:sp>
          <p:nvSpPr>
            <p:cNvPr id="53942" name=""/>
            <p:cNvSpPr/>
            <p:nvPr/>
          </p:nvSpPr>
          <p:spPr>
            <a:xfrm>
              <a:off x="3055" y="2719"/>
              <a:ext cx="52" cy="42"/>
            </a:xfrm>
            <a:custGeom>
              <a:pathLst>
                <a:path w="52" h="42">
                  <a:moveTo>
                    <a:pt x="0" y="17"/>
                  </a:moveTo>
                  <a:lnTo>
                    <a:pt x="31" y="41"/>
                  </a:lnTo>
                  <a:lnTo>
                    <a:pt x="51" y="25"/>
                  </a:lnTo>
                  <a:lnTo>
                    <a:pt x="21" y="0"/>
                  </a:lnTo>
                  <a:lnTo>
                    <a:pt x="0" y="17"/>
                  </a:lnTo>
                </a:path>
              </a:pathLst>
            </a:custGeom>
            <a:solidFill>
              <a:schemeClr val="folHlink"/>
            </a:solidFill>
            <a:ln cap="rnd">
              <a:noFill/>
              <a:round/>
            </a:ln>
            <a:effectLst/>
          </p:spPr>
        </p:sp>
      </p:grpSp>
      <p:sp>
        <p:nvSpPr>
          <p:cNvPr id="53943" name=""/>
          <p:cNvSpPr/>
          <p:nvPr/>
        </p:nvSpPr>
        <p:spPr>
          <a:xfrm>
            <a:off x="6296025" y="5421313"/>
            <a:ext cx="1587500" cy="331787"/>
          </a:xfrm>
          <a:prstGeom prst="rect">
            <a:avLst/>
          </a:prstGeom>
          <a:noFill/>
          <a:ln>
            <a:noFill/>
            <a:miter lim="800000"/>
          </a:ln>
        </p:spPr>
        <p:txBody>
          <a:bodyPr wrap="none" anchor="t" anchorCtr="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800" b="1">
                <a:latin typeface="Arial Narrow" pitchFamily="34" charset="0"/>
              </a:rPr>
              <a:t>Telecommuters</a:t>
            </a:r>
            <a:endParaRPr sz="1800">
              <a:latin typeface="Tahoma" pitchFamily="34" charset="0"/>
            </a:endParaRPr>
          </a:p>
        </p:txBody>
      </p:sp>
      <p:grpSp>
        <p:nvGrpSpPr>
          <p:cNvPr id="53944" name=""/>
          <p:cNvGrpSpPr/>
          <p:nvPr/>
        </p:nvGrpSpPr>
        <p:grpSpPr>
          <a:xfrm>
            <a:off x="7080250" y="5734050"/>
            <a:ext cx="307975" cy="285750"/>
            <a:chOff x="2784" y="2476"/>
            <a:chExt cx="342" cy="390"/>
          </a:xfrm>
        </p:grpSpPr>
        <p:sp>
          <p:nvSpPr>
            <p:cNvPr id="53945" name=""/>
            <p:cNvSpPr/>
            <p:nvPr/>
          </p:nvSpPr>
          <p:spPr>
            <a:xfrm>
              <a:off x="2784" y="2709"/>
              <a:ext cx="114" cy="115"/>
            </a:xfrm>
            <a:custGeom>
              <a:pathLst>
                <a:path w="114" h="115">
                  <a:moveTo>
                    <a:pt x="0" y="0"/>
                  </a:moveTo>
                  <a:lnTo>
                    <a:pt x="0" y="50"/>
                  </a:lnTo>
                  <a:lnTo>
                    <a:pt x="113" y="114"/>
                  </a:lnTo>
                  <a:lnTo>
                    <a:pt x="113" y="61"/>
                  </a:lnTo>
                  <a:lnTo>
                    <a:pt x="0" y="0"/>
                  </a:lnTo>
                </a:path>
              </a:pathLst>
            </a:custGeom>
            <a:solidFill>
              <a:srgbClr val="676767"/>
            </a:solidFill>
            <a:ln cap="rnd">
              <a:noFill/>
              <a:round/>
            </a:ln>
            <a:effectLst/>
          </p:spPr>
        </p:sp>
        <p:sp>
          <p:nvSpPr>
            <p:cNvPr id="53946" name=""/>
            <p:cNvSpPr/>
            <p:nvPr/>
          </p:nvSpPr>
          <p:spPr>
            <a:xfrm>
              <a:off x="2895" y="2665"/>
              <a:ext cx="162" cy="158"/>
            </a:xfrm>
            <a:custGeom>
              <a:pathLst>
                <a:path w="162" h="158">
                  <a:moveTo>
                    <a:pt x="2" y="157"/>
                  </a:moveTo>
                  <a:lnTo>
                    <a:pt x="161" y="54"/>
                  </a:lnTo>
                  <a:lnTo>
                    <a:pt x="161" y="0"/>
                  </a:lnTo>
                  <a:lnTo>
                    <a:pt x="0" y="108"/>
                  </a:lnTo>
                  <a:lnTo>
                    <a:pt x="2" y="157"/>
                  </a:lnTo>
                </a:path>
              </a:pathLst>
            </a:custGeom>
            <a:solidFill>
              <a:schemeClr val="bg2"/>
            </a:solidFill>
            <a:ln cap="rnd">
              <a:noFill/>
              <a:round/>
            </a:ln>
            <a:effectLst/>
          </p:spPr>
        </p:sp>
        <p:sp>
          <p:nvSpPr>
            <p:cNvPr id="53947" name=""/>
            <p:cNvSpPr/>
            <p:nvPr/>
          </p:nvSpPr>
          <p:spPr>
            <a:xfrm>
              <a:off x="2784" y="2610"/>
              <a:ext cx="276" cy="166"/>
            </a:xfrm>
            <a:custGeom>
              <a:pathLst>
                <a:path w="276" h="166">
                  <a:moveTo>
                    <a:pt x="0" y="97"/>
                  </a:moveTo>
                  <a:lnTo>
                    <a:pt x="162" y="0"/>
                  </a:lnTo>
                  <a:lnTo>
                    <a:pt x="275" y="61"/>
                  </a:lnTo>
                  <a:lnTo>
                    <a:pt x="111" y="165"/>
                  </a:lnTo>
                  <a:lnTo>
                    <a:pt x="0" y="97"/>
                  </a:lnTo>
                </a:path>
              </a:pathLst>
            </a:custGeom>
            <a:solidFill>
              <a:schemeClr val="folHlink"/>
            </a:solidFill>
            <a:ln cap="rnd">
              <a:noFill/>
              <a:round/>
            </a:ln>
            <a:effectLst/>
          </p:spPr>
        </p:sp>
        <p:sp>
          <p:nvSpPr>
            <p:cNvPr id="53948" name=""/>
            <p:cNvSpPr/>
            <p:nvPr/>
          </p:nvSpPr>
          <p:spPr>
            <a:xfrm>
              <a:off x="2786" y="2476"/>
              <a:ext cx="251" cy="155"/>
            </a:xfrm>
            <a:custGeom>
              <a:pathLst>
                <a:path w="251" h="155">
                  <a:moveTo>
                    <a:pt x="0" y="76"/>
                  </a:moveTo>
                  <a:lnTo>
                    <a:pt x="51" y="105"/>
                  </a:lnTo>
                  <a:lnTo>
                    <a:pt x="36" y="116"/>
                  </a:lnTo>
                  <a:lnTo>
                    <a:pt x="102" y="154"/>
                  </a:lnTo>
                  <a:lnTo>
                    <a:pt x="250" y="50"/>
                  </a:lnTo>
                  <a:lnTo>
                    <a:pt x="190" y="20"/>
                  </a:lnTo>
                  <a:lnTo>
                    <a:pt x="177" y="27"/>
                  </a:lnTo>
                  <a:lnTo>
                    <a:pt x="119" y="0"/>
                  </a:lnTo>
                  <a:lnTo>
                    <a:pt x="0" y="76"/>
                  </a:lnTo>
                </a:path>
              </a:pathLst>
            </a:custGeom>
            <a:solidFill>
              <a:srgbClr val="DADADA"/>
            </a:solidFill>
            <a:ln cap="rnd">
              <a:noFill/>
              <a:round/>
            </a:ln>
            <a:effectLst/>
          </p:spPr>
        </p:sp>
        <p:sp>
          <p:nvSpPr>
            <p:cNvPr id="53949" name=""/>
            <p:cNvSpPr/>
            <p:nvPr/>
          </p:nvSpPr>
          <p:spPr>
            <a:xfrm>
              <a:off x="2786" y="2549"/>
              <a:ext cx="115" cy="188"/>
            </a:xfrm>
            <a:custGeom>
              <a:pathLst>
                <a:path w="115" h="188">
                  <a:moveTo>
                    <a:pt x="2" y="0"/>
                  </a:moveTo>
                  <a:lnTo>
                    <a:pt x="0" y="89"/>
                  </a:lnTo>
                  <a:lnTo>
                    <a:pt x="39" y="133"/>
                  </a:lnTo>
                  <a:lnTo>
                    <a:pt x="39" y="146"/>
                  </a:lnTo>
                  <a:lnTo>
                    <a:pt x="112" y="187"/>
                  </a:lnTo>
                  <a:lnTo>
                    <a:pt x="114" y="75"/>
                  </a:lnTo>
                  <a:lnTo>
                    <a:pt x="43" y="46"/>
                  </a:lnTo>
                  <a:lnTo>
                    <a:pt x="54" y="35"/>
                  </a:lnTo>
                  <a:lnTo>
                    <a:pt x="2" y="0"/>
                  </a:lnTo>
                </a:path>
              </a:pathLst>
            </a:custGeom>
            <a:solidFill>
              <a:srgbClr val="676767"/>
            </a:solidFill>
            <a:ln cap="rnd">
              <a:noFill/>
              <a:round/>
            </a:ln>
            <a:effectLst/>
          </p:spPr>
        </p:sp>
        <p:sp>
          <p:nvSpPr>
            <p:cNvPr id="53950" name=""/>
            <p:cNvSpPr/>
            <p:nvPr/>
          </p:nvSpPr>
          <p:spPr>
            <a:xfrm>
              <a:off x="2899" y="2528"/>
              <a:ext cx="139" cy="209"/>
            </a:xfrm>
            <a:custGeom>
              <a:pathLst>
                <a:path w="139" h="209">
                  <a:moveTo>
                    <a:pt x="138" y="0"/>
                  </a:moveTo>
                  <a:lnTo>
                    <a:pt x="138" y="113"/>
                  </a:lnTo>
                  <a:lnTo>
                    <a:pt x="0" y="208"/>
                  </a:lnTo>
                  <a:lnTo>
                    <a:pt x="0" y="97"/>
                  </a:lnTo>
                  <a:lnTo>
                    <a:pt x="138" y="0"/>
                  </a:lnTo>
                </a:path>
              </a:pathLst>
            </a:custGeom>
            <a:solidFill>
              <a:schemeClr val="bg2"/>
            </a:solidFill>
            <a:ln cap="rnd">
              <a:noFill/>
              <a:round/>
            </a:ln>
            <a:effectLst/>
          </p:spPr>
        </p:sp>
        <p:sp>
          <p:nvSpPr>
            <p:cNvPr id="53951" name=""/>
            <p:cNvSpPr/>
            <p:nvPr/>
          </p:nvSpPr>
          <p:spPr>
            <a:xfrm>
              <a:off x="2915" y="2552"/>
              <a:ext cx="104" cy="151"/>
            </a:xfrm>
            <a:custGeom>
              <a:pathLst>
                <a:path w="104" h="151">
                  <a:moveTo>
                    <a:pt x="103" y="0"/>
                  </a:moveTo>
                  <a:lnTo>
                    <a:pt x="103" y="82"/>
                  </a:lnTo>
                  <a:lnTo>
                    <a:pt x="0" y="150"/>
                  </a:lnTo>
                  <a:lnTo>
                    <a:pt x="0" y="76"/>
                  </a:lnTo>
                  <a:lnTo>
                    <a:pt x="103" y="0"/>
                  </a:lnTo>
                </a:path>
              </a:pathLst>
            </a:custGeom>
            <a:gradFill rotWithShape="0">
              <a:gsLst>
                <a:gs pos="0">
                  <a:srgbClr val="114FFB"/>
                </a:gs>
                <a:gs pos="100000">
                  <a:srgbClr val="114FFB">
                    <a:gamma/>
                    <a:shade val="0"/>
                    <a:invGamma/>
                  </a:srgbClr>
                </a:gs>
              </a:gsLst>
              <a:path path="shape">
                <a:fillToRect l="50000" t="50000" r="50000" b="50000"/>
              </a:path>
            </a:gradFill>
            <a:ln cap="rnd">
              <a:noFill/>
              <a:round/>
            </a:ln>
            <a:effectLst/>
          </p:spPr>
        </p:sp>
        <p:sp>
          <p:nvSpPr>
            <p:cNvPr id="53952" name=""/>
            <p:cNvSpPr/>
            <p:nvPr/>
          </p:nvSpPr>
          <p:spPr>
            <a:xfrm>
              <a:off x="2918" y="2556"/>
              <a:ext cx="101" cy="147"/>
            </a:xfrm>
            <a:custGeom>
              <a:pathLst>
                <a:path w="101" h="147">
                  <a:moveTo>
                    <a:pt x="100" y="0"/>
                  </a:moveTo>
                  <a:lnTo>
                    <a:pt x="100" y="82"/>
                  </a:lnTo>
                  <a:lnTo>
                    <a:pt x="0" y="146"/>
                  </a:lnTo>
                </a:path>
              </a:pathLst>
            </a:custGeom>
            <a:noFill/>
            <a:ln w="12700" cap="rnd" cmpd="sng">
              <a:solidFill>
                <a:schemeClr val="bg1"/>
              </a:solidFill>
              <a:prstDash val="solid"/>
              <a:round/>
              <a:headEnd type="none" w="sm" len="sm"/>
              <a:tailEnd type="none" w="sm" len="sm"/>
            </a:ln>
            <a:effectLst/>
          </p:spPr>
        </p:sp>
        <p:sp>
          <p:nvSpPr>
            <p:cNvPr id="53953" name=""/>
            <p:cNvSpPr/>
            <p:nvPr/>
          </p:nvSpPr>
          <p:spPr>
            <a:xfrm>
              <a:off x="2908" y="2719"/>
              <a:ext cx="218" cy="145"/>
            </a:xfrm>
            <a:custGeom>
              <a:pathLst>
                <a:path w="218" h="145">
                  <a:moveTo>
                    <a:pt x="64" y="144"/>
                  </a:moveTo>
                  <a:lnTo>
                    <a:pt x="217" y="38"/>
                  </a:lnTo>
                  <a:lnTo>
                    <a:pt x="161" y="0"/>
                  </a:lnTo>
                  <a:lnTo>
                    <a:pt x="0" y="106"/>
                  </a:lnTo>
                  <a:lnTo>
                    <a:pt x="64" y="144"/>
                  </a:lnTo>
                </a:path>
              </a:pathLst>
            </a:custGeom>
            <a:solidFill>
              <a:schemeClr val="bg2"/>
            </a:solidFill>
            <a:ln cap="rnd">
              <a:noFill/>
              <a:round/>
            </a:ln>
            <a:effectLst/>
          </p:spPr>
        </p:sp>
        <p:sp>
          <p:nvSpPr>
            <p:cNvPr id="53954" name=""/>
            <p:cNvSpPr/>
            <p:nvPr/>
          </p:nvSpPr>
          <p:spPr>
            <a:xfrm>
              <a:off x="2908" y="2705"/>
              <a:ext cx="217" cy="154"/>
            </a:xfrm>
            <a:custGeom>
              <a:pathLst>
                <a:path w="217" h="154">
                  <a:moveTo>
                    <a:pt x="64" y="153"/>
                  </a:moveTo>
                  <a:lnTo>
                    <a:pt x="216" y="48"/>
                  </a:lnTo>
                  <a:lnTo>
                    <a:pt x="160" y="0"/>
                  </a:lnTo>
                  <a:lnTo>
                    <a:pt x="0" y="107"/>
                  </a:lnTo>
                  <a:lnTo>
                    <a:pt x="64" y="153"/>
                  </a:lnTo>
                </a:path>
              </a:pathLst>
            </a:custGeom>
            <a:solidFill>
              <a:srgbClr val="919191"/>
            </a:solidFill>
            <a:ln cap="rnd">
              <a:noFill/>
              <a:round/>
            </a:ln>
            <a:effectLst/>
          </p:spPr>
        </p:sp>
        <p:sp>
          <p:nvSpPr>
            <p:cNvPr id="53955" name=""/>
            <p:cNvSpPr/>
            <p:nvPr/>
          </p:nvSpPr>
          <p:spPr>
            <a:xfrm>
              <a:off x="2908" y="2812"/>
              <a:ext cx="65" cy="54"/>
            </a:xfrm>
            <a:custGeom>
              <a:pathLst>
                <a:path w="65" h="54">
                  <a:moveTo>
                    <a:pt x="0" y="0"/>
                  </a:moveTo>
                  <a:lnTo>
                    <a:pt x="0" y="14"/>
                  </a:lnTo>
                  <a:lnTo>
                    <a:pt x="64" y="53"/>
                  </a:lnTo>
                  <a:lnTo>
                    <a:pt x="64" y="45"/>
                  </a:lnTo>
                  <a:lnTo>
                    <a:pt x="0" y="0"/>
                  </a:lnTo>
                </a:path>
              </a:pathLst>
            </a:custGeom>
            <a:solidFill>
              <a:srgbClr val="676767"/>
            </a:solidFill>
            <a:ln cap="rnd">
              <a:noFill/>
              <a:round/>
            </a:ln>
            <a:effectLst/>
          </p:spPr>
        </p:sp>
        <p:cxnSp>
          <p:nvCxnSpPr>
            <p:cNvPr id="53956" name=""/>
            <p:cNvCxnSpPr/>
            <p:nvPr/>
          </p:nvCxnSpPr>
          <p:spPr>
            <a:xfrm flipV="1">
              <a:off x="2923" y="2714"/>
              <a:ext cx="150" cy="98"/>
            </a:xfrm>
            <a:prstGeom prst="line">
              <a:avLst/>
            </a:prstGeom>
            <a:noFill/>
            <a:ln w="12700">
              <a:solidFill>
                <a:schemeClr val="folHlink"/>
              </a:solidFill>
              <a:miter lim="800000"/>
            </a:ln>
            <a:effectLst/>
          </p:spPr>
        </p:cxnSp>
        <p:sp>
          <p:nvSpPr>
            <p:cNvPr id="53957" name=""/>
            <p:cNvSpPr/>
            <p:nvPr/>
          </p:nvSpPr>
          <p:spPr>
            <a:xfrm>
              <a:off x="2935" y="2743"/>
              <a:ext cx="146" cy="103"/>
            </a:xfrm>
            <a:custGeom>
              <a:pathLst>
                <a:path w="146" h="103">
                  <a:moveTo>
                    <a:pt x="0" y="76"/>
                  </a:moveTo>
                  <a:lnTo>
                    <a:pt x="36" y="102"/>
                  </a:lnTo>
                  <a:lnTo>
                    <a:pt x="145" y="25"/>
                  </a:lnTo>
                  <a:lnTo>
                    <a:pt x="113" y="0"/>
                  </a:lnTo>
                  <a:lnTo>
                    <a:pt x="0" y="76"/>
                  </a:lnTo>
                </a:path>
              </a:pathLst>
            </a:custGeom>
            <a:solidFill>
              <a:srgbClr val="676767"/>
            </a:solidFill>
            <a:ln cap="rnd">
              <a:noFill/>
              <a:round/>
            </a:ln>
            <a:effectLst/>
          </p:spPr>
        </p:sp>
        <p:sp>
          <p:nvSpPr>
            <p:cNvPr id="53958" name=""/>
            <p:cNvSpPr/>
            <p:nvPr/>
          </p:nvSpPr>
          <p:spPr>
            <a:xfrm>
              <a:off x="3055" y="2724"/>
              <a:ext cx="52" cy="40"/>
            </a:xfrm>
            <a:custGeom>
              <a:pathLst>
                <a:path w="52" h="40">
                  <a:moveTo>
                    <a:pt x="0" y="16"/>
                  </a:moveTo>
                  <a:lnTo>
                    <a:pt x="31" y="39"/>
                  </a:lnTo>
                  <a:lnTo>
                    <a:pt x="51" y="24"/>
                  </a:lnTo>
                  <a:lnTo>
                    <a:pt x="21" y="0"/>
                  </a:lnTo>
                  <a:lnTo>
                    <a:pt x="0" y="16"/>
                  </a:lnTo>
                </a:path>
              </a:pathLst>
            </a:custGeom>
            <a:solidFill>
              <a:srgbClr val="676767"/>
            </a:solidFill>
            <a:ln cap="rnd">
              <a:noFill/>
              <a:round/>
            </a:ln>
            <a:effectLst/>
          </p:spPr>
        </p:sp>
        <p:sp>
          <p:nvSpPr>
            <p:cNvPr id="53959" name=""/>
            <p:cNvSpPr/>
            <p:nvPr/>
          </p:nvSpPr>
          <p:spPr>
            <a:xfrm>
              <a:off x="2935" y="2738"/>
              <a:ext cx="146" cy="104"/>
            </a:xfrm>
            <a:custGeom>
              <a:pathLst>
                <a:path w="146" h="104">
                  <a:moveTo>
                    <a:pt x="0" y="77"/>
                  </a:moveTo>
                  <a:lnTo>
                    <a:pt x="36" y="103"/>
                  </a:lnTo>
                  <a:lnTo>
                    <a:pt x="145" y="25"/>
                  </a:lnTo>
                  <a:lnTo>
                    <a:pt x="113" y="0"/>
                  </a:lnTo>
                  <a:lnTo>
                    <a:pt x="0" y="77"/>
                  </a:lnTo>
                </a:path>
              </a:pathLst>
            </a:custGeom>
            <a:solidFill>
              <a:schemeClr val="folHlink"/>
            </a:solidFill>
            <a:ln cap="rnd">
              <a:noFill/>
              <a:round/>
            </a:ln>
            <a:effectLst/>
          </p:spPr>
        </p:sp>
        <p:sp>
          <p:nvSpPr>
            <p:cNvPr id="53960" name=""/>
            <p:cNvSpPr/>
            <p:nvPr/>
          </p:nvSpPr>
          <p:spPr>
            <a:xfrm>
              <a:off x="3055" y="2719"/>
              <a:ext cx="52" cy="42"/>
            </a:xfrm>
            <a:custGeom>
              <a:pathLst>
                <a:path w="52" h="42">
                  <a:moveTo>
                    <a:pt x="0" y="17"/>
                  </a:moveTo>
                  <a:lnTo>
                    <a:pt x="31" y="41"/>
                  </a:lnTo>
                  <a:lnTo>
                    <a:pt x="51" y="25"/>
                  </a:lnTo>
                  <a:lnTo>
                    <a:pt x="21" y="0"/>
                  </a:lnTo>
                  <a:lnTo>
                    <a:pt x="0" y="17"/>
                  </a:lnTo>
                </a:path>
              </a:pathLst>
            </a:custGeom>
            <a:solidFill>
              <a:schemeClr val="folHlink"/>
            </a:solidFill>
            <a:ln cap="rnd">
              <a:noFill/>
              <a:round/>
            </a:ln>
            <a:effectLst/>
          </p:spPr>
        </p:sp>
      </p:gr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55298" name=""/>
          <p:cNvSpPr/>
          <p:nvPr>
            <p:ph type="title"/>
          </p:nvPr>
        </p:nvSpPr>
        <p:spPr>
          <a:xfrm>
            <a:off x="539750" y="503238"/>
            <a:ext cx="8156575" cy="639762"/>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Shift from NOS to Intranet</a:t>
            </a:r>
          </a:p>
        </p:txBody>
      </p:sp>
      <p:sp>
        <p:nvSpPr>
          <p:cNvPr id="55299" name=""/>
          <p:cNvSpPr/>
          <p:nvPr/>
        </p:nvSpPr>
        <p:spPr>
          <a:xfrm>
            <a:off x="6157913" y="2141538"/>
            <a:ext cx="2603500" cy="310832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nSpc>
                <a:spcPct val="110000"/>
              </a:lnSpc>
            </a:pPr>
            <a:r>
              <a:rPr sz="1800" b="1"/>
              <a:t>New LAN Functions:</a:t>
            </a:r>
            <a:br>
              <a:rPr sz="1800" b="1"/>
            </a:br>
            <a:r>
              <a:rPr sz="1800" b="1"/>
              <a:t>-Applications</a:t>
            </a:r>
            <a:br>
              <a:rPr sz="1800" b="1"/>
            </a:br>
            <a:r>
              <a:rPr sz="1800" b="1"/>
              <a:t>-Decision support</a:t>
            </a:r>
            <a:br>
              <a:rPr sz="1800" b="1"/>
            </a:br>
            <a:r>
              <a:rPr sz="1800" b="1"/>
              <a:t>-Mainframe connectivity</a:t>
            </a:r>
            <a:br>
              <a:rPr sz="1800" b="1"/>
            </a:br>
            <a:r>
              <a:rPr sz="1800" b="1"/>
              <a:t>-Exchange server</a:t>
            </a:r>
            <a:endParaRPr sz="1800" b="1"/>
          </a:p>
          <a:p>
            <a:pPr lvl="0">
              <a:lnSpc>
                <a:spcPct val="110000"/>
              </a:lnSpc>
            </a:pPr>
            <a:r>
              <a:rPr sz="1800" b="1"/>
              <a:t>-Internet proxy</a:t>
            </a:r>
            <a:br>
              <a:rPr sz="1800" b="1"/>
            </a:br>
            <a:r>
              <a:rPr sz="1800" b="1"/>
              <a:t>-Firewall</a:t>
            </a:r>
            <a:br>
              <a:rPr sz="1800" b="1"/>
            </a:br>
            <a:r>
              <a:rPr sz="1800" b="1"/>
              <a:t>-Systems management</a:t>
            </a:r>
            <a:br>
              <a:rPr sz="1800" b="1"/>
            </a:br>
            <a:r>
              <a:rPr sz="1800" b="1"/>
              <a:t>-Development</a:t>
            </a:r>
            <a:endParaRPr sz="1800" b="1"/>
          </a:p>
          <a:p>
            <a:pPr lvl="0">
              <a:lnSpc>
                <a:spcPct val="110000"/>
              </a:lnSpc>
            </a:pPr>
            <a:r>
              <a:rPr sz="1800" b="1"/>
              <a:t>-WINS &amp; DHCP</a:t>
            </a:r>
            <a:endParaRPr sz="1800" b="1"/>
          </a:p>
        </p:txBody>
      </p:sp>
      <p:grpSp>
        <p:nvGrpSpPr>
          <p:cNvPr id="55300" name=""/>
          <p:cNvGrpSpPr/>
          <p:nvPr/>
        </p:nvGrpSpPr>
        <p:grpSpPr>
          <a:xfrm>
            <a:off x="615950" y="1935163"/>
            <a:ext cx="5372100" cy="2952750"/>
            <a:chOff x="240" y="1632"/>
            <a:chExt cx="3350" cy="2052"/>
          </a:xfrm>
        </p:grpSpPr>
        <p:sp>
          <p:nvSpPr>
            <p:cNvPr id="55301" name=""/>
            <p:cNvSpPr/>
            <p:nvPr/>
          </p:nvSpPr>
          <p:spPr>
            <a:xfrm>
              <a:off x="592" y="2320"/>
              <a:ext cx="2416" cy="688"/>
            </a:xfrm>
            <a:prstGeom prst="ellipse">
              <a:avLst/>
            </a:prstGeom>
            <a:noFill/>
            <a:ln w="50800">
              <a:solidFill>
                <a:schemeClr val="accent1"/>
              </a:solidFill>
              <a:miter lim="800000"/>
            </a:ln>
            <a:effectLst/>
          </p:spPr>
        </p:sp>
        <p:pic>
          <p:nvPicPr>
            <p:cNvPr id="55302" name=""/>
            <p:cNvPicPr/>
            <p:nvPr/>
          </p:nvPicPr>
          <p:blipFill>
            <a:blip r:embed="rId3"/>
            <a:stretch>
              <a:fillRect/>
            </a:stretch>
          </p:blipFill>
          <p:spPr>
            <a:xfrm>
              <a:off x="1008" y="2011"/>
              <a:ext cx="375" cy="384"/>
            </a:xfrm>
            <a:prstGeom prst="rect">
              <a:avLst/>
            </a:prstGeom>
            <a:noFill/>
            <a:ln>
              <a:noFill/>
              <a:miter lim="800000"/>
            </a:ln>
            <a:effectLst/>
          </p:spPr>
        </p:pic>
        <p:pic>
          <p:nvPicPr>
            <p:cNvPr id="55303" name=""/>
            <p:cNvPicPr/>
            <p:nvPr/>
          </p:nvPicPr>
          <p:blipFill>
            <a:blip r:embed="rId3"/>
            <a:stretch>
              <a:fillRect/>
            </a:stretch>
          </p:blipFill>
          <p:spPr>
            <a:xfrm>
              <a:off x="1920" y="1963"/>
              <a:ext cx="375" cy="384"/>
            </a:xfrm>
            <a:prstGeom prst="rect">
              <a:avLst/>
            </a:prstGeom>
            <a:noFill/>
            <a:ln>
              <a:noFill/>
              <a:miter lim="800000"/>
            </a:ln>
            <a:effectLst/>
          </p:spPr>
        </p:pic>
        <p:pic>
          <p:nvPicPr>
            <p:cNvPr id="55304" name=""/>
            <p:cNvPicPr/>
            <p:nvPr/>
          </p:nvPicPr>
          <p:blipFill>
            <a:blip r:embed="rId3"/>
            <a:stretch>
              <a:fillRect/>
            </a:stretch>
          </p:blipFill>
          <p:spPr>
            <a:xfrm>
              <a:off x="1536" y="2971"/>
              <a:ext cx="375" cy="384"/>
            </a:xfrm>
            <a:prstGeom prst="rect">
              <a:avLst/>
            </a:prstGeom>
            <a:noFill/>
            <a:ln>
              <a:noFill/>
              <a:miter lim="800000"/>
            </a:ln>
            <a:effectLst/>
          </p:spPr>
        </p:pic>
        <p:pic>
          <p:nvPicPr>
            <p:cNvPr id="55305" name=""/>
            <p:cNvPicPr/>
            <p:nvPr/>
          </p:nvPicPr>
          <p:blipFill>
            <a:blip r:embed="rId3"/>
            <a:stretch>
              <a:fillRect/>
            </a:stretch>
          </p:blipFill>
          <p:spPr>
            <a:xfrm>
              <a:off x="240" y="2443"/>
              <a:ext cx="375" cy="384"/>
            </a:xfrm>
            <a:prstGeom prst="rect">
              <a:avLst/>
            </a:prstGeom>
            <a:noFill/>
            <a:ln>
              <a:noFill/>
              <a:miter lim="800000"/>
            </a:ln>
            <a:effectLst/>
          </p:spPr>
        </p:pic>
        <p:pic>
          <p:nvPicPr>
            <p:cNvPr id="55306" name=""/>
            <p:cNvPicPr/>
            <p:nvPr/>
          </p:nvPicPr>
          <p:blipFill>
            <a:blip r:embed="rId3"/>
            <a:stretch>
              <a:fillRect/>
            </a:stretch>
          </p:blipFill>
          <p:spPr>
            <a:xfrm>
              <a:off x="720" y="2923"/>
              <a:ext cx="375" cy="384"/>
            </a:xfrm>
            <a:prstGeom prst="rect">
              <a:avLst/>
            </a:prstGeom>
            <a:noFill/>
            <a:ln>
              <a:noFill/>
              <a:miter lim="800000"/>
            </a:ln>
            <a:effectLst/>
          </p:spPr>
        </p:pic>
        <p:graphicFrame>
          <p:nvGraphicFramePr>
            <p:cNvPr id="55307" name=""/>
            <p:cNvGraphicFramePr/>
            <p:nvPr/>
          </p:nvGraphicFramePr>
          <p:xfrm>
            <a:off x="2585" y="1632"/>
            <a:ext cx="621" cy="1092"/>
          </p:xfrm>
          <a:graphic>
            <a:graphicData uri="http://schemas.openxmlformats.org/presentationml/2006/ole">
              <mc:AlternateContent>
                <mc:Choice xmlns:v="urn:schemas-microsoft-com:vml" Requires="v">
                  <p:oleObj spid="_x0000_s1038" name="Clip" r:id="rId4" imgW="995843" imgH="1571347" progId="MS_ClipArt_Gallery.2">
                    <p:embed/>
                  </p:oleObj>
                </mc:Choice>
                <mc:Fallback>
                  <p:oleObj name="Clip" r:id="rId4" imgW="995843" imgH="1571347" progId="MS_ClipArt_Gallery.2">
                    <p:embed/>
                    <p:pic>
                      <p:nvPicPr>
                        <p:cNvPr id="0" name="OLE substitute image"/>
                        <p:cNvPicPr/>
                        <p:nvPr/>
                      </p:nvPicPr>
                      <p:blipFill>
                        <a:blip r:embed="rId5"/>
                        <a:stretch>
                          <a:fillRect/>
                        </a:stretch>
                      </p:blipFill>
                      <p:spPr>
                        <a:xfrm>
                          <a:off x="2585" y="1632"/>
                          <a:ext cx="621" cy="1092"/>
                        </a:xfrm>
                        <a:prstGeom prst="rect">
                          <a:avLst/>
                        </a:prstGeom>
                        <a:noFill/>
                        <a:ln>
                          <a:noFill/>
                          <a:miter lim="800000"/>
                        </a:ln>
                        <a:effectLst/>
                      </p:spPr>
                    </p:pic>
                  </p:oleObj>
                </mc:Fallback>
              </mc:AlternateContent>
            </a:graphicData>
          </a:graphic>
        </p:graphicFrame>
        <p:graphicFrame>
          <p:nvGraphicFramePr>
            <p:cNvPr id="55308" name=""/>
            <p:cNvGraphicFramePr/>
            <p:nvPr/>
          </p:nvGraphicFramePr>
          <p:xfrm>
            <a:off x="2208" y="2592"/>
            <a:ext cx="621" cy="1092"/>
          </p:xfrm>
          <a:graphic>
            <a:graphicData uri="http://schemas.openxmlformats.org/presentationml/2006/ole">
              <mc:AlternateContent>
                <mc:Choice xmlns:v="urn:schemas-microsoft-com:vml" Requires="v">
                  <p:oleObj spid="_x0000_s1039" name="Clip" r:id="rId6" imgW="995843" imgH="1571347" progId="MS_ClipArt_Gallery.2">
                    <p:embed/>
                  </p:oleObj>
                </mc:Choice>
                <mc:Fallback>
                  <p:oleObj name="Clip" r:id="rId6" imgW="995843" imgH="1571347" progId="MS_ClipArt_Gallery.2">
                    <p:embed/>
                    <p:pic>
                      <p:nvPicPr>
                        <p:cNvPr id="0" name="OLE substitute image"/>
                        <p:cNvPicPr/>
                        <p:nvPr/>
                      </p:nvPicPr>
                      <p:blipFill>
                        <a:blip r:embed="rId5"/>
                        <a:stretch>
                          <a:fillRect/>
                        </a:stretch>
                      </p:blipFill>
                      <p:spPr>
                        <a:xfrm>
                          <a:off x="2208" y="2592"/>
                          <a:ext cx="621" cy="1092"/>
                        </a:xfrm>
                        <a:prstGeom prst="rect">
                          <a:avLst/>
                        </a:prstGeom>
                        <a:noFill/>
                        <a:ln>
                          <a:noFill/>
                          <a:miter lim="800000"/>
                        </a:ln>
                        <a:effectLst/>
                      </p:spPr>
                    </p:pic>
                  </p:oleObj>
                </mc:Fallback>
              </mc:AlternateContent>
            </a:graphicData>
          </a:graphic>
        </p:graphicFrame>
        <p:graphicFrame>
          <p:nvGraphicFramePr>
            <p:cNvPr id="55309" name=""/>
            <p:cNvGraphicFramePr/>
            <p:nvPr/>
          </p:nvGraphicFramePr>
          <p:xfrm>
            <a:off x="2969" y="2400"/>
            <a:ext cx="621" cy="1092"/>
          </p:xfrm>
          <a:graphic>
            <a:graphicData uri="http://schemas.openxmlformats.org/presentationml/2006/ole">
              <mc:AlternateContent>
                <mc:Choice xmlns:v="urn:schemas-microsoft-com:vml" Requires="v">
                  <p:oleObj spid="_x0000_s1040" name="Clip" r:id="rId7" imgW="995843" imgH="1571347" progId="MS_ClipArt_Gallery.2">
                    <p:embed/>
                  </p:oleObj>
                </mc:Choice>
                <mc:Fallback>
                  <p:oleObj name="Clip" r:id="rId7" imgW="995843" imgH="1571347" progId="MS_ClipArt_Gallery.2">
                    <p:embed/>
                    <p:pic>
                      <p:nvPicPr>
                        <p:cNvPr id="0" name="OLE substitute image"/>
                        <p:cNvPicPr/>
                        <p:nvPr/>
                      </p:nvPicPr>
                      <p:blipFill>
                        <a:blip r:embed="rId5"/>
                        <a:stretch>
                          <a:fillRect/>
                        </a:stretch>
                      </p:blipFill>
                      <p:spPr>
                        <a:xfrm>
                          <a:off x="2969" y="2400"/>
                          <a:ext cx="621" cy="1092"/>
                        </a:xfrm>
                        <a:prstGeom prst="rect">
                          <a:avLst/>
                        </a:prstGeom>
                        <a:noFill/>
                        <a:ln>
                          <a:noFill/>
                          <a:miter lim="800000"/>
                        </a:ln>
                        <a:effectLst/>
                      </p:spPr>
                    </p:pic>
                  </p:oleObj>
                </mc:Fallback>
              </mc:AlternateContent>
            </a:graphicData>
          </a:graphic>
        </p:graphicFrame>
        <p:grpSp>
          <p:nvGrpSpPr>
            <p:cNvPr id="55310" name=""/>
            <p:cNvGrpSpPr/>
            <p:nvPr/>
          </p:nvGrpSpPr>
          <p:grpSpPr>
            <a:xfrm>
              <a:off x="2932" y="2596"/>
              <a:ext cx="616" cy="232"/>
              <a:chOff x="2932" y="2596"/>
              <a:chExt cx="616" cy="232"/>
            </a:xfrm>
          </p:grpSpPr>
          <p:sp>
            <p:nvSpPr>
              <p:cNvPr id="55311" name=""/>
              <p:cNvSpPr/>
              <p:nvPr/>
            </p:nvSpPr>
            <p:spPr>
              <a:xfrm>
                <a:off x="2932" y="2596"/>
                <a:ext cx="616" cy="232"/>
              </a:xfrm>
              <a:prstGeom prst="ellipse">
                <a:avLst/>
              </a:prstGeom>
              <a:solidFill>
                <a:schemeClr val="bg1"/>
              </a:solidFill>
              <a:ln w="12700">
                <a:solidFill>
                  <a:schemeClr val="tx1"/>
                </a:solidFill>
                <a:miter lim="800000"/>
              </a:ln>
              <a:effectLst/>
            </p:spPr>
          </p:sp>
          <p:sp>
            <p:nvSpPr>
              <p:cNvPr id="55312" name=""/>
              <p:cNvSpPr/>
              <p:nvPr/>
            </p:nvSpPr>
            <p:spPr>
              <a:xfrm>
                <a:off x="2966" y="2621"/>
                <a:ext cx="405" cy="17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200" b="1"/>
                  <a:t>E-Mail</a:t>
                </a:r>
                <a:endParaRPr sz="1200" b="1"/>
              </a:p>
            </p:txBody>
          </p:sp>
        </p:grpSp>
        <p:grpSp>
          <p:nvGrpSpPr>
            <p:cNvPr id="55313" name=""/>
            <p:cNvGrpSpPr/>
            <p:nvPr/>
          </p:nvGrpSpPr>
          <p:grpSpPr>
            <a:xfrm>
              <a:off x="2116" y="2788"/>
              <a:ext cx="616" cy="232"/>
              <a:chOff x="2116" y="2788"/>
              <a:chExt cx="616" cy="232"/>
            </a:xfrm>
          </p:grpSpPr>
          <p:sp>
            <p:nvSpPr>
              <p:cNvPr id="55314" name=""/>
              <p:cNvSpPr/>
              <p:nvPr/>
            </p:nvSpPr>
            <p:spPr>
              <a:xfrm>
                <a:off x="2116" y="2788"/>
                <a:ext cx="616" cy="232"/>
              </a:xfrm>
              <a:prstGeom prst="ellipse">
                <a:avLst/>
              </a:prstGeom>
              <a:solidFill>
                <a:schemeClr val="bg1"/>
              </a:solidFill>
              <a:ln w="12700">
                <a:solidFill>
                  <a:schemeClr val="tx1"/>
                </a:solidFill>
                <a:miter lim="800000"/>
              </a:ln>
              <a:effectLst/>
            </p:spPr>
          </p:sp>
          <p:sp>
            <p:nvSpPr>
              <p:cNvPr id="55315" name=""/>
              <p:cNvSpPr/>
              <p:nvPr/>
            </p:nvSpPr>
            <p:spPr>
              <a:xfrm>
                <a:off x="2150" y="2813"/>
                <a:ext cx="388" cy="17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200" b="1"/>
                  <a:t>DHCP</a:t>
                </a:r>
                <a:endParaRPr sz="1200" b="1"/>
              </a:p>
            </p:txBody>
          </p:sp>
        </p:grpSp>
        <p:grpSp>
          <p:nvGrpSpPr>
            <p:cNvPr id="55316" name=""/>
            <p:cNvGrpSpPr/>
            <p:nvPr/>
          </p:nvGrpSpPr>
          <p:grpSpPr>
            <a:xfrm>
              <a:off x="2500" y="1828"/>
              <a:ext cx="616" cy="232"/>
              <a:chOff x="2500" y="1828"/>
              <a:chExt cx="616" cy="232"/>
            </a:xfrm>
          </p:grpSpPr>
          <p:sp>
            <p:nvSpPr>
              <p:cNvPr id="55317" name=""/>
              <p:cNvSpPr/>
              <p:nvPr/>
            </p:nvSpPr>
            <p:spPr>
              <a:xfrm>
                <a:off x="2500" y="1828"/>
                <a:ext cx="616" cy="232"/>
              </a:xfrm>
              <a:prstGeom prst="ellipse">
                <a:avLst/>
              </a:prstGeom>
              <a:solidFill>
                <a:schemeClr val="bg1"/>
              </a:solidFill>
              <a:ln w="12700">
                <a:solidFill>
                  <a:schemeClr val="tx1"/>
                </a:solidFill>
                <a:miter lim="800000"/>
              </a:ln>
              <a:effectLst/>
            </p:spPr>
          </p:sp>
          <p:sp>
            <p:nvSpPr>
              <p:cNvPr id="55318" name=""/>
              <p:cNvSpPr/>
              <p:nvPr/>
            </p:nvSpPr>
            <p:spPr>
              <a:xfrm>
                <a:off x="2534" y="1853"/>
                <a:ext cx="459" cy="17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200" b="1"/>
                  <a:t>Firewall</a:t>
                </a:r>
                <a:endParaRPr sz="1200" b="1"/>
              </a:p>
            </p:txBody>
          </p:sp>
        </p:grpSp>
      </p:grpSp>
      <p:sp>
        <p:nvSpPr>
          <p:cNvPr id="55319" name=""/>
          <p:cNvSpPr/>
          <p:nvPr/>
        </p:nvSpPr>
        <p:spPr>
          <a:xfrm>
            <a:off x="304800" y="5334000"/>
            <a:ext cx="6778625" cy="70167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spcBef>
                <a:spcPct val="20000"/>
              </a:spcBef>
            </a:pPr>
            <a:r>
              <a:rPr sz="2000" i="1"/>
              <a:t>“95% of Fortune 1000 Will Have Intranets By 2000” -- Forrester</a:t>
            </a:r>
            <a:endParaRPr sz="2000" i="1"/>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57346" name=""/>
          <p:cNvSpPr/>
          <p:nvPr>
            <p:ph type="title"/>
          </p:nvPr>
        </p:nvSpPr>
        <p:spPr>
          <a:xfrm>
            <a:off x="539750" y="503238"/>
            <a:ext cx="8156575" cy="639762"/>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Data Warehousing:  “Great Idea, Hard to Implement”</a:t>
            </a:r>
          </a:p>
        </p:txBody>
      </p:sp>
      <p:grpSp>
        <p:nvGrpSpPr>
          <p:cNvPr id="57347" name=""/>
          <p:cNvGrpSpPr/>
          <p:nvPr/>
        </p:nvGrpSpPr>
        <p:grpSpPr>
          <a:xfrm>
            <a:off x="4932363" y="1519238"/>
            <a:ext cx="3303587" cy="4002087"/>
            <a:chOff x="3076" y="964"/>
            <a:chExt cx="2104" cy="2872"/>
          </a:xfrm>
        </p:grpSpPr>
        <p:sp>
          <p:nvSpPr>
            <p:cNvPr id="57348" name=""/>
            <p:cNvSpPr/>
            <p:nvPr/>
          </p:nvSpPr>
          <p:spPr>
            <a:xfrm>
              <a:off x="3076" y="1850"/>
              <a:ext cx="2104" cy="362"/>
            </a:xfrm>
            <a:prstGeom prst="rect">
              <a:avLst/>
            </a:prstGeom>
            <a:solidFill>
              <a:schemeClr val="bg1"/>
            </a:solidFill>
            <a:ln w="12700">
              <a:solidFill>
                <a:schemeClr val="tx1"/>
              </a:solidFill>
              <a:prstDash val="sysDot"/>
              <a:miter lim="800000"/>
            </a:ln>
            <a:effectLst/>
          </p:spPr>
        </p:sp>
        <p:grpSp>
          <p:nvGrpSpPr>
            <p:cNvPr id="57349" name=""/>
            <p:cNvGrpSpPr/>
            <p:nvPr/>
          </p:nvGrpSpPr>
          <p:grpSpPr>
            <a:xfrm>
              <a:off x="3367" y="1889"/>
              <a:ext cx="1522" cy="289"/>
              <a:chOff x="3367" y="1889"/>
              <a:chExt cx="1522" cy="289"/>
            </a:xfrm>
          </p:grpSpPr>
          <p:sp>
            <p:nvSpPr>
              <p:cNvPr id="57350" name=""/>
              <p:cNvSpPr/>
              <p:nvPr/>
            </p:nvSpPr>
            <p:spPr>
              <a:xfrm>
                <a:off x="3371" y="2112"/>
                <a:ext cx="1514" cy="66"/>
              </a:xfrm>
              <a:prstGeom prst="ellipse">
                <a:avLst/>
              </a:prstGeom>
              <a:solidFill>
                <a:srgbClr val="00B7A5"/>
              </a:solidFill>
              <a:ln w="12700">
                <a:solidFill>
                  <a:schemeClr val="tx1"/>
                </a:solidFill>
                <a:miter lim="800000"/>
              </a:ln>
              <a:effectLst/>
            </p:spPr>
          </p:sp>
          <p:sp>
            <p:nvSpPr>
              <p:cNvPr id="57351" name=""/>
              <p:cNvSpPr/>
              <p:nvPr/>
            </p:nvSpPr>
            <p:spPr>
              <a:xfrm>
                <a:off x="3367" y="1922"/>
                <a:ext cx="1522" cy="223"/>
              </a:xfrm>
              <a:prstGeom prst="rect">
                <a:avLst/>
              </a:prstGeom>
              <a:solidFill>
                <a:srgbClr val="00B7A5"/>
              </a:solidFill>
              <a:ln>
                <a:noFill/>
                <a:miter lim="800000"/>
              </a:ln>
              <a:effectLst/>
            </p:spPr>
          </p:sp>
          <p:sp>
            <p:nvSpPr>
              <p:cNvPr id="57352" name=""/>
              <p:cNvSpPr/>
              <p:nvPr/>
            </p:nvSpPr>
            <p:spPr>
              <a:xfrm>
                <a:off x="3371" y="1889"/>
                <a:ext cx="1514" cy="68"/>
              </a:xfrm>
              <a:prstGeom prst="ellipse">
                <a:avLst/>
              </a:prstGeom>
              <a:solidFill>
                <a:srgbClr val="00B7A5"/>
              </a:solidFill>
              <a:ln w="12700">
                <a:solidFill>
                  <a:schemeClr val="tx1"/>
                </a:solidFill>
                <a:miter lim="800000"/>
              </a:ln>
              <a:effectLst/>
            </p:spPr>
          </p:sp>
        </p:grpSp>
        <p:sp>
          <p:nvSpPr>
            <p:cNvPr id="57353" name=""/>
            <p:cNvSpPr/>
            <p:nvPr/>
          </p:nvSpPr>
          <p:spPr>
            <a:xfrm>
              <a:off x="3076" y="2551"/>
              <a:ext cx="2104" cy="251"/>
            </a:xfrm>
            <a:prstGeom prst="rect">
              <a:avLst/>
            </a:prstGeom>
            <a:solidFill>
              <a:schemeClr val="bg1"/>
            </a:solidFill>
            <a:ln w="12700">
              <a:solidFill>
                <a:schemeClr val="tx1"/>
              </a:solidFill>
              <a:prstDash val="sysDot"/>
              <a:miter lim="800000"/>
            </a:ln>
            <a:effectLst/>
          </p:spPr>
        </p:sp>
        <p:grpSp>
          <p:nvGrpSpPr>
            <p:cNvPr id="57354" name=""/>
            <p:cNvGrpSpPr/>
            <p:nvPr/>
          </p:nvGrpSpPr>
          <p:grpSpPr>
            <a:xfrm>
              <a:off x="3241" y="2575"/>
              <a:ext cx="380" cy="205"/>
              <a:chOff x="3241" y="2575"/>
              <a:chExt cx="380" cy="205"/>
            </a:xfrm>
          </p:grpSpPr>
          <p:sp>
            <p:nvSpPr>
              <p:cNvPr id="57355" name=""/>
              <p:cNvSpPr/>
              <p:nvPr/>
            </p:nvSpPr>
            <p:spPr>
              <a:xfrm>
                <a:off x="3245" y="2733"/>
                <a:ext cx="372" cy="47"/>
              </a:xfrm>
              <a:prstGeom prst="ellipse">
                <a:avLst/>
              </a:prstGeom>
              <a:solidFill>
                <a:srgbClr val="00AE00"/>
              </a:solidFill>
              <a:ln w="12700">
                <a:solidFill>
                  <a:schemeClr val="tx1"/>
                </a:solidFill>
                <a:miter lim="800000"/>
              </a:ln>
              <a:effectLst/>
            </p:spPr>
          </p:sp>
          <p:sp>
            <p:nvSpPr>
              <p:cNvPr id="57356" name=""/>
              <p:cNvSpPr/>
              <p:nvPr/>
            </p:nvSpPr>
            <p:spPr>
              <a:xfrm>
                <a:off x="3241" y="2597"/>
                <a:ext cx="380" cy="159"/>
              </a:xfrm>
              <a:prstGeom prst="rect">
                <a:avLst/>
              </a:prstGeom>
              <a:solidFill>
                <a:srgbClr val="00AE00"/>
              </a:solidFill>
              <a:ln>
                <a:noFill/>
                <a:miter lim="800000"/>
              </a:ln>
              <a:effectLst/>
            </p:spPr>
          </p:sp>
          <p:sp>
            <p:nvSpPr>
              <p:cNvPr id="57357" name=""/>
              <p:cNvSpPr/>
              <p:nvPr/>
            </p:nvSpPr>
            <p:spPr>
              <a:xfrm>
                <a:off x="3245" y="2575"/>
                <a:ext cx="372" cy="46"/>
              </a:xfrm>
              <a:prstGeom prst="ellipse">
                <a:avLst/>
              </a:prstGeom>
              <a:solidFill>
                <a:srgbClr val="00AE00"/>
              </a:solidFill>
              <a:ln w="12700">
                <a:solidFill>
                  <a:schemeClr val="tx1"/>
                </a:solidFill>
                <a:miter lim="800000"/>
              </a:ln>
              <a:effectLst/>
            </p:spPr>
          </p:sp>
        </p:grpSp>
        <p:grpSp>
          <p:nvGrpSpPr>
            <p:cNvPr id="57358" name=""/>
            <p:cNvGrpSpPr/>
            <p:nvPr/>
          </p:nvGrpSpPr>
          <p:grpSpPr>
            <a:xfrm>
              <a:off x="3706" y="2575"/>
              <a:ext cx="379" cy="205"/>
              <a:chOff x="3706" y="2575"/>
              <a:chExt cx="379" cy="205"/>
            </a:xfrm>
          </p:grpSpPr>
          <p:sp>
            <p:nvSpPr>
              <p:cNvPr id="57359" name=""/>
              <p:cNvSpPr/>
              <p:nvPr/>
            </p:nvSpPr>
            <p:spPr>
              <a:xfrm>
                <a:off x="3710" y="2733"/>
                <a:ext cx="371" cy="47"/>
              </a:xfrm>
              <a:prstGeom prst="ellipse">
                <a:avLst/>
              </a:prstGeom>
              <a:solidFill>
                <a:srgbClr val="00AE00"/>
              </a:solidFill>
              <a:ln w="12700">
                <a:solidFill>
                  <a:schemeClr val="tx1"/>
                </a:solidFill>
                <a:miter lim="800000"/>
              </a:ln>
              <a:effectLst/>
            </p:spPr>
          </p:sp>
          <p:sp>
            <p:nvSpPr>
              <p:cNvPr id="57360" name=""/>
              <p:cNvSpPr/>
              <p:nvPr/>
            </p:nvSpPr>
            <p:spPr>
              <a:xfrm>
                <a:off x="3706" y="2597"/>
                <a:ext cx="379" cy="159"/>
              </a:xfrm>
              <a:prstGeom prst="rect">
                <a:avLst/>
              </a:prstGeom>
              <a:solidFill>
                <a:srgbClr val="00AE00"/>
              </a:solidFill>
              <a:ln>
                <a:noFill/>
                <a:miter lim="800000"/>
              </a:ln>
              <a:effectLst/>
            </p:spPr>
          </p:sp>
          <p:sp>
            <p:nvSpPr>
              <p:cNvPr id="57361" name=""/>
              <p:cNvSpPr/>
              <p:nvPr/>
            </p:nvSpPr>
            <p:spPr>
              <a:xfrm>
                <a:off x="3710" y="2575"/>
                <a:ext cx="371" cy="46"/>
              </a:xfrm>
              <a:prstGeom prst="ellipse">
                <a:avLst/>
              </a:prstGeom>
              <a:solidFill>
                <a:srgbClr val="00AE00"/>
              </a:solidFill>
              <a:ln w="12700">
                <a:solidFill>
                  <a:schemeClr val="tx1"/>
                </a:solidFill>
                <a:miter lim="800000"/>
              </a:ln>
              <a:effectLst/>
            </p:spPr>
          </p:sp>
        </p:grpSp>
        <p:grpSp>
          <p:nvGrpSpPr>
            <p:cNvPr id="57362" name=""/>
            <p:cNvGrpSpPr/>
            <p:nvPr/>
          </p:nvGrpSpPr>
          <p:grpSpPr>
            <a:xfrm>
              <a:off x="4170" y="2575"/>
              <a:ext cx="380" cy="205"/>
              <a:chOff x="4170" y="2575"/>
              <a:chExt cx="380" cy="205"/>
            </a:xfrm>
          </p:grpSpPr>
          <p:sp>
            <p:nvSpPr>
              <p:cNvPr id="57363" name=""/>
              <p:cNvSpPr/>
              <p:nvPr/>
            </p:nvSpPr>
            <p:spPr>
              <a:xfrm>
                <a:off x="4174" y="2733"/>
                <a:ext cx="372" cy="47"/>
              </a:xfrm>
              <a:prstGeom prst="ellipse">
                <a:avLst/>
              </a:prstGeom>
              <a:solidFill>
                <a:srgbClr val="00AE00"/>
              </a:solidFill>
              <a:ln w="12700">
                <a:solidFill>
                  <a:schemeClr val="tx1"/>
                </a:solidFill>
                <a:miter lim="800000"/>
              </a:ln>
              <a:effectLst/>
            </p:spPr>
          </p:sp>
          <p:sp>
            <p:nvSpPr>
              <p:cNvPr id="57364" name=""/>
              <p:cNvSpPr/>
              <p:nvPr/>
            </p:nvSpPr>
            <p:spPr>
              <a:xfrm>
                <a:off x="4170" y="2597"/>
                <a:ext cx="380" cy="159"/>
              </a:xfrm>
              <a:prstGeom prst="rect">
                <a:avLst/>
              </a:prstGeom>
              <a:solidFill>
                <a:srgbClr val="00AE00"/>
              </a:solidFill>
              <a:ln>
                <a:noFill/>
                <a:miter lim="800000"/>
              </a:ln>
              <a:effectLst/>
            </p:spPr>
          </p:sp>
          <p:sp>
            <p:nvSpPr>
              <p:cNvPr id="57365" name=""/>
              <p:cNvSpPr/>
              <p:nvPr/>
            </p:nvSpPr>
            <p:spPr>
              <a:xfrm>
                <a:off x="4174" y="2575"/>
                <a:ext cx="372" cy="46"/>
              </a:xfrm>
              <a:prstGeom prst="ellipse">
                <a:avLst/>
              </a:prstGeom>
              <a:solidFill>
                <a:srgbClr val="00AE00"/>
              </a:solidFill>
              <a:ln w="12700">
                <a:solidFill>
                  <a:schemeClr val="tx1"/>
                </a:solidFill>
                <a:miter lim="800000"/>
              </a:ln>
              <a:effectLst/>
            </p:spPr>
          </p:sp>
        </p:grpSp>
        <p:grpSp>
          <p:nvGrpSpPr>
            <p:cNvPr id="57366" name=""/>
            <p:cNvGrpSpPr/>
            <p:nvPr/>
          </p:nvGrpSpPr>
          <p:grpSpPr>
            <a:xfrm>
              <a:off x="4634" y="2575"/>
              <a:ext cx="381" cy="205"/>
              <a:chOff x="4634" y="2575"/>
              <a:chExt cx="381" cy="205"/>
            </a:xfrm>
          </p:grpSpPr>
          <p:sp>
            <p:nvSpPr>
              <p:cNvPr id="57367" name=""/>
              <p:cNvSpPr/>
              <p:nvPr/>
            </p:nvSpPr>
            <p:spPr>
              <a:xfrm>
                <a:off x="4638" y="2733"/>
                <a:ext cx="373" cy="47"/>
              </a:xfrm>
              <a:prstGeom prst="ellipse">
                <a:avLst/>
              </a:prstGeom>
              <a:solidFill>
                <a:srgbClr val="00AE00"/>
              </a:solidFill>
              <a:ln w="12700">
                <a:solidFill>
                  <a:schemeClr val="tx1"/>
                </a:solidFill>
                <a:miter lim="800000"/>
              </a:ln>
              <a:effectLst/>
            </p:spPr>
          </p:sp>
          <p:sp>
            <p:nvSpPr>
              <p:cNvPr id="57368" name=""/>
              <p:cNvSpPr/>
              <p:nvPr/>
            </p:nvSpPr>
            <p:spPr>
              <a:xfrm>
                <a:off x="4634" y="2597"/>
                <a:ext cx="381" cy="159"/>
              </a:xfrm>
              <a:prstGeom prst="rect">
                <a:avLst/>
              </a:prstGeom>
              <a:solidFill>
                <a:srgbClr val="00AE00"/>
              </a:solidFill>
              <a:ln>
                <a:noFill/>
                <a:miter lim="800000"/>
              </a:ln>
              <a:effectLst/>
            </p:spPr>
          </p:sp>
          <p:sp>
            <p:nvSpPr>
              <p:cNvPr id="57369" name=""/>
              <p:cNvSpPr/>
              <p:nvPr/>
            </p:nvSpPr>
            <p:spPr>
              <a:xfrm>
                <a:off x="4638" y="2575"/>
                <a:ext cx="373" cy="46"/>
              </a:xfrm>
              <a:prstGeom prst="ellipse">
                <a:avLst/>
              </a:prstGeom>
              <a:solidFill>
                <a:srgbClr val="00AE00"/>
              </a:solidFill>
              <a:ln w="12700">
                <a:solidFill>
                  <a:schemeClr val="tx1"/>
                </a:solidFill>
                <a:miter lim="800000"/>
              </a:ln>
              <a:effectLst/>
            </p:spPr>
          </p:sp>
        </p:grpSp>
        <p:sp>
          <p:nvSpPr>
            <p:cNvPr id="57370" name=""/>
            <p:cNvSpPr/>
            <p:nvPr/>
          </p:nvSpPr>
          <p:spPr>
            <a:xfrm>
              <a:off x="3076" y="1297"/>
              <a:ext cx="2104" cy="250"/>
            </a:xfrm>
            <a:prstGeom prst="rect">
              <a:avLst/>
            </a:prstGeom>
            <a:solidFill>
              <a:schemeClr val="bg1"/>
            </a:solidFill>
            <a:ln w="12700">
              <a:solidFill>
                <a:schemeClr val="tx1"/>
              </a:solidFill>
              <a:prstDash val="sysDot"/>
              <a:miter lim="800000"/>
            </a:ln>
            <a:effectLst/>
          </p:spPr>
        </p:sp>
        <p:grpSp>
          <p:nvGrpSpPr>
            <p:cNvPr id="57371" name=""/>
            <p:cNvGrpSpPr/>
            <p:nvPr/>
          </p:nvGrpSpPr>
          <p:grpSpPr>
            <a:xfrm>
              <a:off x="3163" y="1325"/>
              <a:ext cx="397" cy="185"/>
              <a:chOff x="3163" y="1325"/>
              <a:chExt cx="397" cy="185"/>
            </a:xfrm>
          </p:grpSpPr>
          <p:sp>
            <p:nvSpPr>
              <p:cNvPr id="57372" name=""/>
              <p:cNvSpPr/>
              <p:nvPr/>
            </p:nvSpPr>
            <p:spPr>
              <a:xfrm>
                <a:off x="3167" y="1469"/>
                <a:ext cx="389" cy="41"/>
              </a:xfrm>
              <a:prstGeom prst="ellipse">
                <a:avLst/>
              </a:prstGeom>
              <a:solidFill>
                <a:schemeClr val="accent1"/>
              </a:solidFill>
              <a:ln w="12700">
                <a:solidFill>
                  <a:schemeClr val="tx1"/>
                </a:solidFill>
                <a:miter lim="800000"/>
              </a:ln>
              <a:effectLst/>
            </p:spPr>
          </p:sp>
          <p:sp>
            <p:nvSpPr>
              <p:cNvPr id="57373" name=""/>
              <p:cNvSpPr/>
              <p:nvPr/>
            </p:nvSpPr>
            <p:spPr>
              <a:xfrm>
                <a:off x="3163" y="1345"/>
                <a:ext cx="397" cy="145"/>
              </a:xfrm>
              <a:prstGeom prst="rect">
                <a:avLst/>
              </a:prstGeom>
              <a:solidFill>
                <a:schemeClr val="accent1"/>
              </a:solidFill>
              <a:ln>
                <a:noFill/>
                <a:miter lim="800000"/>
              </a:ln>
              <a:effectLst/>
            </p:spPr>
          </p:sp>
          <p:sp>
            <p:nvSpPr>
              <p:cNvPr id="57374" name=""/>
              <p:cNvSpPr/>
              <p:nvPr/>
            </p:nvSpPr>
            <p:spPr>
              <a:xfrm>
                <a:off x="3167" y="1325"/>
                <a:ext cx="389" cy="40"/>
              </a:xfrm>
              <a:prstGeom prst="ellipse">
                <a:avLst/>
              </a:prstGeom>
              <a:solidFill>
                <a:schemeClr val="accent1"/>
              </a:solidFill>
              <a:ln w="12700">
                <a:solidFill>
                  <a:schemeClr val="tx1"/>
                </a:solidFill>
                <a:miter lim="800000"/>
              </a:ln>
              <a:effectLst/>
            </p:spPr>
          </p:sp>
        </p:grpSp>
        <p:grpSp>
          <p:nvGrpSpPr>
            <p:cNvPr id="57375" name=""/>
            <p:cNvGrpSpPr/>
            <p:nvPr/>
          </p:nvGrpSpPr>
          <p:grpSpPr>
            <a:xfrm>
              <a:off x="3671" y="1325"/>
              <a:ext cx="396" cy="185"/>
              <a:chOff x="3671" y="1325"/>
              <a:chExt cx="396" cy="185"/>
            </a:xfrm>
          </p:grpSpPr>
          <p:sp>
            <p:nvSpPr>
              <p:cNvPr id="57376" name=""/>
              <p:cNvSpPr/>
              <p:nvPr/>
            </p:nvSpPr>
            <p:spPr>
              <a:xfrm>
                <a:off x="3675" y="1469"/>
                <a:ext cx="388" cy="41"/>
              </a:xfrm>
              <a:prstGeom prst="ellipse">
                <a:avLst/>
              </a:prstGeom>
              <a:solidFill>
                <a:schemeClr val="accent1"/>
              </a:solidFill>
              <a:ln w="12700">
                <a:solidFill>
                  <a:schemeClr val="tx1"/>
                </a:solidFill>
                <a:miter lim="800000"/>
              </a:ln>
              <a:effectLst/>
            </p:spPr>
          </p:sp>
          <p:sp>
            <p:nvSpPr>
              <p:cNvPr id="57377" name=""/>
              <p:cNvSpPr/>
              <p:nvPr/>
            </p:nvSpPr>
            <p:spPr>
              <a:xfrm>
                <a:off x="3671" y="1345"/>
                <a:ext cx="396" cy="145"/>
              </a:xfrm>
              <a:prstGeom prst="rect">
                <a:avLst/>
              </a:prstGeom>
              <a:solidFill>
                <a:schemeClr val="accent1"/>
              </a:solidFill>
              <a:ln>
                <a:noFill/>
                <a:miter lim="800000"/>
              </a:ln>
              <a:effectLst/>
            </p:spPr>
          </p:sp>
          <p:sp>
            <p:nvSpPr>
              <p:cNvPr id="57378" name=""/>
              <p:cNvSpPr/>
              <p:nvPr/>
            </p:nvSpPr>
            <p:spPr>
              <a:xfrm>
                <a:off x="3675" y="1325"/>
                <a:ext cx="388" cy="40"/>
              </a:xfrm>
              <a:prstGeom prst="ellipse">
                <a:avLst/>
              </a:prstGeom>
              <a:solidFill>
                <a:schemeClr val="accent1"/>
              </a:solidFill>
              <a:ln w="12700">
                <a:solidFill>
                  <a:schemeClr val="tx1"/>
                </a:solidFill>
                <a:miter lim="800000"/>
              </a:ln>
              <a:effectLst/>
            </p:spPr>
          </p:sp>
        </p:grpSp>
        <p:grpSp>
          <p:nvGrpSpPr>
            <p:cNvPr id="57379" name=""/>
            <p:cNvGrpSpPr/>
            <p:nvPr/>
          </p:nvGrpSpPr>
          <p:grpSpPr>
            <a:xfrm>
              <a:off x="4179" y="1325"/>
              <a:ext cx="440" cy="185"/>
              <a:chOff x="4179" y="1325"/>
              <a:chExt cx="440" cy="185"/>
            </a:xfrm>
          </p:grpSpPr>
          <p:sp>
            <p:nvSpPr>
              <p:cNvPr id="57380" name=""/>
              <p:cNvSpPr/>
              <p:nvPr/>
            </p:nvSpPr>
            <p:spPr>
              <a:xfrm>
                <a:off x="4183" y="1469"/>
                <a:ext cx="432" cy="41"/>
              </a:xfrm>
              <a:prstGeom prst="ellipse">
                <a:avLst/>
              </a:prstGeom>
              <a:solidFill>
                <a:schemeClr val="accent1"/>
              </a:solidFill>
              <a:ln w="12700">
                <a:solidFill>
                  <a:schemeClr val="tx1"/>
                </a:solidFill>
                <a:miter lim="800000"/>
              </a:ln>
              <a:effectLst/>
            </p:spPr>
          </p:sp>
          <p:sp>
            <p:nvSpPr>
              <p:cNvPr id="57381" name=""/>
              <p:cNvSpPr/>
              <p:nvPr/>
            </p:nvSpPr>
            <p:spPr>
              <a:xfrm>
                <a:off x="4179" y="1345"/>
                <a:ext cx="440" cy="145"/>
              </a:xfrm>
              <a:prstGeom prst="rect">
                <a:avLst/>
              </a:prstGeom>
              <a:solidFill>
                <a:schemeClr val="accent1"/>
              </a:solidFill>
              <a:ln>
                <a:noFill/>
                <a:miter lim="800000"/>
              </a:ln>
              <a:effectLst/>
            </p:spPr>
          </p:sp>
          <p:sp>
            <p:nvSpPr>
              <p:cNvPr id="57382" name=""/>
              <p:cNvSpPr/>
              <p:nvPr/>
            </p:nvSpPr>
            <p:spPr>
              <a:xfrm>
                <a:off x="4183" y="1325"/>
                <a:ext cx="432" cy="40"/>
              </a:xfrm>
              <a:prstGeom prst="ellipse">
                <a:avLst/>
              </a:prstGeom>
              <a:solidFill>
                <a:schemeClr val="accent1"/>
              </a:solidFill>
              <a:ln w="12700">
                <a:solidFill>
                  <a:schemeClr val="tx1"/>
                </a:solidFill>
                <a:miter lim="800000"/>
              </a:ln>
              <a:effectLst/>
            </p:spPr>
          </p:sp>
        </p:grpSp>
        <p:grpSp>
          <p:nvGrpSpPr>
            <p:cNvPr id="57383" name=""/>
            <p:cNvGrpSpPr/>
            <p:nvPr/>
          </p:nvGrpSpPr>
          <p:grpSpPr>
            <a:xfrm>
              <a:off x="4734" y="1325"/>
              <a:ext cx="396" cy="185"/>
              <a:chOff x="4734" y="1325"/>
              <a:chExt cx="396" cy="185"/>
            </a:xfrm>
          </p:grpSpPr>
          <p:sp>
            <p:nvSpPr>
              <p:cNvPr id="57384" name=""/>
              <p:cNvSpPr/>
              <p:nvPr/>
            </p:nvSpPr>
            <p:spPr>
              <a:xfrm>
                <a:off x="4738" y="1469"/>
                <a:ext cx="388" cy="41"/>
              </a:xfrm>
              <a:prstGeom prst="ellipse">
                <a:avLst/>
              </a:prstGeom>
              <a:solidFill>
                <a:srgbClr val="FDC0E5"/>
              </a:solidFill>
              <a:ln w="12700">
                <a:solidFill>
                  <a:schemeClr val="tx1"/>
                </a:solidFill>
                <a:miter lim="800000"/>
              </a:ln>
              <a:effectLst/>
            </p:spPr>
          </p:sp>
          <p:sp>
            <p:nvSpPr>
              <p:cNvPr id="57385" name=""/>
              <p:cNvSpPr/>
              <p:nvPr/>
            </p:nvSpPr>
            <p:spPr>
              <a:xfrm>
                <a:off x="4734" y="1345"/>
                <a:ext cx="396" cy="145"/>
              </a:xfrm>
              <a:prstGeom prst="rect">
                <a:avLst/>
              </a:prstGeom>
              <a:solidFill>
                <a:srgbClr val="FDC0E5"/>
              </a:solidFill>
              <a:ln>
                <a:noFill/>
                <a:miter lim="800000"/>
              </a:ln>
              <a:effectLst/>
            </p:spPr>
          </p:sp>
          <p:sp>
            <p:nvSpPr>
              <p:cNvPr id="57386" name=""/>
              <p:cNvSpPr/>
              <p:nvPr/>
            </p:nvSpPr>
            <p:spPr>
              <a:xfrm>
                <a:off x="4738" y="1325"/>
                <a:ext cx="388" cy="40"/>
              </a:xfrm>
              <a:prstGeom prst="ellipse">
                <a:avLst/>
              </a:prstGeom>
              <a:solidFill>
                <a:srgbClr val="FDC0E5"/>
              </a:solidFill>
              <a:ln w="12700">
                <a:solidFill>
                  <a:schemeClr val="tx1"/>
                </a:solidFill>
                <a:miter lim="800000"/>
              </a:ln>
              <a:effectLst/>
            </p:spPr>
          </p:sp>
        </p:grpSp>
        <p:sp>
          <p:nvSpPr>
            <p:cNvPr id="57387" name=""/>
            <p:cNvSpPr/>
            <p:nvPr/>
          </p:nvSpPr>
          <p:spPr>
            <a:xfrm>
              <a:off x="3076" y="3180"/>
              <a:ext cx="2104" cy="287"/>
            </a:xfrm>
            <a:prstGeom prst="rect">
              <a:avLst/>
            </a:prstGeom>
            <a:solidFill>
              <a:schemeClr val="bg1"/>
            </a:solidFill>
            <a:ln w="12700">
              <a:solidFill>
                <a:schemeClr val="tx1"/>
              </a:solidFill>
              <a:prstDash val="sysDot"/>
              <a:miter lim="800000"/>
            </a:ln>
            <a:effectLst/>
          </p:spPr>
        </p:sp>
        <p:graphicFrame>
          <p:nvGraphicFramePr>
            <p:cNvPr id="57388" name=""/>
            <p:cNvGraphicFramePr/>
            <p:nvPr/>
          </p:nvGraphicFramePr>
          <p:xfrm>
            <a:off x="3202" y="3225"/>
            <a:ext cx="219" cy="197"/>
          </p:xfrm>
          <a:graphic>
            <a:graphicData uri="http://schemas.openxmlformats.org/presentationml/2006/ole">
              <mc:AlternateContent>
                <mc:Choice xmlns:v="urn:schemas-microsoft-com:vml" Requires="v">
                  <p:oleObj spid="_x0000_s1041" name="Clip" r:id="rId3" imgW="343862" imgH="274516" progId="MS_ClipArt_Gallery.2">
                    <p:embed/>
                  </p:oleObj>
                </mc:Choice>
                <mc:Fallback>
                  <p:oleObj name="Clip" r:id="rId3" imgW="343862" imgH="274516" progId="MS_ClipArt_Gallery.2">
                    <p:embed/>
                    <p:pic>
                      <p:nvPicPr>
                        <p:cNvPr id="0" name="OLE substitute image"/>
                        <p:cNvPicPr/>
                        <p:nvPr/>
                      </p:nvPicPr>
                      <p:blipFill>
                        <a:blip r:embed="rId4"/>
                        <a:stretch>
                          <a:fillRect/>
                        </a:stretch>
                      </p:blipFill>
                      <p:spPr>
                        <a:xfrm>
                          <a:off x="3202" y="3225"/>
                          <a:ext cx="219" cy="197"/>
                        </a:xfrm>
                        <a:prstGeom prst="rect">
                          <a:avLst/>
                        </a:prstGeom>
                        <a:noFill/>
                        <a:ln>
                          <a:noFill/>
                          <a:miter lim="800000"/>
                        </a:ln>
                        <a:effectLst/>
                      </p:spPr>
                    </p:pic>
                  </p:oleObj>
                </mc:Fallback>
              </mc:AlternateContent>
            </a:graphicData>
          </a:graphic>
        </p:graphicFrame>
        <p:graphicFrame>
          <p:nvGraphicFramePr>
            <p:cNvPr id="57389" name=""/>
            <p:cNvGraphicFramePr/>
            <p:nvPr/>
          </p:nvGraphicFramePr>
          <p:xfrm>
            <a:off x="4330" y="3230"/>
            <a:ext cx="268" cy="205"/>
          </p:xfrm>
          <a:graphic>
            <a:graphicData uri="http://schemas.openxmlformats.org/presentationml/2006/ole">
              <mc:AlternateContent>
                <mc:Choice xmlns:v="urn:schemas-microsoft-com:vml" Requires="v">
                  <p:oleObj spid="_x0000_s1042" name="Clip" r:id="rId5" imgW="420799" imgH="285664" progId="MS_ClipArt_Gallery.2">
                    <p:embed/>
                  </p:oleObj>
                </mc:Choice>
                <mc:Fallback>
                  <p:oleObj name="Clip" r:id="rId5" imgW="420799" imgH="285664" progId="MS_ClipArt_Gallery.2">
                    <p:embed/>
                    <p:pic>
                      <p:nvPicPr>
                        <p:cNvPr id="0" name="OLE substitute image"/>
                        <p:cNvPicPr/>
                        <p:nvPr/>
                      </p:nvPicPr>
                      <p:blipFill>
                        <a:blip r:embed="rId6"/>
                        <a:stretch>
                          <a:fillRect/>
                        </a:stretch>
                      </p:blipFill>
                      <p:spPr>
                        <a:xfrm>
                          <a:off x="4330" y="3230"/>
                          <a:ext cx="268" cy="205"/>
                        </a:xfrm>
                        <a:prstGeom prst="rect">
                          <a:avLst/>
                        </a:prstGeom>
                        <a:noFill/>
                        <a:ln>
                          <a:noFill/>
                          <a:miter lim="800000"/>
                        </a:ln>
                        <a:effectLst/>
                      </p:spPr>
                    </p:pic>
                  </p:oleObj>
                </mc:Fallback>
              </mc:AlternateContent>
            </a:graphicData>
          </a:graphic>
        </p:graphicFrame>
        <p:graphicFrame>
          <p:nvGraphicFramePr>
            <p:cNvPr id="57390" name=""/>
            <p:cNvGraphicFramePr/>
            <p:nvPr/>
          </p:nvGraphicFramePr>
          <p:xfrm>
            <a:off x="3578" y="3245"/>
            <a:ext cx="199" cy="173"/>
          </p:xfrm>
          <a:graphic>
            <a:graphicData uri="http://schemas.openxmlformats.org/presentationml/2006/ole">
              <mc:AlternateContent>
                <mc:Choice xmlns:v="urn:schemas-microsoft-com:vml" Requires="v">
                  <p:oleObj spid="_x0000_s1043" name="Clip" r:id="rId7" imgW="312459" imgH="241073" progId="MS_ClipArt_Gallery.2">
                    <p:embed/>
                  </p:oleObj>
                </mc:Choice>
                <mc:Fallback>
                  <p:oleObj name="Clip" r:id="rId7" imgW="312459" imgH="241073" progId="MS_ClipArt_Gallery.2">
                    <p:embed/>
                    <p:pic>
                      <p:nvPicPr>
                        <p:cNvPr id="0" name="OLE substitute image"/>
                        <p:cNvPicPr/>
                        <p:nvPr/>
                      </p:nvPicPr>
                      <p:blipFill>
                        <a:blip r:embed="rId8"/>
                        <a:stretch>
                          <a:fillRect/>
                        </a:stretch>
                      </p:blipFill>
                      <p:spPr>
                        <a:xfrm>
                          <a:off x="3578" y="3245"/>
                          <a:ext cx="199" cy="173"/>
                        </a:xfrm>
                        <a:prstGeom prst="rect">
                          <a:avLst/>
                        </a:prstGeom>
                        <a:noFill/>
                        <a:ln>
                          <a:noFill/>
                          <a:miter lim="800000"/>
                        </a:ln>
                        <a:effectLst/>
                      </p:spPr>
                    </p:pic>
                  </p:oleObj>
                </mc:Fallback>
              </mc:AlternateContent>
            </a:graphicData>
          </a:graphic>
        </p:graphicFrame>
        <p:sp>
          <p:nvSpPr>
            <p:cNvPr id="57391" name=""/>
            <p:cNvSpPr/>
            <p:nvPr/>
          </p:nvSpPr>
          <p:spPr>
            <a:xfrm>
              <a:off x="3076" y="2847"/>
              <a:ext cx="2104" cy="288"/>
            </a:xfrm>
            <a:prstGeom prst="rect">
              <a:avLst/>
            </a:prstGeom>
            <a:solidFill>
              <a:schemeClr val="bg1"/>
            </a:solidFill>
            <a:ln w="12700">
              <a:solidFill>
                <a:schemeClr val="tx1"/>
              </a:solidFill>
              <a:prstDash val="sysDot"/>
              <a:miter lim="800000"/>
            </a:ln>
            <a:effectLst/>
          </p:spPr>
        </p:sp>
        <p:sp>
          <p:nvSpPr>
            <p:cNvPr id="57392" name=""/>
            <p:cNvSpPr/>
            <p:nvPr/>
          </p:nvSpPr>
          <p:spPr>
            <a:xfrm>
              <a:off x="3331" y="2916"/>
              <a:ext cx="155" cy="111"/>
            </a:xfrm>
            <a:custGeom>
              <a:pathLst>
                <a:path w="155" h="111">
                  <a:moveTo>
                    <a:pt x="9" y="106"/>
                  </a:moveTo>
                  <a:lnTo>
                    <a:pt x="12" y="107"/>
                  </a:lnTo>
                  <a:lnTo>
                    <a:pt x="15" y="108"/>
                  </a:lnTo>
                  <a:lnTo>
                    <a:pt x="19" y="109"/>
                  </a:lnTo>
                  <a:lnTo>
                    <a:pt x="23" y="110"/>
                  </a:lnTo>
                  <a:lnTo>
                    <a:pt x="28" y="110"/>
                  </a:lnTo>
                  <a:lnTo>
                    <a:pt x="32" y="110"/>
                  </a:lnTo>
                  <a:lnTo>
                    <a:pt x="37" y="109"/>
                  </a:lnTo>
                  <a:lnTo>
                    <a:pt x="42" y="108"/>
                  </a:lnTo>
                  <a:lnTo>
                    <a:pt x="47" y="107"/>
                  </a:lnTo>
                  <a:lnTo>
                    <a:pt x="53" y="106"/>
                  </a:lnTo>
                  <a:lnTo>
                    <a:pt x="58" y="104"/>
                  </a:lnTo>
                  <a:lnTo>
                    <a:pt x="64" y="102"/>
                  </a:lnTo>
                  <a:lnTo>
                    <a:pt x="69" y="100"/>
                  </a:lnTo>
                  <a:lnTo>
                    <a:pt x="75" y="98"/>
                  </a:lnTo>
                  <a:lnTo>
                    <a:pt x="81" y="95"/>
                  </a:lnTo>
                  <a:lnTo>
                    <a:pt x="87" y="92"/>
                  </a:lnTo>
                  <a:lnTo>
                    <a:pt x="92" y="89"/>
                  </a:lnTo>
                  <a:lnTo>
                    <a:pt x="98" y="85"/>
                  </a:lnTo>
                  <a:lnTo>
                    <a:pt x="103" y="82"/>
                  </a:lnTo>
                  <a:lnTo>
                    <a:pt x="108" y="79"/>
                  </a:lnTo>
                  <a:lnTo>
                    <a:pt x="114" y="75"/>
                  </a:lnTo>
                  <a:lnTo>
                    <a:pt x="119" y="70"/>
                  </a:lnTo>
                  <a:lnTo>
                    <a:pt x="123" y="67"/>
                  </a:lnTo>
                  <a:lnTo>
                    <a:pt x="128" y="63"/>
                  </a:lnTo>
                  <a:lnTo>
                    <a:pt x="132" y="59"/>
                  </a:lnTo>
                  <a:lnTo>
                    <a:pt x="136" y="55"/>
                  </a:lnTo>
                  <a:lnTo>
                    <a:pt x="139" y="50"/>
                  </a:lnTo>
                  <a:lnTo>
                    <a:pt x="142" y="47"/>
                  </a:lnTo>
                  <a:lnTo>
                    <a:pt x="145" y="42"/>
                  </a:lnTo>
                  <a:lnTo>
                    <a:pt x="148" y="39"/>
                  </a:lnTo>
                  <a:lnTo>
                    <a:pt x="150" y="34"/>
                  </a:lnTo>
                  <a:lnTo>
                    <a:pt x="151" y="30"/>
                  </a:lnTo>
                  <a:lnTo>
                    <a:pt x="153" y="27"/>
                  </a:lnTo>
                  <a:lnTo>
                    <a:pt x="153" y="24"/>
                  </a:lnTo>
                  <a:lnTo>
                    <a:pt x="154" y="20"/>
                  </a:lnTo>
                  <a:lnTo>
                    <a:pt x="153" y="18"/>
                  </a:lnTo>
                  <a:lnTo>
                    <a:pt x="153" y="14"/>
                  </a:lnTo>
                  <a:lnTo>
                    <a:pt x="152" y="11"/>
                  </a:lnTo>
                  <a:lnTo>
                    <a:pt x="150" y="10"/>
                  </a:lnTo>
                  <a:lnTo>
                    <a:pt x="149" y="7"/>
                  </a:lnTo>
                  <a:lnTo>
                    <a:pt x="146" y="5"/>
                  </a:lnTo>
                  <a:lnTo>
                    <a:pt x="143" y="3"/>
                  </a:lnTo>
                  <a:lnTo>
                    <a:pt x="141" y="2"/>
                  </a:lnTo>
                  <a:lnTo>
                    <a:pt x="138" y="1"/>
                  </a:lnTo>
                  <a:lnTo>
                    <a:pt x="134" y="0"/>
                  </a:lnTo>
                  <a:lnTo>
                    <a:pt x="130" y="0"/>
                  </a:lnTo>
                  <a:lnTo>
                    <a:pt x="125" y="0"/>
                  </a:lnTo>
                  <a:lnTo>
                    <a:pt x="121" y="0"/>
                  </a:lnTo>
                  <a:lnTo>
                    <a:pt x="116" y="0"/>
                  </a:lnTo>
                  <a:lnTo>
                    <a:pt x="110" y="1"/>
                  </a:lnTo>
                  <a:lnTo>
                    <a:pt x="106" y="2"/>
                  </a:lnTo>
                  <a:lnTo>
                    <a:pt x="100" y="3"/>
                  </a:lnTo>
                  <a:lnTo>
                    <a:pt x="94" y="5"/>
                  </a:lnTo>
                  <a:lnTo>
                    <a:pt x="89" y="7"/>
                  </a:lnTo>
                  <a:lnTo>
                    <a:pt x="84" y="10"/>
                  </a:lnTo>
                  <a:lnTo>
                    <a:pt x="77" y="11"/>
                  </a:lnTo>
                  <a:lnTo>
                    <a:pt x="72" y="14"/>
                  </a:lnTo>
                  <a:lnTo>
                    <a:pt x="66" y="18"/>
                  </a:lnTo>
                  <a:lnTo>
                    <a:pt x="61" y="20"/>
                  </a:lnTo>
                  <a:lnTo>
                    <a:pt x="55" y="24"/>
                  </a:lnTo>
                  <a:lnTo>
                    <a:pt x="49" y="27"/>
                  </a:lnTo>
                  <a:lnTo>
                    <a:pt x="45" y="30"/>
                  </a:lnTo>
                  <a:lnTo>
                    <a:pt x="39" y="34"/>
                  </a:lnTo>
                  <a:lnTo>
                    <a:pt x="34" y="39"/>
                  </a:lnTo>
                  <a:lnTo>
                    <a:pt x="30" y="42"/>
                  </a:lnTo>
                  <a:lnTo>
                    <a:pt x="25" y="47"/>
                  </a:lnTo>
                  <a:lnTo>
                    <a:pt x="21" y="50"/>
                  </a:lnTo>
                  <a:lnTo>
                    <a:pt x="17" y="54"/>
                  </a:lnTo>
                  <a:lnTo>
                    <a:pt x="14" y="59"/>
                  </a:lnTo>
                  <a:lnTo>
                    <a:pt x="11" y="62"/>
                  </a:lnTo>
                  <a:lnTo>
                    <a:pt x="8" y="67"/>
                  </a:lnTo>
                  <a:lnTo>
                    <a:pt x="5" y="70"/>
                  </a:lnTo>
                  <a:lnTo>
                    <a:pt x="3" y="75"/>
                  </a:lnTo>
                  <a:lnTo>
                    <a:pt x="1" y="79"/>
                  </a:lnTo>
                  <a:lnTo>
                    <a:pt x="0" y="82"/>
                  </a:lnTo>
                  <a:lnTo>
                    <a:pt x="0" y="85"/>
                  </a:lnTo>
                  <a:lnTo>
                    <a:pt x="0" y="89"/>
                  </a:lnTo>
                  <a:lnTo>
                    <a:pt x="0" y="91"/>
                  </a:lnTo>
                  <a:lnTo>
                    <a:pt x="0" y="95"/>
                  </a:lnTo>
                  <a:lnTo>
                    <a:pt x="1" y="98"/>
                  </a:lnTo>
                  <a:lnTo>
                    <a:pt x="2" y="100"/>
                  </a:lnTo>
                  <a:lnTo>
                    <a:pt x="4" y="102"/>
                  </a:lnTo>
                  <a:lnTo>
                    <a:pt x="7" y="104"/>
                  </a:lnTo>
                  <a:lnTo>
                    <a:pt x="9" y="106"/>
                  </a:lnTo>
                  <a:lnTo>
                    <a:pt x="15" y="103"/>
                  </a:lnTo>
                  <a:lnTo>
                    <a:pt x="12" y="101"/>
                  </a:lnTo>
                  <a:lnTo>
                    <a:pt x="11" y="100"/>
                  </a:lnTo>
                  <a:lnTo>
                    <a:pt x="9" y="99"/>
                  </a:lnTo>
                  <a:lnTo>
                    <a:pt x="8" y="97"/>
                  </a:lnTo>
                  <a:lnTo>
                    <a:pt x="7" y="94"/>
                  </a:lnTo>
                  <a:lnTo>
                    <a:pt x="7" y="91"/>
                  </a:lnTo>
                  <a:lnTo>
                    <a:pt x="7" y="89"/>
                  </a:lnTo>
                  <a:lnTo>
                    <a:pt x="7" y="86"/>
                  </a:lnTo>
                  <a:lnTo>
                    <a:pt x="8" y="82"/>
                  </a:lnTo>
                  <a:lnTo>
                    <a:pt x="9" y="79"/>
                  </a:lnTo>
                  <a:lnTo>
                    <a:pt x="10" y="76"/>
                  </a:lnTo>
                  <a:lnTo>
                    <a:pt x="12" y="72"/>
                  </a:lnTo>
                  <a:lnTo>
                    <a:pt x="15" y="68"/>
                  </a:lnTo>
                  <a:lnTo>
                    <a:pt x="16" y="64"/>
                  </a:lnTo>
                  <a:lnTo>
                    <a:pt x="19" y="60"/>
                  </a:lnTo>
                  <a:lnTo>
                    <a:pt x="23" y="56"/>
                  </a:lnTo>
                  <a:lnTo>
                    <a:pt x="27" y="52"/>
                  </a:lnTo>
                  <a:lnTo>
                    <a:pt x="31" y="49"/>
                  </a:lnTo>
                  <a:lnTo>
                    <a:pt x="35" y="44"/>
                  </a:lnTo>
                  <a:lnTo>
                    <a:pt x="40" y="40"/>
                  </a:lnTo>
                  <a:lnTo>
                    <a:pt x="45" y="37"/>
                  </a:lnTo>
                  <a:lnTo>
                    <a:pt x="49" y="33"/>
                  </a:lnTo>
                  <a:lnTo>
                    <a:pt x="55" y="30"/>
                  </a:lnTo>
                  <a:lnTo>
                    <a:pt x="61" y="26"/>
                  </a:lnTo>
                  <a:lnTo>
                    <a:pt x="65" y="23"/>
                  </a:lnTo>
                  <a:lnTo>
                    <a:pt x="71" y="20"/>
                  </a:lnTo>
                  <a:lnTo>
                    <a:pt x="77" y="18"/>
                  </a:lnTo>
                  <a:lnTo>
                    <a:pt x="82" y="14"/>
                  </a:lnTo>
                  <a:lnTo>
                    <a:pt x="88" y="12"/>
                  </a:lnTo>
                  <a:lnTo>
                    <a:pt x="92" y="10"/>
                  </a:lnTo>
                  <a:lnTo>
                    <a:pt x="98" y="9"/>
                  </a:lnTo>
                  <a:lnTo>
                    <a:pt x="103" y="7"/>
                  </a:lnTo>
                  <a:lnTo>
                    <a:pt x="108" y="6"/>
                  </a:lnTo>
                  <a:lnTo>
                    <a:pt x="113" y="4"/>
                  </a:lnTo>
                  <a:lnTo>
                    <a:pt x="117" y="4"/>
                  </a:lnTo>
                  <a:lnTo>
                    <a:pt x="122" y="4"/>
                  </a:lnTo>
                  <a:lnTo>
                    <a:pt x="125" y="3"/>
                  </a:lnTo>
                  <a:lnTo>
                    <a:pt x="129" y="4"/>
                  </a:lnTo>
                  <a:lnTo>
                    <a:pt x="132" y="4"/>
                  </a:lnTo>
                  <a:lnTo>
                    <a:pt x="135" y="4"/>
                  </a:lnTo>
                  <a:lnTo>
                    <a:pt x="137" y="5"/>
                  </a:lnTo>
                  <a:lnTo>
                    <a:pt x="138" y="6"/>
                  </a:lnTo>
                  <a:lnTo>
                    <a:pt x="140" y="8"/>
                  </a:lnTo>
                  <a:lnTo>
                    <a:pt x="142" y="9"/>
                  </a:lnTo>
                  <a:lnTo>
                    <a:pt x="144" y="10"/>
                  </a:lnTo>
                  <a:lnTo>
                    <a:pt x="145" y="12"/>
                  </a:lnTo>
                  <a:lnTo>
                    <a:pt x="146" y="15"/>
                  </a:lnTo>
                  <a:lnTo>
                    <a:pt x="146" y="18"/>
                  </a:lnTo>
                  <a:lnTo>
                    <a:pt x="146" y="20"/>
                  </a:lnTo>
                  <a:lnTo>
                    <a:pt x="146" y="23"/>
                  </a:lnTo>
                  <a:lnTo>
                    <a:pt x="145" y="27"/>
                  </a:lnTo>
                  <a:lnTo>
                    <a:pt x="144" y="30"/>
                  </a:lnTo>
                  <a:lnTo>
                    <a:pt x="143" y="33"/>
                  </a:lnTo>
                  <a:lnTo>
                    <a:pt x="141" y="38"/>
                  </a:lnTo>
                  <a:lnTo>
                    <a:pt x="138" y="41"/>
                  </a:lnTo>
                  <a:lnTo>
                    <a:pt x="136" y="45"/>
                  </a:lnTo>
                  <a:lnTo>
                    <a:pt x="133" y="50"/>
                  </a:lnTo>
                  <a:lnTo>
                    <a:pt x="130" y="53"/>
                  </a:lnTo>
                  <a:lnTo>
                    <a:pt x="126" y="57"/>
                  </a:lnTo>
                  <a:lnTo>
                    <a:pt x="122" y="61"/>
                  </a:lnTo>
                  <a:lnTo>
                    <a:pt x="118" y="65"/>
                  </a:lnTo>
                  <a:lnTo>
                    <a:pt x="113" y="69"/>
                  </a:lnTo>
                  <a:lnTo>
                    <a:pt x="108" y="72"/>
                  </a:lnTo>
                  <a:lnTo>
                    <a:pt x="103" y="76"/>
                  </a:lnTo>
                  <a:lnTo>
                    <a:pt x="98" y="80"/>
                  </a:lnTo>
                  <a:lnTo>
                    <a:pt x="92" y="83"/>
                  </a:lnTo>
                  <a:lnTo>
                    <a:pt x="88" y="86"/>
                  </a:lnTo>
                  <a:lnTo>
                    <a:pt x="82" y="90"/>
                  </a:lnTo>
                  <a:lnTo>
                    <a:pt x="77" y="92"/>
                  </a:lnTo>
                  <a:lnTo>
                    <a:pt x="71" y="95"/>
                  </a:lnTo>
                  <a:lnTo>
                    <a:pt x="65" y="97"/>
                  </a:lnTo>
                  <a:lnTo>
                    <a:pt x="60" y="99"/>
                  </a:lnTo>
                  <a:lnTo>
                    <a:pt x="55" y="100"/>
                  </a:lnTo>
                  <a:lnTo>
                    <a:pt x="49" y="102"/>
                  </a:lnTo>
                  <a:lnTo>
                    <a:pt x="45" y="104"/>
                  </a:lnTo>
                  <a:lnTo>
                    <a:pt x="40" y="105"/>
                  </a:lnTo>
                  <a:lnTo>
                    <a:pt x="36" y="105"/>
                  </a:lnTo>
                  <a:lnTo>
                    <a:pt x="31" y="106"/>
                  </a:lnTo>
                  <a:lnTo>
                    <a:pt x="28" y="106"/>
                  </a:lnTo>
                  <a:lnTo>
                    <a:pt x="24" y="106"/>
                  </a:lnTo>
                  <a:lnTo>
                    <a:pt x="21" y="105"/>
                  </a:lnTo>
                  <a:lnTo>
                    <a:pt x="18" y="105"/>
                  </a:lnTo>
                  <a:lnTo>
                    <a:pt x="16" y="104"/>
                  </a:lnTo>
                  <a:lnTo>
                    <a:pt x="15" y="103"/>
                  </a:lnTo>
                  <a:lnTo>
                    <a:pt x="9" y="106"/>
                  </a:lnTo>
                </a:path>
              </a:pathLst>
            </a:custGeom>
            <a:solidFill>
              <a:srgbClr val="FF0000"/>
            </a:solidFill>
            <a:ln cap="rnd">
              <a:noFill/>
              <a:round/>
            </a:ln>
            <a:effectLst/>
          </p:spPr>
        </p:sp>
        <p:sp>
          <p:nvSpPr>
            <p:cNvPr id="57393" name=""/>
            <p:cNvSpPr/>
            <p:nvPr/>
          </p:nvSpPr>
          <p:spPr>
            <a:xfrm>
              <a:off x="3339" y="2921"/>
              <a:ext cx="141" cy="103"/>
            </a:xfrm>
            <a:custGeom>
              <a:pathLst>
                <a:path w="141" h="103">
                  <a:moveTo>
                    <a:pt x="7" y="99"/>
                  </a:moveTo>
                  <a:lnTo>
                    <a:pt x="5" y="98"/>
                  </a:lnTo>
                  <a:lnTo>
                    <a:pt x="3" y="96"/>
                  </a:lnTo>
                  <a:lnTo>
                    <a:pt x="2" y="94"/>
                  </a:lnTo>
                  <a:lnTo>
                    <a:pt x="1" y="92"/>
                  </a:lnTo>
                  <a:lnTo>
                    <a:pt x="0" y="91"/>
                  </a:lnTo>
                  <a:lnTo>
                    <a:pt x="0" y="88"/>
                  </a:lnTo>
                  <a:lnTo>
                    <a:pt x="0" y="84"/>
                  </a:lnTo>
                  <a:lnTo>
                    <a:pt x="0" y="81"/>
                  </a:lnTo>
                  <a:lnTo>
                    <a:pt x="0" y="79"/>
                  </a:lnTo>
                  <a:lnTo>
                    <a:pt x="1" y="75"/>
                  </a:lnTo>
                  <a:lnTo>
                    <a:pt x="3" y="71"/>
                  </a:lnTo>
                  <a:lnTo>
                    <a:pt x="5" y="68"/>
                  </a:lnTo>
                  <a:lnTo>
                    <a:pt x="7" y="64"/>
                  </a:lnTo>
                  <a:lnTo>
                    <a:pt x="10" y="60"/>
                  </a:lnTo>
                  <a:lnTo>
                    <a:pt x="13" y="56"/>
                  </a:lnTo>
                  <a:lnTo>
                    <a:pt x="16" y="52"/>
                  </a:lnTo>
                  <a:lnTo>
                    <a:pt x="20" y="48"/>
                  </a:lnTo>
                  <a:lnTo>
                    <a:pt x="24" y="44"/>
                  </a:lnTo>
                  <a:lnTo>
                    <a:pt x="28" y="40"/>
                  </a:lnTo>
                  <a:lnTo>
                    <a:pt x="33" y="36"/>
                  </a:lnTo>
                  <a:lnTo>
                    <a:pt x="38" y="32"/>
                  </a:lnTo>
                  <a:lnTo>
                    <a:pt x="42" y="29"/>
                  </a:lnTo>
                  <a:lnTo>
                    <a:pt x="48" y="26"/>
                  </a:lnTo>
                  <a:lnTo>
                    <a:pt x="54" y="22"/>
                  </a:lnTo>
                  <a:lnTo>
                    <a:pt x="58" y="19"/>
                  </a:lnTo>
                  <a:lnTo>
                    <a:pt x="64" y="16"/>
                  </a:lnTo>
                  <a:lnTo>
                    <a:pt x="70" y="13"/>
                  </a:lnTo>
                  <a:lnTo>
                    <a:pt x="75" y="10"/>
                  </a:lnTo>
                  <a:lnTo>
                    <a:pt x="81" y="9"/>
                  </a:lnTo>
                  <a:lnTo>
                    <a:pt x="85" y="7"/>
                  </a:lnTo>
                  <a:lnTo>
                    <a:pt x="91" y="4"/>
                  </a:lnTo>
                  <a:lnTo>
                    <a:pt x="97" y="3"/>
                  </a:lnTo>
                  <a:lnTo>
                    <a:pt x="101" y="1"/>
                  </a:lnTo>
                  <a:lnTo>
                    <a:pt x="106" y="0"/>
                  </a:lnTo>
                  <a:lnTo>
                    <a:pt x="111" y="0"/>
                  </a:lnTo>
                  <a:lnTo>
                    <a:pt x="114" y="0"/>
                  </a:lnTo>
                  <a:lnTo>
                    <a:pt x="118" y="0"/>
                  </a:lnTo>
                  <a:lnTo>
                    <a:pt x="122" y="0"/>
                  </a:lnTo>
                  <a:lnTo>
                    <a:pt x="125" y="0"/>
                  </a:lnTo>
                  <a:lnTo>
                    <a:pt x="127" y="0"/>
                  </a:lnTo>
                  <a:lnTo>
                    <a:pt x="130" y="1"/>
                  </a:lnTo>
                  <a:lnTo>
                    <a:pt x="132" y="2"/>
                  </a:lnTo>
                  <a:lnTo>
                    <a:pt x="134" y="3"/>
                  </a:lnTo>
                  <a:lnTo>
                    <a:pt x="136" y="5"/>
                  </a:lnTo>
                  <a:lnTo>
                    <a:pt x="137" y="7"/>
                  </a:lnTo>
                  <a:lnTo>
                    <a:pt x="138" y="9"/>
                  </a:lnTo>
                  <a:lnTo>
                    <a:pt x="139" y="10"/>
                  </a:lnTo>
                  <a:lnTo>
                    <a:pt x="140" y="13"/>
                  </a:lnTo>
                  <a:lnTo>
                    <a:pt x="140" y="17"/>
                  </a:lnTo>
                  <a:lnTo>
                    <a:pt x="139" y="20"/>
                  </a:lnTo>
                  <a:lnTo>
                    <a:pt x="139" y="22"/>
                  </a:lnTo>
                  <a:lnTo>
                    <a:pt x="138" y="26"/>
                  </a:lnTo>
                  <a:lnTo>
                    <a:pt x="136" y="30"/>
                  </a:lnTo>
                  <a:lnTo>
                    <a:pt x="134" y="33"/>
                  </a:lnTo>
                  <a:lnTo>
                    <a:pt x="132" y="37"/>
                  </a:lnTo>
                  <a:lnTo>
                    <a:pt x="129" y="41"/>
                  </a:lnTo>
                  <a:lnTo>
                    <a:pt x="126" y="45"/>
                  </a:lnTo>
                  <a:lnTo>
                    <a:pt x="123" y="49"/>
                  </a:lnTo>
                  <a:lnTo>
                    <a:pt x="119" y="53"/>
                  </a:lnTo>
                  <a:lnTo>
                    <a:pt x="115" y="57"/>
                  </a:lnTo>
                  <a:lnTo>
                    <a:pt x="111" y="61"/>
                  </a:lnTo>
                  <a:lnTo>
                    <a:pt x="106" y="65"/>
                  </a:lnTo>
                  <a:lnTo>
                    <a:pt x="101" y="69"/>
                  </a:lnTo>
                  <a:lnTo>
                    <a:pt x="97" y="72"/>
                  </a:lnTo>
                  <a:lnTo>
                    <a:pt x="91" y="75"/>
                  </a:lnTo>
                  <a:lnTo>
                    <a:pt x="85" y="79"/>
                  </a:lnTo>
                  <a:lnTo>
                    <a:pt x="81" y="82"/>
                  </a:lnTo>
                  <a:lnTo>
                    <a:pt x="75" y="85"/>
                  </a:lnTo>
                  <a:lnTo>
                    <a:pt x="70" y="88"/>
                  </a:lnTo>
                  <a:lnTo>
                    <a:pt x="64" y="91"/>
                  </a:lnTo>
                  <a:lnTo>
                    <a:pt x="58" y="92"/>
                  </a:lnTo>
                  <a:lnTo>
                    <a:pt x="53" y="95"/>
                  </a:lnTo>
                  <a:lnTo>
                    <a:pt x="48" y="97"/>
                  </a:lnTo>
                  <a:lnTo>
                    <a:pt x="42" y="98"/>
                  </a:lnTo>
                  <a:lnTo>
                    <a:pt x="38" y="100"/>
                  </a:lnTo>
                  <a:lnTo>
                    <a:pt x="33" y="101"/>
                  </a:lnTo>
                  <a:lnTo>
                    <a:pt x="28" y="101"/>
                  </a:lnTo>
                  <a:lnTo>
                    <a:pt x="24" y="102"/>
                  </a:lnTo>
                  <a:lnTo>
                    <a:pt x="21" y="102"/>
                  </a:lnTo>
                  <a:lnTo>
                    <a:pt x="17" y="102"/>
                  </a:lnTo>
                  <a:lnTo>
                    <a:pt x="14" y="101"/>
                  </a:lnTo>
                  <a:lnTo>
                    <a:pt x="12" y="101"/>
                  </a:lnTo>
                  <a:lnTo>
                    <a:pt x="9" y="100"/>
                  </a:lnTo>
                  <a:lnTo>
                    <a:pt x="7" y="99"/>
                  </a:lnTo>
                </a:path>
              </a:pathLst>
            </a:custGeom>
            <a:solidFill>
              <a:srgbClr val="FF0000"/>
            </a:solidFill>
            <a:ln cap="rnd">
              <a:noFill/>
              <a:round/>
            </a:ln>
            <a:effectLst/>
          </p:spPr>
        </p:sp>
        <p:sp>
          <p:nvSpPr>
            <p:cNvPr id="57394" name=""/>
            <p:cNvSpPr/>
            <p:nvPr/>
          </p:nvSpPr>
          <p:spPr>
            <a:xfrm>
              <a:off x="3481" y="2971"/>
              <a:ext cx="155" cy="110"/>
            </a:xfrm>
            <a:custGeom>
              <a:pathLst>
                <a:path w="155" h="110">
                  <a:moveTo>
                    <a:pt x="9" y="105"/>
                  </a:moveTo>
                  <a:lnTo>
                    <a:pt x="12" y="106"/>
                  </a:lnTo>
                  <a:lnTo>
                    <a:pt x="15" y="107"/>
                  </a:lnTo>
                  <a:lnTo>
                    <a:pt x="19" y="108"/>
                  </a:lnTo>
                  <a:lnTo>
                    <a:pt x="23" y="109"/>
                  </a:lnTo>
                  <a:lnTo>
                    <a:pt x="28" y="109"/>
                  </a:lnTo>
                  <a:lnTo>
                    <a:pt x="31" y="109"/>
                  </a:lnTo>
                  <a:lnTo>
                    <a:pt x="37" y="108"/>
                  </a:lnTo>
                  <a:lnTo>
                    <a:pt x="42" y="107"/>
                  </a:lnTo>
                  <a:lnTo>
                    <a:pt x="47" y="106"/>
                  </a:lnTo>
                  <a:lnTo>
                    <a:pt x="52" y="105"/>
                  </a:lnTo>
                  <a:lnTo>
                    <a:pt x="58" y="103"/>
                  </a:lnTo>
                  <a:lnTo>
                    <a:pt x="63" y="101"/>
                  </a:lnTo>
                  <a:lnTo>
                    <a:pt x="70" y="99"/>
                  </a:lnTo>
                  <a:lnTo>
                    <a:pt x="76" y="97"/>
                  </a:lnTo>
                  <a:lnTo>
                    <a:pt x="81" y="94"/>
                  </a:lnTo>
                  <a:lnTo>
                    <a:pt x="87" y="91"/>
                  </a:lnTo>
                  <a:lnTo>
                    <a:pt x="92" y="88"/>
                  </a:lnTo>
                  <a:lnTo>
                    <a:pt x="98" y="85"/>
                  </a:lnTo>
                  <a:lnTo>
                    <a:pt x="104" y="81"/>
                  </a:lnTo>
                  <a:lnTo>
                    <a:pt x="109" y="78"/>
                  </a:lnTo>
                  <a:lnTo>
                    <a:pt x="114" y="74"/>
                  </a:lnTo>
                  <a:lnTo>
                    <a:pt x="119" y="70"/>
                  </a:lnTo>
                  <a:lnTo>
                    <a:pt x="123" y="66"/>
                  </a:lnTo>
                  <a:lnTo>
                    <a:pt x="128" y="62"/>
                  </a:lnTo>
                  <a:lnTo>
                    <a:pt x="132" y="59"/>
                  </a:lnTo>
                  <a:lnTo>
                    <a:pt x="136" y="54"/>
                  </a:lnTo>
                  <a:lnTo>
                    <a:pt x="139" y="50"/>
                  </a:lnTo>
                  <a:lnTo>
                    <a:pt x="143" y="46"/>
                  </a:lnTo>
                  <a:lnTo>
                    <a:pt x="145" y="42"/>
                  </a:lnTo>
                  <a:lnTo>
                    <a:pt x="148" y="38"/>
                  </a:lnTo>
                  <a:lnTo>
                    <a:pt x="150" y="34"/>
                  </a:lnTo>
                  <a:lnTo>
                    <a:pt x="152" y="30"/>
                  </a:lnTo>
                  <a:lnTo>
                    <a:pt x="153" y="27"/>
                  </a:lnTo>
                  <a:lnTo>
                    <a:pt x="154" y="23"/>
                  </a:lnTo>
                  <a:lnTo>
                    <a:pt x="154" y="20"/>
                  </a:lnTo>
                  <a:lnTo>
                    <a:pt x="154" y="17"/>
                  </a:lnTo>
                  <a:lnTo>
                    <a:pt x="153" y="14"/>
                  </a:lnTo>
                  <a:lnTo>
                    <a:pt x="152" y="11"/>
                  </a:lnTo>
                  <a:lnTo>
                    <a:pt x="151" y="9"/>
                  </a:lnTo>
                  <a:lnTo>
                    <a:pt x="149" y="7"/>
                  </a:lnTo>
                  <a:lnTo>
                    <a:pt x="146" y="5"/>
                  </a:lnTo>
                  <a:lnTo>
                    <a:pt x="144" y="3"/>
                  </a:lnTo>
                  <a:lnTo>
                    <a:pt x="141" y="2"/>
                  </a:lnTo>
                  <a:lnTo>
                    <a:pt x="138" y="1"/>
                  </a:lnTo>
                  <a:lnTo>
                    <a:pt x="134" y="0"/>
                  </a:lnTo>
                  <a:lnTo>
                    <a:pt x="130" y="0"/>
                  </a:lnTo>
                  <a:lnTo>
                    <a:pt x="125" y="0"/>
                  </a:lnTo>
                  <a:lnTo>
                    <a:pt x="122" y="0"/>
                  </a:lnTo>
                  <a:lnTo>
                    <a:pt x="116" y="0"/>
                  </a:lnTo>
                  <a:lnTo>
                    <a:pt x="111" y="1"/>
                  </a:lnTo>
                  <a:lnTo>
                    <a:pt x="106" y="2"/>
                  </a:lnTo>
                  <a:lnTo>
                    <a:pt x="101" y="3"/>
                  </a:lnTo>
                  <a:lnTo>
                    <a:pt x="95" y="5"/>
                  </a:lnTo>
                  <a:lnTo>
                    <a:pt x="90" y="7"/>
                  </a:lnTo>
                  <a:lnTo>
                    <a:pt x="83" y="9"/>
                  </a:lnTo>
                  <a:lnTo>
                    <a:pt x="77" y="11"/>
                  </a:lnTo>
                  <a:lnTo>
                    <a:pt x="72" y="14"/>
                  </a:lnTo>
                  <a:lnTo>
                    <a:pt x="66" y="17"/>
                  </a:lnTo>
                  <a:lnTo>
                    <a:pt x="61" y="20"/>
                  </a:lnTo>
                  <a:lnTo>
                    <a:pt x="55" y="23"/>
                  </a:lnTo>
                  <a:lnTo>
                    <a:pt x="49" y="27"/>
                  </a:lnTo>
                  <a:lnTo>
                    <a:pt x="44" y="30"/>
                  </a:lnTo>
                  <a:lnTo>
                    <a:pt x="39" y="34"/>
                  </a:lnTo>
                  <a:lnTo>
                    <a:pt x="34" y="38"/>
                  </a:lnTo>
                  <a:lnTo>
                    <a:pt x="30" y="42"/>
                  </a:lnTo>
                  <a:lnTo>
                    <a:pt x="25" y="46"/>
                  </a:lnTo>
                  <a:lnTo>
                    <a:pt x="21" y="49"/>
                  </a:lnTo>
                  <a:lnTo>
                    <a:pt x="17" y="54"/>
                  </a:lnTo>
                  <a:lnTo>
                    <a:pt x="14" y="58"/>
                  </a:lnTo>
                  <a:lnTo>
                    <a:pt x="10" y="62"/>
                  </a:lnTo>
                  <a:lnTo>
                    <a:pt x="8" y="66"/>
                  </a:lnTo>
                  <a:lnTo>
                    <a:pt x="5" y="70"/>
                  </a:lnTo>
                  <a:lnTo>
                    <a:pt x="3" y="74"/>
                  </a:lnTo>
                  <a:lnTo>
                    <a:pt x="1" y="78"/>
                  </a:lnTo>
                  <a:lnTo>
                    <a:pt x="0" y="81"/>
                  </a:lnTo>
                  <a:lnTo>
                    <a:pt x="0" y="85"/>
                  </a:lnTo>
                  <a:lnTo>
                    <a:pt x="0" y="88"/>
                  </a:lnTo>
                  <a:lnTo>
                    <a:pt x="0" y="91"/>
                  </a:lnTo>
                  <a:lnTo>
                    <a:pt x="0" y="94"/>
                  </a:lnTo>
                  <a:lnTo>
                    <a:pt x="1" y="97"/>
                  </a:lnTo>
                  <a:lnTo>
                    <a:pt x="2" y="99"/>
                  </a:lnTo>
                  <a:lnTo>
                    <a:pt x="4" y="101"/>
                  </a:lnTo>
                  <a:lnTo>
                    <a:pt x="7" y="103"/>
                  </a:lnTo>
                  <a:lnTo>
                    <a:pt x="9" y="105"/>
                  </a:lnTo>
                  <a:lnTo>
                    <a:pt x="14" y="102"/>
                  </a:lnTo>
                  <a:lnTo>
                    <a:pt x="12" y="101"/>
                  </a:lnTo>
                  <a:lnTo>
                    <a:pt x="10" y="99"/>
                  </a:lnTo>
                  <a:lnTo>
                    <a:pt x="9" y="98"/>
                  </a:lnTo>
                  <a:lnTo>
                    <a:pt x="8" y="96"/>
                  </a:lnTo>
                  <a:lnTo>
                    <a:pt x="7" y="93"/>
                  </a:lnTo>
                  <a:lnTo>
                    <a:pt x="7" y="90"/>
                  </a:lnTo>
                  <a:lnTo>
                    <a:pt x="6" y="88"/>
                  </a:lnTo>
                  <a:lnTo>
                    <a:pt x="7" y="85"/>
                  </a:lnTo>
                  <a:lnTo>
                    <a:pt x="7" y="81"/>
                  </a:lnTo>
                  <a:lnTo>
                    <a:pt x="8" y="79"/>
                  </a:lnTo>
                  <a:lnTo>
                    <a:pt x="10" y="75"/>
                  </a:lnTo>
                  <a:lnTo>
                    <a:pt x="12" y="71"/>
                  </a:lnTo>
                  <a:lnTo>
                    <a:pt x="15" y="68"/>
                  </a:lnTo>
                  <a:lnTo>
                    <a:pt x="16" y="63"/>
                  </a:lnTo>
                  <a:lnTo>
                    <a:pt x="20" y="59"/>
                  </a:lnTo>
                  <a:lnTo>
                    <a:pt x="23" y="56"/>
                  </a:lnTo>
                  <a:lnTo>
                    <a:pt x="27" y="51"/>
                  </a:lnTo>
                  <a:lnTo>
                    <a:pt x="30" y="48"/>
                  </a:lnTo>
                  <a:lnTo>
                    <a:pt x="35" y="44"/>
                  </a:lnTo>
                  <a:lnTo>
                    <a:pt x="40" y="39"/>
                  </a:lnTo>
                  <a:lnTo>
                    <a:pt x="45" y="37"/>
                  </a:lnTo>
                  <a:lnTo>
                    <a:pt x="49" y="32"/>
                  </a:lnTo>
                  <a:lnTo>
                    <a:pt x="55" y="29"/>
                  </a:lnTo>
                  <a:lnTo>
                    <a:pt x="61" y="26"/>
                  </a:lnTo>
                  <a:lnTo>
                    <a:pt x="65" y="22"/>
                  </a:lnTo>
                  <a:lnTo>
                    <a:pt x="71" y="19"/>
                  </a:lnTo>
                  <a:lnTo>
                    <a:pt x="77" y="17"/>
                  </a:lnTo>
                  <a:lnTo>
                    <a:pt x="82" y="14"/>
                  </a:lnTo>
                  <a:lnTo>
                    <a:pt x="88" y="12"/>
                  </a:lnTo>
                  <a:lnTo>
                    <a:pt x="92" y="9"/>
                  </a:lnTo>
                  <a:lnTo>
                    <a:pt x="98" y="9"/>
                  </a:lnTo>
                  <a:lnTo>
                    <a:pt x="104" y="7"/>
                  </a:lnTo>
                  <a:lnTo>
                    <a:pt x="108" y="5"/>
                  </a:lnTo>
                  <a:lnTo>
                    <a:pt x="113" y="4"/>
                  </a:lnTo>
                  <a:lnTo>
                    <a:pt x="118" y="4"/>
                  </a:lnTo>
                  <a:lnTo>
                    <a:pt x="122" y="3"/>
                  </a:lnTo>
                  <a:lnTo>
                    <a:pt x="125" y="3"/>
                  </a:lnTo>
                  <a:lnTo>
                    <a:pt x="129" y="3"/>
                  </a:lnTo>
                  <a:lnTo>
                    <a:pt x="132" y="4"/>
                  </a:lnTo>
                  <a:lnTo>
                    <a:pt x="135" y="4"/>
                  </a:lnTo>
                  <a:lnTo>
                    <a:pt x="137" y="5"/>
                  </a:lnTo>
                  <a:lnTo>
                    <a:pt x="138" y="6"/>
                  </a:lnTo>
                  <a:lnTo>
                    <a:pt x="141" y="7"/>
                  </a:lnTo>
                  <a:lnTo>
                    <a:pt x="142" y="9"/>
                  </a:lnTo>
                  <a:lnTo>
                    <a:pt x="144" y="10"/>
                  </a:lnTo>
                  <a:lnTo>
                    <a:pt x="145" y="12"/>
                  </a:lnTo>
                  <a:lnTo>
                    <a:pt x="146" y="15"/>
                  </a:lnTo>
                  <a:lnTo>
                    <a:pt x="146" y="18"/>
                  </a:lnTo>
                  <a:lnTo>
                    <a:pt x="146" y="20"/>
                  </a:lnTo>
                  <a:lnTo>
                    <a:pt x="146" y="23"/>
                  </a:lnTo>
                  <a:lnTo>
                    <a:pt x="146" y="27"/>
                  </a:lnTo>
                  <a:lnTo>
                    <a:pt x="144" y="29"/>
                  </a:lnTo>
                  <a:lnTo>
                    <a:pt x="143" y="33"/>
                  </a:lnTo>
                  <a:lnTo>
                    <a:pt x="141" y="37"/>
                  </a:lnTo>
                  <a:lnTo>
                    <a:pt x="138" y="40"/>
                  </a:lnTo>
                  <a:lnTo>
                    <a:pt x="137" y="45"/>
                  </a:lnTo>
                  <a:lnTo>
                    <a:pt x="133" y="49"/>
                  </a:lnTo>
                  <a:lnTo>
                    <a:pt x="130" y="52"/>
                  </a:lnTo>
                  <a:lnTo>
                    <a:pt x="126" y="57"/>
                  </a:lnTo>
                  <a:lnTo>
                    <a:pt x="123" y="60"/>
                  </a:lnTo>
                  <a:lnTo>
                    <a:pt x="118" y="64"/>
                  </a:lnTo>
                  <a:lnTo>
                    <a:pt x="113" y="69"/>
                  </a:lnTo>
                  <a:lnTo>
                    <a:pt x="108" y="71"/>
                  </a:lnTo>
                  <a:lnTo>
                    <a:pt x="104" y="75"/>
                  </a:lnTo>
                  <a:lnTo>
                    <a:pt x="98" y="79"/>
                  </a:lnTo>
                  <a:lnTo>
                    <a:pt x="92" y="82"/>
                  </a:lnTo>
                  <a:lnTo>
                    <a:pt x="88" y="86"/>
                  </a:lnTo>
                  <a:lnTo>
                    <a:pt x="82" y="89"/>
                  </a:lnTo>
                  <a:lnTo>
                    <a:pt x="77" y="91"/>
                  </a:lnTo>
                  <a:lnTo>
                    <a:pt x="71" y="94"/>
                  </a:lnTo>
                  <a:lnTo>
                    <a:pt x="65" y="96"/>
                  </a:lnTo>
                  <a:lnTo>
                    <a:pt x="61" y="99"/>
                  </a:lnTo>
                  <a:lnTo>
                    <a:pt x="55" y="99"/>
                  </a:lnTo>
                  <a:lnTo>
                    <a:pt x="49" y="101"/>
                  </a:lnTo>
                  <a:lnTo>
                    <a:pt x="45" y="102"/>
                  </a:lnTo>
                  <a:lnTo>
                    <a:pt x="40" y="104"/>
                  </a:lnTo>
                  <a:lnTo>
                    <a:pt x="35" y="104"/>
                  </a:lnTo>
                  <a:lnTo>
                    <a:pt x="31" y="105"/>
                  </a:lnTo>
                  <a:lnTo>
                    <a:pt x="28" y="105"/>
                  </a:lnTo>
                  <a:lnTo>
                    <a:pt x="24" y="105"/>
                  </a:lnTo>
                  <a:lnTo>
                    <a:pt x="21" y="104"/>
                  </a:lnTo>
                  <a:lnTo>
                    <a:pt x="18" y="104"/>
                  </a:lnTo>
                  <a:lnTo>
                    <a:pt x="16" y="103"/>
                  </a:lnTo>
                  <a:lnTo>
                    <a:pt x="14" y="102"/>
                  </a:lnTo>
                  <a:lnTo>
                    <a:pt x="9" y="105"/>
                  </a:lnTo>
                </a:path>
              </a:pathLst>
            </a:custGeom>
            <a:solidFill>
              <a:srgbClr val="FF0000"/>
            </a:solidFill>
            <a:ln cap="rnd">
              <a:noFill/>
              <a:round/>
            </a:ln>
            <a:effectLst/>
          </p:spPr>
        </p:sp>
        <p:sp>
          <p:nvSpPr>
            <p:cNvPr id="57395" name=""/>
            <p:cNvSpPr/>
            <p:nvPr/>
          </p:nvSpPr>
          <p:spPr>
            <a:xfrm>
              <a:off x="3489" y="2975"/>
              <a:ext cx="139" cy="101"/>
            </a:xfrm>
            <a:custGeom>
              <a:pathLst>
                <a:path w="139" h="101">
                  <a:moveTo>
                    <a:pt x="7" y="97"/>
                  </a:moveTo>
                  <a:lnTo>
                    <a:pt x="5" y="96"/>
                  </a:lnTo>
                  <a:lnTo>
                    <a:pt x="3" y="94"/>
                  </a:lnTo>
                  <a:lnTo>
                    <a:pt x="2" y="92"/>
                  </a:lnTo>
                  <a:lnTo>
                    <a:pt x="1" y="90"/>
                  </a:lnTo>
                  <a:lnTo>
                    <a:pt x="0" y="89"/>
                  </a:lnTo>
                  <a:lnTo>
                    <a:pt x="0" y="86"/>
                  </a:lnTo>
                  <a:lnTo>
                    <a:pt x="0" y="83"/>
                  </a:lnTo>
                  <a:lnTo>
                    <a:pt x="0" y="80"/>
                  </a:lnTo>
                  <a:lnTo>
                    <a:pt x="0" y="77"/>
                  </a:lnTo>
                  <a:lnTo>
                    <a:pt x="1" y="73"/>
                  </a:lnTo>
                  <a:lnTo>
                    <a:pt x="3" y="70"/>
                  </a:lnTo>
                  <a:lnTo>
                    <a:pt x="5" y="66"/>
                  </a:lnTo>
                  <a:lnTo>
                    <a:pt x="8" y="63"/>
                  </a:lnTo>
                  <a:lnTo>
                    <a:pt x="10" y="59"/>
                  </a:lnTo>
                  <a:lnTo>
                    <a:pt x="13" y="55"/>
                  </a:lnTo>
                  <a:lnTo>
                    <a:pt x="16" y="51"/>
                  </a:lnTo>
                  <a:lnTo>
                    <a:pt x="20" y="47"/>
                  </a:lnTo>
                  <a:lnTo>
                    <a:pt x="24" y="43"/>
                  </a:lnTo>
                  <a:lnTo>
                    <a:pt x="28" y="39"/>
                  </a:lnTo>
                  <a:lnTo>
                    <a:pt x="33" y="36"/>
                  </a:lnTo>
                  <a:lnTo>
                    <a:pt x="37" y="32"/>
                  </a:lnTo>
                  <a:lnTo>
                    <a:pt x="42" y="28"/>
                  </a:lnTo>
                  <a:lnTo>
                    <a:pt x="47" y="25"/>
                  </a:lnTo>
                  <a:lnTo>
                    <a:pt x="53" y="21"/>
                  </a:lnTo>
                  <a:lnTo>
                    <a:pt x="58" y="18"/>
                  </a:lnTo>
                  <a:lnTo>
                    <a:pt x="63" y="16"/>
                  </a:lnTo>
                  <a:lnTo>
                    <a:pt x="69" y="13"/>
                  </a:lnTo>
                  <a:lnTo>
                    <a:pt x="74" y="10"/>
                  </a:lnTo>
                  <a:lnTo>
                    <a:pt x="80" y="9"/>
                  </a:lnTo>
                  <a:lnTo>
                    <a:pt x="85" y="6"/>
                  </a:lnTo>
                  <a:lnTo>
                    <a:pt x="90" y="4"/>
                  </a:lnTo>
                  <a:lnTo>
                    <a:pt x="96" y="3"/>
                  </a:lnTo>
                  <a:lnTo>
                    <a:pt x="100" y="1"/>
                  </a:lnTo>
                  <a:lnTo>
                    <a:pt x="105" y="0"/>
                  </a:lnTo>
                  <a:lnTo>
                    <a:pt x="110" y="0"/>
                  </a:lnTo>
                  <a:lnTo>
                    <a:pt x="113" y="0"/>
                  </a:lnTo>
                  <a:lnTo>
                    <a:pt x="117" y="0"/>
                  </a:lnTo>
                  <a:lnTo>
                    <a:pt x="120" y="0"/>
                  </a:lnTo>
                  <a:lnTo>
                    <a:pt x="124" y="0"/>
                  </a:lnTo>
                  <a:lnTo>
                    <a:pt x="126" y="0"/>
                  </a:lnTo>
                  <a:lnTo>
                    <a:pt x="128" y="1"/>
                  </a:lnTo>
                  <a:lnTo>
                    <a:pt x="130" y="2"/>
                  </a:lnTo>
                  <a:lnTo>
                    <a:pt x="132" y="3"/>
                  </a:lnTo>
                  <a:lnTo>
                    <a:pt x="134" y="5"/>
                  </a:lnTo>
                  <a:lnTo>
                    <a:pt x="135" y="7"/>
                  </a:lnTo>
                  <a:lnTo>
                    <a:pt x="137" y="9"/>
                  </a:lnTo>
                  <a:lnTo>
                    <a:pt x="137" y="10"/>
                  </a:lnTo>
                  <a:lnTo>
                    <a:pt x="138" y="13"/>
                  </a:lnTo>
                  <a:lnTo>
                    <a:pt x="138" y="16"/>
                  </a:lnTo>
                  <a:lnTo>
                    <a:pt x="138" y="19"/>
                  </a:lnTo>
                  <a:lnTo>
                    <a:pt x="137" y="22"/>
                  </a:lnTo>
                  <a:lnTo>
                    <a:pt x="136" y="26"/>
                  </a:lnTo>
                  <a:lnTo>
                    <a:pt x="134" y="29"/>
                  </a:lnTo>
                  <a:lnTo>
                    <a:pt x="133" y="33"/>
                  </a:lnTo>
                  <a:lnTo>
                    <a:pt x="130" y="36"/>
                  </a:lnTo>
                  <a:lnTo>
                    <a:pt x="127" y="40"/>
                  </a:lnTo>
                  <a:lnTo>
                    <a:pt x="124" y="44"/>
                  </a:lnTo>
                  <a:lnTo>
                    <a:pt x="121" y="48"/>
                  </a:lnTo>
                  <a:lnTo>
                    <a:pt x="118" y="52"/>
                  </a:lnTo>
                  <a:lnTo>
                    <a:pt x="113" y="56"/>
                  </a:lnTo>
                  <a:lnTo>
                    <a:pt x="110" y="60"/>
                  </a:lnTo>
                  <a:lnTo>
                    <a:pt x="105" y="63"/>
                  </a:lnTo>
                  <a:lnTo>
                    <a:pt x="100" y="67"/>
                  </a:lnTo>
                  <a:lnTo>
                    <a:pt x="96" y="71"/>
                  </a:lnTo>
                  <a:lnTo>
                    <a:pt x="90" y="74"/>
                  </a:lnTo>
                  <a:lnTo>
                    <a:pt x="85" y="77"/>
                  </a:lnTo>
                  <a:lnTo>
                    <a:pt x="80" y="81"/>
                  </a:lnTo>
                  <a:lnTo>
                    <a:pt x="74" y="83"/>
                  </a:lnTo>
                  <a:lnTo>
                    <a:pt x="69" y="86"/>
                  </a:lnTo>
                  <a:lnTo>
                    <a:pt x="63" y="89"/>
                  </a:lnTo>
                  <a:lnTo>
                    <a:pt x="57" y="90"/>
                  </a:lnTo>
                  <a:lnTo>
                    <a:pt x="53" y="93"/>
                  </a:lnTo>
                  <a:lnTo>
                    <a:pt x="47" y="95"/>
                  </a:lnTo>
                  <a:lnTo>
                    <a:pt x="42" y="96"/>
                  </a:lnTo>
                  <a:lnTo>
                    <a:pt x="37" y="98"/>
                  </a:lnTo>
                  <a:lnTo>
                    <a:pt x="33" y="99"/>
                  </a:lnTo>
                  <a:lnTo>
                    <a:pt x="28" y="99"/>
                  </a:lnTo>
                  <a:lnTo>
                    <a:pt x="25" y="100"/>
                  </a:lnTo>
                  <a:lnTo>
                    <a:pt x="20" y="100"/>
                  </a:lnTo>
                  <a:lnTo>
                    <a:pt x="17" y="100"/>
                  </a:lnTo>
                  <a:lnTo>
                    <a:pt x="14" y="99"/>
                  </a:lnTo>
                  <a:lnTo>
                    <a:pt x="12" y="99"/>
                  </a:lnTo>
                  <a:lnTo>
                    <a:pt x="10" y="98"/>
                  </a:lnTo>
                  <a:lnTo>
                    <a:pt x="7" y="97"/>
                  </a:lnTo>
                </a:path>
              </a:pathLst>
            </a:custGeom>
            <a:solidFill>
              <a:srgbClr val="FF0000"/>
            </a:solidFill>
            <a:ln cap="rnd">
              <a:noFill/>
              <a:round/>
            </a:ln>
            <a:effectLst/>
          </p:spPr>
        </p:sp>
        <p:sp>
          <p:nvSpPr>
            <p:cNvPr id="57396" name=""/>
            <p:cNvSpPr/>
            <p:nvPr/>
          </p:nvSpPr>
          <p:spPr>
            <a:xfrm>
              <a:off x="3387" y="2915"/>
              <a:ext cx="204" cy="168"/>
            </a:xfrm>
            <a:custGeom>
              <a:pathLst>
                <a:path w="204" h="168">
                  <a:moveTo>
                    <a:pt x="0" y="165"/>
                  </a:moveTo>
                  <a:lnTo>
                    <a:pt x="197" y="0"/>
                  </a:lnTo>
                  <a:lnTo>
                    <a:pt x="203" y="1"/>
                  </a:lnTo>
                  <a:lnTo>
                    <a:pt x="5" y="167"/>
                  </a:lnTo>
                  <a:lnTo>
                    <a:pt x="0" y="165"/>
                  </a:lnTo>
                </a:path>
              </a:pathLst>
            </a:custGeom>
            <a:solidFill>
              <a:srgbClr val="FF0000"/>
            </a:solidFill>
            <a:ln cap="rnd">
              <a:noFill/>
              <a:round/>
            </a:ln>
            <a:effectLst/>
          </p:spPr>
        </p:sp>
        <p:graphicFrame>
          <p:nvGraphicFramePr>
            <p:cNvPr id="57397" name=""/>
            <p:cNvGraphicFramePr/>
            <p:nvPr/>
          </p:nvGraphicFramePr>
          <p:xfrm>
            <a:off x="4609" y="2836"/>
            <a:ext cx="322" cy="262"/>
          </p:xfrm>
          <a:graphic>
            <a:graphicData uri="http://schemas.openxmlformats.org/presentationml/2006/ole">
              <mc:AlternateContent>
                <mc:Choice xmlns:v="urn:schemas-microsoft-com:vml" Requires="v">
                  <p:oleObj spid="_x0000_s1044" name="MakeUp Objects" r:id="rId9" imgW="505587" imgH="365093" progId="MakeUp">
                    <p:embed/>
                  </p:oleObj>
                </mc:Choice>
                <mc:Fallback>
                  <p:oleObj name="MakeUp Objects" r:id="rId9" imgW="505587" imgH="365093" progId="MakeUp">
                    <p:embed/>
                    <p:pic>
                      <p:nvPicPr>
                        <p:cNvPr id="0" name="OLE substitute image"/>
                        <p:cNvPicPr/>
                        <p:nvPr/>
                      </p:nvPicPr>
                      <p:blipFill>
                        <a:blip r:embed="rId10"/>
                        <a:stretch>
                          <a:fillRect/>
                        </a:stretch>
                      </p:blipFill>
                      <p:spPr>
                        <a:xfrm>
                          <a:off x="4609" y="2836"/>
                          <a:ext cx="322" cy="262"/>
                        </a:xfrm>
                        <a:prstGeom prst="rect">
                          <a:avLst/>
                        </a:prstGeom>
                        <a:noFill/>
                        <a:ln>
                          <a:noFill/>
                          <a:miter lim="800000"/>
                        </a:ln>
                        <a:effectLst/>
                      </p:spPr>
                    </p:pic>
                  </p:oleObj>
                </mc:Fallback>
              </mc:AlternateContent>
            </a:graphicData>
          </a:graphic>
        </p:graphicFrame>
        <p:grpSp>
          <p:nvGrpSpPr>
            <p:cNvPr id="57398" name=""/>
            <p:cNvGrpSpPr/>
            <p:nvPr/>
          </p:nvGrpSpPr>
          <p:grpSpPr>
            <a:xfrm>
              <a:off x="3076" y="964"/>
              <a:ext cx="351" cy="288"/>
              <a:chOff x="3076" y="964"/>
              <a:chExt cx="351" cy="288"/>
            </a:xfrm>
          </p:grpSpPr>
          <p:sp>
            <p:nvSpPr>
              <p:cNvPr id="57399" name=""/>
              <p:cNvSpPr/>
              <p:nvPr/>
            </p:nvSpPr>
            <p:spPr>
              <a:xfrm>
                <a:off x="3076" y="964"/>
                <a:ext cx="351" cy="288"/>
              </a:xfrm>
              <a:prstGeom prst="rect">
                <a:avLst/>
              </a:prstGeom>
              <a:solidFill>
                <a:schemeClr val="bg1"/>
              </a:solidFill>
              <a:ln w="12700">
                <a:solidFill>
                  <a:schemeClr val="tx1"/>
                </a:solidFill>
                <a:prstDash val="sysDot"/>
                <a:miter lim="800000"/>
              </a:ln>
              <a:effectLst/>
            </p:spPr>
          </p:sp>
          <p:grpSp>
            <p:nvGrpSpPr>
              <p:cNvPr id="57400" name=""/>
              <p:cNvGrpSpPr/>
              <p:nvPr/>
            </p:nvGrpSpPr>
            <p:grpSpPr>
              <a:xfrm>
                <a:off x="3157" y="1031"/>
                <a:ext cx="190" cy="170"/>
                <a:chOff x="3157" y="1031"/>
                <a:chExt cx="190" cy="170"/>
              </a:xfrm>
            </p:grpSpPr>
            <p:sp>
              <p:nvSpPr>
                <p:cNvPr id="57401" name=""/>
                <p:cNvSpPr/>
                <p:nvPr/>
              </p:nvSpPr>
              <p:spPr>
                <a:xfrm>
                  <a:off x="3177" y="1116"/>
                  <a:ext cx="136" cy="17"/>
                </a:xfrm>
                <a:custGeom>
                  <a:pathLst>
                    <a:path w="136" h="17">
                      <a:moveTo>
                        <a:pt x="0" y="16"/>
                      </a:moveTo>
                      <a:lnTo>
                        <a:pt x="135" y="16"/>
                      </a:lnTo>
                      <a:lnTo>
                        <a:pt x="121" y="0"/>
                      </a:lnTo>
                      <a:lnTo>
                        <a:pt x="14" y="0"/>
                      </a:lnTo>
                      <a:lnTo>
                        <a:pt x="0" y="16"/>
                      </a:lnTo>
                    </a:path>
                  </a:pathLst>
                </a:custGeom>
                <a:solidFill>
                  <a:srgbClr val="919191"/>
                </a:solidFill>
                <a:ln cap="rnd">
                  <a:noFill/>
                  <a:round/>
                </a:ln>
                <a:effectLst>
                  <a:outerShdw dist="28398" dir="1593903" algn="ctr">
                    <a:srgbClr val="000000"/>
                  </a:outerShdw>
                </a:effectLst>
              </p:spPr>
            </p:sp>
            <p:sp>
              <p:nvSpPr>
                <p:cNvPr id="57402" name=""/>
                <p:cNvSpPr/>
                <p:nvPr/>
              </p:nvSpPr>
              <p:spPr>
                <a:xfrm>
                  <a:off x="3284" y="1107"/>
                  <a:ext cx="8" cy="8"/>
                </a:xfrm>
                <a:prstGeom prst="rect">
                  <a:avLst/>
                </a:prstGeom>
                <a:solidFill>
                  <a:srgbClr val="008000"/>
                </a:solidFill>
                <a:ln w="12700">
                  <a:solidFill>
                    <a:schemeClr val="tx1"/>
                  </a:solidFill>
                  <a:miter lim="800000"/>
                </a:ln>
                <a:effectLst/>
              </p:spPr>
            </p:sp>
            <p:sp>
              <p:nvSpPr>
                <p:cNvPr id="57403" name=""/>
                <p:cNvSpPr/>
                <p:nvPr/>
              </p:nvSpPr>
              <p:spPr>
                <a:xfrm>
                  <a:off x="3177" y="1131"/>
                  <a:ext cx="135" cy="38"/>
                </a:xfrm>
                <a:prstGeom prst="rect">
                  <a:avLst/>
                </a:prstGeom>
                <a:solidFill>
                  <a:srgbClr val="DBDBDB"/>
                </a:solidFill>
                <a:ln>
                  <a:noFill/>
                  <a:miter lim="800000"/>
                </a:ln>
                <a:effectLst>
                  <a:outerShdw dist="35921" dir="2700000" algn="ctr">
                    <a:srgbClr val="000000"/>
                  </a:outerShdw>
                </a:effectLst>
              </p:spPr>
            </p:sp>
            <p:sp>
              <p:nvSpPr>
                <p:cNvPr id="57404" name=""/>
                <p:cNvSpPr/>
                <p:nvPr/>
              </p:nvSpPr>
              <p:spPr>
                <a:xfrm>
                  <a:off x="3157" y="1165"/>
                  <a:ext cx="190" cy="21"/>
                </a:xfrm>
                <a:custGeom>
                  <a:pathLst>
                    <a:path w="190" h="21">
                      <a:moveTo>
                        <a:pt x="0" y="20"/>
                      </a:moveTo>
                      <a:lnTo>
                        <a:pt x="189" y="20"/>
                      </a:lnTo>
                      <a:lnTo>
                        <a:pt x="177" y="0"/>
                      </a:lnTo>
                      <a:lnTo>
                        <a:pt x="14" y="0"/>
                      </a:lnTo>
                      <a:lnTo>
                        <a:pt x="0" y="20"/>
                      </a:lnTo>
                    </a:path>
                  </a:pathLst>
                </a:custGeom>
                <a:solidFill>
                  <a:srgbClr val="DADADA"/>
                </a:solidFill>
                <a:ln cap="rnd">
                  <a:noFill/>
                  <a:round/>
                </a:ln>
                <a:effectLst>
                  <a:outerShdw dist="35921" dir="2700000" algn="ctr">
                    <a:srgbClr val="000000"/>
                  </a:outerShdw>
                </a:effectLst>
              </p:spPr>
            </p:sp>
            <p:sp>
              <p:nvSpPr>
                <p:cNvPr id="57405" name=""/>
                <p:cNvSpPr/>
                <p:nvPr/>
              </p:nvSpPr>
              <p:spPr>
                <a:xfrm>
                  <a:off x="3163" y="1165"/>
                  <a:ext cx="179" cy="20"/>
                </a:xfrm>
                <a:custGeom>
                  <a:pathLst>
                    <a:path w="179" h="20">
                      <a:moveTo>
                        <a:pt x="10" y="0"/>
                      </a:moveTo>
                      <a:lnTo>
                        <a:pt x="0" y="19"/>
                      </a:lnTo>
                      <a:lnTo>
                        <a:pt x="178" y="19"/>
                      </a:lnTo>
                      <a:lnTo>
                        <a:pt x="169" y="0"/>
                      </a:lnTo>
                    </a:path>
                  </a:pathLst>
                </a:custGeom>
                <a:solidFill>
                  <a:srgbClr val="CECECE"/>
                </a:solidFill>
                <a:ln w="12700" cap="rnd" cmpd="sng">
                  <a:solidFill>
                    <a:srgbClr val="919191"/>
                  </a:solidFill>
                  <a:prstDash val="solid"/>
                  <a:round/>
                  <a:headEnd type="none" w="sm" len="sm"/>
                  <a:tailEnd type="none" w="sm" len="sm"/>
                </a:ln>
                <a:effectLst/>
              </p:spPr>
            </p:sp>
            <p:sp>
              <p:nvSpPr>
                <p:cNvPr id="57406" name=""/>
                <p:cNvSpPr/>
                <p:nvPr/>
              </p:nvSpPr>
              <p:spPr>
                <a:xfrm>
                  <a:off x="3300" y="1168"/>
                  <a:ext cx="26" cy="17"/>
                </a:xfrm>
                <a:custGeom>
                  <a:pathLst>
                    <a:path w="26" h="17">
                      <a:moveTo>
                        <a:pt x="0" y="0"/>
                      </a:moveTo>
                      <a:lnTo>
                        <a:pt x="23" y="0"/>
                      </a:lnTo>
                      <a:lnTo>
                        <a:pt x="25" y="16"/>
                      </a:lnTo>
                      <a:lnTo>
                        <a:pt x="0" y="16"/>
                      </a:lnTo>
                      <a:lnTo>
                        <a:pt x="0" y="0"/>
                      </a:lnTo>
                    </a:path>
                  </a:pathLst>
                </a:custGeom>
                <a:solidFill>
                  <a:srgbClr val="DADADA"/>
                </a:solidFill>
                <a:ln cap="rnd">
                  <a:noFill/>
                  <a:round/>
                </a:ln>
                <a:effectLst/>
              </p:spPr>
            </p:sp>
            <p:cxnSp>
              <p:nvCxnSpPr>
                <p:cNvPr id="57407" name=""/>
                <p:cNvCxnSpPr/>
                <p:nvPr/>
              </p:nvCxnSpPr>
              <p:spPr>
                <a:xfrm>
                  <a:off x="3300" y="1174"/>
                  <a:ext cx="13" cy="0"/>
                </a:xfrm>
                <a:prstGeom prst="line">
                  <a:avLst/>
                </a:prstGeom>
                <a:noFill/>
                <a:ln w="12700">
                  <a:solidFill>
                    <a:srgbClr val="DADADA"/>
                  </a:solidFill>
                  <a:miter lim="800000"/>
                </a:ln>
                <a:effectLst/>
              </p:spPr>
            </p:cxnSp>
            <p:sp>
              <p:nvSpPr>
                <p:cNvPr id="57408" name=""/>
                <p:cNvSpPr/>
                <p:nvPr/>
              </p:nvSpPr>
              <p:spPr>
                <a:xfrm>
                  <a:off x="3157" y="1185"/>
                  <a:ext cx="188" cy="16"/>
                </a:xfrm>
                <a:prstGeom prst="rect">
                  <a:avLst/>
                </a:prstGeom>
                <a:solidFill>
                  <a:srgbClr val="CECECE"/>
                </a:solidFill>
                <a:ln>
                  <a:noFill/>
                  <a:miter lim="800000"/>
                </a:ln>
                <a:effectLst>
                  <a:outerShdw dist="35921" dir="2700000" algn="ctr">
                    <a:srgbClr val="000000"/>
                  </a:outerShdw>
                </a:effectLst>
              </p:spPr>
            </p:sp>
            <p:sp>
              <p:nvSpPr>
                <p:cNvPr id="57409" name=""/>
                <p:cNvSpPr/>
                <p:nvPr/>
              </p:nvSpPr>
              <p:spPr>
                <a:xfrm>
                  <a:off x="3200" y="1113"/>
                  <a:ext cx="88" cy="17"/>
                </a:xfrm>
                <a:custGeom>
                  <a:pathLst>
                    <a:path w="88" h="17">
                      <a:moveTo>
                        <a:pt x="0" y="16"/>
                      </a:moveTo>
                      <a:lnTo>
                        <a:pt x="87" y="16"/>
                      </a:lnTo>
                      <a:lnTo>
                        <a:pt x="82" y="0"/>
                      </a:lnTo>
                      <a:lnTo>
                        <a:pt x="5"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7410" name=""/>
                <p:cNvSpPr/>
                <p:nvPr/>
              </p:nvSpPr>
              <p:spPr>
                <a:xfrm>
                  <a:off x="3221" y="1114"/>
                  <a:ext cx="48" cy="17"/>
                </a:xfrm>
                <a:custGeom>
                  <a:pathLst>
                    <a:path w="48" h="17">
                      <a:moveTo>
                        <a:pt x="0" y="8"/>
                      </a:moveTo>
                      <a:lnTo>
                        <a:pt x="0" y="0"/>
                      </a:lnTo>
                      <a:lnTo>
                        <a:pt x="47" y="0"/>
                      </a:lnTo>
                      <a:lnTo>
                        <a:pt x="47" y="8"/>
                      </a:lnTo>
                      <a:lnTo>
                        <a:pt x="47" y="10"/>
                      </a:lnTo>
                      <a:lnTo>
                        <a:pt x="46" y="10"/>
                      </a:lnTo>
                      <a:lnTo>
                        <a:pt x="45" y="10"/>
                      </a:lnTo>
                      <a:lnTo>
                        <a:pt x="44" y="12"/>
                      </a:lnTo>
                      <a:lnTo>
                        <a:pt x="43" y="12"/>
                      </a:lnTo>
                      <a:lnTo>
                        <a:pt x="42" y="14"/>
                      </a:lnTo>
                      <a:lnTo>
                        <a:pt x="40" y="14"/>
                      </a:lnTo>
                      <a:lnTo>
                        <a:pt x="38" y="14"/>
                      </a:lnTo>
                      <a:lnTo>
                        <a:pt x="36" y="14"/>
                      </a:lnTo>
                      <a:lnTo>
                        <a:pt x="34" y="16"/>
                      </a:lnTo>
                      <a:lnTo>
                        <a:pt x="32" y="16"/>
                      </a:lnTo>
                      <a:lnTo>
                        <a:pt x="30" y="16"/>
                      </a:lnTo>
                      <a:lnTo>
                        <a:pt x="28" y="16"/>
                      </a:lnTo>
                      <a:lnTo>
                        <a:pt x="25" y="16"/>
                      </a:lnTo>
                      <a:lnTo>
                        <a:pt x="22" y="16"/>
                      </a:lnTo>
                      <a:lnTo>
                        <a:pt x="19" y="16"/>
                      </a:lnTo>
                      <a:lnTo>
                        <a:pt x="15" y="16"/>
                      </a:lnTo>
                      <a:lnTo>
                        <a:pt x="14" y="16"/>
                      </a:lnTo>
                      <a:lnTo>
                        <a:pt x="11" y="14"/>
                      </a:lnTo>
                      <a:lnTo>
                        <a:pt x="10" y="14"/>
                      </a:lnTo>
                      <a:lnTo>
                        <a:pt x="7" y="14"/>
                      </a:lnTo>
                      <a:lnTo>
                        <a:pt x="5" y="14"/>
                      </a:lnTo>
                      <a:lnTo>
                        <a:pt x="4" y="12"/>
                      </a:lnTo>
                      <a:lnTo>
                        <a:pt x="2" y="12"/>
                      </a:lnTo>
                      <a:lnTo>
                        <a:pt x="1" y="12"/>
                      </a:lnTo>
                      <a:lnTo>
                        <a:pt x="0" y="10"/>
                      </a:lnTo>
                      <a:lnTo>
                        <a:pt x="0" y="10"/>
                      </a:lnTo>
                      <a:lnTo>
                        <a:pt x="0" y="10"/>
                      </a:lnTo>
                      <a:lnTo>
                        <a:pt x="0" y="8"/>
                      </a:lnTo>
                    </a:path>
                  </a:pathLst>
                </a:custGeom>
                <a:solidFill>
                  <a:srgbClr val="CECECE"/>
                </a:solidFill>
                <a:ln cap="rnd">
                  <a:noFill/>
                  <a:round/>
                </a:ln>
                <a:effectLst>
                  <a:outerShdw dist="17961" dir="2700000" algn="ctr">
                    <a:srgbClr val="000000"/>
                  </a:outerShdw>
                </a:effectLst>
              </p:spPr>
            </p:sp>
            <p:sp>
              <p:nvSpPr>
                <p:cNvPr id="57411" name=""/>
                <p:cNvSpPr/>
                <p:nvPr/>
              </p:nvSpPr>
              <p:spPr>
                <a:xfrm>
                  <a:off x="3196" y="1031"/>
                  <a:ext cx="98" cy="72"/>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7412" name=""/>
                <p:cNvSpPr/>
                <p:nvPr/>
              </p:nvSpPr>
              <p:spPr>
                <a:xfrm>
                  <a:off x="3204" y="1036"/>
                  <a:ext cx="81" cy="62"/>
                </a:xfrm>
                <a:prstGeom prst="roundRect">
                  <a:avLst>
                    <a:gd name="adj" fmla="val 12088"/>
                  </a:avLst>
                </a:prstGeom>
                <a:solidFill>
                  <a:srgbClr val="474747"/>
                </a:solidFill>
                <a:ln>
                  <a:noFill/>
                  <a:miter lim="800000"/>
                </a:ln>
                <a:effectLst/>
              </p:spPr>
            </p:sp>
            <p:sp>
              <p:nvSpPr>
                <p:cNvPr id="57413" name=""/>
                <p:cNvSpPr/>
                <p:nvPr/>
              </p:nvSpPr>
              <p:spPr>
                <a:xfrm>
                  <a:off x="3209" y="1040"/>
                  <a:ext cx="71" cy="55"/>
                </a:xfrm>
                <a:prstGeom prst="roundRect">
                  <a:avLst>
                    <a:gd name="adj" fmla="val 12296"/>
                  </a:avLst>
                </a:prstGeom>
                <a:solidFill>
                  <a:srgbClr val="037C03"/>
                </a:solidFill>
                <a:ln>
                  <a:noFill/>
                  <a:miter lim="800000"/>
                </a:ln>
                <a:effectLst/>
              </p:spPr>
            </p:sp>
            <p:grpSp>
              <p:nvGrpSpPr>
                <p:cNvPr id="57414" name=""/>
                <p:cNvGrpSpPr/>
                <p:nvPr/>
              </p:nvGrpSpPr>
              <p:grpSpPr>
                <a:xfrm>
                  <a:off x="3218" y="1049"/>
                  <a:ext cx="30" cy="41"/>
                  <a:chOff x="3218" y="1049"/>
                  <a:chExt cx="30" cy="41"/>
                </a:xfrm>
              </p:grpSpPr>
              <p:cxnSp>
                <p:nvCxnSpPr>
                  <p:cNvPr id="57415" name=""/>
                  <p:cNvCxnSpPr/>
                  <p:nvPr/>
                </p:nvCxnSpPr>
                <p:spPr>
                  <a:xfrm>
                    <a:off x="3218" y="1053"/>
                    <a:ext cx="14" cy="30"/>
                  </a:xfrm>
                  <a:prstGeom prst="line">
                    <a:avLst/>
                  </a:prstGeom>
                  <a:noFill/>
                  <a:ln w="12700">
                    <a:solidFill>
                      <a:srgbClr val="FE9B03"/>
                    </a:solidFill>
                    <a:miter lim="800000"/>
                  </a:ln>
                  <a:effectLst/>
                </p:spPr>
              </p:cxnSp>
              <p:cxnSp>
                <p:nvCxnSpPr>
                  <p:cNvPr id="57416" name=""/>
                  <p:cNvCxnSpPr/>
                  <p:nvPr/>
                </p:nvCxnSpPr>
                <p:spPr>
                  <a:xfrm>
                    <a:off x="3225" y="1049"/>
                    <a:ext cx="23" cy="41"/>
                  </a:xfrm>
                  <a:prstGeom prst="line">
                    <a:avLst/>
                  </a:prstGeom>
                  <a:noFill/>
                  <a:ln w="12700">
                    <a:solidFill>
                      <a:srgbClr val="FE9B03"/>
                    </a:solidFill>
                    <a:miter lim="800000"/>
                  </a:ln>
                  <a:effectLst/>
                </p:spPr>
              </p:cxnSp>
            </p:grpSp>
            <p:sp>
              <p:nvSpPr>
                <p:cNvPr id="57417" name=""/>
                <p:cNvSpPr/>
                <p:nvPr/>
              </p:nvSpPr>
              <p:spPr>
                <a:xfrm>
                  <a:off x="3192" y="1165"/>
                  <a:ext cx="25" cy="17"/>
                </a:xfrm>
                <a:custGeom>
                  <a:pathLst>
                    <a:path w="25" h="17">
                      <a:moveTo>
                        <a:pt x="0" y="0"/>
                      </a:moveTo>
                      <a:lnTo>
                        <a:pt x="24" y="0"/>
                      </a:lnTo>
                      <a:lnTo>
                        <a:pt x="23" y="16"/>
                      </a:lnTo>
                      <a:lnTo>
                        <a:pt x="0" y="16"/>
                      </a:lnTo>
                      <a:lnTo>
                        <a:pt x="0" y="0"/>
                      </a:lnTo>
                    </a:path>
                  </a:pathLst>
                </a:custGeom>
                <a:solidFill>
                  <a:srgbClr val="DADADA"/>
                </a:solidFill>
                <a:ln cap="rnd">
                  <a:noFill/>
                  <a:round/>
                </a:ln>
                <a:effectLst>
                  <a:outerShdw algn="ctr">
                    <a:schemeClr val="tx1"/>
                  </a:outerShdw>
                </a:effectLst>
              </p:spPr>
            </p:sp>
            <p:sp>
              <p:nvSpPr>
                <p:cNvPr id="57418" name=""/>
                <p:cNvSpPr/>
                <p:nvPr/>
              </p:nvSpPr>
              <p:spPr>
                <a:xfrm>
                  <a:off x="3248" y="1165"/>
                  <a:ext cx="23" cy="17"/>
                </a:xfrm>
                <a:custGeom>
                  <a:pathLst>
                    <a:path w="23" h="17">
                      <a:moveTo>
                        <a:pt x="0" y="0"/>
                      </a:moveTo>
                      <a:lnTo>
                        <a:pt x="22" y="0"/>
                      </a:lnTo>
                      <a:lnTo>
                        <a:pt x="22" y="16"/>
                      </a:lnTo>
                      <a:lnTo>
                        <a:pt x="0" y="16"/>
                      </a:lnTo>
                      <a:lnTo>
                        <a:pt x="0" y="0"/>
                      </a:lnTo>
                    </a:path>
                  </a:pathLst>
                </a:custGeom>
                <a:solidFill>
                  <a:srgbClr val="DADADA"/>
                </a:solidFill>
                <a:ln cap="rnd">
                  <a:noFill/>
                  <a:round/>
                </a:ln>
                <a:effectLst>
                  <a:outerShdw algn="ctr">
                    <a:schemeClr val="tx1"/>
                  </a:outerShdw>
                </a:effectLst>
              </p:spPr>
            </p:sp>
            <p:cxnSp>
              <p:nvCxnSpPr>
                <p:cNvPr id="57419" name=""/>
                <p:cNvCxnSpPr/>
                <p:nvPr/>
              </p:nvCxnSpPr>
              <p:spPr>
                <a:xfrm>
                  <a:off x="3184" y="1171"/>
                  <a:ext cx="72" cy="0"/>
                </a:xfrm>
                <a:prstGeom prst="line">
                  <a:avLst/>
                </a:prstGeom>
                <a:noFill/>
                <a:ln w="12700">
                  <a:solidFill>
                    <a:srgbClr val="DADADA"/>
                  </a:solidFill>
                  <a:miter lim="800000"/>
                </a:ln>
                <a:effectLst>
                  <a:outerShdw algn="ctr">
                    <a:schemeClr val="tx1"/>
                  </a:outerShdw>
                </a:effectLst>
              </p:spPr>
            </p:cxnSp>
            <p:cxnSp>
              <p:nvCxnSpPr>
                <p:cNvPr id="57420" name=""/>
                <p:cNvCxnSpPr/>
                <p:nvPr/>
              </p:nvCxnSpPr>
              <p:spPr>
                <a:xfrm>
                  <a:off x="3187" y="1174"/>
                  <a:ext cx="74" cy="0"/>
                </a:xfrm>
                <a:prstGeom prst="line">
                  <a:avLst/>
                </a:prstGeom>
                <a:noFill/>
                <a:ln w="12700">
                  <a:solidFill>
                    <a:srgbClr val="DADADA"/>
                  </a:solidFill>
                  <a:miter lim="800000"/>
                </a:ln>
                <a:effectLst>
                  <a:outerShdw algn="ctr">
                    <a:schemeClr val="tx1"/>
                  </a:outerShdw>
                </a:effectLst>
              </p:spPr>
            </p:cxnSp>
            <p:cxnSp>
              <p:nvCxnSpPr>
                <p:cNvPr id="57421" name=""/>
                <p:cNvCxnSpPr/>
                <p:nvPr/>
              </p:nvCxnSpPr>
              <p:spPr>
                <a:xfrm>
                  <a:off x="3187" y="1177"/>
                  <a:ext cx="66" cy="0"/>
                </a:xfrm>
                <a:prstGeom prst="line">
                  <a:avLst/>
                </a:prstGeom>
                <a:noFill/>
                <a:ln w="12700">
                  <a:solidFill>
                    <a:srgbClr val="DADADA"/>
                  </a:solidFill>
                  <a:miter lim="800000"/>
                </a:ln>
                <a:effectLst>
                  <a:outerShdw algn="ctr">
                    <a:schemeClr val="tx1"/>
                  </a:outerShdw>
                </a:effectLst>
              </p:spPr>
            </p:cxnSp>
            <p:cxnSp>
              <p:nvCxnSpPr>
                <p:cNvPr id="57422" name=""/>
                <p:cNvCxnSpPr/>
                <p:nvPr/>
              </p:nvCxnSpPr>
              <p:spPr>
                <a:xfrm>
                  <a:off x="3174" y="1172"/>
                  <a:ext cx="7" cy="0"/>
                </a:xfrm>
                <a:prstGeom prst="line">
                  <a:avLst/>
                </a:prstGeom>
                <a:noFill/>
                <a:ln w="12700">
                  <a:solidFill>
                    <a:srgbClr val="DADADA"/>
                  </a:solidFill>
                  <a:miter lim="800000"/>
                </a:ln>
                <a:effectLst>
                  <a:outerShdw algn="ctr">
                    <a:schemeClr val="tx1"/>
                  </a:outerShdw>
                </a:effectLst>
              </p:spPr>
            </p:cxnSp>
            <p:cxnSp>
              <p:nvCxnSpPr>
                <p:cNvPr id="57423" name=""/>
                <p:cNvCxnSpPr/>
                <p:nvPr/>
              </p:nvCxnSpPr>
              <p:spPr>
                <a:xfrm>
                  <a:off x="3174" y="1175"/>
                  <a:ext cx="6" cy="0"/>
                </a:xfrm>
                <a:prstGeom prst="line">
                  <a:avLst/>
                </a:prstGeom>
                <a:noFill/>
                <a:ln w="12700">
                  <a:solidFill>
                    <a:srgbClr val="DADADA"/>
                  </a:solidFill>
                  <a:miter lim="800000"/>
                </a:ln>
                <a:effectLst>
                  <a:outerShdw algn="ctr">
                    <a:schemeClr val="tx1"/>
                  </a:outerShdw>
                </a:effectLst>
              </p:spPr>
            </p:cxnSp>
            <p:cxnSp>
              <p:nvCxnSpPr>
                <p:cNvPr id="57424" name=""/>
                <p:cNvCxnSpPr/>
                <p:nvPr/>
              </p:nvCxnSpPr>
              <p:spPr>
                <a:xfrm>
                  <a:off x="3200" y="1179"/>
                  <a:ext cx="44" cy="0"/>
                </a:xfrm>
                <a:prstGeom prst="line">
                  <a:avLst/>
                </a:prstGeom>
                <a:noFill/>
                <a:ln w="12700">
                  <a:solidFill>
                    <a:srgbClr val="DADADA"/>
                  </a:solidFill>
                  <a:miter lim="800000"/>
                </a:ln>
                <a:effectLst>
                  <a:outerShdw algn="ctr">
                    <a:schemeClr val="tx1"/>
                  </a:outerShdw>
                </a:effectLst>
              </p:spPr>
            </p:cxnSp>
            <p:cxnSp>
              <p:nvCxnSpPr>
                <p:cNvPr id="57425" name=""/>
                <p:cNvCxnSpPr/>
                <p:nvPr/>
              </p:nvCxnSpPr>
              <p:spPr>
                <a:xfrm>
                  <a:off x="3261" y="1171"/>
                  <a:ext cx="9" cy="0"/>
                </a:xfrm>
                <a:prstGeom prst="line">
                  <a:avLst/>
                </a:prstGeom>
                <a:noFill/>
                <a:ln w="12700">
                  <a:solidFill>
                    <a:srgbClr val="DADADA"/>
                  </a:solidFill>
                  <a:miter lim="800000"/>
                </a:ln>
                <a:effectLst>
                  <a:outerShdw algn="ctr">
                    <a:schemeClr val="tx1"/>
                  </a:outerShdw>
                </a:effectLst>
              </p:spPr>
            </p:cxnSp>
            <p:cxnSp>
              <p:nvCxnSpPr>
                <p:cNvPr id="57426" name=""/>
                <p:cNvCxnSpPr/>
                <p:nvPr/>
              </p:nvCxnSpPr>
              <p:spPr>
                <a:xfrm>
                  <a:off x="3263" y="1174"/>
                  <a:ext cx="7" cy="0"/>
                </a:xfrm>
                <a:prstGeom prst="line">
                  <a:avLst/>
                </a:prstGeom>
                <a:noFill/>
                <a:ln w="12700">
                  <a:solidFill>
                    <a:srgbClr val="DADADA"/>
                  </a:solidFill>
                  <a:miter lim="800000"/>
                </a:ln>
                <a:effectLst>
                  <a:outerShdw algn="ctr">
                    <a:schemeClr val="tx1"/>
                  </a:outerShdw>
                </a:effectLst>
              </p:spPr>
            </p:cxnSp>
            <p:cxnSp>
              <p:nvCxnSpPr>
                <p:cNvPr id="57427" name=""/>
                <p:cNvCxnSpPr/>
                <p:nvPr/>
              </p:nvCxnSpPr>
              <p:spPr>
                <a:xfrm>
                  <a:off x="3256" y="1177"/>
                  <a:ext cx="14" cy="0"/>
                </a:xfrm>
                <a:prstGeom prst="line">
                  <a:avLst/>
                </a:prstGeom>
                <a:noFill/>
                <a:ln w="12700">
                  <a:solidFill>
                    <a:srgbClr val="DADADA"/>
                  </a:solidFill>
                  <a:miter lim="800000"/>
                </a:ln>
                <a:effectLst>
                  <a:outerShdw algn="ctr">
                    <a:schemeClr val="tx1"/>
                  </a:outerShdw>
                </a:effectLst>
              </p:spPr>
            </p:cxnSp>
            <p:cxnSp>
              <p:nvCxnSpPr>
                <p:cNvPr id="57428" name=""/>
                <p:cNvCxnSpPr/>
                <p:nvPr/>
              </p:nvCxnSpPr>
              <p:spPr>
                <a:xfrm>
                  <a:off x="3306" y="1172"/>
                  <a:ext cx="18" cy="0"/>
                </a:xfrm>
                <a:prstGeom prst="line">
                  <a:avLst/>
                </a:prstGeom>
                <a:noFill/>
                <a:ln w="12700">
                  <a:solidFill>
                    <a:srgbClr val="DADADA"/>
                  </a:solidFill>
                  <a:miter lim="800000"/>
                </a:ln>
                <a:effectLst>
                  <a:outerShdw algn="ctr">
                    <a:schemeClr val="tx1"/>
                  </a:outerShdw>
                </a:effectLst>
              </p:spPr>
            </p:cxnSp>
            <p:cxnSp>
              <p:nvCxnSpPr>
                <p:cNvPr id="57429" name=""/>
                <p:cNvCxnSpPr/>
                <p:nvPr/>
              </p:nvCxnSpPr>
              <p:spPr>
                <a:xfrm>
                  <a:off x="3306" y="1177"/>
                  <a:ext cx="8" cy="0"/>
                </a:xfrm>
                <a:prstGeom prst="line">
                  <a:avLst/>
                </a:prstGeom>
                <a:noFill/>
                <a:ln w="12700">
                  <a:solidFill>
                    <a:srgbClr val="DADADA"/>
                  </a:solidFill>
                  <a:miter lim="800000"/>
                </a:ln>
                <a:effectLst>
                  <a:outerShdw algn="ctr">
                    <a:schemeClr val="tx1"/>
                  </a:outerShdw>
                </a:effectLst>
              </p:spPr>
            </p:cxnSp>
            <p:cxnSp>
              <p:nvCxnSpPr>
                <p:cNvPr id="57430" name=""/>
                <p:cNvCxnSpPr/>
                <p:nvPr/>
              </p:nvCxnSpPr>
              <p:spPr>
                <a:xfrm>
                  <a:off x="3306" y="1180"/>
                  <a:ext cx="15" cy="0"/>
                </a:xfrm>
                <a:prstGeom prst="line">
                  <a:avLst/>
                </a:prstGeom>
                <a:noFill/>
                <a:ln w="12700">
                  <a:solidFill>
                    <a:srgbClr val="DADADA"/>
                  </a:solidFill>
                  <a:miter lim="800000"/>
                </a:ln>
                <a:effectLst>
                  <a:outerShdw algn="ctr">
                    <a:schemeClr val="tx1"/>
                  </a:outerShdw>
                </a:effectLst>
              </p:spPr>
            </p:cxnSp>
            <p:cxnSp>
              <p:nvCxnSpPr>
                <p:cNvPr id="57431" name=""/>
                <p:cNvCxnSpPr/>
                <p:nvPr/>
              </p:nvCxnSpPr>
              <p:spPr>
                <a:xfrm>
                  <a:off x="3320" y="1175"/>
                  <a:ext cx="7" cy="0"/>
                </a:xfrm>
                <a:prstGeom prst="line">
                  <a:avLst/>
                </a:prstGeom>
                <a:noFill/>
                <a:ln w="12700">
                  <a:solidFill>
                    <a:srgbClr val="DADADA"/>
                  </a:solidFill>
                  <a:miter lim="800000"/>
                </a:ln>
                <a:effectLst>
                  <a:outerShdw algn="ctr">
                    <a:schemeClr val="tx1"/>
                  </a:outerShdw>
                </a:effectLst>
              </p:spPr>
            </p:cxnSp>
            <p:cxnSp>
              <p:nvCxnSpPr>
                <p:cNvPr id="57432" name=""/>
                <p:cNvCxnSpPr/>
                <p:nvPr/>
              </p:nvCxnSpPr>
              <p:spPr>
                <a:xfrm>
                  <a:off x="3322" y="1179"/>
                  <a:ext cx="6" cy="0"/>
                </a:xfrm>
                <a:prstGeom prst="line">
                  <a:avLst/>
                </a:prstGeom>
                <a:noFill/>
                <a:ln w="12700">
                  <a:solidFill>
                    <a:srgbClr val="DADADA"/>
                  </a:solidFill>
                  <a:miter lim="800000"/>
                </a:ln>
                <a:effectLst>
                  <a:outerShdw algn="ctr">
                    <a:schemeClr val="tx1"/>
                  </a:outerShdw>
                </a:effectLst>
              </p:spPr>
            </p:cxnSp>
            <p:sp>
              <p:nvSpPr>
                <p:cNvPr id="57433" name=""/>
                <p:cNvSpPr/>
                <p:nvPr/>
              </p:nvSpPr>
              <p:spPr>
                <a:xfrm>
                  <a:off x="3177" y="1165"/>
                  <a:ext cx="17" cy="17"/>
                </a:xfrm>
                <a:custGeom>
                  <a:pathLst>
                    <a:path w="17" h="17">
                      <a:moveTo>
                        <a:pt x="4" y="0"/>
                      </a:moveTo>
                      <a:lnTo>
                        <a:pt x="16" y="0"/>
                      </a:lnTo>
                      <a:lnTo>
                        <a:pt x="12"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7434" name=""/>
                <p:cNvSpPr/>
                <p:nvPr/>
              </p:nvSpPr>
              <p:spPr>
                <a:xfrm>
                  <a:off x="3221" y="1165"/>
                  <a:ext cx="24" cy="17"/>
                </a:xfrm>
                <a:custGeom>
                  <a:pathLst>
                    <a:path w="24" h="17">
                      <a:moveTo>
                        <a:pt x="0" y="0"/>
                      </a:moveTo>
                      <a:lnTo>
                        <a:pt x="23" y="0"/>
                      </a:lnTo>
                      <a:lnTo>
                        <a:pt x="23"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7435" name=""/>
                <p:cNvSpPr/>
                <p:nvPr/>
              </p:nvSpPr>
              <p:spPr>
                <a:xfrm>
                  <a:off x="3273" y="1165"/>
                  <a:ext cx="22" cy="17"/>
                </a:xfrm>
                <a:custGeom>
                  <a:pathLst>
                    <a:path w="22" h="17">
                      <a:moveTo>
                        <a:pt x="0" y="0"/>
                      </a:moveTo>
                      <a:lnTo>
                        <a:pt x="20" y="0"/>
                      </a:lnTo>
                      <a:lnTo>
                        <a:pt x="21"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7436" name=""/>
                <p:cNvCxnSpPr/>
                <p:nvPr/>
              </p:nvCxnSpPr>
              <p:spPr>
                <a:xfrm>
                  <a:off x="3188" y="1179"/>
                  <a:ext cx="12" cy="0"/>
                </a:xfrm>
                <a:prstGeom prst="line">
                  <a:avLst/>
                </a:prstGeom>
                <a:noFill/>
                <a:ln w="12700">
                  <a:solidFill>
                    <a:srgbClr val="919191"/>
                  </a:solidFill>
                  <a:miter lim="800000"/>
                </a:ln>
                <a:effectLst>
                  <a:outerShdw algn="ctr">
                    <a:schemeClr val="tx1"/>
                  </a:outerShdw>
                </a:effectLst>
              </p:spPr>
            </p:cxnSp>
            <p:cxnSp>
              <p:nvCxnSpPr>
                <p:cNvPr id="57437" name=""/>
                <p:cNvCxnSpPr/>
                <p:nvPr/>
              </p:nvCxnSpPr>
              <p:spPr>
                <a:xfrm>
                  <a:off x="3171" y="1179"/>
                  <a:ext cx="13" cy="0"/>
                </a:xfrm>
                <a:prstGeom prst="line">
                  <a:avLst/>
                </a:prstGeom>
                <a:noFill/>
                <a:ln w="12700">
                  <a:solidFill>
                    <a:srgbClr val="919191"/>
                  </a:solidFill>
                  <a:miter lim="800000"/>
                </a:ln>
                <a:effectLst>
                  <a:outerShdw algn="ctr">
                    <a:schemeClr val="tx1"/>
                  </a:outerShdw>
                </a:effectLst>
              </p:spPr>
            </p:cxnSp>
            <p:cxnSp>
              <p:nvCxnSpPr>
                <p:cNvPr id="57438" name=""/>
                <p:cNvCxnSpPr/>
                <p:nvPr/>
              </p:nvCxnSpPr>
              <p:spPr>
                <a:xfrm>
                  <a:off x="3245" y="1179"/>
                  <a:ext cx="9" cy="0"/>
                </a:xfrm>
                <a:prstGeom prst="line">
                  <a:avLst/>
                </a:prstGeom>
                <a:noFill/>
                <a:ln w="12700">
                  <a:solidFill>
                    <a:srgbClr val="919191"/>
                  </a:solidFill>
                  <a:miter lim="800000"/>
                </a:ln>
                <a:effectLst>
                  <a:outerShdw algn="ctr">
                    <a:schemeClr val="tx1"/>
                  </a:outerShdw>
                </a:effectLst>
              </p:spPr>
            </p:cxnSp>
            <p:cxnSp>
              <p:nvCxnSpPr>
                <p:cNvPr id="57439" name=""/>
                <p:cNvCxnSpPr/>
                <p:nvPr/>
              </p:nvCxnSpPr>
              <p:spPr>
                <a:xfrm>
                  <a:off x="3255" y="1180"/>
                  <a:ext cx="15" cy="0"/>
                </a:xfrm>
                <a:prstGeom prst="line">
                  <a:avLst/>
                </a:prstGeom>
                <a:noFill/>
                <a:ln w="12700">
                  <a:solidFill>
                    <a:srgbClr val="919191"/>
                  </a:solidFill>
                  <a:miter lim="800000"/>
                </a:ln>
                <a:effectLst>
                  <a:outerShdw algn="ctr">
                    <a:schemeClr val="tx1"/>
                  </a:outerShdw>
                </a:effectLst>
              </p:spPr>
            </p:cxnSp>
            <p:grpSp>
              <p:nvGrpSpPr>
                <p:cNvPr id="57440" name=""/>
                <p:cNvGrpSpPr/>
                <p:nvPr/>
              </p:nvGrpSpPr>
              <p:grpSpPr>
                <a:xfrm>
                  <a:off x="3273" y="1172"/>
                  <a:ext cx="25" cy="8"/>
                  <a:chOff x="3273" y="1172"/>
                  <a:chExt cx="25" cy="8"/>
                </a:xfrm>
              </p:grpSpPr>
              <p:cxnSp>
                <p:nvCxnSpPr>
                  <p:cNvPr id="57441" name=""/>
                  <p:cNvCxnSpPr/>
                  <p:nvPr/>
                </p:nvCxnSpPr>
                <p:spPr>
                  <a:xfrm>
                    <a:off x="3273" y="1172"/>
                    <a:ext cx="25" cy="0"/>
                  </a:xfrm>
                  <a:prstGeom prst="line">
                    <a:avLst/>
                  </a:prstGeom>
                  <a:noFill/>
                  <a:ln w="12700">
                    <a:solidFill>
                      <a:srgbClr val="919191"/>
                    </a:solidFill>
                    <a:miter lim="800000"/>
                  </a:ln>
                  <a:effectLst>
                    <a:outerShdw algn="ctr">
                      <a:schemeClr val="tx1"/>
                    </a:outerShdw>
                  </a:effectLst>
                </p:spPr>
              </p:cxnSp>
              <p:cxnSp>
                <p:nvCxnSpPr>
                  <p:cNvPr id="57442" name=""/>
                  <p:cNvCxnSpPr/>
                  <p:nvPr/>
                </p:nvCxnSpPr>
                <p:spPr>
                  <a:xfrm>
                    <a:off x="3277" y="1175"/>
                    <a:ext cx="21" cy="0"/>
                  </a:xfrm>
                  <a:prstGeom prst="line">
                    <a:avLst/>
                  </a:prstGeom>
                  <a:noFill/>
                  <a:ln w="12700">
                    <a:solidFill>
                      <a:srgbClr val="919191"/>
                    </a:solidFill>
                    <a:miter lim="800000"/>
                  </a:ln>
                  <a:effectLst>
                    <a:outerShdw algn="ctr">
                      <a:schemeClr val="tx1"/>
                    </a:outerShdw>
                  </a:effectLst>
                </p:spPr>
              </p:cxnSp>
              <p:cxnSp>
                <p:nvCxnSpPr>
                  <p:cNvPr id="57443" name=""/>
                  <p:cNvCxnSpPr/>
                  <p:nvPr/>
                </p:nvCxnSpPr>
                <p:spPr>
                  <a:xfrm>
                    <a:off x="3277" y="1180"/>
                    <a:ext cx="21" cy="0"/>
                  </a:xfrm>
                  <a:prstGeom prst="line">
                    <a:avLst/>
                  </a:prstGeom>
                  <a:noFill/>
                  <a:ln w="12700">
                    <a:solidFill>
                      <a:srgbClr val="919191"/>
                    </a:solidFill>
                    <a:miter lim="800000"/>
                  </a:ln>
                  <a:effectLst>
                    <a:outerShdw algn="ctr">
                      <a:schemeClr val="tx1"/>
                    </a:outerShdw>
                  </a:effectLst>
                </p:spPr>
              </p:cxnSp>
            </p:grpSp>
            <p:cxnSp>
              <p:nvCxnSpPr>
                <p:cNvPr id="57444" name=""/>
                <p:cNvCxnSpPr/>
                <p:nvPr/>
              </p:nvCxnSpPr>
              <p:spPr>
                <a:xfrm>
                  <a:off x="3306" y="1169"/>
                  <a:ext cx="18" cy="0"/>
                </a:xfrm>
                <a:prstGeom prst="line">
                  <a:avLst/>
                </a:prstGeom>
                <a:noFill/>
                <a:ln w="12700">
                  <a:solidFill>
                    <a:srgbClr val="919191"/>
                  </a:solidFill>
                  <a:miter lim="800000"/>
                </a:ln>
                <a:effectLst>
                  <a:outerShdw algn="ctr">
                    <a:schemeClr val="tx1"/>
                  </a:outerShdw>
                </a:effectLst>
              </p:spPr>
            </p:cxnSp>
            <p:sp>
              <p:nvSpPr>
                <p:cNvPr id="57445" name=""/>
                <p:cNvSpPr/>
                <p:nvPr/>
              </p:nvSpPr>
              <p:spPr>
                <a:xfrm>
                  <a:off x="3316" y="1137"/>
                  <a:ext cx="8" cy="8"/>
                </a:xfrm>
                <a:prstGeom prst="rect">
                  <a:avLst/>
                </a:prstGeom>
                <a:solidFill>
                  <a:srgbClr val="000000"/>
                </a:solidFill>
                <a:ln w="12700">
                  <a:solidFill>
                    <a:prstClr val="black"/>
                  </a:solidFill>
                  <a:miter lim="800000"/>
                </a:ln>
                <a:effectLst/>
              </p:spPr>
            </p:sp>
            <p:sp>
              <p:nvSpPr>
                <p:cNvPr id="57446" name=""/>
                <p:cNvSpPr/>
                <p:nvPr/>
              </p:nvSpPr>
              <p:spPr>
                <a:xfrm>
                  <a:off x="3218" y="1138"/>
                  <a:ext cx="90" cy="18"/>
                </a:xfrm>
                <a:prstGeom prst="rect">
                  <a:avLst/>
                </a:prstGeom>
                <a:solidFill>
                  <a:srgbClr val="C0C0C0"/>
                </a:solidFill>
                <a:ln w="12700">
                  <a:solidFill>
                    <a:srgbClr val="CECECE"/>
                  </a:solidFill>
                  <a:miter lim="800000"/>
                </a:ln>
                <a:effectLst>
                  <a:outerShdw algn="ctr">
                    <a:srgbClr val="000000"/>
                  </a:outerShdw>
                </a:effectLst>
              </p:spPr>
            </p:sp>
            <p:grpSp>
              <p:nvGrpSpPr>
                <p:cNvPr id="57447" name=""/>
                <p:cNvGrpSpPr/>
                <p:nvPr/>
              </p:nvGrpSpPr>
              <p:grpSpPr>
                <a:xfrm>
                  <a:off x="3310" y="1147"/>
                  <a:ext cx="8" cy="14"/>
                  <a:chOff x="3310" y="1147"/>
                  <a:chExt cx="8" cy="14"/>
                </a:xfrm>
              </p:grpSpPr>
              <p:sp>
                <p:nvSpPr>
                  <p:cNvPr id="57448" name=""/>
                  <p:cNvSpPr/>
                  <p:nvPr/>
                </p:nvSpPr>
                <p:spPr>
                  <a:xfrm>
                    <a:off x="3310" y="1147"/>
                    <a:ext cx="8" cy="8"/>
                  </a:xfrm>
                  <a:prstGeom prst="rect">
                    <a:avLst/>
                  </a:prstGeom>
                  <a:solidFill>
                    <a:srgbClr val="000000"/>
                  </a:solidFill>
                  <a:ln w="12700">
                    <a:solidFill>
                      <a:prstClr val="black"/>
                    </a:solidFill>
                    <a:miter lim="800000"/>
                  </a:ln>
                  <a:effectLst/>
                </p:spPr>
              </p:sp>
              <p:sp>
                <p:nvSpPr>
                  <p:cNvPr id="57449" name=""/>
                  <p:cNvSpPr/>
                  <p:nvPr/>
                </p:nvSpPr>
                <p:spPr>
                  <a:xfrm>
                    <a:off x="3310" y="1153"/>
                    <a:ext cx="8" cy="8"/>
                  </a:xfrm>
                  <a:prstGeom prst="rect">
                    <a:avLst/>
                  </a:prstGeom>
                  <a:solidFill>
                    <a:srgbClr val="000000"/>
                  </a:solidFill>
                  <a:ln w="12700">
                    <a:solidFill>
                      <a:prstClr val="black"/>
                    </a:solidFill>
                    <a:miter lim="800000"/>
                  </a:ln>
                  <a:effectLst/>
                </p:spPr>
              </p:sp>
            </p:grpSp>
            <p:sp>
              <p:nvSpPr>
                <p:cNvPr id="57450" name=""/>
                <p:cNvSpPr/>
                <p:nvPr/>
              </p:nvSpPr>
              <p:spPr>
                <a:xfrm>
                  <a:off x="3258" y="1138"/>
                  <a:ext cx="8" cy="8"/>
                </a:xfrm>
                <a:prstGeom prst="rect">
                  <a:avLst/>
                </a:prstGeom>
                <a:solidFill>
                  <a:srgbClr val="000000"/>
                </a:solidFill>
                <a:ln w="12700">
                  <a:solidFill>
                    <a:prstClr val="black"/>
                  </a:solidFill>
                  <a:miter lim="800000"/>
                </a:ln>
                <a:effectLst/>
              </p:spPr>
            </p:sp>
            <p:sp>
              <p:nvSpPr>
                <p:cNvPr id="57451" name=""/>
                <p:cNvSpPr/>
                <p:nvPr/>
              </p:nvSpPr>
              <p:spPr>
                <a:xfrm>
                  <a:off x="3258" y="1139"/>
                  <a:ext cx="8" cy="8"/>
                </a:xfrm>
                <a:prstGeom prst="rect">
                  <a:avLst/>
                </a:prstGeom>
                <a:solidFill>
                  <a:srgbClr val="000000"/>
                </a:solidFill>
                <a:ln w="12700">
                  <a:solidFill>
                    <a:prstClr val="black"/>
                  </a:solidFill>
                  <a:miter lim="800000"/>
                </a:ln>
                <a:effectLst/>
              </p:spPr>
            </p:sp>
            <p:sp>
              <p:nvSpPr>
                <p:cNvPr id="57452" name=""/>
                <p:cNvSpPr/>
                <p:nvPr/>
              </p:nvSpPr>
              <p:spPr>
                <a:xfrm>
                  <a:off x="3248" y="1139"/>
                  <a:ext cx="23" cy="8"/>
                </a:xfrm>
                <a:prstGeom prst="rect">
                  <a:avLst/>
                </a:prstGeom>
                <a:solidFill>
                  <a:srgbClr val="000000"/>
                </a:solidFill>
                <a:ln w="12700">
                  <a:solidFill>
                    <a:prstClr val="black"/>
                  </a:solidFill>
                  <a:miter lim="800000"/>
                </a:ln>
                <a:effectLst/>
              </p:spPr>
            </p:sp>
            <p:sp>
              <p:nvSpPr>
                <p:cNvPr id="57453" name=""/>
                <p:cNvSpPr/>
                <p:nvPr/>
              </p:nvSpPr>
              <p:spPr>
                <a:xfrm>
                  <a:off x="3252" y="1145"/>
                  <a:ext cx="8" cy="8"/>
                </a:xfrm>
                <a:prstGeom prst="rect">
                  <a:avLst/>
                </a:prstGeom>
                <a:solidFill>
                  <a:srgbClr val="000000"/>
                </a:solidFill>
                <a:ln w="12700">
                  <a:solidFill>
                    <a:prstClr val="black"/>
                  </a:solidFill>
                  <a:miter lim="800000"/>
                </a:ln>
                <a:effectLst/>
              </p:spPr>
            </p:sp>
            <p:sp>
              <p:nvSpPr>
                <p:cNvPr id="57454" name=""/>
                <p:cNvSpPr/>
                <p:nvPr/>
              </p:nvSpPr>
              <p:spPr>
                <a:xfrm>
                  <a:off x="3273" y="1145"/>
                  <a:ext cx="8" cy="8"/>
                </a:xfrm>
                <a:prstGeom prst="rect">
                  <a:avLst/>
                </a:prstGeom>
                <a:solidFill>
                  <a:srgbClr val="000000"/>
                </a:solidFill>
                <a:ln w="12700">
                  <a:solidFill>
                    <a:prstClr val="black"/>
                  </a:solidFill>
                  <a:miter lim="800000"/>
                </a:ln>
                <a:effectLst/>
              </p:spPr>
            </p:sp>
            <p:sp>
              <p:nvSpPr>
                <p:cNvPr id="57455" name=""/>
                <p:cNvSpPr/>
                <p:nvPr/>
              </p:nvSpPr>
              <p:spPr>
                <a:xfrm>
                  <a:off x="3310" y="1138"/>
                  <a:ext cx="8" cy="8"/>
                </a:xfrm>
                <a:prstGeom prst="rect">
                  <a:avLst/>
                </a:prstGeom>
                <a:solidFill>
                  <a:srgbClr val="000000"/>
                </a:solidFill>
                <a:ln w="12700">
                  <a:solidFill>
                    <a:prstClr val="black"/>
                  </a:solidFill>
                  <a:miter lim="800000"/>
                </a:ln>
                <a:effectLst/>
              </p:spPr>
            </p:sp>
            <p:cxnSp>
              <p:nvCxnSpPr>
                <p:cNvPr id="57456" name=""/>
                <p:cNvCxnSpPr/>
                <p:nvPr/>
              </p:nvCxnSpPr>
              <p:spPr>
                <a:xfrm flipH="1">
                  <a:off x="3234" y="1135"/>
                  <a:ext cx="0" cy="25"/>
                </a:xfrm>
                <a:prstGeom prst="line">
                  <a:avLst/>
                </a:prstGeom>
                <a:noFill/>
                <a:ln w="12700">
                  <a:solidFill>
                    <a:srgbClr val="474747"/>
                  </a:solidFill>
                  <a:miter lim="800000"/>
                </a:ln>
                <a:effectLst/>
              </p:spPr>
            </p:cxnSp>
            <p:cxnSp>
              <p:nvCxnSpPr>
                <p:cNvPr id="57457" name=""/>
                <p:cNvCxnSpPr/>
                <p:nvPr/>
              </p:nvCxnSpPr>
              <p:spPr>
                <a:xfrm flipH="1">
                  <a:off x="3275" y="1135"/>
                  <a:ext cx="0" cy="25"/>
                </a:xfrm>
                <a:prstGeom prst="line">
                  <a:avLst/>
                </a:prstGeom>
                <a:noFill/>
                <a:ln w="12700">
                  <a:solidFill>
                    <a:srgbClr val="474747"/>
                  </a:solidFill>
                  <a:miter lim="800000"/>
                </a:ln>
                <a:effectLst/>
              </p:spPr>
            </p:cxnSp>
            <p:cxnSp>
              <p:nvCxnSpPr>
                <p:cNvPr id="57458" name=""/>
                <p:cNvCxnSpPr/>
                <p:nvPr/>
              </p:nvCxnSpPr>
              <p:spPr>
                <a:xfrm flipH="1">
                  <a:off x="3177" y="1135"/>
                  <a:ext cx="37" cy="0"/>
                </a:xfrm>
                <a:prstGeom prst="line">
                  <a:avLst/>
                </a:prstGeom>
                <a:noFill/>
                <a:ln w="12700">
                  <a:solidFill>
                    <a:srgbClr val="474747"/>
                  </a:solidFill>
                  <a:miter lim="800000"/>
                </a:ln>
                <a:effectLst/>
              </p:spPr>
            </p:cxnSp>
            <p:cxnSp>
              <p:nvCxnSpPr>
                <p:cNvPr id="57459" name=""/>
                <p:cNvCxnSpPr/>
                <p:nvPr/>
              </p:nvCxnSpPr>
              <p:spPr>
                <a:xfrm flipH="1">
                  <a:off x="3181" y="1135"/>
                  <a:ext cx="37" cy="0"/>
                </a:xfrm>
                <a:prstGeom prst="line">
                  <a:avLst/>
                </a:prstGeom>
                <a:noFill/>
                <a:ln w="12700">
                  <a:solidFill>
                    <a:srgbClr val="474747"/>
                  </a:solidFill>
                  <a:miter lim="800000"/>
                </a:ln>
                <a:effectLst/>
              </p:spPr>
            </p:cxnSp>
            <p:cxnSp>
              <p:nvCxnSpPr>
                <p:cNvPr id="57460" name=""/>
                <p:cNvCxnSpPr/>
                <p:nvPr/>
              </p:nvCxnSpPr>
              <p:spPr>
                <a:xfrm flipH="1">
                  <a:off x="3181" y="1142"/>
                  <a:ext cx="37" cy="0"/>
                </a:xfrm>
                <a:prstGeom prst="line">
                  <a:avLst/>
                </a:prstGeom>
                <a:noFill/>
                <a:ln w="12700">
                  <a:solidFill>
                    <a:srgbClr val="474747"/>
                  </a:solidFill>
                  <a:miter lim="800000"/>
                </a:ln>
                <a:effectLst/>
              </p:spPr>
            </p:cxnSp>
            <p:cxnSp>
              <p:nvCxnSpPr>
                <p:cNvPr id="57461" name=""/>
                <p:cNvCxnSpPr/>
                <p:nvPr/>
              </p:nvCxnSpPr>
              <p:spPr>
                <a:xfrm flipH="1">
                  <a:off x="3181" y="1146"/>
                  <a:ext cx="37" cy="0"/>
                </a:xfrm>
                <a:prstGeom prst="line">
                  <a:avLst/>
                </a:prstGeom>
                <a:noFill/>
                <a:ln w="12700">
                  <a:solidFill>
                    <a:srgbClr val="474747"/>
                  </a:solidFill>
                  <a:miter lim="800000"/>
                </a:ln>
                <a:effectLst/>
              </p:spPr>
            </p:cxnSp>
            <p:cxnSp>
              <p:nvCxnSpPr>
                <p:cNvPr id="57462" name=""/>
                <p:cNvCxnSpPr/>
                <p:nvPr/>
              </p:nvCxnSpPr>
              <p:spPr>
                <a:xfrm flipH="1">
                  <a:off x="3181" y="1153"/>
                  <a:ext cx="37" cy="0"/>
                </a:xfrm>
                <a:prstGeom prst="line">
                  <a:avLst/>
                </a:prstGeom>
                <a:noFill/>
                <a:ln w="12700">
                  <a:solidFill>
                    <a:srgbClr val="474747"/>
                  </a:solidFill>
                  <a:miter lim="800000"/>
                </a:ln>
                <a:effectLst/>
              </p:spPr>
            </p:cxnSp>
            <p:cxnSp>
              <p:nvCxnSpPr>
                <p:cNvPr id="57463" name=""/>
                <p:cNvCxnSpPr/>
                <p:nvPr/>
              </p:nvCxnSpPr>
              <p:spPr>
                <a:xfrm flipH="1">
                  <a:off x="3181" y="1156"/>
                  <a:ext cx="37" cy="0"/>
                </a:xfrm>
                <a:prstGeom prst="line">
                  <a:avLst/>
                </a:prstGeom>
                <a:noFill/>
                <a:ln w="12700">
                  <a:solidFill>
                    <a:srgbClr val="474747"/>
                  </a:solidFill>
                  <a:miter lim="800000"/>
                </a:ln>
                <a:effectLst/>
              </p:spPr>
            </p:cxnSp>
            <p:cxnSp>
              <p:nvCxnSpPr>
                <p:cNvPr id="57464" name=""/>
                <p:cNvCxnSpPr/>
                <p:nvPr/>
              </p:nvCxnSpPr>
              <p:spPr>
                <a:xfrm>
                  <a:off x="3181" y="1162"/>
                  <a:ext cx="139" cy="0"/>
                </a:xfrm>
                <a:prstGeom prst="line">
                  <a:avLst/>
                </a:prstGeom>
                <a:noFill/>
                <a:ln w="12700">
                  <a:solidFill>
                    <a:srgbClr val="474747"/>
                  </a:solidFill>
                  <a:miter lim="800000"/>
                </a:ln>
                <a:effectLst/>
              </p:spPr>
            </p:cxnSp>
            <p:cxnSp>
              <p:nvCxnSpPr>
                <p:cNvPr id="57465" name=""/>
                <p:cNvCxnSpPr/>
                <p:nvPr/>
              </p:nvCxnSpPr>
              <p:spPr>
                <a:xfrm>
                  <a:off x="3218" y="1144"/>
                  <a:ext cx="95" cy="0"/>
                </a:xfrm>
                <a:prstGeom prst="line">
                  <a:avLst/>
                </a:prstGeom>
                <a:noFill/>
                <a:ln w="12700">
                  <a:solidFill>
                    <a:srgbClr val="474747"/>
                  </a:solidFill>
                  <a:miter lim="800000"/>
                </a:ln>
                <a:effectLst/>
              </p:spPr>
            </p:cxnSp>
            <p:sp>
              <p:nvSpPr>
                <p:cNvPr id="57466" name=""/>
                <p:cNvSpPr/>
                <p:nvPr/>
              </p:nvSpPr>
              <p:spPr>
                <a:xfrm>
                  <a:off x="3292" y="1148"/>
                  <a:ext cx="8" cy="8"/>
                </a:xfrm>
                <a:prstGeom prst="rect">
                  <a:avLst/>
                </a:prstGeom>
                <a:solidFill>
                  <a:srgbClr val="000000"/>
                </a:solidFill>
                <a:ln w="12700">
                  <a:solidFill>
                    <a:prstClr val="black"/>
                  </a:solidFill>
                  <a:miter lim="800000"/>
                </a:ln>
                <a:effectLst/>
              </p:spPr>
            </p:sp>
            <p:sp>
              <p:nvSpPr>
                <p:cNvPr id="57467" name=""/>
                <p:cNvSpPr/>
                <p:nvPr/>
              </p:nvSpPr>
              <p:spPr>
                <a:xfrm>
                  <a:off x="3204" y="1126"/>
                  <a:ext cx="79" cy="8"/>
                </a:xfrm>
                <a:prstGeom prst="rect">
                  <a:avLst/>
                </a:prstGeom>
                <a:solidFill>
                  <a:srgbClr val="CECECE"/>
                </a:solidFill>
                <a:ln w="12700">
                  <a:solidFill>
                    <a:srgbClr val="CECECE"/>
                  </a:solidFill>
                  <a:miter lim="800000"/>
                </a:ln>
                <a:effectLst/>
              </p:spPr>
            </p:sp>
            <p:sp>
              <p:nvSpPr>
                <p:cNvPr id="57468" name=""/>
                <p:cNvSpPr/>
                <p:nvPr/>
              </p:nvSpPr>
              <p:spPr>
                <a:xfrm>
                  <a:off x="3200" y="1107"/>
                  <a:ext cx="87" cy="16"/>
                </a:xfrm>
                <a:prstGeom prst="rect">
                  <a:avLst/>
                </a:prstGeom>
                <a:solidFill>
                  <a:srgbClr val="CECECE"/>
                </a:solidFill>
                <a:ln>
                  <a:noFill/>
                  <a:miter lim="800000"/>
                </a:ln>
                <a:effectLst>
                  <a:outerShdw dist="17961" dir="2700000" algn="ctr">
                    <a:srgbClr val="000000"/>
                  </a:outerShdw>
                </a:effectLst>
              </p:spPr>
            </p:sp>
          </p:grpSp>
        </p:grpSp>
        <p:grpSp>
          <p:nvGrpSpPr>
            <p:cNvPr id="57469" name=""/>
            <p:cNvGrpSpPr/>
            <p:nvPr/>
          </p:nvGrpSpPr>
          <p:grpSpPr>
            <a:xfrm>
              <a:off x="3838" y="2944"/>
              <a:ext cx="270" cy="112"/>
              <a:chOff x="3838" y="2944"/>
              <a:chExt cx="270" cy="112"/>
            </a:xfrm>
          </p:grpSpPr>
          <p:sp>
            <p:nvSpPr>
              <p:cNvPr id="57470" name=""/>
              <p:cNvSpPr/>
              <p:nvPr/>
            </p:nvSpPr>
            <p:spPr>
              <a:xfrm>
                <a:off x="3838" y="2944"/>
                <a:ext cx="51" cy="74"/>
              </a:xfrm>
              <a:custGeom>
                <a:pathLst>
                  <a:path w="51" h="74">
                    <a:moveTo>
                      <a:pt x="47" y="73"/>
                    </a:moveTo>
                    <a:lnTo>
                      <a:pt x="46" y="73"/>
                    </a:lnTo>
                    <a:lnTo>
                      <a:pt x="45" y="73"/>
                    </a:lnTo>
                    <a:lnTo>
                      <a:pt x="44" y="73"/>
                    </a:lnTo>
                    <a:lnTo>
                      <a:pt x="44" y="73"/>
                    </a:lnTo>
                    <a:lnTo>
                      <a:pt x="43" y="73"/>
                    </a:lnTo>
                    <a:lnTo>
                      <a:pt x="42" y="73"/>
                    </a:lnTo>
                    <a:lnTo>
                      <a:pt x="41" y="73"/>
                    </a:lnTo>
                    <a:lnTo>
                      <a:pt x="40" y="73"/>
                    </a:lnTo>
                    <a:lnTo>
                      <a:pt x="40" y="73"/>
                    </a:lnTo>
                    <a:lnTo>
                      <a:pt x="39" y="73"/>
                    </a:lnTo>
                    <a:lnTo>
                      <a:pt x="38" y="73"/>
                    </a:lnTo>
                    <a:lnTo>
                      <a:pt x="37" y="73"/>
                    </a:lnTo>
                    <a:lnTo>
                      <a:pt x="37" y="73"/>
                    </a:lnTo>
                    <a:lnTo>
                      <a:pt x="36" y="73"/>
                    </a:lnTo>
                    <a:lnTo>
                      <a:pt x="35" y="73"/>
                    </a:lnTo>
                    <a:lnTo>
                      <a:pt x="34" y="73"/>
                    </a:lnTo>
                    <a:lnTo>
                      <a:pt x="34" y="73"/>
                    </a:lnTo>
                    <a:lnTo>
                      <a:pt x="33" y="73"/>
                    </a:lnTo>
                    <a:lnTo>
                      <a:pt x="32" y="73"/>
                    </a:lnTo>
                    <a:lnTo>
                      <a:pt x="31" y="73"/>
                    </a:lnTo>
                    <a:lnTo>
                      <a:pt x="30" y="73"/>
                    </a:lnTo>
                    <a:lnTo>
                      <a:pt x="29" y="73"/>
                    </a:lnTo>
                    <a:lnTo>
                      <a:pt x="29" y="73"/>
                    </a:lnTo>
                    <a:lnTo>
                      <a:pt x="27" y="73"/>
                    </a:lnTo>
                    <a:lnTo>
                      <a:pt x="27" y="73"/>
                    </a:lnTo>
                    <a:lnTo>
                      <a:pt x="26" y="73"/>
                    </a:lnTo>
                    <a:lnTo>
                      <a:pt x="25" y="73"/>
                    </a:lnTo>
                    <a:lnTo>
                      <a:pt x="25" y="73"/>
                    </a:lnTo>
                    <a:lnTo>
                      <a:pt x="24" y="73"/>
                    </a:lnTo>
                    <a:lnTo>
                      <a:pt x="24" y="73"/>
                    </a:lnTo>
                    <a:lnTo>
                      <a:pt x="23" y="73"/>
                    </a:lnTo>
                    <a:lnTo>
                      <a:pt x="22" y="73"/>
                    </a:lnTo>
                    <a:lnTo>
                      <a:pt x="21" y="73"/>
                    </a:lnTo>
                    <a:lnTo>
                      <a:pt x="20" y="73"/>
                    </a:lnTo>
                    <a:lnTo>
                      <a:pt x="19" y="73"/>
                    </a:lnTo>
                    <a:lnTo>
                      <a:pt x="19" y="73"/>
                    </a:lnTo>
                    <a:lnTo>
                      <a:pt x="18" y="73"/>
                    </a:lnTo>
                    <a:lnTo>
                      <a:pt x="17" y="73"/>
                    </a:lnTo>
                    <a:lnTo>
                      <a:pt x="16" y="73"/>
                    </a:lnTo>
                    <a:lnTo>
                      <a:pt x="15" y="73"/>
                    </a:lnTo>
                    <a:lnTo>
                      <a:pt x="14" y="73"/>
                    </a:lnTo>
                    <a:lnTo>
                      <a:pt x="14" y="73"/>
                    </a:lnTo>
                    <a:lnTo>
                      <a:pt x="12" y="73"/>
                    </a:lnTo>
                    <a:lnTo>
                      <a:pt x="12" y="73"/>
                    </a:lnTo>
                    <a:lnTo>
                      <a:pt x="12" y="73"/>
                    </a:lnTo>
                    <a:lnTo>
                      <a:pt x="11" y="73"/>
                    </a:lnTo>
                    <a:lnTo>
                      <a:pt x="10" y="73"/>
                    </a:lnTo>
                    <a:lnTo>
                      <a:pt x="9" y="73"/>
                    </a:lnTo>
                    <a:lnTo>
                      <a:pt x="8" y="73"/>
                    </a:lnTo>
                    <a:lnTo>
                      <a:pt x="8" y="73"/>
                    </a:lnTo>
                    <a:lnTo>
                      <a:pt x="7" y="73"/>
                    </a:lnTo>
                    <a:lnTo>
                      <a:pt x="6" y="73"/>
                    </a:lnTo>
                    <a:lnTo>
                      <a:pt x="5" y="73"/>
                    </a:lnTo>
                    <a:lnTo>
                      <a:pt x="4" y="73"/>
                    </a:lnTo>
                    <a:lnTo>
                      <a:pt x="4" y="73"/>
                    </a:lnTo>
                    <a:lnTo>
                      <a:pt x="2" y="73"/>
                    </a:lnTo>
                    <a:lnTo>
                      <a:pt x="2" y="73"/>
                    </a:lnTo>
                    <a:lnTo>
                      <a:pt x="1" y="73"/>
                    </a:lnTo>
                    <a:lnTo>
                      <a:pt x="0" y="73"/>
                    </a:lnTo>
                    <a:lnTo>
                      <a:pt x="0" y="73"/>
                    </a:lnTo>
                    <a:lnTo>
                      <a:pt x="0" y="73"/>
                    </a:lnTo>
                    <a:lnTo>
                      <a:pt x="0" y="72"/>
                    </a:lnTo>
                    <a:lnTo>
                      <a:pt x="0" y="72"/>
                    </a:lnTo>
                    <a:lnTo>
                      <a:pt x="0" y="71"/>
                    </a:lnTo>
                    <a:lnTo>
                      <a:pt x="0" y="71"/>
                    </a:lnTo>
                    <a:lnTo>
                      <a:pt x="0" y="70"/>
                    </a:lnTo>
                    <a:lnTo>
                      <a:pt x="0" y="70"/>
                    </a:lnTo>
                    <a:lnTo>
                      <a:pt x="0" y="69"/>
                    </a:lnTo>
                    <a:lnTo>
                      <a:pt x="1" y="68"/>
                    </a:lnTo>
                    <a:lnTo>
                      <a:pt x="1" y="68"/>
                    </a:lnTo>
                    <a:lnTo>
                      <a:pt x="2" y="67"/>
                    </a:lnTo>
                    <a:lnTo>
                      <a:pt x="2" y="67"/>
                    </a:lnTo>
                    <a:lnTo>
                      <a:pt x="2" y="66"/>
                    </a:lnTo>
                    <a:lnTo>
                      <a:pt x="3" y="65"/>
                    </a:lnTo>
                    <a:lnTo>
                      <a:pt x="4" y="64"/>
                    </a:lnTo>
                    <a:lnTo>
                      <a:pt x="4" y="64"/>
                    </a:lnTo>
                    <a:lnTo>
                      <a:pt x="4" y="63"/>
                    </a:lnTo>
                    <a:lnTo>
                      <a:pt x="5" y="63"/>
                    </a:lnTo>
                    <a:lnTo>
                      <a:pt x="5" y="63"/>
                    </a:lnTo>
                    <a:lnTo>
                      <a:pt x="5" y="62"/>
                    </a:lnTo>
                    <a:lnTo>
                      <a:pt x="6" y="62"/>
                    </a:lnTo>
                    <a:lnTo>
                      <a:pt x="6" y="61"/>
                    </a:lnTo>
                    <a:lnTo>
                      <a:pt x="7" y="61"/>
                    </a:lnTo>
                    <a:lnTo>
                      <a:pt x="7" y="60"/>
                    </a:lnTo>
                    <a:lnTo>
                      <a:pt x="8" y="59"/>
                    </a:lnTo>
                    <a:lnTo>
                      <a:pt x="8" y="58"/>
                    </a:lnTo>
                    <a:lnTo>
                      <a:pt x="9" y="58"/>
                    </a:lnTo>
                    <a:lnTo>
                      <a:pt x="9" y="57"/>
                    </a:lnTo>
                    <a:lnTo>
                      <a:pt x="9" y="57"/>
                    </a:lnTo>
                    <a:lnTo>
                      <a:pt x="10" y="56"/>
                    </a:lnTo>
                    <a:lnTo>
                      <a:pt x="10" y="55"/>
                    </a:lnTo>
                    <a:lnTo>
                      <a:pt x="11" y="55"/>
                    </a:lnTo>
                    <a:lnTo>
                      <a:pt x="11" y="54"/>
                    </a:lnTo>
                    <a:lnTo>
                      <a:pt x="12" y="54"/>
                    </a:lnTo>
                    <a:lnTo>
                      <a:pt x="12" y="54"/>
                    </a:lnTo>
                    <a:lnTo>
                      <a:pt x="12" y="53"/>
                    </a:lnTo>
                    <a:lnTo>
                      <a:pt x="12" y="52"/>
                    </a:lnTo>
                    <a:lnTo>
                      <a:pt x="12" y="52"/>
                    </a:lnTo>
                    <a:lnTo>
                      <a:pt x="13" y="51"/>
                    </a:lnTo>
                    <a:lnTo>
                      <a:pt x="14" y="51"/>
                    </a:lnTo>
                    <a:lnTo>
                      <a:pt x="14" y="50"/>
                    </a:lnTo>
                    <a:lnTo>
                      <a:pt x="14" y="49"/>
                    </a:lnTo>
                    <a:lnTo>
                      <a:pt x="15" y="49"/>
                    </a:lnTo>
                    <a:lnTo>
                      <a:pt x="15" y="48"/>
                    </a:lnTo>
                    <a:lnTo>
                      <a:pt x="16" y="48"/>
                    </a:lnTo>
                    <a:lnTo>
                      <a:pt x="16" y="47"/>
                    </a:lnTo>
                    <a:lnTo>
                      <a:pt x="16" y="46"/>
                    </a:lnTo>
                    <a:lnTo>
                      <a:pt x="17" y="46"/>
                    </a:lnTo>
                    <a:lnTo>
                      <a:pt x="18" y="45"/>
                    </a:lnTo>
                    <a:lnTo>
                      <a:pt x="18" y="45"/>
                    </a:lnTo>
                    <a:lnTo>
                      <a:pt x="18" y="45"/>
                    </a:lnTo>
                    <a:lnTo>
                      <a:pt x="19" y="44"/>
                    </a:lnTo>
                    <a:lnTo>
                      <a:pt x="19" y="44"/>
                    </a:lnTo>
                    <a:lnTo>
                      <a:pt x="19" y="43"/>
                    </a:lnTo>
                    <a:lnTo>
                      <a:pt x="20" y="42"/>
                    </a:lnTo>
                    <a:lnTo>
                      <a:pt x="20" y="42"/>
                    </a:lnTo>
                    <a:lnTo>
                      <a:pt x="21" y="41"/>
                    </a:lnTo>
                    <a:lnTo>
                      <a:pt x="21" y="40"/>
                    </a:lnTo>
                    <a:lnTo>
                      <a:pt x="22" y="40"/>
                    </a:lnTo>
                    <a:lnTo>
                      <a:pt x="22" y="39"/>
                    </a:lnTo>
                    <a:lnTo>
                      <a:pt x="23" y="38"/>
                    </a:lnTo>
                    <a:lnTo>
                      <a:pt x="23" y="38"/>
                    </a:lnTo>
                    <a:lnTo>
                      <a:pt x="23" y="37"/>
                    </a:lnTo>
                    <a:lnTo>
                      <a:pt x="24" y="37"/>
                    </a:lnTo>
                    <a:lnTo>
                      <a:pt x="24" y="36"/>
                    </a:lnTo>
                    <a:lnTo>
                      <a:pt x="24" y="36"/>
                    </a:lnTo>
                    <a:lnTo>
                      <a:pt x="23" y="36"/>
                    </a:lnTo>
                    <a:lnTo>
                      <a:pt x="23" y="35"/>
                    </a:lnTo>
                    <a:lnTo>
                      <a:pt x="23" y="34"/>
                    </a:lnTo>
                    <a:lnTo>
                      <a:pt x="22" y="34"/>
                    </a:lnTo>
                    <a:lnTo>
                      <a:pt x="22" y="33"/>
                    </a:lnTo>
                    <a:lnTo>
                      <a:pt x="21" y="32"/>
                    </a:lnTo>
                    <a:lnTo>
                      <a:pt x="21" y="32"/>
                    </a:lnTo>
                    <a:lnTo>
                      <a:pt x="20" y="31"/>
                    </a:lnTo>
                    <a:lnTo>
                      <a:pt x="20" y="31"/>
                    </a:lnTo>
                    <a:lnTo>
                      <a:pt x="19" y="30"/>
                    </a:lnTo>
                    <a:lnTo>
                      <a:pt x="19" y="29"/>
                    </a:lnTo>
                    <a:lnTo>
                      <a:pt x="19" y="28"/>
                    </a:lnTo>
                    <a:lnTo>
                      <a:pt x="18" y="28"/>
                    </a:lnTo>
                    <a:lnTo>
                      <a:pt x="18" y="27"/>
                    </a:lnTo>
                    <a:lnTo>
                      <a:pt x="18" y="27"/>
                    </a:lnTo>
                    <a:lnTo>
                      <a:pt x="17" y="27"/>
                    </a:lnTo>
                    <a:lnTo>
                      <a:pt x="16" y="26"/>
                    </a:lnTo>
                    <a:lnTo>
                      <a:pt x="16" y="26"/>
                    </a:lnTo>
                    <a:lnTo>
                      <a:pt x="16" y="25"/>
                    </a:lnTo>
                    <a:lnTo>
                      <a:pt x="15" y="24"/>
                    </a:lnTo>
                    <a:lnTo>
                      <a:pt x="15" y="23"/>
                    </a:lnTo>
                    <a:lnTo>
                      <a:pt x="14" y="23"/>
                    </a:lnTo>
                    <a:lnTo>
                      <a:pt x="14" y="22"/>
                    </a:lnTo>
                    <a:lnTo>
                      <a:pt x="14" y="22"/>
                    </a:lnTo>
                    <a:lnTo>
                      <a:pt x="13" y="21"/>
                    </a:lnTo>
                    <a:lnTo>
                      <a:pt x="12" y="20"/>
                    </a:lnTo>
                    <a:lnTo>
                      <a:pt x="12" y="20"/>
                    </a:lnTo>
                    <a:lnTo>
                      <a:pt x="12" y="19"/>
                    </a:lnTo>
                    <a:lnTo>
                      <a:pt x="12" y="18"/>
                    </a:lnTo>
                    <a:lnTo>
                      <a:pt x="12" y="18"/>
                    </a:lnTo>
                    <a:lnTo>
                      <a:pt x="12" y="18"/>
                    </a:lnTo>
                    <a:lnTo>
                      <a:pt x="11" y="17"/>
                    </a:lnTo>
                    <a:lnTo>
                      <a:pt x="10" y="17"/>
                    </a:lnTo>
                    <a:lnTo>
                      <a:pt x="10" y="16"/>
                    </a:lnTo>
                    <a:lnTo>
                      <a:pt x="9" y="15"/>
                    </a:lnTo>
                    <a:lnTo>
                      <a:pt x="9" y="15"/>
                    </a:lnTo>
                    <a:lnTo>
                      <a:pt x="9" y="14"/>
                    </a:lnTo>
                    <a:lnTo>
                      <a:pt x="8" y="14"/>
                    </a:lnTo>
                    <a:lnTo>
                      <a:pt x="8" y="13"/>
                    </a:lnTo>
                    <a:lnTo>
                      <a:pt x="8" y="12"/>
                    </a:lnTo>
                    <a:lnTo>
                      <a:pt x="7" y="11"/>
                    </a:lnTo>
                    <a:lnTo>
                      <a:pt x="6" y="11"/>
                    </a:lnTo>
                    <a:lnTo>
                      <a:pt x="6" y="10"/>
                    </a:lnTo>
                    <a:lnTo>
                      <a:pt x="5" y="10"/>
                    </a:lnTo>
                    <a:lnTo>
                      <a:pt x="5" y="9"/>
                    </a:lnTo>
                    <a:lnTo>
                      <a:pt x="5" y="9"/>
                    </a:lnTo>
                    <a:lnTo>
                      <a:pt x="4" y="9"/>
                    </a:lnTo>
                    <a:lnTo>
                      <a:pt x="4" y="8"/>
                    </a:lnTo>
                    <a:lnTo>
                      <a:pt x="4" y="7"/>
                    </a:lnTo>
                    <a:lnTo>
                      <a:pt x="3" y="7"/>
                    </a:lnTo>
                    <a:lnTo>
                      <a:pt x="2" y="6"/>
                    </a:lnTo>
                    <a:lnTo>
                      <a:pt x="2" y="5"/>
                    </a:lnTo>
                    <a:lnTo>
                      <a:pt x="2" y="5"/>
                    </a:lnTo>
                    <a:lnTo>
                      <a:pt x="1" y="4"/>
                    </a:lnTo>
                    <a:lnTo>
                      <a:pt x="1" y="3"/>
                    </a:lnTo>
                    <a:lnTo>
                      <a:pt x="0" y="3"/>
                    </a:lnTo>
                    <a:lnTo>
                      <a:pt x="0" y="2"/>
                    </a:lnTo>
                    <a:lnTo>
                      <a:pt x="0" y="2"/>
                    </a:lnTo>
                    <a:lnTo>
                      <a:pt x="0" y="1"/>
                    </a:lnTo>
                    <a:lnTo>
                      <a:pt x="0" y="1"/>
                    </a:lnTo>
                    <a:lnTo>
                      <a:pt x="0" y="0"/>
                    </a:lnTo>
                    <a:lnTo>
                      <a:pt x="0" y="0"/>
                    </a:lnTo>
                    <a:lnTo>
                      <a:pt x="0" y="0"/>
                    </a:lnTo>
                    <a:lnTo>
                      <a:pt x="0" y="0"/>
                    </a:lnTo>
                    <a:lnTo>
                      <a:pt x="0" y="0"/>
                    </a:lnTo>
                    <a:lnTo>
                      <a:pt x="1" y="0"/>
                    </a:lnTo>
                    <a:lnTo>
                      <a:pt x="1" y="0"/>
                    </a:lnTo>
                    <a:lnTo>
                      <a:pt x="2" y="0"/>
                    </a:lnTo>
                    <a:lnTo>
                      <a:pt x="3" y="0"/>
                    </a:lnTo>
                    <a:lnTo>
                      <a:pt x="4" y="0"/>
                    </a:lnTo>
                    <a:lnTo>
                      <a:pt x="5" y="0"/>
                    </a:lnTo>
                    <a:lnTo>
                      <a:pt x="5" y="0"/>
                    </a:lnTo>
                    <a:lnTo>
                      <a:pt x="6" y="0"/>
                    </a:lnTo>
                    <a:lnTo>
                      <a:pt x="7" y="0"/>
                    </a:lnTo>
                    <a:lnTo>
                      <a:pt x="8" y="0"/>
                    </a:lnTo>
                    <a:lnTo>
                      <a:pt x="9" y="0"/>
                    </a:lnTo>
                    <a:lnTo>
                      <a:pt x="10" y="0"/>
                    </a:lnTo>
                    <a:lnTo>
                      <a:pt x="10" y="0"/>
                    </a:lnTo>
                    <a:lnTo>
                      <a:pt x="12" y="0"/>
                    </a:lnTo>
                    <a:lnTo>
                      <a:pt x="12" y="0"/>
                    </a:lnTo>
                    <a:lnTo>
                      <a:pt x="12" y="0"/>
                    </a:lnTo>
                    <a:lnTo>
                      <a:pt x="13" y="0"/>
                    </a:lnTo>
                    <a:lnTo>
                      <a:pt x="14" y="0"/>
                    </a:lnTo>
                    <a:lnTo>
                      <a:pt x="15" y="0"/>
                    </a:lnTo>
                    <a:lnTo>
                      <a:pt x="15" y="0"/>
                    </a:lnTo>
                    <a:lnTo>
                      <a:pt x="16" y="0"/>
                    </a:lnTo>
                    <a:lnTo>
                      <a:pt x="17" y="0"/>
                    </a:lnTo>
                    <a:lnTo>
                      <a:pt x="18" y="0"/>
                    </a:lnTo>
                    <a:lnTo>
                      <a:pt x="19" y="0"/>
                    </a:lnTo>
                    <a:lnTo>
                      <a:pt x="20" y="0"/>
                    </a:lnTo>
                    <a:lnTo>
                      <a:pt x="20" y="0"/>
                    </a:lnTo>
                    <a:lnTo>
                      <a:pt x="21" y="0"/>
                    </a:lnTo>
                    <a:lnTo>
                      <a:pt x="22" y="0"/>
                    </a:lnTo>
                    <a:lnTo>
                      <a:pt x="23" y="0"/>
                    </a:lnTo>
                    <a:lnTo>
                      <a:pt x="24" y="0"/>
                    </a:lnTo>
                    <a:lnTo>
                      <a:pt x="24" y="0"/>
                    </a:lnTo>
                    <a:lnTo>
                      <a:pt x="25" y="0"/>
                    </a:lnTo>
                    <a:lnTo>
                      <a:pt x="25" y="0"/>
                    </a:lnTo>
                    <a:lnTo>
                      <a:pt x="26" y="0"/>
                    </a:lnTo>
                    <a:lnTo>
                      <a:pt x="27" y="0"/>
                    </a:lnTo>
                    <a:lnTo>
                      <a:pt x="27" y="0"/>
                    </a:lnTo>
                    <a:lnTo>
                      <a:pt x="29" y="0"/>
                    </a:lnTo>
                    <a:lnTo>
                      <a:pt x="29" y="0"/>
                    </a:lnTo>
                    <a:lnTo>
                      <a:pt x="30" y="0"/>
                    </a:lnTo>
                    <a:lnTo>
                      <a:pt x="31" y="0"/>
                    </a:lnTo>
                    <a:lnTo>
                      <a:pt x="31" y="0"/>
                    </a:lnTo>
                    <a:lnTo>
                      <a:pt x="33" y="0"/>
                    </a:lnTo>
                    <a:lnTo>
                      <a:pt x="33" y="0"/>
                    </a:lnTo>
                    <a:lnTo>
                      <a:pt x="34" y="0"/>
                    </a:lnTo>
                    <a:lnTo>
                      <a:pt x="35" y="0"/>
                    </a:lnTo>
                    <a:lnTo>
                      <a:pt x="36" y="0"/>
                    </a:lnTo>
                    <a:lnTo>
                      <a:pt x="37" y="0"/>
                    </a:lnTo>
                    <a:lnTo>
                      <a:pt x="37" y="0"/>
                    </a:lnTo>
                    <a:lnTo>
                      <a:pt x="37" y="0"/>
                    </a:lnTo>
                    <a:lnTo>
                      <a:pt x="38" y="0"/>
                    </a:lnTo>
                    <a:lnTo>
                      <a:pt x="39" y="0"/>
                    </a:lnTo>
                    <a:lnTo>
                      <a:pt x="40" y="0"/>
                    </a:lnTo>
                    <a:lnTo>
                      <a:pt x="41" y="0"/>
                    </a:lnTo>
                    <a:lnTo>
                      <a:pt x="41" y="0"/>
                    </a:lnTo>
                    <a:lnTo>
                      <a:pt x="43" y="0"/>
                    </a:lnTo>
                    <a:lnTo>
                      <a:pt x="43" y="0"/>
                    </a:lnTo>
                    <a:lnTo>
                      <a:pt x="44" y="0"/>
                    </a:lnTo>
                    <a:lnTo>
                      <a:pt x="45" y="0"/>
                    </a:lnTo>
                    <a:lnTo>
                      <a:pt x="45" y="0"/>
                    </a:lnTo>
                    <a:lnTo>
                      <a:pt x="45" y="0"/>
                    </a:lnTo>
                    <a:lnTo>
                      <a:pt x="46" y="0"/>
                    </a:lnTo>
                    <a:lnTo>
                      <a:pt x="46" y="1"/>
                    </a:lnTo>
                    <a:lnTo>
                      <a:pt x="46" y="2"/>
                    </a:lnTo>
                    <a:lnTo>
                      <a:pt x="46" y="3"/>
                    </a:lnTo>
                    <a:lnTo>
                      <a:pt x="46" y="5"/>
                    </a:lnTo>
                    <a:lnTo>
                      <a:pt x="46" y="6"/>
                    </a:lnTo>
                    <a:lnTo>
                      <a:pt x="46" y="8"/>
                    </a:lnTo>
                    <a:lnTo>
                      <a:pt x="47" y="9"/>
                    </a:lnTo>
                    <a:lnTo>
                      <a:pt x="47" y="10"/>
                    </a:lnTo>
                    <a:lnTo>
                      <a:pt x="47" y="11"/>
                    </a:lnTo>
                    <a:lnTo>
                      <a:pt x="47" y="13"/>
                    </a:lnTo>
                    <a:lnTo>
                      <a:pt x="47" y="14"/>
                    </a:lnTo>
                    <a:lnTo>
                      <a:pt x="47" y="16"/>
                    </a:lnTo>
                    <a:lnTo>
                      <a:pt x="47" y="17"/>
                    </a:lnTo>
                    <a:lnTo>
                      <a:pt x="47" y="17"/>
                    </a:lnTo>
                    <a:lnTo>
                      <a:pt x="47" y="18"/>
                    </a:lnTo>
                    <a:lnTo>
                      <a:pt x="47" y="18"/>
                    </a:lnTo>
                    <a:lnTo>
                      <a:pt x="47" y="18"/>
                    </a:lnTo>
                    <a:lnTo>
                      <a:pt x="46" y="18"/>
                    </a:lnTo>
                    <a:lnTo>
                      <a:pt x="45" y="18"/>
                    </a:lnTo>
                    <a:lnTo>
                      <a:pt x="45" y="18"/>
                    </a:lnTo>
                    <a:lnTo>
                      <a:pt x="45" y="17"/>
                    </a:lnTo>
                    <a:lnTo>
                      <a:pt x="45" y="16"/>
                    </a:lnTo>
                    <a:lnTo>
                      <a:pt x="45" y="15"/>
                    </a:lnTo>
                    <a:lnTo>
                      <a:pt x="45" y="15"/>
                    </a:lnTo>
                    <a:lnTo>
                      <a:pt x="44" y="14"/>
                    </a:lnTo>
                    <a:lnTo>
                      <a:pt x="44" y="13"/>
                    </a:lnTo>
                    <a:lnTo>
                      <a:pt x="44" y="13"/>
                    </a:lnTo>
                    <a:lnTo>
                      <a:pt x="44" y="12"/>
                    </a:lnTo>
                    <a:lnTo>
                      <a:pt x="44" y="11"/>
                    </a:lnTo>
                    <a:lnTo>
                      <a:pt x="44" y="11"/>
                    </a:lnTo>
                    <a:lnTo>
                      <a:pt x="43" y="10"/>
                    </a:lnTo>
                    <a:lnTo>
                      <a:pt x="43" y="9"/>
                    </a:lnTo>
                    <a:lnTo>
                      <a:pt x="43" y="9"/>
                    </a:lnTo>
                    <a:lnTo>
                      <a:pt x="43" y="9"/>
                    </a:lnTo>
                    <a:lnTo>
                      <a:pt x="43" y="9"/>
                    </a:lnTo>
                    <a:lnTo>
                      <a:pt x="42" y="9"/>
                    </a:lnTo>
                    <a:lnTo>
                      <a:pt x="42" y="8"/>
                    </a:lnTo>
                    <a:lnTo>
                      <a:pt x="41" y="8"/>
                    </a:lnTo>
                    <a:lnTo>
                      <a:pt x="41" y="7"/>
                    </a:lnTo>
                    <a:lnTo>
                      <a:pt x="41" y="7"/>
                    </a:lnTo>
                    <a:lnTo>
                      <a:pt x="41" y="6"/>
                    </a:lnTo>
                    <a:lnTo>
                      <a:pt x="40" y="6"/>
                    </a:lnTo>
                    <a:lnTo>
                      <a:pt x="40" y="5"/>
                    </a:lnTo>
                    <a:lnTo>
                      <a:pt x="39" y="5"/>
                    </a:lnTo>
                    <a:lnTo>
                      <a:pt x="39" y="5"/>
                    </a:lnTo>
                    <a:lnTo>
                      <a:pt x="38" y="5"/>
                    </a:lnTo>
                    <a:lnTo>
                      <a:pt x="38" y="4"/>
                    </a:lnTo>
                    <a:lnTo>
                      <a:pt x="37" y="4"/>
                    </a:lnTo>
                    <a:lnTo>
                      <a:pt x="37" y="4"/>
                    </a:lnTo>
                    <a:lnTo>
                      <a:pt x="37" y="4"/>
                    </a:lnTo>
                    <a:lnTo>
                      <a:pt x="37" y="3"/>
                    </a:lnTo>
                    <a:lnTo>
                      <a:pt x="35" y="3"/>
                    </a:lnTo>
                    <a:lnTo>
                      <a:pt x="35" y="3"/>
                    </a:lnTo>
                    <a:lnTo>
                      <a:pt x="34" y="3"/>
                    </a:lnTo>
                    <a:lnTo>
                      <a:pt x="34" y="3"/>
                    </a:lnTo>
                    <a:lnTo>
                      <a:pt x="33" y="3"/>
                    </a:lnTo>
                    <a:lnTo>
                      <a:pt x="33" y="3"/>
                    </a:lnTo>
                    <a:lnTo>
                      <a:pt x="32" y="3"/>
                    </a:lnTo>
                    <a:lnTo>
                      <a:pt x="31" y="3"/>
                    </a:lnTo>
                    <a:lnTo>
                      <a:pt x="31" y="3"/>
                    </a:lnTo>
                    <a:lnTo>
                      <a:pt x="30" y="3"/>
                    </a:lnTo>
                    <a:lnTo>
                      <a:pt x="30" y="3"/>
                    </a:lnTo>
                    <a:lnTo>
                      <a:pt x="29" y="3"/>
                    </a:lnTo>
                    <a:lnTo>
                      <a:pt x="29" y="3"/>
                    </a:lnTo>
                    <a:lnTo>
                      <a:pt x="28" y="3"/>
                    </a:lnTo>
                    <a:lnTo>
                      <a:pt x="27" y="3"/>
                    </a:lnTo>
                    <a:lnTo>
                      <a:pt x="27" y="3"/>
                    </a:lnTo>
                    <a:lnTo>
                      <a:pt x="26" y="3"/>
                    </a:lnTo>
                    <a:lnTo>
                      <a:pt x="26" y="3"/>
                    </a:lnTo>
                    <a:lnTo>
                      <a:pt x="25" y="3"/>
                    </a:lnTo>
                    <a:lnTo>
                      <a:pt x="25" y="3"/>
                    </a:lnTo>
                    <a:lnTo>
                      <a:pt x="25" y="3"/>
                    </a:lnTo>
                    <a:lnTo>
                      <a:pt x="24" y="3"/>
                    </a:lnTo>
                    <a:lnTo>
                      <a:pt x="24" y="3"/>
                    </a:lnTo>
                    <a:lnTo>
                      <a:pt x="23" y="3"/>
                    </a:lnTo>
                    <a:lnTo>
                      <a:pt x="23" y="3"/>
                    </a:lnTo>
                    <a:lnTo>
                      <a:pt x="22" y="3"/>
                    </a:lnTo>
                    <a:lnTo>
                      <a:pt x="22" y="3"/>
                    </a:lnTo>
                    <a:lnTo>
                      <a:pt x="21" y="3"/>
                    </a:lnTo>
                    <a:lnTo>
                      <a:pt x="20" y="3"/>
                    </a:lnTo>
                    <a:lnTo>
                      <a:pt x="20" y="3"/>
                    </a:lnTo>
                    <a:lnTo>
                      <a:pt x="19" y="3"/>
                    </a:lnTo>
                    <a:lnTo>
                      <a:pt x="19" y="3"/>
                    </a:lnTo>
                    <a:lnTo>
                      <a:pt x="18" y="3"/>
                    </a:lnTo>
                    <a:lnTo>
                      <a:pt x="18" y="3"/>
                    </a:lnTo>
                    <a:lnTo>
                      <a:pt x="17" y="3"/>
                    </a:lnTo>
                    <a:lnTo>
                      <a:pt x="16" y="3"/>
                    </a:lnTo>
                    <a:lnTo>
                      <a:pt x="16" y="3"/>
                    </a:lnTo>
                    <a:lnTo>
                      <a:pt x="15" y="3"/>
                    </a:lnTo>
                    <a:lnTo>
                      <a:pt x="15" y="3"/>
                    </a:lnTo>
                    <a:lnTo>
                      <a:pt x="14" y="3"/>
                    </a:lnTo>
                    <a:lnTo>
                      <a:pt x="14" y="3"/>
                    </a:lnTo>
                    <a:lnTo>
                      <a:pt x="13" y="3"/>
                    </a:lnTo>
                    <a:lnTo>
                      <a:pt x="12" y="3"/>
                    </a:lnTo>
                    <a:lnTo>
                      <a:pt x="12" y="3"/>
                    </a:lnTo>
                    <a:lnTo>
                      <a:pt x="12" y="3"/>
                    </a:lnTo>
                    <a:lnTo>
                      <a:pt x="12" y="3"/>
                    </a:lnTo>
                    <a:lnTo>
                      <a:pt x="11" y="3"/>
                    </a:lnTo>
                    <a:lnTo>
                      <a:pt x="12" y="4"/>
                    </a:lnTo>
                    <a:lnTo>
                      <a:pt x="12" y="4"/>
                    </a:lnTo>
                    <a:lnTo>
                      <a:pt x="12" y="5"/>
                    </a:lnTo>
                    <a:lnTo>
                      <a:pt x="12" y="5"/>
                    </a:lnTo>
                    <a:lnTo>
                      <a:pt x="12" y="6"/>
                    </a:lnTo>
                    <a:lnTo>
                      <a:pt x="12" y="6"/>
                    </a:lnTo>
                    <a:lnTo>
                      <a:pt x="12" y="7"/>
                    </a:lnTo>
                    <a:lnTo>
                      <a:pt x="13" y="7"/>
                    </a:lnTo>
                    <a:lnTo>
                      <a:pt x="14" y="8"/>
                    </a:lnTo>
                    <a:lnTo>
                      <a:pt x="14" y="9"/>
                    </a:lnTo>
                    <a:lnTo>
                      <a:pt x="14" y="9"/>
                    </a:lnTo>
                    <a:lnTo>
                      <a:pt x="15" y="9"/>
                    </a:lnTo>
                    <a:lnTo>
                      <a:pt x="15" y="9"/>
                    </a:lnTo>
                    <a:lnTo>
                      <a:pt x="15" y="10"/>
                    </a:lnTo>
                    <a:lnTo>
                      <a:pt x="16" y="10"/>
                    </a:lnTo>
                    <a:lnTo>
                      <a:pt x="16" y="11"/>
                    </a:lnTo>
                    <a:lnTo>
                      <a:pt x="16" y="11"/>
                    </a:lnTo>
                    <a:lnTo>
                      <a:pt x="16" y="12"/>
                    </a:lnTo>
                    <a:lnTo>
                      <a:pt x="17" y="12"/>
                    </a:lnTo>
                    <a:lnTo>
                      <a:pt x="18" y="13"/>
                    </a:lnTo>
                    <a:lnTo>
                      <a:pt x="18" y="14"/>
                    </a:lnTo>
                    <a:lnTo>
                      <a:pt x="18" y="14"/>
                    </a:lnTo>
                    <a:lnTo>
                      <a:pt x="19" y="14"/>
                    </a:lnTo>
                    <a:lnTo>
                      <a:pt x="19" y="15"/>
                    </a:lnTo>
                    <a:lnTo>
                      <a:pt x="19" y="16"/>
                    </a:lnTo>
                    <a:lnTo>
                      <a:pt x="20" y="16"/>
                    </a:lnTo>
                    <a:lnTo>
                      <a:pt x="20" y="17"/>
                    </a:lnTo>
                    <a:lnTo>
                      <a:pt x="20" y="17"/>
                    </a:lnTo>
                    <a:lnTo>
                      <a:pt x="20" y="18"/>
                    </a:lnTo>
                    <a:lnTo>
                      <a:pt x="21" y="18"/>
                    </a:lnTo>
                    <a:lnTo>
                      <a:pt x="22" y="18"/>
                    </a:lnTo>
                    <a:lnTo>
                      <a:pt x="22" y="18"/>
                    </a:lnTo>
                    <a:lnTo>
                      <a:pt x="22" y="19"/>
                    </a:lnTo>
                    <a:lnTo>
                      <a:pt x="23" y="20"/>
                    </a:lnTo>
                    <a:lnTo>
                      <a:pt x="23" y="20"/>
                    </a:lnTo>
                    <a:lnTo>
                      <a:pt x="23" y="20"/>
                    </a:lnTo>
                    <a:lnTo>
                      <a:pt x="24" y="21"/>
                    </a:lnTo>
                    <a:lnTo>
                      <a:pt x="24" y="22"/>
                    </a:lnTo>
                    <a:lnTo>
                      <a:pt x="24" y="22"/>
                    </a:lnTo>
                    <a:lnTo>
                      <a:pt x="25" y="23"/>
                    </a:lnTo>
                    <a:lnTo>
                      <a:pt x="25" y="23"/>
                    </a:lnTo>
                    <a:lnTo>
                      <a:pt x="25" y="24"/>
                    </a:lnTo>
                    <a:lnTo>
                      <a:pt x="25" y="24"/>
                    </a:lnTo>
                    <a:lnTo>
                      <a:pt x="25" y="25"/>
                    </a:lnTo>
                    <a:lnTo>
                      <a:pt x="26" y="26"/>
                    </a:lnTo>
                    <a:lnTo>
                      <a:pt x="26" y="26"/>
                    </a:lnTo>
                    <a:lnTo>
                      <a:pt x="26" y="27"/>
                    </a:lnTo>
                    <a:lnTo>
                      <a:pt x="27" y="27"/>
                    </a:lnTo>
                    <a:lnTo>
                      <a:pt x="27" y="27"/>
                    </a:lnTo>
                    <a:lnTo>
                      <a:pt x="27" y="27"/>
                    </a:lnTo>
                    <a:lnTo>
                      <a:pt x="28" y="28"/>
                    </a:lnTo>
                    <a:lnTo>
                      <a:pt x="28" y="28"/>
                    </a:lnTo>
                    <a:lnTo>
                      <a:pt x="29" y="29"/>
                    </a:lnTo>
                    <a:lnTo>
                      <a:pt x="29" y="29"/>
                    </a:lnTo>
                    <a:lnTo>
                      <a:pt x="29" y="30"/>
                    </a:lnTo>
                    <a:lnTo>
                      <a:pt x="30" y="31"/>
                    </a:lnTo>
                    <a:lnTo>
                      <a:pt x="30" y="31"/>
                    </a:lnTo>
                    <a:lnTo>
                      <a:pt x="30" y="32"/>
                    </a:lnTo>
                    <a:lnTo>
                      <a:pt x="30" y="32"/>
                    </a:lnTo>
                    <a:lnTo>
                      <a:pt x="31" y="33"/>
                    </a:lnTo>
                    <a:lnTo>
                      <a:pt x="30" y="33"/>
                    </a:lnTo>
                    <a:lnTo>
                      <a:pt x="30" y="34"/>
                    </a:lnTo>
                    <a:lnTo>
                      <a:pt x="30" y="35"/>
                    </a:lnTo>
                    <a:lnTo>
                      <a:pt x="29" y="35"/>
                    </a:lnTo>
                    <a:lnTo>
                      <a:pt x="29" y="36"/>
                    </a:lnTo>
                    <a:lnTo>
                      <a:pt x="29" y="36"/>
                    </a:lnTo>
                    <a:lnTo>
                      <a:pt x="28" y="36"/>
                    </a:lnTo>
                    <a:lnTo>
                      <a:pt x="28" y="36"/>
                    </a:lnTo>
                    <a:lnTo>
                      <a:pt x="27" y="37"/>
                    </a:lnTo>
                    <a:lnTo>
                      <a:pt x="27" y="37"/>
                    </a:lnTo>
                    <a:lnTo>
                      <a:pt x="27" y="38"/>
                    </a:lnTo>
                    <a:lnTo>
                      <a:pt x="26" y="39"/>
                    </a:lnTo>
                    <a:lnTo>
                      <a:pt x="26" y="39"/>
                    </a:lnTo>
                    <a:lnTo>
                      <a:pt x="26" y="40"/>
                    </a:lnTo>
                    <a:lnTo>
                      <a:pt x="25" y="40"/>
                    </a:lnTo>
                    <a:lnTo>
                      <a:pt x="25" y="41"/>
                    </a:lnTo>
                    <a:lnTo>
                      <a:pt x="25" y="41"/>
                    </a:lnTo>
                    <a:lnTo>
                      <a:pt x="25" y="42"/>
                    </a:lnTo>
                    <a:lnTo>
                      <a:pt x="24" y="43"/>
                    </a:lnTo>
                    <a:lnTo>
                      <a:pt x="24" y="43"/>
                    </a:lnTo>
                    <a:lnTo>
                      <a:pt x="24" y="44"/>
                    </a:lnTo>
                    <a:lnTo>
                      <a:pt x="23" y="44"/>
                    </a:lnTo>
                    <a:lnTo>
                      <a:pt x="23" y="45"/>
                    </a:lnTo>
                    <a:lnTo>
                      <a:pt x="23" y="45"/>
                    </a:lnTo>
                    <a:lnTo>
                      <a:pt x="22" y="45"/>
                    </a:lnTo>
                    <a:lnTo>
                      <a:pt x="22" y="46"/>
                    </a:lnTo>
                    <a:lnTo>
                      <a:pt x="22" y="46"/>
                    </a:lnTo>
                    <a:lnTo>
                      <a:pt x="21" y="47"/>
                    </a:lnTo>
                    <a:lnTo>
                      <a:pt x="20" y="47"/>
                    </a:lnTo>
                    <a:lnTo>
                      <a:pt x="20" y="48"/>
                    </a:lnTo>
                    <a:lnTo>
                      <a:pt x="20" y="49"/>
                    </a:lnTo>
                    <a:lnTo>
                      <a:pt x="19" y="49"/>
                    </a:lnTo>
                    <a:lnTo>
                      <a:pt x="19" y="50"/>
                    </a:lnTo>
                    <a:lnTo>
                      <a:pt x="19" y="50"/>
                    </a:lnTo>
                    <a:lnTo>
                      <a:pt x="18" y="51"/>
                    </a:lnTo>
                    <a:lnTo>
                      <a:pt x="18" y="52"/>
                    </a:lnTo>
                    <a:lnTo>
                      <a:pt x="18" y="52"/>
                    </a:lnTo>
                    <a:lnTo>
                      <a:pt x="17" y="52"/>
                    </a:lnTo>
                    <a:lnTo>
                      <a:pt x="16" y="53"/>
                    </a:lnTo>
                    <a:lnTo>
                      <a:pt x="16" y="54"/>
                    </a:lnTo>
                    <a:lnTo>
                      <a:pt x="16" y="54"/>
                    </a:lnTo>
                    <a:lnTo>
                      <a:pt x="15" y="54"/>
                    </a:lnTo>
                    <a:lnTo>
                      <a:pt x="15" y="55"/>
                    </a:lnTo>
                    <a:lnTo>
                      <a:pt x="15" y="55"/>
                    </a:lnTo>
                    <a:lnTo>
                      <a:pt x="14" y="56"/>
                    </a:lnTo>
                    <a:lnTo>
                      <a:pt x="14" y="56"/>
                    </a:lnTo>
                    <a:lnTo>
                      <a:pt x="14" y="57"/>
                    </a:lnTo>
                    <a:lnTo>
                      <a:pt x="13" y="58"/>
                    </a:lnTo>
                    <a:lnTo>
                      <a:pt x="12" y="58"/>
                    </a:lnTo>
                    <a:lnTo>
                      <a:pt x="12" y="58"/>
                    </a:lnTo>
                    <a:lnTo>
                      <a:pt x="12" y="59"/>
                    </a:lnTo>
                    <a:lnTo>
                      <a:pt x="12" y="60"/>
                    </a:lnTo>
                    <a:lnTo>
                      <a:pt x="12" y="60"/>
                    </a:lnTo>
                    <a:lnTo>
                      <a:pt x="12" y="61"/>
                    </a:lnTo>
                    <a:lnTo>
                      <a:pt x="11" y="61"/>
                    </a:lnTo>
                    <a:lnTo>
                      <a:pt x="11" y="62"/>
                    </a:lnTo>
                    <a:lnTo>
                      <a:pt x="10" y="62"/>
                    </a:lnTo>
                    <a:lnTo>
                      <a:pt x="10" y="63"/>
                    </a:lnTo>
                    <a:lnTo>
                      <a:pt x="9" y="63"/>
                    </a:lnTo>
                    <a:lnTo>
                      <a:pt x="9" y="63"/>
                    </a:lnTo>
                    <a:lnTo>
                      <a:pt x="9" y="63"/>
                    </a:lnTo>
                    <a:lnTo>
                      <a:pt x="10" y="63"/>
                    </a:lnTo>
                    <a:lnTo>
                      <a:pt x="10" y="63"/>
                    </a:lnTo>
                    <a:lnTo>
                      <a:pt x="11" y="63"/>
                    </a:lnTo>
                    <a:lnTo>
                      <a:pt x="12" y="63"/>
                    </a:lnTo>
                    <a:lnTo>
                      <a:pt x="12" y="63"/>
                    </a:lnTo>
                    <a:lnTo>
                      <a:pt x="12" y="63"/>
                    </a:lnTo>
                    <a:lnTo>
                      <a:pt x="12" y="63"/>
                    </a:lnTo>
                    <a:lnTo>
                      <a:pt x="13" y="63"/>
                    </a:lnTo>
                    <a:lnTo>
                      <a:pt x="14" y="63"/>
                    </a:lnTo>
                    <a:lnTo>
                      <a:pt x="14" y="63"/>
                    </a:lnTo>
                    <a:lnTo>
                      <a:pt x="15" y="63"/>
                    </a:lnTo>
                    <a:lnTo>
                      <a:pt x="15" y="63"/>
                    </a:lnTo>
                    <a:lnTo>
                      <a:pt x="16" y="63"/>
                    </a:lnTo>
                    <a:lnTo>
                      <a:pt x="16" y="63"/>
                    </a:lnTo>
                    <a:lnTo>
                      <a:pt x="17" y="63"/>
                    </a:lnTo>
                    <a:lnTo>
                      <a:pt x="18" y="63"/>
                    </a:lnTo>
                    <a:lnTo>
                      <a:pt x="18" y="63"/>
                    </a:lnTo>
                    <a:lnTo>
                      <a:pt x="19" y="63"/>
                    </a:lnTo>
                    <a:lnTo>
                      <a:pt x="19" y="63"/>
                    </a:lnTo>
                    <a:lnTo>
                      <a:pt x="20" y="63"/>
                    </a:lnTo>
                    <a:lnTo>
                      <a:pt x="20" y="63"/>
                    </a:lnTo>
                    <a:lnTo>
                      <a:pt x="21" y="63"/>
                    </a:lnTo>
                    <a:lnTo>
                      <a:pt x="22" y="63"/>
                    </a:lnTo>
                    <a:lnTo>
                      <a:pt x="22" y="63"/>
                    </a:lnTo>
                    <a:lnTo>
                      <a:pt x="23" y="63"/>
                    </a:lnTo>
                    <a:lnTo>
                      <a:pt x="23" y="63"/>
                    </a:lnTo>
                    <a:lnTo>
                      <a:pt x="24" y="63"/>
                    </a:lnTo>
                    <a:lnTo>
                      <a:pt x="24" y="63"/>
                    </a:lnTo>
                    <a:lnTo>
                      <a:pt x="25" y="63"/>
                    </a:lnTo>
                    <a:lnTo>
                      <a:pt x="25" y="63"/>
                    </a:lnTo>
                    <a:lnTo>
                      <a:pt x="25" y="63"/>
                    </a:lnTo>
                    <a:lnTo>
                      <a:pt x="26" y="63"/>
                    </a:lnTo>
                    <a:lnTo>
                      <a:pt x="26" y="63"/>
                    </a:lnTo>
                    <a:lnTo>
                      <a:pt x="27" y="63"/>
                    </a:lnTo>
                    <a:lnTo>
                      <a:pt x="27" y="63"/>
                    </a:lnTo>
                    <a:lnTo>
                      <a:pt x="28" y="63"/>
                    </a:lnTo>
                    <a:lnTo>
                      <a:pt x="29" y="63"/>
                    </a:lnTo>
                    <a:lnTo>
                      <a:pt x="29" y="63"/>
                    </a:lnTo>
                    <a:lnTo>
                      <a:pt x="30" y="63"/>
                    </a:lnTo>
                    <a:lnTo>
                      <a:pt x="30" y="63"/>
                    </a:lnTo>
                    <a:lnTo>
                      <a:pt x="31" y="63"/>
                    </a:lnTo>
                    <a:lnTo>
                      <a:pt x="31" y="63"/>
                    </a:lnTo>
                    <a:lnTo>
                      <a:pt x="32" y="63"/>
                    </a:lnTo>
                    <a:lnTo>
                      <a:pt x="33" y="63"/>
                    </a:lnTo>
                    <a:lnTo>
                      <a:pt x="33" y="63"/>
                    </a:lnTo>
                    <a:lnTo>
                      <a:pt x="34" y="63"/>
                    </a:lnTo>
                    <a:lnTo>
                      <a:pt x="34" y="63"/>
                    </a:lnTo>
                    <a:lnTo>
                      <a:pt x="35" y="63"/>
                    </a:lnTo>
                    <a:lnTo>
                      <a:pt x="35" y="63"/>
                    </a:lnTo>
                    <a:lnTo>
                      <a:pt x="36" y="63"/>
                    </a:lnTo>
                    <a:lnTo>
                      <a:pt x="37" y="63"/>
                    </a:lnTo>
                    <a:lnTo>
                      <a:pt x="37" y="63"/>
                    </a:lnTo>
                    <a:lnTo>
                      <a:pt x="37" y="63"/>
                    </a:lnTo>
                    <a:lnTo>
                      <a:pt x="37" y="63"/>
                    </a:lnTo>
                    <a:lnTo>
                      <a:pt x="38" y="63"/>
                    </a:lnTo>
                    <a:lnTo>
                      <a:pt x="39" y="63"/>
                    </a:lnTo>
                    <a:lnTo>
                      <a:pt x="39" y="63"/>
                    </a:lnTo>
                    <a:lnTo>
                      <a:pt x="40" y="63"/>
                    </a:lnTo>
                    <a:lnTo>
                      <a:pt x="40" y="63"/>
                    </a:lnTo>
                    <a:lnTo>
                      <a:pt x="41" y="63"/>
                    </a:lnTo>
                    <a:lnTo>
                      <a:pt x="41" y="62"/>
                    </a:lnTo>
                    <a:lnTo>
                      <a:pt x="42" y="62"/>
                    </a:lnTo>
                    <a:lnTo>
                      <a:pt x="43" y="61"/>
                    </a:lnTo>
                    <a:lnTo>
                      <a:pt x="43" y="61"/>
                    </a:lnTo>
                    <a:lnTo>
                      <a:pt x="43" y="61"/>
                    </a:lnTo>
                    <a:lnTo>
                      <a:pt x="44" y="61"/>
                    </a:lnTo>
                    <a:lnTo>
                      <a:pt x="44" y="60"/>
                    </a:lnTo>
                    <a:lnTo>
                      <a:pt x="44" y="60"/>
                    </a:lnTo>
                    <a:lnTo>
                      <a:pt x="44" y="59"/>
                    </a:lnTo>
                    <a:lnTo>
                      <a:pt x="45" y="59"/>
                    </a:lnTo>
                    <a:lnTo>
                      <a:pt x="45" y="58"/>
                    </a:lnTo>
                    <a:lnTo>
                      <a:pt x="45" y="58"/>
                    </a:lnTo>
                    <a:lnTo>
                      <a:pt x="45" y="57"/>
                    </a:lnTo>
                    <a:lnTo>
                      <a:pt x="46" y="57"/>
                    </a:lnTo>
                    <a:lnTo>
                      <a:pt x="46" y="56"/>
                    </a:lnTo>
                    <a:lnTo>
                      <a:pt x="47" y="55"/>
                    </a:lnTo>
                    <a:lnTo>
                      <a:pt x="47" y="55"/>
                    </a:lnTo>
                    <a:lnTo>
                      <a:pt x="47" y="54"/>
                    </a:lnTo>
                    <a:lnTo>
                      <a:pt x="47" y="54"/>
                    </a:lnTo>
                    <a:lnTo>
                      <a:pt x="47" y="54"/>
                    </a:lnTo>
                    <a:lnTo>
                      <a:pt x="48" y="53"/>
                    </a:lnTo>
                    <a:lnTo>
                      <a:pt x="48" y="52"/>
                    </a:lnTo>
                    <a:lnTo>
                      <a:pt x="48" y="51"/>
                    </a:lnTo>
                    <a:lnTo>
                      <a:pt x="49" y="51"/>
                    </a:lnTo>
                    <a:lnTo>
                      <a:pt x="49" y="51"/>
                    </a:lnTo>
                    <a:lnTo>
                      <a:pt x="50" y="51"/>
                    </a:lnTo>
                    <a:lnTo>
                      <a:pt x="50" y="52"/>
                    </a:lnTo>
                    <a:lnTo>
                      <a:pt x="50" y="52"/>
                    </a:lnTo>
                    <a:lnTo>
                      <a:pt x="50" y="53"/>
                    </a:lnTo>
                    <a:lnTo>
                      <a:pt x="49" y="54"/>
                    </a:lnTo>
                    <a:lnTo>
                      <a:pt x="49" y="54"/>
                    </a:lnTo>
                    <a:lnTo>
                      <a:pt x="49" y="55"/>
                    </a:lnTo>
                    <a:lnTo>
                      <a:pt x="49" y="57"/>
                    </a:lnTo>
                    <a:lnTo>
                      <a:pt x="49" y="59"/>
                    </a:lnTo>
                    <a:lnTo>
                      <a:pt x="49" y="61"/>
                    </a:lnTo>
                    <a:lnTo>
                      <a:pt x="48" y="62"/>
                    </a:lnTo>
                    <a:lnTo>
                      <a:pt x="48" y="63"/>
                    </a:lnTo>
                    <a:lnTo>
                      <a:pt x="48" y="65"/>
                    </a:lnTo>
                    <a:lnTo>
                      <a:pt x="48" y="67"/>
                    </a:lnTo>
                    <a:lnTo>
                      <a:pt x="48" y="68"/>
                    </a:lnTo>
                    <a:lnTo>
                      <a:pt x="48" y="70"/>
                    </a:lnTo>
                    <a:lnTo>
                      <a:pt x="47" y="71"/>
                    </a:lnTo>
                    <a:lnTo>
                      <a:pt x="47" y="72"/>
                    </a:lnTo>
                    <a:lnTo>
                      <a:pt x="47" y="73"/>
                    </a:lnTo>
                    <a:lnTo>
                      <a:pt x="47" y="73"/>
                    </a:lnTo>
                  </a:path>
                </a:pathLst>
              </a:custGeom>
              <a:solidFill>
                <a:srgbClr val="000000"/>
              </a:solidFill>
              <a:ln cap="rnd">
                <a:noFill/>
                <a:round/>
              </a:ln>
              <a:effectLst/>
            </p:spPr>
          </p:sp>
          <p:sp>
            <p:nvSpPr>
              <p:cNvPr id="57471" name=""/>
              <p:cNvSpPr/>
              <p:nvPr/>
            </p:nvSpPr>
            <p:spPr>
              <a:xfrm>
                <a:off x="3919" y="2981"/>
                <a:ext cx="27" cy="19"/>
              </a:xfrm>
              <a:custGeom>
                <a:pathLst>
                  <a:path w="27" h="19">
                    <a:moveTo>
                      <a:pt x="12" y="12"/>
                    </a:moveTo>
                    <a:lnTo>
                      <a:pt x="11" y="13"/>
                    </a:lnTo>
                    <a:lnTo>
                      <a:pt x="11" y="13"/>
                    </a:lnTo>
                    <a:lnTo>
                      <a:pt x="10" y="14"/>
                    </a:lnTo>
                    <a:lnTo>
                      <a:pt x="10" y="14"/>
                    </a:lnTo>
                    <a:lnTo>
                      <a:pt x="10" y="15"/>
                    </a:lnTo>
                    <a:lnTo>
                      <a:pt x="9" y="15"/>
                    </a:lnTo>
                    <a:lnTo>
                      <a:pt x="9" y="16"/>
                    </a:lnTo>
                    <a:lnTo>
                      <a:pt x="9" y="16"/>
                    </a:lnTo>
                    <a:lnTo>
                      <a:pt x="8" y="16"/>
                    </a:lnTo>
                    <a:lnTo>
                      <a:pt x="8" y="17"/>
                    </a:lnTo>
                    <a:lnTo>
                      <a:pt x="7" y="17"/>
                    </a:lnTo>
                    <a:lnTo>
                      <a:pt x="7" y="17"/>
                    </a:lnTo>
                    <a:lnTo>
                      <a:pt x="6" y="17"/>
                    </a:lnTo>
                    <a:lnTo>
                      <a:pt x="5" y="18"/>
                    </a:lnTo>
                    <a:lnTo>
                      <a:pt x="5" y="18"/>
                    </a:lnTo>
                    <a:lnTo>
                      <a:pt x="4" y="18"/>
                    </a:lnTo>
                    <a:lnTo>
                      <a:pt x="4" y="18"/>
                    </a:lnTo>
                    <a:lnTo>
                      <a:pt x="3" y="18"/>
                    </a:lnTo>
                    <a:lnTo>
                      <a:pt x="3" y="18"/>
                    </a:lnTo>
                    <a:lnTo>
                      <a:pt x="2" y="18"/>
                    </a:lnTo>
                    <a:lnTo>
                      <a:pt x="2" y="18"/>
                    </a:lnTo>
                    <a:lnTo>
                      <a:pt x="2" y="18"/>
                    </a:lnTo>
                    <a:lnTo>
                      <a:pt x="1" y="18"/>
                    </a:lnTo>
                    <a:lnTo>
                      <a:pt x="1" y="17"/>
                    </a:lnTo>
                    <a:lnTo>
                      <a:pt x="1" y="17"/>
                    </a:lnTo>
                    <a:lnTo>
                      <a:pt x="1" y="17"/>
                    </a:lnTo>
                    <a:lnTo>
                      <a:pt x="0" y="17"/>
                    </a:lnTo>
                    <a:lnTo>
                      <a:pt x="0" y="17"/>
                    </a:lnTo>
                    <a:lnTo>
                      <a:pt x="0" y="17"/>
                    </a:lnTo>
                    <a:lnTo>
                      <a:pt x="0" y="16"/>
                    </a:lnTo>
                    <a:lnTo>
                      <a:pt x="0" y="16"/>
                    </a:lnTo>
                    <a:lnTo>
                      <a:pt x="0" y="16"/>
                    </a:lnTo>
                    <a:lnTo>
                      <a:pt x="0" y="16"/>
                    </a:lnTo>
                    <a:lnTo>
                      <a:pt x="0" y="15"/>
                    </a:lnTo>
                    <a:lnTo>
                      <a:pt x="0" y="15"/>
                    </a:lnTo>
                    <a:lnTo>
                      <a:pt x="0" y="14"/>
                    </a:lnTo>
                    <a:lnTo>
                      <a:pt x="0" y="14"/>
                    </a:lnTo>
                    <a:lnTo>
                      <a:pt x="0" y="14"/>
                    </a:lnTo>
                    <a:lnTo>
                      <a:pt x="0" y="13"/>
                    </a:lnTo>
                    <a:lnTo>
                      <a:pt x="0" y="13"/>
                    </a:lnTo>
                    <a:lnTo>
                      <a:pt x="0" y="13"/>
                    </a:lnTo>
                    <a:lnTo>
                      <a:pt x="0" y="12"/>
                    </a:lnTo>
                    <a:lnTo>
                      <a:pt x="0" y="12"/>
                    </a:lnTo>
                    <a:lnTo>
                      <a:pt x="0" y="12"/>
                    </a:lnTo>
                    <a:lnTo>
                      <a:pt x="0" y="11"/>
                    </a:lnTo>
                    <a:lnTo>
                      <a:pt x="0" y="11"/>
                    </a:lnTo>
                    <a:lnTo>
                      <a:pt x="0" y="11"/>
                    </a:lnTo>
                    <a:lnTo>
                      <a:pt x="0" y="10"/>
                    </a:lnTo>
                    <a:lnTo>
                      <a:pt x="0" y="10"/>
                    </a:lnTo>
                    <a:lnTo>
                      <a:pt x="0" y="10"/>
                    </a:lnTo>
                    <a:lnTo>
                      <a:pt x="0" y="9"/>
                    </a:lnTo>
                    <a:lnTo>
                      <a:pt x="0" y="9"/>
                    </a:lnTo>
                    <a:lnTo>
                      <a:pt x="0" y="9"/>
                    </a:lnTo>
                    <a:lnTo>
                      <a:pt x="1" y="9"/>
                    </a:lnTo>
                    <a:lnTo>
                      <a:pt x="1" y="9"/>
                    </a:lnTo>
                    <a:lnTo>
                      <a:pt x="1" y="9"/>
                    </a:lnTo>
                    <a:lnTo>
                      <a:pt x="1" y="8"/>
                    </a:lnTo>
                    <a:lnTo>
                      <a:pt x="1" y="8"/>
                    </a:lnTo>
                    <a:lnTo>
                      <a:pt x="1" y="8"/>
                    </a:lnTo>
                    <a:lnTo>
                      <a:pt x="1" y="7"/>
                    </a:lnTo>
                    <a:lnTo>
                      <a:pt x="1" y="7"/>
                    </a:lnTo>
                    <a:lnTo>
                      <a:pt x="1" y="7"/>
                    </a:lnTo>
                    <a:lnTo>
                      <a:pt x="1" y="6"/>
                    </a:lnTo>
                    <a:lnTo>
                      <a:pt x="1" y="6"/>
                    </a:lnTo>
                    <a:lnTo>
                      <a:pt x="2" y="6"/>
                    </a:lnTo>
                    <a:lnTo>
                      <a:pt x="2" y="5"/>
                    </a:lnTo>
                    <a:lnTo>
                      <a:pt x="2" y="5"/>
                    </a:lnTo>
                    <a:lnTo>
                      <a:pt x="2" y="5"/>
                    </a:lnTo>
                    <a:lnTo>
                      <a:pt x="2" y="4"/>
                    </a:lnTo>
                    <a:lnTo>
                      <a:pt x="2" y="4"/>
                    </a:lnTo>
                    <a:lnTo>
                      <a:pt x="2" y="4"/>
                    </a:lnTo>
                    <a:lnTo>
                      <a:pt x="2" y="3"/>
                    </a:lnTo>
                    <a:lnTo>
                      <a:pt x="2" y="3"/>
                    </a:lnTo>
                    <a:lnTo>
                      <a:pt x="2" y="3"/>
                    </a:lnTo>
                    <a:lnTo>
                      <a:pt x="2" y="2"/>
                    </a:lnTo>
                    <a:lnTo>
                      <a:pt x="2" y="2"/>
                    </a:lnTo>
                    <a:lnTo>
                      <a:pt x="2" y="2"/>
                    </a:lnTo>
                    <a:lnTo>
                      <a:pt x="2" y="1"/>
                    </a:lnTo>
                    <a:lnTo>
                      <a:pt x="1" y="1"/>
                    </a:lnTo>
                    <a:lnTo>
                      <a:pt x="1" y="1"/>
                    </a:lnTo>
                    <a:lnTo>
                      <a:pt x="1" y="1"/>
                    </a:lnTo>
                    <a:lnTo>
                      <a:pt x="0" y="1"/>
                    </a:lnTo>
                    <a:lnTo>
                      <a:pt x="0" y="1"/>
                    </a:lnTo>
                    <a:lnTo>
                      <a:pt x="0" y="1"/>
                    </a:lnTo>
                    <a:lnTo>
                      <a:pt x="0" y="1"/>
                    </a:lnTo>
                    <a:lnTo>
                      <a:pt x="0" y="0"/>
                    </a:lnTo>
                    <a:lnTo>
                      <a:pt x="0" y="0"/>
                    </a:lnTo>
                    <a:lnTo>
                      <a:pt x="0" y="0"/>
                    </a:lnTo>
                    <a:lnTo>
                      <a:pt x="0" y="0"/>
                    </a:lnTo>
                    <a:lnTo>
                      <a:pt x="0" y="0"/>
                    </a:lnTo>
                    <a:lnTo>
                      <a:pt x="1" y="0"/>
                    </a:lnTo>
                    <a:lnTo>
                      <a:pt x="1" y="0"/>
                    </a:lnTo>
                    <a:lnTo>
                      <a:pt x="2" y="0"/>
                    </a:lnTo>
                    <a:lnTo>
                      <a:pt x="2" y="0"/>
                    </a:lnTo>
                    <a:lnTo>
                      <a:pt x="3" y="0"/>
                    </a:lnTo>
                    <a:lnTo>
                      <a:pt x="3" y="0"/>
                    </a:lnTo>
                    <a:lnTo>
                      <a:pt x="3" y="0"/>
                    </a:lnTo>
                    <a:lnTo>
                      <a:pt x="4" y="0"/>
                    </a:lnTo>
                    <a:lnTo>
                      <a:pt x="4" y="0"/>
                    </a:lnTo>
                    <a:lnTo>
                      <a:pt x="5" y="0"/>
                    </a:lnTo>
                    <a:lnTo>
                      <a:pt x="5" y="0"/>
                    </a:lnTo>
                    <a:lnTo>
                      <a:pt x="6" y="0"/>
                    </a:lnTo>
                    <a:lnTo>
                      <a:pt x="7" y="0"/>
                    </a:lnTo>
                    <a:lnTo>
                      <a:pt x="7" y="0"/>
                    </a:lnTo>
                    <a:lnTo>
                      <a:pt x="8" y="0"/>
                    </a:lnTo>
                    <a:lnTo>
                      <a:pt x="8" y="0"/>
                    </a:lnTo>
                    <a:lnTo>
                      <a:pt x="9" y="0"/>
                    </a:lnTo>
                    <a:lnTo>
                      <a:pt x="9" y="0"/>
                    </a:lnTo>
                    <a:lnTo>
                      <a:pt x="8" y="0"/>
                    </a:lnTo>
                    <a:lnTo>
                      <a:pt x="8" y="0"/>
                    </a:lnTo>
                    <a:lnTo>
                      <a:pt x="8" y="0"/>
                    </a:lnTo>
                    <a:lnTo>
                      <a:pt x="8" y="0"/>
                    </a:lnTo>
                    <a:lnTo>
                      <a:pt x="8" y="1"/>
                    </a:lnTo>
                    <a:lnTo>
                      <a:pt x="8" y="1"/>
                    </a:lnTo>
                    <a:lnTo>
                      <a:pt x="8" y="1"/>
                    </a:lnTo>
                    <a:lnTo>
                      <a:pt x="8" y="1"/>
                    </a:lnTo>
                    <a:lnTo>
                      <a:pt x="8" y="2"/>
                    </a:lnTo>
                    <a:lnTo>
                      <a:pt x="8" y="2"/>
                    </a:lnTo>
                    <a:lnTo>
                      <a:pt x="8" y="3"/>
                    </a:lnTo>
                    <a:lnTo>
                      <a:pt x="8" y="3"/>
                    </a:lnTo>
                    <a:lnTo>
                      <a:pt x="7" y="3"/>
                    </a:lnTo>
                    <a:lnTo>
                      <a:pt x="7" y="3"/>
                    </a:lnTo>
                    <a:lnTo>
                      <a:pt x="7" y="4"/>
                    </a:lnTo>
                    <a:lnTo>
                      <a:pt x="7" y="4"/>
                    </a:lnTo>
                    <a:lnTo>
                      <a:pt x="7" y="4"/>
                    </a:lnTo>
                    <a:lnTo>
                      <a:pt x="7" y="5"/>
                    </a:lnTo>
                    <a:lnTo>
                      <a:pt x="7" y="5"/>
                    </a:lnTo>
                    <a:lnTo>
                      <a:pt x="7" y="5"/>
                    </a:lnTo>
                    <a:lnTo>
                      <a:pt x="7" y="6"/>
                    </a:lnTo>
                    <a:lnTo>
                      <a:pt x="7" y="6"/>
                    </a:lnTo>
                    <a:lnTo>
                      <a:pt x="7" y="6"/>
                    </a:lnTo>
                    <a:lnTo>
                      <a:pt x="6" y="7"/>
                    </a:lnTo>
                    <a:lnTo>
                      <a:pt x="6" y="7"/>
                    </a:lnTo>
                    <a:lnTo>
                      <a:pt x="6" y="7"/>
                    </a:lnTo>
                    <a:lnTo>
                      <a:pt x="6" y="8"/>
                    </a:lnTo>
                    <a:lnTo>
                      <a:pt x="6" y="8"/>
                    </a:lnTo>
                    <a:lnTo>
                      <a:pt x="5" y="8"/>
                    </a:lnTo>
                    <a:lnTo>
                      <a:pt x="5" y="8"/>
                    </a:lnTo>
                    <a:lnTo>
                      <a:pt x="5" y="9"/>
                    </a:lnTo>
                    <a:lnTo>
                      <a:pt x="5" y="9"/>
                    </a:lnTo>
                    <a:lnTo>
                      <a:pt x="5" y="9"/>
                    </a:lnTo>
                    <a:lnTo>
                      <a:pt x="5" y="9"/>
                    </a:lnTo>
                    <a:lnTo>
                      <a:pt x="5" y="9"/>
                    </a:lnTo>
                    <a:lnTo>
                      <a:pt x="5" y="9"/>
                    </a:lnTo>
                    <a:lnTo>
                      <a:pt x="5" y="10"/>
                    </a:lnTo>
                    <a:lnTo>
                      <a:pt x="5" y="10"/>
                    </a:lnTo>
                    <a:lnTo>
                      <a:pt x="5" y="10"/>
                    </a:lnTo>
                    <a:lnTo>
                      <a:pt x="5" y="11"/>
                    </a:lnTo>
                    <a:lnTo>
                      <a:pt x="5" y="11"/>
                    </a:lnTo>
                    <a:lnTo>
                      <a:pt x="4" y="11"/>
                    </a:lnTo>
                    <a:lnTo>
                      <a:pt x="4" y="11"/>
                    </a:lnTo>
                    <a:lnTo>
                      <a:pt x="4" y="12"/>
                    </a:lnTo>
                    <a:lnTo>
                      <a:pt x="4" y="12"/>
                    </a:lnTo>
                    <a:lnTo>
                      <a:pt x="4" y="12"/>
                    </a:lnTo>
                    <a:lnTo>
                      <a:pt x="4" y="13"/>
                    </a:lnTo>
                    <a:lnTo>
                      <a:pt x="4" y="13"/>
                    </a:lnTo>
                    <a:lnTo>
                      <a:pt x="4" y="13"/>
                    </a:lnTo>
                    <a:lnTo>
                      <a:pt x="4" y="14"/>
                    </a:lnTo>
                    <a:lnTo>
                      <a:pt x="4" y="14"/>
                    </a:lnTo>
                    <a:lnTo>
                      <a:pt x="4" y="14"/>
                    </a:lnTo>
                    <a:lnTo>
                      <a:pt x="4" y="14"/>
                    </a:lnTo>
                    <a:lnTo>
                      <a:pt x="4" y="15"/>
                    </a:lnTo>
                    <a:lnTo>
                      <a:pt x="5" y="15"/>
                    </a:lnTo>
                    <a:lnTo>
                      <a:pt x="5" y="15"/>
                    </a:lnTo>
                    <a:lnTo>
                      <a:pt x="5" y="15"/>
                    </a:lnTo>
                    <a:lnTo>
                      <a:pt x="6" y="15"/>
                    </a:lnTo>
                    <a:lnTo>
                      <a:pt x="6" y="15"/>
                    </a:lnTo>
                    <a:lnTo>
                      <a:pt x="7" y="15"/>
                    </a:lnTo>
                    <a:lnTo>
                      <a:pt x="7" y="14"/>
                    </a:lnTo>
                    <a:lnTo>
                      <a:pt x="7" y="14"/>
                    </a:lnTo>
                    <a:lnTo>
                      <a:pt x="8" y="14"/>
                    </a:lnTo>
                    <a:lnTo>
                      <a:pt x="8" y="14"/>
                    </a:lnTo>
                    <a:lnTo>
                      <a:pt x="8" y="14"/>
                    </a:lnTo>
                    <a:lnTo>
                      <a:pt x="8" y="13"/>
                    </a:lnTo>
                    <a:lnTo>
                      <a:pt x="9" y="13"/>
                    </a:lnTo>
                    <a:lnTo>
                      <a:pt x="9" y="13"/>
                    </a:lnTo>
                    <a:lnTo>
                      <a:pt x="9" y="13"/>
                    </a:lnTo>
                    <a:lnTo>
                      <a:pt x="9" y="12"/>
                    </a:lnTo>
                    <a:lnTo>
                      <a:pt x="9" y="12"/>
                    </a:lnTo>
                    <a:lnTo>
                      <a:pt x="10" y="12"/>
                    </a:lnTo>
                    <a:lnTo>
                      <a:pt x="10" y="11"/>
                    </a:lnTo>
                    <a:lnTo>
                      <a:pt x="10" y="11"/>
                    </a:lnTo>
                    <a:lnTo>
                      <a:pt x="10" y="11"/>
                    </a:lnTo>
                    <a:lnTo>
                      <a:pt x="11" y="10"/>
                    </a:lnTo>
                    <a:lnTo>
                      <a:pt x="11" y="10"/>
                    </a:lnTo>
                    <a:lnTo>
                      <a:pt x="11" y="9"/>
                    </a:lnTo>
                    <a:lnTo>
                      <a:pt x="11" y="9"/>
                    </a:lnTo>
                    <a:lnTo>
                      <a:pt x="11" y="9"/>
                    </a:lnTo>
                    <a:lnTo>
                      <a:pt x="11" y="9"/>
                    </a:lnTo>
                    <a:lnTo>
                      <a:pt x="11" y="9"/>
                    </a:lnTo>
                    <a:lnTo>
                      <a:pt x="12" y="8"/>
                    </a:lnTo>
                    <a:lnTo>
                      <a:pt x="12" y="8"/>
                    </a:lnTo>
                    <a:lnTo>
                      <a:pt x="12" y="8"/>
                    </a:lnTo>
                    <a:lnTo>
                      <a:pt x="12" y="7"/>
                    </a:lnTo>
                    <a:lnTo>
                      <a:pt x="12" y="7"/>
                    </a:lnTo>
                    <a:lnTo>
                      <a:pt x="12" y="7"/>
                    </a:lnTo>
                    <a:lnTo>
                      <a:pt x="12" y="6"/>
                    </a:lnTo>
                    <a:lnTo>
                      <a:pt x="13" y="6"/>
                    </a:lnTo>
                    <a:lnTo>
                      <a:pt x="13" y="5"/>
                    </a:lnTo>
                    <a:lnTo>
                      <a:pt x="13" y="5"/>
                    </a:lnTo>
                    <a:lnTo>
                      <a:pt x="13" y="4"/>
                    </a:lnTo>
                    <a:lnTo>
                      <a:pt x="13" y="4"/>
                    </a:lnTo>
                    <a:lnTo>
                      <a:pt x="13" y="3"/>
                    </a:lnTo>
                    <a:lnTo>
                      <a:pt x="13" y="2"/>
                    </a:lnTo>
                    <a:lnTo>
                      <a:pt x="13" y="1"/>
                    </a:lnTo>
                    <a:lnTo>
                      <a:pt x="13" y="1"/>
                    </a:lnTo>
                    <a:lnTo>
                      <a:pt x="14" y="0"/>
                    </a:lnTo>
                    <a:lnTo>
                      <a:pt x="14" y="0"/>
                    </a:lnTo>
                    <a:lnTo>
                      <a:pt x="14" y="0"/>
                    </a:lnTo>
                    <a:lnTo>
                      <a:pt x="15" y="0"/>
                    </a:lnTo>
                    <a:lnTo>
                      <a:pt x="15" y="0"/>
                    </a:lnTo>
                    <a:lnTo>
                      <a:pt x="16" y="0"/>
                    </a:lnTo>
                    <a:lnTo>
                      <a:pt x="16" y="0"/>
                    </a:lnTo>
                    <a:lnTo>
                      <a:pt x="17" y="0"/>
                    </a:lnTo>
                    <a:lnTo>
                      <a:pt x="17" y="0"/>
                    </a:lnTo>
                    <a:lnTo>
                      <a:pt x="18" y="0"/>
                    </a:lnTo>
                    <a:lnTo>
                      <a:pt x="18" y="0"/>
                    </a:lnTo>
                    <a:lnTo>
                      <a:pt x="18" y="0"/>
                    </a:lnTo>
                    <a:lnTo>
                      <a:pt x="18" y="0"/>
                    </a:lnTo>
                    <a:lnTo>
                      <a:pt x="18" y="0"/>
                    </a:lnTo>
                    <a:lnTo>
                      <a:pt x="18" y="0"/>
                    </a:lnTo>
                    <a:lnTo>
                      <a:pt x="18" y="1"/>
                    </a:lnTo>
                    <a:lnTo>
                      <a:pt x="18" y="1"/>
                    </a:lnTo>
                    <a:lnTo>
                      <a:pt x="18" y="1"/>
                    </a:lnTo>
                    <a:lnTo>
                      <a:pt x="18" y="2"/>
                    </a:lnTo>
                    <a:lnTo>
                      <a:pt x="18" y="2"/>
                    </a:lnTo>
                    <a:lnTo>
                      <a:pt x="18" y="3"/>
                    </a:lnTo>
                    <a:lnTo>
                      <a:pt x="17" y="3"/>
                    </a:lnTo>
                    <a:lnTo>
                      <a:pt x="17" y="3"/>
                    </a:lnTo>
                    <a:lnTo>
                      <a:pt x="17" y="3"/>
                    </a:lnTo>
                    <a:lnTo>
                      <a:pt x="17" y="4"/>
                    </a:lnTo>
                    <a:lnTo>
                      <a:pt x="17" y="4"/>
                    </a:lnTo>
                    <a:lnTo>
                      <a:pt x="17" y="4"/>
                    </a:lnTo>
                    <a:lnTo>
                      <a:pt x="17" y="5"/>
                    </a:lnTo>
                    <a:lnTo>
                      <a:pt x="17" y="5"/>
                    </a:lnTo>
                    <a:lnTo>
                      <a:pt x="17" y="5"/>
                    </a:lnTo>
                    <a:lnTo>
                      <a:pt x="17" y="6"/>
                    </a:lnTo>
                    <a:lnTo>
                      <a:pt x="17" y="6"/>
                    </a:lnTo>
                    <a:lnTo>
                      <a:pt x="17" y="6"/>
                    </a:lnTo>
                    <a:lnTo>
                      <a:pt x="17" y="7"/>
                    </a:lnTo>
                    <a:lnTo>
                      <a:pt x="17" y="7"/>
                    </a:lnTo>
                    <a:lnTo>
                      <a:pt x="16" y="7"/>
                    </a:lnTo>
                    <a:lnTo>
                      <a:pt x="16" y="7"/>
                    </a:lnTo>
                    <a:lnTo>
                      <a:pt x="16" y="8"/>
                    </a:lnTo>
                    <a:lnTo>
                      <a:pt x="16" y="8"/>
                    </a:lnTo>
                    <a:lnTo>
                      <a:pt x="16" y="8"/>
                    </a:lnTo>
                    <a:lnTo>
                      <a:pt x="16" y="9"/>
                    </a:lnTo>
                    <a:lnTo>
                      <a:pt x="16" y="9"/>
                    </a:lnTo>
                    <a:lnTo>
                      <a:pt x="16" y="9"/>
                    </a:lnTo>
                    <a:lnTo>
                      <a:pt x="16" y="9"/>
                    </a:lnTo>
                    <a:lnTo>
                      <a:pt x="16" y="9"/>
                    </a:lnTo>
                    <a:lnTo>
                      <a:pt x="16" y="9"/>
                    </a:lnTo>
                    <a:lnTo>
                      <a:pt x="16" y="10"/>
                    </a:lnTo>
                    <a:lnTo>
                      <a:pt x="16" y="10"/>
                    </a:lnTo>
                    <a:lnTo>
                      <a:pt x="16" y="10"/>
                    </a:lnTo>
                    <a:lnTo>
                      <a:pt x="15" y="10"/>
                    </a:lnTo>
                    <a:lnTo>
                      <a:pt x="15" y="11"/>
                    </a:lnTo>
                    <a:lnTo>
                      <a:pt x="15" y="11"/>
                    </a:lnTo>
                    <a:lnTo>
                      <a:pt x="15" y="11"/>
                    </a:lnTo>
                    <a:lnTo>
                      <a:pt x="15" y="12"/>
                    </a:lnTo>
                    <a:lnTo>
                      <a:pt x="15" y="12"/>
                    </a:lnTo>
                    <a:lnTo>
                      <a:pt x="15" y="12"/>
                    </a:lnTo>
                    <a:lnTo>
                      <a:pt x="15" y="13"/>
                    </a:lnTo>
                    <a:lnTo>
                      <a:pt x="15" y="13"/>
                    </a:lnTo>
                    <a:lnTo>
                      <a:pt x="15" y="13"/>
                    </a:lnTo>
                    <a:lnTo>
                      <a:pt x="15" y="14"/>
                    </a:lnTo>
                    <a:lnTo>
                      <a:pt x="15" y="14"/>
                    </a:lnTo>
                    <a:lnTo>
                      <a:pt x="15" y="14"/>
                    </a:lnTo>
                    <a:lnTo>
                      <a:pt x="16" y="14"/>
                    </a:lnTo>
                    <a:lnTo>
                      <a:pt x="16" y="15"/>
                    </a:lnTo>
                    <a:lnTo>
                      <a:pt x="16" y="15"/>
                    </a:lnTo>
                    <a:lnTo>
                      <a:pt x="16" y="15"/>
                    </a:lnTo>
                    <a:lnTo>
                      <a:pt x="16" y="16"/>
                    </a:lnTo>
                    <a:lnTo>
                      <a:pt x="17" y="16"/>
                    </a:lnTo>
                    <a:lnTo>
                      <a:pt x="17" y="16"/>
                    </a:lnTo>
                    <a:lnTo>
                      <a:pt x="18" y="16"/>
                    </a:lnTo>
                    <a:lnTo>
                      <a:pt x="18" y="15"/>
                    </a:lnTo>
                    <a:lnTo>
                      <a:pt x="19" y="15"/>
                    </a:lnTo>
                    <a:lnTo>
                      <a:pt x="19" y="15"/>
                    </a:lnTo>
                    <a:lnTo>
                      <a:pt x="20" y="14"/>
                    </a:lnTo>
                    <a:lnTo>
                      <a:pt x="20" y="14"/>
                    </a:lnTo>
                    <a:lnTo>
                      <a:pt x="20" y="14"/>
                    </a:lnTo>
                    <a:lnTo>
                      <a:pt x="20" y="14"/>
                    </a:lnTo>
                    <a:lnTo>
                      <a:pt x="21" y="13"/>
                    </a:lnTo>
                    <a:lnTo>
                      <a:pt x="21" y="13"/>
                    </a:lnTo>
                    <a:lnTo>
                      <a:pt x="21" y="13"/>
                    </a:lnTo>
                    <a:lnTo>
                      <a:pt x="21" y="13"/>
                    </a:lnTo>
                    <a:lnTo>
                      <a:pt x="21" y="12"/>
                    </a:lnTo>
                    <a:lnTo>
                      <a:pt x="21" y="12"/>
                    </a:lnTo>
                    <a:lnTo>
                      <a:pt x="22" y="12"/>
                    </a:lnTo>
                    <a:lnTo>
                      <a:pt x="22" y="12"/>
                    </a:lnTo>
                    <a:lnTo>
                      <a:pt x="22" y="11"/>
                    </a:lnTo>
                    <a:lnTo>
                      <a:pt x="22" y="11"/>
                    </a:lnTo>
                    <a:lnTo>
                      <a:pt x="22" y="11"/>
                    </a:lnTo>
                    <a:lnTo>
                      <a:pt x="22" y="10"/>
                    </a:lnTo>
                    <a:lnTo>
                      <a:pt x="22" y="10"/>
                    </a:lnTo>
                    <a:lnTo>
                      <a:pt x="22" y="10"/>
                    </a:lnTo>
                    <a:lnTo>
                      <a:pt x="23" y="10"/>
                    </a:lnTo>
                    <a:lnTo>
                      <a:pt x="23" y="9"/>
                    </a:lnTo>
                    <a:lnTo>
                      <a:pt x="23" y="9"/>
                    </a:lnTo>
                    <a:lnTo>
                      <a:pt x="23" y="9"/>
                    </a:lnTo>
                    <a:lnTo>
                      <a:pt x="23" y="9"/>
                    </a:lnTo>
                    <a:lnTo>
                      <a:pt x="23" y="9"/>
                    </a:lnTo>
                    <a:lnTo>
                      <a:pt x="23" y="9"/>
                    </a:lnTo>
                    <a:lnTo>
                      <a:pt x="23" y="8"/>
                    </a:lnTo>
                    <a:lnTo>
                      <a:pt x="23" y="8"/>
                    </a:lnTo>
                    <a:lnTo>
                      <a:pt x="23" y="8"/>
                    </a:lnTo>
                    <a:lnTo>
                      <a:pt x="23" y="7"/>
                    </a:lnTo>
                    <a:lnTo>
                      <a:pt x="23" y="7"/>
                    </a:lnTo>
                    <a:lnTo>
                      <a:pt x="23" y="7"/>
                    </a:lnTo>
                    <a:lnTo>
                      <a:pt x="23" y="6"/>
                    </a:lnTo>
                    <a:lnTo>
                      <a:pt x="23" y="6"/>
                    </a:lnTo>
                    <a:lnTo>
                      <a:pt x="24" y="6"/>
                    </a:lnTo>
                    <a:lnTo>
                      <a:pt x="23" y="6"/>
                    </a:lnTo>
                    <a:lnTo>
                      <a:pt x="23" y="5"/>
                    </a:lnTo>
                    <a:lnTo>
                      <a:pt x="23" y="5"/>
                    </a:lnTo>
                    <a:lnTo>
                      <a:pt x="23" y="5"/>
                    </a:lnTo>
                    <a:lnTo>
                      <a:pt x="23" y="4"/>
                    </a:lnTo>
                    <a:lnTo>
                      <a:pt x="23" y="4"/>
                    </a:lnTo>
                    <a:lnTo>
                      <a:pt x="23" y="4"/>
                    </a:lnTo>
                    <a:lnTo>
                      <a:pt x="23" y="4"/>
                    </a:lnTo>
                    <a:lnTo>
                      <a:pt x="22" y="4"/>
                    </a:lnTo>
                    <a:lnTo>
                      <a:pt x="22" y="3"/>
                    </a:lnTo>
                    <a:lnTo>
                      <a:pt x="22" y="3"/>
                    </a:lnTo>
                    <a:lnTo>
                      <a:pt x="22" y="3"/>
                    </a:lnTo>
                    <a:lnTo>
                      <a:pt x="22" y="3"/>
                    </a:lnTo>
                    <a:lnTo>
                      <a:pt x="22" y="2"/>
                    </a:lnTo>
                    <a:lnTo>
                      <a:pt x="22" y="2"/>
                    </a:lnTo>
                    <a:lnTo>
                      <a:pt x="21" y="2"/>
                    </a:lnTo>
                    <a:lnTo>
                      <a:pt x="21" y="1"/>
                    </a:lnTo>
                    <a:lnTo>
                      <a:pt x="21" y="1"/>
                    </a:lnTo>
                    <a:lnTo>
                      <a:pt x="21" y="1"/>
                    </a:lnTo>
                    <a:lnTo>
                      <a:pt x="21" y="0"/>
                    </a:lnTo>
                    <a:lnTo>
                      <a:pt x="22" y="0"/>
                    </a:lnTo>
                    <a:lnTo>
                      <a:pt x="22" y="0"/>
                    </a:lnTo>
                    <a:lnTo>
                      <a:pt x="22" y="0"/>
                    </a:lnTo>
                    <a:lnTo>
                      <a:pt x="22" y="0"/>
                    </a:lnTo>
                    <a:lnTo>
                      <a:pt x="22" y="0"/>
                    </a:lnTo>
                    <a:lnTo>
                      <a:pt x="23" y="0"/>
                    </a:lnTo>
                    <a:lnTo>
                      <a:pt x="23" y="0"/>
                    </a:lnTo>
                    <a:lnTo>
                      <a:pt x="24" y="0"/>
                    </a:lnTo>
                    <a:lnTo>
                      <a:pt x="24" y="0"/>
                    </a:lnTo>
                    <a:lnTo>
                      <a:pt x="24" y="0"/>
                    </a:lnTo>
                    <a:lnTo>
                      <a:pt x="25" y="0"/>
                    </a:lnTo>
                    <a:lnTo>
                      <a:pt x="25" y="0"/>
                    </a:lnTo>
                    <a:lnTo>
                      <a:pt x="25" y="0"/>
                    </a:lnTo>
                    <a:lnTo>
                      <a:pt x="25" y="0"/>
                    </a:lnTo>
                    <a:lnTo>
                      <a:pt x="25" y="1"/>
                    </a:lnTo>
                    <a:lnTo>
                      <a:pt x="25" y="1"/>
                    </a:lnTo>
                    <a:lnTo>
                      <a:pt x="26" y="1"/>
                    </a:lnTo>
                    <a:lnTo>
                      <a:pt x="26" y="1"/>
                    </a:lnTo>
                    <a:lnTo>
                      <a:pt x="26" y="2"/>
                    </a:lnTo>
                    <a:lnTo>
                      <a:pt x="26" y="2"/>
                    </a:lnTo>
                    <a:lnTo>
                      <a:pt x="26" y="3"/>
                    </a:lnTo>
                    <a:lnTo>
                      <a:pt x="26" y="3"/>
                    </a:lnTo>
                    <a:lnTo>
                      <a:pt x="26" y="3"/>
                    </a:lnTo>
                    <a:lnTo>
                      <a:pt x="26" y="4"/>
                    </a:lnTo>
                    <a:lnTo>
                      <a:pt x="26" y="4"/>
                    </a:lnTo>
                    <a:lnTo>
                      <a:pt x="26" y="5"/>
                    </a:lnTo>
                    <a:lnTo>
                      <a:pt x="25" y="6"/>
                    </a:lnTo>
                    <a:lnTo>
                      <a:pt x="25" y="6"/>
                    </a:lnTo>
                    <a:lnTo>
                      <a:pt x="25" y="7"/>
                    </a:lnTo>
                    <a:lnTo>
                      <a:pt x="25" y="7"/>
                    </a:lnTo>
                    <a:lnTo>
                      <a:pt x="25" y="7"/>
                    </a:lnTo>
                    <a:lnTo>
                      <a:pt x="25" y="8"/>
                    </a:lnTo>
                    <a:lnTo>
                      <a:pt x="25" y="8"/>
                    </a:lnTo>
                    <a:lnTo>
                      <a:pt x="25" y="8"/>
                    </a:lnTo>
                    <a:lnTo>
                      <a:pt x="25" y="9"/>
                    </a:lnTo>
                    <a:lnTo>
                      <a:pt x="25" y="9"/>
                    </a:lnTo>
                    <a:lnTo>
                      <a:pt x="25" y="9"/>
                    </a:lnTo>
                    <a:lnTo>
                      <a:pt x="24" y="9"/>
                    </a:lnTo>
                    <a:lnTo>
                      <a:pt x="24" y="10"/>
                    </a:lnTo>
                    <a:lnTo>
                      <a:pt x="24" y="10"/>
                    </a:lnTo>
                    <a:lnTo>
                      <a:pt x="24" y="10"/>
                    </a:lnTo>
                    <a:lnTo>
                      <a:pt x="24" y="11"/>
                    </a:lnTo>
                    <a:lnTo>
                      <a:pt x="24" y="11"/>
                    </a:lnTo>
                    <a:lnTo>
                      <a:pt x="23" y="11"/>
                    </a:lnTo>
                    <a:lnTo>
                      <a:pt x="23" y="12"/>
                    </a:lnTo>
                    <a:lnTo>
                      <a:pt x="23" y="12"/>
                    </a:lnTo>
                    <a:lnTo>
                      <a:pt x="23" y="13"/>
                    </a:lnTo>
                    <a:lnTo>
                      <a:pt x="23" y="13"/>
                    </a:lnTo>
                    <a:lnTo>
                      <a:pt x="22" y="13"/>
                    </a:lnTo>
                    <a:lnTo>
                      <a:pt x="22" y="14"/>
                    </a:lnTo>
                    <a:lnTo>
                      <a:pt x="22" y="14"/>
                    </a:lnTo>
                    <a:lnTo>
                      <a:pt x="22" y="14"/>
                    </a:lnTo>
                    <a:lnTo>
                      <a:pt x="22" y="15"/>
                    </a:lnTo>
                    <a:lnTo>
                      <a:pt x="21" y="15"/>
                    </a:lnTo>
                    <a:lnTo>
                      <a:pt x="21" y="16"/>
                    </a:lnTo>
                    <a:lnTo>
                      <a:pt x="21" y="16"/>
                    </a:lnTo>
                    <a:lnTo>
                      <a:pt x="20" y="16"/>
                    </a:lnTo>
                    <a:lnTo>
                      <a:pt x="20" y="16"/>
                    </a:lnTo>
                    <a:lnTo>
                      <a:pt x="20" y="16"/>
                    </a:lnTo>
                    <a:lnTo>
                      <a:pt x="20" y="17"/>
                    </a:lnTo>
                    <a:lnTo>
                      <a:pt x="19" y="17"/>
                    </a:lnTo>
                    <a:lnTo>
                      <a:pt x="18" y="17"/>
                    </a:lnTo>
                    <a:lnTo>
                      <a:pt x="18" y="17"/>
                    </a:lnTo>
                    <a:lnTo>
                      <a:pt x="18" y="18"/>
                    </a:lnTo>
                    <a:lnTo>
                      <a:pt x="17" y="18"/>
                    </a:lnTo>
                    <a:lnTo>
                      <a:pt x="17" y="18"/>
                    </a:lnTo>
                    <a:lnTo>
                      <a:pt x="16" y="18"/>
                    </a:lnTo>
                    <a:lnTo>
                      <a:pt x="16" y="18"/>
                    </a:lnTo>
                    <a:lnTo>
                      <a:pt x="15" y="18"/>
                    </a:lnTo>
                    <a:lnTo>
                      <a:pt x="15" y="18"/>
                    </a:lnTo>
                    <a:lnTo>
                      <a:pt x="14" y="18"/>
                    </a:lnTo>
                    <a:lnTo>
                      <a:pt x="14" y="18"/>
                    </a:lnTo>
                    <a:lnTo>
                      <a:pt x="14" y="18"/>
                    </a:lnTo>
                    <a:lnTo>
                      <a:pt x="13" y="18"/>
                    </a:lnTo>
                    <a:lnTo>
                      <a:pt x="13" y="17"/>
                    </a:lnTo>
                    <a:lnTo>
                      <a:pt x="13" y="17"/>
                    </a:lnTo>
                    <a:lnTo>
                      <a:pt x="13" y="17"/>
                    </a:lnTo>
                    <a:lnTo>
                      <a:pt x="13" y="17"/>
                    </a:lnTo>
                    <a:lnTo>
                      <a:pt x="12" y="17"/>
                    </a:lnTo>
                    <a:lnTo>
                      <a:pt x="12" y="16"/>
                    </a:lnTo>
                    <a:lnTo>
                      <a:pt x="12" y="16"/>
                    </a:lnTo>
                    <a:lnTo>
                      <a:pt x="12" y="16"/>
                    </a:lnTo>
                    <a:lnTo>
                      <a:pt x="12" y="15"/>
                    </a:lnTo>
                    <a:lnTo>
                      <a:pt x="12" y="15"/>
                    </a:lnTo>
                    <a:lnTo>
                      <a:pt x="12" y="14"/>
                    </a:lnTo>
                    <a:lnTo>
                      <a:pt x="11" y="14"/>
                    </a:lnTo>
                    <a:lnTo>
                      <a:pt x="11" y="14"/>
                    </a:lnTo>
                    <a:lnTo>
                      <a:pt x="11" y="14"/>
                    </a:lnTo>
                    <a:lnTo>
                      <a:pt x="11" y="13"/>
                    </a:lnTo>
                    <a:lnTo>
                      <a:pt x="11" y="13"/>
                    </a:lnTo>
                    <a:lnTo>
                      <a:pt x="11" y="13"/>
                    </a:lnTo>
                    <a:lnTo>
                      <a:pt x="11" y="12"/>
                    </a:lnTo>
                    <a:lnTo>
                      <a:pt x="12" y="12"/>
                    </a:lnTo>
                  </a:path>
                </a:pathLst>
              </a:custGeom>
              <a:solidFill>
                <a:srgbClr val="000000"/>
              </a:solidFill>
              <a:ln cap="rnd">
                <a:noFill/>
                <a:round/>
              </a:ln>
              <a:effectLst/>
            </p:spPr>
          </p:sp>
          <p:sp>
            <p:nvSpPr>
              <p:cNvPr id="57472" name=""/>
              <p:cNvSpPr/>
              <p:nvPr/>
            </p:nvSpPr>
            <p:spPr>
              <a:xfrm>
                <a:off x="3976" y="2967"/>
                <a:ext cx="18" cy="32"/>
              </a:xfrm>
              <a:custGeom>
                <a:pathLst>
                  <a:path w="18" h="32">
                    <a:moveTo>
                      <a:pt x="4" y="0"/>
                    </a:moveTo>
                    <a:lnTo>
                      <a:pt x="4" y="0"/>
                    </a:lnTo>
                    <a:lnTo>
                      <a:pt x="5" y="0"/>
                    </a:lnTo>
                    <a:lnTo>
                      <a:pt x="5" y="0"/>
                    </a:lnTo>
                    <a:lnTo>
                      <a:pt x="6" y="0"/>
                    </a:lnTo>
                    <a:lnTo>
                      <a:pt x="6" y="0"/>
                    </a:lnTo>
                    <a:lnTo>
                      <a:pt x="7" y="0"/>
                    </a:lnTo>
                    <a:lnTo>
                      <a:pt x="7" y="0"/>
                    </a:lnTo>
                    <a:lnTo>
                      <a:pt x="8" y="0"/>
                    </a:lnTo>
                    <a:lnTo>
                      <a:pt x="8" y="0"/>
                    </a:lnTo>
                    <a:lnTo>
                      <a:pt x="9" y="0"/>
                    </a:lnTo>
                    <a:lnTo>
                      <a:pt x="9" y="0"/>
                    </a:lnTo>
                    <a:lnTo>
                      <a:pt x="10" y="0"/>
                    </a:lnTo>
                    <a:lnTo>
                      <a:pt x="10" y="0"/>
                    </a:lnTo>
                    <a:lnTo>
                      <a:pt x="11" y="0"/>
                    </a:lnTo>
                    <a:lnTo>
                      <a:pt x="11" y="0"/>
                    </a:lnTo>
                    <a:lnTo>
                      <a:pt x="12" y="0"/>
                    </a:lnTo>
                    <a:lnTo>
                      <a:pt x="12" y="0"/>
                    </a:lnTo>
                    <a:lnTo>
                      <a:pt x="13" y="0"/>
                    </a:lnTo>
                    <a:lnTo>
                      <a:pt x="13" y="0"/>
                    </a:lnTo>
                    <a:lnTo>
                      <a:pt x="14" y="0"/>
                    </a:lnTo>
                    <a:lnTo>
                      <a:pt x="14" y="0"/>
                    </a:lnTo>
                    <a:lnTo>
                      <a:pt x="15" y="0"/>
                    </a:lnTo>
                    <a:lnTo>
                      <a:pt x="15" y="0"/>
                    </a:lnTo>
                    <a:lnTo>
                      <a:pt x="16" y="0"/>
                    </a:lnTo>
                    <a:lnTo>
                      <a:pt x="16" y="0"/>
                    </a:lnTo>
                    <a:lnTo>
                      <a:pt x="17" y="0"/>
                    </a:lnTo>
                    <a:lnTo>
                      <a:pt x="17" y="0"/>
                    </a:lnTo>
                    <a:lnTo>
                      <a:pt x="17" y="0"/>
                    </a:lnTo>
                    <a:lnTo>
                      <a:pt x="17" y="0"/>
                    </a:lnTo>
                    <a:lnTo>
                      <a:pt x="17" y="0"/>
                    </a:lnTo>
                    <a:lnTo>
                      <a:pt x="17" y="0"/>
                    </a:lnTo>
                    <a:lnTo>
                      <a:pt x="17" y="1"/>
                    </a:lnTo>
                    <a:lnTo>
                      <a:pt x="17" y="1"/>
                    </a:lnTo>
                    <a:lnTo>
                      <a:pt x="16" y="1"/>
                    </a:lnTo>
                    <a:lnTo>
                      <a:pt x="16" y="1"/>
                    </a:lnTo>
                    <a:lnTo>
                      <a:pt x="15" y="1"/>
                    </a:lnTo>
                    <a:lnTo>
                      <a:pt x="15" y="1"/>
                    </a:lnTo>
                    <a:lnTo>
                      <a:pt x="14" y="1"/>
                    </a:lnTo>
                    <a:lnTo>
                      <a:pt x="14" y="1"/>
                    </a:lnTo>
                    <a:lnTo>
                      <a:pt x="14" y="1"/>
                    </a:lnTo>
                    <a:lnTo>
                      <a:pt x="13" y="1"/>
                    </a:lnTo>
                    <a:lnTo>
                      <a:pt x="13" y="2"/>
                    </a:lnTo>
                    <a:lnTo>
                      <a:pt x="13" y="2"/>
                    </a:lnTo>
                    <a:lnTo>
                      <a:pt x="13" y="3"/>
                    </a:lnTo>
                    <a:lnTo>
                      <a:pt x="13" y="3"/>
                    </a:lnTo>
                    <a:lnTo>
                      <a:pt x="13" y="3"/>
                    </a:lnTo>
                    <a:lnTo>
                      <a:pt x="13" y="4"/>
                    </a:lnTo>
                    <a:lnTo>
                      <a:pt x="13" y="5"/>
                    </a:lnTo>
                    <a:lnTo>
                      <a:pt x="12" y="5"/>
                    </a:lnTo>
                    <a:lnTo>
                      <a:pt x="12" y="6"/>
                    </a:lnTo>
                    <a:lnTo>
                      <a:pt x="12" y="6"/>
                    </a:lnTo>
                    <a:lnTo>
                      <a:pt x="12" y="7"/>
                    </a:lnTo>
                    <a:lnTo>
                      <a:pt x="12" y="7"/>
                    </a:lnTo>
                    <a:lnTo>
                      <a:pt x="12" y="7"/>
                    </a:lnTo>
                    <a:lnTo>
                      <a:pt x="12" y="8"/>
                    </a:lnTo>
                    <a:lnTo>
                      <a:pt x="12" y="8"/>
                    </a:lnTo>
                    <a:lnTo>
                      <a:pt x="12" y="9"/>
                    </a:lnTo>
                    <a:lnTo>
                      <a:pt x="12" y="9"/>
                    </a:lnTo>
                    <a:lnTo>
                      <a:pt x="12" y="9"/>
                    </a:lnTo>
                    <a:lnTo>
                      <a:pt x="12" y="10"/>
                    </a:lnTo>
                    <a:lnTo>
                      <a:pt x="11" y="10"/>
                    </a:lnTo>
                    <a:lnTo>
                      <a:pt x="11" y="10"/>
                    </a:lnTo>
                    <a:lnTo>
                      <a:pt x="11" y="11"/>
                    </a:lnTo>
                    <a:lnTo>
                      <a:pt x="11" y="11"/>
                    </a:lnTo>
                    <a:lnTo>
                      <a:pt x="11" y="12"/>
                    </a:lnTo>
                    <a:lnTo>
                      <a:pt x="11" y="12"/>
                    </a:lnTo>
                    <a:lnTo>
                      <a:pt x="11" y="12"/>
                    </a:lnTo>
                    <a:lnTo>
                      <a:pt x="11" y="13"/>
                    </a:lnTo>
                    <a:lnTo>
                      <a:pt x="11" y="13"/>
                    </a:lnTo>
                    <a:lnTo>
                      <a:pt x="11" y="14"/>
                    </a:lnTo>
                    <a:lnTo>
                      <a:pt x="11" y="14"/>
                    </a:lnTo>
                    <a:lnTo>
                      <a:pt x="10" y="15"/>
                    </a:lnTo>
                    <a:lnTo>
                      <a:pt x="10" y="16"/>
                    </a:lnTo>
                    <a:lnTo>
                      <a:pt x="10" y="16"/>
                    </a:lnTo>
                    <a:lnTo>
                      <a:pt x="10" y="16"/>
                    </a:lnTo>
                    <a:lnTo>
                      <a:pt x="10" y="17"/>
                    </a:lnTo>
                    <a:lnTo>
                      <a:pt x="10" y="17"/>
                    </a:lnTo>
                    <a:lnTo>
                      <a:pt x="10" y="18"/>
                    </a:lnTo>
                    <a:lnTo>
                      <a:pt x="10" y="18"/>
                    </a:lnTo>
                    <a:lnTo>
                      <a:pt x="10" y="18"/>
                    </a:lnTo>
                    <a:lnTo>
                      <a:pt x="9" y="19"/>
                    </a:lnTo>
                    <a:lnTo>
                      <a:pt x="9" y="19"/>
                    </a:lnTo>
                    <a:lnTo>
                      <a:pt x="9" y="20"/>
                    </a:lnTo>
                    <a:lnTo>
                      <a:pt x="9" y="20"/>
                    </a:lnTo>
                    <a:lnTo>
                      <a:pt x="9" y="20"/>
                    </a:lnTo>
                    <a:lnTo>
                      <a:pt x="9" y="20"/>
                    </a:lnTo>
                    <a:lnTo>
                      <a:pt x="9" y="21"/>
                    </a:lnTo>
                    <a:lnTo>
                      <a:pt x="9" y="21"/>
                    </a:lnTo>
                    <a:lnTo>
                      <a:pt x="9" y="21"/>
                    </a:lnTo>
                    <a:lnTo>
                      <a:pt x="9" y="22"/>
                    </a:lnTo>
                    <a:lnTo>
                      <a:pt x="9" y="22"/>
                    </a:lnTo>
                    <a:lnTo>
                      <a:pt x="9" y="23"/>
                    </a:lnTo>
                    <a:lnTo>
                      <a:pt x="8" y="23"/>
                    </a:lnTo>
                    <a:lnTo>
                      <a:pt x="8" y="23"/>
                    </a:lnTo>
                    <a:lnTo>
                      <a:pt x="8" y="24"/>
                    </a:lnTo>
                    <a:lnTo>
                      <a:pt x="8" y="25"/>
                    </a:lnTo>
                    <a:lnTo>
                      <a:pt x="8" y="25"/>
                    </a:lnTo>
                    <a:lnTo>
                      <a:pt x="8" y="26"/>
                    </a:lnTo>
                    <a:lnTo>
                      <a:pt x="8" y="26"/>
                    </a:lnTo>
                    <a:lnTo>
                      <a:pt x="8" y="27"/>
                    </a:lnTo>
                    <a:lnTo>
                      <a:pt x="8" y="27"/>
                    </a:lnTo>
                    <a:lnTo>
                      <a:pt x="8" y="27"/>
                    </a:lnTo>
                    <a:lnTo>
                      <a:pt x="8" y="28"/>
                    </a:lnTo>
                    <a:lnTo>
                      <a:pt x="8" y="28"/>
                    </a:lnTo>
                    <a:lnTo>
                      <a:pt x="8" y="28"/>
                    </a:lnTo>
                    <a:lnTo>
                      <a:pt x="9" y="29"/>
                    </a:lnTo>
                    <a:lnTo>
                      <a:pt x="9" y="29"/>
                    </a:lnTo>
                    <a:lnTo>
                      <a:pt x="10" y="29"/>
                    </a:lnTo>
                    <a:lnTo>
                      <a:pt x="10" y="29"/>
                    </a:lnTo>
                    <a:lnTo>
                      <a:pt x="11" y="29"/>
                    </a:lnTo>
                    <a:lnTo>
                      <a:pt x="11" y="29"/>
                    </a:lnTo>
                    <a:lnTo>
                      <a:pt x="12" y="29"/>
                    </a:lnTo>
                    <a:lnTo>
                      <a:pt x="11" y="29"/>
                    </a:lnTo>
                    <a:lnTo>
                      <a:pt x="11" y="29"/>
                    </a:lnTo>
                    <a:lnTo>
                      <a:pt x="11" y="29"/>
                    </a:lnTo>
                    <a:lnTo>
                      <a:pt x="11" y="30"/>
                    </a:lnTo>
                    <a:lnTo>
                      <a:pt x="11" y="30"/>
                    </a:lnTo>
                    <a:lnTo>
                      <a:pt x="11" y="31"/>
                    </a:lnTo>
                    <a:lnTo>
                      <a:pt x="11" y="31"/>
                    </a:lnTo>
                    <a:lnTo>
                      <a:pt x="11" y="31"/>
                    </a:lnTo>
                    <a:lnTo>
                      <a:pt x="10" y="31"/>
                    </a:lnTo>
                    <a:lnTo>
                      <a:pt x="10" y="31"/>
                    </a:lnTo>
                    <a:lnTo>
                      <a:pt x="9" y="31"/>
                    </a:lnTo>
                    <a:lnTo>
                      <a:pt x="9" y="31"/>
                    </a:lnTo>
                    <a:lnTo>
                      <a:pt x="8" y="31"/>
                    </a:lnTo>
                    <a:lnTo>
                      <a:pt x="8" y="31"/>
                    </a:lnTo>
                    <a:lnTo>
                      <a:pt x="7" y="31"/>
                    </a:lnTo>
                    <a:lnTo>
                      <a:pt x="7" y="31"/>
                    </a:lnTo>
                    <a:lnTo>
                      <a:pt x="6" y="31"/>
                    </a:lnTo>
                    <a:lnTo>
                      <a:pt x="6" y="31"/>
                    </a:lnTo>
                    <a:lnTo>
                      <a:pt x="5" y="31"/>
                    </a:lnTo>
                    <a:lnTo>
                      <a:pt x="5" y="31"/>
                    </a:lnTo>
                    <a:lnTo>
                      <a:pt x="4" y="31"/>
                    </a:lnTo>
                    <a:lnTo>
                      <a:pt x="4" y="31"/>
                    </a:lnTo>
                    <a:lnTo>
                      <a:pt x="3" y="31"/>
                    </a:lnTo>
                    <a:lnTo>
                      <a:pt x="3" y="31"/>
                    </a:lnTo>
                    <a:lnTo>
                      <a:pt x="2" y="31"/>
                    </a:lnTo>
                    <a:lnTo>
                      <a:pt x="2" y="31"/>
                    </a:lnTo>
                    <a:lnTo>
                      <a:pt x="1" y="31"/>
                    </a:lnTo>
                    <a:lnTo>
                      <a:pt x="1" y="31"/>
                    </a:lnTo>
                    <a:lnTo>
                      <a:pt x="0" y="31"/>
                    </a:lnTo>
                    <a:lnTo>
                      <a:pt x="0" y="31"/>
                    </a:lnTo>
                    <a:lnTo>
                      <a:pt x="0" y="31"/>
                    </a:lnTo>
                    <a:lnTo>
                      <a:pt x="0" y="31"/>
                    </a:lnTo>
                    <a:lnTo>
                      <a:pt x="0" y="31"/>
                    </a:lnTo>
                    <a:lnTo>
                      <a:pt x="0" y="30"/>
                    </a:lnTo>
                    <a:lnTo>
                      <a:pt x="0" y="30"/>
                    </a:lnTo>
                    <a:lnTo>
                      <a:pt x="0" y="29"/>
                    </a:lnTo>
                    <a:lnTo>
                      <a:pt x="0" y="29"/>
                    </a:lnTo>
                    <a:lnTo>
                      <a:pt x="0" y="29"/>
                    </a:lnTo>
                    <a:lnTo>
                      <a:pt x="0" y="29"/>
                    </a:lnTo>
                    <a:lnTo>
                      <a:pt x="0" y="29"/>
                    </a:lnTo>
                    <a:lnTo>
                      <a:pt x="0" y="29"/>
                    </a:lnTo>
                    <a:lnTo>
                      <a:pt x="1" y="29"/>
                    </a:lnTo>
                    <a:lnTo>
                      <a:pt x="1" y="29"/>
                    </a:lnTo>
                    <a:lnTo>
                      <a:pt x="1" y="28"/>
                    </a:lnTo>
                    <a:lnTo>
                      <a:pt x="2" y="28"/>
                    </a:lnTo>
                    <a:lnTo>
                      <a:pt x="2" y="28"/>
                    </a:lnTo>
                    <a:lnTo>
                      <a:pt x="2" y="27"/>
                    </a:lnTo>
                    <a:lnTo>
                      <a:pt x="2" y="27"/>
                    </a:lnTo>
                    <a:lnTo>
                      <a:pt x="2" y="27"/>
                    </a:lnTo>
                    <a:lnTo>
                      <a:pt x="2" y="26"/>
                    </a:lnTo>
                    <a:lnTo>
                      <a:pt x="3" y="26"/>
                    </a:lnTo>
                    <a:lnTo>
                      <a:pt x="3" y="25"/>
                    </a:lnTo>
                    <a:lnTo>
                      <a:pt x="3" y="25"/>
                    </a:lnTo>
                    <a:lnTo>
                      <a:pt x="3" y="25"/>
                    </a:lnTo>
                    <a:lnTo>
                      <a:pt x="3" y="24"/>
                    </a:lnTo>
                    <a:lnTo>
                      <a:pt x="3" y="24"/>
                    </a:lnTo>
                    <a:lnTo>
                      <a:pt x="3" y="23"/>
                    </a:lnTo>
                    <a:lnTo>
                      <a:pt x="3" y="22"/>
                    </a:lnTo>
                    <a:lnTo>
                      <a:pt x="3" y="22"/>
                    </a:lnTo>
                    <a:lnTo>
                      <a:pt x="3" y="21"/>
                    </a:lnTo>
                    <a:lnTo>
                      <a:pt x="3" y="21"/>
                    </a:lnTo>
                    <a:lnTo>
                      <a:pt x="4" y="21"/>
                    </a:lnTo>
                    <a:lnTo>
                      <a:pt x="4" y="20"/>
                    </a:lnTo>
                    <a:lnTo>
                      <a:pt x="4" y="20"/>
                    </a:lnTo>
                    <a:lnTo>
                      <a:pt x="4" y="20"/>
                    </a:lnTo>
                    <a:lnTo>
                      <a:pt x="4" y="20"/>
                    </a:lnTo>
                    <a:lnTo>
                      <a:pt x="4" y="20"/>
                    </a:lnTo>
                    <a:lnTo>
                      <a:pt x="4" y="19"/>
                    </a:lnTo>
                    <a:lnTo>
                      <a:pt x="4" y="18"/>
                    </a:lnTo>
                    <a:lnTo>
                      <a:pt x="4" y="18"/>
                    </a:lnTo>
                    <a:lnTo>
                      <a:pt x="4" y="18"/>
                    </a:lnTo>
                    <a:lnTo>
                      <a:pt x="4" y="17"/>
                    </a:lnTo>
                    <a:lnTo>
                      <a:pt x="5" y="17"/>
                    </a:lnTo>
                    <a:lnTo>
                      <a:pt x="5" y="16"/>
                    </a:lnTo>
                    <a:lnTo>
                      <a:pt x="5" y="16"/>
                    </a:lnTo>
                    <a:lnTo>
                      <a:pt x="5" y="16"/>
                    </a:lnTo>
                    <a:lnTo>
                      <a:pt x="5" y="15"/>
                    </a:lnTo>
                    <a:lnTo>
                      <a:pt x="5" y="15"/>
                    </a:lnTo>
                    <a:lnTo>
                      <a:pt x="5" y="14"/>
                    </a:lnTo>
                    <a:lnTo>
                      <a:pt x="5" y="14"/>
                    </a:lnTo>
                    <a:lnTo>
                      <a:pt x="5" y="13"/>
                    </a:lnTo>
                    <a:lnTo>
                      <a:pt x="5" y="12"/>
                    </a:lnTo>
                    <a:lnTo>
                      <a:pt x="5" y="12"/>
                    </a:lnTo>
                    <a:lnTo>
                      <a:pt x="6" y="12"/>
                    </a:lnTo>
                    <a:lnTo>
                      <a:pt x="6" y="11"/>
                    </a:lnTo>
                    <a:lnTo>
                      <a:pt x="6" y="11"/>
                    </a:lnTo>
                    <a:lnTo>
                      <a:pt x="6" y="10"/>
                    </a:lnTo>
                    <a:lnTo>
                      <a:pt x="6" y="10"/>
                    </a:lnTo>
                    <a:lnTo>
                      <a:pt x="6" y="10"/>
                    </a:lnTo>
                    <a:lnTo>
                      <a:pt x="6" y="10"/>
                    </a:lnTo>
                    <a:lnTo>
                      <a:pt x="6" y="10"/>
                    </a:lnTo>
                    <a:lnTo>
                      <a:pt x="6" y="9"/>
                    </a:lnTo>
                    <a:lnTo>
                      <a:pt x="6" y="9"/>
                    </a:lnTo>
                    <a:lnTo>
                      <a:pt x="6" y="8"/>
                    </a:lnTo>
                    <a:lnTo>
                      <a:pt x="7" y="7"/>
                    </a:lnTo>
                    <a:lnTo>
                      <a:pt x="7" y="7"/>
                    </a:lnTo>
                    <a:lnTo>
                      <a:pt x="7" y="7"/>
                    </a:lnTo>
                    <a:lnTo>
                      <a:pt x="7" y="6"/>
                    </a:lnTo>
                    <a:lnTo>
                      <a:pt x="7" y="6"/>
                    </a:lnTo>
                    <a:lnTo>
                      <a:pt x="7" y="5"/>
                    </a:lnTo>
                    <a:lnTo>
                      <a:pt x="7" y="5"/>
                    </a:lnTo>
                    <a:lnTo>
                      <a:pt x="7" y="5"/>
                    </a:lnTo>
                    <a:lnTo>
                      <a:pt x="7" y="4"/>
                    </a:lnTo>
                    <a:lnTo>
                      <a:pt x="7" y="4"/>
                    </a:lnTo>
                    <a:lnTo>
                      <a:pt x="7" y="3"/>
                    </a:lnTo>
                    <a:lnTo>
                      <a:pt x="7" y="3"/>
                    </a:lnTo>
                    <a:lnTo>
                      <a:pt x="7" y="3"/>
                    </a:lnTo>
                    <a:lnTo>
                      <a:pt x="8" y="3"/>
                    </a:lnTo>
                    <a:lnTo>
                      <a:pt x="7" y="2"/>
                    </a:lnTo>
                    <a:lnTo>
                      <a:pt x="7" y="2"/>
                    </a:lnTo>
                    <a:lnTo>
                      <a:pt x="7" y="1"/>
                    </a:lnTo>
                    <a:lnTo>
                      <a:pt x="7" y="1"/>
                    </a:lnTo>
                    <a:lnTo>
                      <a:pt x="7" y="1"/>
                    </a:lnTo>
                    <a:lnTo>
                      <a:pt x="6" y="1"/>
                    </a:lnTo>
                    <a:lnTo>
                      <a:pt x="6" y="1"/>
                    </a:lnTo>
                    <a:lnTo>
                      <a:pt x="5" y="1"/>
                    </a:lnTo>
                    <a:lnTo>
                      <a:pt x="5" y="1"/>
                    </a:lnTo>
                    <a:lnTo>
                      <a:pt x="4" y="1"/>
                    </a:lnTo>
                    <a:lnTo>
                      <a:pt x="4" y="1"/>
                    </a:lnTo>
                    <a:lnTo>
                      <a:pt x="4" y="1"/>
                    </a:lnTo>
                    <a:lnTo>
                      <a:pt x="4" y="1"/>
                    </a:lnTo>
                    <a:lnTo>
                      <a:pt x="4" y="0"/>
                    </a:lnTo>
                    <a:lnTo>
                      <a:pt x="4" y="0"/>
                    </a:lnTo>
                    <a:lnTo>
                      <a:pt x="4" y="0"/>
                    </a:lnTo>
                    <a:lnTo>
                      <a:pt x="4" y="0"/>
                    </a:lnTo>
                  </a:path>
                </a:pathLst>
              </a:custGeom>
              <a:solidFill>
                <a:srgbClr val="000000"/>
              </a:solidFill>
              <a:ln cap="rnd">
                <a:noFill/>
                <a:round/>
              </a:ln>
              <a:effectLst/>
            </p:spPr>
          </p:sp>
          <p:sp>
            <p:nvSpPr>
              <p:cNvPr id="57473" name=""/>
              <p:cNvSpPr/>
              <p:nvPr/>
            </p:nvSpPr>
            <p:spPr>
              <a:xfrm>
                <a:off x="4025" y="2974"/>
                <a:ext cx="17" cy="23"/>
              </a:xfrm>
              <a:custGeom>
                <a:pathLst>
                  <a:path w="17" h="23">
                    <a:moveTo>
                      <a:pt x="0" y="9"/>
                    </a:moveTo>
                    <a:lnTo>
                      <a:pt x="0" y="9"/>
                    </a:lnTo>
                    <a:lnTo>
                      <a:pt x="0" y="9"/>
                    </a:lnTo>
                    <a:lnTo>
                      <a:pt x="0" y="9"/>
                    </a:lnTo>
                    <a:lnTo>
                      <a:pt x="0" y="9"/>
                    </a:lnTo>
                    <a:lnTo>
                      <a:pt x="1" y="9"/>
                    </a:lnTo>
                    <a:lnTo>
                      <a:pt x="1" y="9"/>
                    </a:lnTo>
                    <a:lnTo>
                      <a:pt x="2" y="9"/>
                    </a:lnTo>
                    <a:lnTo>
                      <a:pt x="2" y="9"/>
                    </a:lnTo>
                    <a:lnTo>
                      <a:pt x="2" y="9"/>
                    </a:lnTo>
                    <a:lnTo>
                      <a:pt x="3" y="9"/>
                    </a:lnTo>
                    <a:lnTo>
                      <a:pt x="3" y="9"/>
                    </a:lnTo>
                    <a:lnTo>
                      <a:pt x="4" y="9"/>
                    </a:lnTo>
                    <a:lnTo>
                      <a:pt x="4" y="9"/>
                    </a:lnTo>
                    <a:lnTo>
                      <a:pt x="5" y="9"/>
                    </a:lnTo>
                    <a:lnTo>
                      <a:pt x="5" y="9"/>
                    </a:lnTo>
                    <a:lnTo>
                      <a:pt x="6" y="9"/>
                    </a:lnTo>
                    <a:lnTo>
                      <a:pt x="6" y="9"/>
                    </a:lnTo>
                    <a:lnTo>
                      <a:pt x="6" y="8"/>
                    </a:lnTo>
                    <a:lnTo>
                      <a:pt x="6" y="8"/>
                    </a:lnTo>
                    <a:lnTo>
                      <a:pt x="6" y="7"/>
                    </a:lnTo>
                    <a:lnTo>
                      <a:pt x="6" y="7"/>
                    </a:lnTo>
                    <a:lnTo>
                      <a:pt x="6" y="7"/>
                    </a:lnTo>
                    <a:lnTo>
                      <a:pt x="6" y="7"/>
                    </a:lnTo>
                    <a:lnTo>
                      <a:pt x="6" y="7"/>
                    </a:lnTo>
                    <a:lnTo>
                      <a:pt x="6" y="6"/>
                    </a:lnTo>
                    <a:lnTo>
                      <a:pt x="6" y="6"/>
                    </a:lnTo>
                    <a:lnTo>
                      <a:pt x="6" y="6"/>
                    </a:lnTo>
                    <a:lnTo>
                      <a:pt x="6" y="5"/>
                    </a:lnTo>
                    <a:lnTo>
                      <a:pt x="6" y="5"/>
                    </a:lnTo>
                    <a:lnTo>
                      <a:pt x="6" y="4"/>
                    </a:lnTo>
                    <a:lnTo>
                      <a:pt x="6" y="4"/>
                    </a:lnTo>
                    <a:lnTo>
                      <a:pt x="6" y="4"/>
                    </a:lnTo>
                    <a:lnTo>
                      <a:pt x="6" y="3"/>
                    </a:lnTo>
                    <a:lnTo>
                      <a:pt x="6" y="3"/>
                    </a:lnTo>
                    <a:lnTo>
                      <a:pt x="6" y="3"/>
                    </a:lnTo>
                    <a:lnTo>
                      <a:pt x="6" y="2"/>
                    </a:lnTo>
                    <a:lnTo>
                      <a:pt x="6" y="2"/>
                    </a:lnTo>
                    <a:lnTo>
                      <a:pt x="6" y="1"/>
                    </a:lnTo>
                    <a:lnTo>
                      <a:pt x="6" y="1"/>
                    </a:lnTo>
                    <a:lnTo>
                      <a:pt x="6" y="1"/>
                    </a:lnTo>
                    <a:lnTo>
                      <a:pt x="6" y="0"/>
                    </a:lnTo>
                    <a:lnTo>
                      <a:pt x="6" y="0"/>
                    </a:lnTo>
                    <a:lnTo>
                      <a:pt x="6" y="0"/>
                    </a:lnTo>
                    <a:lnTo>
                      <a:pt x="6" y="0"/>
                    </a:lnTo>
                    <a:lnTo>
                      <a:pt x="6" y="0"/>
                    </a:lnTo>
                    <a:lnTo>
                      <a:pt x="7" y="0"/>
                    </a:lnTo>
                    <a:lnTo>
                      <a:pt x="7" y="0"/>
                    </a:lnTo>
                    <a:lnTo>
                      <a:pt x="8" y="0"/>
                    </a:lnTo>
                    <a:lnTo>
                      <a:pt x="8" y="0"/>
                    </a:lnTo>
                    <a:lnTo>
                      <a:pt x="9" y="0"/>
                    </a:lnTo>
                    <a:lnTo>
                      <a:pt x="9" y="0"/>
                    </a:lnTo>
                    <a:lnTo>
                      <a:pt x="9" y="0"/>
                    </a:lnTo>
                    <a:lnTo>
                      <a:pt x="9" y="0"/>
                    </a:lnTo>
                    <a:lnTo>
                      <a:pt x="9" y="0"/>
                    </a:lnTo>
                    <a:lnTo>
                      <a:pt x="9" y="1"/>
                    </a:lnTo>
                    <a:lnTo>
                      <a:pt x="9" y="1"/>
                    </a:lnTo>
                    <a:lnTo>
                      <a:pt x="9" y="1"/>
                    </a:lnTo>
                    <a:lnTo>
                      <a:pt x="9" y="2"/>
                    </a:lnTo>
                    <a:lnTo>
                      <a:pt x="9" y="2"/>
                    </a:lnTo>
                    <a:lnTo>
                      <a:pt x="9" y="3"/>
                    </a:lnTo>
                    <a:lnTo>
                      <a:pt x="9" y="3"/>
                    </a:lnTo>
                    <a:lnTo>
                      <a:pt x="9" y="3"/>
                    </a:lnTo>
                    <a:lnTo>
                      <a:pt x="9" y="4"/>
                    </a:lnTo>
                    <a:lnTo>
                      <a:pt x="9" y="4"/>
                    </a:lnTo>
                    <a:lnTo>
                      <a:pt x="9" y="4"/>
                    </a:lnTo>
                    <a:lnTo>
                      <a:pt x="9" y="5"/>
                    </a:lnTo>
                    <a:lnTo>
                      <a:pt x="9" y="5"/>
                    </a:lnTo>
                    <a:lnTo>
                      <a:pt x="9" y="6"/>
                    </a:lnTo>
                    <a:lnTo>
                      <a:pt x="9" y="6"/>
                    </a:lnTo>
                    <a:lnTo>
                      <a:pt x="9" y="6"/>
                    </a:lnTo>
                    <a:lnTo>
                      <a:pt x="9" y="7"/>
                    </a:lnTo>
                    <a:lnTo>
                      <a:pt x="9" y="7"/>
                    </a:lnTo>
                    <a:lnTo>
                      <a:pt x="9" y="7"/>
                    </a:lnTo>
                    <a:lnTo>
                      <a:pt x="9" y="7"/>
                    </a:lnTo>
                    <a:lnTo>
                      <a:pt x="9" y="7"/>
                    </a:lnTo>
                    <a:lnTo>
                      <a:pt x="9" y="8"/>
                    </a:lnTo>
                    <a:lnTo>
                      <a:pt x="9" y="8"/>
                    </a:lnTo>
                    <a:lnTo>
                      <a:pt x="9" y="9"/>
                    </a:lnTo>
                    <a:lnTo>
                      <a:pt x="9" y="9"/>
                    </a:lnTo>
                    <a:lnTo>
                      <a:pt x="10" y="9"/>
                    </a:lnTo>
                    <a:lnTo>
                      <a:pt x="10" y="9"/>
                    </a:lnTo>
                    <a:lnTo>
                      <a:pt x="11" y="9"/>
                    </a:lnTo>
                    <a:lnTo>
                      <a:pt x="11" y="9"/>
                    </a:lnTo>
                    <a:lnTo>
                      <a:pt x="12" y="9"/>
                    </a:lnTo>
                    <a:lnTo>
                      <a:pt x="12" y="9"/>
                    </a:lnTo>
                    <a:lnTo>
                      <a:pt x="13" y="9"/>
                    </a:lnTo>
                    <a:lnTo>
                      <a:pt x="13" y="9"/>
                    </a:lnTo>
                    <a:lnTo>
                      <a:pt x="13" y="9"/>
                    </a:lnTo>
                    <a:lnTo>
                      <a:pt x="14" y="9"/>
                    </a:lnTo>
                    <a:lnTo>
                      <a:pt x="14" y="9"/>
                    </a:lnTo>
                    <a:lnTo>
                      <a:pt x="15" y="9"/>
                    </a:lnTo>
                    <a:lnTo>
                      <a:pt x="15" y="9"/>
                    </a:lnTo>
                    <a:lnTo>
                      <a:pt x="16" y="9"/>
                    </a:lnTo>
                    <a:lnTo>
                      <a:pt x="16" y="9"/>
                    </a:lnTo>
                    <a:lnTo>
                      <a:pt x="16" y="9"/>
                    </a:lnTo>
                    <a:lnTo>
                      <a:pt x="16" y="9"/>
                    </a:lnTo>
                    <a:lnTo>
                      <a:pt x="16" y="10"/>
                    </a:lnTo>
                    <a:lnTo>
                      <a:pt x="16" y="10"/>
                    </a:lnTo>
                    <a:lnTo>
                      <a:pt x="16" y="11"/>
                    </a:lnTo>
                    <a:lnTo>
                      <a:pt x="16" y="11"/>
                    </a:lnTo>
                    <a:lnTo>
                      <a:pt x="16" y="11"/>
                    </a:lnTo>
                    <a:lnTo>
                      <a:pt x="16" y="12"/>
                    </a:lnTo>
                    <a:lnTo>
                      <a:pt x="16" y="12"/>
                    </a:lnTo>
                    <a:lnTo>
                      <a:pt x="16" y="12"/>
                    </a:lnTo>
                    <a:lnTo>
                      <a:pt x="16" y="12"/>
                    </a:lnTo>
                    <a:lnTo>
                      <a:pt x="15" y="12"/>
                    </a:lnTo>
                    <a:lnTo>
                      <a:pt x="15" y="12"/>
                    </a:lnTo>
                    <a:lnTo>
                      <a:pt x="14" y="12"/>
                    </a:lnTo>
                    <a:lnTo>
                      <a:pt x="14" y="12"/>
                    </a:lnTo>
                    <a:lnTo>
                      <a:pt x="13" y="12"/>
                    </a:lnTo>
                    <a:lnTo>
                      <a:pt x="13" y="12"/>
                    </a:lnTo>
                    <a:lnTo>
                      <a:pt x="13" y="12"/>
                    </a:lnTo>
                    <a:lnTo>
                      <a:pt x="12" y="12"/>
                    </a:lnTo>
                    <a:lnTo>
                      <a:pt x="12" y="12"/>
                    </a:lnTo>
                    <a:lnTo>
                      <a:pt x="11" y="12"/>
                    </a:lnTo>
                    <a:lnTo>
                      <a:pt x="11" y="12"/>
                    </a:lnTo>
                    <a:lnTo>
                      <a:pt x="10" y="12"/>
                    </a:lnTo>
                    <a:lnTo>
                      <a:pt x="10" y="12"/>
                    </a:lnTo>
                    <a:lnTo>
                      <a:pt x="9" y="12"/>
                    </a:lnTo>
                    <a:lnTo>
                      <a:pt x="9" y="12"/>
                    </a:lnTo>
                    <a:lnTo>
                      <a:pt x="9" y="13"/>
                    </a:lnTo>
                    <a:lnTo>
                      <a:pt x="9" y="13"/>
                    </a:lnTo>
                    <a:lnTo>
                      <a:pt x="9" y="14"/>
                    </a:lnTo>
                    <a:lnTo>
                      <a:pt x="9" y="14"/>
                    </a:lnTo>
                    <a:lnTo>
                      <a:pt x="9" y="14"/>
                    </a:lnTo>
                    <a:lnTo>
                      <a:pt x="9" y="14"/>
                    </a:lnTo>
                    <a:lnTo>
                      <a:pt x="9" y="14"/>
                    </a:lnTo>
                    <a:lnTo>
                      <a:pt x="9" y="15"/>
                    </a:lnTo>
                    <a:lnTo>
                      <a:pt x="9" y="15"/>
                    </a:lnTo>
                    <a:lnTo>
                      <a:pt x="9" y="15"/>
                    </a:lnTo>
                    <a:lnTo>
                      <a:pt x="9" y="16"/>
                    </a:lnTo>
                    <a:lnTo>
                      <a:pt x="9" y="16"/>
                    </a:lnTo>
                    <a:lnTo>
                      <a:pt x="9" y="17"/>
                    </a:lnTo>
                    <a:lnTo>
                      <a:pt x="9" y="17"/>
                    </a:lnTo>
                    <a:lnTo>
                      <a:pt x="9" y="17"/>
                    </a:lnTo>
                    <a:lnTo>
                      <a:pt x="9" y="18"/>
                    </a:lnTo>
                    <a:lnTo>
                      <a:pt x="9" y="18"/>
                    </a:lnTo>
                    <a:lnTo>
                      <a:pt x="9" y="18"/>
                    </a:lnTo>
                    <a:lnTo>
                      <a:pt x="9" y="19"/>
                    </a:lnTo>
                    <a:lnTo>
                      <a:pt x="9" y="19"/>
                    </a:lnTo>
                    <a:lnTo>
                      <a:pt x="9" y="20"/>
                    </a:lnTo>
                    <a:lnTo>
                      <a:pt x="9" y="20"/>
                    </a:lnTo>
                    <a:lnTo>
                      <a:pt x="9" y="20"/>
                    </a:lnTo>
                    <a:lnTo>
                      <a:pt x="9" y="21"/>
                    </a:lnTo>
                    <a:lnTo>
                      <a:pt x="9" y="21"/>
                    </a:lnTo>
                    <a:lnTo>
                      <a:pt x="9" y="22"/>
                    </a:lnTo>
                    <a:lnTo>
                      <a:pt x="9" y="22"/>
                    </a:lnTo>
                    <a:lnTo>
                      <a:pt x="9" y="22"/>
                    </a:lnTo>
                    <a:lnTo>
                      <a:pt x="8" y="22"/>
                    </a:lnTo>
                    <a:lnTo>
                      <a:pt x="8" y="22"/>
                    </a:lnTo>
                    <a:lnTo>
                      <a:pt x="7" y="22"/>
                    </a:lnTo>
                    <a:lnTo>
                      <a:pt x="7" y="22"/>
                    </a:lnTo>
                    <a:lnTo>
                      <a:pt x="6" y="22"/>
                    </a:lnTo>
                    <a:lnTo>
                      <a:pt x="6" y="22"/>
                    </a:lnTo>
                    <a:lnTo>
                      <a:pt x="6" y="22"/>
                    </a:lnTo>
                    <a:lnTo>
                      <a:pt x="6" y="21"/>
                    </a:lnTo>
                    <a:lnTo>
                      <a:pt x="6" y="21"/>
                    </a:lnTo>
                    <a:lnTo>
                      <a:pt x="6" y="20"/>
                    </a:lnTo>
                    <a:lnTo>
                      <a:pt x="6" y="20"/>
                    </a:lnTo>
                    <a:lnTo>
                      <a:pt x="6" y="20"/>
                    </a:lnTo>
                    <a:lnTo>
                      <a:pt x="6" y="19"/>
                    </a:lnTo>
                    <a:lnTo>
                      <a:pt x="6" y="19"/>
                    </a:lnTo>
                    <a:lnTo>
                      <a:pt x="6" y="18"/>
                    </a:lnTo>
                    <a:lnTo>
                      <a:pt x="6" y="18"/>
                    </a:lnTo>
                    <a:lnTo>
                      <a:pt x="6" y="18"/>
                    </a:lnTo>
                    <a:lnTo>
                      <a:pt x="6" y="17"/>
                    </a:lnTo>
                    <a:lnTo>
                      <a:pt x="6" y="17"/>
                    </a:lnTo>
                    <a:lnTo>
                      <a:pt x="6" y="17"/>
                    </a:lnTo>
                    <a:lnTo>
                      <a:pt x="6" y="16"/>
                    </a:lnTo>
                    <a:lnTo>
                      <a:pt x="6" y="16"/>
                    </a:lnTo>
                    <a:lnTo>
                      <a:pt x="6" y="15"/>
                    </a:lnTo>
                    <a:lnTo>
                      <a:pt x="6" y="15"/>
                    </a:lnTo>
                    <a:lnTo>
                      <a:pt x="6" y="15"/>
                    </a:lnTo>
                    <a:lnTo>
                      <a:pt x="6" y="14"/>
                    </a:lnTo>
                    <a:lnTo>
                      <a:pt x="6" y="14"/>
                    </a:lnTo>
                    <a:lnTo>
                      <a:pt x="6" y="14"/>
                    </a:lnTo>
                    <a:lnTo>
                      <a:pt x="6" y="14"/>
                    </a:lnTo>
                    <a:lnTo>
                      <a:pt x="6" y="14"/>
                    </a:lnTo>
                    <a:lnTo>
                      <a:pt x="6" y="13"/>
                    </a:lnTo>
                    <a:lnTo>
                      <a:pt x="6" y="13"/>
                    </a:lnTo>
                    <a:lnTo>
                      <a:pt x="6" y="12"/>
                    </a:lnTo>
                    <a:lnTo>
                      <a:pt x="6" y="12"/>
                    </a:lnTo>
                    <a:lnTo>
                      <a:pt x="5" y="12"/>
                    </a:lnTo>
                    <a:lnTo>
                      <a:pt x="5" y="12"/>
                    </a:lnTo>
                    <a:lnTo>
                      <a:pt x="4" y="12"/>
                    </a:lnTo>
                    <a:lnTo>
                      <a:pt x="4" y="12"/>
                    </a:lnTo>
                    <a:lnTo>
                      <a:pt x="3" y="12"/>
                    </a:lnTo>
                    <a:lnTo>
                      <a:pt x="3" y="12"/>
                    </a:lnTo>
                    <a:lnTo>
                      <a:pt x="2" y="12"/>
                    </a:lnTo>
                    <a:lnTo>
                      <a:pt x="2" y="12"/>
                    </a:lnTo>
                    <a:lnTo>
                      <a:pt x="2" y="12"/>
                    </a:lnTo>
                    <a:lnTo>
                      <a:pt x="1" y="12"/>
                    </a:lnTo>
                    <a:lnTo>
                      <a:pt x="1" y="12"/>
                    </a:lnTo>
                    <a:lnTo>
                      <a:pt x="0" y="12"/>
                    </a:lnTo>
                    <a:lnTo>
                      <a:pt x="0" y="12"/>
                    </a:lnTo>
                    <a:lnTo>
                      <a:pt x="0" y="12"/>
                    </a:lnTo>
                    <a:lnTo>
                      <a:pt x="0" y="12"/>
                    </a:lnTo>
                    <a:lnTo>
                      <a:pt x="0" y="12"/>
                    </a:lnTo>
                    <a:lnTo>
                      <a:pt x="0" y="12"/>
                    </a:lnTo>
                    <a:lnTo>
                      <a:pt x="0" y="11"/>
                    </a:lnTo>
                    <a:lnTo>
                      <a:pt x="0" y="11"/>
                    </a:lnTo>
                    <a:lnTo>
                      <a:pt x="0" y="11"/>
                    </a:lnTo>
                    <a:lnTo>
                      <a:pt x="0" y="10"/>
                    </a:lnTo>
                    <a:lnTo>
                      <a:pt x="0" y="10"/>
                    </a:lnTo>
                    <a:lnTo>
                      <a:pt x="0" y="9"/>
                    </a:lnTo>
                    <a:lnTo>
                      <a:pt x="0" y="9"/>
                    </a:lnTo>
                    <a:lnTo>
                      <a:pt x="0" y="9"/>
                    </a:lnTo>
                  </a:path>
                </a:pathLst>
              </a:custGeom>
              <a:solidFill>
                <a:srgbClr val="000000"/>
              </a:solidFill>
              <a:ln cap="rnd">
                <a:noFill/>
                <a:round/>
              </a:ln>
              <a:effectLst/>
            </p:spPr>
          </p:sp>
          <p:sp>
            <p:nvSpPr>
              <p:cNvPr id="57474" name=""/>
              <p:cNvSpPr/>
              <p:nvPr/>
            </p:nvSpPr>
            <p:spPr>
              <a:xfrm>
                <a:off x="4091" y="2967"/>
                <a:ext cx="17" cy="33"/>
              </a:xfrm>
              <a:custGeom>
                <a:pathLst>
                  <a:path w="17" h="33">
                    <a:moveTo>
                      <a:pt x="0" y="16"/>
                    </a:moveTo>
                    <a:lnTo>
                      <a:pt x="0" y="16"/>
                    </a:lnTo>
                    <a:lnTo>
                      <a:pt x="0" y="14"/>
                    </a:lnTo>
                    <a:lnTo>
                      <a:pt x="0" y="13"/>
                    </a:lnTo>
                    <a:lnTo>
                      <a:pt x="0" y="13"/>
                    </a:lnTo>
                    <a:lnTo>
                      <a:pt x="0" y="12"/>
                    </a:lnTo>
                    <a:lnTo>
                      <a:pt x="0" y="11"/>
                    </a:lnTo>
                    <a:lnTo>
                      <a:pt x="0" y="10"/>
                    </a:lnTo>
                    <a:lnTo>
                      <a:pt x="0" y="10"/>
                    </a:lnTo>
                    <a:lnTo>
                      <a:pt x="0" y="10"/>
                    </a:lnTo>
                    <a:lnTo>
                      <a:pt x="1" y="9"/>
                    </a:lnTo>
                    <a:lnTo>
                      <a:pt x="1" y="8"/>
                    </a:lnTo>
                    <a:lnTo>
                      <a:pt x="1" y="8"/>
                    </a:lnTo>
                    <a:lnTo>
                      <a:pt x="1" y="7"/>
                    </a:lnTo>
                    <a:lnTo>
                      <a:pt x="1" y="6"/>
                    </a:lnTo>
                    <a:lnTo>
                      <a:pt x="2" y="6"/>
                    </a:lnTo>
                    <a:lnTo>
                      <a:pt x="2" y="5"/>
                    </a:lnTo>
                    <a:lnTo>
                      <a:pt x="2" y="4"/>
                    </a:lnTo>
                    <a:lnTo>
                      <a:pt x="2" y="4"/>
                    </a:lnTo>
                    <a:lnTo>
                      <a:pt x="3" y="3"/>
                    </a:lnTo>
                    <a:lnTo>
                      <a:pt x="3" y="3"/>
                    </a:lnTo>
                    <a:lnTo>
                      <a:pt x="3" y="2"/>
                    </a:lnTo>
                    <a:lnTo>
                      <a:pt x="3" y="2"/>
                    </a:lnTo>
                    <a:lnTo>
                      <a:pt x="4" y="1"/>
                    </a:lnTo>
                    <a:lnTo>
                      <a:pt x="4" y="1"/>
                    </a:lnTo>
                    <a:lnTo>
                      <a:pt x="4" y="1"/>
                    </a:lnTo>
                    <a:lnTo>
                      <a:pt x="4" y="1"/>
                    </a:lnTo>
                    <a:lnTo>
                      <a:pt x="4" y="0"/>
                    </a:lnTo>
                    <a:lnTo>
                      <a:pt x="5" y="0"/>
                    </a:lnTo>
                    <a:lnTo>
                      <a:pt x="5" y="0"/>
                    </a:lnTo>
                    <a:lnTo>
                      <a:pt x="5" y="0"/>
                    </a:lnTo>
                    <a:lnTo>
                      <a:pt x="5" y="0"/>
                    </a:lnTo>
                    <a:lnTo>
                      <a:pt x="6" y="0"/>
                    </a:lnTo>
                    <a:lnTo>
                      <a:pt x="6" y="0"/>
                    </a:lnTo>
                    <a:lnTo>
                      <a:pt x="6" y="0"/>
                    </a:lnTo>
                    <a:lnTo>
                      <a:pt x="7" y="0"/>
                    </a:lnTo>
                    <a:lnTo>
                      <a:pt x="7" y="0"/>
                    </a:lnTo>
                    <a:lnTo>
                      <a:pt x="8" y="0"/>
                    </a:lnTo>
                    <a:lnTo>
                      <a:pt x="8" y="0"/>
                    </a:lnTo>
                    <a:lnTo>
                      <a:pt x="8" y="0"/>
                    </a:lnTo>
                    <a:lnTo>
                      <a:pt x="9" y="0"/>
                    </a:lnTo>
                    <a:lnTo>
                      <a:pt x="9" y="0"/>
                    </a:lnTo>
                    <a:lnTo>
                      <a:pt x="10" y="0"/>
                    </a:lnTo>
                    <a:lnTo>
                      <a:pt x="10" y="0"/>
                    </a:lnTo>
                    <a:lnTo>
                      <a:pt x="11" y="0"/>
                    </a:lnTo>
                    <a:lnTo>
                      <a:pt x="11" y="0"/>
                    </a:lnTo>
                    <a:lnTo>
                      <a:pt x="11" y="0"/>
                    </a:lnTo>
                    <a:lnTo>
                      <a:pt x="11" y="0"/>
                    </a:lnTo>
                    <a:lnTo>
                      <a:pt x="12" y="0"/>
                    </a:lnTo>
                    <a:lnTo>
                      <a:pt x="12" y="1"/>
                    </a:lnTo>
                    <a:lnTo>
                      <a:pt x="12" y="1"/>
                    </a:lnTo>
                    <a:lnTo>
                      <a:pt x="12" y="1"/>
                    </a:lnTo>
                    <a:lnTo>
                      <a:pt x="12" y="2"/>
                    </a:lnTo>
                    <a:lnTo>
                      <a:pt x="13" y="2"/>
                    </a:lnTo>
                    <a:lnTo>
                      <a:pt x="13" y="3"/>
                    </a:lnTo>
                    <a:lnTo>
                      <a:pt x="13" y="3"/>
                    </a:lnTo>
                    <a:lnTo>
                      <a:pt x="14" y="3"/>
                    </a:lnTo>
                    <a:lnTo>
                      <a:pt x="14" y="4"/>
                    </a:lnTo>
                    <a:lnTo>
                      <a:pt x="14" y="5"/>
                    </a:lnTo>
                    <a:lnTo>
                      <a:pt x="14" y="6"/>
                    </a:lnTo>
                    <a:lnTo>
                      <a:pt x="15" y="6"/>
                    </a:lnTo>
                    <a:lnTo>
                      <a:pt x="15" y="7"/>
                    </a:lnTo>
                    <a:lnTo>
                      <a:pt x="15" y="7"/>
                    </a:lnTo>
                    <a:lnTo>
                      <a:pt x="15" y="8"/>
                    </a:lnTo>
                    <a:lnTo>
                      <a:pt x="15" y="9"/>
                    </a:lnTo>
                    <a:lnTo>
                      <a:pt x="16" y="9"/>
                    </a:lnTo>
                    <a:lnTo>
                      <a:pt x="16" y="10"/>
                    </a:lnTo>
                    <a:lnTo>
                      <a:pt x="16" y="10"/>
                    </a:lnTo>
                    <a:lnTo>
                      <a:pt x="16" y="11"/>
                    </a:lnTo>
                    <a:lnTo>
                      <a:pt x="16" y="11"/>
                    </a:lnTo>
                    <a:lnTo>
                      <a:pt x="16" y="12"/>
                    </a:lnTo>
                    <a:lnTo>
                      <a:pt x="16" y="13"/>
                    </a:lnTo>
                    <a:lnTo>
                      <a:pt x="16" y="14"/>
                    </a:lnTo>
                    <a:lnTo>
                      <a:pt x="16" y="15"/>
                    </a:lnTo>
                    <a:lnTo>
                      <a:pt x="16" y="16"/>
                    </a:lnTo>
                    <a:lnTo>
                      <a:pt x="16" y="17"/>
                    </a:lnTo>
                    <a:lnTo>
                      <a:pt x="16" y="18"/>
                    </a:lnTo>
                    <a:lnTo>
                      <a:pt x="16" y="18"/>
                    </a:lnTo>
                    <a:lnTo>
                      <a:pt x="16" y="19"/>
                    </a:lnTo>
                    <a:lnTo>
                      <a:pt x="16" y="20"/>
                    </a:lnTo>
                    <a:lnTo>
                      <a:pt x="16" y="20"/>
                    </a:lnTo>
                    <a:lnTo>
                      <a:pt x="16" y="21"/>
                    </a:lnTo>
                    <a:lnTo>
                      <a:pt x="16" y="21"/>
                    </a:lnTo>
                    <a:lnTo>
                      <a:pt x="16" y="22"/>
                    </a:lnTo>
                    <a:lnTo>
                      <a:pt x="15" y="22"/>
                    </a:lnTo>
                    <a:lnTo>
                      <a:pt x="15" y="23"/>
                    </a:lnTo>
                    <a:lnTo>
                      <a:pt x="15" y="23"/>
                    </a:lnTo>
                    <a:lnTo>
                      <a:pt x="15" y="24"/>
                    </a:lnTo>
                    <a:lnTo>
                      <a:pt x="15" y="25"/>
                    </a:lnTo>
                    <a:lnTo>
                      <a:pt x="14" y="25"/>
                    </a:lnTo>
                    <a:lnTo>
                      <a:pt x="14" y="26"/>
                    </a:lnTo>
                    <a:lnTo>
                      <a:pt x="14" y="27"/>
                    </a:lnTo>
                    <a:lnTo>
                      <a:pt x="14" y="27"/>
                    </a:lnTo>
                    <a:lnTo>
                      <a:pt x="13" y="28"/>
                    </a:lnTo>
                    <a:lnTo>
                      <a:pt x="13" y="28"/>
                    </a:lnTo>
                    <a:lnTo>
                      <a:pt x="13" y="29"/>
                    </a:lnTo>
                    <a:lnTo>
                      <a:pt x="12" y="29"/>
                    </a:lnTo>
                    <a:lnTo>
                      <a:pt x="12" y="29"/>
                    </a:lnTo>
                    <a:lnTo>
                      <a:pt x="12" y="30"/>
                    </a:lnTo>
                    <a:lnTo>
                      <a:pt x="12" y="30"/>
                    </a:lnTo>
                    <a:lnTo>
                      <a:pt x="12" y="30"/>
                    </a:lnTo>
                    <a:lnTo>
                      <a:pt x="12" y="30"/>
                    </a:lnTo>
                    <a:lnTo>
                      <a:pt x="11" y="31"/>
                    </a:lnTo>
                    <a:lnTo>
                      <a:pt x="11" y="31"/>
                    </a:lnTo>
                    <a:lnTo>
                      <a:pt x="10" y="31"/>
                    </a:lnTo>
                    <a:lnTo>
                      <a:pt x="10" y="32"/>
                    </a:lnTo>
                    <a:lnTo>
                      <a:pt x="9" y="32"/>
                    </a:lnTo>
                    <a:lnTo>
                      <a:pt x="9" y="32"/>
                    </a:lnTo>
                    <a:lnTo>
                      <a:pt x="9" y="32"/>
                    </a:lnTo>
                    <a:lnTo>
                      <a:pt x="8" y="32"/>
                    </a:lnTo>
                    <a:lnTo>
                      <a:pt x="8" y="32"/>
                    </a:lnTo>
                    <a:lnTo>
                      <a:pt x="8" y="32"/>
                    </a:lnTo>
                    <a:lnTo>
                      <a:pt x="7" y="32"/>
                    </a:lnTo>
                    <a:lnTo>
                      <a:pt x="7" y="32"/>
                    </a:lnTo>
                    <a:lnTo>
                      <a:pt x="6" y="32"/>
                    </a:lnTo>
                    <a:lnTo>
                      <a:pt x="6" y="32"/>
                    </a:lnTo>
                    <a:lnTo>
                      <a:pt x="5" y="31"/>
                    </a:lnTo>
                    <a:lnTo>
                      <a:pt x="5" y="31"/>
                    </a:lnTo>
                    <a:lnTo>
                      <a:pt x="5" y="31"/>
                    </a:lnTo>
                    <a:lnTo>
                      <a:pt x="4" y="31"/>
                    </a:lnTo>
                    <a:lnTo>
                      <a:pt x="4" y="30"/>
                    </a:lnTo>
                    <a:lnTo>
                      <a:pt x="4" y="30"/>
                    </a:lnTo>
                    <a:lnTo>
                      <a:pt x="4" y="30"/>
                    </a:lnTo>
                    <a:lnTo>
                      <a:pt x="4" y="30"/>
                    </a:lnTo>
                    <a:lnTo>
                      <a:pt x="4" y="30"/>
                    </a:lnTo>
                    <a:lnTo>
                      <a:pt x="4" y="29"/>
                    </a:lnTo>
                    <a:lnTo>
                      <a:pt x="3" y="29"/>
                    </a:lnTo>
                    <a:lnTo>
                      <a:pt x="3" y="29"/>
                    </a:lnTo>
                    <a:lnTo>
                      <a:pt x="3" y="28"/>
                    </a:lnTo>
                    <a:lnTo>
                      <a:pt x="3" y="28"/>
                    </a:lnTo>
                    <a:lnTo>
                      <a:pt x="2" y="28"/>
                    </a:lnTo>
                    <a:lnTo>
                      <a:pt x="2" y="27"/>
                    </a:lnTo>
                    <a:lnTo>
                      <a:pt x="2" y="27"/>
                    </a:lnTo>
                    <a:lnTo>
                      <a:pt x="2" y="26"/>
                    </a:lnTo>
                    <a:lnTo>
                      <a:pt x="2" y="26"/>
                    </a:lnTo>
                    <a:lnTo>
                      <a:pt x="1" y="25"/>
                    </a:lnTo>
                    <a:lnTo>
                      <a:pt x="1" y="25"/>
                    </a:lnTo>
                    <a:lnTo>
                      <a:pt x="1" y="25"/>
                    </a:lnTo>
                    <a:lnTo>
                      <a:pt x="1" y="24"/>
                    </a:lnTo>
                    <a:lnTo>
                      <a:pt x="1" y="24"/>
                    </a:lnTo>
                    <a:lnTo>
                      <a:pt x="1" y="24"/>
                    </a:lnTo>
                    <a:lnTo>
                      <a:pt x="1" y="23"/>
                    </a:lnTo>
                    <a:lnTo>
                      <a:pt x="1" y="23"/>
                    </a:lnTo>
                    <a:lnTo>
                      <a:pt x="1" y="23"/>
                    </a:lnTo>
                    <a:lnTo>
                      <a:pt x="0" y="22"/>
                    </a:lnTo>
                    <a:lnTo>
                      <a:pt x="0" y="22"/>
                    </a:lnTo>
                    <a:lnTo>
                      <a:pt x="0" y="21"/>
                    </a:lnTo>
                    <a:lnTo>
                      <a:pt x="0" y="21"/>
                    </a:lnTo>
                    <a:lnTo>
                      <a:pt x="0" y="21"/>
                    </a:lnTo>
                    <a:lnTo>
                      <a:pt x="0" y="21"/>
                    </a:lnTo>
                    <a:lnTo>
                      <a:pt x="0" y="20"/>
                    </a:lnTo>
                    <a:lnTo>
                      <a:pt x="0" y="20"/>
                    </a:lnTo>
                    <a:lnTo>
                      <a:pt x="0" y="20"/>
                    </a:lnTo>
                    <a:lnTo>
                      <a:pt x="0" y="19"/>
                    </a:lnTo>
                    <a:lnTo>
                      <a:pt x="0" y="19"/>
                    </a:lnTo>
                    <a:lnTo>
                      <a:pt x="0" y="18"/>
                    </a:lnTo>
                    <a:lnTo>
                      <a:pt x="0" y="18"/>
                    </a:lnTo>
                    <a:lnTo>
                      <a:pt x="0" y="18"/>
                    </a:lnTo>
                    <a:lnTo>
                      <a:pt x="0" y="17"/>
                    </a:lnTo>
                    <a:lnTo>
                      <a:pt x="0" y="17"/>
                    </a:lnTo>
                    <a:lnTo>
                      <a:pt x="0" y="16"/>
                    </a:lnTo>
                    <a:lnTo>
                      <a:pt x="0" y="16"/>
                    </a:lnTo>
                    <a:lnTo>
                      <a:pt x="1" y="16"/>
                    </a:lnTo>
                    <a:lnTo>
                      <a:pt x="1" y="16"/>
                    </a:lnTo>
                    <a:lnTo>
                      <a:pt x="2" y="16"/>
                    </a:lnTo>
                    <a:lnTo>
                      <a:pt x="3" y="16"/>
                    </a:lnTo>
                    <a:lnTo>
                      <a:pt x="4" y="16"/>
                    </a:lnTo>
                    <a:lnTo>
                      <a:pt x="4" y="16"/>
                    </a:lnTo>
                    <a:lnTo>
                      <a:pt x="5" y="16"/>
                    </a:lnTo>
                    <a:lnTo>
                      <a:pt x="7" y="16"/>
                    </a:lnTo>
                    <a:lnTo>
                      <a:pt x="8" y="16"/>
                    </a:lnTo>
                    <a:lnTo>
                      <a:pt x="8" y="15"/>
                    </a:lnTo>
                    <a:lnTo>
                      <a:pt x="9" y="15"/>
                    </a:lnTo>
                    <a:lnTo>
                      <a:pt x="10" y="15"/>
                    </a:lnTo>
                    <a:lnTo>
                      <a:pt x="11" y="15"/>
                    </a:lnTo>
                    <a:lnTo>
                      <a:pt x="12" y="15"/>
                    </a:lnTo>
                    <a:lnTo>
                      <a:pt x="12" y="15"/>
                    </a:lnTo>
                    <a:lnTo>
                      <a:pt x="12" y="15"/>
                    </a:lnTo>
                    <a:lnTo>
                      <a:pt x="13" y="15"/>
                    </a:lnTo>
                    <a:lnTo>
                      <a:pt x="13" y="14"/>
                    </a:lnTo>
                    <a:lnTo>
                      <a:pt x="13" y="13"/>
                    </a:lnTo>
                    <a:lnTo>
                      <a:pt x="13" y="13"/>
                    </a:lnTo>
                    <a:lnTo>
                      <a:pt x="13" y="12"/>
                    </a:lnTo>
                    <a:lnTo>
                      <a:pt x="13" y="12"/>
                    </a:lnTo>
                    <a:lnTo>
                      <a:pt x="13" y="11"/>
                    </a:lnTo>
                    <a:lnTo>
                      <a:pt x="13" y="11"/>
                    </a:lnTo>
                    <a:lnTo>
                      <a:pt x="12" y="10"/>
                    </a:lnTo>
                    <a:lnTo>
                      <a:pt x="12" y="10"/>
                    </a:lnTo>
                    <a:lnTo>
                      <a:pt x="12" y="10"/>
                    </a:lnTo>
                    <a:lnTo>
                      <a:pt x="12" y="10"/>
                    </a:lnTo>
                    <a:lnTo>
                      <a:pt x="12" y="9"/>
                    </a:lnTo>
                    <a:lnTo>
                      <a:pt x="12" y="8"/>
                    </a:lnTo>
                    <a:lnTo>
                      <a:pt x="12" y="8"/>
                    </a:lnTo>
                    <a:lnTo>
                      <a:pt x="12" y="7"/>
                    </a:lnTo>
                    <a:lnTo>
                      <a:pt x="12" y="7"/>
                    </a:lnTo>
                    <a:lnTo>
                      <a:pt x="12" y="6"/>
                    </a:lnTo>
                    <a:lnTo>
                      <a:pt x="12" y="6"/>
                    </a:lnTo>
                    <a:lnTo>
                      <a:pt x="12" y="6"/>
                    </a:lnTo>
                    <a:lnTo>
                      <a:pt x="12" y="6"/>
                    </a:lnTo>
                    <a:lnTo>
                      <a:pt x="12" y="5"/>
                    </a:lnTo>
                    <a:lnTo>
                      <a:pt x="12" y="5"/>
                    </a:lnTo>
                    <a:lnTo>
                      <a:pt x="12" y="4"/>
                    </a:lnTo>
                    <a:lnTo>
                      <a:pt x="12" y="4"/>
                    </a:lnTo>
                    <a:lnTo>
                      <a:pt x="11" y="4"/>
                    </a:lnTo>
                    <a:lnTo>
                      <a:pt x="11" y="3"/>
                    </a:lnTo>
                    <a:lnTo>
                      <a:pt x="11" y="3"/>
                    </a:lnTo>
                    <a:lnTo>
                      <a:pt x="11" y="3"/>
                    </a:lnTo>
                    <a:lnTo>
                      <a:pt x="11" y="3"/>
                    </a:lnTo>
                    <a:lnTo>
                      <a:pt x="11" y="2"/>
                    </a:lnTo>
                    <a:lnTo>
                      <a:pt x="10" y="2"/>
                    </a:lnTo>
                    <a:lnTo>
                      <a:pt x="10" y="1"/>
                    </a:lnTo>
                    <a:lnTo>
                      <a:pt x="10" y="1"/>
                    </a:lnTo>
                    <a:lnTo>
                      <a:pt x="10" y="1"/>
                    </a:lnTo>
                    <a:lnTo>
                      <a:pt x="9" y="1"/>
                    </a:lnTo>
                    <a:lnTo>
                      <a:pt x="9" y="1"/>
                    </a:lnTo>
                    <a:lnTo>
                      <a:pt x="9" y="1"/>
                    </a:lnTo>
                    <a:lnTo>
                      <a:pt x="8" y="1"/>
                    </a:lnTo>
                    <a:lnTo>
                      <a:pt x="8" y="1"/>
                    </a:lnTo>
                    <a:lnTo>
                      <a:pt x="8" y="1"/>
                    </a:lnTo>
                    <a:lnTo>
                      <a:pt x="7" y="1"/>
                    </a:lnTo>
                    <a:lnTo>
                      <a:pt x="7" y="1"/>
                    </a:lnTo>
                    <a:lnTo>
                      <a:pt x="7" y="1"/>
                    </a:lnTo>
                    <a:lnTo>
                      <a:pt x="6" y="1"/>
                    </a:lnTo>
                    <a:lnTo>
                      <a:pt x="6" y="1"/>
                    </a:lnTo>
                    <a:lnTo>
                      <a:pt x="6" y="2"/>
                    </a:lnTo>
                    <a:lnTo>
                      <a:pt x="5" y="2"/>
                    </a:lnTo>
                    <a:lnTo>
                      <a:pt x="5" y="2"/>
                    </a:lnTo>
                    <a:lnTo>
                      <a:pt x="5" y="3"/>
                    </a:lnTo>
                    <a:lnTo>
                      <a:pt x="5" y="3"/>
                    </a:lnTo>
                    <a:lnTo>
                      <a:pt x="4" y="3"/>
                    </a:lnTo>
                    <a:lnTo>
                      <a:pt x="4" y="4"/>
                    </a:lnTo>
                    <a:lnTo>
                      <a:pt x="4" y="4"/>
                    </a:lnTo>
                    <a:lnTo>
                      <a:pt x="4" y="5"/>
                    </a:lnTo>
                    <a:lnTo>
                      <a:pt x="4" y="5"/>
                    </a:lnTo>
                    <a:lnTo>
                      <a:pt x="4" y="6"/>
                    </a:lnTo>
                    <a:lnTo>
                      <a:pt x="4" y="6"/>
                    </a:lnTo>
                    <a:lnTo>
                      <a:pt x="4" y="6"/>
                    </a:lnTo>
                    <a:lnTo>
                      <a:pt x="4" y="7"/>
                    </a:lnTo>
                    <a:lnTo>
                      <a:pt x="4" y="7"/>
                    </a:lnTo>
                    <a:lnTo>
                      <a:pt x="4" y="8"/>
                    </a:lnTo>
                    <a:lnTo>
                      <a:pt x="4" y="8"/>
                    </a:lnTo>
                    <a:lnTo>
                      <a:pt x="4" y="8"/>
                    </a:lnTo>
                    <a:lnTo>
                      <a:pt x="4" y="9"/>
                    </a:lnTo>
                    <a:lnTo>
                      <a:pt x="4" y="9"/>
                    </a:lnTo>
                    <a:lnTo>
                      <a:pt x="4" y="10"/>
                    </a:lnTo>
                    <a:lnTo>
                      <a:pt x="4" y="10"/>
                    </a:lnTo>
                    <a:lnTo>
                      <a:pt x="4" y="10"/>
                    </a:lnTo>
                    <a:lnTo>
                      <a:pt x="4" y="10"/>
                    </a:lnTo>
                    <a:lnTo>
                      <a:pt x="4" y="11"/>
                    </a:lnTo>
                    <a:lnTo>
                      <a:pt x="4" y="11"/>
                    </a:lnTo>
                    <a:lnTo>
                      <a:pt x="4" y="11"/>
                    </a:lnTo>
                    <a:lnTo>
                      <a:pt x="3" y="12"/>
                    </a:lnTo>
                    <a:lnTo>
                      <a:pt x="3" y="13"/>
                    </a:lnTo>
                    <a:lnTo>
                      <a:pt x="3" y="13"/>
                    </a:lnTo>
                    <a:lnTo>
                      <a:pt x="3" y="14"/>
                    </a:lnTo>
                    <a:lnTo>
                      <a:pt x="3" y="15"/>
                    </a:lnTo>
                    <a:lnTo>
                      <a:pt x="4" y="15"/>
                    </a:lnTo>
                    <a:lnTo>
                      <a:pt x="4" y="15"/>
                    </a:lnTo>
                    <a:lnTo>
                      <a:pt x="4" y="15"/>
                    </a:lnTo>
                    <a:lnTo>
                      <a:pt x="5" y="15"/>
                    </a:lnTo>
                    <a:lnTo>
                      <a:pt x="5" y="15"/>
                    </a:lnTo>
                    <a:lnTo>
                      <a:pt x="6" y="15"/>
                    </a:lnTo>
                    <a:lnTo>
                      <a:pt x="6" y="15"/>
                    </a:lnTo>
                    <a:lnTo>
                      <a:pt x="7" y="15"/>
                    </a:lnTo>
                    <a:lnTo>
                      <a:pt x="7" y="15"/>
                    </a:lnTo>
                    <a:lnTo>
                      <a:pt x="8" y="15"/>
                    </a:lnTo>
                    <a:lnTo>
                      <a:pt x="8" y="15"/>
                    </a:lnTo>
                    <a:lnTo>
                      <a:pt x="8" y="15"/>
                    </a:lnTo>
                    <a:lnTo>
                      <a:pt x="9" y="15"/>
                    </a:lnTo>
                    <a:lnTo>
                      <a:pt x="9" y="15"/>
                    </a:lnTo>
                    <a:lnTo>
                      <a:pt x="10" y="15"/>
                    </a:lnTo>
                    <a:lnTo>
                      <a:pt x="10" y="15"/>
                    </a:lnTo>
                    <a:lnTo>
                      <a:pt x="11" y="15"/>
                    </a:lnTo>
                    <a:lnTo>
                      <a:pt x="11" y="15"/>
                    </a:lnTo>
                    <a:lnTo>
                      <a:pt x="12" y="15"/>
                    </a:lnTo>
                    <a:lnTo>
                      <a:pt x="12" y="15"/>
                    </a:lnTo>
                    <a:lnTo>
                      <a:pt x="12" y="15"/>
                    </a:lnTo>
                    <a:lnTo>
                      <a:pt x="13" y="15"/>
                    </a:lnTo>
                    <a:lnTo>
                      <a:pt x="12" y="15"/>
                    </a:lnTo>
                    <a:lnTo>
                      <a:pt x="12" y="15"/>
                    </a:lnTo>
                    <a:lnTo>
                      <a:pt x="12" y="15"/>
                    </a:lnTo>
                    <a:lnTo>
                      <a:pt x="11" y="15"/>
                    </a:lnTo>
                    <a:lnTo>
                      <a:pt x="10" y="15"/>
                    </a:lnTo>
                    <a:lnTo>
                      <a:pt x="9" y="15"/>
                    </a:lnTo>
                    <a:lnTo>
                      <a:pt x="8" y="15"/>
                    </a:lnTo>
                    <a:lnTo>
                      <a:pt x="8" y="16"/>
                    </a:lnTo>
                    <a:lnTo>
                      <a:pt x="7" y="16"/>
                    </a:lnTo>
                    <a:lnTo>
                      <a:pt x="5" y="16"/>
                    </a:lnTo>
                    <a:lnTo>
                      <a:pt x="4" y="16"/>
                    </a:lnTo>
                    <a:lnTo>
                      <a:pt x="4" y="16"/>
                    </a:lnTo>
                    <a:lnTo>
                      <a:pt x="3" y="16"/>
                    </a:lnTo>
                    <a:lnTo>
                      <a:pt x="2" y="16"/>
                    </a:lnTo>
                    <a:lnTo>
                      <a:pt x="1" y="16"/>
                    </a:lnTo>
                    <a:lnTo>
                      <a:pt x="1" y="16"/>
                    </a:lnTo>
                    <a:lnTo>
                      <a:pt x="0" y="16"/>
                    </a:lnTo>
                    <a:lnTo>
                      <a:pt x="0" y="16"/>
                    </a:lnTo>
                    <a:lnTo>
                      <a:pt x="0" y="16"/>
                    </a:lnTo>
                    <a:lnTo>
                      <a:pt x="1" y="16"/>
                    </a:lnTo>
                    <a:lnTo>
                      <a:pt x="1" y="16"/>
                    </a:lnTo>
                    <a:lnTo>
                      <a:pt x="2" y="16"/>
                    </a:lnTo>
                    <a:lnTo>
                      <a:pt x="2" y="16"/>
                    </a:lnTo>
                    <a:lnTo>
                      <a:pt x="3" y="16"/>
                    </a:lnTo>
                    <a:lnTo>
                      <a:pt x="3" y="16"/>
                    </a:lnTo>
                    <a:lnTo>
                      <a:pt x="3" y="17"/>
                    </a:lnTo>
                    <a:lnTo>
                      <a:pt x="3" y="17"/>
                    </a:lnTo>
                    <a:lnTo>
                      <a:pt x="3" y="18"/>
                    </a:lnTo>
                    <a:lnTo>
                      <a:pt x="3" y="18"/>
                    </a:lnTo>
                    <a:lnTo>
                      <a:pt x="3" y="18"/>
                    </a:lnTo>
                    <a:lnTo>
                      <a:pt x="3" y="19"/>
                    </a:lnTo>
                    <a:lnTo>
                      <a:pt x="3" y="19"/>
                    </a:lnTo>
                    <a:lnTo>
                      <a:pt x="4" y="20"/>
                    </a:lnTo>
                    <a:lnTo>
                      <a:pt x="4" y="20"/>
                    </a:lnTo>
                    <a:lnTo>
                      <a:pt x="4" y="20"/>
                    </a:lnTo>
                    <a:lnTo>
                      <a:pt x="4" y="21"/>
                    </a:lnTo>
                    <a:lnTo>
                      <a:pt x="4" y="21"/>
                    </a:lnTo>
                    <a:lnTo>
                      <a:pt x="4" y="21"/>
                    </a:lnTo>
                    <a:lnTo>
                      <a:pt x="4" y="21"/>
                    </a:lnTo>
                    <a:lnTo>
                      <a:pt x="4" y="21"/>
                    </a:lnTo>
                    <a:lnTo>
                      <a:pt x="4" y="22"/>
                    </a:lnTo>
                    <a:lnTo>
                      <a:pt x="4" y="22"/>
                    </a:lnTo>
                    <a:lnTo>
                      <a:pt x="4" y="23"/>
                    </a:lnTo>
                    <a:lnTo>
                      <a:pt x="4" y="23"/>
                    </a:lnTo>
                    <a:lnTo>
                      <a:pt x="4" y="23"/>
                    </a:lnTo>
                    <a:lnTo>
                      <a:pt x="4" y="24"/>
                    </a:lnTo>
                    <a:lnTo>
                      <a:pt x="4" y="24"/>
                    </a:lnTo>
                    <a:lnTo>
                      <a:pt x="4" y="25"/>
                    </a:lnTo>
                    <a:lnTo>
                      <a:pt x="4" y="25"/>
                    </a:lnTo>
                    <a:lnTo>
                      <a:pt x="4" y="25"/>
                    </a:lnTo>
                    <a:lnTo>
                      <a:pt x="4" y="26"/>
                    </a:lnTo>
                    <a:lnTo>
                      <a:pt x="4" y="26"/>
                    </a:lnTo>
                    <a:lnTo>
                      <a:pt x="4" y="27"/>
                    </a:lnTo>
                    <a:lnTo>
                      <a:pt x="4" y="27"/>
                    </a:lnTo>
                    <a:lnTo>
                      <a:pt x="5" y="27"/>
                    </a:lnTo>
                    <a:lnTo>
                      <a:pt x="5" y="28"/>
                    </a:lnTo>
                    <a:lnTo>
                      <a:pt x="5" y="28"/>
                    </a:lnTo>
                    <a:lnTo>
                      <a:pt x="5" y="28"/>
                    </a:lnTo>
                    <a:lnTo>
                      <a:pt x="5" y="29"/>
                    </a:lnTo>
                    <a:lnTo>
                      <a:pt x="6" y="29"/>
                    </a:lnTo>
                    <a:lnTo>
                      <a:pt x="6" y="29"/>
                    </a:lnTo>
                    <a:lnTo>
                      <a:pt x="6" y="30"/>
                    </a:lnTo>
                    <a:lnTo>
                      <a:pt x="7" y="30"/>
                    </a:lnTo>
                    <a:lnTo>
                      <a:pt x="7" y="30"/>
                    </a:lnTo>
                    <a:lnTo>
                      <a:pt x="7" y="30"/>
                    </a:lnTo>
                    <a:lnTo>
                      <a:pt x="8" y="30"/>
                    </a:lnTo>
                    <a:lnTo>
                      <a:pt x="8" y="30"/>
                    </a:lnTo>
                    <a:lnTo>
                      <a:pt x="8" y="30"/>
                    </a:lnTo>
                    <a:lnTo>
                      <a:pt x="8" y="30"/>
                    </a:lnTo>
                    <a:lnTo>
                      <a:pt x="8" y="30"/>
                    </a:lnTo>
                    <a:lnTo>
                      <a:pt x="9" y="30"/>
                    </a:lnTo>
                    <a:lnTo>
                      <a:pt x="9" y="30"/>
                    </a:lnTo>
                    <a:lnTo>
                      <a:pt x="10" y="30"/>
                    </a:lnTo>
                    <a:lnTo>
                      <a:pt x="10" y="29"/>
                    </a:lnTo>
                    <a:lnTo>
                      <a:pt x="10" y="29"/>
                    </a:lnTo>
                    <a:lnTo>
                      <a:pt x="10" y="29"/>
                    </a:lnTo>
                    <a:lnTo>
                      <a:pt x="11" y="29"/>
                    </a:lnTo>
                    <a:lnTo>
                      <a:pt x="11" y="28"/>
                    </a:lnTo>
                    <a:lnTo>
                      <a:pt x="11" y="28"/>
                    </a:lnTo>
                    <a:lnTo>
                      <a:pt x="11" y="28"/>
                    </a:lnTo>
                    <a:lnTo>
                      <a:pt x="11" y="28"/>
                    </a:lnTo>
                    <a:lnTo>
                      <a:pt x="11" y="27"/>
                    </a:lnTo>
                    <a:lnTo>
                      <a:pt x="12" y="27"/>
                    </a:lnTo>
                    <a:lnTo>
                      <a:pt x="12" y="26"/>
                    </a:lnTo>
                    <a:lnTo>
                      <a:pt x="12" y="26"/>
                    </a:lnTo>
                    <a:lnTo>
                      <a:pt x="12" y="25"/>
                    </a:lnTo>
                    <a:lnTo>
                      <a:pt x="12" y="25"/>
                    </a:lnTo>
                    <a:lnTo>
                      <a:pt x="12" y="25"/>
                    </a:lnTo>
                    <a:lnTo>
                      <a:pt x="12" y="24"/>
                    </a:lnTo>
                    <a:lnTo>
                      <a:pt x="12" y="24"/>
                    </a:lnTo>
                    <a:lnTo>
                      <a:pt x="12" y="23"/>
                    </a:lnTo>
                    <a:lnTo>
                      <a:pt x="12" y="23"/>
                    </a:lnTo>
                    <a:lnTo>
                      <a:pt x="12" y="23"/>
                    </a:lnTo>
                    <a:lnTo>
                      <a:pt x="12" y="22"/>
                    </a:lnTo>
                    <a:lnTo>
                      <a:pt x="12" y="22"/>
                    </a:lnTo>
                    <a:lnTo>
                      <a:pt x="12" y="21"/>
                    </a:lnTo>
                    <a:lnTo>
                      <a:pt x="12" y="21"/>
                    </a:lnTo>
                    <a:lnTo>
                      <a:pt x="12" y="21"/>
                    </a:lnTo>
                    <a:lnTo>
                      <a:pt x="12" y="21"/>
                    </a:lnTo>
                    <a:lnTo>
                      <a:pt x="12" y="20"/>
                    </a:lnTo>
                    <a:lnTo>
                      <a:pt x="12" y="20"/>
                    </a:lnTo>
                    <a:lnTo>
                      <a:pt x="12" y="20"/>
                    </a:lnTo>
                    <a:lnTo>
                      <a:pt x="12" y="19"/>
                    </a:lnTo>
                    <a:lnTo>
                      <a:pt x="12" y="19"/>
                    </a:lnTo>
                    <a:lnTo>
                      <a:pt x="12" y="18"/>
                    </a:lnTo>
                    <a:lnTo>
                      <a:pt x="12" y="18"/>
                    </a:lnTo>
                    <a:lnTo>
                      <a:pt x="12" y="17"/>
                    </a:lnTo>
                    <a:lnTo>
                      <a:pt x="13" y="16"/>
                    </a:lnTo>
                    <a:lnTo>
                      <a:pt x="12" y="16"/>
                    </a:lnTo>
                    <a:lnTo>
                      <a:pt x="12" y="16"/>
                    </a:lnTo>
                    <a:lnTo>
                      <a:pt x="12" y="16"/>
                    </a:lnTo>
                    <a:lnTo>
                      <a:pt x="11" y="16"/>
                    </a:lnTo>
                    <a:lnTo>
                      <a:pt x="11" y="16"/>
                    </a:lnTo>
                    <a:lnTo>
                      <a:pt x="10" y="16"/>
                    </a:lnTo>
                    <a:lnTo>
                      <a:pt x="10" y="16"/>
                    </a:lnTo>
                    <a:lnTo>
                      <a:pt x="9" y="16"/>
                    </a:lnTo>
                    <a:lnTo>
                      <a:pt x="9" y="16"/>
                    </a:lnTo>
                    <a:lnTo>
                      <a:pt x="8" y="16"/>
                    </a:lnTo>
                    <a:lnTo>
                      <a:pt x="8" y="16"/>
                    </a:lnTo>
                    <a:lnTo>
                      <a:pt x="8" y="16"/>
                    </a:lnTo>
                    <a:lnTo>
                      <a:pt x="7" y="16"/>
                    </a:lnTo>
                    <a:lnTo>
                      <a:pt x="7" y="16"/>
                    </a:lnTo>
                    <a:lnTo>
                      <a:pt x="6" y="16"/>
                    </a:lnTo>
                    <a:lnTo>
                      <a:pt x="6" y="16"/>
                    </a:lnTo>
                    <a:lnTo>
                      <a:pt x="5" y="16"/>
                    </a:lnTo>
                    <a:lnTo>
                      <a:pt x="5" y="16"/>
                    </a:lnTo>
                    <a:lnTo>
                      <a:pt x="4" y="16"/>
                    </a:lnTo>
                    <a:lnTo>
                      <a:pt x="4" y="16"/>
                    </a:lnTo>
                    <a:lnTo>
                      <a:pt x="4" y="16"/>
                    </a:lnTo>
                    <a:lnTo>
                      <a:pt x="3" y="16"/>
                    </a:lnTo>
                    <a:lnTo>
                      <a:pt x="3" y="16"/>
                    </a:lnTo>
                    <a:lnTo>
                      <a:pt x="2" y="16"/>
                    </a:lnTo>
                    <a:lnTo>
                      <a:pt x="2" y="16"/>
                    </a:lnTo>
                    <a:lnTo>
                      <a:pt x="1" y="16"/>
                    </a:lnTo>
                    <a:lnTo>
                      <a:pt x="1" y="16"/>
                    </a:lnTo>
                    <a:lnTo>
                      <a:pt x="0" y="16"/>
                    </a:lnTo>
                    <a:lnTo>
                      <a:pt x="0" y="16"/>
                    </a:lnTo>
                  </a:path>
                </a:pathLst>
              </a:custGeom>
              <a:solidFill>
                <a:srgbClr val="000000"/>
              </a:solidFill>
              <a:ln cap="rnd">
                <a:noFill/>
                <a:round/>
              </a:ln>
              <a:effectLst/>
            </p:spPr>
          </p:sp>
          <p:sp>
            <p:nvSpPr>
              <p:cNvPr id="57475" name=""/>
              <p:cNvSpPr/>
              <p:nvPr/>
            </p:nvSpPr>
            <p:spPr>
              <a:xfrm>
                <a:off x="3859" y="3029"/>
                <a:ext cx="17" cy="27"/>
              </a:xfrm>
              <a:custGeom>
                <a:pathLst>
                  <a:path w="17" h="27">
                    <a:moveTo>
                      <a:pt x="10" y="0"/>
                    </a:moveTo>
                    <a:lnTo>
                      <a:pt x="10" y="0"/>
                    </a:lnTo>
                    <a:lnTo>
                      <a:pt x="10" y="0"/>
                    </a:lnTo>
                    <a:lnTo>
                      <a:pt x="10" y="0"/>
                    </a:lnTo>
                    <a:lnTo>
                      <a:pt x="10" y="0"/>
                    </a:lnTo>
                    <a:lnTo>
                      <a:pt x="16" y="0"/>
                    </a:lnTo>
                    <a:lnTo>
                      <a:pt x="16" y="0"/>
                    </a:lnTo>
                    <a:lnTo>
                      <a:pt x="16" y="0"/>
                    </a:lnTo>
                    <a:lnTo>
                      <a:pt x="16" y="0"/>
                    </a:lnTo>
                    <a:lnTo>
                      <a:pt x="16" y="1"/>
                    </a:lnTo>
                    <a:lnTo>
                      <a:pt x="16" y="1"/>
                    </a:lnTo>
                    <a:lnTo>
                      <a:pt x="16" y="1"/>
                    </a:lnTo>
                    <a:lnTo>
                      <a:pt x="16" y="2"/>
                    </a:lnTo>
                    <a:lnTo>
                      <a:pt x="16" y="2"/>
                    </a:lnTo>
                    <a:lnTo>
                      <a:pt x="16" y="3"/>
                    </a:lnTo>
                    <a:lnTo>
                      <a:pt x="16" y="3"/>
                    </a:lnTo>
                    <a:lnTo>
                      <a:pt x="16" y="3"/>
                    </a:lnTo>
                    <a:lnTo>
                      <a:pt x="16" y="3"/>
                    </a:lnTo>
                    <a:lnTo>
                      <a:pt x="16" y="4"/>
                    </a:lnTo>
                    <a:lnTo>
                      <a:pt x="16" y="4"/>
                    </a:lnTo>
                    <a:lnTo>
                      <a:pt x="10" y="4"/>
                    </a:lnTo>
                    <a:lnTo>
                      <a:pt x="10" y="5"/>
                    </a:lnTo>
                    <a:lnTo>
                      <a:pt x="10" y="5"/>
                    </a:lnTo>
                    <a:lnTo>
                      <a:pt x="10" y="5"/>
                    </a:lnTo>
                    <a:lnTo>
                      <a:pt x="10" y="5"/>
                    </a:lnTo>
                    <a:lnTo>
                      <a:pt x="10" y="5"/>
                    </a:lnTo>
                    <a:lnTo>
                      <a:pt x="10" y="4"/>
                    </a:lnTo>
                    <a:lnTo>
                      <a:pt x="5" y="4"/>
                    </a:lnTo>
                    <a:lnTo>
                      <a:pt x="5" y="4"/>
                    </a:lnTo>
                    <a:lnTo>
                      <a:pt x="5" y="3"/>
                    </a:lnTo>
                    <a:lnTo>
                      <a:pt x="5" y="3"/>
                    </a:lnTo>
                    <a:lnTo>
                      <a:pt x="5" y="3"/>
                    </a:lnTo>
                    <a:lnTo>
                      <a:pt x="5" y="2"/>
                    </a:lnTo>
                    <a:lnTo>
                      <a:pt x="5" y="2"/>
                    </a:lnTo>
                    <a:lnTo>
                      <a:pt x="5" y="1"/>
                    </a:lnTo>
                    <a:lnTo>
                      <a:pt x="5" y="1"/>
                    </a:lnTo>
                    <a:lnTo>
                      <a:pt x="5" y="1"/>
                    </a:lnTo>
                    <a:lnTo>
                      <a:pt x="5" y="0"/>
                    </a:lnTo>
                    <a:lnTo>
                      <a:pt x="5" y="0"/>
                    </a:lnTo>
                    <a:lnTo>
                      <a:pt x="5" y="0"/>
                    </a:lnTo>
                    <a:lnTo>
                      <a:pt x="5" y="0"/>
                    </a:lnTo>
                    <a:lnTo>
                      <a:pt x="10" y="0"/>
                    </a:lnTo>
                    <a:lnTo>
                      <a:pt x="10" y="0"/>
                    </a:lnTo>
                    <a:lnTo>
                      <a:pt x="10" y="0"/>
                    </a:lnTo>
                    <a:lnTo>
                      <a:pt x="10" y="0"/>
                    </a:lnTo>
                    <a:lnTo>
                      <a:pt x="10" y="0"/>
                    </a:lnTo>
                    <a:lnTo>
                      <a:pt x="10" y="0"/>
                    </a:lnTo>
                    <a:lnTo>
                      <a:pt x="10" y="0"/>
                    </a:lnTo>
                    <a:lnTo>
                      <a:pt x="10" y="1"/>
                    </a:lnTo>
                    <a:lnTo>
                      <a:pt x="5" y="2"/>
                    </a:lnTo>
                    <a:lnTo>
                      <a:pt x="5" y="2"/>
                    </a:lnTo>
                    <a:lnTo>
                      <a:pt x="5" y="3"/>
                    </a:lnTo>
                    <a:lnTo>
                      <a:pt x="5" y="4"/>
                    </a:lnTo>
                    <a:lnTo>
                      <a:pt x="5" y="4"/>
                    </a:lnTo>
                    <a:lnTo>
                      <a:pt x="5" y="5"/>
                    </a:lnTo>
                    <a:lnTo>
                      <a:pt x="5" y="6"/>
                    </a:lnTo>
                    <a:lnTo>
                      <a:pt x="5" y="7"/>
                    </a:lnTo>
                    <a:lnTo>
                      <a:pt x="0" y="7"/>
                    </a:lnTo>
                    <a:lnTo>
                      <a:pt x="0" y="8"/>
                    </a:lnTo>
                    <a:lnTo>
                      <a:pt x="0" y="8"/>
                    </a:lnTo>
                    <a:lnTo>
                      <a:pt x="0" y="8"/>
                    </a:lnTo>
                    <a:lnTo>
                      <a:pt x="0" y="9"/>
                    </a:lnTo>
                    <a:lnTo>
                      <a:pt x="0" y="9"/>
                    </a:lnTo>
                    <a:lnTo>
                      <a:pt x="5" y="9"/>
                    </a:lnTo>
                    <a:lnTo>
                      <a:pt x="5" y="9"/>
                    </a:lnTo>
                    <a:lnTo>
                      <a:pt x="5" y="9"/>
                    </a:lnTo>
                    <a:lnTo>
                      <a:pt x="5" y="8"/>
                    </a:lnTo>
                    <a:lnTo>
                      <a:pt x="5" y="8"/>
                    </a:lnTo>
                    <a:lnTo>
                      <a:pt x="5" y="8"/>
                    </a:lnTo>
                    <a:lnTo>
                      <a:pt x="10" y="8"/>
                    </a:lnTo>
                    <a:lnTo>
                      <a:pt x="10" y="8"/>
                    </a:lnTo>
                    <a:lnTo>
                      <a:pt x="10" y="8"/>
                    </a:lnTo>
                    <a:lnTo>
                      <a:pt x="10" y="8"/>
                    </a:lnTo>
                    <a:lnTo>
                      <a:pt x="10" y="8"/>
                    </a:lnTo>
                    <a:lnTo>
                      <a:pt x="10" y="9"/>
                    </a:lnTo>
                    <a:lnTo>
                      <a:pt x="10" y="9"/>
                    </a:lnTo>
                    <a:lnTo>
                      <a:pt x="10" y="10"/>
                    </a:lnTo>
                    <a:lnTo>
                      <a:pt x="10" y="10"/>
                    </a:lnTo>
                    <a:lnTo>
                      <a:pt x="10" y="10"/>
                    </a:lnTo>
                    <a:lnTo>
                      <a:pt x="10" y="10"/>
                    </a:lnTo>
                    <a:lnTo>
                      <a:pt x="10" y="11"/>
                    </a:lnTo>
                    <a:lnTo>
                      <a:pt x="10" y="11"/>
                    </a:lnTo>
                    <a:lnTo>
                      <a:pt x="10" y="11"/>
                    </a:lnTo>
                    <a:lnTo>
                      <a:pt x="10" y="12"/>
                    </a:lnTo>
                    <a:lnTo>
                      <a:pt x="10" y="12"/>
                    </a:lnTo>
                    <a:lnTo>
                      <a:pt x="10" y="13"/>
                    </a:lnTo>
                    <a:lnTo>
                      <a:pt x="10" y="13"/>
                    </a:lnTo>
                    <a:lnTo>
                      <a:pt x="10" y="13"/>
                    </a:lnTo>
                    <a:lnTo>
                      <a:pt x="10" y="13"/>
                    </a:lnTo>
                    <a:lnTo>
                      <a:pt x="10" y="13"/>
                    </a:lnTo>
                    <a:lnTo>
                      <a:pt x="10" y="13"/>
                    </a:lnTo>
                    <a:lnTo>
                      <a:pt x="10" y="14"/>
                    </a:lnTo>
                    <a:lnTo>
                      <a:pt x="10" y="14"/>
                    </a:lnTo>
                    <a:lnTo>
                      <a:pt x="10" y="14"/>
                    </a:lnTo>
                    <a:lnTo>
                      <a:pt x="10" y="15"/>
                    </a:lnTo>
                    <a:lnTo>
                      <a:pt x="10" y="15"/>
                    </a:lnTo>
                    <a:lnTo>
                      <a:pt x="10" y="16"/>
                    </a:lnTo>
                    <a:lnTo>
                      <a:pt x="10" y="16"/>
                    </a:lnTo>
                    <a:lnTo>
                      <a:pt x="10" y="16"/>
                    </a:lnTo>
                    <a:lnTo>
                      <a:pt x="10" y="17"/>
                    </a:lnTo>
                    <a:lnTo>
                      <a:pt x="10" y="17"/>
                    </a:lnTo>
                    <a:lnTo>
                      <a:pt x="10" y="17"/>
                    </a:lnTo>
                    <a:lnTo>
                      <a:pt x="10" y="17"/>
                    </a:lnTo>
                    <a:lnTo>
                      <a:pt x="10" y="18"/>
                    </a:lnTo>
                    <a:lnTo>
                      <a:pt x="10" y="18"/>
                    </a:lnTo>
                    <a:lnTo>
                      <a:pt x="10" y="19"/>
                    </a:lnTo>
                    <a:lnTo>
                      <a:pt x="10" y="19"/>
                    </a:lnTo>
                    <a:lnTo>
                      <a:pt x="10" y="19"/>
                    </a:lnTo>
                    <a:lnTo>
                      <a:pt x="10" y="20"/>
                    </a:lnTo>
                    <a:lnTo>
                      <a:pt x="5" y="20"/>
                    </a:lnTo>
                    <a:lnTo>
                      <a:pt x="5" y="20"/>
                    </a:lnTo>
                    <a:lnTo>
                      <a:pt x="5" y="21"/>
                    </a:lnTo>
                    <a:lnTo>
                      <a:pt x="5" y="21"/>
                    </a:lnTo>
                    <a:lnTo>
                      <a:pt x="5" y="21"/>
                    </a:lnTo>
                    <a:lnTo>
                      <a:pt x="5" y="22"/>
                    </a:lnTo>
                    <a:lnTo>
                      <a:pt x="5" y="22"/>
                    </a:lnTo>
                    <a:lnTo>
                      <a:pt x="5" y="23"/>
                    </a:lnTo>
                    <a:lnTo>
                      <a:pt x="5" y="23"/>
                    </a:lnTo>
                    <a:lnTo>
                      <a:pt x="5" y="23"/>
                    </a:lnTo>
                    <a:lnTo>
                      <a:pt x="10" y="23"/>
                    </a:lnTo>
                    <a:lnTo>
                      <a:pt x="10" y="23"/>
                    </a:lnTo>
                    <a:lnTo>
                      <a:pt x="10" y="23"/>
                    </a:lnTo>
                    <a:lnTo>
                      <a:pt x="10" y="23"/>
                    </a:lnTo>
                    <a:lnTo>
                      <a:pt x="10" y="22"/>
                    </a:lnTo>
                    <a:lnTo>
                      <a:pt x="10" y="22"/>
                    </a:lnTo>
                    <a:lnTo>
                      <a:pt x="10" y="22"/>
                    </a:lnTo>
                    <a:lnTo>
                      <a:pt x="10" y="21"/>
                    </a:lnTo>
                    <a:lnTo>
                      <a:pt x="10" y="21"/>
                    </a:lnTo>
                    <a:lnTo>
                      <a:pt x="10" y="21"/>
                    </a:lnTo>
                    <a:lnTo>
                      <a:pt x="10" y="20"/>
                    </a:lnTo>
                    <a:lnTo>
                      <a:pt x="10" y="20"/>
                    </a:lnTo>
                    <a:lnTo>
                      <a:pt x="10" y="19"/>
                    </a:lnTo>
                    <a:lnTo>
                      <a:pt x="16" y="19"/>
                    </a:lnTo>
                    <a:lnTo>
                      <a:pt x="16" y="19"/>
                    </a:lnTo>
                    <a:lnTo>
                      <a:pt x="16" y="20"/>
                    </a:lnTo>
                    <a:lnTo>
                      <a:pt x="16" y="20"/>
                    </a:lnTo>
                    <a:lnTo>
                      <a:pt x="16" y="21"/>
                    </a:lnTo>
                    <a:lnTo>
                      <a:pt x="16" y="21"/>
                    </a:lnTo>
                    <a:lnTo>
                      <a:pt x="16" y="21"/>
                    </a:lnTo>
                    <a:lnTo>
                      <a:pt x="16" y="22"/>
                    </a:lnTo>
                    <a:lnTo>
                      <a:pt x="10" y="23"/>
                    </a:lnTo>
                    <a:lnTo>
                      <a:pt x="10" y="23"/>
                    </a:lnTo>
                    <a:lnTo>
                      <a:pt x="10" y="23"/>
                    </a:lnTo>
                    <a:lnTo>
                      <a:pt x="10" y="24"/>
                    </a:lnTo>
                    <a:lnTo>
                      <a:pt x="10" y="24"/>
                    </a:lnTo>
                    <a:lnTo>
                      <a:pt x="10" y="24"/>
                    </a:lnTo>
                    <a:lnTo>
                      <a:pt x="10" y="25"/>
                    </a:lnTo>
                    <a:lnTo>
                      <a:pt x="10" y="25"/>
                    </a:lnTo>
                    <a:lnTo>
                      <a:pt x="5" y="26"/>
                    </a:lnTo>
                    <a:lnTo>
                      <a:pt x="5" y="26"/>
                    </a:lnTo>
                    <a:lnTo>
                      <a:pt x="5" y="26"/>
                    </a:lnTo>
                    <a:lnTo>
                      <a:pt x="5" y="26"/>
                    </a:lnTo>
                    <a:lnTo>
                      <a:pt x="5" y="26"/>
                    </a:lnTo>
                    <a:lnTo>
                      <a:pt x="5" y="26"/>
                    </a:lnTo>
                    <a:lnTo>
                      <a:pt x="5" y="26"/>
                    </a:lnTo>
                    <a:lnTo>
                      <a:pt x="0" y="26"/>
                    </a:lnTo>
                    <a:lnTo>
                      <a:pt x="0" y="25"/>
                    </a:lnTo>
                    <a:lnTo>
                      <a:pt x="0" y="25"/>
                    </a:lnTo>
                    <a:lnTo>
                      <a:pt x="0" y="24"/>
                    </a:lnTo>
                    <a:lnTo>
                      <a:pt x="0" y="24"/>
                    </a:lnTo>
                    <a:lnTo>
                      <a:pt x="0" y="24"/>
                    </a:lnTo>
                    <a:lnTo>
                      <a:pt x="0" y="23"/>
                    </a:lnTo>
                    <a:lnTo>
                      <a:pt x="0" y="23"/>
                    </a:lnTo>
                    <a:lnTo>
                      <a:pt x="0" y="23"/>
                    </a:lnTo>
                    <a:lnTo>
                      <a:pt x="0" y="22"/>
                    </a:lnTo>
                    <a:lnTo>
                      <a:pt x="0" y="22"/>
                    </a:lnTo>
                    <a:lnTo>
                      <a:pt x="0" y="21"/>
                    </a:lnTo>
                    <a:lnTo>
                      <a:pt x="0" y="21"/>
                    </a:lnTo>
                    <a:lnTo>
                      <a:pt x="0" y="21"/>
                    </a:lnTo>
                    <a:lnTo>
                      <a:pt x="0" y="20"/>
                    </a:lnTo>
                    <a:lnTo>
                      <a:pt x="0" y="20"/>
                    </a:lnTo>
                    <a:lnTo>
                      <a:pt x="0" y="19"/>
                    </a:lnTo>
                    <a:lnTo>
                      <a:pt x="0" y="19"/>
                    </a:lnTo>
                    <a:lnTo>
                      <a:pt x="0" y="19"/>
                    </a:lnTo>
                    <a:lnTo>
                      <a:pt x="0" y="18"/>
                    </a:lnTo>
                    <a:lnTo>
                      <a:pt x="0" y="18"/>
                    </a:lnTo>
                    <a:lnTo>
                      <a:pt x="0" y="17"/>
                    </a:lnTo>
                    <a:lnTo>
                      <a:pt x="0" y="17"/>
                    </a:lnTo>
                    <a:lnTo>
                      <a:pt x="0" y="17"/>
                    </a:lnTo>
                    <a:lnTo>
                      <a:pt x="0" y="16"/>
                    </a:lnTo>
                    <a:lnTo>
                      <a:pt x="5" y="16"/>
                    </a:lnTo>
                    <a:lnTo>
                      <a:pt x="5" y="16"/>
                    </a:lnTo>
                    <a:lnTo>
                      <a:pt x="5" y="16"/>
                    </a:lnTo>
                    <a:lnTo>
                      <a:pt x="5" y="15"/>
                    </a:lnTo>
                    <a:lnTo>
                      <a:pt x="5" y="15"/>
                    </a:lnTo>
                    <a:lnTo>
                      <a:pt x="5" y="14"/>
                    </a:lnTo>
                    <a:lnTo>
                      <a:pt x="5" y="14"/>
                    </a:lnTo>
                    <a:lnTo>
                      <a:pt x="5" y="14"/>
                    </a:lnTo>
                    <a:lnTo>
                      <a:pt x="5" y="13"/>
                    </a:lnTo>
                    <a:lnTo>
                      <a:pt x="5" y="13"/>
                    </a:lnTo>
                    <a:lnTo>
                      <a:pt x="5" y="13"/>
                    </a:lnTo>
                    <a:lnTo>
                      <a:pt x="5" y="13"/>
                    </a:lnTo>
                    <a:lnTo>
                      <a:pt x="5" y="13"/>
                    </a:lnTo>
                    <a:lnTo>
                      <a:pt x="5" y="12"/>
                    </a:lnTo>
                    <a:lnTo>
                      <a:pt x="5" y="12"/>
                    </a:lnTo>
                    <a:lnTo>
                      <a:pt x="5" y="11"/>
                    </a:lnTo>
                    <a:lnTo>
                      <a:pt x="5" y="11"/>
                    </a:lnTo>
                    <a:lnTo>
                      <a:pt x="5" y="11"/>
                    </a:lnTo>
                    <a:lnTo>
                      <a:pt x="5" y="11"/>
                    </a:lnTo>
                    <a:lnTo>
                      <a:pt x="0" y="11"/>
                    </a:lnTo>
                    <a:lnTo>
                      <a:pt x="0" y="11"/>
                    </a:lnTo>
                    <a:lnTo>
                      <a:pt x="0" y="11"/>
                    </a:lnTo>
                    <a:lnTo>
                      <a:pt x="0" y="10"/>
                    </a:lnTo>
                    <a:lnTo>
                      <a:pt x="0" y="10"/>
                    </a:lnTo>
                    <a:lnTo>
                      <a:pt x="0" y="10"/>
                    </a:lnTo>
                    <a:lnTo>
                      <a:pt x="0" y="10"/>
                    </a:lnTo>
                    <a:lnTo>
                      <a:pt x="0" y="9"/>
                    </a:lnTo>
                    <a:lnTo>
                      <a:pt x="0" y="9"/>
                    </a:lnTo>
                    <a:lnTo>
                      <a:pt x="0" y="8"/>
                    </a:lnTo>
                    <a:lnTo>
                      <a:pt x="0" y="8"/>
                    </a:lnTo>
                    <a:lnTo>
                      <a:pt x="0" y="8"/>
                    </a:lnTo>
                    <a:lnTo>
                      <a:pt x="0" y="7"/>
                    </a:lnTo>
                    <a:lnTo>
                      <a:pt x="5" y="7"/>
                    </a:lnTo>
                    <a:lnTo>
                      <a:pt x="5" y="6"/>
                    </a:lnTo>
                    <a:lnTo>
                      <a:pt x="5" y="5"/>
                    </a:lnTo>
                    <a:lnTo>
                      <a:pt x="5" y="4"/>
                    </a:lnTo>
                    <a:lnTo>
                      <a:pt x="5" y="4"/>
                    </a:lnTo>
                    <a:lnTo>
                      <a:pt x="5" y="3"/>
                    </a:lnTo>
                    <a:lnTo>
                      <a:pt x="5" y="2"/>
                    </a:lnTo>
                    <a:lnTo>
                      <a:pt x="5" y="2"/>
                    </a:lnTo>
                    <a:lnTo>
                      <a:pt x="10" y="1"/>
                    </a:lnTo>
                    <a:lnTo>
                      <a:pt x="10" y="0"/>
                    </a:lnTo>
                    <a:lnTo>
                      <a:pt x="10" y="0"/>
                    </a:lnTo>
                    <a:lnTo>
                      <a:pt x="10" y="0"/>
                    </a:lnTo>
                    <a:lnTo>
                      <a:pt x="10" y="0"/>
                    </a:lnTo>
                  </a:path>
                </a:pathLst>
              </a:custGeom>
              <a:solidFill>
                <a:srgbClr val="000000"/>
              </a:solidFill>
              <a:ln cap="rnd">
                <a:noFill/>
                <a:round/>
              </a:ln>
              <a:effectLst/>
            </p:spPr>
          </p:sp>
          <p:sp>
            <p:nvSpPr>
              <p:cNvPr id="57476" name=""/>
              <p:cNvSpPr/>
              <p:nvPr/>
            </p:nvSpPr>
            <p:spPr>
              <a:xfrm>
                <a:off x="4009" y="3005"/>
                <a:ext cx="17" cy="27"/>
              </a:xfrm>
              <a:custGeom>
                <a:pathLst>
                  <a:path w="17" h="27">
                    <a:moveTo>
                      <a:pt x="10" y="0"/>
                    </a:moveTo>
                    <a:lnTo>
                      <a:pt x="10" y="0"/>
                    </a:lnTo>
                    <a:lnTo>
                      <a:pt x="10" y="0"/>
                    </a:lnTo>
                    <a:lnTo>
                      <a:pt x="10" y="0"/>
                    </a:lnTo>
                    <a:lnTo>
                      <a:pt x="10" y="0"/>
                    </a:lnTo>
                    <a:lnTo>
                      <a:pt x="16" y="0"/>
                    </a:lnTo>
                    <a:lnTo>
                      <a:pt x="16" y="0"/>
                    </a:lnTo>
                    <a:lnTo>
                      <a:pt x="16" y="1"/>
                    </a:lnTo>
                    <a:lnTo>
                      <a:pt x="16" y="1"/>
                    </a:lnTo>
                    <a:lnTo>
                      <a:pt x="16" y="1"/>
                    </a:lnTo>
                    <a:lnTo>
                      <a:pt x="16" y="1"/>
                    </a:lnTo>
                    <a:lnTo>
                      <a:pt x="16" y="2"/>
                    </a:lnTo>
                    <a:lnTo>
                      <a:pt x="16" y="2"/>
                    </a:lnTo>
                    <a:lnTo>
                      <a:pt x="16" y="3"/>
                    </a:lnTo>
                    <a:lnTo>
                      <a:pt x="16" y="3"/>
                    </a:lnTo>
                    <a:lnTo>
                      <a:pt x="16" y="3"/>
                    </a:lnTo>
                    <a:lnTo>
                      <a:pt x="16" y="4"/>
                    </a:lnTo>
                    <a:lnTo>
                      <a:pt x="16" y="4"/>
                    </a:lnTo>
                    <a:lnTo>
                      <a:pt x="16" y="5"/>
                    </a:lnTo>
                    <a:lnTo>
                      <a:pt x="10" y="5"/>
                    </a:lnTo>
                    <a:lnTo>
                      <a:pt x="10" y="5"/>
                    </a:lnTo>
                    <a:lnTo>
                      <a:pt x="10" y="5"/>
                    </a:lnTo>
                    <a:lnTo>
                      <a:pt x="10" y="5"/>
                    </a:lnTo>
                    <a:lnTo>
                      <a:pt x="10" y="5"/>
                    </a:lnTo>
                    <a:lnTo>
                      <a:pt x="10" y="5"/>
                    </a:lnTo>
                    <a:lnTo>
                      <a:pt x="10" y="5"/>
                    </a:lnTo>
                    <a:lnTo>
                      <a:pt x="5" y="5"/>
                    </a:lnTo>
                    <a:lnTo>
                      <a:pt x="5" y="4"/>
                    </a:lnTo>
                    <a:lnTo>
                      <a:pt x="5" y="4"/>
                    </a:lnTo>
                    <a:lnTo>
                      <a:pt x="5" y="4"/>
                    </a:lnTo>
                    <a:lnTo>
                      <a:pt x="5" y="3"/>
                    </a:lnTo>
                    <a:lnTo>
                      <a:pt x="5" y="3"/>
                    </a:lnTo>
                    <a:lnTo>
                      <a:pt x="5" y="3"/>
                    </a:lnTo>
                    <a:lnTo>
                      <a:pt x="5" y="2"/>
                    </a:lnTo>
                    <a:lnTo>
                      <a:pt x="5" y="2"/>
                    </a:lnTo>
                    <a:lnTo>
                      <a:pt x="5" y="1"/>
                    </a:lnTo>
                    <a:lnTo>
                      <a:pt x="5" y="1"/>
                    </a:lnTo>
                    <a:lnTo>
                      <a:pt x="5" y="1"/>
                    </a:lnTo>
                    <a:lnTo>
                      <a:pt x="5" y="0"/>
                    </a:lnTo>
                    <a:lnTo>
                      <a:pt x="5" y="0"/>
                    </a:lnTo>
                    <a:lnTo>
                      <a:pt x="10" y="0"/>
                    </a:lnTo>
                    <a:lnTo>
                      <a:pt x="10" y="0"/>
                    </a:lnTo>
                    <a:lnTo>
                      <a:pt x="10" y="0"/>
                    </a:lnTo>
                    <a:lnTo>
                      <a:pt x="10" y="0"/>
                    </a:lnTo>
                    <a:lnTo>
                      <a:pt x="10" y="0"/>
                    </a:lnTo>
                    <a:lnTo>
                      <a:pt x="10" y="0"/>
                    </a:lnTo>
                    <a:lnTo>
                      <a:pt x="10" y="0"/>
                    </a:lnTo>
                    <a:lnTo>
                      <a:pt x="10" y="0"/>
                    </a:lnTo>
                    <a:lnTo>
                      <a:pt x="10" y="1"/>
                    </a:lnTo>
                    <a:lnTo>
                      <a:pt x="10" y="1"/>
                    </a:lnTo>
                    <a:lnTo>
                      <a:pt x="5" y="2"/>
                    </a:lnTo>
                    <a:lnTo>
                      <a:pt x="5" y="3"/>
                    </a:lnTo>
                    <a:lnTo>
                      <a:pt x="5" y="3"/>
                    </a:lnTo>
                    <a:lnTo>
                      <a:pt x="5" y="4"/>
                    </a:lnTo>
                    <a:lnTo>
                      <a:pt x="5" y="5"/>
                    </a:lnTo>
                    <a:lnTo>
                      <a:pt x="5" y="5"/>
                    </a:lnTo>
                    <a:lnTo>
                      <a:pt x="5" y="6"/>
                    </a:lnTo>
                    <a:lnTo>
                      <a:pt x="5" y="7"/>
                    </a:lnTo>
                    <a:lnTo>
                      <a:pt x="0" y="7"/>
                    </a:lnTo>
                    <a:lnTo>
                      <a:pt x="0" y="8"/>
                    </a:lnTo>
                    <a:lnTo>
                      <a:pt x="0" y="8"/>
                    </a:lnTo>
                    <a:lnTo>
                      <a:pt x="0" y="8"/>
                    </a:lnTo>
                    <a:lnTo>
                      <a:pt x="0" y="8"/>
                    </a:lnTo>
                    <a:lnTo>
                      <a:pt x="5" y="8"/>
                    </a:lnTo>
                    <a:lnTo>
                      <a:pt x="5" y="8"/>
                    </a:lnTo>
                    <a:lnTo>
                      <a:pt x="5" y="8"/>
                    </a:lnTo>
                    <a:lnTo>
                      <a:pt x="5" y="8"/>
                    </a:lnTo>
                    <a:lnTo>
                      <a:pt x="5" y="8"/>
                    </a:lnTo>
                    <a:lnTo>
                      <a:pt x="10" y="8"/>
                    </a:lnTo>
                    <a:lnTo>
                      <a:pt x="10" y="8"/>
                    </a:lnTo>
                    <a:lnTo>
                      <a:pt x="10" y="8"/>
                    </a:lnTo>
                    <a:lnTo>
                      <a:pt x="10" y="8"/>
                    </a:lnTo>
                    <a:lnTo>
                      <a:pt x="10" y="8"/>
                    </a:lnTo>
                    <a:lnTo>
                      <a:pt x="10" y="8"/>
                    </a:lnTo>
                    <a:lnTo>
                      <a:pt x="10" y="8"/>
                    </a:lnTo>
                    <a:lnTo>
                      <a:pt x="10" y="8"/>
                    </a:lnTo>
                    <a:lnTo>
                      <a:pt x="10" y="9"/>
                    </a:lnTo>
                    <a:lnTo>
                      <a:pt x="10" y="9"/>
                    </a:lnTo>
                    <a:lnTo>
                      <a:pt x="10" y="10"/>
                    </a:lnTo>
                    <a:lnTo>
                      <a:pt x="10" y="10"/>
                    </a:lnTo>
                    <a:lnTo>
                      <a:pt x="10" y="10"/>
                    </a:lnTo>
                    <a:lnTo>
                      <a:pt x="10" y="11"/>
                    </a:lnTo>
                    <a:lnTo>
                      <a:pt x="10" y="11"/>
                    </a:lnTo>
                    <a:lnTo>
                      <a:pt x="10" y="12"/>
                    </a:lnTo>
                    <a:lnTo>
                      <a:pt x="10" y="12"/>
                    </a:lnTo>
                    <a:lnTo>
                      <a:pt x="10" y="13"/>
                    </a:lnTo>
                    <a:lnTo>
                      <a:pt x="10" y="13"/>
                    </a:lnTo>
                    <a:lnTo>
                      <a:pt x="10" y="13"/>
                    </a:lnTo>
                    <a:lnTo>
                      <a:pt x="10" y="14"/>
                    </a:lnTo>
                    <a:lnTo>
                      <a:pt x="10" y="14"/>
                    </a:lnTo>
                    <a:lnTo>
                      <a:pt x="10" y="15"/>
                    </a:lnTo>
                    <a:lnTo>
                      <a:pt x="10" y="15"/>
                    </a:lnTo>
                    <a:lnTo>
                      <a:pt x="10" y="15"/>
                    </a:lnTo>
                    <a:lnTo>
                      <a:pt x="10" y="15"/>
                    </a:lnTo>
                    <a:lnTo>
                      <a:pt x="10" y="16"/>
                    </a:lnTo>
                    <a:lnTo>
                      <a:pt x="10" y="16"/>
                    </a:lnTo>
                    <a:lnTo>
                      <a:pt x="10" y="17"/>
                    </a:lnTo>
                    <a:lnTo>
                      <a:pt x="10" y="17"/>
                    </a:lnTo>
                    <a:lnTo>
                      <a:pt x="10" y="17"/>
                    </a:lnTo>
                    <a:lnTo>
                      <a:pt x="10" y="17"/>
                    </a:lnTo>
                    <a:lnTo>
                      <a:pt x="10" y="17"/>
                    </a:lnTo>
                    <a:lnTo>
                      <a:pt x="10" y="17"/>
                    </a:lnTo>
                    <a:lnTo>
                      <a:pt x="10" y="18"/>
                    </a:lnTo>
                    <a:lnTo>
                      <a:pt x="10" y="18"/>
                    </a:lnTo>
                    <a:lnTo>
                      <a:pt x="10" y="18"/>
                    </a:lnTo>
                    <a:lnTo>
                      <a:pt x="10" y="19"/>
                    </a:lnTo>
                    <a:lnTo>
                      <a:pt x="10" y="19"/>
                    </a:lnTo>
                    <a:lnTo>
                      <a:pt x="10" y="20"/>
                    </a:lnTo>
                    <a:lnTo>
                      <a:pt x="5" y="20"/>
                    </a:lnTo>
                    <a:lnTo>
                      <a:pt x="5" y="20"/>
                    </a:lnTo>
                    <a:lnTo>
                      <a:pt x="5" y="21"/>
                    </a:lnTo>
                    <a:lnTo>
                      <a:pt x="5" y="21"/>
                    </a:lnTo>
                    <a:lnTo>
                      <a:pt x="5" y="22"/>
                    </a:lnTo>
                    <a:lnTo>
                      <a:pt x="5" y="22"/>
                    </a:lnTo>
                    <a:lnTo>
                      <a:pt x="5" y="22"/>
                    </a:lnTo>
                    <a:lnTo>
                      <a:pt x="5" y="23"/>
                    </a:lnTo>
                    <a:lnTo>
                      <a:pt x="5" y="23"/>
                    </a:lnTo>
                    <a:lnTo>
                      <a:pt x="5" y="24"/>
                    </a:lnTo>
                    <a:lnTo>
                      <a:pt x="5" y="23"/>
                    </a:lnTo>
                    <a:lnTo>
                      <a:pt x="10" y="23"/>
                    </a:lnTo>
                    <a:lnTo>
                      <a:pt x="10" y="23"/>
                    </a:lnTo>
                    <a:lnTo>
                      <a:pt x="10" y="23"/>
                    </a:lnTo>
                    <a:lnTo>
                      <a:pt x="10" y="22"/>
                    </a:lnTo>
                    <a:lnTo>
                      <a:pt x="10" y="22"/>
                    </a:lnTo>
                    <a:lnTo>
                      <a:pt x="10" y="22"/>
                    </a:lnTo>
                    <a:lnTo>
                      <a:pt x="10" y="22"/>
                    </a:lnTo>
                    <a:lnTo>
                      <a:pt x="10" y="21"/>
                    </a:lnTo>
                    <a:lnTo>
                      <a:pt x="10" y="21"/>
                    </a:lnTo>
                    <a:lnTo>
                      <a:pt x="10" y="20"/>
                    </a:lnTo>
                    <a:lnTo>
                      <a:pt x="10" y="20"/>
                    </a:lnTo>
                    <a:lnTo>
                      <a:pt x="10" y="20"/>
                    </a:lnTo>
                    <a:lnTo>
                      <a:pt x="10" y="20"/>
                    </a:lnTo>
                    <a:lnTo>
                      <a:pt x="10" y="19"/>
                    </a:lnTo>
                    <a:lnTo>
                      <a:pt x="16" y="19"/>
                    </a:lnTo>
                    <a:lnTo>
                      <a:pt x="16" y="19"/>
                    </a:lnTo>
                    <a:lnTo>
                      <a:pt x="16" y="19"/>
                    </a:lnTo>
                    <a:lnTo>
                      <a:pt x="16" y="19"/>
                    </a:lnTo>
                    <a:lnTo>
                      <a:pt x="16" y="20"/>
                    </a:lnTo>
                    <a:lnTo>
                      <a:pt x="16" y="20"/>
                    </a:lnTo>
                    <a:lnTo>
                      <a:pt x="16" y="20"/>
                    </a:lnTo>
                    <a:lnTo>
                      <a:pt x="16" y="20"/>
                    </a:lnTo>
                    <a:lnTo>
                      <a:pt x="16" y="21"/>
                    </a:lnTo>
                    <a:lnTo>
                      <a:pt x="16" y="22"/>
                    </a:lnTo>
                    <a:lnTo>
                      <a:pt x="16" y="22"/>
                    </a:lnTo>
                    <a:lnTo>
                      <a:pt x="10" y="22"/>
                    </a:lnTo>
                    <a:lnTo>
                      <a:pt x="10" y="23"/>
                    </a:lnTo>
                    <a:lnTo>
                      <a:pt x="10" y="24"/>
                    </a:lnTo>
                    <a:lnTo>
                      <a:pt x="10" y="24"/>
                    </a:lnTo>
                    <a:lnTo>
                      <a:pt x="10" y="24"/>
                    </a:lnTo>
                    <a:lnTo>
                      <a:pt x="10" y="25"/>
                    </a:lnTo>
                    <a:lnTo>
                      <a:pt x="10" y="25"/>
                    </a:lnTo>
                    <a:lnTo>
                      <a:pt x="10" y="25"/>
                    </a:lnTo>
                    <a:lnTo>
                      <a:pt x="10" y="26"/>
                    </a:lnTo>
                    <a:lnTo>
                      <a:pt x="5" y="26"/>
                    </a:lnTo>
                    <a:lnTo>
                      <a:pt x="5" y="26"/>
                    </a:lnTo>
                    <a:lnTo>
                      <a:pt x="5" y="26"/>
                    </a:lnTo>
                    <a:lnTo>
                      <a:pt x="5" y="26"/>
                    </a:lnTo>
                    <a:lnTo>
                      <a:pt x="5" y="26"/>
                    </a:lnTo>
                    <a:lnTo>
                      <a:pt x="5" y="26"/>
                    </a:lnTo>
                    <a:lnTo>
                      <a:pt x="0" y="26"/>
                    </a:lnTo>
                    <a:lnTo>
                      <a:pt x="0" y="25"/>
                    </a:lnTo>
                    <a:lnTo>
                      <a:pt x="0" y="25"/>
                    </a:lnTo>
                    <a:lnTo>
                      <a:pt x="0" y="25"/>
                    </a:lnTo>
                    <a:lnTo>
                      <a:pt x="0" y="24"/>
                    </a:lnTo>
                    <a:lnTo>
                      <a:pt x="0" y="24"/>
                    </a:lnTo>
                    <a:lnTo>
                      <a:pt x="0" y="24"/>
                    </a:lnTo>
                    <a:lnTo>
                      <a:pt x="0" y="23"/>
                    </a:lnTo>
                    <a:lnTo>
                      <a:pt x="0" y="23"/>
                    </a:lnTo>
                    <a:lnTo>
                      <a:pt x="0" y="22"/>
                    </a:lnTo>
                    <a:lnTo>
                      <a:pt x="0" y="22"/>
                    </a:lnTo>
                    <a:lnTo>
                      <a:pt x="0" y="22"/>
                    </a:lnTo>
                    <a:lnTo>
                      <a:pt x="0" y="22"/>
                    </a:lnTo>
                    <a:lnTo>
                      <a:pt x="0" y="21"/>
                    </a:lnTo>
                    <a:lnTo>
                      <a:pt x="0" y="21"/>
                    </a:lnTo>
                    <a:lnTo>
                      <a:pt x="0" y="20"/>
                    </a:lnTo>
                    <a:lnTo>
                      <a:pt x="0" y="20"/>
                    </a:lnTo>
                    <a:lnTo>
                      <a:pt x="0" y="20"/>
                    </a:lnTo>
                    <a:lnTo>
                      <a:pt x="0" y="19"/>
                    </a:lnTo>
                    <a:lnTo>
                      <a:pt x="0" y="19"/>
                    </a:lnTo>
                    <a:lnTo>
                      <a:pt x="0" y="19"/>
                    </a:lnTo>
                    <a:lnTo>
                      <a:pt x="0" y="18"/>
                    </a:lnTo>
                    <a:lnTo>
                      <a:pt x="0" y="18"/>
                    </a:lnTo>
                    <a:lnTo>
                      <a:pt x="0" y="18"/>
                    </a:lnTo>
                    <a:lnTo>
                      <a:pt x="0" y="17"/>
                    </a:lnTo>
                    <a:lnTo>
                      <a:pt x="0" y="17"/>
                    </a:lnTo>
                    <a:lnTo>
                      <a:pt x="0" y="17"/>
                    </a:lnTo>
                    <a:lnTo>
                      <a:pt x="0" y="17"/>
                    </a:lnTo>
                    <a:lnTo>
                      <a:pt x="5" y="17"/>
                    </a:lnTo>
                    <a:lnTo>
                      <a:pt x="5" y="17"/>
                    </a:lnTo>
                    <a:lnTo>
                      <a:pt x="5" y="16"/>
                    </a:lnTo>
                    <a:lnTo>
                      <a:pt x="5" y="16"/>
                    </a:lnTo>
                    <a:lnTo>
                      <a:pt x="5" y="15"/>
                    </a:lnTo>
                    <a:lnTo>
                      <a:pt x="5" y="15"/>
                    </a:lnTo>
                    <a:lnTo>
                      <a:pt x="5" y="15"/>
                    </a:lnTo>
                    <a:lnTo>
                      <a:pt x="5" y="14"/>
                    </a:lnTo>
                    <a:lnTo>
                      <a:pt x="5" y="14"/>
                    </a:lnTo>
                    <a:lnTo>
                      <a:pt x="5" y="14"/>
                    </a:lnTo>
                    <a:lnTo>
                      <a:pt x="5" y="13"/>
                    </a:lnTo>
                    <a:lnTo>
                      <a:pt x="5" y="13"/>
                    </a:lnTo>
                    <a:lnTo>
                      <a:pt x="5" y="13"/>
                    </a:lnTo>
                    <a:lnTo>
                      <a:pt x="5" y="12"/>
                    </a:lnTo>
                    <a:lnTo>
                      <a:pt x="5" y="12"/>
                    </a:lnTo>
                    <a:lnTo>
                      <a:pt x="5" y="11"/>
                    </a:lnTo>
                    <a:lnTo>
                      <a:pt x="5" y="11"/>
                    </a:lnTo>
                    <a:lnTo>
                      <a:pt x="5" y="10"/>
                    </a:lnTo>
                    <a:lnTo>
                      <a:pt x="5" y="10"/>
                    </a:lnTo>
                    <a:lnTo>
                      <a:pt x="5" y="10"/>
                    </a:lnTo>
                    <a:lnTo>
                      <a:pt x="0" y="10"/>
                    </a:lnTo>
                    <a:lnTo>
                      <a:pt x="0" y="10"/>
                    </a:lnTo>
                    <a:lnTo>
                      <a:pt x="0" y="10"/>
                    </a:lnTo>
                    <a:lnTo>
                      <a:pt x="0" y="10"/>
                    </a:lnTo>
                    <a:lnTo>
                      <a:pt x="0" y="9"/>
                    </a:lnTo>
                    <a:lnTo>
                      <a:pt x="0" y="9"/>
                    </a:lnTo>
                    <a:lnTo>
                      <a:pt x="0" y="9"/>
                    </a:lnTo>
                    <a:lnTo>
                      <a:pt x="0" y="8"/>
                    </a:lnTo>
                    <a:lnTo>
                      <a:pt x="0" y="8"/>
                    </a:lnTo>
                    <a:lnTo>
                      <a:pt x="0" y="8"/>
                    </a:lnTo>
                    <a:lnTo>
                      <a:pt x="0" y="8"/>
                    </a:lnTo>
                    <a:lnTo>
                      <a:pt x="0" y="7"/>
                    </a:lnTo>
                    <a:lnTo>
                      <a:pt x="5" y="7"/>
                    </a:lnTo>
                    <a:lnTo>
                      <a:pt x="5" y="6"/>
                    </a:lnTo>
                    <a:lnTo>
                      <a:pt x="5" y="5"/>
                    </a:lnTo>
                    <a:lnTo>
                      <a:pt x="5" y="5"/>
                    </a:lnTo>
                    <a:lnTo>
                      <a:pt x="5" y="4"/>
                    </a:lnTo>
                    <a:lnTo>
                      <a:pt x="5" y="3"/>
                    </a:lnTo>
                    <a:lnTo>
                      <a:pt x="5" y="3"/>
                    </a:lnTo>
                    <a:lnTo>
                      <a:pt x="5" y="2"/>
                    </a:lnTo>
                    <a:lnTo>
                      <a:pt x="10" y="1"/>
                    </a:lnTo>
                    <a:lnTo>
                      <a:pt x="10" y="1"/>
                    </a:lnTo>
                    <a:lnTo>
                      <a:pt x="10" y="0"/>
                    </a:lnTo>
                    <a:lnTo>
                      <a:pt x="10" y="0"/>
                    </a:lnTo>
                    <a:lnTo>
                      <a:pt x="10" y="0"/>
                    </a:lnTo>
                    <a:lnTo>
                      <a:pt x="10" y="0"/>
                    </a:lnTo>
                  </a:path>
                </a:pathLst>
              </a:custGeom>
              <a:solidFill>
                <a:srgbClr val="000000"/>
              </a:solidFill>
              <a:ln cap="rnd">
                <a:noFill/>
                <a:round/>
              </a:ln>
              <a:effectLst/>
            </p:spPr>
          </p:sp>
          <p:sp>
            <p:nvSpPr>
              <p:cNvPr id="57477" name=""/>
              <p:cNvSpPr/>
              <p:nvPr/>
            </p:nvSpPr>
            <p:spPr>
              <a:xfrm>
                <a:off x="3953" y="3005"/>
                <a:ext cx="17" cy="27"/>
              </a:xfrm>
              <a:custGeom>
                <a:pathLst>
                  <a:path w="17" h="27">
                    <a:moveTo>
                      <a:pt x="10" y="0"/>
                    </a:moveTo>
                    <a:lnTo>
                      <a:pt x="10" y="0"/>
                    </a:lnTo>
                    <a:lnTo>
                      <a:pt x="10" y="0"/>
                    </a:lnTo>
                    <a:lnTo>
                      <a:pt x="10" y="0"/>
                    </a:lnTo>
                    <a:lnTo>
                      <a:pt x="16" y="0"/>
                    </a:lnTo>
                    <a:lnTo>
                      <a:pt x="16" y="0"/>
                    </a:lnTo>
                    <a:lnTo>
                      <a:pt x="16" y="0"/>
                    </a:lnTo>
                    <a:lnTo>
                      <a:pt x="16" y="0"/>
                    </a:lnTo>
                    <a:lnTo>
                      <a:pt x="16" y="1"/>
                    </a:lnTo>
                    <a:lnTo>
                      <a:pt x="16" y="1"/>
                    </a:lnTo>
                    <a:lnTo>
                      <a:pt x="16" y="1"/>
                    </a:lnTo>
                    <a:lnTo>
                      <a:pt x="16" y="2"/>
                    </a:lnTo>
                    <a:lnTo>
                      <a:pt x="16" y="2"/>
                    </a:lnTo>
                    <a:lnTo>
                      <a:pt x="16" y="3"/>
                    </a:lnTo>
                    <a:lnTo>
                      <a:pt x="16" y="3"/>
                    </a:lnTo>
                    <a:lnTo>
                      <a:pt x="16" y="3"/>
                    </a:lnTo>
                    <a:lnTo>
                      <a:pt x="16" y="4"/>
                    </a:lnTo>
                    <a:lnTo>
                      <a:pt x="16" y="4"/>
                    </a:lnTo>
                    <a:lnTo>
                      <a:pt x="16" y="4"/>
                    </a:lnTo>
                    <a:lnTo>
                      <a:pt x="16" y="5"/>
                    </a:lnTo>
                    <a:lnTo>
                      <a:pt x="10" y="5"/>
                    </a:lnTo>
                    <a:lnTo>
                      <a:pt x="10" y="5"/>
                    </a:lnTo>
                    <a:lnTo>
                      <a:pt x="10" y="5"/>
                    </a:lnTo>
                    <a:lnTo>
                      <a:pt x="10" y="5"/>
                    </a:lnTo>
                    <a:lnTo>
                      <a:pt x="10" y="5"/>
                    </a:lnTo>
                    <a:lnTo>
                      <a:pt x="10" y="5"/>
                    </a:lnTo>
                    <a:lnTo>
                      <a:pt x="10" y="4"/>
                    </a:lnTo>
                    <a:lnTo>
                      <a:pt x="5" y="4"/>
                    </a:lnTo>
                    <a:lnTo>
                      <a:pt x="5" y="4"/>
                    </a:lnTo>
                    <a:lnTo>
                      <a:pt x="5" y="3"/>
                    </a:lnTo>
                    <a:lnTo>
                      <a:pt x="5" y="3"/>
                    </a:lnTo>
                    <a:lnTo>
                      <a:pt x="5" y="3"/>
                    </a:lnTo>
                    <a:lnTo>
                      <a:pt x="5" y="3"/>
                    </a:lnTo>
                    <a:lnTo>
                      <a:pt x="5" y="2"/>
                    </a:lnTo>
                    <a:lnTo>
                      <a:pt x="5" y="2"/>
                    </a:lnTo>
                    <a:lnTo>
                      <a:pt x="5" y="1"/>
                    </a:lnTo>
                    <a:lnTo>
                      <a:pt x="5" y="1"/>
                    </a:lnTo>
                    <a:lnTo>
                      <a:pt x="5" y="1"/>
                    </a:lnTo>
                    <a:lnTo>
                      <a:pt x="5" y="0"/>
                    </a:lnTo>
                    <a:lnTo>
                      <a:pt x="5" y="0"/>
                    </a:lnTo>
                    <a:lnTo>
                      <a:pt x="10" y="0"/>
                    </a:lnTo>
                    <a:lnTo>
                      <a:pt x="10" y="0"/>
                    </a:lnTo>
                    <a:lnTo>
                      <a:pt x="10" y="0"/>
                    </a:lnTo>
                    <a:lnTo>
                      <a:pt x="10" y="0"/>
                    </a:lnTo>
                    <a:lnTo>
                      <a:pt x="10" y="0"/>
                    </a:lnTo>
                    <a:lnTo>
                      <a:pt x="10" y="0"/>
                    </a:lnTo>
                    <a:lnTo>
                      <a:pt x="10" y="0"/>
                    </a:lnTo>
                    <a:lnTo>
                      <a:pt x="10" y="0"/>
                    </a:lnTo>
                    <a:lnTo>
                      <a:pt x="10" y="1"/>
                    </a:lnTo>
                    <a:lnTo>
                      <a:pt x="10" y="1"/>
                    </a:lnTo>
                    <a:lnTo>
                      <a:pt x="10" y="2"/>
                    </a:lnTo>
                    <a:lnTo>
                      <a:pt x="5" y="3"/>
                    </a:lnTo>
                    <a:lnTo>
                      <a:pt x="5" y="3"/>
                    </a:lnTo>
                    <a:lnTo>
                      <a:pt x="5" y="4"/>
                    </a:lnTo>
                    <a:lnTo>
                      <a:pt x="5" y="5"/>
                    </a:lnTo>
                    <a:lnTo>
                      <a:pt x="5" y="5"/>
                    </a:lnTo>
                    <a:lnTo>
                      <a:pt x="5" y="6"/>
                    </a:lnTo>
                    <a:lnTo>
                      <a:pt x="0" y="7"/>
                    </a:lnTo>
                    <a:lnTo>
                      <a:pt x="0" y="7"/>
                    </a:lnTo>
                    <a:lnTo>
                      <a:pt x="0" y="8"/>
                    </a:lnTo>
                    <a:lnTo>
                      <a:pt x="0" y="8"/>
                    </a:lnTo>
                    <a:lnTo>
                      <a:pt x="0" y="8"/>
                    </a:lnTo>
                    <a:lnTo>
                      <a:pt x="0" y="8"/>
                    </a:lnTo>
                    <a:lnTo>
                      <a:pt x="0" y="8"/>
                    </a:lnTo>
                    <a:lnTo>
                      <a:pt x="0" y="8"/>
                    </a:lnTo>
                    <a:lnTo>
                      <a:pt x="5" y="8"/>
                    </a:lnTo>
                    <a:lnTo>
                      <a:pt x="5" y="8"/>
                    </a:lnTo>
                    <a:lnTo>
                      <a:pt x="5" y="8"/>
                    </a:lnTo>
                    <a:lnTo>
                      <a:pt x="5" y="8"/>
                    </a:lnTo>
                    <a:lnTo>
                      <a:pt x="10" y="8"/>
                    </a:lnTo>
                    <a:lnTo>
                      <a:pt x="10" y="8"/>
                    </a:lnTo>
                    <a:lnTo>
                      <a:pt x="10" y="8"/>
                    </a:lnTo>
                    <a:lnTo>
                      <a:pt x="10" y="8"/>
                    </a:lnTo>
                    <a:lnTo>
                      <a:pt x="10" y="8"/>
                    </a:lnTo>
                    <a:lnTo>
                      <a:pt x="10" y="8"/>
                    </a:lnTo>
                    <a:lnTo>
                      <a:pt x="10" y="8"/>
                    </a:lnTo>
                    <a:lnTo>
                      <a:pt x="10" y="8"/>
                    </a:lnTo>
                    <a:lnTo>
                      <a:pt x="10" y="9"/>
                    </a:lnTo>
                    <a:lnTo>
                      <a:pt x="10" y="9"/>
                    </a:lnTo>
                    <a:lnTo>
                      <a:pt x="10" y="10"/>
                    </a:lnTo>
                    <a:lnTo>
                      <a:pt x="10" y="10"/>
                    </a:lnTo>
                    <a:lnTo>
                      <a:pt x="10" y="10"/>
                    </a:lnTo>
                    <a:lnTo>
                      <a:pt x="10" y="11"/>
                    </a:lnTo>
                    <a:lnTo>
                      <a:pt x="10" y="11"/>
                    </a:lnTo>
                    <a:lnTo>
                      <a:pt x="10" y="12"/>
                    </a:lnTo>
                    <a:lnTo>
                      <a:pt x="10" y="12"/>
                    </a:lnTo>
                    <a:lnTo>
                      <a:pt x="10" y="13"/>
                    </a:lnTo>
                    <a:lnTo>
                      <a:pt x="10" y="13"/>
                    </a:lnTo>
                    <a:lnTo>
                      <a:pt x="10" y="13"/>
                    </a:lnTo>
                    <a:lnTo>
                      <a:pt x="10" y="13"/>
                    </a:lnTo>
                    <a:lnTo>
                      <a:pt x="10" y="14"/>
                    </a:lnTo>
                    <a:lnTo>
                      <a:pt x="10" y="14"/>
                    </a:lnTo>
                    <a:lnTo>
                      <a:pt x="10" y="15"/>
                    </a:lnTo>
                    <a:lnTo>
                      <a:pt x="10" y="15"/>
                    </a:lnTo>
                    <a:lnTo>
                      <a:pt x="10" y="15"/>
                    </a:lnTo>
                    <a:lnTo>
                      <a:pt x="10" y="16"/>
                    </a:lnTo>
                    <a:lnTo>
                      <a:pt x="10" y="16"/>
                    </a:lnTo>
                    <a:lnTo>
                      <a:pt x="10" y="17"/>
                    </a:lnTo>
                    <a:lnTo>
                      <a:pt x="10" y="17"/>
                    </a:lnTo>
                    <a:lnTo>
                      <a:pt x="10" y="17"/>
                    </a:lnTo>
                    <a:lnTo>
                      <a:pt x="10" y="17"/>
                    </a:lnTo>
                    <a:lnTo>
                      <a:pt x="10" y="17"/>
                    </a:lnTo>
                    <a:lnTo>
                      <a:pt x="10" y="18"/>
                    </a:lnTo>
                    <a:lnTo>
                      <a:pt x="10" y="18"/>
                    </a:lnTo>
                    <a:lnTo>
                      <a:pt x="10" y="18"/>
                    </a:lnTo>
                    <a:lnTo>
                      <a:pt x="10" y="19"/>
                    </a:lnTo>
                    <a:lnTo>
                      <a:pt x="10" y="19"/>
                    </a:lnTo>
                    <a:lnTo>
                      <a:pt x="10" y="20"/>
                    </a:lnTo>
                    <a:lnTo>
                      <a:pt x="10" y="20"/>
                    </a:lnTo>
                    <a:lnTo>
                      <a:pt x="10" y="20"/>
                    </a:lnTo>
                    <a:lnTo>
                      <a:pt x="10" y="21"/>
                    </a:lnTo>
                    <a:lnTo>
                      <a:pt x="5" y="21"/>
                    </a:lnTo>
                    <a:lnTo>
                      <a:pt x="5" y="22"/>
                    </a:lnTo>
                    <a:lnTo>
                      <a:pt x="5" y="22"/>
                    </a:lnTo>
                    <a:lnTo>
                      <a:pt x="5" y="22"/>
                    </a:lnTo>
                    <a:lnTo>
                      <a:pt x="5" y="23"/>
                    </a:lnTo>
                    <a:lnTo>
                      <a:pt x="5" y="23"/>
                    </a:lnTo>
                    <a:lnTo>
                      <a:pt x="10" y="23"/>
                    </a:lnTo>
                    <a:lnTo>
                      <a:pt x="10" y="24"/>
                    </a:lnTo>
                    <a:lnTo>
                      <a:pt x="10" y="23"/>
                    </a:lnTo>
                    <a:lnTo>
                      <a:pt x="10" y="23"/>
                    </a:lnTo>
                    <a:lnTo>
                      <a:pt x="10" y="23"/>
                    </a:lnTo>
                    <a:lnTo>
                      <a:pt x="10" y="23"/>
                    </a:lnTo>
                    <a:lnTo>
                      <a:pt x="10" y="22"/>
                    </a:lnTo>
                    <a:lnTo>
                      <a:pt x="10" y="22"/>
                    </a:lnTo>
                    <a:lnTo>
                      <a:pt x="10" y="22"/>
                    </a:lnTo>
                    <a:lnTo>
                      <a:pt x="10" y="21"/>
                    </a:lnTo>
                    <a:lnTo>
                      <a:pt x="10" y="21"/>
                    </a:lnTo>
                    <a:lnTo>
                      <a:pt x="10" y="21"/>
                    </a:lnTo>
                    <a:lnTo>
                      <a:pt x="10" y="20"/>
                    </a:lnTo>
                    <a:lnTo>
                      <a:pt x="10" y="20"/>
                    </a:lnTo>
                    <a:lnTo>
                      <a:pt x="16" y="20"/>
                    </a:lnTo>
                    <a:lnTo>
                      <a:pt x="16" y="19"/>
                    </a:lnTo>
                    <a:lnTo>
                      <a:pt x="16" y="19"/>
                    </a:lnTo>
                    <a:lnTo>
                      <a:pt x="16" y="19"/>
                    </a:lnTo>
                    <a:lnTo>
                      <a:pt x="16" y="20"/>
                    </a:lnTo>
                    <a:lnTo>
                      <a:pt x="16" y="20"/>
                    </a:lnTo>
                    <a:lnTo>
                      <a:pt x="16" y="20"/>
                    </a:lnTo>
                    <a:lnTo>
                      <a:pt x="16" y="20"/>
                    </a:lnTo>
                    <a:lnTo>
                      <a:pt x="16" y="21"/>
                    </a:lnTo>
                    <a:lnTo>
                      <a:pt x="16" y="22"/>
                    </a:lnTo>
                    <a:lnTo>
                      <a:pt x="16" y="22"/>
                    </a:lnTo>
                    <a:lnTo>
                      <a:pt x="16" y="22"/>
                    </a:lnTo>
                    <a:lnTo>
                      <a:pt x="10" y="23"/>
                    </a:lnTo>
                    <a:lnTo>
                      <a:pt x="10" y="24"/>
                    </a:lnTo>
                    <a:lnTo>
                      <a:pt x="10" y="24"/>
                    </a:lnTo>
                    <a:lnTo>
                      <a:pt x="10" y="24"/>
                    </a:lnTo>
                    <a:lnTo>
                      <a:pt x="10" y="24"/>
                    </a:lnTo>
                    <a:lnTo>
                      <a:pt x="10" y="25"/>
                    </a:lnTo>
                    <a:lnTo>
                      <a:pt x="10" y="25"/>
                    </a:lnTo>
                    <a:lnTo>
                      <a:pt x="10" y="26"/>
                    </a:lnTo>
                    <a:lnTo>
                      <a:pt x="5" y="26"/>
                    </a:lnTo>
                    <a:lnTo>
                      <a:pt x="5" y="26"/>
                    </a:lnTo>
                    <a:lnTo>
                      <a:pt x="5" y="26"/>
                    </a:lnTo>
                    <a:lnTo>
                      <a:pt x="5" y="26"/>
                    </a:lnTo>
                    <a:lnTo>
                      <a:pt x="5" y="26"/>
                    </a:lnTo>
                    <a:lnTo>
                      <a:pt x="0" y="26"/>
                    </a:lnTo>
                    <a:lnTo>
                      <a:pt x="0" y="26"/>
                    </a:lnTo>
                    <a:lnTo>
                      <a:pt x="0" y="26"/>
                    </a:lnTo>
                    <a:lnTo>
                      <a:pt x="0" y="25"/>
                    </a:lnTo>
                    <a:lnTo>
                      <a:pt x="0" y="25"/>
                    </a:lnTo>
                    <a:lnTo>
                      <a:pt x="0" y="24"/>
                    </a:lnTo>
                    <a:lnTo>
                      <a:pt x="0" y="24"/>
                    </a:lnTo>
                    <a:lnTo>
                      <a:pt x="0" y="24"/>
                    </a:lnTo>
                    <a:lnTo>
                      <a:pt x="0" y="23"/>
                    </a:lnTo>
                    <a:lnTo>
                      <a:pt x="0" y="23"/>
                    </a:lnTo>
                    <a:lnTo>
                      <a:pt x="0" y="22"/>
                    </a:lnTo>
                    <a:lnTo>
                      <a:pt x="0" y="22"/>
                    </a:lnTo>
                    <a:lnTo>
                      <a:pt x="0" y="22"/>
                    </a:lnTo>
                    <a:lnTo>
                      <a:pt x="0" y="21"/>
                    </a:lnTo>
                    <a:lnTo>
                      <a:pt x="0" y="21"/>
                    </a:lnTo>
                    <a:lnTo>
                      <a:pt x="0" y="20"/>
                    </a:lnTo>
                    <a:lnTo>
                      <a:pt x="0" y="20"/>
                    </a:lnTo>
                    <a:lnTo>
                      <a:pt x="0" y="20"/>
                    </a:lnTo>
                    <a:lnTo>
                      <a:pt x="0" y="20"/>
                    </a:lnTo>
                    <a:lnTo>
                      <a:pt x="0" y="19"/>
                    </a:lnTo>
                    <a:lnTo>
                      <a:pt x="0" y="19"/>
                    </a:lnTo>
                    <a:lnTo>
                      <a:pt x="0" y="18"/>
                    </a:lnTo>
                    <a:lnTo>
                      <a:pt x="0" y="18"/>
                    </a:lnTo>
                    <a:lnTo>
                      <a:pt x="0" y="18"/>
                    </a:lnTo>
                    <a:lnTo>
                      <a:pt x="0" y="17"/>
                    </a:lnTo>
                    <a:lnTo>
                      <a:pt x="0" y="17"/>
                    </a:lnTo>
                    <a:lnTo>
                      <a:pt x="0" y="17"/>
                    </a:lnTo>
                    <a:lnTo>
                      <a:pt x="0" y="17"/>
                    </a:lnTo>
                    <a:lnTo>
                      <a:pt x="0" y="17"/>
                    </a:lnTo>
                    <a:lnTo>
                      <a:pt x="0" y="16"/>
                    </a:lnTo>
                    <a:lnTo>
                      <a:pt x="0" y="16"/>
                    </a:lnTo>
                    <a:lnTo>
                      <a:pt x="0" y="15"/>
                    </a:lnTo>
                    <a:lnTo>
                      <a:pt x="5" y="15"/>
                    </a:lnTo>
                    <a:lnTo>
                      <a:pt x="5" y="15"/>
                    </a:lnTo>
                    <a:lnTo>
                      <a:pt x="5" y="15"/>
                    </a:lnTo>
                    <a:lnTo>
                      <a:pt x="5" y="14"/>
                    </a:lnTo>
                    <a:lnTo>
                      <a:pt x="5" y="14"/>
                    </a:lnTo>
                    <a:lnTo>
                      <a:pt x="5" y="13"/>
                    </a:lnTo>
                    <a:lnTo>
                      <a:pt x="5" y="13"/>
                    </a:lnTo>
                    <a:lnTo>
                      <a:pt x="5" y="13"/>
                    </a:lnTo>
                    <a:lnTo>
                      <a:pt x="5" y="13"/>
                    </a:lnTo>
                    <a:lnTo>
                      <a:pt x="5" y="12"/>
                    </a:lnTo>
                    <a:lnTo>
                      <a:pt x="5" y="12"/>
                    </a:lnTo>
                    <a:lnTo>
                      <a:pt x="5" y="11"/>
                    </a:lnTo>
                    <a:lnTo>
                      <a:pt x="5" y="11"/>
                    </a:lnTo>
                    <a:lnTo>
                      <a:pt x="5" y="10"/>
                    </a:lnTo>
                    <a:lnTo>
                      <a:pt x="5" y="10"/>
                    </a:lnTo>
                    <a:lnTo>
                      <a:pt x="5" y="10"/>
                    </a:lnTo>
                    <a:lnTo>
                      <a:pt x="0" y="10"/>
                    </a:lnTo>
                    <a:lnTo>
                      <a:pt x="0" y="10"/>
                    </a:lnTo>
                    <a:lnTo>
                      <a:pt x="0" y="10"/>
                    </a:lnTo>
                    <a:lnTo>
                      <a:pt x="0" y="10"/>
                    </a:lnTo>
                    <a:lnTo>
                      <a:pt x="0" y="9"/>
                    </a:lnTo>
                    <a:lnTo>
                      <a:pt x="0" y="9"/>
                    </a:lnTo>
                    <a:lnTo>
                      <a:pt x="0" y="8"/>
                    </a:lnTo>
                    <a:lnTo>
                      <a:pt x="0" y="8"/>
                    </a:lnTo>
                    <a:lnTo>
                      <a:pt x="0" y="8"/>
                    </a:lnTo>
                    <a:lnTo>
                      <a:pt x="0" y="8"/>
                    </a:lnTo>
                    <a:lnTo>
                      <a:pt x="0" y="8"/>
                    </a:lnTo>
                    <a:lnTo>
                      <a:pt x="0" y="7"/>
                    </a:lnTo>
                    <a:lnTo>
                      <a:pt x="0" y="7"/>
                    </a:lnTo>
                    <a:lnTo>
                      <a:pt x="5" y="6"/>
                    </a:lnTo>
                    <a:lnTo>
                      <a:pt x="5" y="5"/>
                    </a:lnTo>
                    <a:lnTo>
                      <a:pt x="5" y="5"/>
                    </a:lnTo>
                    <a:lnTo>
                      <a:pt x="5" y="4"/>
                    </a:lnTo>
                    <a:lnTo>
                      <a:pt x="5" y="3"/>
                    </a:lnTo>
                    <a:lnTo>
                      <a:pt x="5" y="3"/>
                    </a:lnTo>
                    <a:lnTo>
                      <a:pt x="10" y="2"/>
                    </a:lnTo>
                    <a:lnTo>
                      <a:pt x="10" y="1"/>
                    </a:lnTo>
                    <a:lnTo>
                      <a:pt x="10" y="1"/>
                    </a:lnTo>
                    <a:lnTo>
                      <a:pt x="10" y="0"/>
                    </a:lnTo>
                    <a:lnTo>
                      <a:pt x="10" y="0"/>
                    </a:lnTo>
                    <a:lnTo>
                      <a:pt x="10" y="0"/>
                    </a:lnTo>
                    <a:lnTo>
                      <a:pt x="10" y="0"/>
                    </a:lnTo>
                  </a:path>
                </a:pathLst>
              </a:custGeom>
              <a:solidFill>
                <a:srgbClr val="000000"/>
              </a:solidFill>
              <a:ln cap="rnd">
                <a:noFill/>
                <a:round/>
              </a:ln>
              <a:effectLst/>
            </p:spPr>
          </p:sp>
        </p:grpSp>
        <p:graphicFrame>
          <p:nvGraphicFramePr>
            <p:cNvPr id="57478" name=""/>
            <p:cNvGraphicFramePr/>
            <p:nvPr/>
          </p:nvGraphicFramePr>
          <p:xfrm>
            <a:off x="4285" y="2880"/>
            <a:ext cx="219" cy="218"/>
          </p:xfrm>
          <a:graphic>
            <a:graphicData uri="http://schemas.openxmlformats.org/presentationml/2006/ole">
              <mc:AlternateContent>
                <mc:Choice xmlns:v="urn:schemas-microsoft-com:vml" Requires="v">
                  <p:oleObj spid="_x0000_s1045" name="Clip" r:id="rId11" imgW="343862" imgH="303780" progId="MS_ClipArt_Gallery.2">
                    <p:embed/>
                  </p:oleObj>
                </mc:Choice>
                <mc:Fallback>
                  <p:oleObj name="Clip" r:id="rId11" imgW="343862" imgH="303780" progId="MS_ClipArt_Gallery.2">
                    <p:embed/>
                    <p:pic>
                      <p:nvPicPr>
                        <p:cNvPr id="0" name="OLE substitute image"/>
                        <p:cNvPicPr/>
                        <p:nvPr/>
                      </p:nvPicPr>
                      <p:blipFill>
                        <a:blip r:embed="rId12"/>
                        <a:stretch>
                          <a:fillRect/>
                        </a:stretch>
                      </p:blipFill>
                      <p:spPr>
                        <a:xfrm>
                          <a:off x="4285" y="2880"/>
                          <a:ext cx="219" cy="218"/>
                        </a:xfrm>
                        <a:prstGeom prst="rect">
                          <a:avLst/>
                        </a:prstGeom>
                        <a:noFill/>
                        <a:ln>
                          <a:noFill/>
                          <a:miter lim="800000"/>
                        </a:ln>
                        <a:effectLst/>
                      </p:spPr>
                    </p:pic>
                  </p:oleObj>
                </mc:Fallback>
              </mc:AlternateContent>
            </a:graphicData>
          </a:graphic>
        </p:graphicFrame>
        <p:sp>
          <p:nvSpPr>
            <p:cNvPr id="57479" name=""/>
            <p:cNvSpPr/>
            <p:nvPr/>
          </p:nvSpPr>
          <p:spPr>
            <a:xfrm>
              <a:off x="4739" y="3217"/>
              <a:ext cx="342" cy="176"/>
            </a:xfrm>
            <a:prstGeom prst="rect">
              <a:avLst/>
            </a:prstGeom>
            <a:gradFill rotWithShape="0">
              <a:gsLst>
                <a:gs pos="0">
                  <a:srgbClr val="618FFD"/>
                </a:gs>
                <a:gs pos="100000">
                  <a:srgbClr val="618FFD">
                    <a:gamma/>
                    <a:shade val="89804"/>
                    <a:invGamma/>
                  </a:srgbClr>
                </a:gs>
              </a:gsLst>
              <a:lin ang="5400000" scaled="1"/>
            </a:gradFill>
            <a:ln w="12700">
              <a:solidFill>
                <a:schemeClr val="tx1"/>
              </a:solidFill>
              <a:prstDash val="dashDot"/>
              <a:miter lim="800000"/>
            </a:ln>
            <a:effectLst/>
          </p:spPr>
        </p:sp>
        <p:grpSp>
          <p:nvGrpSpPr>
            <p:cNvPr id="57480" name=""/>
            <p:cNvGrpSpPr/>
            <p:nvPr/>
          </p:nvGrpSpPr>
          <p:grpSpPr>
            <a:xfrm>
              <a:off x="3076" y="2257"/>
              <a:ext cx="2104" cy="250"/>
              <a:chOff x="3076" y="2257"/>
              <a:chExt cx="2104" cy="250"/>
            </a:xfrm>
          </p:grpSpPr>
          <p:sp>
            <p:nvSpPr>
              <p:cNvPr id="57481" name=""/>
              <p:cNvSpPr/>
              <p:nvPr/>
            </p:nvSpPr>
            <p:spPr>
              <a:xfrm>
                <a:off x="3076" y="2257"/>
                <a:ext cx="2104" cy="250"/>
              </a:xfrm>
              <a:prstGeom prst="rect">
                <a:avLst/>
              </a:prstGeom>
              <a:solidFill>
                <a:schemeClr val="bg1"/>
              </a:solidFill>
              <a:ln w="12700">
                <a:solidFill>
                  <a:schemeClr val="tx1"/>
                </a:solidFill>
                <a:prstDash val="sysDot"/>
                <a:miter lim="800000"/>
              </a:ln>
              <a:effectLst/>
            </p:spPr>
          </p:sp>
          <p:cxnSp>
            <p:nvCxnSpPr>
              <p:cNvPr id="57482" name=""/>
              <p:cNvCxnSpPr/>
              <p:nvPr/>
            </p:nvCxnSpPr>
            <p:spPr>
              <a:xfrm flipH="1">
                <a:off x="3452" y="2326"/>
                <a:ext cx="591" cy="148"/>
              </a:xfrm>
              <a:prstGeom prst="line">
                <a:avLst/>
              </a:prstGeom>
              <a:noFill/>
              <a:ln w="12700">
                <a:solidFill>
                  <a:schemeClr val="bg2"/>
                </a:solidFill>
                <a:miter lim="800000"/>
                <a:tailEnd type="stealth" len="lg"/>
              </a:ln>
              <a:effectLst/>
            </p:spPr>
          </p:cxnSp>
          <p:cxnSp>
            <p:nvCxnSpPr>
              <p:cNvPr id="57483" name=""/>
              <p:cNvCxnSpPr/>
              <p:nvPr/>
            </p:nvCxnSpPr>
            <p:spPr>
              <a:xfrm flipH="1">
                <a:off x="3876" y="2326"/>
                <a:ext cx="209" cy="148"/>
              </a:xfrm>
              <a:prstGeom prst="line">
                <a:avLst/>
              </a:prstGeom>
              <a:noFill/>
              <a:ln w="12700">
                <a:solidFill>
                  <a:schemeClr val="bg2"/>
                </a:solidFill>
                <a:miter lim="800000"/>
                <a:tailEnd type="stealth" len="lg"/>
              </a:ln>
              <a:effectLst/>
            </p:spPr>
          </p:cxnSp>
          <p:cxnSp>
            <p:nvCxnSpPr>
              <p:cNvPr id="57484" name=""/>
              <p:cNvCxnSpPr/>
              <p:nvPr/>
            </p:nvCxnSpPr>
            <p:spPr>
              <a:xfrm>
                <a:off x="4128" y="2326"/>
                <a:ext cx="211" cy="148"/>
              </a:xfrm>
              <a:prstGeom prst="line">
                <a:avLst/>
              </a:prstGeom>
              <a:noFill/>
              <a:ln w="12700">
                <a:solidFill>
                  <a:schemeClr val="bg2"/>
                </a:solidFill>
                <a:miter lim="800000"/>
                <a:tailEnd type="stealth" len="lg"/>
              </a:ln>
              <a:effectLst/>
            </p:spPr>
          </p:cxnSp>
          <p:cxnSp>
            <p:nvCxnSpPr>
              <p:cNvPr id="57485" name=""/>
              <p:cNvCxnSpPr/>
              <p:nvPr/>
            </p:nvCxnSpPr>
            <p:spPr>
              <a:xfrm>
                <a:off x="4170" y="2326"/>
                <a:ext cx="550" cy="148"/>
              </a:xfrm>
              <a:prstGeom prst="line">
                <a:avLst/>
              </a:prstGeom>
              <a:noFill/>
              <a:ln w="12700">
                <a:solidFill>
                  <a:schemeClr val="bg2"/>
                </a:solidFill>
                <a:miter lim="800000"/>
                <a:tailEnd type="stealth" len="lg"/>
              </a:ln>
              <a:effectLst/>
            </p:spPr>
          </p:cxnSp>
        </p:grpSp>
        <p:sp>
          <p:nvSpPr>
            <p:cNvPr id="57486" name=""/>
            <p:cNvSpPr/>
            <p:nvPr/>
          </p:nvSpPr>
          <p:spPr>
            <a:xfrm>
              <a:off x="4360" y="3511"/>
              <a:ext cx="356" cy="325"/>
            </a:xfrm>
            <a:prstGeom prst="rect">
              <a:avLst/>
            </a:prstGeom>
            <a:solidFill>
              <a:schemeClr val="bg1"/>
            </a:solidFill>
            <a:ln w="12700">
              <a:solidFill>
                <a:schemeClr val="tx1"/>
              </a:solidFill>
              <a:prstDash val="sysDot"/>
              <a:miter lim="800000"/>
            </a:ln>
            <a:effectLst/>
          </p:spPr>
        </p:sp>
        <p:grpSp>
          <p:nvGrpSpPr>
            <p:cNvPr id="57487" name=""/>
            <p:cNvGrpSpPr/>
            <p:nvPr/>
          </p:nvGrpSpPr>
          <p:grpSpPr>
            <a:xfrm>
              <a:off x="4476" y="3604"/>
              <a:ext cx="159" cy="182"/>
              <a:chOff x="4476" y="3604"/>
              <a:chExt cx="159" cy="182"/>
            </a:xfrm>
          </p:grpSpPr>
          <p:sp>
            <p:nvSpPr>
              <p:cNvPr id="57488" name=""/>
              <p:cNvSpPr/>
              <p:nvPr/>
            </p:nvSpPr>
            <p:spPr>
              <a:xfrm>
                <a:off x="4493" y="3697"/>
                <a:ext cx="115" cy="17"/>
              </a:xfrm>
              <a:custGeom>
                <a:pathLst>
                  <a:path w="115" h="17">
                    <a:moveTo>
                      <a:pt x="0" y="16"/>
                    </a:moveTo>
                    <a:lnTo>
                      <a:pt x="114" y="16"/>
                    </a:lnTo>
                    <a:lnTo>
                      <a:pt x="102" y="0"/>
                    </a:lnTo>
                    <a:lnTo>
                      <a:pt x="12" y="0"/>
                    </a:lnTo>
                    <a:lnTo>
                      <a:pt x="0" y="16"/>
                    </a:lnTo>
                  </a:path>
                </a:pathLst>
              </a:custGeom>
              <a:solidFill>
                <a:srgbClr val="919191"/>
              </a:solidFill>
              <a:ln cap="rnd">
                <a:noFill/>
                <a:round/>
              </a:ln>
              <a:effectLst>
                <a:outerShdw dist="28398" dir="1593903" algn="ctr">
                  <a:srgbClr val="000000"/>
                </a:outerShdw>
              </a:effectLst>
            </p:spPr>
          </p:sp>
          <p:sp>
            <p:nvSpPr>
              <p:cNvPr id="57489" name=""/>
              <p:cNvSpPr/>
              <p:nvPr/>
            </p:nvSpPr>
            <p:spPr>
              <a:xfrm>
                <a:off x="4585" y="3687"/>
                <a:ext cx="8" cy="8"/>
              </a:xfrm>
              <a:prstGeom prst="rect">
                <a:avLst/>
              </a:prstGeom>
              <a:solidFill>
                <a:srgbClr val="008000"/>
              </a:solidFill>
              <a:ln w="12700">
                <a:solidFill>
                  <a:schemeClr val="tx1"/>
                </a:solidFill>
                <a:miter lim="800000"/>
              </a:ln>
              <a:effectLst/>
            </p:spPr>
          </p:sp>
          <p:sp>
            <p:nvSpPr>
              <p:cNvPr id="57490" name=""/>
              <p:cNvSpPr/>
              <p:nvPr/>
            </p:nvSpPr>
            <p:spPr>
              <a:xfrm>
                <a:off x="4493" y="3713"/>
                <a:ext cx="114" cy="40"/>
              </a:xfrm>
              <a:prstGeom prst="rect">
                <a:avLst/>
              </a:prstGeom>
              <a:solidFill>
                <a:srgbClr val="DBDBDB"/>
              </a:solidFill>
              <a:ln>
                <a:noFill/>
                <a:miter lim="800000"/>
              </a:ln>
              <a:effectLst>
                <a:outerShdw dist="35921" dir="2700000" algn="ctr">
                  <a:srgbClr val="000000"/>
                </a:outerShdw>
              </a:effectLst>
            </p:spPr>
          </p:sp>
          <p:sp>
            <p:nvSpPr>
              <p:cNvPr id="57491" name=""/>
              <p:cNvSpPr/>
              <p:nvPr/>
            </p:nvSpPr>
            <p:spPr>
              <a:xfrm>
                <a:off x="4476" y="3747"/>
                <a:ext cx="159" cy="25"/>
              </a:xfrm>
              <a:custGeom>
                <a:pathLst>
                  <a:path w="159" h="25">
                    <a:moveTo>
                      <a:pt x="0" y="24"/>
                    </a:moveTo>
                    <a:lnTo>
                      <a:pt x="158" y="24"/>
                    </a:lnTo>
                    <a:lnTo>
                      <a:pt x="148" y="0"/>
                    </a:lnTo>
                    <a:lnTo>
                      <a:pt x="11" y="0"/>
                    </a:lnTo>
                    <a:lnTo>
                      <a:pt x="0" y="24"/>
                    </a:lnTo>
                  </a:path>
                </a:pathLst>
              </a:custGeom>
              <a:solidFill>
                <a:srgbClr val="DADADA"/>
              </a:solidFill>
              <a:ln cap="rnd">
                <a:noFill/>
                <a:round/>
              </a:ln>
              <a:effectLst>
                <a:outerShdw dist="35921" dir="2700000" algn="ctr">
                  <a:srgbClr val="000000"/>
                </a:outerShdw>
              </a:effectLst>
            </p:spPr>
          </p:sp>
          <p:sp>
            <p:nvSpPr>
              <p:cNvPr id="57492" name=""/>
              <p:cNvSpPr/>
              <p:nvPr/>
            </p:nvSpPr>
            <p:spPr>
              <a:xfrm>
                <a:off x="4481" y="3749"/>
                <a:ext cx="149" cy="21"/>
              </a:xfrm>
              <a:custGeom>
                <a:pathLst>
                  <a:path w="149" h="21">
                    <a:moveTo>
                      <a:pt x="8" y="0"/>
                    </a:moveTo>
                    <a:lnTo>
                      <a:pt x="0" y="20"/>
                    </a:lnTo>
                    <a:lnTo>
                      <a:pt x="148" y="20"/>
                    </a:lnTo>
                    <a:lnTo>
                      <a:pt x="141" y="0"/>
                    </a:lnTo>
                  </a:path>
                </a:pathLst>
              </a:custGeom>
              <a:solidFill>
                <a:srgbClr val="CECECE"/>
              </a:solidFill>
              <a:ln w="12700" cap="rnd" cmpd="sng">
                <a:solidFill>
                  <a:srgbClr val="919191"/>
                </a:solidFill>
                <a:prstDash val="solid"/>
                <a:round/>
                <a:headEnd type="none" w="sm" len="sm"/>
                <a:tailEnd type="none" w="sm" len="sm"/>
              </a:ln>
              <a:effectLst/>
            </p:spPr>
          </p:sp>
          <p:sp>
            <p:nvSpPr>
              <p:cNvPr id="57493" name=""/>
              <p:cNvSpPr/>
              <p:nvPr/>
            </p:nvSpPr>
            <p:spPr>
              <a:xfrm>
                <a:off x="4595" y="3753"/>
                <a:ext cx="23" cy="17"/>
              </a:xfrm>
              <a:custGeom>
                <a:pathLst>
                  <a:path w="23" h="17">
                    <a:moveTo>
                      <a:pt x="0" y="0"/>
                    </a:moveTo>
                    <a:lnTo>
                      <a:pt x="20" y="0"/>
                    </a:lnTo>
                    <a:lnTo>
                      <a:pt x="22" y="16"/>
                    </a:lnTo>
                    <a:lnTo>
                      <a:pt x="0" y="16"/>
                    </a:lnTo>
                    <a:lnTo>
                      <a:pt x="0" y="0"/>
                    </a:lnTo>
                  </a:path>
                </a:pathLst>
              </a:custGeom>
              <a:solidFill>
                <a:srgbClr val="DADADA"/>
              </a:solidFill>
              <a:ln cap="rnd">
                <a:noFill/>
                <a:round/>
              </a:ln>
              <a:effectLst/>
            </p:spPr>
          </p:sp>
          <p:cxnSp>
            <p:nvCxnSpPr>
              <p:cNvPr id="57494" name=""/>
              <p:cNvCxnSpPr/>
              <p:nvPr/>
            </p:nvCxnSpPr>
            <p:spPr>
              <a:xfrm>
                <a:off x="4595" y="3758"/>
                <a:ext cx="12" cy="0"/>
              </a:xfrm>
              <a:prstGeom prst="line">
                <a:avLst/>
              </a:prstGeom>
              <a:noFill/>
              <a:ln w="12700">
                <a:solidFill>
                  <a:srgbClr val="DADADA"/>
                </a:solidFill>
                <a:miter lim="800000"/>
              </a:ln>
              <a:effectLst/>
            </p:spPr>
          </p:cxnSp>
          <p:sp>
            <p:nvSpPr>
              <p:cNvPr id="57495" name=""/>
              <p:cNvSpPr/>
              <p:nvPr/>
            </p:nvSpPr>
            <p:spPr>
              <a:xfrm>
                <a:off x="4476" y="3770"/>
                <a:ext cx="157" cy="16"/>
              </a:xfrm>
              <a:prstGeom prst="rect">
                <a:avLst/>
              </a:prstGeom>
              <a:solidFill>
                <a:srgbClr val="CECECE"/>
              </a:solidFill>
              <a:ln>
                <a:noFill/>
                <a:miter lim="800000"/>
              </a:ln>
              <a:effectLst>
                <a:outerShdw dist="35921" dir="2700000" algn="ctr">
                  <a:srgbClr val="000000"/>
                </a:outerShdw>
              </a:effectLst>
            </p:spPr>
          </p:sp>
          <p:sp>
            <p:nvSpPr>
              <p:cNvPr id="57496" name=""/>
              <p:cNvSpPr/>
              <p:nvPr/>
            </p:nvSpPr>
            <p:spPr>
              <a:xfrm>
                <a:off x="4514" y="3694"/>
                <a:ext cx="72" cy="17"/>
              </a:xfrm>
              <a:custGeom>
                <a:pathLst>
                  <a:path w="72" h="17">
                    <a:moveTo>
                      <a:pt x="0" y="16"/>
                    </a:moveTo>
                    <a:lnTo>
                      <a:pt x="71" y="16"/>
                    </a:lnTo>
                    <a:lnTo>
                      <a:pt x="67" y="0"/>
                    </a:lnTo>
                    <a:lnTo>
                      <a:pt x="4"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7497" name=""/>
              <p:cNvSpPr/>
              <p:nvPr/>
            </p:nvSpPr>
            <p:spPr>
              <a:xfrm>
                <a:off x="4530" y="3695"/>
                <a:ext cx="39" cy="17"/>
              </a:xfrm>
              <a:custGeom>
                <a:pathLst>
                  <a:path w="39" h="17">
                    <a:moveTo>
                      <a:pt x="0" y="9"/>
                    </a:moveTo>
                    <a:lnTo>
                      <a:pt x="0" y="0"/>
                    </a:lnTo>
                    <a:lnTo>
                      <a:pt x="38" y="0"/>
                    </a:lnTo>
                    <a:lnTo>
                      <a:pt x="38" y="9"/>
                    </a:lnTo>
                    <a:lnTo>
                      <a:pt x="38" y="9"/>
                    </a:lnTo>
                    <a:lnTo>
                      <a:pt x="37" y="11"/>
                    </a:lnTo>
                    <a:lnTo>
                      <a:pt x="37" y="11"/>
                    </a:lnTo>
                    <a:lnTo>
                      <a:pt x="36" y="12"/>
                    </a:lnTo>
                    <a:lnTo>
                      <a:pt x="35" y="12"/>
                    </a:lnTo>
                    <a:lnTo>
                      <a:pt x="34" y="12"/>
                    </a:lnTo>
                    <a:lnTo>
                      <a:pt x="32" y="14"/>
                    </a:lnTo>
                    <a:lnTo>
                      <a:pt x="31" y="14"/>
                    </a:lnTo>
                    <a:lnTo>
                      <a:pt x="29" y="14"/>
                    </a:lnTo>
                    <a:lnTo>
                      <a:pt x="27" y="16"/>
                    </a:lnTo>
                    <a:lnTo>
                      <a:pt x="25" y="16"/>
                    </a:lnTo>
                    <a:lnTo>
                      <a:pt x="25" y="16"/>
                    </a:lnTo>
                    <a:lnTo>
                      <a:pt x="23" y="16"/>
                    </a:lnTo>
                    <a:lnTo>
                      <a:pt x="20" y="16"/>
                    </a:lnTo>
                    <a:lnTo>
                      <a:pt x="17" y="16"/>
                    </a:lnTo>
                    <a:lnTo>
                      <a:pt x="15" y="16"/>
                    </a:lnTo>
                    <a:lnTo>
                      <a:pt x="12" y="16"/>
                    </a:lnTo>
                    <a:lnTo>
                      <a:pt x="11" y="16"/>
                    </a:lnTo>
                    <a:lnTo>
                      <a:pt x="9" y="14"/>
                    </a:lnTo>
                    <a:lnTo>
                      <a:pt x="8" y="14"/>
                    </a:lnTo>
                    <a:lnTo>
                      <a:pt x="6" y="14"/>
                    </a:lnTo>
                    <a:lnTo>
                      <a:pt x="4" y="14"/>
                    </a:lnTo>
                    <a:lnTo>
                      <a:pt x="3" y="12"/>
                    </a:lnTo>
                    <a:lnTo>
                      <a:pt x="2" y="12"/>
                    </a:lnTo>
                    <a:lnTo>
                      <a:pt x="1" y="11"/>
                    </a:lnTo>
                    <a:lnTo>
                      <a:pt x="0" y="11"/>
                    </a:lnTo>
                    <a:lnTo>
                      <a:pt x="0" y="11"/>
                    </a:lnTo>
                    <a:lnTo>
                      <a:pt x="0" y="9"/>
                    </a:lnTo>
                    <a:lnTo>
                      <a:pt x="0" y="9"/>
                    </a:lnTo>
                  </a:path>
                </a:pathLst>
              </a:custGeom>
              <a:solidFill>
                <a:srgbClr val="CECECE"/>
              </a:solidFill>
              <a:ln cap="rnd">
                <a:noFill/>
                <a:round/>
              </a:ln>
              <a:effectLst>
                <a:outerShdw dist="17961" dir="2700000" algn="ctr">
                  <a:srgbClr val="000000"/>
                </a:outerShdw>
              </a:effectLst>
            </p:spPr>
          </p:sp>
          <p:sp>
            <p:nvSpPr>
              <p:cNvPr id="57498" name=""/>
              <p:cNvSpPr/>
              <p:nvPr/>
            </p:nvSpPr>
            <p:spPr>
              <a:xfrm>
                <a:off x="4507" y="3604"/>
                <a:ext cx="80" cy="79"/>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7499" name=""/>
              <p:cNvSpPr/>
              <p:nvPr/>
            </p:nvSpPr>
            <p:spPr>
              <a:xfrm>
                <a:off x="4514" y="3609"/>
                <a:ext cx="69" cy="68"/>
              </a:xfrm>
              <a:prstGeom prst="roundRect">
                <a:avLst>
                  <a:gd name="adj" fmla="val 12088"/>
                </a:avLst>
              </a:prstGeom>
              <a:solidFill>
                <a:srgbClr val="474747"/>
              </a:solidFill>
              <a:ln>
                <a:noFill/>
                <a:miter lim="800000"/>
              </a:ln>
              <a:effectLst/>
            </p:spPr>
          </p:sp>
          <p:sp>
            <p:nvSpPr>
              <p:cNvPr id="57500" name=""/>
              <p:cNvSpPr/>
              <p:nvPr/>
            </p:nvSpPr>
            <p:spPr>
              <a:xfrm>
                <a:off x="4517" y="3614"/>
                <a:ext cx="64" cy="59"/>
              </a:xfrm>
              <a:prstGeom prst="roundRect">
                <a:avLst>
                  <a:gd name="adj" fmla="val 12296"/>
                </a:avLst>
              </a:prstGeom>
              <a:solidFill>
                <a:srgbClr val="037C03"/>
              </a:solidFill>
              <a:ln>
                <a:noFill/>
                <a:miter lim="800000"/>
              </a:ln>
              <a:effectLst/>
            </p:spPr>
          </p:sp>
          <p:grpSp>
            <p:nvGrpSpPr>
              <p:cNvPr id="57501" name=""/>
              <p:cNvGrpSpPr/>
              <p:nvPr/>
            </p:nvGrpSpPr>
            <p:grpSpPr>
              <a:xfrm>
                <a:off x="4527" y="3624"/>
                <a:ext cx="25" cy="46"/>
                <a:chOff x="4527" y="3624"/>
                <a:chExt cx="25" cy="46"/>
              </a:xfrm>
            </p:grpSpPr>
            <p:cxnSp>
              <p:nvCxnSpPr>
                <p:cNvPr id="57502" name=""/>
                <p:cNvCxnSpPr/>
                <p:nvPr/>
              </p:nvCxnSpPr>
              <p:spPr>
                <a:xfrm>
                  <a:off x="4527" y="3626"/>
                  <a:ext cx="13" cy="35"/>
                </a:xfrm>
                <a:prstGeom prst="line">
                  <a:avLst/>
                </a:prstGeom>
                <a:noFill/>
                <a:ln w="12700">
                  <a:solidFill>
                    <a:srgbClr val="FE9B03"/>
                  </a:solidFill>
                  <a:miter lim="800000"/>
                </a:ln>
                <a:effectLst/>
              </p:spPr>
            </p:cxnSp>
            <p:cxnSp>
              <p:nvCxnSpPr>
                <p:cNvPr id="57503" name=""/>
                <p:cNvCxnSpPr/>
                <p:nvPr/>
              </p:nvCxnSpPr>
              <p:spPr>
                <a:xfrm>
                  <a:off x="4532" y="3624"/>
                  <a:ext cx="20" cy="46"/>
                </a:xfrm>
                <a:prstGeom prst="line">
                  <a:avLst/>
                </a:prstGeom>
                <a:noFill/>
                <a:ln w="12700">
                  <a:solidFill>
                    <a:srgbClr val="FE9B03"/>
                  </a:solidFill>
                  <a:miter lim="800000"/>
                </a:ln>
                <a:effectLst/>
              </p:spPr>
            </p:cxnSp>
          </p:grpSp>
          <p:sp>
            <p:nvSpPr>
              <p:cNvPr id="57504" name=""/>
              <p:cNvSpPr/>
              <p:nvPr/>
            </p:nvSpPr>
            <p:spPr>
              <a:xfrm>
                <a:off x="4503" y="3749"/>
                <a:ext cx="23" cy="17"/>
              </a:xfrm>
              <a:custGeom>
                <a:pathLst>
                  <a:path w="23" h="17">
                    <a:moveTo>
                      <a:pt x="0" y="0"/>
                    </a:moveTo>
                    <a:lnTo>
                      <a:pt x="22" y="0"/>
                    </a:lnTo>
                    <a:lnTo>
                      <a:pt x="21" y="16"/>
                    </a:lnTo>
                    <a:lnTo>
                      <a:pt x="0" y="16"/>
                    </a:lnTo>
                    <a:lnTo>
                      <a:pt x="0" y="0"/>
                    </a:lnTo>
                  </a:path>
                </a:pathLst>
              </a:custGeom>
              <a:solidFill>
                <a:srgbClr val="DADADA"/>
              </a:solidFill>
              <a:ln cap="rnd">
                <a:noFill/>
                <a:round/>
              </a:ln>
              <a:effectLst>
                <a:outerShdw algn="ctr">
                  <a:schemeClr val="tx1"/>
                </a:outerShdw>
              </a:effectLst>
            </p:spPr>
          </p:sp>
          <p:sp>
            <p:nvSpPr>
              <p:cNvPr id="57505" name=""/>
              <p:cNvSpPr/>
              <p:nvPr/>
            </p:nvSpPr>
            <p:spPr>
              <a:xfrm>
                <a:off x="4552" y="3749"/>
                <a:ext cx="20" cy="17"/>
              </a:xfrm>
              <a:custGeom>
                <a:pathLst>
                  <a:path w="20" h="17">
                    <a:moveTo>
                      <a:pt x="0" y="0"/>
                    </a:moveTo>
                    <a:lnTo>
                      <a:pt x="19" y="0"/>
                    </a:lnTo>
                    <a:lnTo>
                      <a:pt x="19" y="16"/>
                    </a:lnTo>
                    <a:lnTo>
                      <a:pt x="0" y="16"/>
                    </a:lnTo>
                    <a:lnTo>
                      <a:pt x="0" y="0"/>
                    </a:lnTo>
                  </a:path>
                </a:pathLst>
              </a:custGeom>
              <a:solidFill>
                <a:srgbClr val="DADADA"/>
              </a:solidFill>
              <a:ln cap="rnd">
                <a:noFill/>
                <a:round/>
              </a:ln>
              <a:effectLst>
                <a:outerShdw algn="ctr">
                  <a:schemeClr val="tx1"/>
                </a:outerShdw>
              </a:effectLst>
            </p:spPr>
          </p:sp>
          <p:cxnSp>
            <p:nvCxnSpPr>
              <p:cNvPr id="57506" name=""/>
              <p:cNvCxnSpPr/>
              <p:nvPr/>
            </p:nvCxnSpPr>
            <p:spPr>
              <a:xfrm>
                <a:off x="4498" y="3755"/>
                <a:ext cx="61" cy="0"/>
              </a:xfrm>
              <a:prstGeom prst="line">
                <a:avLst/>
              </a:prstGeom>
              <a:noFill/>
              <a:ln w="12700">
                <a:solidFill>
                  <a:srgbClr val="DADADA"/>
                </a:solidFill>
                <a:miter lim="800000"/>
              </a:ln>
              <a:effectLst>
                <a:outerShdw algn="ctr">
                  <a:schemeClr val="tx1"/>
                </a:outerShdw>
              </a:effectLst>
            </p:spPr>
          </p:cxnSp>
          <p:cxnSp>
            <p:nvCxnSpPr>
              <p:cNvPr id="57507" name=""/>
              <p:cNvCxnSpPr/>
              <p:nvPr/>
            </p:nvCxnSpPr>
            <p:spPr>
              <a:xfrm>
                <a:off x="4502" y="3758"/>
                <a:ext cx="60" cy="0"/>
              </a:xfrm>
              <a:prstGeom prst="line">
                <a:avLst/>
              </a:prstGeom>
              <a:noFill/>
              <a:ln w="12700">
                <a:solidFill>
                  <a:srgbClr val="DADADA"/>
                </a:solidFill>
                <a:miter lim="800000"/>
              </a:ln>
              <a:effectLst>
                <a:outerShdw algn="ctr">
                  <a:schemeClr val="tx1"/>
                </a:outerShdw>
              </a:effectLst>
            </p:spPr>
          </p:cxnSp>
          <p:cxnSp>
            <p:nvCxnSpPr>
              <p:cNvPr id="57508" name=""/>
              <p:cNvCxnSpPr/>
              <p:nvPr/>
            </p:nvCxnSpPr>
            <p:spPr>
              <a:xfrm>
                <a:off x="4502" y="3761"/>
                <a:ext cx="54" cy="0"/>
              </a:xfrm>
              <a:prstGeom prst="line">
                <a:avLst/>
              </a:prstGeom>
              <a:noFill/>
              <a:ln w="12700">
                <a:solidFill>
                  <a:srgbClr val="DADADA"/>
                </a:solidFill>
                <a:miter lim="800000"/>
              </a:ln>
              <a:effectLst>
                <a:outerShdw algn="ctr">
                  <a:schemeClr val="tx1"/>
                </a:outerShdw>
              </a:effectLst>
            </p:spPr>
          </p:cxnSp>
          <p:cxnSp>
            <p:nvCxnSpPr>
              <p:cNvPr id="57509" name=""/>
              <p:cNvCxnSpPr/>
              <p:nvPr/>
            </p:nvCxnSpPr>
            <p:spPr>
              <a:xfrm>
                <a:off x="4489" y="3756"/>
                <a:ext cx="7" cy="0"/>
              </a:xfrm>
              <a:prstGeom prst="line">
                <a:avLst/>
              </a:prstGeom>
              <a:noFill/>
              <a:ln w="12700">
                <a:solidFill>
                  <a:srgbClr val="DADADA"/>
                </a:solidFill>
                <a:miter lim="800000"/>
              </a:ln>
              <a:effectLst>
                <a:outerShdw algn="ctr">
                  <a:schemeClr val="tx1"/>
                </a:outerShdw>
              </a:effectLst>
            </p:spPr>
          </p:cxnSp>
          <p:cxnSp>
            <p:nvCxnSpPr>
              <p:cNvPr id="57510" name=""/>
              <p:cNvCxnSpPr/>
              <p:nvPr/>
            </p:nvCxnSpPr>
            <p:spPr>
              <a:xfrm>
                <a:off x="4489" y="3759"/>
                <a:ext cx="7" cy="0"/>
              </a:xfrm>
              <a:prstGeom prst="line">
                <a:avLst/>
              </a:prstGeom>
              <a:noFill/>
              <a:ln w="12700">
                <a:solidFill>
                  <a:srgbClr val="DADADA"/>
                </a:solidFill>
                <a:miter lim="800000"/>
              </a:ln>
              <a:effectLst>
                <a:outerShdw algn="ctr">
                  <a:schemeClr val="tx1"/>
                </a:outerShdw>
              </a:effectLst>
            </p:spPr>
          </p:cxnSp>
          <p:cxnSp>
            <p:nvCxnSpPr>
              <p:cNvPr id="57511" name=""/>
              <p:cNvCxnSpPr/>
              <p:nvPr/>
            </p:nvCxnSpPr>
            <p:spPr>
              <a:xfrm>
                <a:off x="4514" y="3765"/>
                <a:ext cx="32" cy="0"/>
              </a:xfrm>
              <a:prstGeom prst="line">
                <a:avLst/>
              </a:prstGeom>
              <a:noFill/>
              <a:ln w="12700">
                <a:solidFill>
                  <a:srgbClr val="DADADA"/>
                </a:solidFill>
                <a:miter lim="800000"/>
              </a:ln>
              <a:effectLst>
                <a:outerShdw algn="ctr">
                  <a:schemeClr val="tx1"/>
                </a:outerShdw>
              </a:effectLst>
            </p:spPr>
          </p:cxnSp>
          <p:cxnSp>
            <p:nvCxnSpPr>
              <p:cNvPr id="57512" name=""/>
              <p:cNvCxnSpPr/>
              <p:nvPr/>
            </p:nvCxnSpPr>
            <p:spPr>
              <a:xfrm>
                <a:off x="4562" y="3755"/>
                <a:ext cx="10" cy="0"/>
              </a:xfrm>
              <a:prstGeom prst="line">
                <a:avLst/>
              </a:prstGeom>
              <a:noFill/>
              <a:ln w="12700">
                <a:solidFill>
                  <a:srgbClr val="DADADA"/>
                </a:solidFill>
                <a:miter lim="800000"/>
              </a:ln>
              <a:effectLst>
                <a:outerShdw algn="ctr">
                  <a:schemeClr val="tx1"/>
                </a:outerShdw>
              </a:effectLst>
            </p:spPr>
          </p:cxnSp>
          <p:cxnSp>
            <p:nvCxnSpPr>
              <p:cNvPr id="57513" name=""/>
              <p:cNvCxnSpPr/>
              <p:nvPr/>
            </p:nvCxnSpPr>
            <p:spPr>
              <a:xfrm>
                <a:off x="4563" y="3758"/>
                <a:ext cx="9" cy="0"/>
              </a:xfrm>
              <a:prstGeom prst="line">
                <a:avLst/>
              </a:prstGeom>
              <a:noFill/>
              <a:ln w="12700">
                <a:solidFill>
                  <a:srgbClr val="DADADA"/>
                </a:solidFill>
                <a:miter lim="800000"/>
              </a:ln>
              <a:effectLst>
                <a:outerShdw algn="ctr">
                  <a:schemeClr val="tx1"/>
                </a:outerShdw>
              </a:effectLst>
            </p:spPr>
          </p:cxnSp>
          <p:cxnSp>
            <p:nvCxnSpPr>
              <p:cNvPr id="57514" name=""/>
              <p:cNvCxnSpPr/>
              <p:nvPr/>
            </p:nvCxnSpPr>
            <p:spPr>
              <a:xfrm>
                <a:off x="4559" y="3761"/>
                <a:ext cx="13" cy="0"/>
              </a:xfrm>
              <a:prstGeom prst="line">
                <a:avLst/>
              </a:prstGeom>
              <a:noFill/>
              <a:ln w="12700">
                <a:solidFill>
                  <a:srgbClr val="DADADA"/>
                </a:solidFill>
                <a:miter lim="800000"/>
              </a:ln>
              <a:effectLst>
                <a:outerShdw algn="ctr">
                  <a:schemeClr val="tx1"/>
                </a:outerShdw>
              </a:effectLst>
            </p:spPr>
          </p:cxnSp>
          <p:cxnSp>
            <p:nvCxnSpPr>
              <p:cNvPr id="57515" name=""/>
              <p:cNvCxnSpPr/>
              <p:nvPr/>
            </p:nvCxnSpPr>
            <p:spPr>
              <a:xfrm>
                <a:off x="4597" y="3756"/>
                <a:ext cx="20" cy="0"/>
              </a:xfrm>
              <a:prstGeom prst="line">
                <a:avLst/>
              </a:prstGeom>
              <a:noFill/>
              <a:ln w="12700">
                <a:solidFill>
                  <a:srgbClr val="DADADA"/>
                </a:solidFill>
                <a:miter lim="800000"/>
              </a:ln>
              <a:effectLst>
                <a:outerShdw algn="ctr">
                  <a:schemeClr val="tx1"/>
                </a:outerShdw>
              </a:effectLst>
            </p:spPr>
          </p:cxnSp>
          <p:cxnSp>
            <p:nvCxnSpPr>
              <p:cNvPr id="57516" name=""/>
              <p:cNvCxnSpPr/>
              <p:nvPr/>
            </p:nvCxnSpPr>
            <p:spPr>
              <a:xfrm>
                <a:off x="4597" y="3761"/>
                <a:ext cx="14" cy="0"/>
              </a:xfrm>
              <a:prstGeom prst="line">
                <a:avLst/>
              </a:prstGeom>
              <a:noFill/>
              <a:ln w="12700">
                <a:solidFill>
                  <a:srgbClr val="DADADA"/>
                </a:solidFill>
                <a:miter lim="800000"/>
              </a:ln>
              <a:effectLst>
                <a:outerShdw algn="ctr">
                  <a:schemeClr val="tx1"/>
                </a:outerShdw>
              </a:effectLst>
            </p:spPr>
          </p:cxnSp>
          <p:cxnSp>
            <p:nvCxnSpPr>
              <p:cNvPr id="57517" name=""/>
              <p:cNvCxnSpPr/>
              <p:nvPr/>
            </p:nvCxnSpPr>
            <p:spPr>
              <a:xfrm>
                <a:off x="4597" y="3766"/>
                <a:ext cx="16" cy="0"/>
              </a:xfrm>
              <a:prstGeom prst="line">
                <a:avLst/>
              </a:prstGeom>
              <a:noFill/>
              <a:ln w="12700">
                <a:solidFill>
                  <a:srgbClr val="DADADA"/>
                </a:solidFill>
                <a:miter lim="800000"/>
              </a:ln>
              <a:effectLst>
                <a:outerShdw algn="ctr">
                  <a:schemeClr val="tx1"/>
                </a:outerShdw>
              </a:effectLst>
            </p:spPr>
          </p:cxnSp>
          <p:cxnSp>
            <p:nvCxnSpPr>
              <p:cNvPr id="57518" name=""/>
              <p:cNvCxnSpPr/>
              <p:nvPr/>
            </p:nvCxnSpPr>
            <p:spPr>
              <a:xfrm>
                <a:off x="4612" y="3759"/>
                <a:ext cx="5" cy="0"/>
              </a:xfrm>
              <a:prstGeom prst="line">
                <a:avLst/>
              </a:prstGeom>
              <a:noFill/>
              <a:ln w="12700">
                <a:solidFill>
                  <a:srgbClr val="DADADA"/>
                </a:solidFill>
                <a:miter lim="800000"/>
              </a:ln>
              <a:effectLst>
                <a:outerShdw algn="ctr">
                  <a:schemeClr val="tx1"/>
                </a:outerShdw>
              </a:effectLst>
            </p:spPr>
          </p:cxnSp>
          <p:cxnSp>
            <p:nvCxnSpPr>
              <p:cNvPr id="57519" name=""/>
              <p:cNvCxnSpPr/>
              <p:nvPr/>
            </p:nvCxnSpPr>
            <p:spPr>
              <a:xfrm>
                <a:off x="4614" y="3765"/>
                <a:ext cx="5" cy="0"/>
              </a:xfrm>
              <a:prstGeom prst="line">
                <a:avLst/>
              </a:prstGeom>
              <a:noFill/>
              <a:ln w="12700">
                <a:solidFill>
                  <a:srgbClr val="DADADA"/>
                </a:solidFill>
                <a:miter lim="800000"/>
              </a:ln>
              <a:effectLst>
                <a:outerShdw algn="ctr">
                  <a:schemeClr val="tx1"/>
                </a:outerShdw>
              </a:effectLst>
            </p:spPr>
          </p:cxnSp>
          <p:sp>
            <p:nvSpPr>
              <p:cNvPr id="57520" name=""/>
              <p:cNvSpPr/>
              <p:nvPr/>
            </p:nvSpPr>
            <p:spPr>
              <a:xfrm>
                <a:off x="4493" y="3749"/>
                <a:ext cx="17" cy="17"/>
              </a:xfrm>
              <a:custGeom>
                <a:pathLst>
                  <a:path w="17" h="17">
                    <a:moveTo>
                      <a:pt x="4" y="0"/>
                    </a:moveTo>
                    <a:lnTo>
                      <a:pt x="16" y="0"/>
                    </a:lnTo>
                    <a:lnTo>
                      <a:pt x="13"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7521" name=""/>
              <p:cNvSpPr/>
              <p:nvPr/>
            </p:nvSpPr>
            <p:spPr>
              <a:xfrm>
                <a:off x="4530" y="3749"/>
                <a:ext cx="17" cy="17"/>
              </a:xfrm>
              <a:custGeom>
                <a:pathLst>
                  <a:path w="17" h="17">
                    <a:moveTo>
                      <a:pt x="0" y="0"/>
                    </a:moveTo>
                    <a:lnTo>
                      <a:pt x="16" y="0"/>
                    </a:lnTo>
                    <a:lnTo>
                      <a:pt x="16"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7522" name=""/>
              <p:cNvSpPr/>
              <p:nvPr/>
            </p:nvSpPr>
            <p:spPr>
              <a:xfrm>
                <a:off x="4575" y="3749"/>
                <a:ext cx="17" cy="17"/>
              </a:xfrm>
              <a:custGeom>
                <a:pathLst>
                  <a:path w="17" h="17">
                    <a:moveTo>
                      <a:pt x="0" y="0"/>
                    </a:moveTo>
                    <a:lnTo>
                      <a:pt x="16" y="0"/>
                    </a:lnTo>
                    <a:lnTo>
                      <a:pt x="16"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7523" name=""/>
              <p:cNvCxnSpPr/>
              <p:nvPr/>
            </p:nvCxnSpPr>
            <p:spPr>
              <a:xfrm>
                <a:off x="4502" y="3765"/>
                <a:ext cx="11" cy="0"/>
              </a:xfrm>
              <a:prstGeom prst="line">
                <a:avLst/>
              </a:prstGeom>
              <a:noFill/>
              <a:ln w="12700">
                <a:solidFill>
                  <a:srgbClr val="919191"/>
                </a:solidFill>
                <a:miter lim="800000"/>
              </a:ln>
              <a:effectLst>
                <a:outerShdw algn="ctr">
                  <a:schemeClr val="tx1"/>
                </a:outerShdw>
              </a:effectLst>
            </p:spPr>
          </p:cxnSp>
          <p:cxnSp>
            <p:nvCxnSpPr>
              <p:cNvPr id="57524" name=""/>
              <p:cNvCxnSpPr/>
              <p:nvPr/>
            </p:nvCxnSpPr>
            <p:spPr>
              <a:xfrm>
                <a:off x="4487" y="3765"/>
                <a:ext cx="11" cy="0"/>
              </a:xfrm>
              <a:prstGeom prst="line">
                <a:avLst/>
              </a:prstGeom>
              <a:noFill/>
              <a:ln w="12700">
                <a:solidFill>
                  <a:srgbClr val="919191"/>
                </a:solidFill>
                <a:miter lim="800000"/>
              </a:ln>
              <a:effectLst>
                <a:outerShdw algn="ctr">
                  <a:schemeClr val="tx1"/>
                </a:outerShdw>
              </a:effectLst>
            </p:spPr>
          </p:cxnSp>
          <p:cxnSp>
            <p:nvCxnSpPr>
              <p:cNvPr id="57525" name=""/>
              <p:cNvCxnSpPr/>
              <p:nvPr/>
            </p:nvCxnSpPr>
            <p:spPr>
              <a:xfrm>
                <a:off x="4551" y="3765"/>
                <a:ext cx="6" cy="0"/>
              </a:xfrm>
              <a:prstGeom prst="line">
                <a:avLst/>
              </a:prstGeom>
              <a:noFill/>
              <a:ln w="12700">
                <a:solidFill>
                  <a:srgbClr val="919191"/>
                </a:solidFill>
                <a:miter lim="800000"/>
              </a:ln>
              <a:effectLst>
                <a:outerShdw algn="ctr">
                  <a:schemeClr val="tx1"/>
                </a:outerShdw>
              </a:effectLst>
            </p:spPr>
          </p:cxnSp>
          <p:cxnSp>
            <p:nvCxnSpPr>
              <p:cNvPr id="57526" name=""/>
              <p:cNvCxnSpPr/>
              <p:nvPr/>
            </p:nvCxnSpPr>
            <p:spPr>
              <a:xfrm>
                <a:off x="4558" y="3766"/>
                <a:ext cx="14" cy="0"/>
              </a:xfrm>
              <a:prstGeom prst="line">
                <a:avLst/>
              </a:prstGeom>
              <a:noFill/>
              <a:ln w="12700">
                <a:solidFill>
                  <a:srgbClr val="919191"/>
                </a:solidFill>
                <a:miter lim="800000"/>
              </a:ln>
              <a:effectLst>
                <a:outerShdw algn="ctr">
                  <a:schemeClr val="tx1"/>
                </a:outerShdw>
              </a:effectLst>
            </p:spPr>
          </p:cxnSp>
          <p:grpSp>
            <p:nvGrpSpPr>
              <p:cNvPr id="57527" name=""/>
              <p:cNvGrpSpPr/>
              <p:nvPr/>
            </p:nvGrpSpPr>
            <p:grpSpPr>
              <a:xfrm>
                <a:off x="4575" y="3756"/>
                <a:ext cx="16" cy="10"/>
                <a:chOff x="4575" y="3756"/>
                <a:chExt cx="16" cy="10"/>
              </a:xfrm>
            </p:grpSpPr>
            <p:cxnSp>
              <p:nvCxnSpPr>
                <p:cNvPr id="57528" name=""/>
                <p:cNvCxnSpPr/>
                <p:nvPr/>
              </p:nvCxnSpPr>
              <p:spPr>
                <a:xfrm>
                  <a:off x="4575" y="3756"/>
                  <a:ext cx="16" cy="0"/>
                </a:xfrm>
                <a:prstGeom prst="line">
                  <a:avLst/>
                </a:prstGeom>
                <a:noFill/>
                <a:ln w="12700">
                  <a:solidFill>
                    <a:srgbClr val="919191"/>
                  </a:solidFill>
                  <a:miter lim="800000"/>
                </a:ln>
                <a:effectLst>
                  <a:outerShdw algn="ctr">
                    <a:schemeClr val="tx1"/>
                  </a:outerShdw>
                </a:effectLst>
              </p:spPr>
            </p:cxnSp>
            <p:cxnSp>
              <p:nvCxnSpPr>
                <p:cNvPr id="57529" name=""/>
                <p:cNvCxnSpPr/>
                <p:nvPr/>
              </p:nvCxnSpPr>
              <p:spPr>
                <a:xfrm>
                  <a:off x="4576" y="3759"/>
                  <a:ext cx="15" cy="0"/>
                </a:xfrm>
                <a:prstGeom prst="line">
                  <a:avLst/>
                </a:prstGeom>
                <a:noFill/>
                <a:ln w="12700">
                  <a:solidFill>
                    <a:srgbClr val="919191"/>
                  </a:solidFill>
                  <a:miter lim="800000"/>
                </a:ln>
                <a:effectLst>
                  <a:outerShdw algn="ctr">
                    <a:schemeClr val="tx1"/>
                  </a:outerShdw>
                </a:effectLst>
              </p:spPr>
            </p:cxnSp>
            <p:cxnSp>
              <p:nvCxnSpPr>
                <p:cNvPr id="57530" name=""/>
                <p:cNvCxnSpPr/>
                <p:nvPr/>
              </p:nvCxnSpPr>
              <p:spPr>
                <a:xfrm>
                  <a:off x="4576" y="3766"/>
                  <a:ext cx="15" cy="0"/>
                </a:xfrm>
                <a:prstGeom prst="line">
                  <a:avLst/>
                </a:prstGeom>
                <a:noFill/>
                <a:ln w="12700">
                  <a:solidFill>
                    <a:srgbClr val="919191"/>
                  </a:solidFill>
                  <a:miter lim="800000"/>
                </a:ln>
                <a:effectLst>
                  <a:outerShdw algn="ctr">
                    <a:schemeClr val="tx1"/>
                  </a:outerShdw>
                </a:effectLst>
              </p:spPr>
            </p:cxnSp>
          </p:grpSp>
          <p:cxnSp>
            <p:nvCxnSpPr>
              <p:cNvPr id="57531" name=""/>
              <p:cNvCxnSpPr/>
              <p:nvPr/>
            </p:nvCxnSpPr>
            <p:spPr>
              <a:xfrm>
                <a:off x="4597" y="3753"/>
                <a:ext cx="20" cy="0"/>
              </a:xfrm>
              <a:prstGeom prst="line">
                <a:avLst/>
              </a:prstGeom>
              <a:noFill/>
              <a:ln w="12700">
                <a:solidFill>
                  <a:srgbClr val="919191"/>
                </a:solidFill>
                <a:miter lim="800000"/>
              </a:ln>
              <a:effectLst>
                <a:outerShdw algn="ctr">
                  <a:schemeClr val="tx1"/>
                </a:outerShdw>
              </a:effectLst>
            </p:spPr>
          </p:cxnSp>
          <p:sp>
            <p:nvSpPr>
              <p:cNvPr id="57532" name=""/>
              <p:cNvSpPr/>
              <p:nvPr/>
            </p:nvSpPr>
            <p:spPr>
              <a:xfrm>
                <a:off x="4611" y="3719"/>
                <a:ext cx="8" cy="8"/>
              </a:xfrm>
              <a:prstGeom prst="rect">
                <a:avLst/>
              </a:prstGeom>
              <a:solidFill>
                <a:srgbClr val="000000"/>
              </a:solidFill>
              <a:ln w="12700">
                <a:solidFill>
                  <a:prstClr val="black"/>
                </a:solidFill>
                <a:miter lim="800000"/>
              </a:ln>
              <a:effectLst/>
            </p:spPr>
          </p:sp>
          <p:sp>
            <p:nvSpPr>
              <p:cNvPr id="57533" name=""/>
              <p:cNvSpPr/>
              <p:nvPr/>
            </p:nvSpPr>
            <p:spPr>
              <a:xfrm>
                <a:off x="4528" y="3720"/>
                <a:ext cx="75" cy="20"/>
              </a:xfrm>
              <a:prstGeom prst="rect">
                <a:avLst/>
              </a:prstGeom>
              <a:solidFill>
                <a:srgbClr val="C0C0C0"/>
              </a:solidFill>
              <a:ln w="12700">
                <a:solidFill>
                  <a:srgbClr val="CECECE"/>
                </a:solidFill>
                <a:miter lim="800000"/>
              </a:ln>
              <a:effectLst>
                <a:outerShdw algn="ctr">
                  <a:srgbClr val="000000"/>
                </a:outerShdw>
              </a:effectLst>
            </p:spPr>
          </p:sp>
          <p:grpSp>
            <p:nvGrpSpPr>
              <p:cNvPr id="57534" name=""/>
              <p:cNvGrpSpPr/>
              <p:nvPr/>
            </p:nvGrpSpPr>
            <p:grpSpPr>
              <a:xfrm>
                <a:off x="4601" y="3728"/>
                <a:ext cx="8" cy="16"/>
                <a:chOff x="4601" y="3728"/>
                <a:chExt cx="8" cy="16"/>
              </a:xfrm>
            </p:grpSpPr>
            <p:sp>
              <p:nvSpPr>
                <p:cNvPr id="57535" name=""/>
                <p:cNvSpPr/>
                <p:nvPr/>
              </p:nvSpPr>
              <p:spPr>
                <a:xfrm>
                  <a:off x="4601" y="3728"/>
                  <a:ext cx="8" cy="8"/>
                </a:xfrm>
                <a:prstGeom prst="rect">
                  <a:avLst/>
                </a:prstGeom>
                <a:solidFill>
                  <a:srgbClr val="000000"/>
                </a:solidFill>
                <a:ln w="12700">
                  <a:solidFill>
                    <a:prstClr val="black"/>
                  </a:solidFill>
                  <a:miter lim="800000"/>
                </a:ln>
                <a:effectLst/>
              </p:spPr>
            </p:sp>
            <p:sp>
              <p:nvSpPr>
                <p:cNvPr id="57536" name=""/>
                <p:cNvSpPr/>
                <p:nvPr/>
              </p:nvSpPr>
              <p:spPr>
                <a:xfrm>
                  <a:off x="4601" y="3736"/>
                  <a:ext cx="8" cy="8"/>
                </a:xfrm>
                <a:prstGeom prst="rect">
                  <a:avLst/>
                </a:prstGeom>
                <a:solidFill>
                  <a:srgbClr val="000000"/>
                </a:solidFill>
                <a:ln w="12700">
                  <a:solidFill>
                    <a:prstClr val="black"/>
                  </a:solidFill>
                  <a:miter lim="800000"/>
                </a:ln>
                <a:effectLst/>
              </p:spPr>
            </p:sp>
          </p:grpSp>
          <p:sp>
            <p:nvSpPr>
              <p:cNvPr id="57537" name=""/>
              <p:cNvSpPr/>
              <p:nvPr/>
            </p:nvSpPr>
            <p:spPr>
              <a:xfrm>
                <a:off x="4561" y="3720"/>
                <a:ext cx="8" cy="8"/>
              </a:xfrm>
              <a:prstGeom prst="rect">
                <a:avLst/>
              </a:prstGeom>
              <a:solidFill>
                <a:srgbClr val="000000"/>
              </a:solidFill>
              <a:ln w="12700">
                <a:solidFill>
                  <a:prstClr val="black"/>
                </a:solidFill>
                <a:miter lim="800000"/>
              </a:ln>
              <a:effectLst/>
            </p:spPr>
          </p:sp>
          <p:sp>
            <p:nvSpPr>
              <p:cNvPr id="57538" name=""/>
              <p:cNvSpPr/>
              <p:nvPr/>
            </p:nvSpPr>
            <p:spPr>
              <a:xfrm>
                <a:off x="4561" y="3722"/>
                <a:ext cx="8" cy="8"/>
              </a:xfrm>
              <a:prstGeom prst="rect">
                <a:avLst/>
              </a:prstGeom>
              <a:solidFill>
                <a:srgbClr val="000000"/>
              </a:solidFill>
              <a:ln w="12700">
                <a:solidFill>
                  <a:prstClr val="black"/>
                </a:solidFill>
                <a:miter lim="800000"/>
              </a:ln>
              <a:effectLst/>
            </p:spPr>
          </p:sp>
          <p:sp>
            <p:nvSpPr>
              <p:cNvPr id="57539" name=""/>
              <p:cNvSpPr/>
              <p:nvPr/>
            </p:nvSpPr>
            <p:spPr>
              <a:xfrm>
                <a:off x="4550" y="3722"/>
                <a:ext cx="22" cy="8"/>
              </a:xfrm>
              <a:prstGeom prst="rect">
                <a:avLst/>
              </a:prstGeom>
              <a:solidFill>
                <a:srgbClr val="000000"/>
              </a:solidFill>
              <a:ln w="12700">
                <a:solidFill>
                  <a:prstClr val="black"/>
                </a:solidFill>
                <a:miter lim="800000"/>
              </a:ln>
              <a:effectLst/>
            </p:spPr>
          </p:sp>
          <p:sp>
            <p:nvSpPr>
              <p:cNvPr id="57540" name=""/>
              <p:cNvSpPr/>
              <p:nvPr/>
            </p:nvSpPr>
            <p:spPr>
              <a:xfrm>
                <a:off x="4556" y="3726"/>
                <a:ext cx="8" cy="8"/>
              </a:xfrm>
              <a:prstGeom prst="rect">
                <a:avLst/>
              </a:prstGeom>
              <a:solidFill>
                <a:srgbClr val="000000"/>
              </a:solidFill>
              <a:ln w="12700">
                <a:solidFill>
                  <a:prstClr val="black"/>
                </a:solidFill>
                <a:miter lim="800000"/>
              </a:ln>
              <a:effectLst/>
            </p:spPr>
          </p:sp>
          <p:sp>
            <p:nvSpPr>
              <p:cNvPr id="57541" name=""/>
              <p:cNvSpPr/>
              <p:nvPr/>
            </p:nvSpPr>
            <p:spPr>
              <a:xfrm>
                <a:off x="4574" y="3726"/>
                <a:ext cx="8" cy="8"/>
              </a:xfrm>
              <a:prstGeom prst="rect">
                <a:avLst/>
              </a:prstGeom>
              <a:solidFill>
                <a:srgbClr val="000000"/>
              </a:solidFill>
              <a:ln w="12700">
                <a:solidFill>
                  <a:prstClr val="black"/>
                </a:solidFill>
                <a:miter lim="800000"/>
              </a:ln>
              <a:effectLst/>
            </p:spPr>
          </p:sp>
          <p:sp>
            <p:nvSpPr>
              <p:cNvPr id="57542" name=""/>
              <p:cNvSpPr/>
              <p:nvPr/>
            </p:nvSpPr>
            <p:spPr>
              <a:xfrm>
                <a:off x="4601" y="3720"/>
                <a:ext cx="8" cy="8"/>
              </a:xfrm>
              <a:prstGeom prst="rect">
                <a:avLst/>
              </a:prstGeom>
              <a:solidFill>
                <a:srgbClr val="000000"/>
              </a:solidFill>
              <a:ln w="12700">
                <a:solidFill>
                  <a:prstClr val="black"/>
                </a:solidFill>
                <a:miter lim="800000"/>
              </a:ln>
              <a:effectLst/>
            </p:spPr>
          </p:sp>
          <p:cxnSp>
            <p:nvCxnSpPr>
              <p:cNvPr id="57543" name=""/>
              <p:cNvCxnSpPr/>
              <p:nvPr/>
            </p:nvCxnSpPr>
            <p:spPr>
              <a:xfrm flipH="1">
                <a:off x="4542" y="3717"/>
                <a:ext cx="0" cy="27"/>
              </a:xfrm>
              <a:prstGeom prst="line">
                <a:avLst/>
              </a:prstGeom>
              <a:noFill/>
              <a:ln w="12700">
                <a:solidFill>
                  <a:srgbClr val="474747"/>
                </a:solidFill>
                <a:miter lim="800000"/>
              </a:ln>
              <a:effectLst/>
            </p:spPr>
          </p:cxnSp>
          <p:cxnSp>
            <p:nvCxnSpPr>
              <p:cNvPr id="57544" name=""/>
              <p:cNvCxnSpPr/>
              <p:nvPr/>
            </p:nvCxnSpPr>
            <p:spPr>
              <a:xfrm flipH="1">
                <a:off x="4576" y="3717"/>
                <a:ext cx="0" cy="27"/>
              </a:xfrm>
              <a:prstGeom prst="line">
                <a:avLst/>
              </a:prstGeom>
              <a:noFill/>
              <a:ln w="12700">
                <a:solidFill>
                  <a:srgbClr val="474747"/>
                </a:solidFill>
                <a:miter lim="800000"/>
              </a:ln>
              <a:effectLst/>
            </p:spPr>
          </p:cxnSp>
          <p:cxnSp>
            <p:nvCxnSpPr>
              <p:cNvPr id="57545" name=""/>
              <p:cNvCxnSpPr/>
              <p:nvPr/>
            </p:nvCxnSpPr>
            <p:spPr>
              <a:xfrm flipH="1">
                <a:off x="4493" y="3717"/>
                <a:ext cx="31" cy="0"/>
              </a:xfrm>
              <a:prstGeom prst="line">
                <a:avLst/>
              </a:prstGeom>
              <a:noFill/>
              <a:ln w="12700">
                <a:solidFill>
                  <a:srgbClr val="474747"/>
                </a:solidFill>
                <a:miter lim="800000"/>
              </a:ln>
              <a:effectLst/>
            </p:spPr>
          </p:cxnSp>
          <p:cxnSp>
            <p:nvCxnSpPr>
              <p:cNvPr id="57546" name=""/>
              <p:cNvCxnSpPr/>
              <p:nvPr/>
            </p:nvCxnSpPr>
            <p:spPr>
              <a:xfrm flipH="1">
                <a:off x="4496" y="3718"/>
                <a:ext cx="31" cy="0"/>
              </a:xfrm>
              <a:prstGeom prst="line">
                <a:avLst/>
              </a:prstGeom>
              <a:noFill/>
              <a:ln w="12700">
                <a:solidFill>
                  <a:srgbClr val="474747"/>
                </a:solidFill>
                <a:miter lim="800000"/>
              </a:ln>
              <a:effectLst/>
            </p:spPr>
          </p:cxnSp>
          <p:cxnSp>
            <p:nvCxnSpPr>
              <p:cNvPr id="57547" name=""/>
              <p:cNvCxnSpPr/>
              <p:nvPr/>
            </p:nvCxnSpPr>
            <p:spPr>
              <a:xfrm flipH="1">
                <a:off x="4496" y="3723"/>
                <a:ext cx="31" cy="0"/>
              </a:xfrm>
              <a:prstGeom prst="line">
                <a:avLst/>
              </a:prstGeom>
              <a:noFill/>
              <a:ln w="12700">
                <a:solidFill>
                  <a:srgbClr val="474747"/>
                </a:solidFill>
                <a:miter lim="800000"/>
              </a:ln>
              <a:effectLst/>
            </p:spPr>
          </p:cxnSp>
          <p:cxnSp>
            <p:nvCxnSpPr>
              <p:cNvPr id="57548" name=""/>
              <p:cNvCxnSpPr/>
              <p:nvPr/>
            </p:nvCxnSpPr>
            <p:spPr>
              <a:xfrm flipH="1">
                <a:off x="4496" y="3729"/>
                <a:ext cx="31" cy="0"/>
              </a:xfrm>
              <a:prstGeom prst="line">
                <a:avLst/>
              </a:prstGeom>
              <a:noFill/>
              <a:ln w="12700">
                <a:solidFill>
                  <a:srgbClr val="474747"/>
                </a:solidFill>
                <a:miter lim="800000"/>
              </a:ln>
              <a:effectLst/>
            </p:spPr>
          </p:cxnSp>
          <p:cxnSp>
            <p:nvCxnSpPr>
              <p:cNvPr id="57549" name=""/>
              <p:cNvCxnSpPr/>
              <p:nvPr/>
            </p:nvCxnSpPr>
            <p:spPr>
              <a:xfrm flipH="1">
                <a:off x="4496" y="3735"/>
                <a:ext cx="31" cy="0"/>
              </a:xfrm>
              <a:prstGeom prst="line">
                <a:avLst/>
              </a:prstGeom>
              <a:noFill/>
              <a:ln w="12700">
                <a:solidFill>
                  <a:srgbClr val="474747"/>
                </a:solidFill>
                <a:miter lim="800000"/>
              </a:ln>
              <a:effectLst/>
            </p:spPr>
          </p:cxnSp>
          <p:cxnSp>
            <p:nvCxnSpPr>
              <p:cNvPr id="57550" name=""/>
              <p:cNvCxnSpPr/>
              <p:nvPr/>
            </p:nvCxnSpPr>
            <p:spPr>
              <a:xfrm flipH="1">
                <a:off x="4496" y="3740"/>
                <a:ext cx="31" cy="0"/>
              </a:xfrm>
              <a:prstGeom prst="line">
                <a:avLst/>
              </a:prstGeom>
              <a:noFill/>
              <a:ln w="12700">
                <a:solidFill>
                  <a:srgbClr val="474747"/>
                </a:solidFill>
                <a:miter lim="800000"/>
              </a:ln>
              <a:effectLst/>
            </p:spPr>
          </p:cxnSp>
          <p:cxnSp>
            <p:nvCxnSpPr>
              <p:cNvPr id="57551" name=""/>
              <p:cNvCxnSpPr/>
              <p:nvPr/>
            </p:nvCxnSpPr>
            <p:spPr>
              <a:xfrm>
                <a:off x="4496" y="3746"/>
                <a:ext cx="116" cy="0"/>
              </a:xfrm>
              <a:prstGeom prst="line">
                <a:avLst/>
              </a:prstGeom>
              <a:noFill/>
              <a:ln w="12700">
                <a:solidFill>
                  <a:srgbClr val="474747"/>
                </a:solidFill>
                <a:miter lim="800000"/>
              </a:ln>
              <a:effectLst/>
            </p:spPr>
          </p:cxnSp>
          <p:cxnSp>
            <p:nvCxnSpPr>
              <p:cNvPr id="57552" name=""/>
              <p:cNvCxnSpPr/>
              <p:nvPr/>
            </p:nvCxnSpPr>
            <p:spPr>
              <a:xfrm>
                <a:off x="4527" y="3725"/>
                <a:ext cx="80" cy="0"/>
              </a:xfrm>
              <a:prstGeom prst="line">
                <a:avLst/>
              </a:prstGeom>
              <a:noFill/>
              <a:ln w="12700">
                <a:solidFill>
                  <a:srgbClr val="474747"/>
                </a:solidFill>
                <a:miter lim="800000"/>
              </a:ln>
              <a:effectLst/>
            </p:spPr>
          </p:cxnSp>
          <p:sp>
            <p:nvSpPr>
              <p:cNvPr id="57553" name=""/>
              <p:cNvSpPr/>
              <p:nvPr/>
            </p:nvSpPr>
            <p:spPr>
              <a:xfrm>
                <a:off x="4590" y="3729"/>
                <a:ext cx="8" cy="8"/>
              </a:xfrm>
              <a:prstGeom prst="rect">
                <a:avLst/>
              </a:prstGeom>
              <a:solidFill>
                <a:srgbClr val="000000"/>
              </a:solidFill>
              <a:ln w="12700">
                <a:solidFill>
                  <a:prstClr val="black"/>
                </a:solidFill>
                <a:miter lim="800000"/>
              </a:ln>
              <a:effectLst/>
            </p:spPr>
          </p:sp>
          <p:sp>
            <p:nvSpPr>
              <p:cNvPr id="57554" name=""/>
              <p:cNvSpPr/>
              <p:nvPr/>
            </p:nvSpPr>
            <p:spPr>
              <a:xfrm>
                <a:off x="4518" y="3708"/>
                <a:ext cx="63" cy="8"/>
              </a:xfrm>
              <a:prstGeom prst="rect">
                <a:avLst/>
              </a:prstGeom>
              <a:solidFill>
                <a:srgbClr val="CECECE"/>
              </a:solidFill>
              <a:ln w="12700">
                <a:solidFill>
                  <a:srgbClr val="CECECE"/>
                </a:solidFill>
                <a:miter lim="800000"/>
              </a:ln>
              <a:effectLst/>
            </p:spPr>
          </p:sp>
          <p:sp>
            <p:nvSpPr>
              <p:cNvPr id="57555" name=""/>
              <p:cNvSpPr/>
              <p:nvPr/>
            </p:nvSpPr>
            <p:spPr>
              <a:xfrm>
                <a:off x="4514" y="3687"/>
                <a:ext cx="71" cy="16"/>
              </a:xfrm>
              <a:prstGeom prst="rect">
                <a:avLst/>
              </a:prstGeom>
              <a:solidFill>
                <a:srgbClr val="CECECE"/>
              </a:solidFill>
              <a:ln>
                <a:noFill/>
                <a:miter lim="800000"/>
              </a:ln>
              <a:effectLst>
                <a:outerShdw dist="17961" dir="2700000" algn="ctr">
                  <a:srgbClr val="000000"/>
                </a:outerShdw>
              </a:effectLst>
            </p:spPr>
          </p:sp>
        </p:grpSp>
        <p:sp>
          <p:nvSpPr>
            <p:cNvPr id="57556" name=""/>
            <p:cNvSpPr/>
            <p:nvPr/>
          </p:nvSpPr>
          <p:spPr>
            <a:xfrm>
              <a:off x="3933" y="3511"/>
              <a:ext cx="380" cy="325"/>
            </a:xfrm>
            <a:prstGeom prst="rect">
              <a:avLst/>
            </a:prstGeom>
            <a:solidFill>
              <a:schemeClr val="bg1"/>
            </a:solidFill>
            <a:ln w="12700">
              <a:solidFill>
                <a:schemeClr val="tx1"/>
              </a:solidFill>
              <a:prstDash val="sysDot"/>
              <a:miter lim="800000"/>
            </a:ln>
            <a:effectLst/>
          </p:spPr>
        </p:sp>
        <p:sp>
          <p:nvSpPr>
            <p:cNvPr id="57557" name=""/>
            <p:cNvSpPr/>
            <p:nvPr/>
          </p:nvSpPr>
          <p:spPr>
            <a:xfrm>
              <a:off x="3456" y="3511"/>
              <a:ext cx="429" cy="325"/>
            </a:xfrm>
            <a:prstGeom prst="rect">
              <a:avLst/>
            </a:prstGeom>
            <a:solidFill>
              <a:schemeClr val="bg1"/>
            </a:solidFill>
            <a:ln w="12700">
              <a:solidFill>
                <a:schemeClr val="tx1"/>
              </a:solidFill>
              <a:prstDash val="sysDot"/>
              <a:miter lim="800000"/>
            </a:ln>
            <a:effectLst/>
          </p:spPr>
        </p:sp>
        <p:sp>
          <p:nvSpPr>
            <p:cNvPr id="57558" name=""/>
            <p:cNvSpPr/>
            <p:nvPr/>
          </p:nvSpPr>
          <p:spPr>
            <a:xfrm>
              <a:off x="3076" y="3511"/>
              <a:ext cx="330" cy="325"/>
            </a:xfrm>
            <a:prstGeom prst="rect">
              <a:avLst/>
            </a:prstGeom>
            <a:solidFill>
              <a:schemeClr val="bg1"/>
            </a:solidFill>
            <a:ln w="12700">
              <a:solidFill>
                <a:schemeClr val="tx1"/>
              </a:solidFill>
              <a:prstDash val="sysDot"/>
              <a:miter lim="800000"/>
            </a:ln>
            <a:effectLst/>
          </p:spPr>
        </p:sp>
        <p:grpSp>
          <p:nvGrpSpPr>
            <p:cNvPr id="57559" name=""/>
            <p:cNvGrpSpPr/>
            <p:nvPr/>
          </p:nvGrpSpPr>
          <p:grpSpPr>
            <a:xfrm>
              <a:off x="3146" y="3604"/>
              <a:ext cx="157" cy="182"/>
              <a:chOff x="3146" y="3604"/>
              <a:chExt cx="157" cy="182"/>
            </a:xfrm>
          </p:grpSpPr>
          <p:sp>
            <p:nvSpPr>
              <p:cNvPr id="57560" name=""/>
              <p:cNvSpPr/>
              <p:nvPr/>
            </p:nvSpPr>
            <p:spPr>
              <a:xfrm>
                <a:off x="3162" y="3697"/>
                <a:ext cx="115" cy="17"/>
              </a:xfrm>
              <a:custGeom>
                <a:pathLst>
                  <a:path w="115" h="17">
                    <a:moveTo>
                      <a:pt x="0" y="16"/>
                    </a:moveTo>
                    <a:lnTo>
                      <a:pt x="114" y="16"/>
                    </a:lnTo>
                    <a:lnTo>
                      <a:pt x="102" y="0"/>
                    </a:lnTo>
                    <a:lnTo>
                      <a:pt x="12" y="0"/>
                    </a:lnTo>
                    <a:lnTo>
                      <a:pt x="0" y="16"/>
                    </a:lnTo>
                  </a:path>
                </a:pathLst>
              </a:custGeom>
              <a:solidFill>
                <a:srgbClr val="919191"/>
              </a:solidFill>
              <a:ln cap="rnd">
                <a:noFill/>
                <a:round/>
              </a:ln>
              <a:effectLst>
                <a:outerShdw dist="28398" dir="1593903" algn="ctr">
                  <a:srgbClr val="000000"/>
                </a:outerShdw>
              </a:effectLst>
            </p:spPr>
          </p:sp>
          <p:sp>
            <p:nvSpPr>
              <p:cNvPr id="57561" name=""/>
              <p:cNvSpPr/>
              <p:nvPr/>
            </p:nvSpPr>
            <p:spPr>
              <a:xfrm>
                <a:off x="3252" y="3687"/>
                <a:ext cx="8" cy="8"/>
              </a:xfrm>
              <a:prstGeom prst="rect">
                <a:avLst/>
              </a:prstGeom>
              <a:solidFill>
                <a:srgbClr val="008000"/>
              </a:solidFill>
              <a:ln w="12700">
                <a:solidFill>
                  <a:schemeClr val="tx1"/>
                </a:solidFill>
                <a:miter lim="800000"/>
              </a:ln>
              <a:effectLst/>
            </p:spPr>
          </p:sp>
          <p:sp>
            <p:nvSpPr>
              <p:cNvPr id="57562" name=""/>
              <p:cNvSpPr/>
              <p:nvPr/>
            </p:nvSpPr>
            <p:spPr>
              <a:xfrm>
                <a:off x="3162" y="3713"/>
                <a:ext cx="114" cy="40"/>
              </a:xfrm>
              <a:prstGeom prst="rect">
                <a:avLst/>
              </a:prstGeom>
              <a:solidFill>
                <a:srgbClr val="DBDBDB"/>
              </a:solidFill>
              <a:ln>
                <a:noFill/>
                <a:miter lim="800000"/>
              </a:ln>
              <a:effectLst>
                <a:outerShdw dist="35921" dir="2700000" algn="ctr">
                  <a:srgbClr val="000000"/>
                </a:outerShdw>
              </a:effectLst>
            </p:spPr>
          </p:sp>
          <p:sp>
            <p:nvSpPr>
              <p:cNvPr id="57563" name=""/>
              <p:cNvSpPr/>
              <p:nvPr/>
            </p:nvSpPr>
            <p:spPr>
              <a:xfrm>
                <a:off x="3146" y="3747"/>
                <a:ext cx="157" cy="25"/>
              </a:xfrm>
              <a:custGeom>
                <a:pathLst>
                  <a:path w="157" h="25">
                    <a:moveTo>
                      <a:pt x="0" y="24"/>
                    </a:moveTo>
                    <a:lnTo>
                      <a:pt x="156" y="24"/>
                    </a:lnTo>
                    <a:lnTo>
                      <a:pt x="146" y="0"/>
                    </a:lnTo>
                    <a:lnTo>
                      <a:pt x="11" y="0"/>
                    </a:lnTo>
                    <a:lnTo>
                      <a:pt x="0" y="24"/>
                    </a:lnTo>
                  </a:path>
                </a:pathLst>
              </a:custGeom>
              <a:solidFill>
                <a:srgbClr val="DADADA"/>
              </a:solidFill>
              <a:ln cap="rnd">
                <a:noFill/>
                <a:round/>
              </a:ln>
              <a:effectLst>
                <a:outerShdw dist="35921" dir="2700000" algn="ctr">
                  <a:srgbClr val="000000"/>
                </a:outerShdw>
              </a:effectLst>
            </p:spPr>
          </p:sp>
          <p:sp>
            <p:nvSpPr>
              <p:cNvPr id="57564" name=""/>
              <p:cNvSpPr/>
              <p:nvPr/>
            </p:nvSpPr>
            <p:spPr>
              <a:xfrm>
                <a:off x="3149" y="3749"/>
                <a:ext cx="151" cy="21"/>
              </a:xfrm>
              <a:custGeom>
                <a:pathLst>
                  <a:path w="151" h="21">
                    <a:moveTo>
                      <a:pt x="8" y="0"/>
                    </a:moveTo>
                    <a:lnTo>
                      <a:pt x="0" y="20"/>
                    </a:lnTo>
                    <a:lnTo>
                      <a:pt x="150" y="20"/>
                    </a:lnTo>
                    <a:lnTo>
                      <a:pt x="143" y="0"/>
                    </a:lnTo>
                  </a:path>
                </a:pathLst>
              </a:custGeom>
              <a:solidFill>
                <a:srgbClr val="CECECE"/>
              </a:solidFill>
              <a:ln w="12700" cap="rnd" cmpd="sng">
                <a:solidFill>
                  <a:srgbClr val="919191"/>
                </a:solidFill>
                <a:prstDash val="solid"/>
                <a:round/>
                <a:headEnd type="none" w="sm" len="sm"/>
                <a:tailEnd type="none" w="sm" len="sm"/>
              </a:ln>
              <a:effectLst/>
            </p:spPr>
          </p:sp>
          <p:sp>
            <p:nvSpPr>
              <p:cNvPr id="57565" name=""/>
              <p:cNvSpPr/>
              <p:nvPr/>
            </p:nvSpPr>
            <p:spPr>
              <a:xfrm>
                <a:off x="3266" y="3753"/>
                <a:ext cx="20" cy="17"/>
              </a:xfrm>
              <a:custGeom>
                <a:pathLst>
                  <a:path w="20" h="17">
                    <a:moveTo>
                      <a:pt x="0" y="0"/>
                    </a:moveTo>
                    <a:lnTo>
                      <a:pt x="17" y="0"/>
                    </a:lnTo>
                    <a:lnTo>
                      <a:pt x="19" y="16"/>
                    </a:lnTo>
                    <a:lnTo>
                      <a:pt x="0" y="16"/>
                    </a:lnTo>
                    <a:lnTo>
                      <a:pt x="0" y="0"/>
                    </a:lnTo>
                  </a:path>
                </a:pathLst>
              </a:custGeom>
              <a:solidFill>
                <a:srgbClr val="DADADA"/>
              </a:solidFill>
              <a:ln cap="rnd">
                <a:noFill/>
                <a:round/>
              </a:ln>
              <a:effectLst/>
            </p:spPr>
          </p:sp>
          <p:cxnSp>
            <p:nvCxnSpPr>
              <p:cNvPr id="57566" name=""/>
              <p:cNvCxnSpPr/>
              <p:nvPr/>
            </p:nvCxnSpPr>
            <p:spPr>
              <a:xfrm>
                <a:off x="3268" y="3758"/>
                <a:ext cx="11" cy="0"/>
              </a:xfrm>
              <a:prstGeom prst="line">
                <a:avLst/>
              </a:prstGeom>
              <a:noFill/>
              <a:ln w="12700">
                <a:solidFill>
                  <a:srgbClr val="DADADA"/>
                </a:solidFill>
                <a:miter lim="800000"/>
              </a:ln>
              <a:effectLst/>
            </p:spPr>
          </p:cxnSp>
          <p:sp>
            <p:nvSpPr>
              <p:cNvPr id="57567" name=""/>
              <p:cNvSpPr/>
              <p:nvPr/>
            </p:nvSpPr>
            <p:spPr>
              <a:xfrm>
                <a:off x="3146" y="3770"/>
                <a:ext cx="155" cy="16"/>
              </a:xfrm>
              <a:prstGeom prst="rect">
                <a:avLst/>
              </a:prstGeom>
              <a:solidFill>
                <a:srgbClr val="CECECE"/>
              </a:solidFill>
              <a:ln>
                <a:noFill/>
                <a:miter lim="800000"/>
              </a:ln>
              <a:effectLst>
                <a:outerShdw dist="35921" dir="2700000" algn="ctr">
                  <a:srgbClr val="000000"/>
                </a:outerShdw>
              </a:effectLst>
            </p:spPr>
          </p:sp>
          <p:sp>
            <p:nvSpPr>
              <p:cNvPr id="57568" name=""/>
              <p:cNvSpPr/>
              <p:nvPr/>
            </p:nvSpPr>
            <p:spPr>
              <a:xfrm>
                <a:off x="3182" y="3694"/>
                <a:ext cx="73" cy="17"/>
              </a:xfrm>
              <a:custGeom>
                <a:pathLst>
                  <a:path w="73" h="17">
                    <a:moveTo>
                      <a:pt x="0" y="16"/>
                    </a:moveTo>
                    <a:lnTo>
                      <a:pt x="72" y="16"/>
                    </a:lnTo>
                    <a:lnTo>
                      <a:pt x="68" y="0"/>
                    </a:lnTo>
                    <a:lnTo>
                      <a:pt x="4"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7569" name=""/>
              <p:cNvSpPr/>
              <p:nvPr/>
            </p:nvSpPr>
            <p:spPr>
              <a:xfrm>
                <a:off x="3199" y="3695"/>
                <a:ext cx="41" cy="17"/>
              </a:xfrm>
              <a:custGeom>
                <a:pathLst>
                  <a:path w="41" h="17">
                    <a:moveTo>
                      <a:pt x="0" y="9"/>
                    </a:moveTo>
                    <a:lnTo>
                      <a:pt x="0" y="0"/>
                    </a:lnTo>
                    <a:lnTo>
                      <a:pt x="40" y="0"/>
                    </a:lnTo>
                    <a:lnTo>
                      <a:pt x="40" y="9"/>
                    </a:lnTo>
                    <a:lnTo>
                      <a:pt x="40" y="9"/>
                    </a:lnTo>
                    <a:lnTo>
                      <a:pt x="39" y="11"/>
                    </a:lnTo>
                    <a:lnTo>
                      <a:pt x="39" y="11"/>
                    </a:lnTo>
                    <a:lnTo>
                      <a:pt x="38" y="12"/>
                    </a:lnTo>
                    <a:lnTo>
                      <a:pt x="37" y="12"/>
                    </a:lnTo>
                    <a:lnTo>
                      <a:pt x="35" y="12"/>
                    </a:lnTo>
                    <a:lnTo>
                      <a:pt x="34" y="14"/>
                    </a:lnTo>
                    <a:lnTo>
                      <a:pt x="32" y="14"/>
                    </a:lnTo>
                    <a:lnTo>
                      <a:pt x="31" y="14"/>
                    </a:lnTo>
                    <a:lnTo>
                      <a:pt x="29" y="16"/>
                    </a:lnTo>
                    <a:lnTo>
                      <a:pt x="27" y="16"/>
                    </a:lnTo>
                    <a:lnTo>
                      <a:pt x="25" y="16"/>
                    </a:lnTo>
                    <a:lnTo>
                      <a:pt x="23" y="16"/>
                    </a:lnTo>
                    <a:lnTo>
                      <a:pt x="21" y="16"/>
                    </a:lnTo>
                    <a:lnTo>
                      <a:pt x="19" y="16"/>
                    </a:lnTo>
                    <a:lnTo>
                      <a:pt x="16" y="16"/>
                    </a:lnTo>
                    <a:lnTo>
                      <a:pt x="14" y="16"/>
                    </a:lnTo>
                    <a:lnTo>
                      <a:pt x="11" y="16"/>
                    </a:lnTo>
                    <a:lnTo>
                      <a:pt x="9" y="14"/>
                    </a:lnTo>
                    <a:lnTo>
                      <a:pt x="8" y="14"/>
                    </a:lnTo>
                    <a:lnTo>
                      <a:pt x="6" y="14"/>
                    </a:lnTo>
                    <a:lnTo>
                      <a:pt x="4" y="14"/>
                    </a:lnTo>
                    <a:lnTo>
                      <a:pt x="3" y="12"/>
                    </a:lnTo>
                    <a:lnTo>
                      <a:pt x="2" y="12"/>
                    </a:lnTo>
                    <a:lnTo>
                      <a:pt x="1" y="11"/>
                    </a:lnTo>
                    <a:lnTo>
                      <a:pt x="0" y="11"/>
                    </a:lnTo>
                    <a:lnTo>
                      <a:pt x="0" y="11"/>
                    </a:lnTo>
                    <a:lnTo>
                      <a:pt x="0" y="9"/>
                    </a:lnTo>
                    <a:lnTo>
                      <a:pt x="0" y="9"/>
                    </a:lnTo>
                  </a:path>
                </a:pathLst>
              </a:custGeom>
              <a:solidFill>
                <a:srgbClr val="CECECE"/>
              </a:solidFill>
              <a:ln cap="rnd">
                <a:noFill/>
                <a:round/>
              </a:ln>
              <a:effectLst>
                <a:outerShdw dist="17961" dir="2700000" algn="ctr">
                  <a:srgbClr val="000000"/>
                </a:outerShdw>
              </a:effectLst>
            </p:spPr>
          </p:sp>
          <p:sp>
            <p:nvSpPr>
              <p:cNvPr id="57570" name=""/>
              <p:cNvSpPr/>
              <p:nvPr/>
            </p:nvSpPr>
            <p:spPr>
              <a:xfrm>
                <a:off x="3180" y="3604"/>
                <a:ext cx="79" cy="79"/>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7571" name=""/>
              <p:cNvSpPr/>
              <p:nvPr/>
            </p:nvSpPr>
            <p:spPr>
              <a:xfrm>
                <a:off x="3182" y="3609"/>
                <a:ext cx="70" cy="68"/>
              </a:xfrm>
              <a:prstGeom prst="roundRect">
                <a:avLst>
                  <a:gd name="adj" fmla="val 12088"/>
                </a:avLst>
              </a:prstGeom>
              <a:solidFill>
                <a:srgbClr val="474747"/>
              </a:solidFill>
              <a:ln>
                <a:noFill/>
                <a:miter lim="800000"/>
              </a:ln>
              <a:effectLst/>
            </p:spPr>
          </p:sp>
          <p:sp>
            <p:nvSpPr>
              <p:cNvPr id="57572" name=""/>
              <p:cNvSpPr/>
              <p:nvPr/>
            </p:nvSpPr>
            <p:spPr>
              <a:xfrm>
                <a:off x="3188" y="3614"/>
                <a:ext cx="60" cy="59"/>
              </a:xfrm>
              <a:prstGeom prst="roundRect">
                <a:avLst>
                  <a:gd name="adj" fmla="val 12296"/>
                </a:avLst>
              </a:prstGeom>
              <a:solidFill>
                <a:srgbClr val="037C03"/>
              </a:solidFill>
              <a:ln>
                <a:noFill/>
                <a:miter lim="800000"/>
              </a:ln>
              <a:effectLst/>
            </p:spPr>
          </p:sp>
          <p:grpSp>
            <p:nvGrpSpPr>
              <p:cNvPr id="57573" name=""/>
              <p:cNvGrpSpPr/>
              <p:nvPr/>
            </p:nvGrpSpPr>
            <p:grpSpPr>
              <a:xfrm>
                <a:off x="3196" y="3624"/>
                <a:ext cx="26" cy="46"/>
                <a:chOff x="3196" y="3624"/>
                <a:chExt cx="26" cy="46"/>
              </a:xfrm>
            </p:grpSpPr>
            <p:cxnSp>
              <p:nvCxnSpPr>
                <p:cNvPr id="57574" name=""/>
                <p:cNvCxnSpPr/>
                <p:nvPr/>
              </p:nvCxnSpPr>
              <p:spPr>
                <a:xfrm>
                  <a:off x="3196" y="3626"/>
                  <a:ext cx="13" cy="35"/>
                </a:xfrm>
                <a:prstGeom prst="line">
                  <a:avLst/>
                </a:prstGeom>
                <a:noFill/>
                <a:ln w="12700">
                  <a:solidFill>
                    <a:srgbClr val="FE9B03"/>
                  </a:solidFill>
                  <a:miter lim="800000"/>
                </a:ln>
                <a:effectLst/>
              </p:spPr>
            </p:cxnSp>
            <p:cxnSp>
              <p:nvCxnSpPr>
                <p:cNvPr id="57575" name=""/>
                <p:cNvCxnSpPr/>
                <p:nvPr/>
              </p:nvCxnSpPr>
              <p:spPr>
                <a:xfrm>
                  <a:off x="3202" y="3624"/>
                  <a:ext cx="20" cy="46"/>
                </a:xfrm>
                <a:prstGeom prst="line">
                  <a:avLst/>
                </a:prstGeom>
                <a:noFill/>
                <a:ln w="12700">
                  <a:solidFill>
                    <a:srgbClr val="FE9B03"/>
                  </a:solidFill>
                  <a:miter lim="800000"/>
                </a:ln>
                <a:effectLst/>
              </p:spPr>
            </p:cxnSp>
          </p:grpSp>
          <p:sp>
            <p:nvSpPr>
              <p:cNvPr id="57576" name=""/>
              <p:cNvSpPr/>
              <p:nvPr/>
            </p:nvSpPr>
            <p:spPr>
              <a:xfrm>
                <a:off x="3176" y="3749"/>
                <a:ext cx="19" cy="17"/>
              </a:xfrm>
              <a:custGeom>
                <a:pathLst>
                  <a:path w="19" h="17">
                    <a:moveTo>
                      <a:pt x="0" y="0"/>
                    </a:moveTo>
                    <a:lnTo>
                      <a:pt x="18" y="0"/>
                    </a:lnTo>
                    <a:lnTo>
                      <a:pt x="17" y="16"/>
                    </a:lnTo>
                    <a:lnTo>
                      <a:pt x="0" y="16"/>
                    </a:lnTo>
                    <a:lnTo>
                      <a:pt x="0" y="0"/>
                    </a:lnTo>
                  </a:path>
                </a:pathLst>
              </a:custGeom>
              <a:solidFill>
                <a:srgbClr val="DADADA"/>
              </a:solidFill>
              <a:ln cap="rnd">
                <a:noFill/>
                <a:round/>
              </a:ln>
              <a:effectLst>
                <a:outerShdw algn="ctr">
                  <a:schemeClr val="tx1"/>
                </a:outerShdw>
              </a:effectLst>
            </p:spPr>
          </p:sp>
          <p:sp>
            <p:nvSpPr>
              <p:cNvPr id="57577" name=""/>
              <p:cNvSpPr/>
              <p:nvPr/>
            </p:nvSpPr>
            <p:spPr>
              <a:xfrm>
                <a:off x="3222" y="3749"/>
                <a:ext cx="20" cy="17"/>
              </a:xfrm>
              <a:custGeom>
                <a:pathLst>
                  <a:path w="20" h="17">
                    <a:moveTo>
                      <a:pt x="0" y="0"/>
                    </a:moveTo>
                    <a:lnTo>
                      <a:pt x="19" y="0"/>
                    </a:lnTo>
                    <a:lnTo>
                      <a:pt x="19" y="16"/>
                    </a:lnTo>
                    <a:lnTo>
                      <a:pt x="0" y="16"/>
                    </a:lnTo>
                    <a:lnTo>
                      <a:pt x="0" y="0"/>
                    </a:lnTo>
                  </a:path>
                </a:pathLst>
              </a:custGeom>
              <a:solidFill>
                <a:srgbClr val="DADADA"/>
              </a:solidFill>
              <a:ln cap="rnd">
                <a:noFill/>
                <a:round/>
              </a:ln>
              <a:effectLst>
                <a:outerShdw algn="ctr">
                  <a:schemeClr val="tx1"/>
                </a:outerShdw>
              </a:effectLst>
            </p:spPr>
          </p:sp>
          <p:cxnSp>
            <p:nvCxnSpPr>
              <p:cNvPr id="57578" name=""/>
              <p:cNvCxnSpPr/>
              <p:nvPr/>
            </p:nvCxnSpPr>
            <p:spPr>
              <a:xfrm>
                <a:off x="3168" y="3755"/>
                <a:ext cx="62" cy="0"/>
              </a:xfrm>
              <a:prstGeom prst="line">
                <a:avLst/>
              </a:prstGeom>
              <a:noFill/>
              <a:ln w="12700">
                <a:solidFill>
                  <a:srgbClr val="DADADA"/>
                </a:solidFill>
                <a:miter lim="800000"/>
              </a:ln>
              <a:effectLst>
                <a:outerShdw algn="ctr">
                  <a:schemeClr val="tx1"/>
                </a:outerShdw>
              </a:effectLst>
            </p:spPr>
          </p:cxnSp>
          <p:cxnSp>
            <p:nvCxnSpPr>
              <p:cNvPr id="57579" name=""/>
              <p:cNvCxnSpPr/>
              <p:nvPr/>
            </p:nvCxnSpPr>
            <p:spPr>
              <a:xfrm>
                <a:off x="3173" y="3758"/>
                <a:ext cx="60" cy="0"/>
              </a:xfrm>
              <a:prstGeom prst="line">
                <a:avLst/>
              </a:prstGeom>
              <a:noFill/>
              <a:ln w="12700">
                <a:solidFill>
                  <a:srgbClr val="DADADA"/>
                </a:solidFill>
                <a:miter lim="800000"/>
              </a:ln>
              <a:effectLst>
                <a:outerShdw algn="ctr">
                  <a:schemeClr val="tx1"/>
                </a:outerShdw>
              </a:effectLst>
            </p:spPr>
          </p:cxnSp>
          <p:cxnSp>
            <p:nvCxnSpPr>
              <p:cNvPr id="57580" name=""/>
              <p:cNvCxnSpPr/>
              <p:nvPr/>
            </p:nvCxnSpPr>
            <p:spPr>
              <a:xfrm>
                <a:off x="3173" y="3761"/>
                <a:ext cx="53" cy="0"/>
              </a:xfrm>
              <a:prstGeom prst="line">
                <a:avLst/>
              </a:prstGeom>
              <a:noFill/>
              <a:ln w="12700">
                <a:solidFill>
                  <a:srgbClr val="DADADA"/>
                </a:solidFill>
                <a:miter lim="800000"/>
              </a:ln>
              <a:effectLst>
                <a:outerShdw algn="ctr">
                  <a:schemeClr val="tx1"/>
                </a:outerShdw>
              </a:effectLst>
            </p:spPr>
          </p:cxnSp>
          <p:cxnSp>
            <p:nvCxnSpPr>
              <p:cNvPr id="57581" name=""/>
              <p:cNvCxnSpPr/>
              <p:nvPr/>
            </p:nvCxnSpPr>
            <p:spPr>
              <a:xfrm>
                <a:off x="3161" y="3756"/>
                <a:ext cx="5" cy="0"/>
              </a:xfrm>
              <a:prstGeom prst="line">
                <a:avLst/>
              </a:prstGeom>
              <a:noFill/>
              <a:ln w="12700">
                <a:solidFill>
                  <a:srgbClr val="DADADA"/>
                </a:solidFill>
                <a:miter lim="800000"/>
              </a:ln>
              <a:effectLst>
                <a:outerShdw algn="ctr">
                  <a:schemeClr val="tx1"/>
                </a:outerShdw>
              </a:effectLst>
            </p:spPr>
          </p:cxnSp>
          <p:cxnSp>
            <p:nvCxnSpPr>
              <p:cNvPr id="57582" name=""/>
              <p:cNvCxnSpPr/>
              <p:nvPr/>
            </p:nvCxnSpPr>
            <p:spPr>
              <a:xfrm>
                <a:off x="3161" y="3759"/>
                <a:ext cx="4" cy="0"/>
              </a:xfrm>
              <a:prstGeom prst="line">
                <a:avLst/>
              </a:prstGeom>
              <a:noFill/>
              <a:ln w="12700">
                <a:solidFill>
                  <a:srgbClr val="DADADA"/>
                </a:solidFill>
                <a:miter lim="800000"/>
              </a:ln>
              <a:effectLst>
                <a:outerShdw algn="ctr">
                  <a:schemeClr val="tx1"/>
                </a:outerShdw>
              </a:effectLst>
            </p:spPr>
          </p:cxnSp>
          <p:cxnSp>
            <p:nvCxnSpPr>
              <p:cNvPr id="57583" name=""/>
              <p:cNvCxnSpPr/>
              <p:nvPr/>
            </p:nvCxnSpPr>
            <p:spPr>
              <a:xfrm>
                <a:off x="3182" y="3765"/>
                <a:ext cx="37" cy="0"/>
              </a:xfrm>
              <a:prstGeom prst="line">
                <a:avLst/>
              </a:prstGeom>
              <a:noFill/>
              <a:ln w="12700">
                <a:solidFill>
                  <a:srgbClr val="DADADA"/>
                </a:solidFill>
                <a:miter lim="800000"/>
              </a:ln>
              <a:effectLst>
                <a:outerShdw algn="ctr">
                  <a:schemeClr val="tx1"/>
                </a:outerShdw>
              </a:effectLst>
            </p:spPr>
          </p:cxnSp>
          <p:cxnSp>
            <p:nvCxnSpPr>
              <p:cNvPr id="57584" name=""/>
              <p:cNvCxnSpPr/>
              <p:nvPr/>
            </p:nvCxnSpPr>
            <p:spPr>
              <a:xfrm>
                <a:off x="3233" y="3755"/>
                <a:ext cx="8" cy="0"/>
              </a:xfrm>
              <a:prstGeom prst="line">
                <a:avLst/>
              </a:prstGeom>
              <a:noFill/>
              <a:ln w="12700">
                <a:solidFill>
                  <a:srgbClr val="DADADA"/>
                </a:solidFill>
                <a:miter lim="800000"/>
              </a:ln>
              <a:effectLst>
                <a:outerShdw algn="ctr">
                  <a:schemeClr val="tx1"/>
                </a:outerShdw>
              </a:effectLst>
            </p:spPr>
          </p:cxnSp>
          <p:cxnSp>
            <p:nvCxnSpPr>
              <p:cNvPr id="57585" name=""/>
              <p:cNvCxnSpPr/>
              <p:nvPr/>
            </p:nvCxnSpPr>
            <p:spPr>
              <a:xfrm>
                <a:off x="3235" y="3758"/>
                <a:ext cx="6" cy="0"/>
              </a:xfrm>
              <a:prstGeom prst="line">
                <a:avLst/>
              </a:prstGeom>
              <a:noFill/>
              <a:ln w="12700">
                <a:solidFill>
                  <a:srgbClr val="DADADA"/>
                </a:solidFill>
                <a:miter lim="800000"/>
              </a:ln>
              <a:effectLst>
                <a:outerShdw algn="ctr">
                  <a:schemeClr val="tx1"/>
                </a:outerShdw>
              </a:effectLst>
            </p:spPr>
          </p:cxnSp>
          <p:cxnSp>
            <p:nvCxnSpPr>
              <p:cNvPr id="57586" name=""/>
              <p:cNvCxnSpPr/>
              <p:nvPr/>
            </p:nvCxnSpPr>
            <p:spPr>
              <a:xfrm>
                <a:off x="3230" y="3761"/>
                <a:ext cx="11" cy="0"/>
              </a:xfrm>
              <a:prstGeom prst="line">
                <a:avLst/>
              </a:prstGeom>
              <a:noFill/>
              <a:ln w="12700">
                <a:solidFill>
                  <a:srgbClr val="DADADA"/>
                </a:solidFill>
                <a:miter lim="800000"/>
              </a:ln>
              <a:effectLst>
                <a:outerShdw algn="ctr">
                  <a:schemeClr val="tx1"/>
                </a:outerShdw>
              </a:effectLst>
            </p:spPr>
          </p:cxnSp>
          <p:cxnSp>
            <p:nvCxnSpPr>
              <p:cNvPr id="57587" name=""/>
              <p:cNvCxnSpPr/>
              <p:nvPr/>
            </p:nvCxnSpPr>
            <p:spPr>
              <a:xfrm>
                <a:off x="3270" y="3756"/>
                <a:ext cx="14" cy="0"/>
              </a:xfrm>
              <a:prstGeom prst="line">
                <a:avLst/>
              </a:prstGeom>
              <a:noFill/>
              <a:ln w="12700">
                <a:solidFill>
                  <a:srgbClr val="DADADA"/>
                </a:solidFill>
                <a:miter lim="800000"/>
              </a:ln>
              <a:effectLst>
                <a:outerShdw algn="ctr">
                  <a:schemeClr val="tx1"/>
                </a:outerShdw>
              </a:effectLst>
            </p:spPr>
          </p:cxnSp>
          <p:cxnSp>
            <p:nvCxnSpPr>
              <p:cNvPr id="57588" name=""/>
              <p:cNvCxnSpPr/>
              <p:nvPr/>
            </p:nvCxnSpPr>
            <p:spPr>
              <a:xfrm>
                <a:off x="3270" y="3761"/>
                <a:ext cx="11" cy="0"/>
              </a:xfrm>
              <a:prstGeom prst="line">
                <a:avLst/>
              </a:prstGeom>
              <a:noFill/>
              <a:ln w="12700">
                <a:solidFill>
                  <a:srgbClr val="DADADA"/>
                </a:solidFill>
                <a:miter lim="800000"/>
              </a:ln>
              <a:effectLst>
                <a:outerShdw algn="ctr">
                  <a:schemeClr val="tx1"/>
                </a:outerShdw>
              </a:effectLst>
            </p:spPr>
          </p:cxnSp>
          <p:cxnSp>
            <p:nvCxnSpPr>
              <p:cNvPr id="57589" name=""/>
              <p:cNvCxnSpPr/>
              <p:nvPr/>
            </p:nvCxnSpPr>
            <p:spPr>
              <a:xfrm>
                <a:off x="3270" y="3766"/>
                <a:ext cx="12" cy="0"/>
              </a:xfrm>
              <a:prstGeom prst="line">
                <a:avLst/>
              </a:prstGeom>
              <a:noFill/>
              <a:ln w="12700">
                <a:solidFill>
                  <a:srgbClr val="DADADA"/>
                </a:solidFill>
                <a:miter lim="800000"/>
              </a:ln>
              <a:effectLst>
                <a:outerShdw algn="ctr">
                  <a:schemeClr val="tx1"/>
                </a:outerShdw>
              </a:effectLst>
            </p:spPr>
          </p:cxnSp>
          <p:cxnSp>
            <p:nvCxnSpPr>
              <p:cNvPr id="57590" name=""/>
              <p:cNvCxnSpPr/>
              <p:nvPr/>
            </p:nvCxnSpPr>
            <p:spPr>
              <a:xfrm>
                <a:off x="3282" y="3759"/>
                <a:ext cx="4" cy="0"/>
              </a:xfrm>
              <a:prstGeom prst="line">
                <a:avLst/>
              </a:prstGeom>
              <a:noFill/>
              <a:ln w="12700">
                <a:solidFill>
                  <a:srgbClr val="DADADA"/>
                </a:solidFill>
                <a:miter lim="800000"/>
              </a:ln>
              <a:effectLst>
                <a:outerShdw algn="ctr">
                  <a:schemeClr val="tx1"/>
                </a:outerShdw>
              </a:effectLst>
            </p:spPr>
          </p:cxnSp>
          <p:cxnSp>
            <p:nvCxnSpPr>
              <p:cNvPr id="57591" name=""/>
              <p:cNvCxnSpPr/>
              <p:nvPr/>
            </p:nvCxnSpPr>
            <p:spPr>
              <a:xfrm>
                <a:off x="3282" y="3765"/>
                <a:ext cx="5" cy="0"/>
              </a:xfrm>
              <a:prstGeom prst="line">
                <a:avLst/>
              </a:prstGeom>
              <a:noFill/>
              <a:ln w="12700">
                <a:solidFill>
                  <a:srgbClr val="DADADA"/>
                </a:solidFill>
                <a:miter lim="800000"/>
              </a:ln>
              <a:effectLst>
                <a:outerShdw algn="ctr">
                  <a:schemeClr val="tx1"/>
                </a:outerShdw>
              </a:effectLst>
            </p:spPr>
          </p:cxnSp>
          <p:sp>
            <p:nvSpPr>
              <p:cNvPr id="57592" name=""/>
              <p:cNvSpPr/>
              <p:nvPr/>
            </p:nvSpPr>
            <p:spPr>
              <a:xfrm>
                <a:off x="3162" y="3749"/>
                <a:ext cx="17" cy="17"/>
              </a:xfrm>
              <a:custGeom>
                <a:pathLst>
                  <a:path w="17" h="17">
                    <a:moveTo>
                      <a:pt x="4" y="0"/>
                    </a:moveTo>
                    <a:lnTo>
                      <a:pt x="16" y="0"/>
                    </a:lnTo>
                    <a:lnTo>
                      <a:pt x="12"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7593" name=""/>
              <p:cNvSpPr/>
              <p:nvPr/>
            </p:nvSpPr>
            <p:spPr>
              <a:xfrm>
                <a:off x="3199" y="3749"/>
                <a:ext cx="21" cy="17"/>
              </a:xfrm>
              <a:custGeom>
                <a:pathLst>
                  <a:path w="21" h="17">
                    <a:moveTo>
                      <a:pt x="0" y="0"/>
                    </a:moveTo>
                    <a:lnTo>
                      <a:pt x="20" y="0"/>
                    </a:lnTo>
                    <a:lnTo>
                      <a:pt x="20"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7594" name=""/>
              <p:cNvSpPr/>
              <p:nvPr/>
            </p:nvSpPr>
            <p:spPr>
              <a:xfrm>
                <a:off x="3244" y="3749"/>
                <a:ext cx="18" cy="17"/>
              </a:xfrm>
              <a:custGeom>
                <a:pathLst>
                  <a:path w="18" h="17">
                    <a:moveTo>
                      <a:pt x="0" y="0"/>
                    </a:moveTo>
                    <a:lnTo>
                      <a:pt x="17" y="0"/>
                    </a:lnTo>
                    <a:lnTo>
                      <a:pt x="17"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7595" name=""/>
              <p:cNvCxnSpPr/>
              <p:nvPr/>
            </p:nvCxnSpPr>
            <p:spPr>
              <a:xfrm>
                <a:off x="3174" y="3765"/>
                <a:ext cx="8" cy="0"/>
              </a:xfrm>
              <a:prstGeom prst="line">
                <a:avLst/>
              </a:prstGeom>
              <a:noFill/>
              <a:ln w="12700">
                <a:solidFill>
                  <a:srgbClr val="919191"/>
                </a:solidFill>
                <a:miter lim="800000"/>
              </a:ln>
              <a:effectLst>
                <a:outerShdw algn="ctr">
                  <a:schemeClr val="tx1"/>
                </a:outerShdw>
              </a:effectLst>
            </p:spPr>
          </p:cxnSp>
          <p:cxnSp>
            <p:nvCxnSpPr>
              <p:cNvPr id="57596" name=""/>
              <p:cNvCxnSpPr/>
              <p:nvPr/>
            </p:nvCxnSpPr>
            <p:spPr>
              <a:xfrm>
                <a:off x="3157" y="3765"/>
                <a:ext cx="11" cy="0"/>
              </a:xfrm>
              <a:prstGeom prst="line">
                <a:avLst/>
              </a:prstGeom>
              <a:noFill/>
              <a:ln w="12700">
                <a:solidFill>
                  <a:srgbClr val="919191"/>
                </a:solidFill>
                <a:miter lim="800000"/>
              </a:ln>
              <a:effectLst>
                <a:outerShdw algn="ctr">
                  <a:schemeClr val="tx1"/>
                </a:outerShdw>
              </a:effectLst>
            </p:spPr>
          </p:cxnSp>
          <p:cxnSp>
            <p:nvCxnSpPr>
              <p:cNvPr id="57597" name=""/>
              <p:cNvCxnSpPr/>
              <p:nvPr/>
            </p:nvCxnSpPr>
            <p:spPr>
              <a:xfrm>
                <a:off x="3221" y="3765"/>
                <a:ext cx="5" cy="0"/>
              </a:xfrm>
              <a:prstGeom prst="line">
                <a:avLst/>
              </a:prstGeom>
              <a:noFill/>
              <a:ln w="12700">
                <a:solidFill>
                  <a:srgbClr val="919191"/>
                </a:solidFill>
                <a:miter lim="800000"/>
              </a:ln>
              <a:effectLst>
                <a:outerShdw algn="ctr">
                  <a:schemeClr val="tx1"/>
                </a:outerShdw>
              </a:effectLst>
            </p:spPr>
          </p:cxnSp>
          <p:cxnSp>
            <p:nvCxnSpPr>
              <p:cNvPr id="57598" name=""/>
              <p:cNvCxnSpPr/>
              <p:nvPr/>
            </p:nvCxnSpPr>
            <p:spPr>
              <a:xfrm>
                <a:off x="3228" y="3766"/>
                <a:ext cx="13" cy="0"/>
              </a:xfrm>
              <a:prstGeom prst="line">
                <a:avLst/>
              </a:prstGeom>
              <a:noFill/>
              <a:ln w="12700">
                <a:solidFill>
                  <a:srgbClr val="919191"/>
                </a:solidFill>
                <a:miter lim="800000"/>
              </a:ln>
              <a:effectLst>
                <a:outerShdw algn="ctr">
                  <a:schemeClr val="tx1"/>
                </a:outerShdw>
              </a:effectLst>
            </p:spPr>
          </p:cxnSp>
          <p:grpSp>
            <p:nvGrpSpPr>
              <p:cNvPr id="57599" name=""/>
              <p:cNvGrpSpPr/>
              <p:nvPr/>
            </p:nvGrpSpPr>
            <p:grpSpPr>
              <a:xfrm>
                <a:off x="3244" y="3756"/>
                <a:ext cx="19" cy="10"/>
                <a:chOff x="3244" y="3756"/>
                <a:chExt cx="19" cy="10"/>
              </a:xfrm>
            </p:grpSpPr>
            <p:cxnSp>
              <p:nvCxnSpPr>
                <p:cNvPr id="57600" name=""/>
                <p:cNvCxnSpPr/>
                <p:nvPr/>
              </p:nvCxnSpPr>
              <p:spPr>
                <a:xfrm>
                  <a:off x="3244" y="3756"/>
                  <a:ext cx="18" cy="0"/>
                </a:xfrm>
                <a:prstGeom prst="line">
                  <a:avLst/>
                </a:prstGeom>
                <a:noFill/>
                <a:ln w="12700">
                  <a:solidFill>
                    <a:srgbClr val="919191"/>
                  </a:solidFill>
                  <a:miter lim="800000"/>
                </a:ln>
                <a:effectLst>
                  <a:outerShdw algn="ctr">
                    <a:schemeClr val="tx1"/>
                  </a:outerShdw>
                </a:effectLst>
              </p:spPr>
            </p:cxnSp>
            <p:cxnSp>
              <p:nvCxnSpPr>
                <p:cNvPr id="57601" name=""/>
                <p:cNvCxnSpPr/>
                <p:nvPr/>
              </p:nvCxnSpPr>
              <p:spPr>
                <a:xfrm>
                  <a:off x="3246" y="3759"/>
                  <a:ext cx="16" cy="0"/>
                </a:xfrm>
                <a:prstGeom prst="line">
                  <a:avLst/>
                </a:prstGeom>
                <a:noFill/>
                <a:ln w="12700">
                  <a:solidFill>
                    <a:srgbClr val="919191"/>
                  </a:solidFill>
                  <a:miter lim="800000"/>
                </a:ln>
                <a:effectLst>
                  <a:outerShdw algn="ctr">
                    <a:schemeClr val="tx1"/>
                  </a:outerShdw>
                </a:effectLst>
              </p:spPr>
            </p:cxnSp>
            <p:cxnSp>
              <p:nvCxnSpPr>
                <p:cNvPr id="57602" name=""/>
                <p:cNvCxnSpPr/>
                <p:nvPr/>
              </p:nvCxnSpPr>
              <p:spPr>
                <a:xfrm>
                  <a:off x="3246" y="3766"/>
                  <a:ext cx="17" cy="0"/>
                </a:xfrm>
                <a:prstGeom prst="line">
                  <a:avLst/>
                </a:prstGeom>
                <a:noFill/>
                <a:ln w="12700">
                  <a:solidFill>
                    <a:srgbClr val="919191"/>
                  </a:solidFill>
                  <a:miter lim="800000"/>
                </a:ln>
                <a:effectLst>
                  <a:outerShdw algn="ctr">
                    <a:schemeClr val="tx1"/>
                  </a:outerShdw>
                </a:effectLst>
              </p:spPr>
            </p:cxnSp>
          </p:grpSp>
          <p:cxnSp>
            <p:nvCxnSpPr>
              <p:cNvPr id="57603" name=""/>
              <p:cNvCxnSpPr/>
              <p:nvPr/>
            </p:nvCxnSpPr>
            <p:spPr>
              <a:xfrm>
                <a:off x="3270" y="3753"/>
                <a:ext cx="14" cy="0"/>
              </a:xfrm>
              <a:prstGeom prst="line">
                <a:avLst/>
              </a:prstGeom>
              <a:noFill/>
              <a:ln w="12700">
                <a:solidFill>
                  <a:srgbClr val="919191"/>
                </a:solidFill>
                <a:miter lim="800000"/>
              </a:ln>
              <a:effectLst>
                <a:outerShdw algn="ctr">
                  <a:schemeClr val="tx1"/>
                </a:outerShdw>
              </a:effectLst>
            </p:spPr>
          </p:cxnSp>
          <p:sp>
            <p:nvSpPr>
              <p:cNvPr id="57604" name=""/>
              <p:cNvSpPr/>
              <p:nvPr/>
            </p:nvSpPr>
            <p:spPr>
              <a:xfrm>
                <a:off x="3280" y="3719"/>
                <a:ext cx="8" cy="8"/>
              </a:xfrm>
              <a:prstGeom prst="rect">
                <a:avLst/>
              </a:prstGeom>
              <a:solidFill>
                <a:srgbClr val="000000"/>
              </a:solidFill>
              <a:ln w="12700">
                <a:solidFill>
                  <a:prstClr val="black"/>
                </a:solidFill>
                <a:miter lim="800000"/>
              </a:ln>
              <a:effectLst/>
            </p:spPr>
          </p:sp>
          <p:sp>
            <p:nvSpPr>
              <p:cNvPr id="57605" name=""/>
              <p:cNvSpPr/>
              <p:nvPr/>
            </p:nvSpPr>
            <p:spPr>
              <a:xfrm>
                <a:off x="3197" y="3720"/>
                <a:ext cx="75" cy="20"/>
              </a:xfrm>
              <a:prstGeom prst="rect">
                <a:avLst/>
              </a:prstGeom>
              <a:solidFill>
                <a:srgbClr val="C0C0C0"/>
              </a:solidFill>
              <a:ln w="12700">
                <a:solidFill>
                  <a:srgbClr val="CECECE"/>
                </a:solidFill>
                <a:miter lim="800000"/>
              </a:ln>
              <a:effectLst>
                <a:outerShdw algn="ctr">
                  <a:srgbClr val="000000"/>
                </a:outerShdw>
              </a:effectLst>
            </p:spPr>
          </p:sp>
          <p:grpSp>
            <p:nvGrpSpPr>
              <p:cNvPr id="57606" name=""/>
              <p:cNvGrpSpPr/>
              <p:nvPr/>
            </p:nvGrpSpPr>
            <p:grpSpPr>
              <a:xfrm>
                <a:off x="3274" y="3728"/>
                <a:ext cx="8" cy="16"/>
                <a:chOff x="3274" y="3728"/>
                <a:chExt cx="8" cy="16"/>
              </a:xfrm>
            </p:grpSpPr>
            <p:sp>
              <p:nvSpPr>
                <p:cNvPr id="57607" name=""/>
                <p:cNvSpPr/>
                <p:nvPr/>
              </p:nvSpPr>
              <p:spPr>
                <a:xfrm>
                  <a:off x="3274" y="3728"/>
                  <a:ext cx="8" cy="8"/>
                </a:xfrm>
                <a:prstGeom prst="rect">
                  <a:avLst/>
                </a:prstGeom>
                <a:solidFill>
                  <a:srgbClr val="000000"/>
                </a:solidFill>
                <a:ln w="12700">
                  <a:solidFill>
                    <a:prstClr val="black"/>
                  </a:solidFill>
                  <a:miter lim="800000"/>
                </a:ln>
                <a:effectLst/>
              </p:spPr>
            </p:sp>
            <p:sp>
              <p:nvSpPr>
                <p:cNvPr id="57608" name=""/>
                <p:cNvSpPr/>
                <p:nvPr/>
              </p:nvSpPr>
              <p:spPr>
                <a:xfrm>
                  <a:off x="3274" y="3736"/>
                  <a:ext cx="8" cy="8"/>
                </a:xfrm>
                <a:prstGeom prst="rect">
                  <a:avLst/>
                </a:prstGeom>
                <a:solidFill>
                  <a:srgbClr val="000000"/>
                </a:solidFill>
                <a:ln w="12700">
                  <a:solidFill>
                    <a:prstClr val="black"/>
                  </a:solidFill>
                  <a:miter lim="800000"/>
                </a:ln>
                <a:effectLst/>
              </p:spPr>
            </p:sp>
          </p:grpSp>
          <p:sp>
            <p:nvSpPr>
              <p:cNvPr id="57609" name=""/>
              <p:cNvSpPr/>
              <p:nvPr/>
            </p:nvSpPr>
            <p:spPr>
              <a:xfrm>
                <a:off x="3230" y="3720"/>
                <a:ext cx="8" cy="8"/>
              </a:xfrm>
              <a:prstGeom prst="rect">
                <a:avLst/>
              </a:prstGeom>
              <a:solidFill>
                <a:srgbClr val="000000"/>
              </a:solidFill>
              <a:ln w="12700">
                <a:solidFill>
                  <a:prstClr val="black"/>
                </a:solidFill>
                <a:miter lim="800000"/>
              </a:ln>
              <a:effectLst/>
            </p:spPr>
          </p:sp>
          <p:sp>
            <p:nvSpPr>
              <p:cNvPr id="57610" name=""/>
              <p:cNvSpPr/>
              <p:nvPr/>
            </p:nvSpPr>
            <p:spPr>
              <a:xfrm>
                <a:off x="3230" y="3722"/>
                <a:ext cx="8" cy="8"/>
              </a:xfrm>
              <a:prstGeom prst="rect">
                <a:avLst/>
              </a:prstGeom>
              <a:solidFill>
                <a:srgbClr val="000000"/>
              </a:solidFill>
              <a:ln w="12700">
                <a:solidFill>
                  <a:prstClr val="black"/>
                </a:solidFill>
                <a:miter lim="800000"/>
              </a:ln>
              <a:effectLst/>
            </p:spPr>
          </p:sp>
          <p:sp>
            <p:nvSpPr>
              <p:cNvPr id="57611" name=""/>
              <p:cNvSpPr/>
              <p:nvPr/>
            </p:nvSpPr>
            <p:spPr>
              <a:xfrm>
                <a:off x="3223" y="3722"/>
                <a:ext cx="19" cy="8"/>
              </a:xfrm>
              <a:prstGeom prst="rect">
                <a:avLst/>
              </a:prstGeom>
              <a:solidFill>
                <a:srgbClr val="000000"/>
              </a:solidFill>
              <a:ln w="12700">
                <a:solidFill>
                  <a:prstClr val="black"/>
                </a:solidFill>
                <a:miter lim="800000"/>
              </a:ln>
              <a:effectLst/>
            </p:spPr>
          </p:sp>
          <p:sp>
            <p:nvSpPr>
              <p:cNvPr id="57612" name=""/>
              <p:cNvSpPr/>
              <p:nvPr/>
            </p:nvSpPr>
            <p:spPr>
              <a:xfrm>
                <a:off x="3226" y="3726"/>
                <a:ext cx="8" cy="8"/>
              </a:xfrm>
              <a:prstGeom prst="rect">
                <a:avLst/>
              </a:prstGeom>
              <a:solidFill>
                <a:srgbClr val="000000"/>
              </a:solidFill>
              <a:ln w="12700">
                <a:solidFill>
                  <a:prstClr val="black"/>
                </a:solidFill>
                <a:miter lim="800000"/>
              </a:ln>
              <a:effectLst/>
            </p:spPr>
          </p:sp>
          <p:sp>
            <p:nvSpPr>
              <p:cNvPr id="57613" name=""/>
              <p:cNvSpPr/>
              <p:nvPr/>
            </p:nvSpPr>
            <p:spPr>
              <a:xfrm>
                <a:off x="3245" y="3726"/>
                <a:ext cx="8" cy="8"/>
              </a:xfrm>
              <a:prstGeom prst="rect">
                <a:avLst/>
              </a:prstGeom>
              <a:solidFill>
                <a:srgbClr val="000000"/>
              </a:solidFill>
              <a:ln w="12700">
                <a:solidFill>
                  <a:prstClr val="black"/>
                </a:solidFill>
                <a:miter lim="800000"/>
              </a:ln>
              <a:effectLst/>
            </p:spPr>
          </p:sp>
          <p:sp>
            <p:nvSpPr>
              <p:cNvPr id="57614" name=""/>
              <p:cNvSpPr/>
              <p:nvPr/>
            </p:nvSpPr>
            <p:spPr>
              <a:xfrm>
                <a:off x="3274" y="3720"/>
                <a:ext cx="8" cy="8"/>
              </a:xfrm>
              <a:prstGeom prst="rect">
                <a:avLst/>
              </a:prstGeom>
              <a:solidFill>
                <a:srgbClr val="000000"/>
              </a:solidFill>
              <a:ln w="12700">
                <a:solidFill>
                  <a:prstClr val="black"/>
                </a:solidFill>
                <a:miter lim="800000"/>
              </a:ln>
              <a:effectLst/>
            </p:spPr>
          </p:sp>
          <p:cxnSp>
            <p:nvCxnSpPr>
              <p:cNvPr id="57615" name=""/>
              <p:cNvCxnSpPr/>
              <p:nvPr/>
            </p:nvCxnSpPr>
            <p:spPr>
              <a:xfrm flipH="1">
                <a:off x="3211" y="3717"/>
                <a:ext cx="0" cy="27"/>
              </a:xfrm>
              <a:prstGeom prst="line">
                <a:avLst/>
              </a:prstGeom>
              <a:noFill/>
              <a:ln w="12700">
                <a:solidFill>
                  <a:srgbClr val="474747"/>
                </a:solidFill>
                <a:miter lim="800000"/>
              </a:ln>
              <a:effectLst/>
            </p:spPr>
          </p:cxnSp>
          <p:cxnSp>
            <p:nvCxnSpPr>
              <p:cNvPr id="57616" name=""/>
              <p:cNvCxnSpPr/>
              <p:nvPr/>
            </p:nvCxnSpPr>
            <p:spPr>
              <a:xfrm flipH="1">
                <a:off x="3246" y="3717"/>
                <a:ext cx="0" cy="27"/>
              </a:xfrm>
              <a:prstGeom prst="line">
                <a:avLst/>
              </a:prstGeom>
              <a:noFill/>
              <a:ln w="12700">
                <a:solidFill>
                  <a:srgbClr val="474747"/>
                </a:solidFill>
                <a:miter lim="800000"/>
              </a:ln>
              <a:effectLst/>
            </p:spPr>
          </p:cxnSp>
          <p:cxnSp>
            <p:nvCxnSpPr>
              <p:cNvPr id="57617" name=""/>
              <p:cNvCxnSpPr/>
              <p:nvPr/>
            </p:nvCxnSpPr>
            <p:spPr>
              <a:xfrm flipH="1">
                <a:off x="3162" y="3717"/>
                <a:ext cx="31" cy="0"/>
              </a:xfrm>
              <a:prstGeom prst="line">
                <a:avLst/>
              </a:prstGeom>
              <a:noFill/>
              <a:ln w="12700">
                <a:solidFill>
                  <a:srgbClr val="474747"/>
                </a:solidFill>
                <a:miter lim="800000"/>
              </a:ln>
              <a:effectLst/>
            </p:spPr>
          </p:cxnSp>
          <p:cxnSp>
            <p:nvCxnSpPr>
              <p:cNvPr id="57618" name=""/>
              <p:cNvCxnSpPr/>
              <p:nvPr/>
            </p:nvCxnSpPr>
            <p:spPr>
              <a:xfrm flipH="1">
                <a:off x="3166" y="3718"/>
                <a:ext cx="30" cy="0"/>
              </a:xfrm>
              <a:prstGeom prst="line">
                <a:avLst/>
              </a:prstGeom>
              <a:noFill/>
              <a:ln w="12700">
                <a:solidFill>
                  <a:srgbClr val="474747"/>
                </a:solidFill>
                <a:miter lim="800000"/>
              </a:ln>
              <a:effectLst/>
            </p:spPr>
          </p:cxnSp>
          <p:cxnSp>
            <p:nvCxnSpPr>
              <p:cNvPr id="57619" name=""/>
              <p:cNvCxnSpPr/>
              <p:nvPr/>
            </p:nvCxnSpPr>
            <p:spPr>
              <a:xfrm flipH="1">
                <a:off x="3166" y="3723"/>
                <a:ext cx="30" cy="0"/>
              </a:xfrm>
              <a:prstGeom prst="line">
                <a:avLst/>
              </a:prstGeom>
              <a:noFill/>
              <a:ln w="12700">
                <a:solidFill>
                  <a:srgbClr val="474747"/>
                </a:solidFill>
                <a:miter lim="800000"/>
              </a:ln>
              <a:effectLst/>
            </p:spPr>
          </p:cxnSp>
          <p:cxnSp>
            <p:nvCxnSpPr>
              <p:cNvPr id="57620" name=""/>
              <p:cNvCxnSpPr/>
              <p:nvPr/>
            </p:nvCxnSpPr>
            <p:spPr>
              <a:xfrm flipH="1">
                <a:off x="3166" y="3729"/>
                <a:ext cx="30" cy="0"/>
              </a:xfrm>
              <a:prstGeom prst="line">
                <a:avLst/>
              </a:prstGeom>
              <a:noFill/>
              <a:ln w="12700">
                <a:solidFill>
                  <a:srgbClr val="474747"/>
                </a:solidFill>
                <a:miter lim="800000"/>
              </a:ln>
              <a:effectLst/>
            </p:spPr>
          </p:cxnSp>
          <p:cxnSp>
            <p:nvCxnSpPr>
              <p:cNvPr id="57621" name=""/>
              <p:cNvCxnSpPr/>
              <p:nvPr/>
            </p:nvCxnSpPr>
            <p:spPr>
              <a:xfrm flipH="1">
                <a:off x="3166" y="3735"/>
                <a:ext cx="30" cy="0"/>
              </a:xfrm>
              <a:prstGeom prst="line">
                <a:avLst/>
              </a:prstGeom>
              <a:noFill/>
              <a:ln w="12700">
                <a:solidFill>
                  <a:srgbClr val="474747"/>
                </a:solidFill>
                <a:miter lim="800000"/>
              </a:ln>
              <a:effectLst/>
            </p:spPr>
          </p:cxnSp>
          <p:cxnSp>
            <p:nvCxnSpPr>
              <p:cNvPr id="57622" name=""/>
              <p:cNvCxnSpPr/>
              <p:nvPr/>
            </p:nvCxnSpPr>
            <p:spPr>
              <a:xfrm flipH="1">
                <a:off x="3166" y="3740"/>
                <a:ext cx="30" cy="0"/>
              </a:xfrm>
              <a:prstGeom prst="line">
                <a:avLst/>
              </a:prstGeom>
              <a:noFill/>
              <a:ln w="12700">
                <a:solidFill>
                  <a:srgbClr val="474747"/>
                </a:solidFill>
                <a:miter lim="800000"/>
              </a:ln>
              <a:effectLst/>
            </p:spPr>
          </p:cxnSp>
          <p:cxnSp>
            <p:nvCxnSpPr>
              <p:cNvPr id="57623" name=""/>
              <p:cNvCxnSpPr/>
              <p:nvPr/>
            </p:nvCxnSpPr>
            <p:spPr>
              <a:xfrm>
                <a:off x="3166" y="3746"/>
                <a:ext cx="116" cy="0"/>
              </a:xfrm>
              <a:prstGeom prst="line">
                <a:avLst/>
              </a:prstGeom>
              <a:noFill/>
              <a:ln w="12700">
                <a:solidFill>
                  <a:srgbClr val="474747"/>
                </a:solidFill>
                <a:miter lim="800000"/>
              </a:ln>
              <a:effectLst/>
            </p:spPr>
          </p:cxnSp>
          <p:cxnSp>
            <p:nvCxnSpPr>
              <p:cNvPr id="57624" name=""/>
              <p:cNvCxnSpPr/>
              <p:nvPr/>
            </p:nvCxnSpPr>
            <p:spPr>
              <a:xfrm>
                <a:off x="3196" y="3725"/>
                <a:ext cx="83" cy="0"/>
              </a:xfrm>
              <a:prstGeom prst="line">
                <a:avLst/>
              </a:prstGeom>
              <a:noFill/>
              <a:ln w="12700">
                <a:solidFill>
                  <a:srgbClr val="474747"/>
                </a:solidFill>
                <a:miter lim="800000"/>
              </a:ln>
              <a:effectLst/>
            </p:spPr>
          </p:cxnSp>
          <p:sp>
            <p:nvSpPr>
              <p:cNvPr id="57625" name=""/>
              <p:cNvSpPr/>
              <p:nvPr/>
            </p:nvSpPr>
            <p:spPr>
              <a:xfrm>
                <a:off x="3259" y="3729"/>
                <a:ext cx="8" cy="8"/>
              </a:xfrm>
              <a:prstGeom prst="rect">
                <a:avLst/>
              </a:prstGeom>
              <a:solidFill>
                <a:srgbClr val="000000"/>
              </a:solidFill>
              <a:ln w="12700">
                <a:solidFill>
                  <a:prstClr val="black"/>
                </a:solidFill>
                <a:miter lim="800000"/>
              </a:ln>
              <a:effectLst/>
            </p:spPr>
          </p:sp>
          <p:sp>
            <p:nvSpPr>
              <p:cNvPr id="57626" name=""/>
              <p:cNvSpPr/>
              <p:nvPr/>
            </p:nvSpPr>
            <p:spPr>
              <a:xfrm>
                <a:off x="3186" y="3708"/>
                <a:ext cx="64" cy="8"/>
              </a:xfrm>
              <a:prstGeom prst="rect">
                <a:avLst/>
              </a:prstGeom>
              <a:solidFill>
                <a:srgbClr val="CECECE"/>
              </a:solidFill>
              <a:ln w="12700">
                <a:solidFill>
                  <a:srgbClr val="CECECE"/>
                </a:solidFill>
                <a:miter lim="800000"/>
              </a:ln>
              <a:effectLst/>
            </p:spPr>
          </p:sp>
          <p:sp>
            <p:nvSpPr>
              <p:cNvPr id="57627" name=""/>
              <p:cNvSpPr/>
              <p:nvPr/>
            </p:nvSpPr>
            <p:spPr>
              <a:xfrm>
                <a:off x="3182" y="3687"/>
                <a:ext cx="72" cy="16"/>
              </a:xfrm>
              <a:prstGeom prst="rect">
                <a:avLst/>
              </a:prstGeom>
              <a:solidFill>
                <a:srgbClr val="CECECE"/>
              </a:solidFill>
              <a:ln>
                <a:noFill/>
                <a:miter lim="800000"/>
              </a:ln>
              <a:effectLst>
                <a:outerShdw dist="17961" dir="2700000" algn="ctr">
                  <a:srgbClr val="000000"/>
                </a:outerShdw>
              </a:effectLst>
            </p:spPr>
          </p:sp>
        </p:grpSp>
        <p:grpSp>
          <p:nvGrpSpPr>
            <p:cNvPr id="57628" name=""/>
            <p:cNvGrpSpPr/>
            <p:nvPr/>
          </p:nvGrpSpPr>
          <p:grpSpPr>
            <a:xfrm>
              <a:off x="3575" y="3604"/>
              <a:ext cx="156" cy="182"/>
              <a:chOff x="3575" y="3604"/>
              <a:chExt cx="156" cy="182"/>
            </a:xfrm>
          </p:grpSpPr>
          <p:sp>
            <p:nvSpPr>
              <p:cNvPr id="57629" name=""/>
              <p:cNvSpPr/>
              <p:nvPr/>
            </p:nvSpPr>
            <p:spPr>
              <a:xfrm>
                <a:off x="3590" y="3697"/>
                <a:ext cx="117" cy="17"/>
              </a:xfrm>
              <a:custGeom>
                <a:pathLst>
                  <a:path w="117" h="17">
                    <a:moveTo>
                      <a:pt x="0" y="16"/>
                    </a:moveTo>
                    <a:lnTo>
                      <a:pt x="116" y="16"/>
                    </a:lnTo>
                    <a:lnTo>
                      <a:pt x="104" y="0"/>
                    </a:lnTo>
                    <a:lnTo>
                      <a:pt x="12" y="0"/>
                    </a:lnTo>
                    <a:lnTo>
                      <a:pt x="0" y="16"/>
                    </a:lnTo>
                  </a:path>
                </a:pathLst>
              </a:custGeom>
              <a:solidFill>
                <a:srgbClr val="919191"/>
              </a:solidFill>
              <a:ln cap="rnd">
                <a:noFill/>
                <a:round/>
              </a:ln>
              <a:effectLst>
                <a:outerShdw dist="28398" dir="1593903" algn="ctr">
                  <a:srgbClr val="000000"/>
                </a:outerShdw>
              </a:effectLst>
            </p:spPr>
          </p:sp>
          <p:sp>
            <p:nvSpPr>
              <p:cNvPr id="57630" name=""/>
              <p:cNvSpPr/>
              <p:nvPr/>
            </p:nvSpPr>
            <p:spPr>
              <a:xfrm>
                <a:off x="3683" y="3687"/>
                <a:ext cx="8" cy="8"/>
              </a:xfrm>
              <a:prstGeom prst="rect">
                <a:avLst/>
              </a:prstGeom>
              <a:solidFill>
                <a:srgbClr val="008000"/>
              </a:solidFill>
              <a:ln w="12700">
                <a:solidFill>
                  <a:schemeClr val="tx1"/>
                </a:solidFill>
                <a:miter lim="800000"/>
              </a:ln>
              <a:effectLst/>
            </p:spPr>
          </p:sp>
          <p:sp>
            <p:nvSpPr>
              <p:cNvPr id="57631" name=""/>
              <p:cNvSpPr/>
              <p:nvPr/>
            </p:nvSpPr>
            <p:spPr>
              <a:xfrm>
                <a:off x="3590" y="3713"/>
                <a:ext cx="116" cy="40"/>
              </a:xfrm>
              <a:prstGeom prst="rect">
                <a:avLst/>
              </a:prstGeom>
              <a:solidFill>
                <a:srgbClr val="DBDBDB"/>
              </a:solidFill>
              <a:ln>
                <a:noFill/>
                <a:miter lim="800000"/>
              </a:ln>
              <a:effectLst>
                <a:outerShdw dist="35921" dir="2700000" algn="ctr">
                  <a:srgbClr val="000000"/>
                </a:outerShdw>
              </a:effectLst>
            </p:spPr>
          </p:sp>
          <p:sp>
            <p:nvSpPr>
              <p:cNvPr id="57632" name=""/>
              <p:cNvSpPr/>
              <p:nvPr/>
            </p:nvSpPr>
            <p:spPr>
              <a:xfrm>
                <a:off x="3575" y="3747"/>
                <a:ext cx="156" cy="25"/>
              </a:xfrm>
              <a:custGeom>
                <a:pathLst>
                  <a:path w="156" h="25">
                    <a:moveTo>
                      <a:pt x="0" y="24"/>
                    </a:moveTo>
                    <a:lnTo>
                      <a:pt x="155" y="24"/>
                    </a:lnTo>
                    <a:lnTo>
                      <a:pt x="145" y="0"/>
                    </a:lnTo>
                    <a:lnTo>
                      <a:pt x="11" y="0"/>
                    </a:lnTo>
                    <a:lnTo>
                      <a:pt x="0" y="24"/>
                    </a:lnTo>
                  </a:path>
                </a:pathLst>
              </a:custGeom>
              <a:solidFill>
                <a:srgbClr val="DADADA"/>
              </a:solidFill>
              <a:ln cap="rnd">
                <a:noFill/>
                <a:round/>
              </a:ln>
              <a:effectLst>
                <a:outerShdw dist="35921" dir="2700000" algn="ctr">
                  <a:srgbClr val="000000"/>
                </a:outerShdw>
              </a:effectLst>
            </p:spPr>
          </p:sp>
          <p:sp>
            <p:nvSpPr>
              <p:cNvPr id="57633" name=""/>
              <p:cNvSpPr/>
              <p:nvPr/>
            </p:nvSpPr>
            <p:spPr>
              <a:xfrm>
                <a:off x="3578" y="3749"/>
                <a:ext cx="148" cy="21"/>
              </a:xfrm>
              <a:custGeom>
                <a:pathLst>
                  <a:path w="148" h="21">
                    <a:moveTo>
                      <a:pt x="8" y="0"/>
                    </a:moveTo>
                    <a:lnTo>
                      <a:pt x="0" y="20"/>
                    </a:lnTo>
                    <a:lnTo>
                      <a:pt x="147" y="20"/>
                    </a:lnTo>
                    <a:lnTo>
                      <a:pt x="140" y="0"/>
                    </a:lnTo>
                  </a:path>
                </a:pathLst>
              </a:custGeom>
              <a:solidFill>
                <a:srgbClr val="CECECE"/>
              </a:solidFill>
              <a:ln w="12700" cap="rnd" cmpd="sng">
                <a:solidFill>
                  <a:srgbClr val="919191"/>
                </a:solidFill>
                <a:prstDash val="solid"/>
                <a:round/>
                <a:headEnd type="none" w="sm" len="sm"/>
                <a:tailEnd type="none" w="sm" len="sm"/>
              </a:ln>
              <a:effectLst/>
            </p:spPr>
          </p:sp>
          <p:sp>
            <p:nvSpPr>
              <p:cNvPr id="57634" name=""/>
              <p:cNvSpPr/>
              <p:nvPr/>
            </p:nvSpPr>
            <p:spPr>
              <a:xfrm>
                <a:off x="3695" y="3753"/>
                <a:ext cx="19" cy="17"/>
              </a:xfrm>
              <a:custGeom>
                <a:pathLst>
                  <a:path w="19" h="17">
                    <a:moveTo>
                      <a:pt x="0" y="0"/>
                    </a:moveTo>
                    <a:lnTo>
                      <a:pt x="16" y="0"/>
                    </a:lnTo>
                    <a:lnTo>
                      <a:pt x="18" y="16"/>
                    </a:lnTo>
                    <a:lnTo>
                      <a:pt x="0" y="16"/>
                    </a:lnTo>
                    <a:lnTo>
                      <a:pt x="0" y="0"/>
                    </a:lnTo>
                  </a:path>
                </a:pathLst>
              </a:custGeom>
              <a:solidFill>
                <a:srgbClr val="DADADA"/>
              </a:solidFill>
              <a:ln cap="rnd">
                <a:noFill/>
                <a:round/>
              </a:ln>
              <a:effectLst/>
            </p:spPr>
          </p:sp>
          <p:cxnSp>
            <p:nvCxnSpPr>
              <p:cNvPr id="57635" name=""/>
              <p:cNvCxnSpPr/>
              <p:nvPr/>
            </p:nvCxnSpPr>
            <p:spPr>
              <a:xfrm>
                <a:off x="3695" y="3758"/>
                <a:ext cx="13" cy="0"/>
              </a:xfrm>
              <a:prstGeom prst="line">
                <a:avLst/>
              </a:prstGeom>
              <a:noFill/>
              <a:ln w="12700">
                <a:solidFill>
                  <a:srgbClr val="DADADA"/>
                </a:solidFill>
                <a:miter lim="800000"/>
              </a:ln>
              <a:effectLst/>
            </p:spPr>
          </p:cxnSp>
          <p:sp>
            <p:nvSpPr>
              <p:cNvPr id="57636" name=""/>
              <p:cNvSpPr/>
              <p:nvPr/>
            </p:nvSpPr>
            <p:spPr>
              <a:xfrm>
                <a:off x="3575" y="3770"/>
                <a:ext cx="154" cy="16"/>
              </a:xfrm>
              <a:prstGeom prst="rect">
                <a:avLst/>
              </a:prstGeom>
              <a:solidFill>
                <a:srgbClr val="CECECE"/>
              </a:solidFill>
              <a:ln>
                <a:noFill/>
                <a:miter lim="800000"/>
              </a:ln>
              <a:effectLst>
                <a:outerShdw dist="35921" dir="2700000" algn="ctr">
                  <a:srgbClr val="000000"/>
                </a:outerShdw>
              </a:effectLst>
            </p:spPr>
          </p:sp>
          <p:sp>
            <p:nvSpPr>
              <p:cNvPr id="57637" name=""/>
              <p:cNvSpPr/>
              <p:nvPr/>
            </p:nvSpPr>
            <p:spPr>
              <a:xfrm>
                <a:off x="3611" y="3694"/>
                <a:ext cx="71" cy="17"/>
              </a:xfrm>
              <a:custGeom>
                <a:pathLst>
                  <a:path w="71" h="17">
                    <a:moveTo>
                      <a:pt x="0" y="16"/>
                    </a:moveTo>
                    <a:lnTo>
                      <a:pt x="70" y="16"/>
                    </a:lnTo>
                    <a:lnTo>
                      <a:pt x="66" y="0"/>
                    </a:lnTo>
                    <a:lnTo>
                      <a:pt x="3"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7638" name=""/>
              <p:cNvSpPr/>
              <p:nvPr/>
            </p:nvSpPr>
            <p:spPr>
              <a:xfrm>
                <a:off x="3628" y="3695"/>
                <a:ext cx="39" cy="17"/>
              </a:xfrm>
              <a:custGeom>
                <a:pathLst>
                  <a:path w="39" h="17">
                    <a:moveTo>
                      <a:pt x="0" y="9"/>
                    </a:moveTo>
                    <a:lnTo>
                      <a:pt x="0" y="0"/>
                    </a:lnTo>
                    <a:lnTo>
                      <a:pt x="38" y="0"/>
                    </a:lnTo>
                    <a:lnTo>
                      <a:pt x="38" y="9"/>
                    </a:lnTo>
                    <a:lnTo>
                      <a:pt x="38" y="9"/>
                    </a:lnTo>
                    <a:lnTo>
                      <a:pt x="37" y="11"/>
                    </a:lnTo>
                    <a:lnTo>
                      <a:pt x="37" y="11"/>
                    </a:lnTo>
                    <a:lnTo>
                      <a:pt x="36" y="12"/>
                    </a:lnTo>
                    <a:lnTo>
                      <a:pt x="35" y="12"/>
                    </a:lnTo>
                    <a:lnTo>
                      <a:pt x="34" y="12"/>
                    </a:lnTo>
                    <a:lnTo>
                      <a:pt x="32" y="14"/>
                    </a:lnTo>
                    <a:lnTo>
                      <a:pt x="31" y="14"/>
                    </a:lnTo>
                    <a:lnTo>
                      <a:pt x="29" y="14"/>
                    </a:lnTo>
                    <a:lnTo>
                      <a:pt x="27" y="16"/>
                    </a:lnTo>
                    <a:lnTo>
                      <a:pt x="25" y="16"/>
                    </a:lnTo>
                    <a:lnTo>
                      <a:pt x="25" y="16"/>
                    </a:lnTo>
                    <a:lnTo>
                      <a:pt x="23" y="16"/>
                    </a:lnTo>
                    <a:lnTo>
                      <a:pt x="20" y="16"/>
                    </a:lnTo>
                    <a:lnTo>
                      <a:pt x="17" y="16"/>
                    </a:lnTo>
                    <a:lnTo>
                      <a:pt x="15" y="16"/>
                    </a:lnTo>
                    <a:lnTo>
                      <a:pt x="12" y="16"/>
                    </a:lnTo>
                    <a:lnTo>
                      <a:pt x="11" y="16"/>
                    </a:lnTo>
                    <a:lnTo>
                      <a:pt x="9" y="14"/>
                    </a:lnTo>
                    <a:lnTo>
                      <a:pt x="8" y="14"/>
                    </a:lnTo>
                    <a:lnTo>
                      <a:pt x="6" y="14"/>
                    </a:lnTo>
                    <a:lnTo>
                      <a:pt x="4" y="14"/>
                    </a:lnTo>
                    <a:lnTo>
                      <a:pt x="3" y="12"/>
                    </a:lnTo>
                    <a:lnTo>
                      <a:pt x="2" y="12"/>
                    </a:lnTo>
                    <a:lnTo>
                      <a:pt x="1" y="11"/>
                    </a:lnTo>
                    <a:lnTo>
                      <a:pt x="0" y="11"/>
                    </a:lnTo>
                    <a:lnTo>
                      <a:pt x="0" y="11"/>
                    </a:lnTo>
                    <a:lnTo>
                      <a:pt x="0" y="9"/>
                    </a:lnTo>
                    <a:lnTo>
                      <a:pt x="0" y="9"/>
                    </a:lnTo>
                  </a:path>
                </a:pathLst>
              </a:custGeom>
              <a:solidFill>
                <a:srgbClr val="CECECE"/>
              </a:solidFill>
              <a:ln cap="rnd">
                <a:noFill/>
                <a:round/>
              </a:ln>
              <a:effectLst>
                <a:outerShdw dist="17961" dir="2700000" algn="ctr">
                  <a:srgbClr val="000000"/>
                </a:outerShdw>
              </a:effectLst>
            </p:spPr>
          </p:sp>
          <p:sp>
            <p:nvSpPr>
              <p:cNvPr id="57639" name=""/>
              <p:cNvSpPr/>
              <p:nvPr/>
            </p:nvSpPr>
            <p:spPr>
              <a:xfrm>
                <a:off x="3606" y="3604"/>
                <a:ext cx="82" cy="79"/>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7640" name=""/>
              <p:cNvSpPr/>
              <p:nvPr/>
            </p:nvSpPr>
            <p:spPr>
              <a:xfrm>
                <a:off x="3615" y="3609"/>
                <a:ext cx="65" cy="68"/>
              </a:xfrm>
              <a:prstGeom prst="roundRect">
                <a:avLst>
                  <a:gd name="adj" fmla="val 12088"/>
                </a:avLst>
              </a:prstGeom>
              <a:solidFill>
                <a:srgbClr val="474747"/>
              </a:solidFill>
              <a:ln>
                <a:noFill/>
                <a:miter lim="800000"/>
              </a:ln>
              <a:effectLst/>
            </p:spPr>
          </p:sp>
          <p:sp>
            <p:nvSpPr>
              <p:cNvPr id="57641" name=""/>
              <p:cNvSpPr/>
              <p:nvPr/>
            </p:nvSpPr>
            <p:spPr>
              <a:xfrm>
                <a:off x="3619" y="3614"/>
                <a:ext cx="60" cy="59"/>
              </a:xfrm>
              <a:prstGeom prst="roundRect">
                <a:avLst>
                  <a:gd name="adj" fmla="val 12296"/>
                </a:avLst>
              </a:prstGeom>
              <a:solidFill>
                <a:srgbClr val="037C03"/>
              </a:solidFill>
              <a:ln>
                <a:noFill/>
                <a:miter lim="800000"/>
              </a:ln>
              <a:effectLst/>
            </p:spPr>
          </p:sp>
          <p:grpSp>
            <p:nvGrpSpPr>
              <p:cNvPr id="57642" name=""/>
              <p:cNvGrpSpPr/>
              <p:nvPr/>
            </p:nvGrpSpPr>
            <p:grpSpPr>
              <a:xfrm>
                <a:off x="3624" y="3624"/>
                <a:ext cx="27" cy="46"/>
                <a:chOff x="3624" y="3624"/>
                <a:chExt cx="27" cy="46"/>
              </a:xfrm>
            </p:grpSpPr>
            <p:cxnSp>
              <p:nvCxnSpPr>
                <p:cNvPr id="57643" name=""/>
                <p:cNvCxnSpPr/>
                <p:nvPr/>
              </p:nvCxnSpPr>
              <p:spPr>
                <a:xfrm>
                  <a:off x="3624" y="3626"/>
                  <a:ext cx="13" cy="35"/>
                </a:xfrm>
                <a:prstGeom prst="line">
                  <a:avLst/>
                </a:prstGeom>
                <a:noFill/>
                <a:ln w="12700">
                  <a:solidFill>
                    <a:srgbClr val="FE9B03"/>
                  </a:solidFill>
                  <a:miter lim="800000"/>
                </a:ln>
                <a:effectLst/>
              </p:spPr>
            </p:cxnSp>
            <p:cxnSp>
              <p:nvCxnSpPr>
                <p:cNvPr id="57644" name=""/>
                <p:cNvCxnSpPr/>
                <p:nvPr/>
              </p:nvCxnSpPr>
              <p:spPr>
                <a:xfrm>
                  <a:off x="3631" y="3624"/>
                  <a:ext cx="20" cy="46"/>
                </a:xfrm>
                <a:prstGeom prst="line">
                  <a:avLst/>
                </a:prstGeom>
                <a:noFill/>
                <a:ln w="12700">
                  <a:solidFill>
                    <a:srgbClr val="FE9B03"/>
                  </a:solidFill>
                  <a:miter lim="800000"/>
                </a:ln>
                <a:effectLst/>
              </p:spPr>
            </p:cxnSp>
          </p:grpSp>
          <p:sp>
            <p:nvSpPr>
              <p:cNvPr id="57645" name=""/>
              <p:cNvSpPr/>
              <p:nvPr/>
            </p:nvSpPr>
            <p:spPr>
              <a:xfrm>
                <a:off x="3602" y="3749"/>
                <a:ext cx="21" cy="17"/>
              </a:xfrm>
              <a:custGeom>
                <a:pathLst>
                  <a:path w="21" h="17">
                    <a:moveTo>
                      <a:pt x="0" y="0"/>
                    </a:moveTo>
                    <a:lnTo>
                      <a:pt x="20" y="0"/>
                    </a:lnTo>
                    <a:lnTo>
                      <a:pt x="19" y="16"/>
                    </a:lnTo>
                    <a:lnTo>
                      <a:pt x="0" y="16"/>
                    </a:lnTo>
                    <a:lnTo>
                      <a:pt x="0" y="0"/>
                    </a:lnTo>
                  </a:path>
                </a:pathLst>
              </a:custGeom>
              <a:solidFill>
                <a:srgbClr val="DADADA"/>
              </a:solidFill>
              <a:ln cap="rnd">
                <a:noFill/>
                <a:round/>
              </a:ln>
              <a:effectLst>
                <a:outerShdw algn="ctr">
                  <a:schemeClr val="tx1"/>
                </a:outerShdw>
              </a:effectLst>
            </p:spPr>
          </p:sp>
          <p:sp>
            <p:nvSpPr>
              <p:cNvPr id="57646" name=""/>
              <p:cNvSpPr/>
              <p:nvPr/>
            </p:nvSpPr>
            <p:spPr>
              <a:xfrm>
                <a:off x="3651" y="3749"/>
                <a:ext cx="18" cy="17"/>
              </a:xfrm>
              <a:custGeom>
                <a:pathLst>
                  <a:path w="18" h="17">
                    <a:moveTo>
                      <a:pt x="0" y="0"/>
                    </a:moveTo>
                    <a:lnTo>
                      <a:pt x="17" y="0"/>
                    </a:lnTo>
                    <a:lnTo>
                      <a:pt x="17" y="16"/>
                    </a:lnTo>
                    <a:lnTo>
                      <a:pt x="0" y="16"/>
                    </a:lnTo>
                    <a:lnTo>
                      <a:pt x="0" y="0"/>
                    </a:lnTo>
                  </a:path>
                </a:pathLst>
              </a:custGeom>
              <a:solidFill>
                <a:srgbClr val="DADADA"/>
              </a:solidFill>
              <a:ln cap="rnd">
                <a:noFill/>
                <a:round/>
              </a:ln>
              <a:effectLst>
                <a:outerShdw algn="ctr">
                  <a:schemeClr val="tx1"/>
                </a:outerShdw>
              </a:effectLst>
            </p:spPr>
          </p:sp>
          <p:cxnSp>
            <p:nvCxnSpPr>
              <p:cNvPr id="57647" name=""/>
              <p:cNvCxnSpPr/>
              <p:nvPr/>
            </p:nvCxnSpPr>
            <p:spPr>
              <a:xfrm>
                <a:off x="3597" y="3755"/>
                <a:ext cx="62" cy="0"/>
              </a:xfrm>
              <a:prstGeom prst="line">
                <a:avLst/>
              </a:prstGeom>
              <a:noFill/>
              <a:ln w="12700">
                <a:solidFill>
                  <a:srgbClr val="DADADA"/>
                </a:solidFill>
                <a:miter lim="800000"/>
              </a:ln>
              <a:effectLst>
                <a:outerShdw algn="ctr">
                  <a:schemeClr val="tx1"/>
                </a:outerShdw>
              </a:effectLst>
            </p:spPr>
          </p:cxnSp>
          <p:cxnSp>
            <p:nvCxnSpPr>
              <p:cNvPr id="57648" name=""/>
              <p:cNvCxnSpPr/>
              <p:nvPr/>
            </p:nvCxnSpPr>
            <p:spPr>
              <a:xfrm>
                <a:off x="3600" y="3758"/>
                <a:ext cx="61" cy="0"/>
              </a:xfrm>
              <a:prstGeom prst="line">
                <a:avLst/>
              </a:prstGeom>
              <a:noFill/>
              <a:ln w="12700">
                <a:solidFill>
                  <a:srgbClr val="DADADA"/>
                </a:solidFill>
                <a:miter lim="800000"/>
              </a:ln>
              <a:effectLst>
                <a:outerShdw algn="ctr">
                  <a:schemeClr val="tx1"/>
                </a:outerShdw>
              </a:effectLst>
            </p:spPr>
          </p:cxnSp>
          <p:cxnSp>
            <p:nvCxnSpPr>
              <p:cNvPr id="57649" name=""/>
              <p:cNvCxnSpPr/>
              <p:nvPr/>
            </p:nvCxnSpPr>
            <p:spPr>
              <a:xfrm>
                <a:off x="3600" y="3761"/>
                <a:ext cx="54" cy="0"/>
              </a:xfrm>
              <a:prstGeom prst="line">
                <a:avLst/>
              </a:prstGeom>
              <a:noFill/>
              <a:ln w="12700">
                <a:solidFill>
                  <a:srgbClr val="DADADA"/>
                </a:solidFill>
                <a:miter lim="800000"/>
              </a:ln>
              <a:effectLst>
                <a:outerShdw algn="ctr">
                  <a:schemeClr val="tx1"/>
                </a:outerShdw>
              </a:effectLst>
            </p:spPr>
          </p:cxnSp>
          <p:cxnSp>
            <p:nvCxnSpPr>
              <p:cNvPr id="57650" name=""/>
              <p:cNvCxnSpPr/>
              <p:nvPr/>
            </p:nvCxnSpPr>
            <p:spPr>
              <a:xfrm>
                <a:off x="3586" y="3756"/>
                <a:ext cx="8" cy="0"/>
              </a:xfrm>
              <a:prstGeom prst="line">
                <a:avLst/>
              </a:prstGeom>
              <a:noFill/>
              <a:ln w="12700">
                <a:solidFill>
                  <a:srgbClr val="DADADA"/>
                </a:solidFill>
                <a:miter lim="800000"/>
              </a:ln>
              <a:effectLst>
                <a:outerShdw algn="ctr">
                  <a:schemeClr val="tx1"/>
                </a:outerShdw>
              </a:effectLst>
            </p:spPr>
          </p:cxnSp>
          <p:cxnSp>
            <p:nvCxnSpPr>
              <p:cNvPr id="57651" name=""/>
              <p:cNvCxnSpPr/>
              <p:nvPr/>
            </p:nvCxnSpPr>
            <p:spPr>
              <a:xfrm>
                <a:off x="3586" y="3759"/>
                <a:ext cx="6" cy="0"/>
              </a:xfrm>
              <a:prstGeom prst="line">
                <a:avLst/>
              </a:prstGeom>
              <a:noFill/>
              <a:ln w="12700">
                <a:solidFill>
                  <a:srgbClr val="DADADA"/>
                </a:solidFill>
                <a:miter lim="800000"/>
              </a:ln>
              <a:effectLst>
                <a:outerShdw algn="ctr">
                  <a:schemeClr val="tx1"/>
                </a:outerShdw>
              </a:effectLst>
            </p:spPr>
          </p:cxnSp>
          <p:cxnSp>
            <p:nvCxnSpPr>
              <p:cNvPr id="57652" name=""/>
              <p:cNvCxnSpPr/>
              <p:nvPr/>
            </p:nvCxnSpPr>
            <p:spPr>
              <a:xfrm>
                <a:off x="3611" y="3765"/>
                <a:ext cx="37" cy="0"/>
              </a:xfrm>
              <a:prstGeom prst="line">
                <a:avLst/>
              </a:prstGeom>
              <a:noFill/>
              <a:ln w="12700">
                <a:solidFill>
                  <a:srgbClr val="DADADA"/>
                </a:solidFill>
                <a:miter lim="800000"/>
              </a:ln>
              <a:effectLst>
                <a:outerShdw algn="ctr">
                  <a:schemeClr val="tx1"/>
                </a:outerShdw>
              </a:effectLst>
            </p:spPr>
          </p:cxnSp>
          <p:cxnSp>
            <p:nvCxnSpPr>
              <p:cNvPr id="57653" name=""/>
              <p:cNvCxnSpPr/>
              <p:nvPr/>
            </p:nvCxnSpPr>
            <p:spPr>
              <a:xfrm>
                <a:off x="3661" y="3755"/>
                <a:ext cx="7" cy="0"/>
              </a:xfrm>
              <a:prstGeom prst="line">
                <a:avLst/>
              </a:prstGeom>
              <a:noFill/>
              <a:ln w="12700">
                <a:solidFill>
                  <a:srgbClr val="DADADA"/>
                </a:solidFill>
                <a:miter lim="800000"/>
              </a:ln>
              <a:effectLst>
                <a:outerShdw algn="ctr">
                  <a:schemeClr val="tx1"/>
                </a:outerShdw>
              </a:effectLst>
            </p:spPr>
          </p:cxnSp>
          <p:cxnSp>
            <p:nvCxnSpPr>
              <p:cNvPr id="57654" name=""/>
              <p:cNvCxnSpPr/>
              <p:nvPr/>
            </p:nvCxnSpPr>
            <p:spPr>
              <a:xfrm>
                <a:off x="3664" y="3758"/>
                <a:ext cx="4" cy="0"/>
              </a:xfrm>
              <a:prstGeom prst="line">
                <a:avLst/>
              </a:prstGeom>
              <a:noFill/>
              <a:ln w="12700">
                <a:solidFill>
                  <a:srgbClr val="DADADA"/>
                </a:solidFill>
                <a:miter lim="800000"/>
              </a:ln>
              <a:effectLst>
                <a:outerShdw algn="ctr">
                  <a:schemeClr val="tx1"/>
                </a:outerShdw>
              </a:effectLst>
            </p:spPr>
          </p:cxnSp>
          <p:cxnSp>
            <p:nvCxnSpPr>
              <p:cNvPr id="57655" name=""/>
              <p:cNvCxnSpPr/>
              <p:nvPr/>
            </p:nvCxnSpPr>
            <p:spPr>
              <a:xfrm>
                <a:off x="3659" y="3761"/>
                <a:ext cx="9" cy="0"/>
              </a:xfrm>
              <a:prstGeom prst="line">
                <a:avLst/>
              </a:prstGeom>
              <a:noFill/>
              <a:ln w="12700">
                <a:solidFill>
                  <a:srgbClr val="DADADA"/>
                </a:solidFill>
                <a:miter lim="800000"/>
              </a:ln>
              <a:effectLst>
                <a:outerShdw algn="ctr">
                  <a:schemeClr val="tx1"/>
                </a:outerShdw>
              </a:effectLst>
            </p:spPr>
          </p:cxnSp>
          <p:cxnSp>
            <p:nvCxnSpPr>
              <p:cNvPr id="57656" name=""/>
              <p:cNvCxnSpPr/>
              <p:nvPr/>
            </p:nvCxnSpPr>
            <p:spPr>
              <a:xfrm>
                <a:off x="3698" y="3756"/>
                <a:ext cx="14" cy="0"/>
              </a:xfrm>
              <a:prstGeom prst="line">
                <a:avLst/>
              </a:prstGeom>
              <a:noFill/>
              <a:ln w="12700">
                <a:solidFill>
                  <a:srgbClr val="DADADA"/>
                </a:solidFill>
                <a:miter lim="800000"/>
              </a:ln>
              <a:effectLst>
                <a:outerShdw algn="ctr">
                  <a:schemeClr val="tx1"/>
                </a:outerShdw>
              </a:effectLst>
            </p:spPr>
          </p:cxnSp>
          <p:cxnSp>
            <p:nvCxnSpPr>
              <p:cNvPr id="57657" name=""/>
              <p:cNvCxnSpPr/>
              <p:nvPr/>
            </p:nvCxnSpPr>
            <p:spPr>
              <a:xfrm>
                <a:off x="3698" y="3761"/>
                <a:ext cx="12" cy="0"/>
              </a:xfrm>
              <a:prstGeom prst="line">
                <a:avLst/>
              </a:prstGeom>
              <a:noFill/>
              <a:ln w="12700">
                <a:solidFill>
                  <a:srgbClr val="DADADA"/>
                </a:solidFill>
                <a:miter lim="800000"/>
              </a:ln>
              <a:effectLst>
                <a:outerShdw algn="ctr">
                  <a:schemeClr val="tx1"/>
                </a:outerShdw>
              </a:effectLst>
            </p:spPr>
          </p:cxnSp>
          <p:cxnSp>
            <p:nvCxnSpPr>
              <p:cNvPr id="57658" name=""/>
              <p:cNvCxnSpPr/>
              <p:nvPr/>
            </p:nvCxnSpPr>
            <p:spPr>
              <a:xfrm>
                <a:off x="3698" y="3766"/>
                <a:ext cx="12" cy="0"/>
              </a:xfrm>
              <a:prstGeom prst="line">
                <a:avLst/>
              </a:prstGeom>
              <a:noFill/>
              <a:ln w="12700">
                <a:solidFill>
                  <a:srgbClr val="DADADA"/>
                </a:solidFill>
                <a:miter lim="800000"/>
              </a:ln>
              <a:effectLst>
                <a:outerShdw algn="ctr">
                  <a:schemeClr val="tx1"/>
                </a:outerShdw>
              </a:effectLst>
            </p:spPr>
          </p:cxnSp>
          <p:cxnSp>
            <p:nvCxnSpPr>
              <p:cNvPr id="57659" name=""/>
              <p:cNvCxnSpPr/>
              <p:nvPr/>
            </p:nvCxnSpPr>
            <p:spPr>
              <a:xfrm>
                <a:off x="3710" y="3759"/>
                <a:ext cx="5" cy="0"/>
              </a:xfrm>
              <a:prstGeom prst="line">
                <a:avLst/>
              </a:prstGeom>
              <a:noFill/>
              <a:ln w="12700">
                <a:solidFill>
                  <a:srgbClr val="DADADA"/>
                </a:solidFill>
                <a:miter lim="800000"/>
              </a:ln>
              <a:effectLst>
                <a:outerShdw algn="ctr">
                  <a:schemeClr val="tx1"/>
                </a:outerShdw>
              </a:effectLst>
            </p:spPr>
          </p:cxnSp>
          <p:cxnSp>
            <p:nvCxnSpPr>
              <p:cNvPr id="57660" name=""/>
              <p:cNvCxnSpPr/>
              <p:nvPr/>
            </p:nvCxnSpPr>
            <p:spPr>
              <a:xfrm>
                <a:off x="3710" y="3765"/>
                <a:ext cx="7" cy="0"/>
              </a:xfrm>
              <a:prstGeom prst="line">
                <a:avLst/>
              </a:prstGeom>
              <a:noFill/>
              <a:ln w="12700">
                <a:solidFill>
                  <a:srgbClr val="DADADA"/>
                </a:solidFill>
                <a:miter lim="800000"/>
              </a:ln>
              <a:effectLst>
                <a:outerShdw algn="ctr">
                  <a:schemeClr val="tx1"/>
                </a:outerShdw>
              </a:effectLst>
            </p:spPr>
          </p:cxnSp>
          <p:sp>
            <p:nvSpPr>
              <p:cNvPr id="57661" name=""/>
              <p:cNvSpPr/>
              <p:nvPr/>
            </p:nvSpPr>
            <p:spPr>
              <a:xfrm>
                <a:off x="3590" y="3749"/>
                <a:ext cx="17" cy="17"/>
              </a:xfrm>
              <a:custGeom>
                <a:pathLst>
                  <a:path w="17" h="17">
                    <a:moveTo>
                      <a:pt x="4" y="0"/>
                    </a:moveTo>
                    <a:lnTo>
                      <a:pt x="16" y="0"/>
                    </a:lnTo>
                    <a:lnTo>
                      <a:pt x="12"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7662" name=""/>
              <p:cNvSpPr/>
              <p:nvPr/>
            </p:nvSpPr>
            <p:spPr>
              <a:xfrm>
                <a:off x="3628" y="3749"/>
                <a:ext cx="21" cy="17"/>
              </a:xfrm>
              <a:custGeom>
                <a:pathLst>
                  <a:path w="21" h="17">
                    <a:moveTo>
                      <a:pt x="0" y="0"/>
                    </a:moveTo>
                    <a:lnTo>
                      <a:pt x="20" y="0"/>
                    </a:lnTo>
                    <a:lnTo>
                      <a:pt x="20"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7663" name=""/>
              <p:cNvSpPr/>
              <p:nvPr/>
            </p:nvSpPr>
            <p:spPr>
              <a:xfrm>
                <a:off x="3672" y="3749"/>
                <a:ext cx="19" cy="17"/>
              </a:xfrm>
              <a:custGeom>
                <a:pathLst>
                  <a:path w="19" h="17">
                    <a:moveTo>
                      <a:pt x="0" y="0"/>
                    </a:moveTo>
                    <a:lnTo>
                      <a:pt x="17" y="0"/>
                    </a:lnTo>
                    <a:lnTo>
                      <a:pt x="18"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7664" name=""/>
              <p:cNvCxnSpPr/>
              <p:nvPr/>
            </p:nvCxnSpPr>
            <p:spPr>
              <a:xfrm>
                <a:off x="3600" y="3765"/>
                <a:ext cx="11" cy="0"/>
              </a:xfrm>
              <a:prstGeom prst="line">
                <a:avLst/>
              </a:prstGeom>
              <a:noFill/>
              <a:ln w="12700">
                <a:solidFill>
                  <a:srgbClr val="919191"/>
                </a:solidFill>
                <a:miter lim="800000"/>
              </a:ln>
              <a:effectLst>
                <a:outerShdw algn="ctr">
                  <a:schemeClr val="tx1"/>
                </a:outerShdw>
              </a:effectLst>
            </p:spPr>
          </p:cxnSp>
          <p:cxnSp>
            <p:nvCxnSpPr>
              <p:cNvPr id="57665" name=""/>
              <p:cNvCxnSpPr/>
              <p:nvPr/>
            </p:nvCxnSpPr>
            <p:spPr>
              <a:xfrm>
                <a:off x="3584" y="3765"/>
                <a:ext cx="13" cy="0"/>
              </a:xfrm>
              <a:prstGeom prst="line">
                <a:avLst/>
              </a:prstGeom>
              <a:noFill/>
              <a:ln w="12700">
                <a:solidFill>
                  <a:srgbClr val="919191"/>
                </a:solidFill>
                <a:miter lim="800000"/>
              </a:ln>
              <a:effectLst>
                <a:outerShdw algn="ctr">
                  <a:schemeClr val="tx1"/>
                </a:outerShdw>
              </a:effectLst>
            </p:spPr>
          </p:cxnSp>
          <p:cxnSp>
            <p:nvCxnSpPr>
              <p:cNvPr id="57666" name=""/>
              <p:cNvCxnSpPr/>
              <p:nvPr/>
            </p:nvCxnSpPr>
            <p:spPr>
              <a:xfrm>
                <a:off x="3651" y="3765"/>
                <a:ext cx="5" cy="0"/>
              </a:xfrm>
              <a:prstGeom prst="line">
                <a:avLst/>
              </a:prstGeom>
              <a:noFill/>
              <a:ln w="12700">
                <a:solidFill>
                  <a:srgbClr val="919191"/>
                </a:solidFill>
                <a:miter lim="800000"/>
              </a:ln>
              <a:effectLst>
                <a:outerShdw algn="ctr">
                  <a:schemeClr val="tx1"/>
                </a:outerShdw>
              </a:effectLst>
            </p:spPr>
          </p:cxnSp>
          <p:cxnSp>
            <p:nvCxnSpPr>
              <p:cNvPr id="57667" name=""/>
              <p:cNvCxnSpPr/>
              <p:nvPr/>
            </p:nvCxnSpPr>
            <p:spPr>
              <a:xfrm>
                <a:off x="3657" y="3766"/>
                <a:ext cx="11" cy="0"/>
              </a:xfrm>
              <a:prstGeom prst="line">
                <a:avLst/>
              </a:prstGeom>
              <a:noFill/>
              <a:ln w="12700">
                <a:solidFill>
                  <a:srgbClr val="919191"/>
                </a:solidFill>
                <a:miter lim="800000"/>
              </a:ln>
              <a:effectLst>
                <a:outerShdw algn="ctr">
                  <a:schemeClr val="tx1"/>
                </a:outerShdw>
              </a:effectLst>
            </p:spPr>
          </p:cxnSp>
          <p:grpSp>
            <p:nvGrpSpPr>
              <p:cNvPr id="57668" name=""/>
              <p:cNvGrpSpPr/>
              <p:nvPr/>
            </p:nvGrpSpPr>
            <p:grpSpPr>
              <a:xfrm>
                <a:off x="3672" y="3756"/>
                <a:ext cx="20" cy="10"/>
                <a:chOff x="3672" y="3756"/>
                <a:chExt cx="20" cy="10"/>
              </a:xfrm>
            </p:grpSpPr>
            <p:cxnSp>
              <p:nvCxnSpPr>
                <p:cNvPr id="57669" name=""/>
                <p:cNvCxnSpPr/>
                <p:nvPr/>
              </p:nvCxnSpPr>
              <p:spPr>
                <a:xfrm>
                  <a:off x="3672" y="3756"/>
                  <a:ext cx="19" cy="0"/>
                </a:xfrm>
                <a:prstGeom prst="line">
                  <a:avLst/>
                </a:prstGeom>
                <a:noFill/>
                <a:ln w="12700">
                  <a:solidFill>
                    <a:srgbClr val="919191"/>
                  </a:solidFill>
                  <a:miter lim="800000"/>
                </a:ln>
                <a:effectLst>
                  <a:outerShdw algn="ctr">
                    <a:schemeClr val="tx1"/>
                  </a:outerShdw>
                </a:effectLst>
              </p:spPr>
            </p:cxnSp>
            <p:cxnSp>
              <p:nvCxnSpPr>
                <p:cNvPr id="57670" name=""/>
                <p:cNvCxnSpPr/>
                <p:nvPr/>
              </p:nvCxnSpPr>
              <p:spPr>
                <a:xfrm>
                  <a:off x="3676" y="3759"/>
                  <a:ext cx="15" cy="0"/>
                </a:xfrm>
                <a:prstGeom prst="line">
                  <a:avLst/>
                </a:prstGeom>
                <a:noFill/>
                <a:ln w="12700">
                  <a:solidFill>
                    <a:srgbClr val="919191"/>
                  </a:solidFill>
                  <a:miter lim="800000"/>
                </a:ln>
                <a:effectLst>
                  <a:outerShdw algn="ctr">
                    <a:schemeClr val="tx1"/>
                  </a:outerShdw>
                </a:effectLst>
              </p:spPr>
            </p:cxnSp>
            <p:cxnSp>
              <p:nvCxnSpPr>
                <p:cNvPr id="57671" name=""/>
                <p:cNvCxnSpPr/>
                <p:nvPr/>
              </p:nvCxnSpPr>
              <p:spPr>
                <a:xfrm>
                  <a:off x="3676" y="3766"/>
                  <a:ext cx="16" cy="0"/>
                </a:xfrm>
                <a:prstGeom prst="line">
                  <a:avLst/>
                </a:prstGeom>
                <a:noFill/>
                <a:ln w="12700">
                  <a:solidFill>
                    <a:srgbClr val="919191"/>
                  </a:solidFill>
                  <a:miter lim="800000"/>
                </a:ln>
                <a:effectLst>
                  <a:outerShdw algn="ctr">
                    <a:schemeClr val="tx1"/>
                  </a:outerShdw>
                </a:effectLst>
              </p:spPr>
            </p:cxnSp>
          </p:grpSp>
          <p:cxnSp>
            <p:nvCxnSpPr>
              <p:cNvPr id="57672" name=""/>
              <p:cNvCxnSpPr/>
              <p:nvPr/>
            </p:nvCxnSpPr>
            <p:spPr>
              <a:xfrm>
                <a:off x="3698" y="3753"/>
                <a:ext cx="14" cy="0"/>
              </a:xfrm>
              <a:prstGeom prst="line">
                <a:avLst/>
              </a:prstGeom>
              <a:noFill/>
              <a:ln w="12700">
                <a:solidFill>
                  <a:srgbClr val="919191"/>
                </a:solidFill>
                <a:miter lim="800000"/>
              </a:ln>
              <a:effectLst>
                <a:outerShdw algn="ctr">
                  <a:schemeClr val="tx1"/>
                </a:outerShdw>
              </a:effectLst>
            </p:spPr>
          </p:cxnSp>
          <p:sp>
            <p:nvSpPr>
              <p:cNvPr id="57673" name=""/>
              <p:cNvSpPr/>
              <p:nvPr/>
            </p:nvSpPr>
            <p:spPr>
              <a:xfrm>
                <a:off x="3710" y="3719"/>
                <a:ext cx="8" cy="8"/>
              </a:xfrm>
              <a:prstGeom prst="rect">
                <a:avLst/>
              </a:prstGeom>
              <a:solidFill>
                <a:srgbClr val="000000"/>
              </a:solidFill>
              <a:ln w="12700">
                <a:solidFill>
                  <a:prstClr val="black"/>
                </a:solidFill>
                <a:miter lim="800000"/>
              </a:ln>
              <a:effectLst/>
            </p:spPr>
          </p:sp>
          <p:sp>
            <p:nvSpPr>
              <p:cNvPr id="57674" name=""/>
              <p:cNvSpPr/>
              <p:nvPr/>
            </p:nvSpPr>
            <p:spPr>
              <a:xfrm>
                <a:off x="3625" y="3720"/>
                <a:ext cx="77" cy="20"/>
              </a:xfrm>
              <a:prstGeom prst="rect">
                <a:avLst/>
              </a:prstGeom>
              <a:solidFill>
                <a:srgbClr val="C0C0C0"/>
              </a:solidFill>
              <a:ln w="12700">
                <a:solidFill>
                  <a:srgbClr val="CECECE"/>
                </a:solidFill>
                <a:miter lim="800000"/>
              </a:ln>
              <a:effectLst>
                <a:outerShdw algn="ctr">
                  <a:srgbClr val="000000"/>
                </a:outerShdw>
              </a:effectLst>
            </p:spPr>
          </p:sp>
          <p:grpSp>
            <p:nvGrpSpPr>
              <p:cNvPr id="57675" name=""/>
              <p:cNvGrpSpPr/>
              <p:nvPr/>
            </p:nvGrpSpPr>
            <p:grpSpPr>
              <a:xfrm>
                <a:off x="3702" y="3728"/>
                <a:ext cx="8" cy="16"/>
                <a:chOff x="3702" y="3728"/>
                <a:chExt cx="8" cy="16"/>
              </a:xfrm>
            </p:grpSpPr>
            <p:sp>
              <p:nvSpPr>
                <p:cNvPr id="57676" name=""/>
                <p:cNvSpPr/>
                <p:nvPr/>
              </p:nvSpPr>
              <p:spPr>
                <a:xfrm>
                  <a:off x="3702" y="3728"/>
                  <a:ext cx="8" cy="8"/>
                </a:xfrm>
                <a:prstGeom prst="rect">
                  <a:avLst/>
                </a:prstGeom>
                <a:solidFill>
                  <a:srgbClr val="000000"/>
                </a:solidFill>
                <a:ln w="12700">
                  <a:solidFill>
                    <a:prstClr val="black"/>
                  </a:solidFill>
                  <a:miter lim="800000"/>
                </a:ln>
                <a:effectLst/>
              </p:spPr>
            </p:sp>
            <p:sp>
              <p:nvSpPr>
                <p:cNvPr id="57677" name=""/>
                <p:cNvSpPr/>
                <p:nvPr/>
              </p:nvSpPr>
              <p:spPr>
                <a:xfrm>
                  <a:off x="3702" y="3736"/>
                  <a:ext cx="8" cy="8"/>
                </a:xfrm>
                <a:prstGeom prst="rect">
                  <a:avLst/>
                </a:prstGeom>
                <a:solidFill>
                  <a:srgbClr val="000000"/>
                </a:solidFill>
                <a:ln w="12700">
                  <a:solidFill>
                    <a:prstClr val="black"/>
                  </a:solidFill>
                  <a:miter lim="800000"/>
                </a:ln>
                <a:effectLst/>
              </p:spPr>
            </p:sp>
          </p:grpSp>
          <p:sp>
            <p:nvSpPr>
              <p:cNvPr id="57678" name=""/>
              <p:cNvSpPr/>
              <p:nvPr/>
            </p:nvSpPr>
            <p:spPr>
              <a:xfrm>
                <a:off x="3660" y="3720"/>
                <a:ext cx="8" cy="8"/>
              </a:xfrm>
              <a:prstGeom prst="rect">
                <a:avLst/>
              </a:prstGeom>
              <a:solidFill>
                <a:srgbClr val="000000"/>
              </a:solidFill>
              <a:ln w="12700">
                <a:solidFill>
                  <a:prstClr val="black"/>
                </a:solidFill>
                <a:miter lim="800000"/>
              </a:ln>
              <a:effectLst/>
            </p:spPr>
          </p:sp>
          <p:sp>
            <p:nvSpPr>
              <p:cNvPr id="57679" name=""/>
              <p:cNvSpPr/>
              <p:nvPr/>
            </p:nvSpPr>
            <p:spPr>
              <a:xfrm>
                <a:off x="3660" y="3722"/>
                <a:ext cx="8" cy="8"/>
              </a:xfrm>
              <a:prstGeom prst="rect">
                <a:avLst/>
              </a:prstGeom>
              <a:solidFill>
                <a:srgbClr val="000000"/>
              </a:solidFill>
              <a:ln w="12700">
                <a:solidFill>
                  <a:prstClr val="black"/>
                </a:solidFill>
                <a:miter lim="800000"/>
              </a:ln>
              <a:effectLst/>
            </p:spPr>
          </p:sp>
          <p:sp>
            <p:nvSpPr>
              <p:cNvPr id="57680" name=""/>
              <p:cNvSpPr/>
              <p:nvPr/>
            </p:nvSpPr>
            <p:spPr>
              <a:xfrm>
                <a:off x="3652" y="3722"/>
                <a:ext cx="18" cy="8"/>
              </a:xfrm>
              <a:prstGeom prst="rect">
                <a:avLst/>
              </a:prstGeom>
              <a:solidFill>
                <a:srgbClr val="000000"/>
              </a:solidFill>
              <a:ln w="12700">
                <a:solidFill>
                  <a:prstClr val="black"/>
                </a:solidFill>
                <a:miter lim="800000"/>
              </a:ln>
              <a:effectLst/>
            </p:spPr>
          </p:sp>
          <p:sp>
            <p:nvSpPr>
              <p:cNvPr id="57681" name=""/>
              <p:cNvSpPr/>
              <p:nvPr/>
            </p:nvSpPr>
            <p:spPr>
              <a:xfrm>
                <a:off x="3655" y="3726"/>
                <a:ext cx="8" cy="8"/>
              </a:xfrm>
              <a:prstGeom prst="rect">
                <a:avLst/>
              </a:prstGeom>
              <a:solidFill>
                <a:srgbClr val="000000"/>
              </a:solidFill>
              <a:ln w="12700">
                <a:solidFill>
                  <a:prstClr val="black"/>
                </a:solidFill>
                <a:miter lim="800000"/>
              </a:ln>
              <a:effectLst/>
            </p:spPr>
          </p:sp>
          <p:sp>
            <p:nvSpPr>
              <p:cNvPr id="57682" name=""/>
              <p:cNvSpPr/>
              <p:nvPr/>
            </p:nvSpPr>
            <p:spPr>
              <a:xfrm>
                <a:off x="3671" y="3726"/>
                <a:ext cx="8" cy="8"/>
              </a:xfrm>
              <a:prstGeom prst="rect">
                <a:avLst/>
              </a:prstGeom>
              <a:solidFill>
                <a:srgbClr val="000000"/>
              </a:solidFill>
              <a:ln w="12700">
                <a:solidFill>
                  <a:prstClr val="black"/>
                </a:solidFill>
                <a:miter lim="800000"/>
              </a:ln>
              <a:effectLst/>
            </p:spPr>
          </p:sp>
          <p:sp>
            <p:nvSpPr>
              <p:cNvPr id="57683" name=""/>
              <p:cNvSpPr/>
              <p:nvPr/>
            </p:nvSpPr>
            <p:spPr>
              <a:xfrm>
                <a:off x="3702" y="3720"/>
                <a:ext cx="8" cy="8"/>
              </a:xfrm>
              <a:prstGeom prst="rect">
                <a:avLst/>
              </a:prstGeom>
              <a:solidFill>
                <a:srgbClr val="000000"/>
              </a:solidFill>
              <a:ln w="12700">
                <a:solidFill>
                  <a:prstClr val="black"/>
                </a:solidFill>
                <a:miter lim="800000"/>
              </a:ln>
              <a:effectLst/>
            </p:spPr>
          </p:sp>
          <p:cxnSp>
            <p:nvCxnSpPr>
              <p:cNvPr id="57684" name=""/>
              <p:cNvCxnSpPr/>
              <p:nvPr/>
            </p:nvCxnSpPr>
            <p:spPr>
              <a:xfrm flipH="1">
                <a:off x="3639" y="3717"/>
                <a:ext cx="0" cy="27"/>
              </a:xfrm>
              <a:prstGeom prst="line">
                <a:avLst/>
              </a:prstGeom>
              <a:noFill/>
              <a:ln w="12700">
                <a:solidFill>
                  <a:srgbClr val="474747"/>
                </a:solidFill>
                <a:miter lim="800000"/>
              </a:ln>
              <a:effectLst/>
            </p:spPr>
          </p:cxnSp>
          <p:cxnSp>
            <p:nvCxnSpPr>
              <p:cNvPr id="57685" name=""/>
              <p:cNvCxnSpPr/>
              <p:nvPr/>
            </p:nvCxnSpPr>
            <p:spPr>
              <a:xfrm flipH="1">
                <a:off x="3674" y="3717"/>
                <a:ext cx="0" cy="27"/>
              </a:xfrm>
              <a:prstGeom prst="line">
                <a:avLst/>
              </a:prstGeom>
              <a:noFill/>
              <a:ln w="12700">
                <a:solidFill>
                  <a:srgbClr val="474747"/>
                </a:solidFill>
                <a:miter lim="800000"/>
              </a:ln>
              <a:effectLst/>
            </p:spPr>
          </p:cxnSp>
          <p:cxnSp>
            <p:nvCxnSpPr>
              <p:cNvPr id="57686" name=""/>
              <p:cNvCxnSpPr/>
              <p:nvPr/>
            </p:nvCxnSpPr>
            <p:spPr>
              <a:xfrm flipH="1">
                <a:off x="3590" y="3717"/>
                <a:ext cx="31" cy="0"/>
              </a:xfrm>
              <a:prstGeom prst="line">
                <a:avLst/>
              </a:prstGeom>
              <a:noFill/>
              <a:ln w="12700">
                <a:solidFill>
                  <a:srgbClr val="474747"/>
                </a:solidFill>
                <a:miter lim="800000"/>
              </a:ln>
              <a:effectLst/>
            </p:spPr>
          </p:cxnSp>
          <p:cxnSp>
            <p:nvCxnSpPr>
              <p:cNvPr id="57687" name=""/>
              <p:cNvCxnSpPr/>
              <p:nvPr/>
            </p:nvCxnSpPr>
            <p:spPr>
              <a:xfrm flipH="1">
                <a:off x="3594" y="3718"/>
                <a:ext cx="30" cy="0"/>
              </a:xfrm>
              <a:prstGeom prst="line">
                <a:avLst/>
              </a:prstGeom>
              <a:noFill/>
              <a:ln w="12700">
                <a:solidFill>
                  <a:srgbClr val="474747"/>
                </a:solidFill>
                <a:miter lim="800000"/>
              </a:ln>
              <a:effectLst/>
            </p:spPr>
          </p:cxnSp>
          <p:cxnSp>
            <p:nvCxnSpPr>
              <p:cNvPr id="57688" name=""/>
              <p:cNvCxnSpPr/>
              <p:nvPr/>
            </p:nvCxnSpPr>
            <p:spPr>
              <a:xfrm flipH="1">
                <a:off x="3594" y="3723"/>
                <a:ext cx="30" cy="0"/>
              </a:xfrm>
              <a:prstGeom prst="line">
                <a:avLst/>
              </a:prstGeom>
              <a:noFill/>
              <a:ln w="12700">
                <a:solidFill>
                  <a:srgbClr val="474747"/>
                </a:solidFill>
                <a:miter lim="800000"/>
              </a:ln>
              <a:effectLst/>
            </p:spPr>
          </p:cxnSp>
          <p:cxnSp>
            <p:nvCxnSpPr>
              <p:cNvPr id="57689" name=""/>
              <p:cNvCxnSpPr/>
              <p:nvPr/>
            </p:nvCxnSpPr>
            <p:spPr>
              <a:xfrm flipH="1">
                <a:off x="3594" y="3729"/>
                <a:ext cx="30" cy="0"/>
              </a:xfrm>
              <a:prstGeom prst="line">
                <a:avLst/>
              </a:prstGeom>
              <a:noFill/>
              <a:ln w="12700">
                <a:solidFill>
                  <a:srgbClr val="474747"/>
                </a:solidFill>
                <a:miter lim="800000"/>
              </a:ln>
              <a:effectLst/>
            </p:spPr>
          </p:cxnSp>
          <p:cxnSp>
            <p:nvCxnSpPr>
              <p:cNvPr id="57690" name=""/>
              <p:cNvCxnSpPr/>
              <p:nvPr/>
            </p:nvCxnSpPr>
            <p:spPr>
              <a:xfrm flipH="1">
                <a:off x="3594" y="3735"/>
                <a:ext cx="30" cy="0"/>
              </a:xfrm>
              <a:prstGeom prst="line">
                <a:avLst/>
              </a:prstGeom>
              <a:noFill/>
              <a:ln w="12700">
                <a:solidFill>
                  <a:srgbClr val="474747"/>
                </a:solidFill>
                <a:miter lim="800000"/>
              </a:ln>
              <a:effectLst/>
            </p:spPr>
          </p:cxnSp>
          <p:cxnSp>
            <p:nvCxnSpPr>
              <p:cNvPr id="57691" name=""/>
              <p:cNvCxnSpPr/>
              <p:nvPr/>
            </p:nvCxnSpPr>
            <p:spPr>
              <a:xfrm flipH="1">
                <a:off x="3594" y="3740"/>
                <a:ext cx="30" cy="0"/>
              </a:xfrm>
              <a:prstGeom prst="line">
                <a:avLst/>
              </a:prstGeom>
              <a:noFill/>
              <a:ln w="12700">
                <a:solidFill>
                  <a:srgbClr val="474747"/>
                </a:solidFill>
                <a:miter lim="800000"/>
              </a:ln>
              <a:effectLst/>
            </p:spPr>
          </p:cxnSp>
          <p:cxnSp>
            <p:nvCxnSpPr>
              <p:cNvPr id="57692" name=""/>
              <p:cNvCxnSpPr/>
              <p:nvPr/>
            </p:nvCxnSpPr>
            <p:spPr>
              <a:xfrm>
                <a:off x="3594" y="3746"/>
                <a:ext cx="116" cy="0"/>
              </a:xfrm>
              <a:prstGeom prst="line">
                <a:avLst/>
              </a:prstGeom>
              <a:noFill/>
              <a:ln w="12700">
                <a:solidFill>
                  <a:srgbClr val="474747"/>
                </a:solidFill>
                <a:miter lim="800000"/>
              </a:ln>
              <a:effectLst/>
            </p:spPr>
          </p:cxnSp>
          <p:cxnSp>
            <p:nvCxnSpPr>
              <p:cNvPr id="57693" name=""/>
              <p:cNvCxnSpPr/>
              <p:nvPr/>
            </p:nvCxnSpPr>
            <p:spPr>
              <a:xfrm>
                <a:off x="3624" y="3725"/>
                <a:ext cx="84" cy="0"/>
              </a:xfrm>
              <a:prstGeom prst="line">
                <a:avLst/>
              </a:prstGeom>
              <a:noFill/>
              <a:ln w="12700">
                <a:solidFill>
                  <a:srgbClr val="474747"/>
                </a:solidFill>
                <a:miter lim="800000"/>
              </a:ln>
              <a:effectLst/>
            </p:spPr>
          </p:cxnSp>
          <p:sp>
            <p:nvSpPr>
              <p:cNvPr id="57694" name=""/>
              <p:cNvSpPr/>
              <p:nvPr/>
            </p:nvSpPr>
            <p:spPr>
              <a:xfrm>
                <a:off x="3688" y="3729"/>
                <a:ext cx="8" cy="8"/>
              </a:xfrm>
              <a:prstGeom prst="rect">
                <a:avLst/>
              </a:prstGeom>
              <a:solidFill>
                <a:srgbClr val="000000"/>
              </a:solidFill>
              <a:ln w="12700">
                <a:solidFill>
                  <a:prstClr val="black"/>
                </a:solidFill>
                <a:miter lim="800000"/>
              </a:ln>
              <a:effectLst/>
            </p:spPr>
          </p:sp>
          <p:sp>
            <p:nvSpPr>
              <p:cNvPr id="57695" name=""/>
              <p:cNvSpPr/>
              <p:nvPr/>
            </p:nvSpPr>
            <p:spPr>
              <a:xfrm>
                <a:off x="3615" y="3708"/>
                <a:ext cx="62" cy="8"/>
              </a:xfrm>
              <a:prstGeom prst="rect">
                <a:avLst/>
              </a:prstGeom>
              <a:solidFill>
                <a:srgbClr val="CECECE"/>
              </a:solidFill>
              <a:ln w="12700">
                <a:solidFill>
                  <a:srgbClr val="CECECE"/>
                </a:solidFill>
                <a:miter lim="800000"/>
              </a:ln>
              <a:effectLst/>
            </p:spPr>
          </p:sp>
          <p:sp>
            <p:nvSpPr>
              <p:cNvPr id="57696" name=""/>
              <p:cNvSpPr/>
              <p:nvPr/>
            </p:nvSpPr>
            <p:spPr>
              <a:xfrm>
                <a:off x="3611" y="3687"/>
                <a:ext cx="70" cy="16"/>
              </a:xfrm>
              <a:prstGeom prst="rect">
                <a:avLst/>
              </a:prstGeom>
              <a:solidFill>
                <a:srgbClr val="CECECE"/>
              </a:solidFill>
              <a:ln>
                <a:noFill/>
                <a:miter lim="800000"/>
              </a:ln>
              <a:effectLst>
                <a:outerShdw dist="17961" dir="2700000" algn="ctr">
                  <a:srgbClr val="000000"/>
                </a:outerShdw>
              </a:effectLst>
            </p:spPr>
          </p:sp>
        </p:grpSp>
        <p:grpSp>
          <p:nvGrpSpPr>
            <p:cNvPr id="57697" name=""/>
            <p:cNvGrpSpPr/>
            <p:nvPr/>
          </p:nvGrpSpPr>
          <p:grpSpPr>
            <a:xfrm>
              <a:off x="4044" y="3604"/>
              <a:ext cx="158" cy="182"/>
              <a:chOff x="4044" y="3604"/>
              <a:chExt cx="158" cy="182"/>
            </a:xfrm>
          </p:grpSpPr>
          <p:sp>
            <p:nvSpPr>
              <p:cNvPr id="57698" name=""/>
              <p:cNvSpPr/>
              <p:nvPr/>
            </p:nvSpPr>
            <p:spPr>
              <a:xfrm>
                <a:off x="4062" y="3697"/>
                <a:ext cx="114" cy="17"/>
              </a:xfrm>
              <a:custGeom>
                <a:pathLst>
                  <a:path w="114" h="17">
                    <a:moveTo>
                      <a:pt x="0" y="16"/>
                    </a:moveTo>
                    <a:lnTo>
                      <a:pt x="113" y="16"/>
                    </a:lnTo>
                    <a:lnTo>
                      <a:pt x="101" y="0"/>
                    </a:lnTo>
                    <a:lnTo>
                      <a:pt x="12" y="0"/>
                    </a:lnTo>
                    <a:lnTo>
                      <a:pt x="0" y="16"/>
                    </a:lnTo>
                  </a:path>
                </a:pathLst>
              </a:custGeom>
              <a:solidFill>
                <a:srgbClr val="919191"/>
              </a:solidFill>
              <a:ln cap="rnd">
                <a:noFill/>
                <a:round/>
              </a:ln>
              <a:effectLst>
                <a:outerShdw dist="28398" dir="1593903" algn="ctr">
                  <a:srgbClr val="000000"/>
                </a:outerShdw>
              </a:effectLst>
            </p:spPr>
          </p:sp>
          <p:sp>
            <p:nvSpPr>
              <p:cNvPr id="57699" name=""/>
              <p:cNvSpPr/>
              <p:nvPr/>
            </p:nvSpPr>
            <p:spPr>
              <a:xfrm>
                <a:off x="4152" y="3687"/>
                <a:ext cx="8" cy="8"/>
              </a:xfrm>
              <a:prstGeom prst="rect">
                <a:avLst/>
              </a:prstGeom>
              <a:solidFill>
                <a:srgbClr val="008000"/>
              </a:solidFill>
              <a:ln w="12700">
                <a:solidFill>
                  <a:schemeClr val="tx1"/>
                </a:solidFill>
                <a:miter lim="800000"/>
              </a:ln>
              <a:effectLst/>
            </p:spPr>
          </p:sp>
          <p:sp>
            <p:nvSpPr>
              <p:cNvPr id="57700" name=""/>
              <p:cNvSpPr/>
              <p:nvPr/>
            </p:nvSpPr>
            <p:spPr>
              <a:xfrm>
                <a:off x="4062" y="3713"/>
                <a:ext cx="113" cy="40"/>
              </a:xfrm>
              <a:prstGeom prst="rect">
                <a:avLst/>
              </a:prstGeom>
              <a:solidFill>
                <a:srgbClr val="DBDBDB"/>
              </a:solidFill>
              <a:ln>
                <a:noFill/>
                <a:miter lim="800000"/>
              </a:ln>
              <a:effectLst>
                <a:outerShdw dist="35921" dir="2700000" algn="ctr">
                  <a:srgbClr val="000000"/>
                </a:outerShdw>
              </a:effectLst>
            </p:spPr>
          </p:sp>
          <p:sp>
            <p:nvSpPr>
              <p:cNvPr id="57701" name=""/>
              <p:cNvSpPr/>
              <p:nvPr/>
            </p:nvSpPr>
            <p:spPr>
              <a:xfrm>
                <a:off x="4044" y="3747"/>
                <a:ext cx="158" cy="25"/>
              </a:xfrm>
              <a:custGeom>
                <a:pathLst>
                  <a:path w="158" h="25">
                    <a:moveTo>
                      <a:pt x="0" y="24"/>
                    </a:moveTo>
                    <a:lnTo>
                      <a:pt x="157" y="24"/>
                    </a:lnTo>
                    <a:lnTo>
                      <a:pt x="147" y="0"/>
                    </a:lnTo>
                    <a:lnTo>
                      <a:pt x="11" y="0"/>
                    </a:lnTo>
                    <a:lnTo>
                      <a:pt x="0" y="24"/>
                    </a:lnTo>
                  </a:path>
                </a:pathLst>
              </a:custGeom>
              <a:solidFill>
                <a:srgbClr val="DADADA"/>
              </a:solidFill>
              <a:ln cap="rnd">
                <a:noFill/>
                <a:round/>
              </a:ln>
              <a:effectLst>
                <a:outerShdw dist="35921" dir="2700000" algn="ctr">
                  <a:srgbClr val="000000"/>
                </a:outerShdw>
              </a:effectLst>
            </p:spPr>
          </p:sp>
          <p:sp>
            <p:nvSpPr>
              <p:cNvPr id="57702" name=""/>
              <p:cNvSpPr/>
              <p:nvPr/>
            </p:nvSpPr>
            <p:spPr>
              <a:xfrm>
                <a:off x="4049" y="3749"/>
                <a:ext cx="149" cy="21"/>
              </a:xfrm>
              <a:custGeom>
                <a:pathLst>
                  <a:path w="149" h="21">
                    <a:moveTo>
                      <a:pt x="8" y="0"/>
                    </a:moveTo>
                    <a:lnTo>
                      <a:pt x="0" y="20"/>
                    </a:lnTo>
                    <a:lnTo>
                      <a:pt x="148" y="20"/>
                    </a:lnTo>
                    <a:lnTo>
                      <a:pt x="141" y="0"/>
                    </a:lnTo>
                  </a:path>
                </a:pathLst>
              </a:custGeom>
              <a:solidFill>
                <a:srgbClr val="CECECE"/>
              </a:solidFill>
              <a:ln w="12700" cap="rnd" cmpd="sng">
                <a:solidFill>
                  <a:srgbClr val="919191"/>
                </a:solidFill>
                <a:prstDash val="solid"/>
                <a:round/>
                <a:headEnd type="none" w="sm" len="sm"/>
                <a:tailEnd type="none" w="sm" len="sm"/>
              </a:ln>
              <a:effectLst/>
            </p:spPr>
          </p:sp>
          <p:sp>
            <p:nvSpPr>
              <p:cNvPr id="57703" name=""/>
              <p:cNvSpPr/>
              <p:nvPr/>
            </p:nvSpPr>
            <p:spPr>
              <a:xfrm>
                <a:off x="4163" y="3753"/>
                <a:ext cx="24" cy="17"/>
              </a:xfrm>
              <a:custGeom>
                <a:pathLst>
                  <a:path w="24" h="17">
                    <a:moveTo>
                      <a:pt x="0" y="0"/>
                    </a:moveTo>
                    <a:lnTo>
                      <a:pt x="21" y="0"/>
                    </a:lnTo>
                    <a:lnTo>
                      <a:pt x="23" y="16"/>
                    </a:lnTo>
                    <a:lnTo>
                      <a:pt x="0" y="16"/>
                    </a:lnTo>
                    <a:lnTo>
                      <a:pt x="0" y="0"/>
                    </a:lnTo>
                  </a:path>
                </a:pathLst>
              </a:custGeom>
              <a:solidFill>
                <a:srgbClr val="DADADA"/>
              </a:solidFill>
              <a:ln cap="rnd">
                <a:noFill/>
                <a:round/>
              </a:ln>
              <a:effectLst/>
            </p:spPr>
          </p:sp>
          <p:cxnSp>
            <p:nvCxnSpPr>
              <p:cNvPr id="57704" name=""/>
              <p:cNvCxnSpPr/>
              <p:nvPr/>
            </p:nvCxnSpPr>
            <p:spPr>
              <a:xfrm>
                <a:off x="4164" y="3758"/>
                <a:ext cx="12" cy="0"/>
              </a:xfrm>
              <a:prstGeom prst="line">
                <a:avLst/>
              </a:prstGeom>
              <a:noFill/>
              <a:ln w="12700">
                <a:solidFill>
                  <a:srgbClr val="DADADA"/>
                </a:solidFill>
                <a:miter lim="800000"/>
              </a:ln>
              <a:effectLst/>
            </p:spPr>
          </p:cxnSp>
          <p:sp>
            <p:nvSpPr>
              <p:cNvPr id="57705" name=""/>
              <p:cNvSpPr/>
              <p:nvPr/>
            </p:nvSpPr>
            <p:spPr>
              <a:xfrm>
                <a:off x="4044" y="3770"/>
                <a:ext cx="156" cy="16"/>
              </a:xfrm>
              <a:prstGeom prst="rect">
                <a:avLst/>
              </a:prstGeom>
              <a:solidFill>
                <a:srgbClr val="CECECE"/>
              </a:solidFill>
              <a:ln>
                <a:noFill/>
                <a:miter lim="800000"/>
              </a:ln>
              <a:effectLst>
                <a:outerShdw dist="35921" dir="2700000" algn="ctr">
                  <a:srgbClr val="000000"/>
                </a:outerShdw>
              </a:effectLst>
            </p:spPr>
          </p:sp>
          <p:sp>
            <p:nvSpPr>
              <p:cNvPr id="57706" name=""/>
              <p:cNvSpPr/>
              <p:nvPr/>
            </p:nvSpPr>
            <p:spPr>
              <a:xfrm>
                <a:off x="4080" y="3694"/>
                <a:ext cx="75" cy="17"/>
              </a:xfrm>
              <a:custGeom>
                <a:pathLst>
                  <a:path w="75" h="17">
                    <a:moveTo>
                      <a:pt x="0" y="16"/>
                    </a:moveTo>
                    <a:lnTo>
                      <a:pt x="74" y="16"/>
                    </a:lnTo>
                    <a:lnTo>
                      <a:pt x="69" y="0"/>
                    </a:lnTo>
                    <a:lnTo>
                      <a:pt x="4"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7707" name=""/>
              <p:cNvSpPr/>
              <p:nvPr/>
            </p:nvSpPr>
            <p:spPr>
              <a:xfrm>
                <a:off x="4099" y="3695"/>
                <a:ext cx="37" cy="17"/>
              </a:xfrm>
              <a:custGeom>
                <a:pathLst>
                  <a:path w="37" h="17">
                    <a:moveTo>
                      <a:pt x="0" y="9"/>
                    </a:moveTo>
                    <a:lnTo>
                      <a:pt x="0" y="0"/>
                    </a:lnTo>
                    <a:lnTo>
                      <a:pt x="36" y="0"/>
                    </a:lnTo>
                    <a:lnTo>
                      <a:pt x="36" y="9"/>
                    </a:lnTo>
                    <a:lnTo>
                      <a:pt x="36" y="9"/>
                    </a:lnTo>
                    <a:lnTo>
                      <a:pt x="36" y="11"/>
                    </a:lnTo>
                    <a:lnTo>
                      <a:pt x="35" y="11"/>
                    </a:lnTo>
                    <a:lnTo>
                      <a:pt x="34" y="12"/>
                    </a:lnTo>
                    <a:lnTo>
                      <a:pt x="33" y="12"/>
                    </a:lnTo>
                    <a:lnTo>
                      <a:pt x="32" y="12"/>
                    </a:lnTo>
                    <a:lnTo>
                      <a:pt x="30" y="14"/>
                    </a:lnTo>
                    <a:lnTo>
                      <a:pt x="29" y="14"/>
                    </a:lnTo>
                    <a:lnTo>
                      <a:pt x="28" y="14"/>
                    </a:lnTo>
                    <a:lnTo>
                      <a:pt x="26" y="16"/>
                    </a:lnTo>
                    <a:lnTo>
                      <a:pt x="24" y="16"/>
                    </a:lnTo>
                    <a:lnTo>
                      <a:pt x="23" y="16"/>
                    </a:lnTo>
                    <a:lnTo>
                      <a:pt x="21" y="16"/>
                    </a:lnTo>
                    <a:lnTo>
                      <a:pt x="19" y="16"/>
                    </a:lnTo>
                    <a:lnTo>
                      <a:pt x="17" y="16"/>
                    </a:lnTo>
                    <a:lnTo>
                      <a:pt x="14" y="16"/>
                    </a:lnTo>
                    <a:lnTo>
                      <a:pt x="12" y="16"/>
                    </a:lnTo>
                    <a:lnTo>
                      <a:pt x="10" y="16"/>
                    </a:lnTo>
                    <a:lnTo>
                      <a:pt x="9" y="14"/>
                    </a:lnTo>
                    <a:lnTo>
                      <a:pt x="7" y="14"/>
                    </a:lnTo>
                    <a:lnTo>
                      <a:pt x="5" y="14"/>
                    </a:lnTo>
                    <a:lnTo>
                      <a:pt x="4" y="14"/>
                    </a:lnTo>
                    <a:lnTo>
                      <a:pt x="3" y="12"/>
                    </a:lnTo>
                    <a:lnTo>
                      <a:pt x="1" y="12"/>
                    </a:lnTo>
                    <a:lnTo>
                      <a:pt x="1" y="11"/>
                    </a:lnTo>
                    <a:lnTo>
                      <a:pt x="0" y="11"/>
                    </a:lnTo>
                    <a:lnTo>
                      <a:pt x="0" y="11"/>
                    </a:lnTo>
                    <a:lnTo>
                      <a:pt x="0" y="9"/>
                    </a:lnTo>
                    <a:lnTo>
                      <a:pt x="0" y="9"/>
                    </a:lnTo>
                  </a:path>
                </a:pathLst>
              </a:custGeom>
              <a:solidFill>
                <a:srgbClr val="CECECE"/>
              </a:solidFill>
              <a:ln cap="rnd">
                <a:noFill/>
                <a:round/>
              </a:ln>
              <a:effectLst>
                <a:outerShdw dist="17961" dir="2700000" algn="ctr">
                  <a:srgbClr val="000000"/>
                </a:outerShdw>
              </a:effectLst>
            </p:spPr>
          </p:sp>
          <p:sp>
            <p:nvSpPr>
              <p:cNvPr id="57708" name=""/>
              <p:cNvSpPr/>
              <p:nvPr/>
            </p:nvSpPr>
            <p:spPr>
              <a:xfrm>
                <a:off x="4077" y="3604"/>
                <a:ext cx="80" cy="79"/>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7709" name=""/>
              <p:cNvSpPr/>
              <p:nvPr/>
            </p:nvSpPr>
            <p:spPr>
              <a:xfrm>
                <a:off x="4083" y="3609"/>
                <a:ext cx="68" cy="68"/>
              </a:xfrm>
              <a:prstGeom prst="roundRect">
                <a:avLst>
                  <a:gd name="adj" fmla="val 12088"/>
                </a:avLst>
              </a:prstGeom>
              <a:solidFill>
                <a:srgbClr val="474747"/>
              </a:solidFill>
              <a:ln>
                <a:noFill/>
                <a:miter lim="800000"/>
              </a:ln>
              <a:effectLst/>
            </p:spPr>
          </p:sp>
          <p:sp>
            <p:nvSpPr>
              <p:cNvPr id="57710" name=""/>
              <p:cNvSpPr/>
              <p:nvPr/>
            </p:nvSpPr>
            <p:spPr>
              <a:xfrm>
                <a:off x="4088" y="3614"/>
                <a:ext cx="60" cy="59"/>
              </a:xfrm>
              <a:prstGeom prst="roundRect">
                <a:avLst>
                  <a:gd name="adj" fmla="val 12296"/>
                </a:avLst>
              </a:prstGeom>
              <a:solidFill>
                <a:srgbClr val="037C03"/>
              </a:solidFill>
              <a:ln>
                <a:noFill/>
                <a:miter lim="800000"/>
              </a:ln>
              <a:effectLst/>
            </p:spPr>
          </p:sp>
          <p:grpSp>
            <p:nvGrpSpPr>
              <p:cNvPr id="57711" name=""/>
              <p:cNvGrpSpPr/>
              <p:nvPr/>
            </p:nvGrpSpPr>
            <p:grpSpPr>
              <a:xfrm>
                <a:off x="4096" y="3624"/>
                <a:ext cx="23" cy="46"/>
                <a:chOff x="4096" y="3624"/>
                <a:chExt cx="23" cy="46"/>
              </a:xfrm>
            </p:grpSpPr>
            <p:cxnSp>
              <p:nvCxnSpPr>
                <p:cNvPr id="57712" name=""/>
                <p:cNvCxnSpPr/>
                <p:nvPr/>
              </p:nvCxnSpPr>
              <p:spPr>
                <a:xfrm>
                  <a:off x="4096" y="3626"/>
                  <a:ext cx="10" cy="35"/>
                </a:xfrm>
                <a:prstGeom prst="line">
                  <a:avLst/>
                </a:prstGeom>
                <a:noFill/>
                <a:ln w="12700">
                  <a:solidFill>
                    <a:srgbClr val="FE9B03"/>
                  </a:solidFill>
                  <a:miter lim="800000"/>
                </a:ln>
                <a:effectLst/>
              </p:spPr>
            </p:cxnSp>
            <p:cxnSp>
              <p:nvCxnSpPr>
                <p:cNvPr id="57713" name=""/>
                <p:cNvCxnSpPr/>
                <p:nvPr/>
              </p:nvCxnSpPr>
              <p:spPr>
                <a:xfrm>
                  <a:off x="4102" y="3624"/>
                  <a:ext cx="17" cy="46"/>
                </a:xfrm>
                <a:prstGeom prst="line">
                  <a:avLst/>
                </a:prstGeom>
                <a:noFill/>
                <a:ln w="12700">
                  <a:solidFill>
                    <a:srgbClr val="FE9B03"/>
                  </a:solidFill>
                  <a:miter lim="800000"/>
                </a:ln>
                <a:effectLst/>
              </p:spPr>
            </p:cxnSp>
          </p:grpSp>
          <p:sp>
            <p:nvSpPr>
              <p:cNvPr id="57714" name=""/>
              <p:cNvSpPr/>
              <p:nvPr/>
            </p:nvSpPr>
            <p:spPr>
              <a:xfrm>
                <a:off x="4073" y="3749"/>
                <a:ext cx="21" cy="17"/>
              </a:xfrm>
              <a:custGeom>
                <a:pathLst>
                  <a:path w="21" h="17">
                    <a:moveTo>
                      <a:pt x="0" y="0"/>
                    </a:moveTo>
                    <a:lnTo>
                      <a:pt x="20" y="0"/>
                    </a:lnTo>
                    <a:lnTo>
                      <a:pt x="19" y="16"/>
                    </a:lnTo>
                    <a:lnTo>
                      <a:pt x="0" y="16"/>
                    </a:lnTo>
                    <a:lnTo>
                      <a:pt x="0" y="0"/>
                    </a:lnTo>
                  </a:path>
                </a:pathLst>
              </a:custGeom>
              <a:solidFill>
                <a:srgbClr val="DADADA"/>
              </a:solidFill>
              <a:ln cap="rnd">
                <a:noFill/>
                <a:round/>
              </a:ln>
              <a:effectLst>
                <a:outerShdw algn="ctr">
                  <a:schemeClr val="tx1"/>
                </a:outerShdw>
              </a:effectLst>
            </p:spPr>
          </p:sp>
          <p:sp>
            <p:nvSpPr>
              <p:cNvPr id="57715" name=""/>
              <p:cNvSpPr/>
              <p:nvPr/>
            </p:nvSpPr>
            <p:spPr>
              <a:xfrm>
                <a:off x="4119" y="3749"/>
                <a:ext cx="20" cy="17"/>
              </a:xfrm>
              <a:custGeom>
                <a:pathLst>
                  <a:path w="20" h="17">
                    <a:moveTo>
                      <a:pt x="0" y="0"/>
                    </a:moveTo>
                    <a:lnTo>
                      <a:pt x="19" y="0"/>
                    </a:lnTo>
                    <a:lnTo>
                      <a:pt x="19" y="16"/>
                    </a:lnTo>
                    <a:lnTo>
                      <a:pt x="0" y="16"/>
                    </a:lnTo>
                    <a:lnTo>
                      <a:pt x="0" y="0"/>
                    </a:lnTo>
                  </a:path>
                </a:pathLst>
              </a:custGeom>
              <a:solidFill>
                <a:srgbClr val="DADADA"/>
              </a:solidFill>
              <a:ln cap="rnd">
                <a:noFill/>
                <a:round/>
              </a:ln>
              <a:effectLst>
                <a:outerShdw algn="ctr">
                  <a:schemeClr val="tx1"/>
                </a:outerShdw>
              </a:effectLst>
            </p:spPr>
          </p:sp>
          <p:cxnSp>
            <p:nvCxnSpPr>
              <p:cNvPr id="57716" name=""/>
              <p:cNvCxnSpPr/>
              <p:nvPr/>
            </p:nvCxnSpPr>
            <p:spPr>
              <a:xfrm>
                <a:off x="4066" y="3755"/>
                <a:ext cx="62" cy="0"/>
              </a:xfrm>
              <a:prstGeom prst="line">
                <a:avLst/>
              </a:prstGeom>
              <a:noFill/>
              <a:ln w="12700">
                <a:solidFill>
                  <a:srgbClr val="DADADA"/>
                </a:solidFill>
                <a:miter lim="800000"/>
              </a:ln>
              <a:effectLst>
                <a:outerShdw algn="ctr">
                  <a:schemeClr val="tx1"/>
                </a:outerShdw>
              </a:effectLst>
            </p:spPr>
          </p:cxnSp>
          <p:cxnSp>
            <p:nvCxnSpPr>
              <p:cNvPr id="57717" name=""/>
              <p:cNvCxnSpPr/>
              <p:nvPr/>
            </p:nvCxnSpPr>
            <p:spPr>
              <a:xfrm>
                <a:off x="4068" y="3758"/>
                <a:ext cx="64" cy="0"/>
              </a:xfrm>
              <a:prstGeom prst="line">
                <a:avLst/>
              </a:prstGeom>
              <a:noFill/>
              <a:ln w="12700">
                <a:solidFill>
                  <a:srgbClr val="DADADA"/>
                </a:solidFill>
                <a:miter lim="800000"/>
              </a:ln>
              <a:effectLst>
                <a:outerShdw algn="ctr">
                  <a:schemeClr val="tx1"/>
                </a:outerShdw>
              </a:effectLst>
            </p:spPr>
          </p:cxnSp>
          <p:cxnSp>
            <p:nvCxnSpPr>
              <p:cNvPr id="57718" name=""/>
              <p:cNvCxnSpPr/>
              <p:nvPr/>
            </p:nvCxnSpPr>
            <p:spPr>
              <a:xfrm>
                <a:off x="4069" y="3761"/>
                <a:ext cx="54" cy="0"/>
              </a:xfrm>
              <a:prstGeom prst="line">
                <a:avLst/>
              </a:prstGeom>
              <a:noFill/>
              <a:ln w="12700">
                <a:solidFill>
                  <a:srgbClr val="DADADA"/>
                </a:solidFill>
                <a:miter lim="800000"/>
              </a:ln>
              <a:effectLst>
                <a:outerShdw algn="ctr">
                  <a:schemeClr val="tx1"/>
                </a:outerShdw>
              </a:effectLst>
            </p:spPr>
          </p:cxnSp>
          <p:cxnSp>
            <p:nvCxnSpPr>
              <p:cNvPr id="57719" name=""/>
              <p:cNvCxnSpPr/>
              <p:nvPr/>
            </p:nvCxnSpPr>
            <p:spPr>
              <a:xfrm>
                <a:off x="4059" y="3756"/>
                <a:ext cx="5" cy="0"/>
              </a:xfrm>
              <a:prstGeom prst="line">
                <a:avLst/>
              </a:prstGeom>
              <a:noFill/>
              <a:ln w="12700">
                <a:solidFill>
                  <a:srgbClr val="DADADA"/>
                </a:solidFill>
                <a:miter lim="800000"/>
              </a:ln>
              <a:effectLst>
                <a:outerShdw algn="ctr">
                  <a:schemeClr val="tx1"/>
                </a:outerShdw>
              </a:effectLst>
            </p:spPr>
          </p:cxnSp>
          <p:cxnSp>
            <p:nvCxnSpPr>
              <p:cNvPr id="57720" name=""/>
              <p:cNvCxnSpPr/>
              <p:nvPr/>
            </p:nvCxnSpPr>
            <p:spPr>
              <a:xfrm>
                <a:off x="4059" y="3759"/>
                <a:ext cx="3" cy="0"/>
              </a:xfrm>
              <a:prstGeom prst="line">
                <a:avLst/>
              </a:prstGeom>
              <a:noFill/>
              <a:ln w="12700">
                <a:solidFill>
                  <a:srgbClr val="DADADA"/>
                </a:solidFill>
                <a:miter lim="800000"/>
              </a:ln>
              <a:effectLst>
                <a:outerShdw algn="ctr">
                  <a:schemeClr val="tx1"/>
                </a:outerShdw>
              </a:effectLst>
            </p:spPr>
          </p:cxnSp>
          <p:cxnSp>
            <p:nvCxnSpPr>
              <p:cNvPr id="57721" name=""/>
              <p:cNvCxnSpPr/>
              <p:nvPr/>
            </p:nvCxnSpPr>
            <p:spPr>
              <a:xfrm>
                <a:off x="4080" y="3765"/>
                <a:ext cx="37" cy="0"/>
              </a:xfrm>
              <a:prstGeom prst="line">
                <a:avLst/>
              </a:prstGeom>
              <a:noFill/>
              <a:ln w="12700">
                <a:solidFill>
                  <a:srgbClr val="DADADA"/>
                </a:solidFill>
                <a:miter lim="800000"/>
              </a:ln>
              <a:effectLst>
                <a:outerShdw algn="ctr">
                  <a:schemeClr val="tx1"/>
                </a:outerShdw>
              </a:effectLst>
            </p:spPr>
          </p:cxnSp>
          <p:cxnSp>
            <p:nvCxnSpPr>
              <p:cNvPr id="57722" name=""/>
              <p:cNvCxnSpPr/>
              <p:nvPr/>
            </p:nvCxnSpPr>
            <p:spPr>
              <a:xfrm>
                <a:off x="4132" y="3755"/>
                <a:ext cx="8" cy="0"/>
              </a:xfrm>
              <a:prstGeom prst="line">
                <a:avLst/>
              </a:prstGeom>
              <a:noFill/>
              <a:ln w="12700">
                <a:solidFill>
                  <a:srgbClr val="DADADA"/>
                </a:solidFill>
                <a:miter lim="800000"/>
              </a:ln>
              <a:effectLst>
                <a:outerShdw algn="ctr">
                  <a:schemeClr val="tx1"/>
                </a:outerShdw>
              </a:effectLst>
            </p:spPr>
          </p:cxnSp>
          <p:cxnSp>
            <p:nvCxnSpPr>
              <p:cNvPr id="57723" name=""/>
              <p:cNvCxnSpPr/>
              <p:nvPr/>
            </p:nvCxnSpPr>
            <p:spPr>
              <a:xfrm>
                <a:off x="4134" y="3758"/>
                <a:ext cx="6" cy="0"/>
              </a:xfrm>
              <a:prstGeom prst="line">
                <a:avLst/>
              </a:prstGeom>
              <a:noFill/>
              <a:ln w="12700">
                <a:solidFill>
                  <a:srgbClr val="DADADA"/>
                </a:solidFill>
                <a:miter lim="800000"/>
              </a:ln>
              <a:effectLst>
                <a:outerShdw algn="ctr">
                  <a:schemeClr val="tx1"/>
                </a:outerShdw>
              </a:effectLst>
            </p:spPr>
          </p:cxnSp>
          <p:cxnSp>
            <p:nvCxnSpPr>
              <p:cNvPr id="57724" name=""/>
              <p:cNvCxnSpPr/>
              <p:nvPr/>
            </p:nvCxnSpPr>
            <p:spPr>
              <a:xfrm>
                <a:off x="4128" y="3761"/>
                <a:ext cx="12" cy="0"/>
              </a:xfrm>
              <a:prstGeom prst="line">
                <a:avLst/>
              </a:prstGeom>
              <a:noFill/>
              <a:ln w="12700">
                <a:solidFill>
                  <a:srgbClr val="DADADA"/>
                </a:solidFill>
                <a:miter lim="800000"/>
              </a:ln>
              <a:effectLst>
                <a:outerShdw algn="ctr">
                  <a:schemeClr val="tx1"/>
                </a:outerShdw>
              </a:effectLst>
            </p:spPr>
          </p:cxnSp>
          <p:cxnSp>
            <p:nvCxnSpPr>
              <p:cNvPr id="57725" name=""/>
              <p:cNvCxnSpPr/>
              <p:nvPr/>
            </p:nvCxnSpPr>
            <p:spPr>
              <a:xfrm>
                <a:off x="4168" y="3756"/>
                <a:ext cx="16" cy="0"/>
              </a:xfrm>
              <a:prstGeom prst="line">
                <a:avLst/>
              </a:prstGeom>
              <a:noFill/>
              <a:ln w="12700">
                <a:solidFill>
                  <a:srgbClr val="DADADA"/>
                </a:solidFill>
                <a:miter lim="800000"/>
              </a:ln>
              <a:effectLst>
                <a:outerShdw algn="ctr">
                  <a:schemeClr val="tx1"/>
                </a:outerShdw>
              </a:effectLst>
            </p:spPr>
          </p:cxnSp>
          <p:cxnSp>
            <p:nvCxnSpPr>
              <p:cNvPr id="57726" name=""/>
              <p:cNvCxnSpPr/>
              <p:nvPr/>
            </p:nvCxnSpPr>
            <p:spPr>
              <a:xfrm>
                <a:off x="4168" y="3761"/>
                <a:ext cx="10" cy="0"/>
              </a:xfrm>
              <a:prstGeom prst="line">
                <a:avLst/>
              </a:prstGeom>
              <a:noFill/>
              <a:ln w="12700">
                <a:solidFill>
                  <a:srgbClr val="DADADA"/>
                </a:solidFill>
                <a:miter lim="800000"/>
              </a:ln>
              <a:effectLst>
                <a:outerShdw algn="ctr">
                  <a:schemeClr val="tx1"/>
                </a:outerShdw>
              </a:effectLst>
            </p:spPr>
          </p:cxnSp>
          <p:cxnSp>
            <p:nvCxnSpPr>
              <p:cNvPr id="57727" name=""/>
              <p:cNvCxnSpPr/>
              <p:nvPr/>
            </p:nvCxnSpPr>
            <p:spPr>
              <a:xfrm>
                <a:off x="4168" y="3766"/>
                <a:ext cx="12" cy="0"/>
              </a:xfrm>
              <a:prstGeom prst="line">
                <a:avLst/>
              </a:prstGeom>
              <a:noFill/>
              <a:ln w="12700">
                <a:solidFill>
                  <a:srgbClr val="DADADA"/>
                </a:solidFill>
                <a:miter lim="800000"/>
              </a:ln>
              <a:effectLst>
                <a:outerShdw algn="ctr">
                  <a:schemeClr val="tx1"/>
                </a:outerShdw>
              </a:effectLst>
            </p:spPr>
          </p:cxnSp>
          <p:cxnSp>
            <p:nvCxnSpPr>
              <p:cNvPr id="57728" name=""/>
              <p:cNvCxnSpPr/>
              <p:nvPr/>
            </p:nvCxnSpPr>
            <p:spPr>
              <a:xfrm>
                <a:off x="4179" y="3759"/>
                <a:ext cx="8" cy="0"/>
              </a:xfrm>
              <a:prstGeom prst="line">
                <a:avLst/>
              </a:prstGeom>
              <a:noFill/>
              <a:ln w="12700">
                <a:solidFill>
                  <a:srgbClr val="DADADA"/>
                </a:solidFill>
                <a:miter lim="800000"/>
              </a:ln>
              <a:effectLst>
                <a:outerShdw algn="ctr">
                  <a:schemeClr val="tx1"/>
                </a:outerShdw>
              </a:effectLst>
            </p:spPr>
          </p:cxnSp>
          <p:cxnSp>
            <p:nvCxnSpPr>
              <p:cNvPr id="57729" name=""/>
              <p:cNvCxnSpPr/>
              <p:nvPr/>
            </p:nvCxnSpPr>
            <p:spPr>
              <a:xfrm>
                <a:off x="4181" y="3765"/>
                <a:ext cx="8" cy="0"/>
              </a:xfrm>
              <a:prstGeom prst="line">
                <a:avLst/>
              </a:prstGeom>
              <a:noFill/>
              <a:ln w="12700">
                <a:solidFill>
                  <a:srgbClr val="DADADA"/>
                </a:solidFill>
                <a:miter lim="800000"/>
              </a:ln>
              <a:effectLst>
                <a:outerShdw algn="ctr">
                  <a:schemeClr val="tx1"/>
                </a:outerShdw>
              </a:effectLst>
            </p:spPr>
          </p:cxnSp>
          <p:sp>
            <p:nvSpPr>
              <p:cNvPr id="57730" name=""/>
              <p:cNvSpPr/>
              <p:nvPr/>
            </p:nvSpPr>
            <p:spPr>
              <a:xfrm>
                <a:off x="4062" y="3749"/>
                <a:ext cx="17" cy="17"/>
              </a:xfrm>
              <a:custGeom>
                <a:pathLst>
                  <a:path w="17" h="17">
                    <a:moveTo>
                      <a:pt x="4" y="0"/>
                    </a:moveTo>
                    <a:lnTo>
                      <a:pt x="16" y="0"/>
                    </a:lnTo>
                    <a:lnTo>
                      <a:pt x="12"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7731" name=""/>
              <p:cNvSpPr/>
              <p:nvPr/>
            </p:nvSpPr>
            <p:spPr>
              <a:xfrm>
                <a:off x="4099" y="3749"/>
                <a:ext cx="19" cy="17"/>
              </a:xfrm>
              <a:custGeom>
                <a:pathLst>
                  <a:path w="19" h="17">
                    <a:moveTo>
                      <a:pt x="0" y="0"/>
                    </a:moveTo>
                    <a:lnTo>
                      <a:pt x="18" y="0"/>
                    </a:lnTo>
                    <a:lnTo>
                      <a:pt x="18"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7732" name=""/>
              <p:cNvSpPr/>
              <p:nvPr/>
            </p:nvSpPr>
            <p:spPr>
              <a:xfrm>
                <a:off x="4144" y="3749"/>
                <a:ext cx="17" cy="17"/>
              </a:xfrm>
              <a:custGeom>
                <a:pathLst>
                  <a:path w="17" h="17">
                    <a:moveTo>
                      <a:pt x="0" y="0"/>
                    </a:moveTo>
                    <a:lnTo>
                      <a:pt x="16" y="0"/>
                    </a:lnTo>
                    <a:lnTo>
                      <a:pt x="16"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7733" name=""/>
              <p:cNvCxnSpPr/>
              <p:nvPr/>
            </p:nvCxnSpPr>
            <p:spPr>
              <a:xfrm>
                <a:off x="4070" y="3765"/>
                <a:ext cx="10" cy="0"/>
              </a:xfrm>
              <a:prstGeom prst="line">
                <a:avLst/>
              </a:prstGeom>
              <a:noFill/>
              <a:ln w="12700">
                <a:solidFill>
                  <a:srgbClr val="919191"/>
                </a:solidFill>
                <a:miter lim="800000"/>
              </a:ln>
              <a:effectLst>
                <a:outerShdw algn="ctr">
                  <a:schemeClr val="tx1"/>
                </a:outerShdw>
              </a:effectLst>
            </p:spPr>
          </p:cxnSp>
          <p:cxnSp>
            <p:nvCxnSpPr>
              <p:cNvPr id="57734" name=""/>
              <p:cNvCxnSpPr/>
              <p:nvPr/>
            </p:nvCxnSpPr>
            <p:spPr>
              <a:xfrm>
                <a:off x="4057" y="3765"/>
                <a:ext cx="9" cy="0"/>
              </a:xfrm>
              <a:prstGeom prst="line">
                <a:avLst/>
              </a:prstGeom>
              <a:noFill/>
              <a:ln w="12700">
                <a:solidFill>
                  <a:srgbClr val="919191"/>
                </a:solidFill>
                <a:miter lim="800000"/>
              </a:ln>
              <a:effectLst>
                <a:outerShdw algn="ctr">
                  <a:schemeClr val="tx1"/>
                </a:outerShdw>
              </a:effectLst>
            </p:spPr>
          </p:cxnSp>
          <p:cxnSp>
            <p:nvCxnSpPr>
              <p:cNvPr id="57735" name=""/>
              <p:cNvCxnSpPr/>
              <p:nvPr/>
            </p:nvCxnSpPr>
            <p:spPr>
              <a:xfrm>
                <a:off x="4119" y="3765"/>
                <a:ext cx="7" cy="0"/>
              </a:xfrm>
              <a:prstGeom prst="line">
                <a:avLst/>
              </a:prstGeom>
              <a:noFill/>
              <a:ln w="12700">
                <a:solidFill>
                  <a:srgbClr val="919191"/>
                </a:solidFill>
                <a:miter lim="800000"/>
              </a:ln>
              <a:effectLst>
                <a:outerShdw algn="ctr">
                  <a:schemeClr val="tx1"/>
                </a:outerShdw>
              </a:effectLst>
            </p:spPr>
          </p:cxnSp>
          <p:cxnSp>
            <p:nvCxnSpPr>
              <p:cNvPr id="57736" name=""/>
              <p:cNvCxnSpPr/>
              <p:nvPr/>
            </p:nvCxnSpPr>
            <p:spPr>
              <a:xfrm>
                <a:off x="4128" y="3766"/>
                <a:ext cx="12" cy="0"/>
              </a:xfrm>
              <a:prstGeom prst="line">
                <a:avLst/>
              </a:prstGeom>
              <a:noFill/>
              <a:ln w="12700">
                <a:solidFill>
                  <a:srgbClr val="919191"/>
                </a:solidFill>
                <a:miter lim="800000"/>
              </a:ln>
              <a:effectLst>
                <a:outerShdw algn="ctr">
                  <a:schemeClr val="tx1"/>
                </a:outerShdw>
              </a:effectLst>
            </p:spPr>
          </p:cxnSp>
          <p:grpSp>
            <p:nvGrpSpPr>
              <p:cNvPr id="57737" name=""/>
              <p:cNvGrpSpPr/>
              <p:nvPr/>
            </p:nvGrpSpPr>
            <p:grpSpPr>
              <a:xfrm>
                <a:off x="4144" y="3756"/>
                <a:ext cx="17" cy="10"/>
                <a:chOff x="4144" y="3756"/>
                <a:chExt cx="17" cy="10"/>
              </a:xfrm>
            </p:grpSpPr>
            <p:cxnSp>
              <p:nvCxnSpPr>
                <p:cNvPr id="57738" name=""/>
                <p:cNvCxnSpPr/>
                <p:nvPr/>
              </p:nvCxnSpPr>
              <p:spPr>
                <a:xfrm>
                  <a:off x="4144" y="3756"/>
                  <a:ext cx="15" cy="0"/>
                </a:xfrm>
                <a:prstGeom prst="line">
                  <a:avLst/>
                </a:prstGeom>
                <a:noFill/>
                <a:ln w="12700">
                  <a:solidFill>
                    <a:srgbClr val="919191"/>
                  </a:solidFill>
                  <a:miter lim="800000"/>
                </a:ln>
                <a:effectLst>
                  <a:outerShdw algn="ctr">
                    <a:schemeClr val="tx1"/>
                  </a:outerShdw>
                </a:effectLst>
              </p:spPr>
            </p:cxnSp>
            <p:cxnSp>
              <p:nvCxnSpPr>
                <p:cNvPr id="57739" name=""/>
                <p:cNvCxnSpPr/>
                <p:nvPr/>
              </p:nvCxnSpPr>
              <p:spPr>
                <a:xfrm>
                  <a:off x="4145" y="3759"/>
                  <a:ext cx="14" cy="0"/>
                </a:xfrm>
                <a:prstGeom prst="line">
                  <a:avLst/>
                </a:prstGeom>
                <a:noFill/>
                <a:ln w="12700">
                  <a:solidFill>
                    <a:srgbClr val="919191"/>
                  </a:solidFill>
                  <a:miter lim="800000"/>
                </a:ln>
                <a:effectLst>
                  <a:outerShdw algn="ctr">
                    <a:schemeClr val="tx1"/>
                  </a:outerShdw>
                </a:effectLst>
              </p:spPr>
            </p:cxnSp>
            <p:cxnSp>
              <p:nvCxnSpPr>
                <p:cNvPr id="57740" name=""/>
                <p:cNvCxnSpPr/>
                <p:nvPr/>
              </p:nvCxnSpPr>
              <p:spPr>
                <a:xfrm>
                  <a:off x="4145" y="3766"/>
                  <a:ext cx="16" cy="0"/>
                </a:xfrm>
                <a:prstGeom prst="line">
                  <a:avLst/>
                </a:prstGeom>
                <a:noFill/>
                <a:ln w="12700">
                  <a:solidFill>
                    <a:srgbClr val="919191"/>
                  </a:solidFill>
                  <a:miter lim="800000"/>
                </a:ln>
                <a:effectLst>
                  <a:outerShdw algn="ctr">
                    <a:schemeClr val="tx1"/>
                  </a:outerShdw>
                </a:effectLst>
              </p:spPr>
            </p:cxnSp>
          </p:grpSp>
          <p:cxnSp>
            <p:nvCxnSpPr>
              <p:cNvPr id="57741" name=""/>
              <p:cNvCxnSpPr/>
              <p:nvPr/>
            </p:nvCxnSpPr>
            <p:spPr>
              <a:xfrm>
                <a:off x="4168" y="3753"/>
                <a:ext cx="16" cy="0"/>
              </a:xfrm>
              <a:prstGeom prst="line">
                <a:avLst/>
              </a:prstGeom>
              <a:noFill/>
              <a:ln w="12700">
                <a:solidFill>
                  <a:srgbClr val="919191"/>
                </a:solidFill>
                <a:miter lim="800000"/>
              </a:ln>
              <a:effectLst>
                <a:outerShdw algn="ctr">
                  <a:schemeClr val="tx1"/>
                </a:outerShdw>
              </a:effectLst>
            </p:spPr>
          </p:cxnSp>
          <p:sp>
            <p:nvSpPr>
              <p:cNvPr id="57742" name=""/>
              <p:cNvSpPr/>
              <p:nvPr/>
            </p:nvSpPr>
            <p:spPr>
              <a:xfrm>
                <a:off x="4179" y="3719"/>
                <a:ext cx="8" cy="8"/>
              </a:xfrm>
              <a:prstGeom prst="rect">
                <a:avLst/>
              </a:prstGeom>
              <a:solidFill>
                <a:srgbClr val="000000"/>
              </a:solidFill>
              <a:ln w="12700">
                <a:solidFill>
                  <a:prstClr val="black"/>
                </a:solidFill>
                <a:miter lim="800000"/>
              </a:ln>
              <a:effectLst/>
            </p:spPr>
          </p:sp>
          <p:sp>
            <p:nvSpPr>
              <p:cNvPr id="57743" name=""/>
              <p:cNvSpPr/>
              <p:nvPr/>
            </p:nvSpPr>
            <p:spPr>
              <a:xfrm>
                <a:off x="4095" y="3720"/>
                <a:ext cx="76" cy="20"/>
              </a:xfrm>
              <a:prstGeom prst="rect">
                <a:avLst/>
              </a:prstGeom>
              <a:solidFill>
                <a:srgbClr val="C0C0C0"/>
              </a:solidFill>
              <a:ln w="12700">
                <a:solidFill>
                  <a:srgbClr val="CECECE"/>
                </a:solidFill>
                <a:miter lim="800000"/>
              </a:ln>
              <a:effectLst>
                <a:outerShdw algn="ctr">
                  <a:srgbClr val="000000"/>
                </a:outerShdw>
              </a:effectLst>
            </p:spPr>
          </p:sp>
          <p:grpSp>
            <p:nvGrpSpPr>
              <p:cNvPr id="57744" name=""/>
              <p:cNvGrpSpPr/>
              <p:nvPr/>
            </p:nvGrpSpPr>
            <p:grpSpPr>
              <a:xfrm>
                <a:off x="4172" y="3728"/>
                <a:ext cx="8" cy="16"/>
                <a:chOff x="4172" y="3728"/>
                <a:chExt cx="8" cy="16"/>
              </a:xfrm>
            </p:grpSpPr>
            <p:sp>
              <p:nvSpPr>
                <p:cNvPr id="57745" name=""/>
                <p:cNvSpPr/>
                <p:nvPr/>
              </p:nvSpPr>
              <p:spPr>
                <a:xfrm>
                  <a:off x="4172" y="3728"/>
                  <a:ext cx="8" cy="8"/>
                </a:xfrm>
                <a:prstGeom prst="rect">
                  <a:avLst/>
                </a:prstGeom>
                <a:solidFill>
                  <a:srgbClr val="000000"/>
                </a:solidFill>
                <a:ln w="12700">
                  <a:solidFill>
                    <a:prstClr val="black"/>
                  </a:solidFill>
                  <a:miter lim="800000"/>
                </a:ln>
                <a:effectLst/>
              </p:spPr>
            </p:sp>
            <p:sp>
              <p:nvSpPr>
                <p:cNvPr id="57746" name=""/>
                <p:cNvSpPr/>
                <p:nvPr/>
              </p:nvSpPr>
              <p:spPr>
                <a:xfrm>
                  <a:off x="4172" y="3736"/>
                  <a:ext cx="8" cy="8"/>
                </a:xfrm>
                <a:prstGeom prst="rect">
                  <a:avLst/>
                </a:prstGeom>
                <a:solidFill>
                  <a:srgbClr val="000000"/>
                </a:solidFill>
                <a:ln w="12700">
                  <a:solidFill>
                    <a:prstClr val="black"/>
                  </a:solidFill>
                  <a:miter lim="800000"/>
                </a:ln>
                <a:effectLst/>
              </p:spPr>
            </p:sp>
          </p:grpSp>
          <p:sp>
            <p:nvSpPr>
              <p:cNvPr id="57747" name=""/>
              <p:cNvSpPr/>
              <p:nvPr/>
            </p:nvSpPr>
            <p:spPr>
              <a:xfrm>
                <a:off x="4130" y="3720"/>
                <a:ext cx="8" cy="8"/>
              </a:xfrm>
              <a:prstGeom prst="rect">
                <a:avLst/>
              </a:prstGeom>
              <a:solidFill>
                <a:srgbClr val="000000"/>
              </a:solidFill>
              <a:ln w="12700">
                <a:solidFill>
                  <a:prstClr val="black"/>
                </a:solidFill>
                <a:miter lim="800000"/>
              </a:ln>
              <a:effectLst/>
            </p:spPr>
          </p:sp>
          <p:sp>
            <p:nvSpPr>
              <p:cNvPr id="57748" name=""/>
              <p:cNvSpPr/>
              <p:nvPr/>
            </p:nvSpPr>
            <p:spPr>
              <a:xfrm>
                <a:off x="4130" y="3722"/>
                <a:ext cx="8" cy="8"/>
              </a:xfrm>
              <a:prstGeom prst="rect">
                <a:avLst/>
              </a:prstGeom>
              <a:solidFill>
                <a:srgbClr val="000000"/>
              </a:solidFill>
              <a:ln w="12700">
                <a:solidFill>
                  <a:prstClr val="black"/>
                </a:solidFill>
                <a:miter lim="800000"/>
              </a:ln>
              <a:effectLst/>
            </p:spPr>
          </p:sp>
          <p:sp>
            <p:nvSpPr>
              <p:cNvPr id="57749" name=""/>
              <p:cNvSpPr/>
              <p:nvPr/>
            </p:nvSpPr>
            <p:spPr>
              <a:xfrm>
                <a:off x="4121" y="3722"/>
                <a:ext cx="19" cy="8"/>
              </a:xfrm>
              <a:prstGeom prst="rect">
                <a:avLst/>
              </a:prstGeom>
              <a:solidFill>
                <a:srgbClr val="000000"/>
              </a:solidFill>
              <a:ln w="12700">
                <a:solidFill>
                  <a:prstClr val="black"/>
                </a:solidFill>
                <a:miter lim="800000"/>
              </a:ln>
              <a:effectLst/>
            </p:spPr>
          </p:sp>
          <p:sp>
            <p:nvSpPr>
              <p:cNvPr id="57750" name=""/>
              <p:cNvSpPr/>
              <p:nvPr/>
            </p:nvSpPr>
            <p:spPr>
              <a:xfrm>
                <a:off x="4123" y="3726"/>
                <a:ext cx="8" cy="8"/>
              </a:xfrm>
              <a:prstGeom prst="rect">
                <a:avLst/>
              </a:prstGeom>
              <a:solidFill>
                <a:srgbClr val="000000"/>
              </a:solidFill>
              <a:ln w="12700">
                <a:solidFill>
                  <a:prstClr val="black"/>
                </a:solidFill>
                <a:miter lim="800000"/>
              </a:ln>
              <a:effectLst/>
            </p:spPr>
          </p:sp>
          <p:sp>
            <p:nvSpPr>
              <p:cNvPr id="57751" name=""/>
              <p:cNvSpPr/>
              <p:nvPr/>
            </p:nvSpPr>
            <p:spPr>
              <a:xfrm>
                <a:off x="4141" y="3726"/>
                <a:ext cx="8" cy="8"/>
              </a:xfrm>
              <a:prstGeom prst="rect">
                <a:avLst/>
              </a:prstGeom>
              <a:solidFill>
                <a:srgbClr val="000000"/>
              </a:solidFill>
              <a:ln w="12700">
                <a:solidFill>
                  <a:prstClr val="black"/>
                </a:solidFill>
                <a:miter lim="800000"/>
              </a:ln>
              <a:effectLst/>
            </p:spPr>
          </p:sp>
          <p:sp>
            <p:nvSpPr>
              <p:cNvPr id="57752" name=""/>
              <p:cNvSpPr/>
              <p:nvPr/>
            </p:nvSpPr>
            <p:spPr>
              <a:xfrm>
                <a:off x="4172" y="3720"/>
                <a:ext cx="8" cy="8"/>
              </a:xfrm>
              <a:prstGeom prst="rect">
                <a:avLst/>
              </a:prstGeom>
              <a:solidFill>
                <a:srgbClr val="000000"/>
              </a:solidFill>
              <a:ln w="12700">
                <a:solidFill>
                  <a:prstClr val="black"/>
                </a:solidFill>
                <a:miter lim="800000"/>
              </a:ln>
              <a:effectLst/>
            </p:spPr>
          </p:sp>
          <p:cxnSp>
            <p:nvCxnSpPr>
              <p:cNvPr id="57753" name=""/>
              <p:cNvCxnSpPr/>
              <p:nvPr/>
            </p:nvCxnSpPr>
            <p:spPr>
              <a:xfrm flipH="1">
                <a:off x="4108" y="3717"/>
                <a:ext cx="0" cy="27"/>
              </a:xfrm>
              <a:prstGeom prst="line">
                <a:avLst/>
              </a:prstGeom>
              <a:noFill/>
              <a:ln w="12700">
                <a:solidFill>
                  <a:srgbClr val="474747"/>
                </a:solidFill>
                <a:miter lim="800000"/>
              </a:ln>
              <a:effectLst/>
            </p:spPr>
          </p:cxnSp>
          <p:cxnSp>
            <p:nvCxnSpPr>
              <p:cNvPr id="57754" name=""/>
              <p:cNvCxnSpPr/>
              <p:nvPr/>
            </p:nvCxnSpPr>
            <p:spPr>
              <a:xfrm flipH="1">
                <a:off x="4144" y="3717"/>
                <a:ext cx="0" cy="27"/>
              </a:xfrm>
              <a:prstGeom prst="line">
                <a:avLst/>
              </a:prstGeom>
              <a:noFill/>
              <a:ln w="12700">
                <a:solidFill>
                  <a:srgbClr val="474747"/>
                </a:solidFill>
                <a:miter lim="800000"/>
              </a:ln>
              <a:effectLst/>
            </p:spPr>
          </p:cxnSp>
          <p:cxnSp>
            <p:nvCxnSpPr>
              <p:cNvPr id="57755" name=""/>
              <p:cNvCxnSpPr/>
              <p:nvPr/>
            </p:nvCxnSpPr>
            <p:spPr>
              <a:xfrm flipH="1">
                <a:off x="4062" y="3717"/>
                <a:ext cx="29" cy="0"/>
              </a:xfrm>
              <a:prstGeom prst="line">
                <a:avLst/>
              </a:prstGeom>
              <a:noFill/>
              <a:ln w="12700">
                <a:solidFill>
                  <a:srgbClr val="474747"/>
                </a:solidFill>
                <a:miter lim="800000"/>
              </a:ln>
              <a:effectLst/>
            </p:spPr>
          </p:cxnSp>
          <p:cxnSp>
            <p:nvCxnSpPr>
              <p:cNvPr id="57756" name=""/>
              <p:cNvCxnSpPr/>
              <p:nvPr/>
            </p:nvCxnSpPr>
            <p:spPr>
              <a:xfrm flipH="1">
                <a:off x="4064" y="3718"/>
                <a:ext cx="32" cy="0"/>
              </a:xfrm>
              <a:prstGeom prst="line">
                <a:avLst/>
              </a:prstGeom>
              <a:noFill/>
              <a:ln w="12700">
                <a:solidFill>
                  <a:srgbClr val="474747"/>
                </a:solidFill>
                <a:miter lim="800000"/>
              </a:ln>
              <a:effectLst/>
            </p:spPr>
          </p:cxnSp>
          <p:cxnSp>
            <p:nvCxnSpPr>
              <p:cNvPr id="57757" name=""/>
              <p:cNvCxnSpPr/>
              <p:nvPr/>
            </p:nvCxnSpPr>
            <p:spPr>
              <a:xfrm flipH="1">
                <a:off x="4064" y="3723"/>
                <a:ext cx="32" cy="0"/>
              </a:xfrm>
              <a:prstGeom prst="line">
                <a:avLst/>
              </a:prstGeom>
              <a:noFill/>
              <a:ln w="12700">
                <a:solidFill>
                  <a:srgbClr val="474747"/>
                </a:solidFill>
                <a:miter lim="800000"/>
              </a:ln>
              <a:effectLst/>
            </p:spPr>
          </p:cxnSp>
          <p:cxnSp>
            <p:nvCxnSpPr>
              <p:cNvPr id="57758" name=""/>
              <p:cNvCxnSpPr/>
              <p:nvPr/>
            </p:nvCxnSpPr>
            <p:spPr>
              <a:xfrm flipH="1">
                <a:off x="4064" y="3729"/>
                <a:ext cx="32" cy="0"/>
              </a:xfrm>
              <a:prstGeom prst="line">
                <a:avLst/>
              </a:prstGeom>
              <a:noFill/>
              <a:ln w="12700">
                <a:solidFill>
                  <a:srgbClr val="474747"/>
                </a:solidFill>
                <a:miter lim="800000"/>
              </a:ln>
              <a:effectLst/>
            </p:spPr>
          </p:cxnSp>
          <p:cxnSp>
            <p:nvCxnSpPr>
              <p:cNvPr id="57759" name=""/>
              <p:cNvCxnSpPr/>
              <p:nvPr/>
            </p:nvCxnSpPr>
            <p:spPr>
              <a:xfrm flipH="1">
                <a:off x="4064" y="3735"/>
                <a:ext cx="32" cy="0"/>
              </a:xfrm>
              <a:prstGeom prst="line">
                <a:avLst/>
              </a:prstGeom>
              <a:noFill/>
              <a:ln w="12700">
                <a:solidFill>
                  <a:srgbClr val="474747"/>
                </a:solidFill>
                <a:miter lim="800000"/>
              </a:ln>
              <a:effectLst/>
            </p:spPr>
          </p:cxnSp>
          <p:cxnSp>
            <p:nvCxnSpPr>
              <p:cNvPr id="57760" name=""/>
              <p:cNvCxnSpPr/>
              <p:nvPr/>
            </p:nvCxnSpPr>
            <p:spPr>
              <a:xfrm flipH="1">
                <a:off x="4064" y="3740"/>
                <a:ext cx="32" cy="0"/>
              </a:xfrm>
              <a:prstGeom prst="line">
                <a:avLst/>
              </a:prstGeom>
              <a:noFill/>
              <a:ln w="12700">
                <a:solidFill>
                  <a:srgbClr val="474747"/>
                </a:solidFill>
                <a:miter lim="800000"/>
              </a:ln>
              <a:effectLst/>
            </p:spPr>
          </p:cxnSp>
          <p:cxnSp>
            <p:nvCxnSpPr>
              <p:cNvPr id="57761" name=""/>
              <p:cNvCxnSpPr/>
              <p:nvPr/>
            </p:nvCxnSpPr>
            <p:spPr>
              <a:xfrm>
                <a:off x="4064" y="3746"/>
                <a:ext cx="115" cy="0"/>
              </a:xfrm>
              <a:prstGeom prst="line">
                <a:avLst/>
              </a:prstGeom>
              <a:noFill/>
              <a:ln w="12700">
                <a:solidFill>
                  <a:srgbClr val="474747"/>
                </a:solidFill>
                <a:miter lim="800000"/>
              </a:ln>
              <a:effectLst/>
            </p:spPr>
          </p:cxnSp>
          <p:cxnSp>
            <p:nvCxnSpPr>
              <p:cNvPr id="57762" name=""/>
              <p:cNvCxnSpPr/>
              <p:nvPr/>
            </p:nvCxnSpPr>
            <p:spPr>
              <a:xfrm>
                <a:off x="4096" y="3725"/>
                <a:ext cx="80" cy="0"/>
              </a:xfrm>
              <a:prstGeom prst="line">
                <a:avLst/>
              </a:prstGeom>
              <a:noFill/>
              <a:ln w="12700">
                <a:solidFill>
                  <a:srgbClr val="474747"/>
                </a:solidFill>
                <a:miter lim="800000"/>
              </a:ln>
              <a:effectLst/>
            </p:spPr>
          </p:cxnSp>
          <p:sp>
            <p:nvSpPr>
              <p:cNvPr id="57763" name=""/>
              <p:cNvSpPr/>
              <p:nvPr/>
            </p:nvSpPr>
            <p:spPr>
              <a:xfrm>
                <a:off x="4159" y="3729"/>
                <a:ext cx="8" cy="8"/>
              </a:xfrm>
              <a:prstGeom prst="rect">
                <a:avLst/>
              </a:prstGeom>
              <a:solidFill>
                <a:srgbClr val="000000"/>
              </a:solidFill>
              <a:ln w="12700">
                <a:solidFill>
                  <a:prstClr val="black"/>
                </a:solidFill>
                <a:miter lim="800000"/>
              </a:ln>
              <a:effectLst/>
            </p:spPr>
          </p:sp>
          <p:sp>
            <p:nvSpPr>
              <p:cNvPr id="57764" name=""/>
              <p:cNvSpPr/>
              <p:nvPr/>
            </p:nvSpPr>
            <p:spPr>
              <a:xfrm>
                <a:off x="4084" y="3708"/>
                <a:ext cx="66" cy="8"/>
              </a:xfrm>
              <a:prstGeom prst="rect">
                <a:avLst/>
              </a:prstGeom>
              <a:solidFill>
                <a:srgbClr val="CECECE"/>
              </a:solidFill>
              <a:ln w="12700">
                <a:solidFill>
                  <a:srgbClr val="CECECE"/>
                </a:solidFill>
                <a:miter lim="800000"/>
              </a:ln>
              <a:effectLst/>
            </p:spPr>
          </p:sp>
          <p:sp>
            <p:nvSpPr>
              <p:cNvPr id="57765" name=""/>
              <p:cNvSpPr/>
              <p:nvPr/>
            </p:nvSpPr>
            <p:spPr>
              <a:xfrm>
                <a:off x="4080" y="3687"/>
                <a:ext cx="74" cy="16"/>
              </a:xfrm>
              <a:prstGeom prst="rect">
                <a:avLst/>
              </a:prstGeom>
              <a:solidFill>
                <a:srgbClr val="CECECE"/>
              </a:solidFill>
              <a:ln>
                <a:noFill/>
                <a:miter lim="800000"/>
              </a:ln>
              <a:effectLst>
                <a:outerShdw dist="17961" dir="2700000" algn="ctr">
                  <a:srgbClr val="000000"/>
                </a:outerShdw>
              </a:effectLst>
            </p:spPr>
          </p:sp>
        </p:grpSp>
        <p:grpSp>
          <p:nvGrpSpPr>
            <p:cNvPr id="57766" name=""/>
            <p:cNvGrpSpPr/>
            <p:nvPr/>
          </p:nvGrpSpPr>
          <p:grpSpPr>
            <a:xfrm>
              <a:off x="4930" y="3574"/>
              <a:ext cx="85" cy="200"/>
              <a:chOff x="4930" y="3574"/>
              <a:chExt cx="85" cy="200"/>
            </a:xfrm>
          </p:grpSpPr>
          <p:sp>
            <p:nvSpPr>
              <p:cNvPr id="57767" name=""/>
              <p:cNvSpPr/>
              <p:nvPr/>
            </p:nvSpPr>
            <p:spPr>
              <a:xfrm>
                <a:off x="4930" y="3574"/>
                <a:ext cx="85" cy="200"/>
              </a:xfrm>
              <a:prstGeom prst="rect">
                <a:avLst/>
              </a:prstGeom>
              <a:solidFill>
                <a:srgbClr val="CECECE"/>
              </a:solidFill>
              <a:ln>
                <a:noFill/>
                <a:miter lim="800000"/>
              </a:ln>
              <a:effectLst>
                <a:outerShdw dist="35921" dir="2700000" algn="ctr">
                  <a:schemeClr val="bg2"/>
                </a:outerShdw>
              </a:effectLst>
            </p:spPr>
          </p:sp>
          <p:sp>
            <p:nvSpPr>
              <p:cNvPr id="57768" name=""/>
              <p:cNvSpPr/>
              <p:nvPr/>
            </p:nvSpPr>
            <p:spPr>
              <a:xfrm>
                <a:off x="4997" y="3574"/>
                <a:ext cx="18" cy="200"/>
              </a:xfrm>
              <a:prstGeom prst="rect">
                <a:avLst/>
              </a:prstGeom>
              <a:gradFill rotWithShape="0">
                <a:gsLst>
                  <a:gs pos="0">
                    <a:srgbClr val="676767">
                      <a:gamma/>
                      <a:shade val="0"/>
                      <a:invGamma/>
                    </a:srgbClr>
                  </a:gs>
                  <a:gs pos="100000">
                    <a:srgbClr val="676767"/>
                  </a:gs>
                </a:gsLst>
                <a:lin ang="0" scaled="1"/>
              </a:gradFill>
              <a:ln>
                <a:noFill/>
                <a:miter lim="800000"/>
              </a:ln>
              <a:effectLst>
                <a:outerShdw dist="35921" dir="2700000" algn="ctr">
                  <a:schemeClr val="bg2"/>
                </a:outerShdw>
              </a:effectLst>
            </p:spPr>
          </p:sp>
          <p:cxnSp>
            <p:nvCxnSpPr>
              <p:cNvPr id="57769" name=""/>
              <p:cNvCxnSpPr/>
              <p:nvPr/>
            </p:nvCxnSpPr>
            <p:spPr>
              <a:xfrm flipH="1">
                <a:off x="5011" y="3574"/>
                <a:ext cx="0" cy="200"/>
              </a:xfrm>
              <a:prstGeom prst="line">
                <a:avLst/>
              </a:prstGeom>
              <a:noFill/>
              <a:ln w="12700">
                <a:solidFill>
                  <a:srgbClr val="FFFFFF"/>
                </a:solidFill>
                <a:miter lim="800000"/>
              </a:ln>
              <a:effectLst>
                <a:outerShdw dist="35921" dir="2700000" algn="ctr">
                  <a:schemeClr val="bg2"/>
                </a:outerShdw>
              </a:effectLst>
            </p:spPr>
          </p:cxnSp>
          <p:grpSp>
            <p:nvGrpSpPr>
              <p:cNvPr id="57770" name=""/>
              <p:cNvGrpSpPr/>
              <p:nvPr/>
            </p:nvGrpSpPr>
            <p:grpSpPr>
              <a:xfrm>
                <a:off x="4930" y="3678"/>
                <a:ext cx="65" cy="87"/>
                <a:chOff x="4930" y="3678"/>
                <a:chExt cx="65" cy="87"/>
              </a:xfrm>
            </p:grpSpPr>
            <p:cxnSp>
              <p:nvCxnSpPr>
                <p:cNvPr id="57771" name=""/>
                <p:cNvCxnSpPr/>
                <p:nvPr/>
              </p:nvCxnSpPr>
              <p:spPr>
                <a:xfrm>
                  <a:off x="4930" y="3678"/>
                  <a:ext cx="65" cy="0"/>
                </a:xfrm>
                <a:prstGeom prst="line">
                  <a:avLst/>
                </a:prstGeom>
                <a:noFill/>
                <a:ln w="12700">
                  <a:solidFill>
                    <a:srgbClr val="474747"/>
                  </a:solidFill>
                  <a:miter lim="800000"/>
                </a:ln>
                <a:effectLst>
                  <a:outerShdw dist="35921" dir="2700000" algn="ctr">
                    <a:schemeClr val="bg2"/>
                  </a:outerShdw>
                </a:effectLst>
              </p:spPr>
            </p:cxnSp>
            <p:cxnSp>
              <p:nvCxnSpPr>
                <p:cNvPr id="57772" name=""/>
                <p:cNvCxnSpPr/>
                <p:nvPr/>
              </p:nvCxnSpPr>
              <p:spPr>
                <a:xfrm>
                  <a:off x="4930" y="3685"/>
                  <a:ext cx="65" cy="0"/>
                </a:xfrm>
                <a:prstGeom prst="line">
                  <a:avLst/>
                </a:prstGeom>
                <a:noFill/>
                <a:ln w="12700">
                  <a:solidFill>
                    <a:srgbClr val="474747"/>
                  </a:solidFill>
                  <a:miter lim="800000"/>
                </a:ln>
                <a:effectLst>
                  <a:outerShdw dist="35921" dir="2700000" algn="ctr">
                    <a:schemeClr val="bg2"/>
                  </a:outerShdw>
                </a:effectLst>
              </p:spPr>
            </p:cxnSp>
            <p:cxnSp>
              <p:nvCxnSpPr>
                <p:cNvPr id="57773" name=""/>
                <p:cNvCxnSpPr/>
                <p:nvPr/>
              </p:nvCxnSpPr>
              <p:spPr>
                <a:xfrm>
                  <a:off x="4930" y="3693"/>
                  <a:ext cx="65" cy="0"/>
                </a:xfrm>
                <a:prstGeom prst="line">
                  <a:avLst/>
                </a:prstGeom>
                <a:noFill/>
                <a:ln w="12700">
                  <a:solidFill>
                    <a:srgbClr val="474747"/>
                  </a:solidFill>
                  <a:miter lim="800000"/>
                </a:ln>
                <a:effectLst>
                  <a:outerShdw dist="35921" dir="2700000" algn="ctr">
                    <a:schemeClr val="bg2"/>
                  </a:outerShdw>
                </a:effectLst>
              </p:spPr>
            </p:cxnSp>
            <p:cxnSp>
              <p:nvCxnSpPr>
                <p:cNvPr id="57774" name=""/>
                <p:cNvCxnSpPr/>
                <p:nvPr/>
              </p:nvCxnSpPr>
              <p:spPr>
                <a:xfrm>
                  <a:off x="4930" y="3699"/>
                  <a:ext cx="65" cy="0"/>
                </a:xfrm>
                <a:prstGeom prst="line">
                  <a:avLst/>
                </a:prstGeom>
                <a:noFill/>
                <a:ln w="12700">
                  <a:solidFill>
                    <a:srgbClr val="474747"/>
                  </a:solidFill>
                  <a:miter lim="800000"/>
                </a:ln>
                <a:effectLst>
                  <a:outerShdw dist="35921" dir="2700000" algn="ctr">
                    <a:schemeClr val="bg2"/>
                  </a:outerShdw>
                </a:effectLst>
              </p:spPr>
            </p:cxnSp>
            <p:cxnSp>
              <p:nvCxnSpPr>
                <p:cNvPr id="57775" name=""/>
                <p:cNvCxnSpPr/>
                <p:nvPr/>
              </p:nvCxnSpPr>
              <p:spPr>
                <a:xfrm>
                  <a:off x="4930" y="3706"/>
                  <a:ext cx="65" cy="0"/>
                </a:xfrm>
                <a:prstGeom prst="line">
                  <a:avLst/>
                </a:prstGeom>
                <a:noFill/>
                <a:ln w="12700">
                  <a:solidFill>
                    <a:srgbClr val="474747"/>
                  </a:solidFill>
                  <a:miter lim="800000"/>
                </a:ln>
                <a:effectLst>
                  <a:outerShdw dist="35921" dir="2700000" algn="ctr">
                    <a:schemeClr val="bg2"/>
                  </a:outerShdw>
                </a:effectLst>
              </p:spPr>
            </p:cxnSp>
            <p:cxnSp>
              <p:nvCxnSpPr>
                <p:cNvPr id="57776" name=""/>
                <p:cNvCxnSpPr/>
                <p:nvPr/>
              </p:nvCxnSpPr>
              <p:spPr>
                <a:xfrm>
                  <a:off x="4930" y="3714"/>
                  <a:ext cx="65" cy="0"/>
                </a:xfrm>
                <a:prstGeom prst="line">
                  <a:avLst/>
                </a:prstGeom>
                <a:noFill/>
                <a:ln w="12700">
                  <a:solidFill>
                    <a:srgbClr val="474747"/>
                  </a:solidFill>
                  <a:miter lim="800000"/>
                </a:ln>
                <a:effectLst>
                  <a:outerShdw dist="35921" dir="2700000" algn="ctr">
                    <a:schemeClr val="bg2"/>
                  </a:outerShdw>
                </a:effectLst>
              </p:spPr>
            </p:cxnSp>
            <p:cxnSp>
              <p:nvCxnSpPr>
                <p:cNvPr id="57777" name=""/>
                <p:cNvCxnSpPr/>
                <p:nvPr/>
              </p:nvCxnSpPr>
              <p:spPr>
                <a:xfrm>
                  <a:off x="4930" y="3722"/>
                  <a:ext cx="65" cy="0"/>
                </a:xfrm>
                <a:prstGeom prst="line">
                  <a:avLst/>
                </a:prstGeom>
                <a:noFill/>
                <a:ln w="12700">
                  <a:solidFill>
                    <a:srgbClr val="474747"/>
                  </a:solidFill>
                  <a:miter lim="800000"/>
                </a:ln>
                <a:effectLst>
                  <a:outerShdw dist="35921" dir="2700000" algn="ctr">
                    <a:schemeClr val="bg2"/>
                  </a:outerShdw>
                </a:effectLst>
              </p:spPr>
            </p:cxnSp>
            <p:cxnSp>
              <p:nvCxnSpPr>
                <p:cNvPr id="57778" name=""/>
                <p:cNvCxnSpPr/>
                <p:nvPr/>
              </p:nvCxnSpPr>
              <p:spPr>
                <a:xfrm>
                  <a:off x="4930" y="3729"/>
                  <a:ext cx="65" cy="0"/>
                </a:xfrm>
                <a:prstGeom prst="line">
                  <a:avLst/>
                </a:prstGeom>
                <a:noFill/>
                <a:ln w="12700">
                  <a:solidFill>
                    <a:srgbClr val="474747"/>
                  </a:solidFill>
                  <a:miter lim="800000"/>
                </a:ln>
                <a:effectLst>
                  <a:outerShdw dist="35921" dir="2700000" algn="ctr">
                    <a:schemeClr val="bg2"/>
                  </a:outerShdw>
                </a:effectLst>
              </p:spPr>
            </p:cxnSp>
            <p:cxnSp>
              <p:nvCxnSpPr>
                <p:cNvPr id="57779" name=""/>
                <p:cNvCxnSpPr/>
                <p:nvPr/>
              </p:nvCxnSpPr>
              <p:spPr>
                <a:xfrm>
                  <a:off x="4930" y="3735"/>
                  <a:ext cx="65" cy="0"/>
                </a:xfrm>
                <a:prstGeom prst="line">
                  <a:avLst/>
                </a:prstGeom>
                <a:noFill/>
                <a:ln w="12700">
                  <a:solidFill>
                    <a:srgbClr val="474747"/>
                  </a:solidFill>
                  <a:miter lim="800000"/>
                </a:ln>
                <a:effectLst>
                  <a:outerShdw dist="35921" dir="2700000" algn="ctr">
                    <a:schemeClr val="bg2"/>
                  </a:outerShdw>
                </a:effectLst>
              </p:spPr>
            </p:cxnSp>
            <p:cxnSp>
              <p:nvCxnSpPr>
                <p:cNvPr id="57780" name=""/>
                <p:cNvCxnSpPr/>
                <p:nvPr/>
              </p:nvCxnSpPr>
              <p:spPr>
                <a:xfrm>
                  <a:off x="4930" y="3744"/>
                  <a:ext cx="65" cy="0"/>
                </a:xfrm>
                <a:prstGeom prst="line">
                  <a:avLst/>
                </a:prstGeom>
                <a:noFill/>
                <a:ln w="12700">
                  <a:solidFill>
                    <a:srgbClr val="474747"/>
                  </a:solidFill>
                  <a:miter lim="800000"/>
                </a:ln>
                <a:effectLst>
                  <a:outerShdw dist="35921" dir="2700000" algn="ctr">
                    <a:schemeClr val="bg2"/>
                  </a:outerShdw>
                </a:effectLst>
              </p:spPr>
            </p:cxnSp>
            <p:cxnSp>
              <p:nvCxnSpPr>
                <p:cNvPr id="57781" name=""/>
                <p:cNvCxnSpPr/>
                <p:nvPr/>
              </p:nvCxnSpPr>
              <p:spPr>
                <a:xfrm>
                  <a:off x="4930" y="3750"/>
                  <a:ext cx="65" cy="0"/>
                </a:xfrm>
                <a:prstGeom prst="line">
                  <a:avLst/>
                </a:prstGeom>
                <a:noFill/>
                <a:ln w="12700">
                  <a:solidFill>
                    <a:srgbClr val="474747"/>
                  </a:solidFill>
                  <a:miter lim="800000"/>
                </a:ln>
                <a:effectLst>
                  <a:outerShdw dist="35921" dir="2700000" algn="ctr">
                    <a:schemeClr val="bg2"/>
                  </a:outerShdw>
                </a:effectLst>
              </p:spPr>
            </p:cxnSp>
            <p:cxnSp>
              <p:nvCxnSpPr>
                <p:cNvPr id="57782" name=""/>
                <p:cNvCxnSpPr/>
                <p:nvPr/>
              </p:nvCxnSpPr>
              <p:spPr>
                <a:xfrm>
                  <a:off x="4930" y="3756"/>
                  <a:ext cx="65" cy="0"/>
                </a:xfrm>
                <a:prstGeom prst="line">
                  <a:avLst/>
                </a:prstGeom>
                <a:noFill/>
                <a:ln w="12700">
                  <a:solidFill>
                    <a:srgbClr val="474747"/>
                  </a:solidFill>
                  <a:miter lim="800000"/>
                </a:ln>
                <a:effectLst>
                  <a:outerShdw dist="35921" dir="2700000" algn="ctr">
                    <a:schemeClr val="bg2"/>
                  </a:outerShdw>
                </a:effectLst>
              </p:spPr>
            </p:cxnSp>
            <p:cxnSp>
              <p:nvCxnSpPr>
                <p:cNvPr id="57783" name=""/>
                <p:cNvCxnSpPr/>
                <p:nvPr/>
              </p:nvCxnSpPr>
              <p:spPr>
                <a:xfrm>
                  <a:off x="4930" y="3765"/>
                  <a:ext cx="65" cy="0"/>
                </a:xfrm>
                <a:prstGeom prst="line">
                  <a:avLst/>
                </a:prstGeom>
                <a:noFill/>
                <a:ln w="12700">
                  <a:solidFill>
                    <a:srgbClr val="474747"/>
                  </a:solidFill>
                  <a:miter lim="800000"/>
                </a:ln>
                <a:effectLst>
                  <a:outerShdw dist="35921" dir="2700000" algn="ctr">
                    <a:schemeClr val="bg2"/>
                  </a:outerShdw>
                </a:effectLst>
              </p:spPr>
            </p:cxnSp>
          </p:grpSp>
          <p:cxnSp>
            <p:nvCxnSpPr>
              <p:cNvPr id="57784" name=""/>
              <p:cNvCxnSpPr/>
              <p:nvPr/>
            </p:nvCxnSpPr>
            <p:spPr>
              <a:xfrm>
                <a:off x="4942" y="3589"/>
                <a:ext cx="8" cy="0"/>
              </a:xfrm>
              <a:prstGeom prst="line">
                <a:avLst/>
              </a:prstGeom>
              <a:noFill/>
              <a:ln w="25400">
                <a:solidFill>
                  <a:prstClr val="black"/>
                </a:solidFill>
                <a:miter lim="800000"/>
              </a:ln>
              <a:effectLst>
                <a:outerShdw dist="35921" dir="2700000" algn="ctr">
                  <a:schemeClr val="bg2"/>
                </a:outerShdw>
              </a:effectLst>
            </p:spPr>
          </p:cxnSp>
        </p:grpSp>
        <p:sp>
          <p:nvSpPr>
            <p:cNvPr id="57785" name=""/>
            <p:cNvSpPr/>
            <p:nvPr/>
          </p:nvSpPr>
          <p:spPr>
            <a:xfrm>
              <a:off x="4767" y="3511"/>
              <a:ext cx="413" cy="325"/>
            </a:xfrm>
            <a:prstGeom prst="rect">
              <a:avLst/>
            </a:prstGeom>
            <a:noFill/>
            <a:ln w="12700">
              <a:solidFill>
                <a:schemeClr val="tx1"/>
              </a:solidFill>
              <a:prstDash val="sysDot"/>
              <a:miter lim="800000"/>
            </a:ln>
            <a:effectLst/>
          </p:spPr>
        </p:sp>
        <p:sp>
          <p:nvSpPr>
            <p:cNvPr id="57786" name=""/>
            <p:cNvSpPr/>
            <p:nvPr/>
          </p:nvSpPr>
          <p:spPr>
            <a:xfrm>
              <a:off x="3076" y="1591"/>
              <a:ext cx="2104" cy="214"/>
            </a:xfrm>
            <a:prstGeom prst="rect">
              <a:avLst/>
            </a:prstGeom>
            <a:solidFill>
              <a:schemeClr val="bg1"/>
            </a:solidFill>
            <a:ln w="12700">
              <a:solidFill>
                <a:schemeClr val="tx1"/>
              </a:solidFill>
              <a:prstDash val="sysDot"/>
              <a:miter lim="800000"/>
            </a:ln>
            <a:effectLst/>
          </p:spPr>
        </p:sp>
        <p:cxnSp>
          <p:nvCxnSpPr>
            <p:cNvPr id="57787" name=""/>
            <p:cNvCxnSpPr/>
            <p:nvPr/>
          </p:nvCxnSpPr>
          <p:spPr>
            <a:xfrm>
              <a:off x="3387" y="1615"/>
              <a:ext cx="277" cy="162"/>
            </a:xfrm>
            <a:prstGeom prst="line">
              <a:avLst/>
            </a:prstGeom>
            <a:noFill/>
            <a:ln w="12700">
              <a:solidFill>
                <a:schemeClr val="bg2"/>
              </a:solidFill>
              <a:miter lim="800000"/>
              <a:tailEnd type="stealth" len="lg"/>
            </a:ln>
            <a:effectLst/>
          </p:spPr>
        </p:cxnSp>
        <p:cxnSp>
          <p:nvCxnSpPr>
            <p:cNvPr id="57788" name=""/>
            <p:cNvCxnSpPr/>
            <p:nvPr/>
          </p:nvCxnSpPr>
          <p:spPr>
            <a:xfrm flipH="1">
              <a:off x="4591" y="1615"/>
              <a:ext cx="278" cy="162"/>
            </a:xfrm>
            <a:prstGeom prst="line">
              <a:avLst/>
            </a:prstGeom>
            <a:noFill/>
            <a:ln w="12700">
              <a:solidFill>
                <a:schemeClr val="bg2"/>
              </a:solidFill>
              <a:miter lim="800000"/>
              <a:tailEnd type="stealth" len="lg"/>
            </a:ln>
            <a:effectLst/>
          </p:spPr>
        </p:cxnSp>
        <p:cxnSp>
          <p:nvCxnSpPr>
            <p:cNvPr id="57789" name=""/>
            <p:cNvCxnSpPr/>
            <p:nvPr/>
          </p:nvCxnSpPr>
          <p:spPr>
            <a:xfrm>
              <a:off x="3876" y="1611"/>
              <a:ext cx="125" cy="166"/>
            </a:xfrm>
            <a:prstGeom prst="line">
              <a:avLst/>
            </a:prstGeom>
            <a:noFill/>
            <a:ln w="12700">
              <a:solidFill>
                <a:schemeClr val="bg2"/>
              </a:solidFill>
              <a:miter lim="800000"/>
              <a:tailEnd type="stealth" len="lg"/>
            </a:ln>
            <a:effectLst/>
          </p:spPr>
        </p:cxnSp>
        <p:cxnSp>
          <p:nvCxnSpPr>
            <p:cNvPr id="57790" name=""/>
            <p:cNvCxnSpPr/>
            <p:nvPr/>
          </p:nvCxnSpPr>
          <p:spPr>
            <a:xfrm flipH="1">
              <a:off x="4297" y="1611"/>
              <a:ext cx="126" cy="166"/>
            </a:xfrm>
            <a:prstGeom prst="line">
              <a:avLst/>
            </a:prstGeom>
            <a:noFill/>
            <a:ln w="12700">
              <a:solidFill>
                <a:schemeClr val="bg2"/>
              </a:solidFill>
              <a:miter lim="800000"/>
              <a:tailEnd type="stealth" len="lg"/>
            </a:ln>
            <a:effectLst/>
          </p:spPr>
        </p:cxnSp>
        <p:grpSp>
          <p:nvGrpSpPr>
            <p:cNvPr id="57791" name=""/>
            <p:cNvGrpSpPr/>
            <p:nvPr/>
          </p:nvGrpSpPr>
          <p:grpSpPr>
            <a:xfrm>
              <a:off x="3480" y="964"/>
              <a:ext cx="397" cy="288"/>
              <a:chOff x="3480" y="964"/>
              <a:chExt cx="397" cy="288"/>
            </a:xfrm>
          </p:grpSpPr>
          <p:sp>
            <p:nvSpPr>
              <p:cNvPr id="57792" name=""/>
              <p:cNvSpPr/>
              <p:nvPr/>
            </p:nvSpPr>
            <p:spPr>
              <a:xfrm>
                <a:off x="3480" y="964"/>
                <a:ext cx="397" cy="288"/>
              </a:xfrm>
              <a:prstGeom prst="rect">
                <a:avLst/>
              </a:prstGeom>
              <a:solidFill>
                <a:schemeClr val="bg1"/>
              </a:solidFill>
              <a:ln w="12700">
                <a:solidFill>
                  <a:schemeClr val="tx1"/>
                </a:solidFill>
                <a:prstDash val="sysDot"/>
                <a:miter lim="800000"/>
              </a:ln>
              <a:effectLst/>
            </p:spPr>
          </p:sp>
          <p:grpSp>
            <p:nvGrpSpPr>
              <p:cNvPr id="57793" name=""/>
              <p:cNvGrpSpPr/>
              <p:nvPr/>
            </p:nvGrpSpPr>
            <p:grpSpPr>
              <a:xfrm>
                <a:off x="3572" y="1031"/>
                <a:ext cx="214" cy="170"/>
                <a:chOff x="3572" y="1031"/>
                <a:chExt cx="214" cy="170"/>
              </a:xfrm>
            </p:grpSpPr>
            <p:sp>
              <p:nvSpPr>
                <p:cNvPr id="57794" name=""/>
                <p:cNvSpPr/>
                <p:nvPr/>
              </p:nvSpPr>
              <p:spPr>
                <a:xfrm>
                  <a:off x="3594" y="1116"/>
                  <a:ext cx="153" cy="17"/>
                </a:xfrm>
                <a:custGeom>
                  <a:pathLst>
                    <a:path w="153" h="17">
                      <a:moveTo>
                        <a:pt x="0" y="16"/>
                      </a:moveTo>
                      <a:lnTo>
                        <a:pt x="152" y="16"/>
                      </a:lnTo>
                      <a:lnTo>
                        <a:pt x="137" y="0"/>
                      </a:lnTo>
                      <a:lnTo>
                        <a:pt x="15" y="0"/>
                      </a:lnTo>
                      <a:lnTo>
                        <a:pt x="0" y="16"/>
                      </a:lnTo>
                    </a:path>
                  </a:pathLst>
                </a:custGeom>
                <a:solidFill>
                  <a:srgbClr val="919191"/>
                </a:solidFill>
                <a:ln cap="rnd">
                  <a:noFill/>
                  <a:round/>
                </a:ln>
                <a:effectLst>
                  <a:outerShdw dist="28398" dir="1593903" algn="ctr">
                    <a:srgbClr val="000000"/>
                  </a:outerShdw>
                </a:effectLst>
              </p:spPr>
            </p:sp>
            <p:sp>
              <p:nvSpPr>
                <p:cNvPr id="57795" name=""/>
                <p:cNvSpPr/>
                <p:nvPr/>
              </p:nvSpPr>
              <p:spPr>
                <a:xfrm>
                  <a:off x="3714" y="1107"/>
                  <a:ext cx="8" cy="8"/>
                </a:xfrm>
                <a:prstGeom prst="rect">
                  <a:avLst/>
                </a:prstGeom>
                <a:solidFill>
                  <a:srgbClr val="008000"/>
                </a:solidFill>
                <a:ln w="12700">
                  <a:solidFill>
                    <a:schemeClr val="tx1"/>
                  </a:solidFill>
                  <a:miter lim="800000"/>
                </a:ln>
                <a:effectLst/>
              </p:spPr>
            </p:sp>
            <p:sp>
              <p:nvSpPr>
                <p:cNvPr id="57796" name=""/>
                <p:cNvSpPr/>
                <p:nvPr/>
              </p:nvSpPr>
              <p:spPr>
                <a:xfrm>
                  <a:off x="3594" y="1131"/>
                  <a:ext cx="152" cy="38"/>
                </a:xfrm>
                <a:prstGeom prst="rect">
                  <a:avLst/>
                </a:prstGeom>
                <a:solidFill>
                  <a:srgbClr val="DBDBDB"/>
                </a:solidFill>
                <a:ln>
                  <a:noFill/>
                  <a:miter lim="800000"/>
                </a:ln>
                <a:effectLst>
                  <a:outerShdw dist="35921" dir="2700000" algn="ctr">
                    <a:srgbClr val="000000"/>
                  </a:outerShdw>
                </a:effectLst>
              </p:spPr>
            </p:sp>
            <p:sp>
              <p:nvSpPr>
                <p:cNvPr id="57797" name=""/>
                <p:cNvSpPr/>
                <p:nvPr/>
              </p:nvSpPr>
              <p:spPr>
                <a:xfrm>
                  <a:off x="3572" y="1165"/>
                  <a:ext cx="214" cy="21"/>
                </a:xfrm>
                <a:custGeom>
                  <a:pathLst>
                    <a:path w="214" h="21">
                      <a:moveTo>
                        <a:pt x="0" y="20"/>
                      </a:moveTo>
                      <a:lnTo>
                        <a:pt x="213" y="20"/>
                      </a:lnTo>
                      <a:lnTo>
                        <a:pt x="200" y="0"/>
                      </a:lnTo>
                      <a:lnTo>
                        <a:pt x="15" y="0"/>
                      </a:lnTo>
                      <a:lnTo>
                        <a:pt x="0" y="20"/>
                      </a:lnTo>
                    </a:path>
                  </a:pathLst>
                </a:custGeom>
                <a:solidFill>
                  <a:srgbClr val="DADADA"/>
                </a:solidFill>
                <a:ln cap="rnd">
                  <a:noFill/>
                  <a:round/>
                </a:ln>
                <a:effectLst>
                  <a:outerShdw dist="35921" dir="2700000" algn="ctr">
                    <a:srgbClr val="000000"/>
                  </a:outerShdw>
                </a:effectLst>
              </p:spPr>
            </p:sp>
            <p:sp>
              <p:nvSpPr>
                <p:cNvPr id="57798" name=""/>
                <p:cNvSpPr/>
                <p:nvPr/>
              </p:nvSpPr>
              <p:spPr>
                <a:xfrm>
                  <a:off x="3578" y="1165"/>
                  <a:ext cx="202" cy="20"/>
                </a:xfrm>
                <a:custGeom>
                  <a:pathLst>
                    <a:path w="202" h="20">
                      <a:moveTo>
                        <a:pt x="11" y="0"/>
                      </a:moveTo>
                      <a:lnTo>
                        <a:pt x="0" y="19"/>
                      </a:lnTo>
                      <a:lnTo>
                        <a:pt x="201" y="19"/>
                      </a:lnTo>
                      <a:lnTo>
                        <a:pt x="191" y="0"/>
                      </a:lnTo>
                    </a:path>
                  </a:pathLst>
                </a:custGeom>
                <a:solidFill>
                  <a:srgbClr val="CECECE"/>
                </a:solidFill>
                <a:ln w="12700" cap="rnd" cmpd="sng">
                  <a:solidFill>
                    <a:srgbClr val="919191"/>
                  </a:solidFill>
                  <a:prstDash val="solid"/>
                  <a:round/>
                  <a:headEnd type="none" w="sm" len="sm"/>
                  <a:tailEnd type="none" w="sm" len="sm"/>
                </a:ln>
                <a:effectLst/>
              </p:spPr>
            </p:sp>
            <p:sp>
              <p:nvSpPr>
                <p:cNvPr id="57799" name=""/>
                <p:cNvSpPr/>
                <p:nvPr/>
              </p:nvSpPr>
              <p:spPr>
                <a:xfrm>
                  <a:off x="3734" y="1168"/>
                  <a:ext cx="28" cy="17"/>
                </a:xfrm>
                <a:custGeom>
                  <a:pathLst>
                    <a:path w="28" h="17">
                      <a:moveTo>
                        <a:pt x="0" y="0"/>
                      </a:moveTo>
                      <a:lnTo>
                        <a:pt x="24" y="0"/>
                      </a:lnTo>
                      <a:lnTo>
                        <a:pt x="27" y="16"/>
                      </a:lnTo>
                      <a:lnTo>
                        <a:pt x="0" y="16"/>
                      </a:lnTo>
                      <a:lnTo>
                        <a:pt x="0" y="0"/>
                      </a:lnTo>
                    </a:path>
                  </a:pathLst>
                </a:custGeom>
                <a:solidFill>
                  <a:srgbClr val="DADADA"/>
                </a:solidFill>
                <a:ln cap="rnd">
                  <a:noFill/>
                  <a:round/>
                </a:ln>
                <a:effectLst/>
              </p:spPr>
            </p:sp>
            <p:cxnSp>
              <p:nvCxnSpPr>
                <p:cNvPr id="57800" name=""/>
                <p:cNvCxnSpPr/>
                <p:nvPr/>
              </p:nvCxnSpPr>
              <p:spPr>
                <a:xfrm>
                  <a:off x="3734" y="1174"/>
                  <a:ext cx="13" cy="0"/>
                </a:xfrm>
                <a:prstGeom prst="line">
                  <a:avLst/>
                </a:prstGeom>
                <a:noFill/>
                <a:ln w="12700">
                  <a:solidFill>
                    <a:srgbClr val="DADADA"/>
                  </a:solidFill>
                  <a:miter lim="800000"/>
                </a:ln>
                <a:effectLst/>
              </p:spPr>
            </p:cxnSp>
            <p:sp>
              <p:nvSpPr>
                <p:cNvPr id="57801" name=""/>
                <p:cNvSpPr/>
                <p:nvPr/>
              </p:nvSpPr>
              <p:spPr>
                <a:xfrm>
                  <a:off x="3572" y="1185"/>
                  <a:ext cx="212" cy="16"/>
                </a:xfrm>
                <a:prstGeom prst="rect">
                  <a:avLst/>
                </a:prstGeom>
                <a:solidFill>
                  <a:srgbClr val="CECECE"/>
                </a:solidFill>
                <a:ln>
                  <a:noFill/>
                  <a:miter lim="800000"/>
                </a:ln>
                <a:effectLst>
                  <a:outerShdw dist="35921" dir="2700000" algn="ctr">
                    <a:srgbClr val="000000"/>
                  </a:outerShdw>
                </a:effectLst>
              </p:spPr>
            </p:sp>
            <p:sp>
              <p:nvSpPr>
                <p:cNvPr id="57802" name=""/>
                <p:cNvSpPr/>
                <p:nvPr/>
              </p:nvSpPr>
              <p:spPr>
                <a:xfrm>
                  <a:off x="3621" y="1113"/>
                  <a:ext cx="99" cy="17"/>
                </a:xfrm>
                <a:custGeom>
                  <a:pathLst>
                    <a:path w="99" h="17">
                      <a:moveTo>
                        <a:pt x="0" y="16"/>
                      </a:moveTo>
                      <a:lnTo>
                        <a:pt x="98" y="16"/>
                      </a:lnTo>
                      <a:lnTo>
                        <a:pt x="92" y="0"/>
                      </a:lnTo>
                      <a:lnTo>
                        <a:pt x="5"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7803" name=""/>
                <p:cNvSpPr/>
                <p:nvPr/>
              </p:nvSpPr>
              <p:spPr>
                <a:xfrm>
                  <a:off x="3644" y="1114"/>
                  <a:ext cx="53" cy="17"/>
                </a:xfrm>
                <a:custGeom>
                  <a:pathLst>
                    <a:path w="53" h="17">
                      <a:moveTo>
                        <a:pt x="0" y="8"/>
                      </a:moveTo>
                      <a:lnTo>
                        <a:pt x="0" y="0"/>
                      </a:lnTo>
                      <a:lnTo>
                        <a:pt x="52" y="0"/>
                      </a:lnTo>
                      <a:lnTo>
                        <a:pt x="52" y="8"/>
                      </a:lnTo>
                      <a:lnTo>
                        <a:pt x="52" y="10"/>
                      </a:lnTo>
                      <a:lnTo>
                        <a:pt x="51" y="10"/>
                      </a:lnTo>
                      <a:lnTo>
                        <a:pt x="50" y="10"/>
                      </a:lnTo>
                      <a:lnTo>
                        <a:pt x="49" y="12"/>
                      </a:lnTo>
                      <a:lnTo>
                        <a:pt x="47" y="12"/>
                      </a:lnTo>
                      <a:lnTo>
                        <a:pt x="46" y="14"/>
                      </a:lnTo>
                      <a:lnTo>
                        <a:pt x="44" y="14"/>
                      </a:lnTo>
                      <a:lnTo>
                        <a:pt x="42" y="14"/>
                      </a:lnTo>
                      <a:lnTo>
                        <a:pt x="40" y="14"/>
                      </a:lnTo>
                      <a:lnTo>
                        <a:pt x="38" y="16"/>
                      </a:lnTo>
                      <a:lnTo>
                        <a:pt x="36" y="16"/>
                      </a:lnTo>
                      <a:lnTo>
                        <a:pt x="33" y="16"/>
                      </a:lnTo>
                      <a:lnTo>
                        <a:pt x="31" y="16"/>
                      </a:lnTo>
                      <a:lnTo>
                        <a:pt x="28" y="16"/>
                      </a:lnTo>
                      <a:lnTo>
                        <a:pt x="25" y="16"/>
                      </a:lnTo>
                      <a:lnTo>
                        <a:pt x="21" y="16"/>
                      </a:lnTo>
                      <a:lnTo>
                        <a:pt x="18" y="16"/>
                      </a:lnTo>
                      <a:lnTo>
                        <a:pt x="14" y="16"/>
                      </a:lnTo>
                      <a:lnTo>
                        <a:pt x="13" y="14"/>
                      </a:lnTo>
                      <a:lnTo>
                        <a:pt x="11" y="14"/>
                      </a:lnTo>
                      <a:lnTo>
                        <a:pt x="8" y="14"/>
                      </a:lnTo>
                      <a:lnTo>
                        <a:pt x="6" y="14"/>
                      </a:lnTo>
                      <a:lnTo>
                        <a:pt x="4" y="12"/>
                      </a:lnTo>
                      <a:lnTo>
                        <a:pt x="2" y="12"/>
                      </a:lnTo>
                      <a:lnTo>
                        <a:pt x="1" y="12"/>
                      </a:lnTo>
                      <a:lnTo>
                        <a:pt x="1" y="10"/>
                      </a:lnTo>
                      <a:lnTo>
                        <a:pt x="0" y="10"/>
                      </a:lnTo>
                      <a:lnTo>
                        <a:pt x="0" y="10"/>
                      </a:lnTo>
                      <a:lnTo>
                        <a:pt x="0" y="8"/>
                      </a:lnTo>
                    </a:path>
                  </a:pathLst>
                </a:custGeom>
                <a:solidFill>
                  <a:srgbClr val="CECECE"/>
                </a:solidFill>
                <a:ln cap="rnd">
                  <a:noFill/>
                  <a:round/>
                </a:ln>
                <a:effectLst>
                  <a:outerShdw dist="17961" dir="2700000" algn="ctr">
                    <a:srgbClr val="000000"/>
                  </a:outerShdw>
                </a:effectLst>
              </p:spPr>
            </p:sp>
            <p:sp>
              <p:nvSpPr>
                <p:cNvPr id="57804" name=""/>
                <p:cNvSpPr/>
                <p:nvPr/>
              </p:nvSpPr>
              <p:spPr>
                <a:xfrm>
                  <a:off x="3615" y="1031"/>
                  <a:ext cx="111" cy="72"/>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7805" name=""/>
                <p:cNvSpPr/>
                <p:nvPr/>
              </p:nvSpPr>
              <p:spPr>
                <a:xfrm>
                  <a:off x="3625" y="1036"/>
                  <a:ext cx="92" cy="62"/>
                </a:xfrm>
                <a:prstGeom prst="roundRect">
                  <a:avLst>
                    <a:gd name="adj" fmla="val 12088"/>
                  </a:avLst>
                </a:prstGeom>
                <a:solidFill>
                  <a:srgbClr val="474747"/>
                </a:solidFill>
                <a:ln>
                  <a:noFill/>
                  <a:miter lim="800000"/>
                </a:ln>
                <a:effectLst/>
              </p:spPr>
            </p:sp>
            <p:sp>
              <p:nvSpPr>
                <p:cNvPr id="57806" name=""/>
                <p:cNvSpPr/>
                <p:nvPr/>
              </p:nvSpPr>
              <p:spPr>
                <a:xfrm>
                  <a:off x="3630" y="1040"/>
                  <a:ext cx="80" cy="55"/>
                </a:xfrm>
                <a:prstGeom prst="roundRect">
                  <a:avLst>
                    <a:gd name="adj" fmla="val 12296"/>
                  </a:avLst>
                </a:prstGeom>
                <a:solidFill>
                  <a:srgbClr val="037C03"/>
                </a:solidFill>
                <a:ln>
                  <a:noFill/>
                  <a:miter lim="800000"/>
                </a:ln>
                <a:effectLst/>
              </p:spPr>
            </p:sp>
            <p:grpSp>
              <p:nvGrpSpPr>
                <p:cNvPr id="57807" name=""/>
                <p:cNvGrpSpPr/>
                <p:nvPr/>
              </p:nvGrpSpPr>
              <p:grpSpPr>
                <a:xfrm>
                  <a:off x="3641" y="1049"/>
                  <a:ext cx="34" cy="41"/>
                  <a:chOff x="3641" y="1049"/>
                  <a:chExt cx="34" cy="41"/>
                </a:xfrm>
              </p:grpSpPr>
              <p:cxnSp>
                <p:nvCxnSpPr>
                  <p:cNvPr id="57808" name=""/>
                  <p:cNvCxnSpPr/>
                  <p:nvPr/>
                </p:nvCxnSpPr>
                <p:spPr>
                  <a:xfrm>
                    <a:off x="3641" y="1053"/>
                    <a:ext cx="15" cy="30"/>
                  </a:xfrm>
                  <a:prstGeom prst="line">
                    <a:avLst/>
                  </a:prstGeom>
                  <a:noFill/>
                  <a:ln w="12700">
                    <a:solidFill>
                      <a:srgbClr val="FE9B03"/>
                    </a:solidFill>
                    <a:miter lim="800000"/>
                  </a:ln>
                  <a:effectLst/>
                </p:spPr>
              </p:cxnSp>
              <p:cxnSp>
                <p:nvCxnSpPr>
                  <p:cNvPr id="57809" name=""/>
                  <p:cNvCxnSpPr/>
                  <p:nvPr/>
                </p:nvCxnSpPr>
                <p:spPr>
                  <a:xfrm>
                    <a:off x="3648" y="1049"/>
                    <a:ext cx="27" cy="41"/>
                  </a:xfrm>
                  <a:prstGeom prst="line">
                    <a:avLst/>
                  </a:prstGeom>
                  <a:noFill/>
                  <a:ln w="12700">
                    <a:solidFill>
                      <a:srgbClr val="FE9B03"/>
                    </a:solidFill>
                    <a:miter lim="800000"/>
                  </a:ln>
                  <a:effectLst/>
                </p:spPr>
              </p:cxnSp>
            </p:grpSp>
            <p:sp>
              <p:nvSpPr>
                <p:cNvPr id="57810" name=""/>
                <p:cNvSpPr/>
                <p:nvPr/>
              </p:nvSpPr>
              <p:spPr>
                <a:xfrm>
                  <a:off x="3611" y="1165"/>
                  <a:ext cx="28" cy="17"/>
                </a:xfrm>
                <a:custGeom>
                  <a:pathLst>
                    <a:path w="28" h="17">
                      <a:moveTo>
                        <a:pt x="0" y="0"/>
                      </a:moveTo>
                      <a:lnTo>
                        <a:pt x="27" y="0"/>
                      </a:lnTo>
                      <a:lnTo>
                        <a:pt x="26" y="16"/>
                      </a:lnTo>
                      <a:lnTo>
                        <a:pt x="0" y="16"/>
                      </a:lnTo>
                      <a:lnTo>
                        <a:pt x="0" y="0"/>
                      </a:lnTo>
                    </a:path>
                  </a:pathLst>
                </a:custGeom>
                <a:solidFill>
                  <a:srgbClr val="DADADA"/>
                </a:solidFill>
                <a:ln cap="rnd">
                  <a:noFill/>
                  <a:round/>
                </a:ln>
                <a:effectLst>
                  <a:outerShdw algn="ctr">
                    <a:schemeClr val="tx1"/>
                  </a:outerShdw>
                </a:effectLst>
              </p:spPr>
            </p:sp>
            <p:sp>
              <p:nvSpPr>
                <p:cNvPr id="57811" name=""/>
                <p:cNvSpPr/>
                <p:nvPr/>
              </p:nvSpPr>
              <p:spPr>
                <a:xfrm>
                  <a:off x="3675" y="1165"/>
                  <a:ext cx="24" cy="17"/>
                </a:xfrm>
                <a:custGeom>
                  <a:pathLst>
                    <a:path w="24" h="17">
                      <a:moveTo>
                        <a:pt x="0" y="0"/>
                      </a:moveTo>
                      <a:lnTo>
                        <a:pt x="23" y="0"/>
                      </a:lnTo>
                      <a:lnTo>
                        <a:pt x="23" y="16"/>
                      </a:lnTo>
                      <a:lnTo>
                        <a:pt x="0" y="16"/>
                      </a:lnTo>
                      <a:lnTo>
                        <a:pt x="0" y="0"/>
                      </a:lnTo>
                    </a:path>
                  </a:pathLst>
                </a:custGeom>
                <a:solidFill>
                  <a:srgbClr val="DADADA"/>
                </a:solidFill>
                <a:ln cap="rnd">
                  <a:noFill/>
                  <a:round/>
                </a:ln>
                <a:effectLst>
                  <a:outerShdw algn="ctr">
                    <a:schemeClr val="tx1"/>
                  </a:outerShdw>
                </a:effectLst>
              </p:spPr>
            </p:sp>
            <p:cxnSp>
              <p:nvCxnSpPr>
                <p:cNvPr id="57812" name=""/>
                <p:cNvCxnSpPr/>
                <p:nvPr/>
              </p:nvCxnSpPr>
              <p:spPr>
                <a:xfrm>
                  <a:off x="3603" y="1171"/>
                  <a:ext cx="81" cy="0"/>
                </a:xfrm>
                <a:prstGeom prst="line">
                  <a:avLst/>
                </a:prstGeom>
                <a:noFill/>
                <a:ln w="12700">
                  <a:solidFill>
                    <a:srgbClr val="DADADA"/>
                  </a:solidFill>
                  <a:miter lim="800000"/>
                </a:ln>
                <a:effectLst>
                  <a:outerShdw algn="ctr">
                    <a:schemeClr val="tx1"/>
                  </a:outerShdw>
                </a:effectLst>
              </p:spPr>
            </p:cxnSp>
            <p:cxnSp>
              <p:nvCxnSpPr>
                <p:cNvPr id="57813" name=""/>
                <p:cNvCxnSpPr/>
                <p:nvPr/>
              </p:nvCxnSpPr>
              <p:spPr>
                <a:xfrm>
                  <a:off x="3606" y="1174"/>
                  <a:ext cx="83" cy="0"/>
                </a:xfrm>
                <a:prstGeom prst="line">
                  <a:avLst/>
                </a:prstGeom>
                <a:noFill/>
                <a:ln w="12700">
                  <a:solidFill>
                    <a:srgbClr val="DADADA"/>
                  </a:solidFill>
                  <a:miter lim="800000"/>
                </a:ln>
                <a:effectLst>
                  <a:outerShdw algn="ctr">
                    <a:schemeClr val="tx1"/>
                  </a:outerShdw>
                </a:effectLst>
              </p:spPr>
            </p:cxnSp>
            <p:cxnSp>
              <p:nvCxnSpPr>
                <p:cNvPr id="57814" name=""/>
                <p:cNvCxnSpPr/>
                <p:nvPr/>
              </p:nvCxnSpPr>
              <p:spPr>
                <a:xfrm>
                  <a:off x="3606" y="1177"/>
                  <a:ext cx="74" cy="0"/>
                </a:xfrm>
                <a:prstGeom prst="line">
                  <a:avLst/>
                </a:prstGeom>
                <a:noFill/>
                <a:ln w="12700">
                  <a:solidFill>
                    <a:srgbClr val="DADADA"/>
                  </a:solidFill>
                  <a:miter lim="800000"/>
                </a:ln>
                <a:effectLst>
                  <a:outerShdw algn="ctr">
                    <a:schemeClr val="tx1"/>
                  </a:outerShdw>
                </a:effectLst>
              </p:spPr>
            </p:cxnSp>
            <p:cxnSp>
              <p:nvCxnSpPr>
                <p:cNvPr id="57815" name=""/>
                <p:cNvCxnSpPr/>
                <p:nvPr/>
              </p:nvCxnSpPr>
              <p:spPr>
                <a:xfrm>
                  <a:off x="3592" y="1172"/>
                  <a:ext cx="7" cy="0"/>
                </a:xfrm>
                <a:prstGeom prst="line">
                  <a:avLst/>
                </a:prstGeom>
                <a:noFill/>
                <a:ln w="12700">
                  <a:solidFill>
                    <a:srgbClr val="DADADA"/>
                  </a:solidFill>
                  <a:miter lim="800000"/>
                </a:ln>
                <a:effectLst>
                  <a:outerShdw algn="ctr">
                    <a:schemeClr val="tx1"/>
                  </a:outerShdw>
                </a:effectLst>
              </p:spPr>
            </p:cxnSp>
            <p:cxnSp>
              <p:nvCxnSpPr>
                <p:cNvPr id="57816" name=""/>
                <p:cNvCxnSpPr/>
                <p:nvPr/>
              </p:nvCxnSpPr>
              <p:spPr>
                <a:xfrm>
                  <a:off x="3592" y="1175"/>
                  <a:ext cx="5" cy="0"/>
                </a:xfrm>
                <a:prstGeom prst="line">
                  <a:avLst/>
                </a:prstGeom>
                <a:noFill/>
                <a:ln w="12700">
                  <a:solidFill>
                    <a:srgbClr val="DADADA"/>
                  </a:solidFill>
                  <a:miter lim="800000"/>
                </a:ln>
                <a:effectLst>
                  <a:outerShdw algn="ctr">
                    <a:schemeClr val="tx1"/>
                  </a:outerShdw>
                </a:effectLst>
              </p:spPr>
            </p:cxnSp>
            <p:cxnSp>
              <p:nvCxnSpPr>
                <p:cNvPr id="57817" name=""/>
                <p:cNvCxnSpPr/>
                <p:nvPr/>
              </p:nvCxnSpPr>
              <p:spPr>
                <a:xfrm>
                  <a:off x="3621" y="1179"/>
                  <a:ext cx="49" cy="0"/>
                </a:xfrm>
                <a:prstGeom prst="line">
                  <a:avLst/>
                </a:prstGeom>
                <a:noFill/>
                <a:ln w="12700">
                  <a:solidFill>
                    <a:srgbClr val="DADADA"/>
                  </a:solidFill>
                  <a:miter lim="800000"/>
                </a:ln>
                <a:effectLst>
                  <a:outerShdw algn="ctr">
                    <a:schemeClr val="tx1"/>
                  </a:outerShdw>
                </a:effectLst>
              </p:spPr>
            </p:cxnSp>
            <p:cxnSp>
              <p:nvCxnSpPr>
                <p:cNvPr id="57818" name=""/>
                <p:cNvCxnSpPr/>
                <p:nvPr/>
              </p:nvCxnSpPr>
              <p:spPr>
                <a:xfrm>
                  <a:off x="3689" y="1171"/>
                  <a:ext cx="11" cy="0"/>
                </a:xfrm>
                <a:prstGeom prst="line">
                  <a:avLst/>
                </a:prstGeom>
                <a:noFill/>
                <a:ln w="12700">
                  <a:solidFill>
                    <a:srgbClr val="DADADA"/>
                  </a:solidFill>
                  <a:miter lim="800000"/>
                </a:ln>
                <a:effectLst>
                  <a:outerShdw algn="ctr">
                    <a:schemeClr val="tx1"/>
                  </a:outerShdw>
                </a:effectLst>
              </p:spPr>
            </p:cxnSp>
            <p:cxnSp>
              <p:nvCxnSpPr>
                <p:cNvPr id="57819" name=""/>
                <p:cNvCxnSpPr/>
                <p:nvPr/>
              </p:nvCxnSpPr>
              <p:spPr>
                <a:xfrm>
                  <a:off x="3692" y="1174"/>
                  <a:ext cx="8" cy="0"/>
                </a:xfrm>
                <a:prstGeom prst="line">
                  <a:avLst/>
                </a:prstGeom>
                <a:noFill/>
                <a:ln w="12700">
                  <a:solidFill>
                    <a:srgbClr val="DADADA"/>
                  </a:solidFill>
                  <a:miter lim="800000"/>
                </a:ln>
                <a:effectLst>
                  <a:outerShdw algn="ctr">
                    <a:schemeClr val="tx1"/>
                  </a:outerShdw>
                </a:effectLst>
              </p:spPr>
            </p:cxnSp>
            <p:cxnSp>
              <p:nvCxnSpPr>
                <p:cNvPr id="57820" name=""/>
                <p:cNvCxnSpPr/>
                <p:nvPr/>
              </p:nvCxnSpPr>
              <p:spPr>
                <a:xfrm>
                  <a:off x="3684" y="1177"/>
                  <a:ext cx="16" cy="0"/>
                </a:xfrm>
                <a:prstGeom prst="line">
                  <a:avLst/>
                </a:prstGeom>
                <a:noFill/>
                <a:ln w="12700">
                  <a:solidFill>
                    <a:srgbClr val="DADADA"/>
                  </a:solidFill>
                  <a:miter lim="800000"/>
                </a:ln>
                <a:effectLst>
                  <a:outerShdw algn="ctr">
                    <a:schemeClr val="tx1"/>
                  </a:outerShdw>
                </a:effectLst>
              </p:spPr>
            </p:cxnSp>
            <p:cxnSp>
              <p:nvCxnSpPr>
                <p:cNvPr id="57821" name=""/>
                <p:cNvCxnSpPr/>
                <p:nvPr/>
              </p:nvCxnSpPr>
              <p:spPr>
                <a:xfrm>
                  <a:off x="3739" y="1172"/>
                  <a:ext cx="21" cy="0"/>
                </a:xfrm>
                <a:prstGeom prst="line">
                  <a:avLst/>
                </a:prstGeom>
                <a:noFill/>
                <a:ln w="12700">
                  <a:solidFill>
                    <a:srgbClr val="DADADA"/>
                  </a:solidFill>
                  <a:miter lim="800000"/>
                </a:ln>
                <a:effectLst>
                  <a:outerShdw algn="ctr">
                    <a:schemeClr val="tx1"/>
                  </a:outerShdw>
                </a:effectLst>
              </p:spPr>
            </p:cxnSp>
            <p:cxnSp>
              <p:nvCxnSpPr>
                <p:cNvPr id="57822" name=""/>
                <p:cNvCxnSpPr/>
                <p:nvPr/>
              </p:nvCxnSpPr>
              <p:spPr>
                <a:xfrm>
                  <a:off x="3739" y="1177"/>
                  <a:ext cx="10" cy="0"/>
                </a:xfrm>
                <a:prstGeom prst="line">
                  <a:avLst/>
                </a:prstGeom>
                <a:noFill/>
                <a:ln w="12700">
                  <a:solidFill>
                    <a:srgbClr val="DADADA"/>
                  </a:solidFill>
                  <a:miter lim="800000"/>
                </a:ln>
                <a:effectLst>
                  <a:outerShdw algn="ctr">
                    <a:schemeClr val="tx1"/>
                  </a:outerShdw>
                </a:effectLst>
              </p:spPr>
            </p:cxnSp>
            <p:cxnSp>
              <p:nvCxnSpPr>
                <p:cNvPr id="57823" name=""/>
                <p:cNvCxnSpPr/>
                <p:nvPr/>
              </p:nvCxnSpPr>
              <p:spPr>
                <a:xfrm>
                  <a:off x="3739" y="1180"/>
                  <a:ext cx="17" cy="0"/>
                </a:xfrm>
                <a:prstGeom prst="line">
                  <a:avLst/>
                </a:prstGeom>
                <a:noFill/>
                <a:ln w="12700">
                  <a:solidFill>
                    <a:srgbClr val="DADADA"/>
                  </a:solidFill>
                  <a:miter lim="800000"/>
                </a:ln>
                <a:effectLst>
                  <a:outerShdw algn="ctr">
                    <a:schemeClr val="tx1"/>
                  </a:outerShdw>
                </a:effectLst>
              </p:spPr>
            </p:cxnSp>
            <p:cxnSp>
              <p:nvCxnSpPr>
                <p:cNvPr id="57824" name=""/>
                <p:cNvCxnSpPr/>
                <p:nvPr/>
              </p:nvCxnSpPr>
              <p:spPr>
                <a:xfrm>
                  <a:off x="3755" y="1175"/>
                  <a:ext cx="8" cy="0"/>
                </a:xfrm>
                <a:prstGeom prst="line">
                  <a:avLst/>
                </a:prstGeom>
                <a:noFill/>
                <a:ln w="12700">
                  <a:solidFill>
                    <a:srgbClr val="DADADA"/>
                  </a:solidFill>
                  <a:miter lim="800000"/>
                </a:ln>
                <a:effectLst>
                  <a:outerShdw algn="ctr">
                    <a:schemeClr val="tx1"/>
                  </a:outerShdw>
                </a:effectLst>
              </p:spPr>
            </p:cxnSp>
            <p:cxnSp>
              <p:nvCxnSpPr>
                <p:cNvPr id="57825" name=""/>
                <p:cNvCxnSpPr/>
                <p:nvPr/>
              </p:nvCxnSpPr>
              <p:spPr>
                <a:xfrm>
                  <a:off x="3757" y="1179"/>
                  <a:ext cx="7" cy="0"/>
                </a:xfrm>
                <a:prstGeom prst="line">
                  <a:avLst/>
                </a:prstGeom>
                <a:noFill/>
                <a:ln w="12700">
                  <a:solidFill>
                    <a:srgbClr val="DADADA"/>
                  </a:solidFill>
                  <a:miter lim="800000"/>
                </a:ln>
                <a:effectLst>
                  <a:outerShdw algn="ctr">
                    <a:schemeClr val="tx1"/>
                  </a:outerShdw>
                </a:effectLst>
              </p:spPr>
            </p:cxnSp>
            <p:sp>
              <p:nvSpPr>
                <p:cNvPr id="57826" name=""/>
                <p:cNvSpPr/>
                <p:nvPr/>
              </p:nvSpPr>
              <p:spPr>
                <a:xfrm>
                  <a:off x="3594" y="1165"/>
                  <a:ext cx="18" cy="17"/>
                </a:xfrm>
                <a:custGeom>
                  <a:pathLst>
                    <a:path w="18" h="17">
                      <a:moveTo>
                        <a:pt x="4" y="0"/>
                      </a:moveTo>
                      <a:lnTo>
                        <a:pt x="17" y="0"/>
                      </a:lnTo>
                      <a:lnTo>
                        <a:pt x="13"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7827" name=""/>
                <p:cNvSpPr/>
                <p:nvPr/>
              </p:nvSpPr>
              <p:spPr>
                <a:xfrm>
                  <a:off x="3644" y="1165"/>
                  <a:ext cx="27" cy="17"/>
                </a:xfrm>
                <a:custGeom>
                  <a:pathLst>
                    <a:path w="27" h="17">
                      <a:moveTo>
                        <a:pt x="0" y="0"/>
                      </a:moveTo>
                      <a:lnTo>
                        <a:pt x="26" y="0"/>
                      </a:lnTo>
                      <a:lnTo>
                        <a:pt x="26"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7828" name=""/>
                <p:cNvSpPr/>
                <p:nvPr/>
              </p:nvSpPr>
              <p:spPr>
                <a:xfrm>
                  <a:off x="3703" y="1165"/>
                  <a:ext cx="24" cy="17"/>
                </a:xfrm>
                <a:custGeom>
                  <a:pathLst>
                    <a:path w="24" h="17">
                      <a:moveTo>
                        <a:pt x="0" y="0"/>
                      </a:moveTo>
                      <a:lnTo>
                        <a:pt x="22" y="0"/>
                      </a:lnTo>
                      <a:lnTo>
                        <a:pt x="23"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7829" name=""/>
                <p:cNvCxnSpPr/>
                <p:nvPr/>
              </p:nvCxnSpPr>
              <p:spPr>
                <a:xfrm>
                  <a:off x="3607" y="1179"/>
                  <a:ext cx="14" cy="0"/>
                </a:xfrm>
                <a:prstGeom prst="line">
                  <a:avLst/>
                </a:prstGeom>
                <a:noFill/>
                <a:ln w="12700">
                  <a:solidFill>
                    <a:srgbClr val="919191"/>
                  </a:solidFill>
                  <a:miter lim="800000"/>
                </a:ln>
                <a:effectLst>
                  <a:outerShdw algn="ctr">
                    <a:schemeClr val="tx1"/>
                  </a:outerShdw>
                </a:effectLst>
              </p:spPr>
            </p:cxnSp>
            <p:cxnSp>
              <p:nvCxnSpPr>
                <p:cNvPr id="57830" name=""/>
                <p:cNvCxnSpPr/>
                <p:nvPr/>
              </p:nvCxnSpPr>
              <p:spPr>
                <a:xfrm>
                  <a:off x="3588" y="1179"/>
                  <a:ext cx="15" cy="0"/>
                </a:xfrm>
                <a:prstGeom prst="line">
                  <a:avLst/>
                </a:prstGeom>
                <a:noFill/>
                <a:ln w="12700">
                  <a:solidFill>
                    <a:srgbClr val="919191"/>
                  </a:solidFill>
                  <a:miter lim="800000"/>
                </a:ln>
                <a:effectLst>
                  <a:outerShdw algn="ctr">
                    <a:schemeClr val="tx1"/>
                  </a:outerShdw>
                </a:effectLst>
              </p:spPr>
            </p:cxnSp>
            <p:cxnSp>
              <p:nvCxnSpPr>
                <p:cNvPr id="57831" name=""/>
                <p:cNvCxnSpPr/>
                <p:nvPr/>
              </p:nvCxnSpPr>
              <p:spPr>
                <a:xfrm>
                  <a:off x="3671" y="1179"/>
                  <a:ext cx="10" cy="0"/>
                </a:xfrm>
                <a:prstGeom prst="line">
                  <a:avLst/>
                </a:prstGeom>
                <a:noFill/>
                <a:ln w="12700">
                  <a:solidFill>
                    <a:srgbClr val="919191"/>
                  </a:solidFill>
                  <a:miter lim="800000"/>
                </a:ln>
                <a:effectLst>
                  <a:outerShdw algn="ctr">
                    <a:schemeClr val="tx1"/>
                  </a:outerShdw>
                </a:effectLst>
              </p:spPr>
            </p:cxnSp>
            <p:cxnSp>
              <p:nvCxnSpPr>
                <p:cNvPr id="57832" name=""/>
                <p:cNvCxnSpPr/>
                <p:nvPr/>
              </p:nvCxnSpPr>
              <p:spPr>
                <a:xfrm>
                  <a:off x="3683" y="1180"/>
                  <a:ext cx="17" cy="0"/>
                </a:xfrm>
                <a:prstGeom prst="line">
                  <a:avLst/>
                </a:prstGeom>
                <a:noFill/>
                <a:ln w="12700">
                  <a:solidFill>
                    <a:srgbClr val="919191"/>
                  </a:solidFill>
                  <a:miter lim="800000"/>
                </a:ln>
                <a:effectLst>
                  <a:outerShdw algn="ctr">
                    <a:schemeClr val="tx1"/>
                  </a:outerShdw>
                </a:effectLst>
              </p:spPr>
            </p:cxnSp>
            <p:grpSp>
              <p:nvGrpSpPr>
                <p:cNvPr id="57833" name=""/>
                <p:cNvGrpSpPr/>
                <p:nvPr/>
              </p:nvGrpSpPr>
              <p:grpSpPr>
                <a:xfrm>
                  <a:off x="3703" y="1172"/>
                  <a:ext cx="27" cy="8"/>
                  <a:chOff x="3703" y="1172"/>
                  <a:chExt cx="27" cy="8"/>
                </a:xfrm>
              </p:grpSpPr>
              <p:cxnSp>
                <p:nvCxnSpPr>
                  <p:cNvPr id="57834" name=""/>
                  <p:cNvCxnSpPr/>
                  <p:nvPr/>
                </p:nvCxnSpPr>
                <p:spPr>
                  <a:xfrm>
                    <a:off x="3703" y="1172"/>
                    <a:ext cx="27" cy="0"/>
                  </a:xfrm>
                  <a:prstGeom prst="line">
                    <a:avLst/>
                  </a:prstGeom>
                  <a:noFill/>
                  <a:ln w="12700">
                    <a:solidFill>
                      <a:srgbClr val="919191"/>
                    </a:solidFill>
                    <a:miter lim="800000"/>
                  </a:ln>
                  <a:effectLst>
                    <a:outerShdw algn="ctr">
                      <a:schemeClr val="tx1"/>
                    </a:outerShdw>
                  </a:effectLst>
                </p:spPr>
              </p:cxnSp>
              <p:cxnSp>
                <p:nvCxnSpPr>
                  <p:cNvPr id="57835" name=""/>
                  <p:cNvCxnSpPr/>
                  <p:nvPr/>
                </p:nvCxnSpPr>
                <p:spPr>
                  <a:xfrm>
                    <a:off x="3707" y="1175"/>
                    <a:ext cx="23" cy="0"/>
                  </a:xfrm>
                  <a:prstGeom prst="line">
                    <a:avLst/>
                  </a:prstGeom>
                  <a:noFill/>
                  <a:ln w="12700">
                    <a:solidFill>
                      <a:srgbClr val="919191"/>
                    </a:solidFill>
                    <a:miter lim="800000"/>
                  </a:ln>
                  <a:effectLst>
                    <a:outerShdw algn="ctr">
                      <a:schemeClr val="tx1"/>
                    </a:outerShdw>
                  </a:effectLst>
                </p:spPr>
              </p:cxnSp>
              <p:cxnSp>
                <p:nvCxnSpPr>
                  <p:cNvPr id="57836" name=""/>
                  <p:cNvCxnSpPr/>
                  <p:nvPr/>
                </p:nvCxnSpPr>
                <p:spPr>
                  <a:xfrm>
                    <a:off x="3707" y="1180"/>
                    <a:ext cx="23" cy="0"/>
                  </a:xfrm>
                  <a:prstGeom prst="line">
                    <a:avLst/>
                  </a:prstGeom>
                  <a:noFill/>
                  <a:ln w="12700">
                    <a:solidFill>
                      <a:srgbClr val="919191"/>
                    </a:solidFill>
                    <a:miter lim="800000"/>
                  </a:ln>
                  <a:effectLst>
                    <a:outerShdw algn="ctr">
                      <a:schemeClr val="tx1"/>
                    </a:outerShdw>
                  </a:effectLst>
                </p:spPr>
              </p:cxnSp>
            </p:grpSp>
            <p:cxnSp>
              <p:nvCxnSpPr>
                <p:cNvPr id="57837" name=""/>
                <p:cNvCxnSpPr/>
                <p:nvPr/>
              </p:nvCxnSpPr>
              <p:spPr>
                <a:xfrm>
                  <a:off x="3739" y="1169"/>
                  <a:ext cx="21" cy="0"/>
                </a:xfrm>
                <a:prstGeom prst="line">
                  <a:avLst/>
                </a:prstGeom>
                <a:noFill/>
                <a:ln w="12700">
                  <a:solidFill>
                    <a:srgbClr val="919191"/>
                  </a:solidFill>
                  <a:miter lim="800000"/>
                </a:ln>
                <a:effectLst>
                  <a:outerShdw algn="ctr">
                    <a:schemeClr val="tx1"/>
                  </a:outerShdw>
                </a:effectLst>
              </p:spPr>
            </p:cxnSp>
            <p:sp>
              <p:nvSpPr>
                <p:cNvPr id="57838" name=""/>
                <p:cNvSpPr/>
                <p:nvPr/>
              </p:nvSpPr>
              <p:spPr>
                <a:xfrm>
                  <a:off x="3750" y="1137"/>
                  <a:ext cx="8" cy="8"/>
                </a:xfrm>
                <a:prstGeom prst="rect">
                  <a:avLst/>
                </a:prstGeom>
                <a:solidFill>
                  <a:srgbClr val="000000"/>
                </a:solidFill>
                <a:ln w="12700">
                  <a:solidFill>
                    <a:prstClr val="black"/>
                  </a:solidFill>
                  <a:miter lim="800000"/>
                </a:ln>
                <a:effectLst/>
              </p:spPr>
            </p:sp>
            <p:sp>
              <p:nvSpPr>
                <p:cNvPr id="57839" name=""/>
                <p:cNvSpPr/>
                <p:nvPr/>
              </p:nvSpPr>
              <p:spPr>
                <a:xfrm>
                  <a:off x="3641" y="1138"/>
                  <a:ext cx="101" cy="18"/>
                </a:xfrm>
                <a:prstGeom prst="rect">
                  <a:avLst/>
                </a:prstGeom>
                <a:solidFill>
                  <a:srgbClr val="C0C0C0"/>
                </a:solidFill>
                <a:ln w="12700">
                  <a:solidFill>
                    <a:srgbClr val="CECECE"/>
                  </a:solidFill>
                  <a:miter lim="800000"/>
                </a:ln>
                <a:effectLst>
                  <a:outerShdw algn="ctr">
                    <a:srgbClr val="000000"/>
                  </a:outerShdw>
                </a:effectLst>
              </p:spPr>
            </p:sp>
            <p:grpSp>
              <p:nvGrpSpPr>
                <p:cNvPr id="57840" name=""/>
                <p:cNvGrpSpPr/>
                <p:nvPr/>
              </p:nvGrpSpPr>
              <p:grpSpPr>
                <a:xfrm>
                  <a:off x="3743" y="1147"/>
                  <a:ext cx="8" cy="14"/>
                  <a:chOff x="3743" y="1147"/>
                  <a:chExt cx="8" cy="14"/>
                </a:xfrm>
              </p:grpSpPr>
              <p:sp>
                <p:nvSpPr>
                  <p:cNvPr id="57841" name=""/>
                  <p:cNvSpPr/>
                  <p:nvPr/>
                </p:nvSpPr>
                <p:spPr>
                  <a:xfrm>
                    <a:off x="3743" y="1147"/>
                    <a:ext cx="8" cy="8"/>
                  </a:xfrm>
                  <a:prstGeom prst="rect">
                    <a:avLst/>
                  </a:prstGeom>
                  <a:solidFill>
                    <a:srgbClr val="000000"/>
                  </a:solidFill>
                  <a:ln w="12700">
                    <a:solidFill>
                      <a:prstClr val="black"/>
                    </a:solidFill>
                    <a:miter lim="800000"/>
                  </a:ln>
                  <a:effectLst/>
                </p:spPr>
              </p:sp>
              <p:sp>
                <p:nvSpPr>
                  <p:cNvPr id="57842" name=""/>
                  <p:cNvSpPr/>
                  <p:nvPr/>
                </p:nvSpPr>
                <p:spPr>
                  <a:xfrm>
                    <a:off x="3743" y="1153"/>
                    <a:ext cx="8" cy="8"/>
                  </a:xfrm>
                  <a:prstGeom prst="rect">
                    <a:avLst/>
                  </a:prstGeom>
                  <a:solidFill>
                    <a:srgbClr val="000000"/>
                  </a:solidFill>
                  <a:ln w="12700">
                    <a:solidFill>
                      <a:prstClr val="black"/>
                    </a:solidFill>
                    <a:miter lim="800000"/>
                  </a:ln>
                  <a:effectLst/>
                </p:spPr>
              </p:sp>
            </p:grpSp>
            <p:sp>
              <p:nvSpPr>
                <p:cNvPr id="57843" name=""/>
                <p:cNvSpPr/>
                <p:nvPr/>
              </p:nvSpPr>
              <p:spPr>
                <a:xfrm>
                  <a:off x="3685" y="1138"/>
                  <a:ext cx="8" cy="8"/>
                </a:xfrm>
                <a:prstGeom prst="rect">
                  <a:avLst/>
                </a:prstGeom>
                <a:solidFill>
                  <a:srgbClr val="000000"/>
                </a:solidFill>
                <a:ln w="12700">
                  <a:solidFill>
                    <a:prstClr val="black"/>
                  </a:solidFill>
                  <a:miter lim="800000"/>
                </a:ln>
                <a:effectLst/>
              </p:spPr>
            </p:sp>
            <p:sp>
              <p:nvSpPr>
                <p:cNvPr id="57844" name=""/>
                <p:cNvSpPr/>
                <p:nvPr/>
              </p:nvSpPr>
              <p:spPr>
                <a:xfrm>
                  <a:off x="3685" y="1139"/>
                  <a:ext cx="8" cy="8"/>
                </a:xfrm>
                <a:prstGeom prst="rect">
                  <a:avLst/>
                </a:prstGeom>
                <a:solidFill>
                  <a:srgbClr val="000000"/>
                </a:solidFill>
                <a:ln w="12700">
                  <a:solidFill>
                    <a:prstClr val="black"/>
                  </a:solidFill>
                  <a:miter lim="800000"/>
                </a:ln>
                <a:effectLst/>
              </p:spPr>
            </p:sp>
            <p:sp>
              <p:nvSpPr>
                <p:cNvPr id="57845" name=""/>
                <p:cNvSpPr/>
                <p:nvPr/>
              </p:nvSpPr>
              <p:spPr>
                <a:xfrm>
                  <a:off x="3674" y="1139"/>
                  <a:ext cx="27" cy="8"/>
                </a:xfrm>
                <a:prstGeom prst="rect">
                  <a:avLst/>
                </a:prstGeom>
                <a:solidFill>
                  <a:srgbClr val="000000"/>
                </a:solidFill>
                <a:ln w="12700">
                  <a:solidFill>
                    <a:prstClr val="black"/>
                  </a:solidFill>
                  <a:miter lim="800000"/>
                </a:ln>
                <a:effectLst/>
              </p:spPr>
            </p:sp>
            <p:sp>
              <p:nvSpPr>
                <p:cNvPr id="57846" name=""/>
                <p:cNvSpPr/>
                <p:nvPr/>
              </p:nvSpPr>
              <p:spPr>
                <a:xfrm>
                  <a:off x="3679" y="1145"/>
                  <a:ext cx="8" cy="8"/>
                </a:xfrm>
                <a:prstGeom prst="rect">
                  <a:avLst/>
                </a:prstGeom>
                <a:solidFill>
                  <a:srgbClr val="000000"/>
                </a:solidFill>
                <a:ln w="12700">
                  <a:solidFill>
                    <a:prstClr val="black"/>
                  </a:solidFill>
                  <a:miter lim="800000"/>
                </a:ln>
                <a:effectLst/>
              </p:spPr>
            </p:sp>
            <p:sp>
              <p:nvSpPr>
                <p:cNvPr id="57847" name=""/>
                <p:cNvSpPr/>
                <p:nvPr/>
              </p:nvSpPr>
              <p:spPr>
                <a:xfrm>
                  <a:off x="3701" y="1145"/>
                  <a:ext cx="8" cy="8"/>
                </a:xfrm>
                <a:prstGeom prst="rect">
                  <a:avLst/>
                </a:prstGeom>
                <a:solidFill>
                  <a:srgbClr val="000000"/>
                </a:solidFill>
                <a:ln w="12700">
                  <a:solidFill>
                    <a:prstClr val="black"/>
                  </a:solidFill>
                  <a:miter lim="800000"/>
                </a:ln>
                <a:effectLst/>
              </p:spPr>
            </p:sp>
            <p:sp>
              <p:nvSpPr>
                <p:cNvPr id="57848" name=""/>
                <p:cNvSpPr/>
                <p:nvPr/>
              </p:nvSpPr>
              <p:spPr>
                <a:xfrm>
                  <a:off x="3743" y="1138"/>
                  <a:ext cx="8" cy="8"/>
                </a:xfrm>
                <a:prstGeom prst="rect">
                  <a:avLst/>
                </a:prstGeom>
                <a:solidFill>
                  <a:srgbClr val="000000"/>
                </a:solidFill>
                <a:ln w="12700">
                  <a:solidFill>
                    <a:prstClr val="black"/>
                  </a:solidFill>
                  <a:miter lim="800000"/>
                </a:ln>
                <a:effectLst/>
              </p:spPr>
            </p:sp>
            <p:cxnSp>
              <p:nvCxnSpPr>
                <p:cNvPr id="57849" name=""/>
                <p:cNvCxnSpPr/>
                <p:nvPr/>
              </p:nvCxnSpPr>
              <p:spPr>
                <a:xfrm flipH="1">
                  <a:off x="3659" y="1135"/>
                  <a:ext cx="0" cy="25"/>
                </a:xfrm>
                <a:prstGeom prst="line">
                  <a:avLst/>
                </a:prstGeom>
                <a:noFill/>
                <a:ln w="12700">
                  <a:solidFill>
                    <a:srgbClr val="474747"/>
                  </a:solidFill>
                  <a:miter lim="800000"/>
                </a:ln>
                <a:effectLst/>
              </p:spPr>
            </p:cxnSp>
            <p:cxnSp>
              <p:nvCxnSpPr>
                <p:cNvPr id="57850" name=""/>
                <p:cNvCxnSpPr/>
                <p:nvPr/>
              </p:nvCxnSpPr>
              <p:spPr>
                <a:xfrm flipH="1">
                  <a:off x="3705" y="1135"/>
                  <a:ext cx="0" cy="25"/>
                </a:xfrm>
                <a:prstGeom prst="line">
                  <a:avLst/>
                </a:prstGeom>
                <a:noFill/>
                <a:ln w="12700">
                  <a:solidFill>
                    <a:srgbClr val="474747"/>
                  </a:solidFill>
                  <a:miter lim="800000"/>
                </a:ln>
                <a:effectLst/>
              </p:spPr>
            </p:cxnSp>
            <p:cxnSp>
              <p:nvCxnSpPr>
                <p:cNvPr id="57851" name=""/>
                <p:cNvCxnSpPr/>
                <p:nvPr/>
              </p:nvCxnSpPr>
              <p:spPr>
                <a:xfrm flipH="1">
                  <a:off x="3594" y="1135"/>
                  <a:ext cx="43" cy="0"/>
                </a:xfrm>
                <a:prstGeom prst="line">
                  <a:avLst/>
                </a:prstGeom>
                <a:noFill/>
                <a:ln w="12700">
                  <a:solidFill>
                    <a:srgbClr val="474747"/>
                  </a:solidFill>
                  <a:miter lim="800000"/>
                </a:ln>
                <a:effectLst/>
              </p:spPr>
            </p:cxnSp>
            <p:cxnSp>
              <p:nvCxnSpPr>
                <p:cNvPr id="57852" name=""/>
                <p:cNvCxnSpPr/>
                <p:nvPr/>
              </p:nvCxnSpPr>
              <p:spPr>
                <a:xfrm flipH="1">
                  <a:off x="3599" y="1135"/>
                  <a:ext cx="42" cy="0"/>
                </a:xfrm>
                <a:prstGeom prst="line">
                  <a:avLst/>
                </a:prstGeom>
                <a:noFill/>
                <a:ln w="12700">
                  <a:solidFill>
                    <a:srgbClr val="474747"/>
                  </a:solidFill>
                  <a:miter lim="800000"/>
                </a:ln>
                <a:effectLst/>
              </p:spPr>
            </p:cxnSp>
            <p:cxnSp>
              <p:nvCxnSpPr>
                <p:cNvPr id="57853" name=""/>
                <p:cNvCxnSpPr/>
                <p:nvPr/>
              </p:nvCxnSpPr>
              <p:spPr>
                <a:xfrm flipH="1">
                  <a:off x="3599" y="1142"/>
                  <a:ext cx="42" cy="0"/>
                </a:xfrm>
                <a:prstGeom prst="line">
                  <a:avLst/>
                </a:prstGeom>
                <a:noFill/>
                <a:ln w="12700">
                  <a:solidFill>
                    <a:srgbClr val="474747"/>
                  </a:solidFill>
                  <a:miter lim="800000"/>
                </a:ln>
                <a:effectLst/>
              </p:spPr>
            </p:cxnSp>
            <p:cxnSp>
              <p:nvCxnSpPr>
                <p:cNvPr id="57854" name=""/>
                <p:cNvCxnSpPr/>
                <p:nvPr/>
              </p:nvCxnSpPr>
              <p:spPr>
                <a:xfrm flipH="1">
                  <a:off x="3599" y="1146"/>
                  <a:ext cx="42" cy="0"/>
                </a:xfrm>
                <a:prstGeom prst="line">
                  <a:avLst/>
                </a:prstGeom>
                <a:noFill/>
                <a:ln w="12700">
                  <a:solidFill>
                    <a:srgbClr val="474747"/>
                  </a:solidFill>
                  <a:miter lim="800000"/>
                </a:ln>
                <a:effectLst/>
              </p:spPr>
            </p:cxnSp>
            <p:cxnSp>
              <p:nvCxnSpPr>
                <p:cNvPr id="57855" name=""/>
                <p:cNvCxnSpPr/>
                <p:nvPr/>
              </p:nvCxnSpPr>
              <p:spPr>
                <a:xfrm flipH="1">
                  <a:off x="3599" y="1153"/>
                  <a:ext cx="42" cy="0"/>
                </a:xfrm>
                <a:prstGeom prst="line">
                  <a:avLst/>
                </a:prstGeom>
                <a:noFill/>
                <a:ln w="12700">
                  <a:solidFill>
                    <a:srgbClr val="474747"/>
                  </a:solidFill>
                  <a:miter lim="800000"/>
                </a:ln>
                <a:effectLst/>
              </p:spPr>
            </p:cxnSp>
            <p:cxnSp>
              <p:nvCxnSpPr>
                <p:cNvPr id="57856" name=""/>
                <p:cNvCxnSpPr/>
                <p:nvPr/>
              </p:nvCxnSpPr>
              <p:spPr>
                <a:xfrm flipH="1">
                  <a:off x="3599" y="1156"/>
                  <a:ext cx="42" cy="0"/>
                </a:xfrm>
                <a:prstGeom prst="line">
                  <a:avLst/>
                </a:prstGeom>
                <a:noFill/>
                <a:ln w="12700">
                  <a:solidFill>
                    <a:srgbClr val="474747"/>
                  </a:solidFill>
                  <a:miter lim="800000"/>
                </a:ln>
                <a:effectLst/>
              </p:spPr>
            </p:cxnSp>
            <p:cxnSp>
              <p:nvCxnSpPr>
                <p:cNvPr id="57857" name=""/>
                <p:cNvCxnSpPr/>
                <p:nvPr/>
              </p:nvCxnSpPr>
              <p:spPr>
                <a:xfrm>
                  <a:off x="3599" y="1162"/>
                  <a:ext cx="156" cy="0"/>
                </a:xfrm>
                <a:prstGeom prst="line">
                  <a:avLst/>
                </a:prstGeom>
                <a:noFill/>
                <a:ln w="12700">
                  <a:solidFill>
                    <a:srgbClr val="474747"/>
                  </a:solidFill>
                  <a:miter lim="800000"/>
                </a:ln>
                <a:effectLst/>
              </p:spPr>
            </p:cxnSp>
            <p:cxnSp>
              <p:nvCxnSpPr>
                <p:cNvPr id="57858" name=""/>
                <p:cNvCxnSpPr/>
                <p:nvPr/>
              </p:nvCxnSpPr>
              <p:spPr>
                <a:xfrm>
                  <a:off x="3641" y="1144"/>
                  <a:ext cx="106" cy="0"/>
                </a:xfrm>
                <a:prstGeom prst="line">
                  <a:avLst/>
                </a:prstGeom>
                <a:noFill/>
                <a:ln w="12700">
                  <a:solidFill>
                    <a:srgbClr val="474747"/>
                  </a:solidFill>
                  <a:miter lim="800000"/>
                </a:ln>
                <a:effectLst/>
              </p:spPr>
            </p:cxnSp>
            <p:sp>
              <p:nvSpPr>
                <p:cNvPr id="57859" name=""/>
                <p:cNvSpPr/>
                <p:nvPr/>
              </p:nvSpPr>
              <p:spPr>
                <a:xfrm>
                  <a:off x="3724" y="1148"/>
                  <a:ext cx="8" cy="8"/>
                </a:xfrm>
                <a:prstGeom prst="rect">
                  <a:avLst/>
                </a:prstGeom>
                <a:solidFill>
                  <a:srgbClr val="000000"/>
                </a:solidFill>
                <a:ln w="12700">
                  <a:solidFill>
                    <a:prstClr val="black"/>
                  </a:solidFill>
                  <a:miter lim="800000"/>
                </a:ln>
                <a:effectLst/>
              </p:spPr>
            </p:sp>
            <p:sp>
              <p:nvSpPr>
                <p:cNvPr id="57860" name=""/>
                <p:cNvSpPr/>
                <p:nvPr/>
              </p:nvSpPr>
              <p:spPr>
                <a:xfrm>
                  <a:off x="3625" y="1126"/>
                  <a:ext cx="90" cy="8"/>
                </a:xfrm>
                <a:prstGeom prst="rect">
                  <a:avLst/>
                </a:prstGeom>
                <a:solidFill>
                  <a:srgbClr val="CECECE"/>
                </a:solidFill>
                <a:ln w="12700">
                  <a:solidFill>
                    <a:srgbClr val="CECECE"/>
                  </a:solidFill>
                  <a:miter lim="800000"/>
                </a:ln>
                <a:effectLst/>
              </p:spPr>
            </p:sp>
            <p:sp>
              <p:nvSpPr>
                <p:cNvPr id="57861" name=""/>
                <p:cNvSpPr/>
                <p:nvPr/>
              </p:nvSpPr>
              <p:spPr>
                <a:xfrm>
                  <a:off x="3621" y="1107"/>
                  <a:ext cx="98" cy="16"/>
                </a:xfrm>
                <a:prstGeom prst="rect">
                  <a:avLst/>
                </a:prstGeom>
                <a:solidFill>
                  <a:srgbClr val="CECECE"/>
                </a:solidFill>
                <a:ln>
                  <a:noFill/>
                  <a:miter lim="800000"/>
                </a:ln>
                <a:effectLst>
                  <a:outerShdw dist="17961" dir="2700000" algn="ctr">
                    <a:srgbClr val="000000"/>
                  </a:outerShdw>
                </a:effectLst>
              </p:spPr>
            </p:sp>
          </p:grpSp>
        </p:grpSp>
        <p:grpSp>
          <p:nvGrpSpPr>
            <p:cNvPr id="57862" name=""/>
            <p:cNvGrpSpPr/>
            <p:nvPr/>
          </p:nvGrpSpPr>
          <p:grpSpPr>
            <a:xfrm>
              <a:off x="3930" y="964"/>
              <a:ext cx="351" cy="288"/>
              <a:chOff x="3930" y="964"/>
              <a:chExt cx="351" cy="288"/>
            </a:xfrm>
          </p:grpSpPr>
          <p:sp>
            <p:nvSpPr>
              <p:cNvPr id="57863" name=""/>
              <p:cNvSpPr/>
              <p:nvPr/>
            </p:nvSpPr>
            <p:spPr>
              <a:xfrm>
                <a:off x="3930" y="964"/>
                <a:ext cx="351" cy="288"/>
              </a:xfrm>
              <a:prstGeom prst="rect">
                <a:avLst/>
              </a:prstGeom>
              <a:solidFill>
                <a:schemeClr val="bg1"/>
              </a:solidFill>
              <a:ln w="12700">
                <a:solidFill>
                  <a:schemeClr val="tx1"/>
                </a:solidFill>
                <a:prstDash val="sysDot"/>
                <a:miter lim="800000"/>
              </a:ln>
              <a:effectLst/>
            </p:spPr>
          </p:sp>
          <p:grpSp>
            <p:nvGrpSpPr>
              <p:cNvPr id="57864" name=""/>
              <p:cNvGrpSpPr/>
              <p:nvPr/>
            </p:nvGrpSpPr>
            <p:grpSpPr>
              <a:xfrm>
                <a:off x="4011" y="1031"/>
                <a:ext cx="190" cy="170"/>
                <a:chOff x="4011" y="1031"/>
                <a:chExt cx="190" cy="170"/>
              </a:xfrm>
            </p:grpSpPr>
            <p:sp>
              <p:nvSpPr>
                <p:cNvPr id="57865" name=""/>
                <p:cNvSpPr/>
                <p:nvPr/>
              </p:nvSpPr>
              <p:spPr>
                <a:xfrm>
                  <a:off x="4031" y="1116"/>
                  <a:ext cx="135" cy="17"/>
                </a:xfrm>
                <a:custGeom>
                  <a:pathLst>
                    <a:path w="135" h="17">
                      <a:moveTo>
                        <a:pt x="0" y="16"/>
                      </a:moveTo>
                      <a:lnTo>
                        <a:pt x="134" y="16"/>
                      </a:lnTo>
                      <a:lnTo>
                        <a:pt x="120" y="0"/>
                      </a:lnTo>
                      <a:lnTo>
                        <a:pt x="13" y="0"/>
                      </a:lnTo>
                      <a:lnTo>
                        <a:pt x="0" y="16"/>
                      </a:lnTo>
                    </a:path>
                  </a:pathLst>
                </a:custGeom>
                <a:solidFill>
                  <a:srgbClr val="919191"/>
                </a:solidFill>
                <a:ln cap="rnd">
                  <a:noFill/>
                  <a:round/>
                </a:ln>
                <a:effectLst>
                  <a:outerShdw dist="28398" dir="1593903" algn="ctr">
                    <a:srgbClr val="000000"/>
                  </a:outerShdw>
                </a:effectLst>
              </p:spPr>
            </p:sp>
            <p:sp>
              <p:nvSpPr>
                <p:cNvPr id="57866" name=""/>
                <p:cNvSpPr/>
                <p:nvPr/>
              </p:nvSpPr>
              <p:spPr>
                <a:xfrm>
                  <a:off x="4138" y="1107"/>
                  <a:ext cx="8" cy="8"/>
                </a:xfrm>
                <a:prstGeom prst="rect">
                  <a:avLst/>
                </a:prstGeom>
                <a:solidFill>
                  <a:srgbClr val="008000"/>
                </a:solidFill>
                <a:ln w="12700">
                  <a:solidFill>
                    <a:schemeClr val="tx1"/>
                  </a:solidFill>
                  <a:miter lim="800000"/>
                </a:ln>
                <a:effectLst/>
              </p:spPr>
            </p:sp>
            <p:sp>
              <p:nvSpPr>
                <p:cNvPr id="57867" name=""/>
                <p:cNvSpPr/>
                <p:nvPr/>
              </p:nvSpPr>
              <p:spPr>
                <a:xfrm>
                  <a:off x="4031" y="1131"/>
                  <a:ext cx="134" cy="38"/>
                </a:xfrm>
                <a:prstGeom prst="rect">
                  <a:avLst/>
                </a:prstGeom>
                <a:solidFill>
                  <a:srgbClr val="DBDBDB"/>
                </a:solidFill>
                <a:ln>
                  <a:noFill/>
                  <a:miter lim="800000"/>
                </a:ln>
                <a:effectLst>
                  <a:outerShdw dist="35921" dir="2700000" algn="ctr">
                    <a:srgbClr val="000000"/>
                  </a:outerShdw>
                </a:effectLst>
              </p:spPr>
            </p:sp>
            <p:sp>
              <p:nvSpPr>
                <p:cNvPr id="57868" name=""/>
                <p:cNvSpPr/>
                <p:nvPr/>
              </p:nvSpPr>
              <p:spPr>
                <a:xfrm>
                  <a:off x="4011" y="1165"/>
                  <a:ext cx="190" cy="21"/>
                </a:xfrm>
                <a:custGeom>
                  <a:pathLst>
                    <a:path w="190" h="21">
                      <a:moveTo>
                        <a:pt x="0" y="20"/>
                      </a:moveTo>
                      <a:lnTo>
                        <a:pt x="189" y="20"/>
                      </a:lnTo>
                      <a:lnTo>
                        <a:pt x="177" y="0"/>
                      </a:lnTo>
                      <a:lnTo>
                        <a:pt x="14" y="0"/>
                      </a:lnTo>
                      <a:lnTo>
                        <a:pt x="0" y="20"/>
                      </a:lnTo>
                    </a:path>
                  </a:pathLst>
                </a:custGeom>
                <a:solidFill>
                  <a:srgbClr val="DADADA"/>
                </a:solidFill>
                <a:ln cap="rnd">
                  <a:noFill/>
                  <a:round/>
                </a:ln>
                <a:effectLst>
                  <a:outerShdw dist="35921" dir="2700000" algn="ctr">
                    <a:srgbClr val="000000"/>
                  </a:outerShdw>
                </a:effectLst>
              </p:spPr>
            </p:sp>
            <p:sp>
              <p:nvSpPr>
                <p:cNvPr id="57869" name=""/>
                <p:cNvSpPr/>
                <p:nvPr/>
              </p:nvSpPr>
              <p:spPr>
                <a:xfrm>
                  <a:off x="4017" y="1165"/>
                  <a:ext cx="178" cy="20"/>
                </a:xfrm>
                <a:custGeom>
                  <a:pathLst>
                    <a:path w="178" h="20">
                      <a:moveTo>
                        <a:pt x="10" y="0"/>
                      </a:moveTo>
                      <a:lnTo>
                        <a:pt x="0" y="19"/>
                      </a:lnTo>
                      <a:lnTo>
                        <a:pt x="177" y="19"/>
                      </a:lnTo>
                      <a:lnTo>
                        <a:pt x="168" y="0"/>
                      </a:lnTo>
                    </a:path>
                  </a:pathLst>
                </a:custGeom>
                <a:solidFill>
                  <a:srgbClr val="CECECE"/>
                </a:solidFill>
                <a:ln w="12700" cap="rnd" cmpd="sng">
                  <a:solidFill>
                    <a:srgbClr val="919191"/>
                  </a:solidFill>
                  <a:prstDash val="solid"/>
                  <a:round/>
                  <a:headEnd type="none" w="sm" len="sm"/>
                  <a:tailEnd type="none" w="sm" len="sm"/>
                </a:ln>
                <a:effectLst/>
              </p:spPr>
            </p:sp>
            <p:sp>
              <p:nvSpPr>
                <p:cNvPr id="57870" name=""/>
                <p:cNvSpPr/>
                <p:nvPr/>
              </p:nvSpPr>
              <p:spPr>
                <a:xfrm>
                  <a:off x="4154" y="1168"/>
                  <a:ext cx="26" cy="17"/>
                </a:xfrm>
                <a:custGeom>
                  <a:pathLst>
                    <a:path w="26" h="17">
                      <a:moveTo>
                        <a:pt x="0" y="0"/>
                      </a:moveTo>
                      <a:lnTo>
                        <a:pt x="23" y="0"/>
                      </a:lnTo>
                      <a:lnTo>
                        <a:pt x="25" y="16"/>
                      </a:lnTo>
                      <a:lnTo>
                        <a:pt x="0" y="16"/>
                      </a:lnTo>
                      <a:lnTo>
                        <a:pt x="0" y="0"/>
                      </a:lnTo>
                    </a:path>
                  </a:pathLst>
                </a:custGeom>
                <a:solidFill>
                  <a:srgbClr val="DADADA"/>
                </a:solidFill>
                <a:ln cap="rnd">
                  <a:noFill/>
                  <a:round/>
                </a:ln>
                <a:effectLst/>
              </p:spPr>
            </p:sp>
            <p:cxnSp>
              <p:nvCxnSpPr>
                <p:cNvPr id="57871" name=""/>
                <p:cNvCxnSpPr/>
                <p:nvPr/>
              </p:nvCxnSpPr>
              <p:spPr>
                <a:xfrm>
                  <a:off x="4154" y="1174"/>
                  <a:ext cx="12" cy="0"/>
                </a:xfrm>
                <a:prstGeom prst="line">
                  <a:avLst/>
                </a:prstGeom>
                <a:noFill/>
                <a:ln w="12700">
                  <a:solidFill>
                    <a:srgbClr val="DADADA"/>
                  </a:solidFill>
                  <a:miter lim="800000"/>
                </a:ln>
                <a:effectLst/>
              </p:spPr>
            </p:cxnSp>
            <p:sp>
              <p:nvSpPr>
                <p:cNvPr id="57872" name=""/>
                <p:cNvSpPr/>
                <p:nvPr/>
              </p:nvSpPr>
              <p:spPr>
                <a:xfrm>
                  <a:off x="4011" y="1185"/>
                  <a:ext cx="188" cy="16"/>
                </a:xfrm>
                <a:prstGeom prst="rect">
                  <a:avLst/>
                </a:prstGeom>
                <a:solidFill>
                  <a:srgbClr val="CECECE"/>
                </a:solidFill>
                <a:ln>
                  <a:noFill/>
                  <a:miter lim="800000"/>
                </a:ln>
                <a:effectLst>
                  <a:outerShdw dist="35921" dir="2700000" algn="ctr">
                    <a:srgbClr val="000000"/>
                  </a:outerShdw>
                </a:effectLst>
              </p:spPr>
            </p:sp>
            <p:sp>
              <p:nvSpPr>
                <p:cNvPr id="57873" name=""/>
                <p:cNvSpPr/>
                <p:nvPr/>
              </p:nvSpPr>
              <p:spPr>
                <a:xfrm>
                  <a:off x="4054" y="1113"/>
                  <a:ext cx="88" cy="17"/>
                </a:xfrm>
                <a:custGeom>
                  <a:pathLst>
                    <a:path w="88" h="17">
                      <a:moveTo>
                        <a:pt x="0" y="16"/>
                      </a:moveTo>
                      <a:lnTo>
                        <a:pt x="87" y="16"/>
                      </a:lnTo>
                      <a:lnTo>
                        <a:pt x="82" y="0"/>
                      </a:lnTo>
                      <a:lnTo>
                        <a:pt x="5"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7874" name=""/>
                <p:cNvSpPr/>
                <p:nvPr/>
              </p:nvSpPr>
              <p:spPr>
                <a:xfrm>
                  <a:off x="4075" y="1114"/>
                  <a:ext cx="47" cy="17"/>
                </a:xfrm>
                <a:custGeom>
                  <a:pathLst>
                    <a:path w="47" h="17">
                      <a:moveTo>
                        <a:pt x="0" y="8"/>
                      </a:moveTo>
                      <a:lnTo>
                        <a:pt x="0" y="0"/>
                      </a:lnTo>
                      <a:lnTo>
                        <a:pt x="46" y="0"/>
                      </a:lnTo>
                      <a:lnTo>
                        <a:pt x="46" y="8"/>
                      </a:lnTo>
                      <a:lnTo>
                        <a:pt x="46" y="10"/>
                      </a:lnTo>
                      <a:lnTo>
                        <a:pt x="45" y="10"/>
                      </a:lnTo>
                      <a:lnTo>
                        <a:pt x="44" y="10"/>
                      </a:lnTo>
                      <a:lnTo>
                        <a:pt x="43" y="12"/>
                      </a:lnTo>
                      <a:lnTo>
                        <a:pt x="42" y="12"/>
                      </a:lnTo>
                      <a:lnTo>
                        <a:pt x="41" y="14"/>
                      </a:lnTo>
                      <a:lnTo>
                        <a:pt x="39" y="14"/>
                      </a:lnTo>
                      <a:lnTo>
                        <a:pt x="37" y="14"/>
                      </a:lnTo>
                      <a:lnTo>
                        <a:pt x="35" y="14"/>
                      </a:lnTo>
                      <a:lnTo>
                        <a:pt x="34" y="16"/>
                      </a:lnTo>
                      <a:lnTo>
                        <a:pt x="32" y="16"/>
                      </a:lnTo>
                      <a:lnTo>
                        <a:pt x="29" y="16"/>
                      </a:lnTo>
                      <a:lnTo>
                        <a:pt x="27" y="16"/>
                      </a:lnTo>
                      <a:lnTo>
                        <a:pt x="24" y="16"/>
                      </a:lnTo>
                      <a:lnTo>
                        <a:pt x="22" y="16"/>
                      </a:lnTo>
                      <a:lnTo>
                        <a:pt x="19" y="16"/>
                      </a:lnTo>
                      <a:lnTo>
                        <a:pt x="15" y="16"/>
                      </a:lnTo>
                      <a:lnTo>
                        <a:pt x="13" y="16"/>
                      </a:lnTo>
                      <a:lnTo>
                        <a:pt x="11" y="14"/>
                      </a:lnTo>
                      <a:lnTo>
                        <a:pt x="10" y="14"/>
                      </a:lnTo>
                      <a:lnTo>
                        <a:pt x="7" y="14"/>
                      </a:lnTo>
                      <a:lnTo>
                        <a:pt x="5" y="14"/>
                      </a:lnTo>
                      <a:lnTo>
                        <a:pt x="4" y="12"/>
                      </a:lnTo>
                      <a:lnTo>
                        <a:pt x="2" y="12"/>
                      </a:lnTo>
                      <a:lnTo>
                        <a:pt x="1" y="12"/>
                      </a:lnTo>
                      <a:lnTo>
                        <a:pt x="0" y="10"/>
                      </a:lnTo>
                      <a:lnTo>
                        <a:pt x="0" y="10"/>
                      </a:lnTo>
                      <a:lnTo>
                        <a:pt x="0" y="10"/>
                      </a:lnTo>
                      <a:lnTo>
                        <a:pt x="0" y="8"/>
                      </a:lnTo>
                    </a:path>
                  </a:pathLst>
                </a:custGeom>
                <a:solidFill>
                  <a:srgbClr val="CECECE"/>
                </a:solidFill>
                <a:ln cap="rnd">
                  <a:noFill/>
                  <a:round/>
                </a:ln>
                <a:effectLst>
                  <a:outerShdw dist="17961" dir="2700000" algn="ctr">
                    <a:srgbClr val="000000"/>
                  </a:outerShdw>
                </a:effectLst>
              </p:spPr>
            </p:sp>
            <p:sp>
              <p:nvSpPr>
                <p:cNvPr id="57875" name=""/>
                <p:cNvSpPr/>
                <p:nvPr/>
              </p:nvSpPr>
              <p:spPr>
                <a:xfrm>
                  <a:off x="4050" y="1031"/>
                  <a:ext cx="97" cy="72"/>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7876" name=""/>
                <p:cNvSpPr/>
                <p:nvPr/>
              </p:nvSpPr>
              <p:spPr>
                <a:xfrm>
                  <a:off x="4058" y="1036"/>
                  <a:ext cx="81" cy="62"/>
                </a:xfrm>
                <a:prstGeom prst="roundRect">
                  <a:avLst>
                    <a:gd name="adj" fmla="val 12088"/>
                  </a:avLst>
                </a:prstGeom>
                <a:solidFill>
                  <a:srgbClr val="474747"/>
                </a:solidFill>
                <a:ln>
                  <a:noFill/>
                  <a:miter lim="800000"/>
                </a:ln>
                <a:effectLst/>
              </p:spPr>
            </p:sp>
            <p:sp>
              <p:nvSpPr>
                <p:cNvPr id="57877" name=""/>
                <p:cNvSpPr/>
                <p:nvPr/>
              </p:nvSpPr>
              <p:spPr>
                <a:xfrm>
                  <a:off x="4062" y="1040"/>
                  <a:ext cx="72" cy="55"/>
                </a:xfrm>
                <a:prstGeom prst="roundRect">
                  <a:avLst>
                    <a:gd name="adj" fmla="val 12296"/>
                  </a:avLst>
                </a:prstGeom>
                <a:solidFill>
                  <a:srgbClr val="037C03"/>
                </a:solidFill>
                <a:ln>
                  <a:noFill/>
                  <a:miter lim="800000"/>
                </a:ln>
                <a:effectLst/>
              </p:spPr>
            </p:sp>
            <p:grpSp>
              <p:nvGrpSpPr>
                <p:cNvPr id="57878" name=""/>
                <p:cNvGrpSpPr/>
                <p:nvPr/>
              </p:nvGrpSpPr>
              <p:grpSpPr>
                <a:xfrm>
                  <a:off x="4072" y="1049"/>
                  <a:ext cx="30" cy="41"/>
                  <a:chOff x="4072" y="1049"/>
                  <a:chExt cx="30" cy="41"/>
                </a:xfrm>
              </p:grpSpPr>
              <p:cxnSp>
                <p:nvCxnSpPr>
                  <p:cNvPr id="57879" name=""/>
                  <p:cNvCxnSpPr/>
                  <p:nvPr/>
                </p:nvCxnSpPr>
                <p:spPr>
                  <a:xfrm>
                    <a:off x="4072" y="1053"/>
                    <a:ext cx="14" cy="30"/>
                  </a:xfrm>
                  <a:prstGeom prst="line">
                    <a:avLst/>
                  </a:prstGeom>
                  <a:noFill/>
                  <a:ln w="12700">
                    <a:solidFill>
                      <a:srgbClr val="FE9B03"/>
                    </a:solidFill>
                    <a:miter lim="800000"/>
                  </a:ln>
                  <a:effectLst/>
                </p:spPr>
              </p:cxnSp>
              <p:cxnSp>
                <p:nvCxnSpPr>
                  <p:cNvPr id="57880" name=""/>
                  <p:cNvCxnSpPr/>
                  <p:nvPr/>
                </p:nvCxnSpPr>
                <p:spPr>
                  <a:xfrm>
                    <a:off x="4078" y="1049"/>
                    <a:ext cx="24" cy="41"/>
                  </a:xfrm>
                  <a:prstGeom prst="line">
                    <a:avLst/>
                  </a:prstGeom>
                  <a:noFill/>
                  <a:ln w="12700">
                    <a:solidFill>
                      <a:srgbClr val="FE9B03"/>
                    </a:solidFill>
                    <a:miter lim="800000"/>
                  </a:ln>
                  <a:effectLst/>
                </p:spPr>
              </p:cxnSp>
            </p:grpSp>
            <p:sp>
              <p:nvSpPr>
                <p:cNvPr id="57881" name=""/>
                <p:cNvSpPr/>
                <p:nvPr/>
              </p:nvSpPr>
              <p:spPr>
                <a:xfrm>
                  <a:off x="4046" y="1165"/>
                  <a:ext cx="25" cy="17"/>
                </a:xfrm>
                <a:custGeom>
                  <a:pathLst>
                    <a:path w="25" h="17">
                      <a:moveTo>
                        <a:pt x="0" y="0"/>
                      </a:moveTo>
                      <a:lnTo>
                        <a:pt x="24" y="0"/>
                      </a:lnTo>
                      <a:lnTo>
                        <a:pt x="23" y="16"/>
                      </a:lnTo>
                      <a:lnTo>
                        <a:pt x="0" y="16"/>
                      </a:lnTo>
                      <a:lnTo>
                        <a:pt x="0" y="0"/>
                      </a:lnTo>
                    </a:path>
                  </a:pathLst>
                </a:custGeom>
                <a:solidFill>
                  <a:srgbClr val="DADADA"/>
                </a:solidFill>
                <a:ln cap="rnd">
                  <a:noFill/>
                  <a:round/>
                </a:ln>
                <a:effectLst>
                  <a:outerShdw algn="ctr">
                    <a:schemeClr val="tx1"/>
                  </a:outerShdw>
                </a:effectLst>
              </p:spPr>
            </p:sp>
            <p:sp>
              <p:nvSpPr>
                <p:cNvPr id="57882" name=""/>
                <p:cNvSpPr/>
                <p:nvPr/>
              </p:nvSpPr>
              <p:spPr>
                <a:xfrm>
                  <a:off x="4102" y="1165"/>
                  <a:ext cx="22" cy="17"/>
                </a:xfrm>
                <a:custGeom>
                  <a:pathLst>
                    <a:path w="22" h="17">
                      <a:moveTo>
                        <a:pt x="0" y="0"/>
                      </a:moveTo>
                      <a:lnTo>
                        <a:pt x="21" y="0"/>
                      </a:lnTo>
                      <a:lnTo>
                        <a:pt x="21" y="16"/>
                      </a:lnTo>
                      <a:lnTo>
                        <a:pt x="0" y="16"/>
                      </a:lnTo>
                      <a:lnTo>
                        <a:pt x="0" y="0"/>
                      </a:lnTo>
                    </a:path>
                  </a:pathLst>
                </a:custGeom>
                <a:solidFill>
                  <a:srgbClr val="DADADA"/>
                </a:solidFill>
                <a:ln cap="rnd">
                  <a:noFill/>
                  <a:round/>
                </a:ln>
                <a:effectLst>
                  <a:outerShdw algn="ctr">
                    <a:schemeClr val="tx1"/>
                  </a:outerShdw>
                </a:effectLst>
              </p:spPr>
            </p:sp>
            <p:cxnSp>
              <p:nvCxnSpPr>
                <p:cNvPr id="57883" name=""/>
                <p:cNvCxnSpPr/>
                <p:nvPr/>
              </p:nvCxnSpPr>
              <p:spPr>
                <a:xfrm>
                  <a:off x="4038" y="1171"/>
                  <a:ext cx="72" cy="0"/>
                </a:xfrm>
                <a:prstGeom prst="line">
                  <a:avLst/>
                </a:prstGeom>
                <a:noFill/>
                <a:ln w="12700">
                  <a:solidFill>
                    <a:srgbClr val="DADADA"/>
                  </a:solidFill>
                  <a:miter lim="800000"/>
                </a:ln>
                <a:effectLst>
                  <a:outerShdw algn="ctr">
                    <a:schemeClr val="tx1"/>
                  </a:outerShdw>
                </a:effectLst>
              </p:spPr>
            </p:cxnSp>
            <p:cxnSp>
              <p:nvCxnSpPr>
                <p:cNvPr id="57884" name=""/>
                <p:cNvCxnSpPr/>
                <p:nvPr/>
              </p:nvCxnSpPr>
              <p:spPr>
                <a:xfrm>
                  <a:off x="4041" y="1174"/>
                  <a:ext cx="74" cy="0"/>
                </a:xfrm>
                <a:prstGeom prst="line">
                  <a:avLst/>
                </a:prstGeom>
                <a:noFill/>
                <a:ln w="12700">
                  <a:solidFill>
                    <a:srgbClr val="DADADA"/>
                  </a:solidFill>
                  <a:miter lim="800000"/>
                </a:ln>
                <a:effectLst>
                  <a:outerShdw algn="ctr">
                    <a:schemeClr val="tx1"/>
                  </a:outerShdw>
                </a:effectLst>
              </p:spPr>
            </p:cxnSp>
            <p:cxnSp>
              <p:nvCxnSpPr>
                <p:cNvPr id="57885" name=""/>
                <p:cNvCxnSpPr/>
                <p:nvPr/>
              </p:nvCxnSpPr>
              <p:spPr>
                <a:xfrm>
                  <a:off x="4041" y="1177"/>
                  <a:ext cx="65" cy="0"/>
                </a:xfrm>
                <a:prstGeom prst="line">
                  <a:avLst/>
                </a:prstGeom>
                <a:noFill/>
                <a:ln w="12700">
                  <a:solidFill>
                    <a:srgbClr val="DADADA"/>
                  </a:solidFill>
                  <a:miter lim="800000"/>
                </a:ln>
                <a:effectLst>
                  <a:outerShdw algn="ctr">
                    <a:schemeClr val="tx1"/>
                  </a:outerShdw>
                </a:effectLst>
              </p:spPr>
            </p:cxnSp>
            <p:cxnSp>
              <p:nvCxnSpPr>
                <p:cNvPr id="57886" name=""/>
                <p:cNvCxnSpPr/>
                <p:nvPr/>
              </p:nvCxnSpPr>
              <p:spPr>
                <a:xfrm>
                  <a:off x="4028" y="1172"/>
                  <a:ext cx="6" cy="0"/>
                </a:xfrm>
                <a:prstGeom prst="line">
                  <a:avLst/>
                </a:prstGeom>
                <a:noFill/>
                <a:ln w="12700">
                  <a:solidFill>
                    <a:srgbClr val="DADADA"/>
                  </a:solidFill>
                  <a:miter lim="800000"/>
                </a:ln>
                <a:effectLst>
                  <a:outerShdw algn="ctr">
                    <a:schemeClr val="tx1"/>
                  </a:outerShdw>
                </a:effectLst>
              </p:spPr>
            </p:cxnSp>
            <p:cxnSp>
              <p:nvCxnSpPr>
                <p:cNvPr id="57887" name=""/>
                <p:cNvCxnSpPr/>
                <p:nvPr/>
              </p:nvCxnSpPr>
              <p:spPr>
                <a:xfrm>
                  <a:off x="4028" y="1175"/>
                  <a:ext cx="5" cy="0"/>
                </a:xfrm>
                <a:prstGeom prst="line">
                  <a:avLst/>
                </a:prstGeom>
                <a:noFill/>
                <a:ln w="12700">
                  <a:solidFill>
                    <a:srgbClr val="DADADA"/>
                  </a:solidFill>
                  <a:miter lim="800000"/>
                </a:ln>
                <a:effectLst>
                  <a:outerShdw algn="ctr">
                    <a:schemeClr val="tx1"/>
                  </a:outerShdw>
                </a:effectLst>
              </p:spPr>
            </p:cxnSp>
            <p:cxnSp>
              <p:nvCxnSpPr>
                <p:cNvPr id="57888" name=""/>
                <p:cNvCxnSpPr/>
                <p:nvPr/>
              </p:nvCxnSpPr>
              <p:spPr>
                <a:xfrm>
                  <a:off x="4054" y="1179"/>
                  <a:ext cx="44" cy="0"/>
                </a:xfrm>
                <a:prstGeom prst="line">
                  <a:avLst/>
                </a:prstGeom>
                <a:noFill/>
                <a:ln w="12700">
                  <a:solidFill>
                    <a:srgbClr val="DADADA"/>
                  </a:solidFill>
                  <a:miter lim="800000"/>
                </a:ln>
                <a:effectLst>
                  <a:outerShdw algn="ctr">
                    <a:schemeClr val="tx1"/>
                  </a:outerShdw>
                </a:effectLst>
              </p:spPr>
            </p:cxnSp>
            <p:cxnSp>
              <p:nvCxnSpPr>
                <p:cNvPr id="57889" name=""/>
                <p:cNvCxnSpPr/>
                <p:nvPr/>
              </p:nvCxnSpPr>
              <p:spPr>
                <a:xfrm>
                  <a:off x="4115" y="1171"/>
                  <a:ext cx="9" cy="0"/>
                </a:xfrm>
                <a:prstGeom prst="line">
                  <a:avLst/>
                </a:prstGeom>
                <a:noFill/>
                <a:ln w="12700">
                  <a:solidFill>
                    <a:srgbClr val="DADADA"/>
                  </a:solidFill>
                  <a:miter lim="800000"/>
                </a:ln>
                <a:effectLst>
                  <a:outerShdw algn="ctr">
                    <a:schemeClr val="tx1"/>
                  </a:outerShdw>
                </a:effectLst>
              </p:spPr>
            </p:cxnSp>
            <p:cxnSp>
              <p:nvCxnSpPr>
                <p:cNvPr id="57890" name=""/>
                <p:cNvCxnSpPr/>
                <p:nvPr/>
              </p:nvCxnSpPr>
              <p:spPr>
                <a:xfrm>
                  <a:off x="4117" y="1174"/>
                  <a:ext cx="7" cy="0"/>
                </a:xfrm>
                <a:prstGeom prst="line">
                  <a:avLst/>
                </a:prstGeom>
                <a:noFill/>
                <a:ln w="12700">
                  <a:solidFill>
                    <a:srgbClr val="DADADA"/>
                  </a:solidFill>
                  <a:miter lim="800000"/>
                </a:ln>
                <a:effectLst>
                  <a:outerShdw algn="ctr">
                    <a:schemeClr val="tx1"/>
                  </a:outerShdw>
                </a:effectLst>
              </p:spPr>
            </p:cxnSp>
            <p:cxnSp>
              <p:nvCxnSpPr>
                <p:cNvPr id="57891" name=""/>
                <p:cNvCxnSpPr/>
                <p:nvPr/>
              </p:nvCxnSpPr>
              <p:spPr>
                <a:xfrm>
                  <a:off x="4110" y="1177"/>
                  <a:ext cx="14" cy="0"/>
                </a:xfrm>
                <a:prstGeom prst="line">
                  <a:avLst/>
                </a:prstGeom>
                <a:noFill/>
                <a:ln w="12700">
                  <a:solidFill>
                    <a:srgbClr val="DADADA"/>
                  </a:solidFill>
                  <a:miter lim="800000"/>
                </a:ln>
                <a:effectLst>
                  <a:outerShdw algn="ctr">
                    <a:schemeClr val="tx1"/>
                  </a:outerShdw>
                </a:effectLst>
              </p:spPr>
            </p:cxnSp>
            <p:cxnSp>
              <p:nvCxnSpPr>
                <p:cNvPr id="57892" name=""/>
                <p:cNvCxnSpPr/>
                <p:nvPr/>
              </p:nvCxnSpPr>
              <p:spPr>
                <a:xfrm>
                  <a:off x="4160" y="1172"/>
                  <a:ext cx="18" cy="0"/>
                </a:xfrm>
                <a:prstGeom prst="line">
                  <a:avLst/>
                </a:prstGeom>
                <a:noFill/>
                <a:ln w="12700">
                  <a:solidFill>
                    <a:srgbClr val="DADADA"/>
                  </a:solidFill>
                  <a:miter lim="800000"/>
                </a:ln>
                <a:effectLst>
                  <a:outerShdw algn="ctr">
                    <a:schemeClr val="tx1"/>
                  </a:outerShdw>
                </a:effectLst>
              </p:spPr>
            </p:cxnSp>
            <p:cxnSp>
              <p:nvCxnSpPr>
                <p:cNvPr id="57893" name=""/>
                <p:cNvCxnSpPr/>
                <p:nvPr/>
              </p:nvCxnSpPr>
              <p:spPr>
                <a:xfrm>
                  <a:off x="4160" y="1177"/>
                  <a:ext cx="8" cy="0"/>
                </a:xfrm>
                <a:prstGeom prst="line">
                  <a:avLst/>
                </a:prstGeom>
                <a:noFill/>
                <a:ln w="12700">
                  <a:solidFill>
                    <a:srgbClr val="DADADA"/>
                  </a:solidFill>
                  <a:miter lim="800000"/>
                </a:ln>
                <a:effectLst>
                  <a:outerShdw algn="ctr">
                    <a:schemeClr val="tx1"/>
                  </a:outerShdw>
                </a:effectLst>
              </p:spPr>
            </p:cxnSp>
            <p:cxnSp>
              <p:nvCxnSpPr>
                <p:cNvPr id="57894" name=""/>
                <p:cNvCxnSpPr/>
                <p:nvPr/>
              </p:nvCxnSpPr>
              <p:spPr>
                <a:xfrm>
                  <a:off x="4160" y="1180"/>
                  <a:ext cx="15" cy="0"/>
                </a:xfrm>
                <a:prstGeom prst="line">
                  <a:avLst/>
                </a:prstGeom>
                <a:noFill/>
                <a:ln w="12700">
                  <a:solidFill>
                    <a:srgbClr val="DADADA"/>
                  </a:solidFill>
                  <a:miter lim="800000"/>
                </a:ln>
                <a:effectLst>
                  <a:outerShdw algn="ctr">
                    <a:schemeClr val="tx1"/>
                  </a:outerShdw>
                </a:effectLst>
              </p:spPr>
            </p:cxnSp>
            <p:cxnSp>
              <p:nvCxnSpPr>
                <p:cNvPr id="57895" name=""/>
                <p:cNvCxnSpPr/>
                <p:nvPr/>
              </p:nvCxnSpPr>
              <p:spPr>
                <a:xfrm>
                  <a:off x="4174" y="1175"/>
                  <a:ext cx="6" cy="0"/>
                </a:xfrm>
                <a:prstGeom prst="line">
                  <a:avLst/>
                </a:prstGeom>
                <a:noFill/>
                <a:ln w="12700">
                  <a:solidFill>
                    <a:srgbClr val="DADADA"/>
                  </a:solidFill>
                  <a:miter lim="800000"/>
                </a:ln>
                <a:effectLst>
                  <a:outerShdw algn="ctr">
                    <a:schemeClr val="tx1"/>
                  </a:outerShdw>
                </a:effectLst>
              </p:spPr>
            </p:cxnSp>
            <p:cxnSp>
              <p:nvCxnSpPr>
                <p:cNvPr id="57896" name=""/>
                <p:cNvCxnSpPr/>
                <p:nvPr/>
              </p:nvCxnSpPr>
              <p:spPr>
                <a:xfrm>
                  <a:off x="4176" y="1179"/>
                  <a:ext cx="5" cy="0"/>
                </a:xfrm>
                <a:prstGeom prst="line">
                  <a:avLst/>
                </a:prstGeom>
                <a:noFill/>
                <a:ln w="12700">
                  <a:solidFill>
                    <a:srgbClr val="DADADA"/>
                  </a:solidFill>
                  <a:miter lim="800000"/>
                </a:ln>
                <a:effectLst>
                  <a:outerShdw algn="ctr">
                    <a:schemeClr val="tx1"/>
                  </a:outerShdw>
                </a:effectLst>
              </p:spPr>
            </p:cxnSp>
            <p:sp>
              <p:nvSpPr>
                <p:cNvPr id="57897" name=""/>
                <p:cNvSpPr/>
                <p:nvPr/>
              </p:nvSpPr>
              <p:spPr>
                <a:xfrm>
                  <a:off x="4031" y="1165"/>
                  <a:ext cx="17" cy="17"/>
                </a:xfrm>
                <a:custGeom>
                  <a:pathLst>
                    <a:path w="17" h="17">
                      <a:moveTo>
                        <a:pt x="4" y="0"/>
                      </a:moveTo>
                      <a:lnTo>
                        <a:pt x="16" y="0"/>
                      </a:lnTo>
                      <a:lnTo>
                        <a:pt x="12"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7898" name=""/>
                <p:cNvSpPr/>
                <p:nvPr/>
              </p:nvSpPr>
              <p:spPr>
                <a:xfrm>
                  <a:off x="4075" y="1165"/>
                  <a:ext cx="24" cy="17"/>
                </a:xfrm>
                <a:custGeom>
                  <a:pathLst>
                    <a:path w="24" h="17">
                      <a:moveTo>
                        <a:pt x="0" y="0"/>
                      </a:moveTo>
                      <a:lnTo>
                        <a:pt x="23" y="0"/>
                      </a:lnTo>
                      <a:lnTo>
                        <a:pt x="23"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7899" name=""/>
                <p:cNvSpPr/>
                <p:nvPr/>
              </p:nvSpPr>
              <p:spPr>
                <a:xfrm>
                  <a:off x="4127" y="1165"/>
                  <a:ext cx="22" cy="17"/>
                </a:xfrm>
                <a:custGeom>
                  <a:pathLst>
                    <a:path w="22" h="17">
                      <a:moveTo>
                        <a:pt x="0" y="0"/>
                      </a:moveTo>
                      <a:lnTo>
                        <a:pt x="20" y="0"/>
                      </a:lnTo>
                      <a:lnTo>
                        <a:pt x="21"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7900" name=""/>
                <p:cNvCxnSpPr/>
                <p:nvPr/>
              </p:nvCxnSpPr>
              <p:spPr>
                <a:xfrm>
                  <a:off x="4042" y="1179"/>
                  <a:ext cx="12" cy="0"/>
                </a:xfrm>
                <a:prstGeom prst="line">
                  <a:avLst/>
                </a:prstGeom>
                <a:noFill/>
                <a:ln w="12700">
                  <a:solidFill>
                    <a:srgbClr val="919191"/>
                  </a:solidFill>
                  <a:miter lim="800000"/>
                </a:ln>
                <a:effectLst>
                  <a:outerShdw algn="ctr">
                    <a:schemeClr val="tx1"/>
                  </a:outerShdw>
                </a:effectLst>
              </p:spPr>
            </p:cxnSp>
            <p:cxnSp>
              <p:nvCxnSpPr>
                <p:cNvPr id="57901" name=""/>
                <p:cNvCxnSpPr/>
                <p:nvPr/>
              </p:nvCxnSpPr>
              <p:spPr>
                <a:xfrm>
                  <a:off x="4025" y="1179"/>
                  <a:ext cx="13" cy="0"/>
                </a:xfrm>
                <a:prstGeom prst="line">
                  <a:avLst/>
                </a:prstGeom>
                <a:noFill/>
                <a:ln w="12700">
                  <a:solidFill>
                    <a:srgbClr val="919191"/>
                  </a:solidFill>
                  <a:miter lim="800000"/>
                </a:ln>
                <a:effectLst>
                  <a:outerShdw algn="ctr">
                    <a:schemeClr val="tx1"/>
                  </a:outerShdw>
                </a:effectLst>
              </p:spPr>
            </p:cxnSp>
            <p:cxnSp>
              <p:nvCxnSpPr>
                <p:cNvPr id="57902" name=""/>
                <p:cNvCxnSpPr/>
                <p:nvPr/>
              </p:nvCxnSpPr>
              <p:spPr>
                <a:xfrm>
                  <a:off x="4099" y="1179"/>
                  <a:ext cx="8" cy="0"/>
                </a:xfrm>
                <a:prstGeom prst="line">
                  <a:avLst/>
                </a:prstGeom>
                <a:noFill/>
                <a:ln w="12700">
                  <a:solidFill>
                    <a:srgbClr val="919191"/>
                  </a:solidFill>
                  <a:miter lim="800000"/>
                </a:ln>
                <a:effectLst>
                  <a:outerShdw algn="ctr">
                    <a:schemeClr val="tx1"/>
                  </a:outerShdw>
                </a:effectLst>
              </p:spPr>
            </p:cxnSp>
            <p:cxnSp>
              <p:nvCxnSpPr>
                <p:cNvPr id="57903" name=""/>
                <p:cNvCxnSpPr/>
                <p:nvPr/>
              </p:nvCxnSpPr>
              <p:spPr>
                <a:xfrm>
                  <a:off x="4109" y="1180"/>
                  <a:ext cx="15" cy="0"/>
                </a:xfrm>
                <a:prstGeom prst="line">
                  <a:avLst/>
                </a:prstGeom>
                <a:noFill/>
                <a:ln w="12700">
                  <a:solidFill>
                    <a:srgbClr val="919191"/>
                  </a:solidFill>
                  <a:miter lim="800000"/>
                </a:ln>
                <a:effectLst>
                  <a:outerShdw algn="ctr">
                    <a:schemeClr val="tx1"/>
                  </a:outerShdw>
                </a:effectLst>
              </p:spPr>
            </p:cxnSp>
            <p:grpSp>
              <p:nvGrpSpPr>
                <p:cNvPr id="57904" name=""/>
                <p:cNvGrpSpPr/>
                <p:nvPr/>
              </p:nvGrpSpPr>
              <p:grpSpPr>
                <a:xfrm>
                  <a:off x="4127" y="1172"/>
                  <a:ext cx="24" cy="8"/>
                  <a:chOff x="4127" y="1172"/>
                  <a:chExt cx="24" cy="8"/>
                </a:xfrm>
              </p:grpSpPr>
              <p:cxnSp>
                <p:nvCxnSpPr>
                  <p:cNvPr id="57905" name=""/>
                  <p:cNvCxnSpPr/>
                  <p:nvPr/>
                </p:nvCxnSpPr>
                <p:spPr>
                  <a:xfrm>
                    <a:off x="4127" y="1172"/>
                    <a:ext cx="24" cy="0"/>
                  </a:xfrm>
                  <a:prstGeom prst="line">
                    <a:avLst/>
                  </a:prstGeom>
                  <a:noFill/>
                  <a:ln w="12700">
                    <a:solidFill>
                      <a:srgbClr val="919191"/>
                    </a:solidFill>
                    <a:miter lim="800000"/>
                  </a:ln>
                  <a:effectLst>
                    <a:outerShdw algn="ctr">
                      <a:schemeClr val="tx1"/>
                    </a:outerShdw>
                  </a:effectLst>
                </p:spPr>
              </p:cxnSp>
              <p:cxnSp>
                <p:nvCxnSpPr>
                  <p:cNvPr id="57906" name=""/>
                  <p:cNvCxnSpPr/>
                  <p:nvPr/>
                </p:nvCxnSpPr>
                <p:spPr>
                  <a:xfrm>
                    <a:off x="4131" y="1175"/>
                    <a:ext cx="20" cy="0"/>
                  </a:xfrm>
                  <a:prstGeom prst="line">
                    <a:avLst/>
                  </a:prstGeom>
                  <a:noFill/>
                  <a:ln w="12700">
                    <a:solidFill>
                      <a:srgbClr val="919191"/>
                    </a:solidFill>
                    <a:miter lim="800000"/>
                  </a:ln>
                  <a:effectLst>
                    <a:outerShdw algn="ctr">
                      <a:schemeClr val="tx1"/>
                    </a:outerShdw>
                  </a:effectLst>
                </p:spPr>
              </p:cxnSp>
              <p:cxnSp>
                <p:nvCxnSpPr>
                  <p:cNvPr id="57907" name=""/>
                  <p:cNvCxnSpPr/>
                  <p:nvPr/>
                </p:nvCxnSpPr>
                <p:spPr>
                  <a:xfrm>
                    <a:off x="4131" y="1180"/>
                    <a:ext cx="20" cy="0"/>
                  </a:xfrm>
                  <a:prstGeom prst="line">
                    <a:avLst/>
                  </a:prstGeom>
                  <a:noFill/>
                  <a:ln w="12700">
                    <a:solidFill>
                      <a:srgbClr val="919191"/>
                    </a:solidFill>
                    <a:miter lim="800000"/>
                  </a:ln>
                  <a:effectLst>
                    <a:outerShdw algn="ctr">
                      <a:schemeClr val="tx1"/>
                    </a:outerShdw>
                  </a:effectLst>
                </p:spPr>
              </p:cxnSp>
            </p:grpSp>
            <p:cxnSp>
              <p:nvCxnSpPr>
                <p:cNvPr id="57908" name=""/>
                <p:cNvCxnSpPr/>
                <p:nvPr/>
              </p:nvCxnSpPr>
              <p:spPr>
                <a:xfrm>
                  <a:off x="4160" y="1169"/>
                  <a:ext cx="18" cy="0"/>
                </a:xfrm>
                <a:prstGeom prst="line">
                  <a:avLst/>
                </a:prstGeom>
                <a:noFill/>
                <a:ln w="12700">
                  <a:solidFill>
                    <a:srgbClr val="919191"/>
                  </a:solidFill>
                  <a:miter lim="800000"/>
                </a:ln>
                <a:effectLst>
                  <a:outerShdw algn="ctr">
                    <a:schemeClr val="tx1"/>
                  </a:outerShdw>
                </a:effectLst>
              </p:spPr>
            </p:cxnSp>
            <p:sp>
              <p:nvSpPr>
                <p:cNvPr id="57909" name=""/>
                <p:cNvSpPr/>
                <p:nvPr/>
              </p:nvSpPr>
              <p:spPr>
                <a:xfrm>
                  <a:off x="4169" y="1137"/>
                  <a:ext cx="8" cy="8"/>
                </a:xfrm>
                <a:prstGeom prst="rect">
                  <a:avLst/>
                </a:prstGeom>
                <a:solidFill>
                  <a:srgbClr val="000000"/>
                </a:solidFill>
                <a:ln w="12700">
                  <a:solidFill>
                    <a:prstClr val="black"/>
                  </a:solidFill>
                  <a:miter lim="800000"/>
                </a:ln>
                <a:effectLst/>
              </p:spPr>
            </p:sp>
            <p:sp>
              <p:nvSpPr>
                <p:cNvPr id="57910" name=""/>
                <p:cNvSpPr/>
                <p:nvPr/>
              </p:nvSpPr>
              <p:spPr>
                <a:xfrm>
                  <a:off x="4072" y="1138"/>
                  <a:ext cx="89" cy="18"/>
                </a:xfrm>
                <a:prstGeom prst="rect">
                  <a:avLst/>
                </a:prstGeom>
                <a:solidFill>
                  <a:srgbClr val="C0C0C0"/>
                </a:solidFill>
                <a:ln w="12700">
                  <a:solidFill>
                    <a:srgbClr val="CECECE"/>
                  </a:solidFill>
                  <a:miter lim="800000"/>
                </a:ln>
                <a:effectLst>
                  <a:outerShdw algn="ctr">
                    <a:srgbClr val="000000"/>
                  </a:outerShdw>
                </a:effectLst>
              </p:spPr>
            </p:sp>
            <p:grpSp>
              <p:nvGrpSpPr>
                <p:cNvPr id="57911" name=""/>
                <p:cNvGrpSpPr/>
                <p:nvPr/>
              </p:nvGrpSpPr>
              <p:grpSpPr>
                <a:xfrm>
                  <a:off x="4164" y="1147"/>
                  <a:ext cx="8" cy="14"/>
                  <a:chOff x="4164" y="1147"/>
                  <a:chExt cx="8" cy="14"/>
                </a:xfrm>
              </p:grpSpPr>
              <p:sp>
                <p:nvSpPr>
                  <p:cNvPr id="57912" name=""/>
                  <p:cNvSpPr/>
                  <p:nvPr/>
                </p:nvSpPr>
                <p:spPr>
                  <a:xfrm>
                    <a:off x="4164" y="1147"/>
                    <a:ext cx="8" cy="8"/>
                  </a:xfrm>
                  <a:prstGeom prst="rect">
                    <a:avLst/>
                  </a:prstGeom>
                  <a:solidFill>
                    <a:srgbClr val="000000"/>
                  </a:solidFill>
                  <a:ln w="12700">
                    <a:solidFill>
                      <a:prstClr val="black"/>
                    </a:solidFill>
                    <a:miter lim="800000"/>
                  </a:ln>
                  <a:effectLst/>
                </p:spPr>
              </p:sp>
              <p:sp>
                <p:nvSpPr>
                  <p:cNvPr id="57913" name=""/>
                  <p:cNvSpPr/>
                  <p:nvPr/>
                </p:nvSpPr>
                <p:spPr>
                  <a:xfrm>
                    <a:off x="4164" y="1153"/>
                    <a:ext cx="8" cy="8"/>
                  </a:xfrm>
                  <a:prstGeom prst="rect">
                    <a:avLst/>
                  </a:prstGeom>
                  <a:solidFill>
                    <a:srgbClr val="000000"/>
                  </a:solidFill>
                  <a:ln w="12700">
                    <a:solidFill>
                      <a:prstClr val="black"/>
                    </a:solidFill>
                    <a:miter lim="800000"/>
                  </a:ln>
                  <a:effectLst/>
                </p:spPr>
              </p:sp>
            </p:grpSp>
            <p:sp>
              <p:nvSpPr>
                <p:cNvPr id="57914" name=""/>
                <p:cNvSpPr/>
                <p:nvPr/>
              </p:nvSpPr>
              <p:spPr>
                <a:xfrm>
                  <a:off x="4111" y="1138"/>
                  <a:ext cx="8" cy="8"/>
                </a:xfrm>
                <a:prstGeom prst="rect">
                  <a:avLst/>
                </a:prstGeom>
                <a:solidFill>
                  <a:srgbClr val="000000"/>
                </a:solidFill>
                <a:ln w="12700">
                  <a:solidFill>
                    <a:prstClr val="black"/>
                  </a:solidFill>
                  <a:miter lim="800000"/>
                </a:ln>
                <a:effectLst/>
              </p:spPr>
            </p:sp>
            <p:sp>
              <p:nvSpPr>
                <p:cNvPr id="57915" name=""/>
                <p:cNvSpPr/>
                <p:nvPr/>
              </p:nvSpPr>
              <p:spPr>
                <a:xfrm>
                  <a:off x="4111" y="1139"/>
                  <a:ext cx="8" cy="8"/>
                </a:xfrm>
                <a:prstGeom prst="rect">
                  <a:avLst/>
                </a:prstGeom>
                <a:solidFill>
                  <a:srgbClr val="000000"/>
                </a:solidFill>
                <a:ln w="12700">
                  <a:solidFill>
                    <a:prstClr val="black"/>
                  </a:solidFill>
                  <a:miter lim="800000"/>
                </a:ln>
                <a:effectLst/>
              </p:spPr>
            </p:sp>
            <p:sp>
              <p:nvSpPr>
                <p:cNvPr id="57916" name=""/>
                <p:cNvSpPr/>
                <p:nvPr/>
              </p:nvSpPr>
              <p:spPr>
                <a:xfrm>
                  <a:off x="4102" y="1139"/>
                  <a:ext cx="23" cy="8"/>
                </a:xfrm>
                <a:prstGeom prst="rect">
                  <a:avLst/>
                </a:prstGeom>
                <a:solidFill>
                  <a:srgbClr val="000000"/>
                </a:solidFill>
                <a:ln w="12700">
                  <a:solidFill>
                    <a:prstClr val="black"/>
                  </a:solidFill>
                  <a:miter lim="800000"/>
                </a:ln>
                <a:effectLst/>
              </p:spPr>
            </p:sp>
            <p:sp>
              <p:nvSpPr>
                <p:cNvPr id="57917" name=""/>
                <p:cNvSpPr/>
                <p:nvPr/>
              </p:nvSpPr>
              <p:spPr>
                <a:xfrm>
                  <a:off x="4106" y="1145"/>
                  <a:ext cx="8" cy="8"/>
                </a:xfrm>
                <a:prstGeom prst="rect">
                  <a:avLst/>
                </a:prstGeom>
                <a:solidFill>
                  <a:srgbClr val="000000"/>
                </a:solidFill>
                <a:ln w="12700">
                  <a:solidFill>
                    <a:prstClr val="black"/>
                  </a:solidFill>
                  <a:miter lim="800000"/>
                </a:ln>
                <a:effectLst/>
              </p:spPr>
            </p:sp>
            <p:sp>
              <p:nvSpPr>
                <p:cNvPr id="57918" name=""/>
                <p:cNvSpPr/>
                <p:nvPr/>
              </p:nvSpPr>
              <p:spPr>
                <a:xfrm>
                  <a:off x="4126" y="1145"/>
                  <a:ext cx="8" cy="8"/>
                </a:xfrm>
                <a:prstGeom prst="rect">
                  <a:avLst/>
                </a:prstGeom>
                <a:solidFill>
                  <a:srgbClr val="000000"/>
                </a:solidFill>
                <a:ln w="12700">
                  <a:solidFill>
                    <a:prstClr val="black"/>
                  </a:solidFill>
                  <a:miter lim="800000"/>
                </a:ln>
                <a:effectLst/>
              </p:spPr>
            </p:sp>
            <p:sp>
              <p:nvSpPr>
                <p:cNvPr id="57919" name=""/>
                <p:cNvSpPr/>
                <p:nvPr/>
              </p:nvSpPr>
              <p:spPr>
                <a:xfrm>
                  <a:off x="4164" y="1138"/>
                  <a:ext cx="8" cy="8"/>
                </a:xfrm>
                <a:prstGeom prst="rect">
                  <a:avLst/>
                </a:prstGeom>
                <a:solidFill>
                  <a:srgbClr val="000000"/>
                </a:solidFill>
                <a:ln w="12700">
                  <a:solidFill>
                    <a:prstClr val="black"/>
                  </a:solidFill>
                  <a:miter lim="800000"/>
                </a:ln>
                <a:effectLst/>
              </p:spPr>
            </p:sp>
            <p:cxnSp>
              <p:nvCxnSpPr>
                <p:cNvPr id="57920" name=""/>
                <p:cNvCxnSpPr/>
                <p:nvPr/>
              </p:nvCxnSpPr>
              <p:spPr>
                <a:xfrm flipH="1">
                  <a:off x="4088" y="1135"/>
                  <a:ext cx="0" cy="25"/>
                </a:xfrm>
                <a:prstGeom prst="line">
                  <a:avLst/>
                </a:prstGeom>
                <a:noFill/>
                <a:ln w="12700">
                  <a:solidFill>
                    <a:srgbClr val="474747"/>
                  </a:solidFill>
                  <a:miter lim="800000"/>
                </a:ln>
                <a:effectLst/>
              </p:spPr>
            </p:cxnSp>
            <p:cxnSp>
              <p:nvCxnSpPr>
                <p:cNvPr id="57921" name=""/>
                <p:cNvCxnSpPr/>
                <p:nvPr/>
              </p:nvCxnSpPr>
              <p:spPr>
                <a:xfrm flipH="1">
                  <a:off x="4129" y="1135"/>
                  <a:ext cx="0" cy="25"/>
                </a:xfrm>
                <a:prstGeom prst="line">
                  <a:avLst/>
                </a:prstGeom>
                <a:noFill/>
                <a:ln w="12700">
                  <a:solidFill>
                    <a:srgbClr val="474747"/>
                  </a:solidFill>
                  <a:miter lim="800000"/>
                </a:ln>
                <a:effectLst/>
              </p:spPr>
            </p:cxnSp>
            <p:cxnSp>
              <p:nvCxnSpPr>
                <p:cNvPr id="57922" name=""/>
                <p:cNvCxnSpPr/>
                <p:nvPr/>
              </p:nvCxnSpPr>
              <p:spPr>
                <a:xfrm flipH="1">
                  <a:off x="4031" y="1135"/>
                  <a:ext cx="37" cy="0"/>
                </a:xfrm>
                <a:prstGeom prst="line">
                  <a:avLst/>
                </a:prstGeom>
                <a:noFill/>
                <a:ln w="12700">
                  <a:solidFill>
                    <a:srgbClr val="474747"/>
                  </a:solidFill>
                  <a:miter lim="800000"/>
                </a:ln>
                <a:effectLst/>
              </p:spPr>
            </p:cxnSp>
            <p:cxnSp>
              <p:nvCxnSpPr>
                <p:cNvPr id="57923" name=""/>
                <p:cNvCxnSpPr/>
                <p:nvPr/>
              </p:nvCxnSpPr>
              <p:spPr>
                <a:xfrm flipH="1">
                  <a:off x="4034" y="1135"/>
                  <a:ext cx="38" cy="0"/>
                </a:xfrm>
                <a:prstGeom prst="line">
                  <a:avLst/>
                </a:prstGeom>
                <a:noFill/>
                <a:ln w="12700">
                  <a:solidFill>
                    <a:srgbClr val="474747"/>
                  </a:solidFill>
                  <a:miter lim="800000"/>
                </a:ln>
                <a:effectLst/>
              </p:spPr>
            </p:cxnSp>
            <p:cxnSp>
              <p:nvCxnSpPr>
                <p:cNvPr id="57924" name=""/>
                <p:cNvCxnSpPr/>
                <p:nvPr/>
              </p:nvCxnSpPr>
              <p:spPr>
                <a:xfrm flipH="1">
                  <a:off x="4034" y="1142"/>
                  <a:ext cx="38" cy="0"/>
                </a:xfrm>
                <a:prstGeom prst="line">
                  <a:avLst/>
                </a:prstGeom>
                <a:noFill/>
                <a:ln w="12700">
                  <a:solidFill>
                    <a:srgbClr val="474747"/>
                  </a:solidFill>
                  <a:miter lim="800000"/>
                </a:ln>
                <a:effectLst/>
              </p:spPr>
            </p:cxnSp>
            <p:cxnSp>
              <p:nvCxnSpPr>
                <p:cNvPr id="57925" name=""/>
                <p:cNvCxnSpPr/>
                <p:nvPr/>
              </p:nvCxnSpPr>
              <p:spPr>
                <a:xfrm flipH="1">
                  <a:off x="4034" y="1146"/>
                  <a:ext cx="38" cy="0"/>
                </a:xfrm>
                <a:prstGeom prst="line">
                  <a:avLst/>
                </a:prstGeom>
                <a:noFill/>
                <a:ln w="12700">
                  <a:solidFill>
                    <a:srgbClr val="474747"/>
                  </a:solidFill>
                  <a:miter lim="800000"/>
                </a:ln>
                <a:effectLst/>
              </p:spPr>
            </p:cxnSp>
            <p:cxnSp>
              <p:nvCxnSpPr>
                <p:cNvPr id="57926" name=""/>
                <p:cNvCxnSpPr/>
                <p:nvPr/>
              </p:nvCxnSpPr>
              <p:spPr>
                <a:xfrm flipH="1">
                  <a:off x="4034" y="1153"/>
                  <a:ext cx="38" cy="0"/>
                </a:xfrm>
                <a:prstGeom prst="line">
                  <a:avLst/>
                </a:prstGeom>
                <a:noFill/>
                <a:ln w="12700">
                  <a:solidFill>
                    <a:srgbClr val="474747"/>
                  </a:solidFill>
                  <a:miter lim="800000"/>
                </a:ln>
                <a:effectLst/>
              </p:spPr>
            </p:cxnSp>
            <p:cxnSp>
              <p:nvCxnSpPr>
                <p:cNvPr id="57927" name=""/>
                <p:cNvCxnSpPr/>
                <p:nvPr/>
              </p:nvCxnSpPr>
              <p:spPr>
                <a:xfrm flipH="1">
                  <a:off x="4034" y="1156"/>
                  <a:ext cx="38" cy="0"/>
                </a:xfrm>
                <a:prstGeom prst="line">
                  <a:avLst/>
                </a:prstGeom>
                <a:noFill/>
                <a:ln w="12700">
                  <a:solidFill>
                    <a:srgbClr val="474747"/>
                  </a:solidFill>
                  <a:miter lim="800000"/>
                </a:ln>
                <a:effectLst/>
              </p:spPr>
            </p:cxnSp>
            <p:cxnSp>
              <p:nvCxnSpPr>
                <p:cNvPr id="57928" name=""/>
                <p:cNvCxnSpPr/>
                <p:nvPr/>
              </p:nvCxnSpPr>
              <p:spPr>
                <a:xfrm>
                  <a:off x="4034" y="1162"/>
                  <a:ext cx="140" cy="0"/>
                </a:xfrm>
                <a:prstGeom prst="line">
                  <a:avLst/>
                </a:prstGeom>
                <a:noFill/>
                <a:ln w="12700">
                  <a:solidFill>
                    <a:srgbClr val="474747"/>
                  </a:solidFill>
                  <a:miter lim="800000"/>
                </a:ln>
                <a:effectLst/>
              </p:spPr>
            </p:cxnSp>
            <p:cxnSp>
              <p:nvCxnSpPr>
                <p:cNvPr id="57929" name=""/>
                <p:cNvCxnSpPr/>
                <p:nvPr/>
              </p:nvCxnSpPr>
              <p:spPr>
                <a:xfrm>
                  <a:off x="4072" y="1144"/>
                  <a:ext cx="94" cy="0"/>
                </a:xfrm>
                <a:prstGeom prst="line">
                  <a:avLst/>
                </a:prstGeom>
                <a:noFill/>
                <a:ln w="12700">
                  <a:solidFill>
                    <a:srgbClr val="474747"/>
                  </a:solidFill>
                  <a:miter lim="800000"/>
                </a:ln>
                <a:effectLst/>
              </p:spPr>
            </p:cxnSp>
            <p:sp>
              <p:nvSpPr>
                <p:cNvPr id="57930" name=""/>
                <p:cNvSpPr/>
                <p:nvPr/>
              </p:nvSpPr>
              <p:spPr>
                <a:xfrm>
                  <a:off x="4146" y="1148"/>
                  <a:ext cx="8" cy="8"/>
                </a:xfrm>
                <a:prstGeom prst="rect">
                  <a:avLst/>
                </a:prstGeom>
                <a:solidFill>
                  <a:srgbClr val="000000"/>
                </a:solidFill>
                <a:ln w="12700">
                  <a:solidFill>
                    <a:prstClr val="black"/>
                  </a:solidFill>
                  <a:miter lim="800000"/>
                </a:ln>
                <a:effectLst/>
              </p:spPr>
            </p:sp>
            <p:sp>
              <p:nvSpPr>
                <p:cNvPr id="57931" name=""/>
                <p:cNvSpPr/>
                <p:nvPr/>
              </p:nvSpPr>
              <p:spPr>
                <a:xfrm>
                  <a:off x="4058" y="1126"/>
                  <a:ext cx="79" cy="8"/>
                </a:xfrm>
                <a:prstGeom prst="rect">
                  <a:avLst/>
                </a:prstGeom>
                <a:solidFill>
                  <a:srgbClr val="CECECE"/>
                </a:solidFill>
                <a:ln w="12700">
                  <a:solidFill>
                    <a:srgbClr val="CECECE"/>
                  </a:solidFill>
                  <a:miter lim="800000"/>
                </a:ln>
                <a:effectLst/>
              </p:spPr>
            </p:sp>
            <p:sp>
              <p:nvSpPr>
                <p:cNvPr id="57932" name=""/>
                <p:cNvSpPr/>
                <p:nvPr/>
              </p:nvSpPr>
              <p:spPr>
                <a:xfrm>
                  <a:off x="4054" y="1107"/>
                  <a:ext cx="87" cy="16"/>
                </a:xfrm>
                <a:prstGeom prst="rect">
                  <a:avLst/>
                </a:prstGeom>
                <a:solidFill>
                  <a:srgbClr val="CECECE"/>
                </a:solidFill>
                <a:ln>
                  <a:noFill/>
                  <a:miter lim="800000"/>
                </a:ln>
                <a:effectLst>
                  <a:outerShdw dist="17961" dir="2700000" algn="ctr">
                    <a:srgbClr val="000000"/>
                  </a:outerShdw>
                </a:effectLst>
              </p:spPr>
            </p:sp>
          </p:grpSp>
        </p:grpSp>
        <p:grpSp>
          <p:nvGrpSpPr>
            <p:cNvPr id="57933" name=""/>
            <p:cNvGrpSpPr/>
            <p:nvPr/>
          </p:nvGrpSpPr>
          <p:grpSpPr>
            <a:xfrm>
              <a:off x="4334" y="964"/>
              <a:ext cx="397" cy="288"/>
              <a:chOff x="4334" y="964"/>
              <a:chExt cx="397" cy="288"/>
            </a:xfrm>
          </p:grpSpPr>
          <p:sp>
            <p:nvSpPr>
              <p:cNvPr id="57934" name=""/>
              <p:cNvSpPr/>
              <p:nvPr/>
            </p:nvSpPr>
            <p:spPr>
              <a:xfrm>
                <a:off x="4334" y="964"/>
                <a:ext cx="397" cy="288"/>
              </a:xfrm>
              <a:prstGeom prst="rect">
                <a:avLst/>
              </a:prstGeom>
              <a:solidFill>
                <a:schemeClr val="bg1"/>
              </a:solidFill>
              <a:ln w="12700">
                <a:solidFill>
                  <a:schemeClr val="tx1"/>
                </a:solidFill>
                <a:prstDash val="sysDot"/>
                <a:miter lim="800000"/>
              </a:ln>
              <a:effectLst/>
            </p:spPr>
          </p:sp>
          <p:grpSp>
            <p:nvGrpSpPr>
              <p:cNvPr id="57935" name=""/>
              <p:cNvGrpSpPr/>
              <p:nvPr/>
            </p:nvGrpSpPr>
            <p:grpSpPr>
              <a:xfrm>
                <a:off x="4426" y="1031"/>
                <a:ext cx="214" cy="170"/>
                <a:chOff x="4426" y="1031"/>
                <a:chExt cx="214" cy="170"/>
              </a:xfrm>
            </p:grpSpPr>
            <p:sp>
              <p:nvSpPr>
                <p:cNvPr id="57936" name=""/>
                <p:cNvSpPr/>
                <p:nvPr/>
              </p:nvSpPr>
              <p:spPr>
                <a:xfrm>
                  <a:off x="4448" y="1116"/>
                  <a:ext cx="153" cy="17"/>
                </a:xfrm>
                <a:custGeom>
                  <a:pathLst>
                    <a:path w="153" h="17">
                      <a:moveTo>
                        <a:pt x="0" y="16"/>
                      </a:moveTo>
                      <a:lnTo>
                        <a:pt x="152" y="16"/>
                      </a:lnTo>
                      <a:lnTo>
                        <a:pt x="137" y="0"/>
                      </a:lnTo>
                      <a:lnTo>
                        <a:pt x="15" y="0"/>
                      </a:lnTo>
                      <a:lnTo>
                        <a:pt x="0" y="16"/>
                      </a:lnTo>
                    </a:path>
                  </a:pathLst>
                </a:custGeom>
                <a:solidFill>
                  <a:srgbClr val="919191"/>
                </a:solidFill>
                <a:ln cap="rnd">
                  <a:noFill/>
                  <a:round/>
                </a:ln>
                <a:effectLst>
                  <a:outerShdw dist="28398" dir="1593903" algn="ctr">
                    <a:srgbClr val="000000"/>
                  </a:outerShdw>
                </a:effectLst>
              </p:spPr>
            </p:sp>
            <p:sp>
              <p:nvSpPr>
                <p:cNvPr id="57937" name=""/>
                <p:cNvSpPr/>
                <p:nvPr/>
              </p:nvSpPr>
              <p:spPr>
                <a:xfrm>
                  <a:off x="4568" y="1107"/>
                  <a:ext cx="8" cy="8"/>
                </a:xfrm>
                <a:prstGeom prst="rect">
                  <a:avLst/>
                </a:prstGeom>
                <a:solidFill>
                  <a:srgbClr val="008000"/>
                </a:solidFill>
                <a:ln w="12700">
                  <a:solidFill>
                    <a:schemeClr val="tx1"/>
                  </a:solidFill>
                  <a:miter lim="800000"/>
                </a:ln>
                <a:effectLst/>
              </p:spPr>
            </p:sp>
            <p:sp>
              <p:nvSpPr>
                <p:cNvPr id="57938" name=""/>
                <p:cNvSpPr/>
                <p:nvPr/>
              </p:nvSpPr>
              <p:spPr>
                <a:xfrm>
                  <a:off x="4448" y="1131"/>
                  <a:ext cx="152" cy="38"/>
                </a:xfrm>
                <a:prstGeom prst="rect">
                  <a:avLst/>
                </a:prstGeom>
                <a:solidFill>
                  <a:srgbClr val="DBDBDB"/>
                </a:solidFill>
                <a:ln>
                  <a:noFill/>
                  <a:miter lim="800000"/>
                </a:ln>
                <a:effectLst>
                  <a:outerShdw dist="35921" dir="2700000" algn="ctr">
                    <a:srgbClr val="000000"/>
                  </a:outerShdw>
                </a:effectLst>
              </p:spPr>
            </p:sp>
            <p:sp>
              <p:nvSpPr>
                <p:cNvPr id="57939" name=""/>
                <p:cNvSpPr/>
                <p:nvPr/>
              </p:nvSpPr>
              <p:spPr>
                <a:xfrm>
                  <a:off x="4426" y="1165"/>
                  <a:ext cx="214" cy="21"/>
                </a:xfrm>
                <a:custGeom>
                  <a:pathLst>
                    <a:path w="214" h="21">
                      <a:moveTo>
                        <a:pt x="0" y="20"/>
                      </a:moveTo>
                      <a:lnTo>
                        <a:pt x="213" y="20"/>
                      </a:lnTo>
                      <a:lnTo>
                        <a:pt x="200" y="0"/>
                      </a:lnTo>
                      <a:lnTo>
                        <a:pt x="15" y="0"/>
                      </a:lnTo>
                      <a:lnTo>
                        <a:pt x="0" y="20"/>
                      </a:lnTo>
                    </a:path>
                  </a:pathLst>
                </a:custGeom>
                <a:solidFill>
                  <a:srgbClr val="DADADA"/>
                </a:solidFill>
                <a:ln cap="rnd">
                  <a:noFill/>
                  <a:round/>
                </a:ln>
                <a:effectLst>
                  <a:outerShdw dist="35921" dir="2700000" algn="ctr">
                    <a:srgbClr val="000000"/>
                  </a:outerShdw>
                </a:effectLst>
              </p:spPr>
            </p:sp>
            <p:sp>
              <p:nvSpPr>
                <p:cNvPr id="57940" name=""/>
                <p:cNvSpPr/>
                <p:nvPr/>
              </p:nvSpPr>
              <p:spPr>
                <a:xfrm>
                  <a:off x="4432" y="1165"/>
                  <a:ext cx="202" cy="20"/>
                </a:xfrm>
                <a:custGeom>
                  <a:pathLst>
                    <a:path w="202" h="20">
                      <a:moveTo>
                        <a:pt x="11" y="0"/>
                      </a:moveTo>
                      <a:lnTo>
                        <a:pt x="0" y="19"/>
                      </a:lnTo>
                      <a:lnTo>
                        <a:pt x="201" y="19"/>
                      </a:lnTo>
                      <a:lnTo>
                        <a:pt x="191" y="0"/>
                      </a:lnTo>
                    </a:path>
                  </a:pathLst>
                </a:custGeom>
                <a:solidFill>
                  <a:srgbClr val="CECECE"/>
                </a:solidFill>
                <a:ln w="12700" cap="rnd" cmpd="sng">
                  <a:solidFill>
                    <a:srgbClr val="919191"/>
                  </a:solidFill>
                  <a:prstDash val="solid"/>
                  <a:round/>
                  <a:headEnd type="none" w="sm" len="sm"/>
                  <a:tailEnd type="none" w="sm" len="sm"/>
                </a:ln>
                <a:effectLst/>
              </p:spPr>
            </p:sp>
            <p:sp>
              <p:nvSpPr>
                <p:cNvPr id="57941" name=""/>
                <p:cNvSpPr/>
                <p:nvPr/>
              </p:nvSpPr>
              <p:spPr>
                <a:xfrm>
                  <a:off x="4588" y="1168"/>
                  <a:ext cx="28" cy="17"/>
                </a:xfrm>
                <a:custGeom>
                  <a:pathLst>
                    <a:path w="28" h="17">
                      <a:moveTo>
                        <a:pt x="0" y="0"/>
                      </a:moveTo>
                      <a:lnTo>
                        <a:pt x="24" y="0"/>
                      </a:lnTo>
                      <a:lnTo>
                        <a:pt x="27" y="16"/>
                      </a:lnTo>
                      <a:lnTo>
                        <a:pt x="0" y="16"/>
                      </a:lnTo>
                      <a:lnTo>
                        <a:pt x="0" y="0"/>
                      </a:lnTo>
                    </a:path>
                  </a:pathLst>
                </a:custGeom>
                <a:solidFill>
                  <a:srgbClr val="DADADA"/>
                </a:solidFill>
                <a:ln cap="rnd">
                  <a:noFill/>
                  <a:round/>
                </a:ln>
                <a:effectLst/>
              </p:spPr>
            </p:sp>
            <p:cxnSp>
              <p:nvCxnSpPr>
                <p:cNvPr id="57942" name=""/>
                <p:cNvCxnSpPr/>
                <p:nvPr/>
              </p:nvCxnSpPr>
              <p:spPr>
                <a:xfrm>
                  <a:off x="4588" y="1174"/>
                  <a:ext cx="13" cy="0"/>
                </a:xfrm>
                <a:prstGeom prst="line">
                  <a:avLst/>
                </a:prstGeom>
                <a:noFill/>
                <a:ln w="12700">
                  <a:solidFill>
                    <a:srgbClr val="DADADA"/>
                  </a:solidFill>
                  <a:miter lim="800000"/>
                </a:ln>
                <a:effectLst/>
              </p:spPr>
            </p:cxnSp>
            <p:sp>
              <p:nvSpPr>
                <p:cNvPr id="57943" name=""/>
                <p:cNvSpPr/>
                <p:nvPr/>
              </p:nvSpPr>
              <p:spPr>
                <a:xfrm>
                  <a:off x="4426" y="1185"/>
                  <a:ext cx="212" cy="16"/>
                </a:xfrm>
                <a:prstGeom prst="rect">
                  <a:avLst/>
                </a:prstGeom>
                <a:solidFill>
                  <a:srgbClr val="CECECE"/>
                </a:solidFill>
                <a:ln>
                  <a:noFill/>
                  <a:miter lim="800000"/>
                </a:ln>
                <a:effectLst>
                  <a:outerShdw dist="35921" dir="2700000" algn="ctr">
                    <a:srgbClr val="000000"/>
                  </a:outerShdw>
                </a:effectLst>
              </p:spPr>
            </p:sp>
            <p:sp>
              <p:nvSpPr>
                <p:cNvPr id="57944" name=""/>
                <p:cNvSpPr/>
                <p:nvPr/>
              </p:nvSpPr>
              <p:spPr>
                <a:xfrm>
                  <a:off x="4474" y="1113"/>
                  <a:ext cx="100" cy="17"/>
                </a:xfrm>
                <a:custGeom>
                  <a:pathLst>
                    <a:path w="100" h="17">
                      <a:moveTo>
                        <a:pt x="0" y="16"/>
                      </a:moveTo>
                      <a:lnTo>
                        <a:pt x="99" y="16"/>
                      </a:lnTo>
                      <a:lnTo>
                        <a:pt x="93" y="0"/>
                      </a:lnTo>
                      <a:lnTo>
                        <a:pt x="5"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7945" name=""/>
                <p:cNvSpPr/>
                <p:nvPr/>
              </p:nvSpPr>
              <p:spPr>
                <a:xfrm>
                  <a:off x="4498" y="1114"/>
                  <a:ext cx="53" cy="17"/>
                </a:xfrm>
                <a:custGeom>
                  <a:pathLst>
                    <a:path w="53" h="17">
                      <a:moveTo>
                        <a:pt x="0" y="8"/>
                      </a:moveTo>
                      <a:lnTo>
                        <a:pt x="0" y="0"/>
                      </a:lnTo>
                      <a:lnTo>
                        <a:pt x="52" y="0"/>
                      </a:lnTo>
                      <a:lnTo>
                        <a:pt x="52" y="8"/>
                      </a:lnTo>
                      <a:lnTo>
                        <a:pt x="52" y="10"/>
                      </a:lnTo>
                      <a:lnTo>
                        <a:pt x="51" y="10"/>
                      </a:lnTo>
                      <a:lnTo>
                        <a:pt x="50" y="10"/>
                      </a:lnTo>
                      <a:lnTo>
                        <a:pt x="49" y="12"/>
                      </a:lnTo>
                      <a:lnTo>
                        <a:pt x="47" y="12"/>
                      </a:lnTo>
                      <a:lnTo>
                        <a:pt x="46" y="14"/>
                      </a:lnTo>
                      <a:lnTo>
                        <a:pt x="44" y="14"/>
                      </a:lnTo>
                      <a:lnTo>
                        <a:pt x="42" y="14"/>
                      </a:lnTo>
                      <a:lnTo>
                        <a:pt x="40" y="14"/>
                      </a:lnTo>
                      <a:lnTo>
                        <a:pt x="38" y="16"/>
                      </a:lnTo>
                      <a:lnTo>
                        <a:pt x="36" y="16"/>
                      </a:lnTo>
                      <a:lnTo>
                        <a:pt x="33" y="16"/>
                      </a:lnTo>
                      <a:lnTo>
                        <a:pt x="31" y="16"/>
                      </a:lnTo>
                      <a:lnTo>
                        <a:pt x="28" y="16"/>
                      </a:lnTo>
                      <a:lnTo>
                        <a:pt x="25" y="16"/>
                      </a:lnTo>
                      <a:lnTo>
                        <a:pt x="21" y="16"/>
                      </a:lnTo>
                      <a:lnTo>
                        <a:pt x="18" y="16"/>
                      </a:lnTo>
                      <a:lnTo>
                        <a:pt x="14" y="16"/>
                      </a:lnTo>
                      <a:lnTo>
                        <a:pt x="13" y="14"/>
                      </a:lnTo>
                      <a:lnTo>
                        <a:pt x="11" y="14"/>
                      </a:lnTo>
                      <a:lnTo>
                        <a:pt x="8" y="14"/>
                      </a:lnTo>
                      <a:lnTo>
                        <a:pt x="6" y="14"/>
                      </a:lnTo>
                      <a:lnTo>
                        <a:pt x="4" y="12"/>
                      </a:lnTo>
                      <a:lnTo>
                        <a:pt x="2" y="12"/>
                      </a:lnTo>
                      <a:lnTo>
                        <a:pt x="1" y="12"/>
                      </a:lnTo>
                      <a:lnTo>
                        <a:pt x="1" y="10"/>
                      </a:lnTo>
                      <a:lnTo>
                        <a:pt x="0" y="10"/>
                      </a:lnTo>
                      <a:lnTo>
                        <a:pt x="0" y="10"/>
                      </a:lnTo>
                      <a:lnTo>
                        <a:pt x="0" y="8"/>
                      </a:lnTo>
                    </a:path>
                  </a:pathLst>
                </a:custGeom>
                <a:solidFill>
                  <a:srgbClr val="CECECE"/>
                </a:solidFill>
                <a:ln cap="rnd">
                  <a:noFill/>
                  <a:round/>
                </a:ln>
                <a:effectLst>
                  <a:outerShdw dist="17961" dir="2700000" algn="ctr">
                    <a:srgbClr val="000000"/>
                  </a:outerShdw>
                </a:effectLst>
              </p:spPr>
            </p:sp>
            <p:sp>
              <p:nvSpPr>
                <p:cNvPr id="57946" name=""/>
                <p:cNvSpPr/>
                <p:nvPr/>
              </p:nvSpPr>
              <p:spPr>
                <a:xfrm>
                  <a:off x="4469" y="1031"/>
                  <a:ext cx="111" cy="72"/>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7947" name=""/>
                <p:cNvSpPr/>
                <p:nvPr/>
              </p:nvSpPr>
              <p:spPr>
                <a:xfrm>
                  <a:off x="4479" y="1036"/>
                  <a:ext cx="92" cy="62"/>
                </a:xfrm>
                <a:prstGeom prst="roundRect">
                  <a:avLst>
                    <a:gd name="adj" fmla="val 12088"/>
                  </a:avLst>
                </a:prstGeom>
                <a:solidFill>
                  <a:srgbClr val="474747"/>
                </a:solidFill>
                <a:ln>
                  <a:noFill/>
                  <a:miter lim="800000"/>
                </a:ln>
                <a:effectLst/>
              </p:spPr>
            </p:sp>
            <p:sp>
              <p:nvSpPr>
                <p:cNvPr id="57948" name=""/>
                <p:cNvSpPr/>
                <p:nvPr/>
              </p:nvSpPr>
              <p:spPr>
                <a:xfrm>
                  <a:off x="4484" y="1040"/>
                  <a:ext cx="80" cy="55"/>
                </a:xfrm>
                <a:prstGeom prst="roundRect">
                  <a:avLst>
                    <a:gd name="adj" fmla="val 12296"/>
                  </a:avLst>
                </a:prstGeom>
                <a:solidFill>
                  <a:srgbClr val="037C03"/>
                </a:solidFill>
                <a:ln>
                  <a:noFill/>
                  <a:miter lim="800000"/>
                </a:ln>
                <a:effectLst/>
              </p:spPr>
            </p:sp>
            <p:grpSp>
              <p:nvGrpSpPr>
                <p:cNvPr id="57949" name=""/>
                <p:cNvGrpSpPr/>
                <p:nvPr/>
              </p:nvGrpSpPr>
              <p:grpSpPr>
                <a:xfrm>
                  <a:off x="4495" y="1049"/>
                  <a:ext cx="34" cy="41"/>
                  <a:chOff x="4495" y="1049"/>
                  <a:chExt cx="34" cy="41"/>
                </a:xfrm>
              </p:grpSpPr>
              <p:cxnSp>
                <p:nvCxnSpPr>
                  <p:cNvPr id="57950" name=""/>
                  <p:cNvCxnSpPr/>
                  <p:nvPr/>
                </p:nvCxnSpPr>
                <p:spPr>
                  <a:xfrm>
                    <a:off x="4495" y="1053"/>
                    <a:ext cx="15" cy="30"/>
                  </a:xfrm>
                  <a:prstGeom prst="line">
                    <a:avLst/>
                  </a:prstGeom>
                  <a:noFill/>
                  <a:ln w="12700">
                    <a:solidFill>
                      <a:srgbClr val="FE9B03"/>
                    </a:solidFill>
                    <a:miter lim="800000"/>
                  </a:ln>
                  <a:effectLst/>
                </p:spPr>
              </p:cxnSp>
              <p:cxnSp>
                <p:nvCxnSpPr>
                  <p:cNvPr id="57951" name=""/>
                  <p:cNvCxnSpPr/>
                  <p:nvPr/>
                </p:nvCxnSpPr>
                <p:spPr>
                  <a:xfrm>
                    <a:off x="4502" y="1049"/>
                    <a:ext cx="27" cy="41"/>
                  </a:xfrm>
                  <a:prstGeom prst="line">
                    <a:avLst/>
                  </a:prstGeom>
                  <a:noFill/>
                  <a:ln w="12700">
                    <a:solidFill>
                      <a:srgbClr val="FE9B03"/>
                    </a:solidFill>
                    <a:miter lim="800000"/>
                  </a:ln>
                  <a:effectLst/>
                </p:spPr>
              </p:cxnSp>
            </p:grpSp>
            <p:sp>
              <p:nvSpPr>
                <p:cNvPr id="57952" name=""/>
                <p:cNvSpPr/>
                <p:nvPr/>
              </p:nvSpPr>
              <p:spPr>
                <a:xfrm>
                  <a:off x="4465" y="1165"/>
                  <a:ext cx="28" cy="17"/>
                </a:xfrm>
                <a:custGeom>
                  <a:pathLst>
                    <a:path w="28" h="17">
                      <a:moveTo>
                        <a:pt x="0" y="0"/>
                      </a:moveTo>
                      <a:lnTo>
                        <a:pt x="27" y="0"/>
                      </a:lnTo>
                      <a:lnTo>
                        <a:pt x="26" y="16"/>
                      </a:lnTo>
                      <a:lnTo>
                        <a:pt x="0" y="16"/>
                      </a:lnTo>
                      <a:lnTo>
                        <a:pt x="0" y="0"/>
                      </a:lnTo>
                    </a:path>
                  </a:pathLst>
                </a:custGeom>
                <a:solidFill>
                  <a:srgbClr val="DADADA"/>
                </a:solidFill>
                <a:ln cap="rnd">
                  <a:noFill/>
                  <a:round/>
                </a:ln>
                <a:effectLst>
                  <a:outerShdw algn="ctr">
                    <a:schemeClr val="tx1"/>
                  </a:outerShdw>
                </a:effectLst>
              </p:spPr>
            </p:sp>
            <p:sp>
              <p:nvSpPr>
                <p:cNvPr id="57953" name=""/>
                <p:cNvSpPr/>
                <p:nvPr/>
              </p:nvSpPr>
              <p:spPr>
                <a:xfrm>
                  <a:off x="4529" y="1165"/>
                  <a:ext cx="24" cy="17"/>
                </a:xfrm>
                <a:custGeom>
                  <a:pathLst>
                    <a:path w="24" h="17">
                      <a:moveTo>
                        <a:pt x="0" y="0"/>
                      </a:moveTo>
                      <a:lnTo>
                        <a:pt x="23" y="0"/>
                      </a:lnTo>
                      <a:lnTo>
                        <a:pt x="23" y="16"/>
                      </a:lnTo>
                      <a:lnTo>
                        <a:pt x="0" y="16"/>
                      </a:lnTo>
                      <a:lnTo>
                        <a:pt x="0" y="0"/>
                      </a:lnTo>
                    </a:path>
                  </a:pathLst>
                </a:custGeom>
                <a:solidFill>
                  <a:srgbClr val="DADADA"/>
                </a:solidFill>
                <a:ln cap="rnd">
                  <a:noFill/>
                  <a:round/>
                </a:ln>
                <a:effectLst>
                  <a:outerShdw algn="ctr">
                    <a:schemeClr val="tx1"/>
                  </a:outerShdw>
                </a:effectLst>
              </p:spPr>
            </p:sp>
            <p:cxnSp>
              <p:nvCxnSpPr>
                <p:cNvPr id="57954" name=""/>
                <p:cNvCxnSpPr/>
                <p:nvPr/>
              </p:nvCxnSpPr>
              <p:spPr>
                <a:xfrm>
                  <a:off x="4457" y="1171"/>
                  <a:ext cx="81" cy="0"/>
                </a:xfrm>
                <a:prstGeom prst="line">
                  <a:avLst/>
                </a:prstGeom>
                <a:noFill/>
                <a:ln w="12700">
                  <a:solidFill>
                    <a:srgbClr val="DADADA"/>
                  </a:solidFill>
                  <a:miter lim="800000"/>
                </a:ln>
                <a:effectLst>
                  <a:outerShdw algn="ctr">
                    <a:schemeClr val="tx1"/>
                  </a:outerShdw>
                </a:effectLst>
              </p:spPr>
            </p:cxnSp>
            <p:cxnSp>
              <p:nvCxnSpPr>
                <p:cNvPr id="57955" name=""/>
                <p:cNvCxnSpPr/>
                <p:nvPr/>
              </p:nvCxnSpPr>
              <p:spPr>
                <a:xfrm>
                  <a:off x="4459" y="1174"/>
                  <a:ext cx="84" cy="0"/>
                </a:xfrm>
                <a:prstGeom prst="line">
                  <a:avLst/>
                </a:prstGeom>
                <a:noFill/>
                <a:ln w="12700">
                  <a:solidFill>
                    <a:srgbClr val="DADADA"/>
                  </a:solidFill>
                  <a:miter lim="800000"/>
                </a:ln>
                <a:effectLst>
                  <a:outerShdw algn="ctr">
                    <a:schemeClr val="tx1"/>
                  </a:outerShdw>
                </a:effectLst>
              </p:spPr>
            </p:cxnSp>
            <p:cxnSp>
              <p:nvCxnSpPr>
                <p:cNvPr id="57956" name=""/>
                <p:cNvCxnSpPr/>
                <p:nvPr/>
              </p:nvCxnSpPr>
              <p:spPr>
                <a:xfrm>
                  <a:off x="4459" y="1177"/>
                  <a:ext cx="74" cy="0"/>
                </a:xfrm>
                <a:prstGeom prst="line">
                  <a:avLst/>
                </a:prstGeom>
                <a:noFill/>
                <a:ln w="12700">
                  <a:solidFill>
                    <a:srgbClr val="DADADA"/>
                  </a:solidFill>
                  <a:miter lim="800000"/>
                </a:ln>
                <a:effectLst>
                  <a:outerShdw algn="ctr">
                    <a:schemeClr val="tx1"/>
                  </a:outerShdw>
                </a:effectLst>
              </p:spPr>
            </p:cxnSp>
            <p:cxnSp>
              <p:nvCxnSpPr>
                <p:cNvPr id="57957" name=""/>
                <p:cNvCxnSpPr/>
                <p:nvPr/>
              </p:nvCxnSpPr>
              <p:spPr>
                <a:xfrm>
                  <a:off x="4445" y="1172"/>
                  <a:ext cx="8" cy="0"/>
                </a:xfrm>
                <a:prstGeom prst="line">
                  <a:avLst/>
                </a:prstGeom>
                <a:noFill/>
                <a:ln w="12700">
                  <a:solidFill>
                    <a:srgbClr val="DADADA"/>
                  </a:solidFill>
                  <a:miter lim="800000"/>
                </a:ln>
                <a:effectLst>
                  <a:outerShdw algn="ctr">
                    <a:schemeClr val="tx1"/>
                  </a:outerShdw>
                </a:effectLst>
              </p:spPr>
            </p:cxnSp>
            <p:cxnSp>
              <p:nvCxnSpPr>
                <p:cNvPr id="57958" name=""/>
                <p:cNvCxnSpPr/>
                <p:nvPr/>
              </p:nvCxnSpPr>
              <p:spPr>
                <a:xfrm>
                  <a:off x="4445" y="1175"/>
                  <a:ext cx="6" cy="0"/>
                </a:xfrm>
                <a:prstGeom prst="line">
                  <a:avLst/>
                </a:prstGeom>
                <a:noFill/>
                <a:ln w="12700">
                  <a:solidFill>
                    <a:srgbClr val="DADADA"/>
                  </a:solidFill>
                  <a:miter lim="800000"/>
                </a:ln>
                <a:effectLst>
                  <a:outerShdw algn="ctr">
                    <a:schemeClr val="tx1"/>
                  </a:outerShdw>
                </a:effectLst>
              </p:spPr>
            </p:cxnSp>
            <p:cxnSp>
              <p:nvCxnSpPr>
                <p:cNvPr id="57959" name=""/>
                <p:cNvCxnSpPr/>
                <p:nvPr/>
              </p:nvCxnSpPr>
              <p:spPr>
                <a:xfrm>
                  <a:off x="4474" y="1179"/>
                  <a:ext cx="50" cy="0"/>
                </a:xfrm>
                <a:prstGeom prst="line">
                  <a:avLst/>
                </a:prstGeom>
                <a:noFill/>
                <a:ln w="12700">
                  <a:solidFill>
                    <a:srgbClr val="DADADA"/>
                  </a:solidFill>
                  <a:miter lim="800000"/>
                </a:ln>
                <a:effectLst>
                  <a:outerShdw algn="ctr">
                    <a:schemeClr val="tx1"/>
                  </a:outerShdw>
                </a:effectLst>
              </p:spPr>
            </p:cxnSp>
            <p:cxnSp>
              <p:nvCxnSpPr>
                <p:cNvPr id="57960" name=""/>
                <p:cNvCxnSpPr/>
                <p:nvPr/>
              </p:nvCxnSpPr>
              <p:spPr>
                <a:xfrm>
                  <a:off x="4543" y="1171"/>
                  <a:ext cx="11" cy="0"/>
                </a:xfrm>
                <a:prstGeom prst="line">
                  <a:avLst/>
                </a:prstGeom>
                <a:noFill/>
                <a:ln w="12700">
                  <a:solidFill>
                    <a:srgbClr val="DADADA"/>
                  </a:solidFill>
                  <a:miter lim="800000"/>
                </a:ln>
                <a:effectLst>
                  <a:outerShdw algn="ctr">
                    <a:schemeClr val="tx1"/>
                  </a:outerShdw>
                </a:effectLst>
              </p:spPr>
            </p:cxnSp>
            <p:cxnSp>
              <p:nvCxnSpPr>
                <p:cNvPr id="57961" name=""/>
                <p:cNvCxnSpPr/>
                <p:nvPr/>
              </p:nvCxnSpPr>
              <p:spPr>
                <a:xfrm>
                  <a:off x="4546" y="1174"/>
                  <a:ext cx="8" cy="0"/>
                </a:xfrm>
                <a:prstGeom prst="line">
                  <a:avLst/>
                </a:prstGeom>
                <a:noFill/>
                <a:ln w="12700">
                  <a:solidFill>
                    <a:srgbClr val="DADADA"/>
                  </a:solidFill>
                  <a:miter lim="800000"/>
                </a:ln>
                <a:effectLst>
                  <a:outerShdw algn="ctr">
                    <a:schemeClr val="tx1"/>
                  </a:outerShdw>
                </a:effectLst>
              </p:spPr>
            </p:cxnSp>
            <p:cxnSp>
              <p:nvCxnSpPr>
                <p:cNvPr id="57962" name=""/>
                <p:cNvCxnSpPr/>
                <p:nvPr/>
              </p:nvCxnSpPr>
              <p:spPr>
                <a:xfrm>
                  <a:off x="4538" y="1177"/>
                  <a:ext cx="16" cy="0"/>
                </a:xfrm>
                <a:prstGeom prst="line">
                  <a:avLst/>
                </a:prstGeom>
                <a:noFill/>
                <a:ln w="12700">
                  <a:solidFill>
                    <a:srgbClr val="DADADA"/>
                  </a:solidFill>
                  <a:miter lim="800000"/>
                </a:ln>
                <a:effectLst>
                  <a:outerShdw algn="ctr">
                    <a:schemeClr val="tx1"/>
                  </a:outerShdw>
                </a:effectLst>
              </p:spPr>
            </p:cxnSp>
            <p:cxnSp>
              <p:nvCxnSpPr>
                <p:cNvPr id="57963" name=""/>
                <p:cNvCxnSpPr/>
                <p:nvPr/>
              </p:nvCxnSpPr>
              <p:spPr>
                <a:xfrm>
                  <a:off x="4593" y="1172"/>
                  <a:ext cx="21" cy="0"/>
                </a:xfrm>
                <a:prstGeom prst="line">
                  <a:avLst/>
                </a:prstGeom>
                <a:noFill/>
                <a:ln w="12700">
                  <a:solidFill>
                    <a:srgbClr val="DADADA"/>
                  </a:solidFill>
                  <a:miter lim="800000"/>
                </a:ln>
                <a:effectLst>
                  <a:outerShdw algn="ctr">
                    <a:schemeClr val="tx1"/>
                  </a:outerShdw>
                </a:effectLst>
              </p:spPr>
            </p:cxnSp>
            <p:cxnSp>
              <p:nvCxnSpPr>
                <p:cNvPr id="57964" name=""/>
                <p:cNvCxnSpPr/>
                <p:nvPr/>
              </p:nvCxnSpPr>
              <p:spPr>
                <a:xfrm>
                  <a:off x="4593" y="1177"/>
                  <a:ext cx="10" cy="0"/>
                </a:xfrm>
                <a:prstGeom prst="line">
                  <a:avLst/>
                </a:prstGeom>
                <a:noFill/>
                <a:ln w="12700">
                  <a:solidFill>
                    <a:srgbClr val="DADADA"/>
                  </a:solidFill>
                  <a:miter lim="800000"/>
                </a:ln>
                <a:effectLst>
                  <a:outerShdw algn="ctr">
                    <a:schemeClr val="tx1"/>
                  </a:outerShdw>
                </a:effectLst>
              </p:spPr>
            </p:cxnSp>
            <p:cxnSp>
              <p:nvCxnSpPr>
                <p:cNvPr id="57965" name=""/>
                <p:cNvCxnSpPr/>
                <p:nvPr/>
              </p:nvCxnSpPr>
              <p:spPr>
                <a:xfrm>
                  <a:off x="4593" y="1180"/>
                  <a:ext cx="17" cy="0"/>
                </a:xfrm>
                <a:prstGeom prst="line">
                  <a:avLst/>
                </a:prstGeom>
                <a:noFill/>
                <a:ln w="12700">
                  <a:solidFill>
                    <a:srgbClr val="DADADA"/>
                  </a:solidFill>
                  <a:miter lim="800000"/>
                </a:ln>
                <a:effectLst>
                  <a:outerShdw algn="ctr">
                    <a:schemeClr val="tx1"/>
                  </a:outerShdw>
                </a:effectLst>
              </p:spPr>
            </p:cxnSp>
            <p:cxnSp>
              <p:nvCxnSpPr>
                <p:cNvPr id="57966" name=""/>
                <p:cNvCxnSpPr/>
                <p:nvPr/>
              </p:nvCxnSpPr>
              <p:spPr>
                <a:xfrm>
                  <a:off x="4609" y="1175"/>
                  <a:ext cx="8" cy="0"/>
                </a:xfrm>
                <a:prstGeom prst="line">
                  <a:avLst/>
                </a:prstGeom>
                <a:noFill/>
                <a:ln w="12700">
                  <a:solidFill>
                    <a:srgbClr val="DADADA"/>
                  </a:solidFill>
                  <a:miter lim="800000"/>
                </a:ln>
                <a:effectLst>
                  <a:outerShdw algn="ctr">
                    <a:schemeClr val="tx1"/>
                  </a:outerShdw>
                </a:effectLst>
              </p:spPr>
            </p:cxnSp>
            <p:cxnSp>
              <p:nvCxnSpPr>
                <p:cNvPr id="57967" name=""/>
                <p:cNvCxnSpPr/>
                <p:nvPr/>
              </p:nvCxnSpPr>
              <p:spPr>
                <a:xfrm>
                  <a:off x="4611" y="1179"/>
                  <a:ext cx="7" cy="0"/>
                </a:xfrm>
                <a:prstGeom prst="line">
                  <a:avLst/>
                </a:prstGeom>
                <a:noFill/>
                <a:ln w="12700">
                  <a:solidFill>
                    <a:srgbClr val="DADADA"/>
                  </a:solidFill>
                  <a:miter lim="800000"/>
                </a:ln>
                <a:effectLst>
                  <a:outerShdw algn="ctr">
                    <a:schemeClr val="tx1"/>
                  </a:outerShdw>
                </a:effectLst>
              </p:spPr>
            </p:cxnSp>
            <p:sp>
              <p:nvSpPr>
                <p:cNvPr id="57968" name=""/>
                <p:cNvSpPr/>
                <p:nvPr/>
              </p:nvSpPr>
              <p:spPr>
                <a:xfrm>
                  <a:off x="4448" y="1165"/>
                  <a:ext cx="18" cy="17"/>
                </a:xfrm>
                <a:custGeom>
                  <a:pathLst>
                    <a:path w="18" h="17">
                      <a:moveTo>
                        <a:pt x="4" y="0"/>
                      </a:moveTo>
                      <a:lnTo>
                        <a:pt x="17" y="0"/>
                      </a:lnTo>
                      <a:lnTo>
                        <a:pt x="13"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7969" name=""/>
                <p:cNvSpPr/>
                <p:nvPr/>
              </p:nvSpPr>
              <p:spPr>
                <a:xfrm>
                  <a:off x="4498" y="1165"/>
                  <a:ext cx="27" cy="17"/>
                </a:xfrm>
                <a:custGeom>
                  <a:pathLst>
                    <a:path w="27" h="17">
                      <a:moveTo>
                        <a:pt x="0" y="0"/>
                      </a:moveTo>
                      <a:lnTo>
                        <a:pt x="26" y="0"/>
                      </a:lnTo>
                      <a:lnTo>
                        <a:pt x="26"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7970" name=""/>
                <p:cNvSpPr/>
                <p:nvPr/>
              </p:nvSpPr>
              <p:spPr>
                <a:xfrm>
                  <a:off x="4557" y="1165"/>
                  <a:ext cx="24" cy="17"/>
                </a:xfrm>
                <a:custGeom>
                  <a:pathLst>
                    <a:path w="24" h="17">
                      <a:moveTo>
                        <a:pt x="0" y="0"/>
                      </a:moveTo>
                      <a:lnTo>
                        <a:pt x="22" y="0"/>
                      </a:lnTo>
                      <a:lnTo>
                        <a:pt x="23"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7971" name=""/>
                <p:cNvCxnSpPr/>
                <p:nvPr/>
              </p:nvCxnSpPr>
              <p:spPr>
                <a:xfrm>
                  <a:off x="4461" y="1179"/>
                  <a:ext cx="13" cy="0"/>
                </a:xfrm>
                <a:prstGeom prst="line">
                  <a:avLst/>
                </a:prstGeom>
                <a:noFill/>
                <a:ln w="12700">
                  <a:solidFill>
                    <a:srgbClr val="919191"/>
                  </a:solidFill>
                  <a:miter lim="800000"/>
                </a:ln>
                <a:effectLst>
                  <a:outerShdw algn="ctr">
                    <a:schemeClr val="tx1"/>
                  </a:outerShdw>
                </a:effectLst>
              </p:spPr>
            </p:cxnSp>
            <p:cxnSp>
              <p:nvCxnSpPr>
                <p:cNvPr id="57972" name=""/>
                <p:cNvCxnSpPr/>
                <p:nvPr/>
              </p:nvCxnSpPr>
              <p:spPr>
                <a:xfrm>
                  <a:off x="4442" y="1179"/>
                  <a:ext cx="15" cy="0"/>
                </a:xfrm>
                <a:prstGeom prst="line">
                  <a:avLst/>
                </a:prstGeom>
                <a:noFill/>
                <a:ln w="12700">
                  <a:solidFill>
                    <a:srgbClr val="919191"/>
                  </a:solidFill>
                  <a:miter lim="800000"/>
                </a:ln>
                <a:effectLst>
                  <a:outerShdw algn="ctr">
                    <a:schemeClr val="tx1"/>
                  </a:outerShdw>
                </a:effectLst>
              </p:spPr>
            </p:cxnSp>
            <p:cxnSp>
              <p:nvCxnSpPr>
                <p:cNvPr id="57973" name=""/>
                <p:cNvCxnSpPr/>
                <p:nvPr/>
              </p:nvCxnSpPr>
              <p:spPr>
                <a:xfrm>
                  <a:off x="4525" y="1179"/>
                  <a:ext cx="9" cy="0"/>
                </a:xfrm>
                <a:prstGeom prst="line">
                  <a:avLst/>
                </a:prstGeom>
                <a:noFill/>
                <a:ln w="12700">
                  <a:solidFill>
                    <a:srgbClr val="919191"/>
                  </a:solidFill>
                  <a:miter lim="800000"/>
                </a:ln>
                <a:effectLst>
                  <a:outerShdw algn="ctr">
                    <a:schemeClr val="tx1"/>
                  </a:outerShdw>
                </a:effectLst>
              </p:spPr>
            </p:cxnSp>
            <p:cxnSp>
              <p:nvCxnSpPr>
                <p:cNvPr id="57974" name=""/>
                <p:cNvCxnSpPr/>
                <p:nvPr/>
              </p:nvCxnSpPr>
              <p:spPr>
                <a:xfrm>
                  <a:off x="4537" y="1180"/>
                  <a:ext cx="17" cy="0"/>
                </a:xfrm>
                <a:prstGeom prst="line">
                  <a:avLst/>
                </a:prstGeom>
                <a:noFill/>
                <a:ln w="12700">
                  <a:solidFill>
                    <a:srgbClr val="919191"/>
                  </a:solidFill>
                  <a:miter lim="800000"/>
                </a:ln>
                <a:effectLst>
                  <a:outerShdw algn="ctr">
                    <a:schemeClr val="tx1"/>
                  </a:outerShdw>
                </a:effectLst>
              </p:spPr>
            </p:cxnSp>
            <p:grpSp>
              <p:nvGrpSpPr>
                <p:cNvPr id="57975" name=""/>
                <p:cNvGrpSpPr/>
                <p:nvPr/>
              </p:nvGrpSpPr>
              <p:grpSpPr>
                <a:xfrm>
                  <a:off x="4557" y="1172"/>
                  <a:ext cx="27" cy="8"/>
                  <a:chOff x="4557" y="1172"/>
                  <a:chExt cx="27" cy="8"/>
                </a:xfrm>
              </p:grpSpPr>
              <p:cxnSp>
                <p:nvCxnSpPr>
                  <p:cNvPr id="57976" name=""/>
                  <p:cNvCxnSpPr/>
                  <p:nvPr/>
                </p:nvCxnSpPr>
                <p:spPr>
                  <a:xfrm>
                    <a:off x="4557" y="1172"/>
                    <a:ext cx="27" cy="0"/>
                  </a:xfrm>
                  <a:prstGeom prst="line">
                    <a:avLst/>
                  </a:prstGeom>
                  <a:noFill/>
                  <a:ln w="12700">
                    <a:solidFill>
                      <a:srgbClr val="919191"/>
                    </a:solidFill>
                    <a:miter lim="800000"/>
                  </a:ln>
                  <a:effectLst>
                    <a:outerShdw algn="ctr">
                      <a:schemeClr val="tx1"/>
                    </a:outerShdw>
                  </a:effectLst>
                </p:spPr>
              </p:cxnSp>
              <p:cxnSp>
                <p:nvCxnSpPr>
                  <p:cNvPr id="57977" name=""/>
                  <p:cNvCxnSpPr/>
                  <p:nvPr/>
                </p:nvCxnSpPr>
                <p:spPr>
                  <a:xfrm>
                    <a:off x="4561" y="1175"/>
                    <a:ext cx="23" cy="0"/>
                  </a:xfrm>
                  <a:prstGeom prst="line">
                    <a:avLst/>
                  </a:prstGeom>
                  <a:noFill/>
                  <a:ln w="12700">
                    <a:solidFill>
                      <a:srgbClr val="919191"/>
                    </a:solidFill>
                    <a:miter lim="800000"/>
                  </a:ln>
                  <a:effectLst>
                    <a:outerShdw algn="ctr">
                      <a:schemeClr val="tx1"/>
                    </a:outerShdw>
                  </a:effectLst>
                </p:spPr>
              </p:cxnSp>
              <p:cxnSp>
                <p:nvCxnSpPr>
                  <p:cNvPr id="57978" name=""/>
                  <p:cNvCxnSpPr/>
                  <p:nvPr/>
                </p:nvCxnSpPr>
                <p:spPr>
                  <a:xfrm>
                    <a:off x="4561" y="1180"/>
                    <a:ext cx="23" cy="0"/>
                  </a:xfrm>
                  <a:prstGeom prst="line">
                    <a:avLst/>
                  </a:prstGeom>
                  <a:noFill/>
                  <a:ln w="12700">
                    <a:solidFill>
                      <a:srgbClr val="919191"/>
                    </a:solidFill>
                    <a:miter lim="800000"/>
                  </a:ln>
                  <a:effectLst>
                    <a:outerShdw algn="ctr">
                      <a:schemeClr val="tx1"/>
                    </a:outerShdw>
                  </a:effectLst>
                </p:spPr>
              </p:cxnSp>
            </p:grpSp>
            <p:cxnSp>
              <p:nvCxnSpPr>
                <p:cNvPr id="57979" name=""/>
                <p:cNvCxnSpPr/>
                <p:nvPr/>
              </p:nvCxnSpPr>
              <p:spPr>
                <a:xfrm>
                  <a:off x="4593" y="1169"/>
                  <a:ext cx="21" cy="0"/>
                </a:xfrm>
                <a:prstGeom prst="line">
                  <a:avLst/>
                </a:prstGeom>
                <a:noFill/>
                <a:ln w="12700">
                  <a:solidFill>
                    <a:srgbClr val="919191"/>
                  </a:solidFill>
                  <a:miter lim="800000"/>
                </a:ln>
                <a:effectLst>
                  <a:outerShdw algn="ctr">
                    <a:schemeClr val="tx1"/>
                  </a:outerShdw>
                </a:effectLst>
              </p:spPr>
            </p:cxnSp>
            <p:sp>
              <p:nvSpPr>
                <p:cNvPr id="57980" name=""/>
                <p:cNvSpPr/>
                <p:nvPr/>
              </p:nvSpPr>
              <p:spPr>
                <a:xfrm>
                  <a:off x="4604" y="1137"/>
                  <a:ext cx="8" cy="8"/>
                </a:xfrm>
                <a:prstGeom prst="rect">
                  <a:avLst/>
                </a:prstGeom>
                <a:solidFill>
                  <a:srgbClr val="000000"/>
                </a:solidFill>
                <a:ln w="12700">
                  <a:solidFill>
                    <a:prstClr val="black"/>
                  </a:solidFill>
                  <a:miter lim="800000"/>
                </a:ln>
                <a:effectLst/>
              </p:spPr>
            </p:sp>
            <p:sp>
              <p:nvSpPr>
                <p:cNvPr id="57981" name=""/>
                <p:cNvSpPr/>
                <p:nvPr/>
              </p:nvSpPr>
              <p:spPr>
                <a:xfrm>
                  <a:off x="4494" y="1138"/>
                  <a:ext cx="102" cy="18"/>
                </a:xfrm>
                <a:prstGeom prst="rect">
                  <a:avLst/>
                </a:prstGeom>
                <a:solidFill>
                  <a:srgbClr val="C0C0C0"/>
                </a:solidFill>
                <a:ln w="12700">
                  <a:solidFill>
                    <a:srgbClr val="CECECE"/>
                  </a:solidFill>
                  <a:miter lim="800000"/>
                </a:ln>
                <a:effectLst>
                  <a:outerShdw algn="ctr">
                    <a:srgbClr val="000000"/>
                  </a:outerShdw>
                </a:effectLst>
              </p:spPr>
            </p:sp>
            <p:grpSp>
              <p:nvGrpSpPr>
                <p:cNvPr id="57982" name=""/>
                <p:cNvGrpSpPr/>
                <p:nvPr/>
              </p:nvGrpSpPr>
              <p:grpSpPr>
                <a:xfrm>
                  <a:off x="4597" y="1147"/>
                  <a:ext cx="8" cy="14"/>
                  <a:chOff x="4597" y="1147"/>
                  <a:chExt cx="8" cy="14"/>
                </a:xfrm>
              </p:grpSpPr>
              <p:sp>
                <p:nvSpPr>
                  <p:cNvPr id="57983" name=""/>
                  <p:cNvSpPr/>
                  <p:nvPr/>
                </p:nvSpPr>
                <p:spPr>
                  <a:xfrm>
                    <a:off x="4597" y="1147"/>
                    <a:ext cx="8" cy="8"/>
                  </a:xfrm>
                  <a:prstGeom prst="rect">
                    <a:avLst/>
                  </a:prstGeom>
                  <a:solidFill>
                    <a:srgbClr val="000000"/>
                  </a:solidFill>
                  <a:ln w="12700">
                    <a:solidFill>
                      <a:prstClr val="black"/>
                    </a:solidFill>
                    <a:miter lim="800000"/>
                  </a:ln>
                  <a:effectLst/>
                </p:spPr>
              </p:sp>
              <p:sp>
                <p:nvSpPr>
                  <p:cNvPr id="57984" name=""/>
                  <p:cNvSpPr/>
                  <p:nvPr/>
                </p:nvSpPr>
                <p:spPr>
                  <a:xfrm>
                    <a:off x="4597" y="1153"/>
                    <a:ext cx="8" cy="8"/>
                  </a:xfrm>
                  <a:prstGeom prst="rect">
                    <a:avLst/>
                  </a:prstGeom>
                  <a:solidFill>
                    <a:srgbClr val="000000"/>
                  </a:solidFill>
                  <a:ln w="12700">
                    <a:solidFill>
                      <a:prstClr val="black"/>
                    </a:solidFill>
                    <a:miter lim="800000"/>
                  </a:ln>
                  <a:effectLst/>
                </p:spPr>
              </p:sp>
            </p:grpSp>
            <p:sp>
              <p:nvSpPr>
                <p:cNvPr id="57985" name=""/>
                <p:cNvSpPr/>
                <p:nvPr/>
              </p:nvSpPr>
              <p:spPr>
                <a:xfrm>
                  <a:off x="4538" y="1138"/>
                  <a:ext cx="8" cy="8"/>
                </a:xfrm>
                <a:prstGeom prst="rect">
                  <a:avLst/>
                </a:prstGeom>
                <a:solidFill>
                  <a:srgbClr val="000000"/>
                </a:solidFill>
                <a:ln w="12700">
                  <a:solidFill>
                    <a:prstClr val="black"/>
                  </a:solidFill>
                  <a:miter lim="800000"/>
                </a:ln>
                <a:effectLst/>
              </p:spPr>
            </p:sp>
            <p:sp>
              <p:nvSpPr>
                <p:cNvPr id="57986" name=""/>
                <p:cNvSpPr/>
                <p:nvPr/>
              </p:nvSpPr>
              <p:spPr>
                <a:xfrm>
                  <a:off x="4538" y="1139"/>
                  <a:ext cx="8" cy="8"/>
                </a:xfrm>
                <a:prstGeom prst="rect">
                  <a:avLst/>
                </a:prstGeom>
                <a:solidFill>
                  <a:srgbClr val="000000"/>
                </a:solidFill>
                <a:ln w="12700">
                  <a:solidFill>
                    <a:prstClr val="black"/>
                  </a:solidFill>
                  <a:miter lim="800000"/>
                </a:ln>
                <a:effectLst/>
              </p:spPr>
            </p:sp>
            <p:sp>
              <p:nvSpPr>
                <p:cNvPr id="57987" name=""/>
                <p:cNvSpPr/>
                <p:nvPr/>
              </p:nvSpPr>
              <p:spPr>
                <a:xfrm>
                  <a:off x="4528" y="1139"/>
                  <a:ext cx="27" cy="8"/>
                </a:xfrm>
                <a:prstGeom prst="rect">
                  <a:avLst/>
                </a:prstGeom>
                <a:solidFill>
                  <a:srgbClr val="000000"/>
                </a:solidFill>
                <a:ln w="12700">
                  <a:solidFill>
                    <a:prstClr val="black"/>
                  </a:solidFill>
                  <a:miter lim="800000"/>
                </a:ln>
                <a:effectLst/>
              </p:spPr>
            </p:sp>
            <p:sp>
              <p:nvSpPr>
                <p:cNvPr id="57988" name=""/>
                <p:cNvSpPr/>
                <p:nvPr/>
              </p:nvSpPr>
              <p:spPr>
                <a:xfrm>
                  <a:off x="4533" y="1145"/>
                  <a:ext cx="8" cy="8"/>
                </a:xfrm>
                <a:prstGeom prst="rect">
                  <a:avLst/>
                </a:prstGeom>
                <a:solidFill>
                  <a:srgbClr val="000000"/>
                </a:solidFill>
                <a:ln w="12700">
                  <a:solidFill>
                    <a:prstClr val="black"/>
                  </a:solidFill>
                  <a:miter lim="800000"/>
                </a:ln>
                <a:effectLst/>
              </p:spPr>
            </p:sp>
            <p:sp>
              <p:nvSpPr>
                <p:cNvPr id="57989" name=""/>
                <p:cNvSpPr/>
                <p:nvPr/>
              </p:nvSpPr>
              <p:spPr>
                <a:xfrm>
                  <a:off x="4555" y="1145"/>
                  <a:ext cx="8" cy="8"/>
                </a:xfrm>
                <a:prstGeom prst="rect">
                  <a:avLst/>
                </a:prstGeom>
                <a:solidFill>
                  <a:srgbClr val="000000"/>
                </a:solidFill>
                <a:ln w="12700">
                  <a:solidFill>
                    <a:prstClr val="black"/>
                  </a:solidFill>
                  <a:miter lim="800000"/>
                </a:ln>
                <a:effectLst/>
              </p:spPr>
            </p:sp>
            <p:sp>
              <p:nvSpPr>
                <p:cNvPr id="57990" name=""/>
                <p:cNvSpPr/>
                <p:nvPr/>
              </p:nvSpPr>
              <p:spPr>
                <a:xfrm>
                  <a:off x="4597" y="1138"/>
                  <a:ext cx="8" cy="8"/>
                </a:xfrm>
                <a:prstGeom prst="rect">
                  <a:avLst/>
                </a:prstGeom>
                <a:solidFill>
                  <a:srgbClr val="000000"/>
                </a:solidFill>
                <a:ln w="12700">
                  <a:solidFill>
                    <a:prstClr val="black"/>
                  </a:solidFill>
                  <a:miter lim="800000"/>
                </a:ln>
                <a:effectLst/>
              </p:spPr>
            </p:sp>
            <p:cxnSp>
              <p:nvCxnSpPr>
                <p:cNvPr id="57991" name=""/>
                <p:cNvCxnSpPr/>
                <p:nvPr/>
              </p:nvCxnSpPr>
              <p:spPr>
                <a:xfrm flipH="1">
                  <a:off x="4513" y="1135"/>
                  <a:ext cx="0" cy="25"/>
                </a:xfrm>
                <a:prstGeom prst="line">
                  <a:avLst/>
                </a:prstGeom>
                <a:noFill/>
                <a:ln w="12700">
                  <a:solidFill>
                    <a:srgbClr val="474747"/>
                  </a:solidFill>
                  <a:miter lim="800000"/>
                </a:ln>
                <a:effectLst/>
              </p:spPr>
            </p:cxnSp>
            <p:cxnSp>
              <p:nvCxnSpPr>
                <p:cNvPr id="57992" name=""/>
                <p:cNvCxnSpPr/>
                <p:nvPr/>
              </p:nvCxnSpPr>
              <p:spPr>
                <a:xfrm flipH="1">
                  <a:off x="4559" y="1135"/>
                  <a:ext cx="0" cy="25"/>
                </a:xfrm>
                <a:prstGeom prst="line">
                  <a:avLst/>
                </a:prstGeom>
                <a:noFill/>
                <a:ln w="12700">
                  <a:solidFill>
                    <a:srgbClr val="474747"/>
                  </a:solidFill>
                  <a:miter lim="800000"/>
                </a:ln>
                <a:effectLst/>
              </p:spPr>
            </p:cxnSp>
            <p:cxnSp>
              <p:nvCxnSpPr>
                <p:cNvPr id="57993" name=""/>
                <p:cNvCxnSpPr/>
                <p:nvPr/>
              </p:nvCxnSpPr>
              <p:spPr>
                <a:xfrm flipH="1">
                  <a:off x="4448" y="1135"/>
                  <a:ext cx="42" cy="0"/>
                </a:xfrm>
                <a:prstGeom prst="line">
                  <a:avLst/>
                </a:prstGeom>
                <a:noFill/>
                <a:ln w="12700">
                  <a:solidFill>
                    <a:srgbClr val="474747"/>
                  </a:solidFill>
                  <a:miter lim="800000"/>
                </a:ln>
                <a:effectLst/>
              </p:spPr>
            </p:cxnSp>
            <p:cxnSp>
              <p:nvCxnSpPr>
                <p:cNvPr id="57994" name=""/>
                <p:cNvCxnSpPr/>
                <p:nvPr/>
              </p:nvCxnSpPr>
              <p:spPr>
                <a:xfrm flipH="1">
                  <a:off x="4453" y="1135"/>
                  <a:ext cx="42" cy="0"/>
                </a:xfrm>
                <a:prstGeom prst="line">
                  <a:avLst/>
                </a:prstGeom>
                <a:noFill/>
                <a:ln w="12700">
                  <a:solidFill>
                    <a:srgbClr val="474747"/>
                  </a:solidFill>
                  <a:miter lim="800000"/>
                </a:ln>
                <a:effectLst/>
              </p:spPr>
            </p:cxnSp>
            <p:cxnSp>
              <p:nvCxnSpPr>
                <p:cNvPr id="57995" name=""/>
                <p:cNvCxnSpPr/>
                <p:nvPr/>
              </p:nvCxnSpPr>
              <p:spPr>
                <a:xfrm flipH="1">
                  <a:off x="4453" y="1142"/>
                  <a:ext cx="42" cy="0"/>
                </a:xfrm>
                <a:prstGeom prst="line">
                  <a:avLst/>
                </a:prstGeom>
                <a:noFill/>
                <a:ln w="12700">
                  <a:solidFill>
                    <a:srgbClr val="474747"/>
                  </a:solidFill>
                  <a:miter lim="800000"/>
                </a:ln>
                <a:effectLst/>
              </p:spPr>
            </p:cxnSp>
            <p:cxnSp>
              <p:nvCxnSpPr>
                <p:cNvPr id="57996" name=""/>
                <p:cNvCxnSpPr/>
                <p:nvPr/>
              </p:nvCxnSpPr>
              <p:spPr>
                <a:xfrm flipH="1">
                  <a:off x="4453" y="1146"/>
                  <a:ext cx="42" cy="0"/>
                </a:xfrm>
                <a:prstGeom prst="line">
                  <a:avLst/>
                </a:prstGeom>
                <a:noFill/>
                <a:ln w="12700">
                  <a:solidFill>
                    <a:srgbClr val="474747"/>
                  </a:solidFill>
                  <a:miter lim="800000"/>
                </a:ln>
                <a:effectLst/>
              </p:spPr>
            </p:cxnSp>
            <p:cxnSp>
              <p:nvCxnSpPr>
                <p:cNvPr id="57997" name=""/>
                <p:cNvCxnSpPr/>
                <p:nvPr/>
              </p:nvCxnSpPr>
              <p:spPr>
                <a:xfrm flipH="1">
                  <a:off x="4453" y="1153"/>
                  <a:ext cx="42" cy="0"/>
                </a:xfrm>
                <a:prstGeom prst="line">
                  <a:avLst/>
                </a:prstGeom>
                <a:noFill/>
                <a:ln w="12700">
                  <a:solidFill>
                    <a:srgbClr val="474747"/>
                  </a:solidFill>
                  <a:miter lim="800000"/>
                </a:ln>
                <a:effectLst/>
              </p:spPr>
            </p:cxnSp>
            <p:cxnSp>
              <p:nvCxnSpPr>
                <p:cNvPr id="57998" name=""/>
                <p:cNvCxnSpPr/>
                <p:nvPr/>
              </p:nvCxnSpPr>
              <p:spPr>
                <a:xfrm flipH="1">
                  <a:off x="4453" y="1156"/>
                  <a:ext cx="42" cy="0"/>
                </a:xfrm>
                <a:prstGeom prst="line">
                  <a:avLst/>
                </a:prstGeom>
                <a:noFill/>
                <a:ln w="12700">
                  <a:solidFill>
                    <a:srgbClr val="474747"/>
                  </a:solidFill>
                  <a:miter lim="800000"/>
                </a:ln>
                <a:effectLst/>
              </p:spPr>
            </p:cxnSp>
            <p:cxnSp>
              <p:nvCxnSpPr>
                <p:cNvPr id="57999" name=""/>
                <p:cNvCxnSpPr/>
                <p:nvPr/>
              </p:nvCxnSpPr>
              <p:spPr>
                <a:xfrm>
                  <a:off x="4453" y="1162"/>
                  <a:ext cx="156" cy="0"/>
                </a:xfrm>
                <a:prstGeom prst="line">
                  <a:avLst/>
                </a:prstGeom>
                <a:noFill/>
                <a:ln w="12700">
                  <a:solidFill>
                    <a:srgbClr val="474747"/>
                  </a:solidFill>
                  <a:miter lim="800000"/>
                </a:ln>
                <a:effectLst/>
              </p:spPr>
            </p:cxnSp>
            <p:cxnSp>
              <p:nvCxnSpPr>
                <p:cNvPr id="58000" name=""/>
                <p:cNvCxnSpPr/>
                <p:nvPr/>
              </p:nvCxnSpPr>
              <p:spPr>
                <a:xfrm>
                  <a:off x="4495" y="1144"/>
                  <a:ext cx="106" cy="0"/>
                </a:xfrm>
                <a:prstGeom prst="line">
                  <a:avLst/>
                </a:prstGeom>
                <a:noFill/>
                <a:ln w="12700">
                  <a:solidFill>
                    <a:srgbClr val="474747"/>
                  </a:solidFill>
                  <a:miter lim="800000"/>
                </a:ln>
                <a:effectLst/>
              </p:spPr>
            </p:cxnSp>
            <p:sp>
              <p:nvSpPr>
                <p:cNvPr id="58001" name=""/>
                <p:cNvSpPr/>
                <p:nvPr/>
              </p:nvSpPr>
              <p:spPr>
                <a:xfrm>
                  <a:off x="4578" y="1148"/>
                  <a:ext cx="8" cy="8"/>
                </a:xfrm>
                <a:prstGeom prst="rect">
                  <a:avLst/>
                </a:prstGeom>
                <a:solidFill>
                  <a:srgbClr val="000000"/>
                </a:solidFill>
                <a:ln w="12700">
                  <a:solidFill>
                    <a:prstClr val="black"/>
                  </a:solidFill>
                  <a:miter lim="800000"/>
                </a:ln>
                <a:effectLst/>
              </p:spPr>
            </p:sp>
            <p:sp>
              <p:nvSpPr>
                <p:cNvPr id="58002" name=""/>
                <p:cNvSpPr/>
                <p:nvPr/>
              </p:nvSpPr>
              <p:spPr>
                <a:xfrm>
                  <a:off x="4478" y="1126"/>
                  <a:ext cx="91" cy="8"/>
                </a:xfrm>
                <a:prstGeom prst="rect">
                  <a:avLst/>
                </a:prstGeom>
                <a:solidFill>
                  <a:srgbClr val="CECECE"/>
                </a:solidFill>
                <a:ln w="12700">
                  <a:solidFill>
                    <a:srgbClr val="CECECE"/>
                  </a:solidFill>
                  <a:miter lim="800000"/>
                </a:ln>
                <a:effectLst/>
              </p:spPr>
            </p:sp>
            <p:sp>
              <p:nvSpPr>
                <p:cNvPr id="58003" name=""/>
                <p:cNvSpPr/>
                <p:nvPr/>
              </p:nvSpPr>
              <p:spPr>
                <a:xfrm>
                  <a:off x="4474" y="1107"/>
                  <a:ext cx="99" cy="16"/>
                </a:xfrm>
                <a:prstGeom prst="rect">
                  <a:avLst/>
                </a:prstGeom>
                <a:solidFill>
                  <a:srgbClr val="CECECE"/>
                </a:solidFill>
                <a:ln>
                  <a:noFill/>
                  <a:miter lim="800000"/>
                </a:ln>
                <a:effectLst>
                  <a:outerShdw dist="17961" dir="2700000" algn="ctr">
                    <a:srgbClr val="000000"/>
                  </a:outerShdw>
                </a:effectLst>
              </p:spPr>
            </p:sp>
          </p:grpSp>
        </p:grpSp>
        <p:grpSp>
          <p:nvGrpSpPr>
            <p:cNvPr id="58004" name=""/>
            <p:cNvGrpSpPr/>
            <p:nvPr/>
          </p:nvGrpSpPr>
          <p:grpSpPr>
            <a:xfrm>
              <a:off x="4784" y="964"/>
              <a:ext cx="396" cy="288"/>
              <a:chOff x="4784" y="964"/>
              <a:chExt cx="396" cy="288"/>
            </a:xfrm>
          </p:grpSpPr>
          <p:sp>
            <p:nvSpPr>
              <p:cNvPr id="58005" name=""/>
              <p:cNvSpPr/>
              <p:nvPr/>
            </p:nvSpPr>
            <p:spPr>
              <a:xfrm>
                <a:off x="4784" y="964"/>
                <a:ext cx="396" cy="288"/>
              </a:xfrm>
              <a:prstGeom prst="rect">
                <a:avLst/>
              </a:prstGeom>
              <a:solidFill>
                <a:schemeClr val="bg1"/>
              </a:solidFill>
              <a:ln w="12700">
                <a:solidFill>
                  <a:schemeClr val="tx1"/>
                </a:solidFill>
                <a:prstDash val="sysDot"/>
                <a:miter lim="800000"/>
              </a:ln>
              <a:effectLst/>
            </p:spPr>
          </p:sp>
          <p:grpSp>
            <p:nvGrpSpPr>
              <p:cNvPr id="58006" name=""/>
              <p:cNvGrpSpPr/>
              <p:nvPr/>
            </p:nvGrpSpPr>
            <p:grpSpPr>
              <a:xfrm>
                <a:off x="4875" y="1031"/>
                <a:ext cx="215" cy="170"/>
                <a:chOff x="4875" y="1031"/>
                <a:chExt cx="215" cy="170"/>
              </a:xfrm>
            </p:grpSpPr>
            <p:sp>
              <p:nvSpPr>
                <p:cNvPr id="58007" name=""/>
                <p:cNvSpPr/>
                <p:nvPr/>
              </p:nvSpPr>
              <p:spPr>
                <a:xfrm>
                  <a:off x="4898" y="1116"/>
                  <a:ext cx="152" cy="17"/>
                </a:xfrm>
                <a:custGeom>
                  <a:pathLst>
                    <a:path w="152" h="17">
                      <a:moveTo>
                        <a:pt x="0" y="16"/>
                      </a:moveTo>
                      <a:lnTo>
                        <a:pt x="151" y="16"/>
                      </a:lnTo>
                      <a:lnTo>
                        <a:pt x="137" y="0"/>
                      </a:lnTo>
                      <a:lnTo>
                        <a:pt x="15" y="0"/>
                      </a:lnTo>
                      <a:lnTo>
                        <a:pt x="0" y="16"/>
                      </a:lnTo>
                    </a:path>
                  </a:pathLst>
                </a:custGeom>
                <a:solidFill>
                  <a:srgbClr val="919191"/>
                </a:solidFill>
                <a:ln cap="rnd">
                  <a:noFill/>
                  <a:round/>
                </a:ln>
                <a:effectLst>
                  <a:outerShdw dist="28398" dir="1593903" algn="ctr">
                    <a:srgbClr val="000000"/>
                  </a:outerShdw>
                </a:effectLst>
              </p:spPr>
            </p:sp>
            <p:sp>
              <p:nvSpPr>
                <p:cNvPr id="58008" name=""/>
                <p:cNvSpPr/>
                <p:nvPr/>
              </p:nvSpPr>
              <p:spPr>
                <a:xfrm>
                  <a:off x="5018" y="1107"/>
                  <a:ext cx="8" cy="8"/>
                </a:xfrm>
                <a:prstGeom prst="rect">
                  <a:avLst/>
                </a:prstGeom>
                <a:solidFill>
                  <a:srgbClr val="008000"/>
                </a:solidFill>
                <a:ln w="12700">
                  <a:solidFill>
                    <a:schemeClr val="tx1"/>
                  </a:solidFill>
                  <a:miter lim="800000"/>
                </a:ln>
                <a:effectLst/>
              </p:spPr>
            </p:sp>
            <p:sp>
              <p:nvSpPr>
                <p:cNvPr id="58009" name=""/>
                <p:cNvSpPr/>
                <p:nvPr/>
              </p:nvSpPr>
              <p:spPr>
                <a:xfrm>
                  <a:off x="4898" y="1131"/>
                  <a:ext cx="151" cy="38"/>
                </a:xfrm>
                <a:prstGeom prst="rect">
                  <a:avLst/>
                </a:prstGeom>
                <a:solidFill>
                  <a:srgbClr val="DBDBDB"/>
                </a:solidFill>
                <a:ln>
                  <a:noFill/>
                  <a:miter lim="800000"/>
                </a:ln>
                <a:effectLst>
                  <a:outerShdw dist="35921" dir="2700000" algn="ctr">
                    <a:srgbClr val="000000"/>
                  </a:outerShdw>
                </a:effectLst>
              </p:spPr>
            </p:sp>
            <p:sp>
              <p:nvSpPr>
                <p:cNvPr id="58010" name=""/>
                <p:cNvSpPr/>
                <p:nvPr/>
              </p:nvSpPr>
              <p:spPr>
                <a:xfrm>
                  <a:off x="4875" y="1165"/>
                  <a:ext cx="215" cy="21"/>
                </a:xfrm>
                <a:custGeom>
                  <a:pathLst>
                    <a:path w="215" h="21">
                      <a:moveTo>
                        <a:pt x="0" y="20"/>
                      </a:moveTo>
                      <a:lnTo>
                        <a:pt x="214" y="20"/>
                      </a:lnTo>
                      <a:lnTo>
                        <a:pt x="201" y="0"/>
                      </a:lnTo>
                      <a:lnTo>
                        <a:pt x="15" y="0"/>
                      </a:lnTo>
                      <a:lnTo>
                        <a:pt x="0" y="20"/>
                      </a:lnTo>
                    </a:path>
                  </a:pathLst>
                </a:custGeom>
                <a:solidFill>
                  <a:srgbClr val="DADADA"/>
                </a:solidFill>
                <a:ln cap="rnd">
                  <a:noFill/>
                  <a:round/>
                </a:ln>
                <a:effectLst>
                  <a:outerShdw dist="35921" dir="2700000" algn="ctr">
                    <a:srgbClr val="000000"/>
                  </a:outerShdw>
                </a:effectLst>
              </p:spPr>
            </p:sp>
            <p:sp>
              <p:nvSpPr>
                <p:cNvPr id="58011" name=""/>
                <p:cNvSpPr/>
                <p:nvPr/>
              </p:nvSpPr>
              <p:spPr>
                <a:xfrm>
                  <a:off x="4882" y="1165"/>
                  <a:ext cx="201" cy="20"/>
                </a:xfrm>
                <a:custGeom>
                  <a:pathLst>
                    <a:path w="201" h="20">
                      <a:moveTo>
                        <a:pt x="11" y="0"/>
                      </a:moveTo>
                      <a:lnTo>
                        <a:pt x="0" y="19"/>
                      </a:lnTo>
                      <a:lnTo>
                        <a:pt x="200" y="19"/>
                      </a:lnTo>
                      <a:lnTo>
                        <a:pt x="190" y="0"/>
                      </a:lnTo>
                    </a:path>
                  </a:pathLst>
                </a:custGeom>
                <a:solidFill>
                  <a:srgbClr val="CECECE"/>
                </a:solidFill>
                <a:ln w="12700" cap="rnd" cmpd="sng">
                  <a:solidFill>
                    <a:srgbClr val="919191"/>
                  </a:solidFill>
                  <a:prstDash val="solid"/>
                  <a:round/>
                  <a:headEnd type="none" w="sm" len="sm"/>
                  <a:tailEnd type="none" w="sm" len="sm"/>
                </a:ln>
                <a:effectLst/>
              </p:spPr>
            </p:sp>
            <p:sp>
              <p:nvSpPr>
                <p:cNvPr id="58012" name=""/>
                <p:cNvSpPr/>
                <p:nvPr/>
              </p:nvSpPr>
              <p:spPr>
                <a:xfrm>
                  <a:off x="5037" y="1168"/>
                  <a:ext cx="28" cy="17"/>
                </a:xfrm>
                <a:custGeom>
                  <a:pathLst>
                    <a:path w="28" h="17">
                      <a:moveTo>
                        <a:pt x="0" y="0"/>
                      </a:moveTo>
                      <a:lnTo>
                        <a:pt x="24" y="0"/>
                      </a:lnTo>
                      <a:lnTo>
                        <a:pt x="27" y="16"/>
                      </a:lnTo>
                      <a:lnTo>
                        <a:pt x="0" y="16"/>
                      </a:lnTo>
                      <a:lnTo>
                        <a:pt x="0" y="0"/>
                      </a:lnTo>
                    </a:path>
                  </a:pathLst>
                </a:custGeom>
                <a:solidFill>
                  <a:srgbClr val="DADADA"/>
                </a:solidFill>
                <a:ln cap="rnd">
                  <a:noFill/>
                  <a:round/>
                </a:ln>
                <a:effectLst/>
              </p:spPr>
            </p:sp>
            <p:cxnSp>
              <p:nvCxnSpPr>
                <p:cNvPr id="58013" name=""/>
                <p:cNvCxnSpPr/>
                <p:nvPr/>
              </p:nvCxnSpPr>
              <p:spPr>
                <a:xfrm>
                  <a:off x="5037" y="1174"/>
                  <a:ext cx="13" cy="0"/>
                </a:xfrm>
                <a:prstGeom prst="line">
                  <a:avLst/>
                </a:prstGeom>
                <a:noFill/>
                <a:ln w="12700">
                  <a:solidFill>
                    <a:srgbClr val="DADADA"/>
                  </a:solidFill>
                  <a:miter lim="800000"/>
                </a:ln>
                <a:effectLst/>
              </p:spPr>
            </p:cxnSp>
            <p:sp>
              <p:nvSpPr>
                <p:cNvPr id="58014" name=""/>
                <p:cNvSpPr/>
                <p:nvPr/>
              </p:nvSpPr>
              <p:spPr>
                <a:xfrm>
                  <a:off x="4875" y="1185"/>
                  <a:ext cx="213" cy="16"/>
                </a:xfrm>
                <a:prstGeom prst="rect">
                  <a:avLst/>
                </a:prstGeom>
                <a:solidFill>
                  <a:srgbClr val="CECECE"/>
                </a:solidFill>
                <a:ln>
                  <a:noFill/>
                  <a:miter lim="800000"/>
                </a:ln>
                <a:effectLst>
                  <a:outerShdw dist="35921" dir="2700000" algn="ctr">
                    <a:srgbClr val="000000"/>
                  </a:outerShdw>
                </a:effectLst>
              </p:spPr>
            </p:sp>
            <p:sp>
              <p:nvSpPr>
                <p:cNvPr id="58015" name=""/>
                <p:cNvSpPr/>
                <p:nvPr/>
              </p:nvSpPr>
              <p:spPr>
                <a:xfrm>
                  <a:off x="4924" y="1113"/>
                  <a:ext cx="99" cy="17"/>
                </a:xfrm>
                <a:custGeom>
                  <a:pathLst>
                    <a:path w="99" h="17">
                      <a:moveTo>
                        <a:pt x="0" y="16"/>
                      </a:moveTo>
                      <a:lnTo>
                        <a:pt x="98" y="16"/>
                      </a:lnTo>
                      <a:lnTo>
                        <a:pt x="92" y="0"/>
                      </a:lnTo>
                      <a:lnTo>
                        <a:pt x="5" y="0"/>
                      </a:lnTo>
                      <a:lnTo>
                        <a:pt x="0" y="16"/>
                      </a:lnTo>
                    </a:path>
                  </a:pathLst>
                </a:custGeom>
                <a:solidFill>
                  <a:srgbClr val="474747"/>
                </a:solidFill>
                <a:ln w="12700" cap="rnd" cmpd="sng">
                  <a:solidFill>
                    <a:srgbClr val="474747"/>
                  </a:solidFill>
                  <a:prstDash val="solid"/>
                  <a:round/>
                </a:ln>
                <a:effectLst>
                  <a:outerShdw dist="35921" dir="2700000" algn="ctr">
                    <a:srgbClr val="000000"/>
                  </a:outerShdw>
                </a:effectLst>
              </p:spPr>
            </p:sp>
            <p:sp>
              <p:nvSpPr>
                <p:cNvPr id="58016" name=""/>
                <p:cNvSpPr/>
                <p:nvPr/>
              </p:nvSpPr>
              <p:spPr>
                <a:xfrm>
                  <a:off x="4947" y="1114"/>
                  <a:ext cx="54" cy="17"/>
                </a:xfrm>
                <a:custGeom>
                  <a:pathLst>
                    <a:path w="54" h="17">
                      <a:moveTo>
                        <a:pt x="0" y="8"/>
                      </a:moveTo>
                      <a:lnTo>
                        <a:pt x="0" y="0"/>
                      </a:lnTo>
                      <a:lnTo>
                        <a:pt x="53" y="0"/>
                      </a:lnTo>
                      <a:lnTo>
                        <a:pt x="53" y="8"/>
                      </a:lnTo>
                      <a:lnTo>
                        <a:pt x="53" y="10"/>
                      </a:lnTo>
                      <a:lnTo>
                        <a:pt x="52" y="10"/>
                      </a:lnTo>
                      <a:lnTo>
                        <a:pt x="51" y="10"/>
                      </a:lnTo>
                      <a:lnTo>
                        <a:pt x="50" y="12"/>
                      </a:lnTo>
                      <a:lnTo>
                        <a:pt x="48" y="12"/>
                      </a:lnTo>
                      <a:lnTo>
                        <a:pt x="47" y="14"/>
                      </a:lnTo>
                      <a:lnTo>
                        <a:pt x="45" y="14"/>
                      </a:lnTo>
                      <a:lnTo>
                        <a:pt x="43" y="14"/>
                      </a:lnTo>
                      <a:lnTo>
                        <a:pt x="41" y="14"/>
                      </a:lnTo>
                      <a:lnTo>
                        <a:pt x="38" y="16"/>
                      </a:lnTo>
                      <a:lnTo>
                        <a:pt x="36" y="16"/>
                      </a:lnTo>
                      <a:lnTo>
                        <a:pt x="34" y="16"/>
                      </a:lnTo>
                      <a:lnTo>
                        <a:pt x="32" y="16"/>
                      </a:lnTo>
                      <a:lnTo>
                        <a:pt x="29" y="16"/>
                      </a:lnTo>
                      <a:lnTo>
                        <a:pt x="25" y="16"/>
                      </a:lnTo>
                      <a:lnTo>
                        <a:pt x="21" y="16"/>
                      </a:lnTo>
                      <a:lnTo>
                        <a:pt x="18" y="16"/>
                      </a:lnTo>
                      <a:lnTo>
                        <a:pt x="15" y="16"/>
                      </a:lnTo>
                      <a:lnTo>
                        <a:pt x="13" y="14"/>
                      </a:lnTo>
                      <a:lnTo>
                        <a:pt x="11" y="14"/>
                      </a:lnTo>
                      <a:lnTo>
                        <a:pt x="8" y="14"/>
                      </a:lnTo>
                      <a:lnTo>
                        <a:pt x="6" y="14"/>
                      </a:lnTo>
                      <a:lnTo>
                        <a:pt x="4" y="12"/>
                      </a:lnTo>
                      <a:lnTo>
                        <a:pt x="2" y="12"/>
                      </a:lnTo>
                      <a:lnTo>
                        <a:pt x="1" y="12"/>
                      </a:lnTo>
                      <a:lnTo>
                        <a:pt x="1" y="10"/>
                      </a:lnTo>
                      <a:lnTo>
                        <a:pt x="0" y="10"/>
                      </a:lnTo>
                      <a:lnTo>
                        <a:pt x="0" y="10"/>
                      </a:lnTo>
                      <a:lnTo>
                        <a:pt x="0" y="8"/>
                      </a:lnTo>
                    </a:path>
                  </a:pathLst>
                </a:custGeom>
                <a:solidFill>
                  <a:srgbClr val="CECECE"/>
                </a:solidFill>
                <a:ln cap="rnd">
                  <a:noFill/>
                  <a:round/>
                </a:ln>
                <a:effectLst>
                  <a:outerShdw dist="17961" dir="2700000" algn="ctr">
                    <a:srgbClr val="000000"/>
                  </a:outerShdw>
                </a:effectLst>
              </p:spPr>
            </p:sp>
            <p:sp>
              <p:nvSpPr>
                <p:cNvPr id="58017" name=""/>
                <p:cNvSpPr/>
                <p:nvPr/>
              </p:nvSpPr>
              <p:spPr>
                <a:xfrm>
                  <a:off x="4918" y="1031"/>
                  <a:ext cx="111" cy="72"/>
                </a:xfrm>
                <a:prstGeom prst="rect">
                  <a:avLst/>
                </a:prstGeom>
                <a:solidFill>
                  <a:srgbClr val="DBDBDB"/>
                </a:solidFill>
                <a:ln w="12700">
                  <a:solidFill>
                    <a:srgbClr val="DADADA"/>
                  </a:solidFill>
                  <a:miter lim="800000"/>
                </a:ln>
                <a:effectLst>
                  <a:outerShdw dist="35921" dir="2700000" algn="ctr">
                    <a:srgbClr val="000000"/>
                  </a:outerShdw>
                </a:effectLst>
              </p:spPr>
            </p:sp>
            <p:sp>
              <p:nvSpPr>
                <p:cNvPr id="58018" name=""/>
                <p:cNvSpPr/>
                <p:nvPr/>
              </p:nvSpPr>
              <p:spPr>
                <a:xfrm>
                  <a:off x="4928" y="1036"/>
                  <a:ext cx="92" cy="62"/>
                </a:xfrm>
                <a:prstGeom prst="roundRect">
                  <a:avLst>
                    <a:gd name="adj" fmla="val 12088"/>
                  </a:avLst>
                </a:prstGeom>
                <a:solidFill>
                  <a:srgbClr val="474747"/>
                </a:solidFill>
                <a:ln>
                  <a:noFill/>
                  <a:miter lim="800000"/>
                </a:ln>
                <a:effectLst/>
              </p:spPr>
            </p:sp>
            <p:sp>
              <p:nvSpPr>
                <p:cNvPr id="58019" name=""/>
                <p:cNvSpPr/>
                <p:nvPr/>
              </p:nvSpPr>
              <p:spPr>
                <a:xfrm>
                  <a:off x="4933" y="1040"/>
                  <a:ext cx="81" cy="55"/>
                </a:xfrm>
                <a:prstGeom prst="roundRect">
                  <a:avLst>
                    <a:gd name="adj" fmla="val 12296"/>
                  </a:avLst>
                </a:prstGeom>
                <a:solidFill>
                  <a:srgbClr val="037C03"/>
                </a:solidFill>
                <a:ln>
                  <a:noFill/>
                  <a:miter lim="800000"/>
                </a:ln>
                <a:effectLst/>
              </p:spPr>
            </p:sp>
            <p:grpSp>
              <p:nvGrpSpPr>
                <p:cNvPr id="58020" name=""/>
                <p:cNvGrpSpPr/>
                <p:nvPr/>
              </p:nvGrpSpPr>
              <p:grpSpPr>
                <a:xfrm>
                  <a:off x="4944" y="1049"/>
                  <a:ext cx="34" cy="41"/>
                  <a:chOff x="4944" y="1049"/>
                  <a:chExt cx="34" cy="41"/>
                </a:xfrm>
              </p:grpSpPr>
              <p:cxnSp>
                <p:nvCxnSpPr>
                  <p:cNvPr id="58021" name=""/>
                  <p:cNvCxnSpPr/>
                  <p:nvPr/>
                </p:nvCxnSpPr>
                <p:spPr>
                  <a:xfrm>
                    <a:off x="4944" y="1053"/>
                    <a:ext cx="15" cy="30"/>
                  </a:xfrm>
                  <a:prstGeom prst="line">
                    <a:avLst/>
                  </a:prstGeom>
                  <a:noFill/>
                  <a:ln w="12700">
                    <a:solidFill>
                      <a:srgbClr val="FE9B03"/>
                    </a:solidFill>
                    <a:miter lim="800000"/>
                  </a:ln>
                  <a:effectLst/>
                </p:spPr>
              </p:cxnSp>
              <p:cxnSp>
                <p:nvCxnSpPr>
                  <p:cNvPr id="58022" name=""/>
                  <p:cNvCxnSpPr/>
                  <p:nvPr/>
                </p:nvCxnSpPr>
                <p:spPr>
                  <a:xfrm>
                    <a:off x="4951" y="1049"/>
                    <a:ext cx="27" cy="41"/>
                  </a:xfrm>
                  <a:prstGeom prst="line">
                    <a:avLst/>
                  </a:prstGeom>
                  <a:noFill/>
                  <a:ln w="12700">
                    <a:solidFill>
                      <a:srgbClr val="FE9B03"/>
                    </a:solidFill>
                    <a:miter lim="800000"/>
                  </a:ln>
                  <a:effectLst/>
                </p:spPr>
              </p:cxnSp>
            </p:grpSp>
            <p:sp>
              <p:nvSpPr>
                <p:cNvPr id="58023" name=""/>
                <p:cNvSpPr/>
                <p:nvPr/>
              </p:nvSpPr>
              <p:spPr>
                <a:xfrm>
                  <a:off x="4914" y="1165"/>
                  <a:ext cx="29" cy="17"/>
                </a:xfrm>
                <a:custGeom>
                  <a:pathLst>
                    <a:path w="29" h="17">
                      <a:moveTo>
                        <a:pt x="0" y="0"/>
                      </a:moveTo>
                      <a:lnTo>
                        <a:pt x="28" y="0"/>
                      </a:lnTo>
                      <a:lnTo>
                        <a:pt x="27" y="16"/>
                      </a:lnTo>
                      <a:lnTo>
                        <a:pt x="0" y="16"/>
                      </a:lnTo>
                      <a:lnTo>
                        <a:pt x="0" y="0"/>
                      </a:lnTo>
                    </a:path>
                  </a:pathLst>
                </a:custGeom>
                <a:solidFill>
                  <a:srgbClr val="DADADA"/>
                </a:solidFill>
                <a:ln cap="rnd">
                  <a:noFill/>
                  <a:round/>
                </a:ln>
                <a:effectLst>
                  <a:outerShdw algn="ctr">
                    <a:schemeClr val="tx1"/>
                  </a:outerShdw>
                </a:effectLst>
              </p:spPr>
            </p:sp>
            <p:sp>
              <p:nvSpPr>
                <p:cNvPr id="58024" name=""/>
                <p:cNvSpPr/>
                <p:nvPr/>
              </p:nvSpPr>
              <p:spPr>
                <a:xfrm>
                  <a:off x="4978" y="1165"/>
                  <a:ext cx="24" cy="17"/>
                </a:xfrm>
                <a:custGeom>
                  <a:pathLst>
                    <a:path w="24" h="17">
                      <a:moveTo>
                        <a:pt x="0" y="0"/>
                      </a:moveTo>
                      <a:lnTo>
                        <a:pt x="23" y="0"/>
                      </a:lnTo>
                      <a:lnTo>
                        <a:pt x="23" y="16"/>
                      </a:lnTo>
                      <a:lnTo>
                        <a:pt x="0" y="16"/>
                      </a:lnTo>
                      <a:lnTo>
                        <a:pt x="0" y="0"/>
                      </a:lnTo>
                    </a:path>
                  </a:pathLst>
                </a:custGeom>
                <a:solidFill>
                  <a:srgbClr val="DADADA"/>
                </a:solidFill>
                <a:ln cap="rnd">
                  <a:noFill/>
                  <a:round/>
                </a:ln>
                <a:effectLst>
                  <a:outerShdw algn="ctr">
                    <a:schemeClr val="tx1"/>
                  </a:outerShdw>
                </a:effectLst>
              </p:spPr>
            </p:sp>
            <p:cxnSp>
              <p:nvCxnSpPr>
                <p:cNvPr id="58025" name=""/>
                <p:cNvCxnSpPr/>
                <p:nvPr/>
              </p:nvCxnSpPr>
              <p:spPr>
                <a:xfrm>
                  <a:off x="4906" y="1171"/>
                  <a:ext cx="81" cy="0"/>
                </a:xfrm>
                <a:prstGeom prst="line">
                  <a:avLst/>
                </a:prstGeom>
                <a:noFill/>
                <a:ln w="12700">
                  <a:solidFill>
                    <a:srgbClr val="DADADA"/>
                  </a:solidFill>
                  <a:miter lim="800000"/>
                </a:ln>
                <a:effectLst>
                  <a:outerShdw algn="ctr">
                    <a:schemeClr val="tx1"/>
                  </a:outerShdw>
                </a:effectLst>
              </p:spPr>
            </p:cxnSp>
            <p:cxnSp>
              <p:nvCxnSpPr>
                <p:cNvPr id="58026" name=""/>
                <p:cNvCxnSpPr/>
                <p:nvPr/>
              </p:nvCxnSpPr>
              <p:spPr>
                <a:xfrm>
                  <a:off x="4909" y="1174"/>
                  <a:ext cx="83" cy="0"/>
                </a:xfrm>
                <a:prstGeom prst="line">
                  <a:avLst/>
                </a:prstGeom>
                <a:noFill/>
                <a:ln w="12700">
                  <a:solidFill>
                    <a:srgbClr val="DADADA"/>
                  </a:solidFill>
                  <a:miter lim="800000"/>
                </a:ln>
                <a:effectLst>
                  <a:outerShdw algn="ctr">
                    <a:schemeClr val="tx1"/>
                  </a:outerShdw>
                </a:effectLst>
              </p:spPr>
            </p:cxnSp>
            <p:cxnSp>
              <p:nvCxnSpPr>
                <p:cNvPr id="58027" name=""/>
                <p:cNvCxnSpPr/>
                <p:nvPr/>
              </p:nvCxnSpPr>
              <p:spPr>
                <a:xfrm>
                  <a:off x="4909" y="1177"/>
                  <a:ext cx="74" cy="0"/>
                </a:xfrm>
                <a:prstGeom prst="line">
                  <a:avLst/>
                </a:prstGeom>
                <a:noFill/>
                <a:ln w="12700">
                  <a:solidFill>
                    <a:srgbClr val="DADADA"/>
                  </a:solidFill>
                  <a:miter lim="800000"/>
                </a:ln>
                <a:effectLst>
                  <a:outerShdw algn="ctr">
                    <a:schemeClr val="tx1"/>
                  </a:outerShdw>
                </a:effectLst>
              </p:spPr>
            </p:cxnSp>
            <p:cxnSp>
              <p:nvCxnSpPr>
                <p:cNvPr id="58028" name=""/>
                <p:cNvCxnSpPr/>
                <p:nvPr/>
              </p:nvCxnSpPr>
              <p:spPr>
                <a:xfrm>
                  <a:off x="4895" y="1172"/>
                  <a:ext cx="7" cy="0"/>
                </a:xfrm>
                <a:prstGeom prst="line">
                  <a:avLst/>
                </a:prstGeom>
                <a:noFill/>
                <a:ln w="12700">
                  <a:solidFill>
                    <a:srgbClr val="DADADA"/>
                  </a:solidFill>
                  <a:miter lim="800000"/>
                </a:ln>
                <a:effectLst>
                  <a:outerShdw algn="ctr">
                    <a:schemeClr val="tx1"/>
                  </a:outerShdw>
                </a:effectLst>
              </p:spPr>
            </p:cxnSp>
            <p:cxnSp>
              <p:nvCxnSpPr>
                <p:cNvPr id="58029" name=""/>
                <p:cNvCxnSpPr/>
                <p:nvPr/>
              </p:nvCxnSpPr>
              <p:spPr>
                <a:xfrm>
                  <a:off x="4895" y="1175"/>
                  <a:ext cx="5" cy="0"/>
                </a:xfrm>
                <a:prstGeom prst="line">
                  <a:avLst/>
                </a:prstGeom>
                <a:noFill/>
                <a:ln w="12700">
                  <a:solidFill>
                    <a:srgbClr val="DADADA"/>
                  </a:solidFill>
                  <a:miter lim="800000"/>
                </a:ln>
                <a:effectLst>
                  <a:outerShdw algn="ctr">
                    <a:schemeClr val="tx1"/>
                  </a:outerShdw>
                </a:effectLst>
              </p:spPr>
            </p:cxnSp>
            <p:cxnSp>
              <p:nvCxnSpPr>
                <p:cNvPr id="58030" name=""/>
                <p:cNvCxnSpPr/>
                <p:nvPr/>
              </p:nvCxnSpPr>
              <p:spPr>
                <a:xfrm>
                  <a:off x="4924" y="1179"/>
                  <a:ext cx="49" cy="0"/>
                </a:xfrm>
                <a:prstGeom prst="line">
                  <a:avLst/>
                </a:prstGeom>
                <a:noFill/>
                <a:ln w="12700">
                  <a:solidFill>
                    <a:srgbClr val="DADADA"/>
                  </a:solidFill>
                  <a:miter lim="800000"/>
                </a:ln>
                <a:effectLst>
                  <a:outerShdw algn="ctr">
                    <a:schemeClr val="tx1"/>
                  </a:outerShdw>
                </a:effectLst>
              </p:spPr>
            </p:cxnSp>
            <p:cxnSp>
              <p:nvCxnSpPr>
                <p:cNvPr id="58031" name=""/>
                <p:cNvCxnSpPr/>
                <p:nvPr/>
              </p:nvCxnSpPr>
              <p:spPr>
                <a:xfrm>
                  <a:off x="4992" y="1171"/>
                  <a:ext cx="11" cy="0"/>
                </a:xfrm>
                <a:prstGeom prst="line">
                  <a:avLst/>
                </a:prstGeom>
                <a:noFill/>
                <a:ln w="12700">
                  <a:solidFill>
                    <a:srgbClr val="DADADA"/>
                  </a:solidFill>
                  <a:miter lim="800000"/>
                </a:ln>
                <a:effectLst>
                  <a:outerShdw algn="ctr">
                    <a:schemeClr val="tx1"/>
                  </a:outerShdw>
                </a:effectLst>
              </p:spPr>
            </p:cxnSp>
            <p:cxnSp>
              <p:nvCxnSpPr>
                <p:cNvPr id="58032" name=""/>
                <p:cNvCxnSpPr/>
                <p:nvPr/>
              </p:nvCxnSpPr>
              <p:spPr>
                <a:xfrm>
                  <a:off x="4995" y="1174"/>
                  <a:ext cx="8" cy="0"/>
                </a:xfrm>
                <a:prstGeom prst="line">
                  <a:avLst/>
                </a:prstGeom>
                <a:noFill/>
                <a:ln w="12700">
                  <a:solidFill>
                    <a:srgbClr val="DADADA"/>
                  </a:solidFill>
                  <a:miter lim="800000"/>
                </a:ln>
                <a:effectLst>
                  <a:outerShdw algn="ctr">
                    <a:schemeClr val="tx1"/>
                  </a:outerShdw>
                </a:effectLst>
              </p:spPr>
            </p:cxnSp>
            <p:cxnSp>
              <p:nvCxnSpPr>
                <p:cNvPr id="58033" name=""/>
                <p:cNvCxnSpPr/>
                <p:nvPr/>
              </p:nvCxnSpPr>
              <p:spPr>
                <a:xfrm>
                  <a:off x="4987" y="1177"/>
                  <a:ext cx="16" cy="0"/>
                </a:xfrm>
                <a:prstGeom prst="line">
                  <a:avLst/>
                </a:prstGeom>
                <a:noFill/>
                <a:ln w="12700">
                  <a:solidFill>
                    <a:srgbClr val="DADADA"/>
                  </a:solidFill>
                  <a:miter lim="800000"/>
                </a:ln>
                <a:effectLst>
                  <a:outerShdw algn="ctr">
                    <a:schemeClr val="tx1"/>
                  </a:outerShdw>
                </a:effectLst>
              </p:spPr>
            </p:cxnSp>
            <p:cxnSp>
              <p:nvCxnSpPr>
                <p:cNvPr id="58034" name=""/>
                <p:cNvCxnSpPr/>
                <p:nvPr/>
              </p:nvCxnSpPr>
              <p:spPr>
                <a:xfrm>
                  <a:off x="5043" y="1172"/>
                  <a:ext cx="20" cy="0"/>
                </a:xfrm>
                <a:prstGeom prst="line">
                  <a:avLst/>
                </a:prstGeom>
                <a:noFill/>
                <a:ln w="12700">
                  <a:solidFill>
                    <a:srgbClr val="DADADA"/>
                  </a:solidFill>
                  <a:miter lim="800000"/>
                </a:ln>
                <a:effectLst>
                  <a:outerShdw algn="ctr">
                    <a:schemeClr val="tx1"/>
                  </a:outerShdw>
                </a:effectLst>
              </p:spPr>
            </p:cxnSp>
            <p:cxnSp>
              <p:nvCxnSpPr>
                <p:cNvPr id="58035" name=""/>
                <p:cNvCxnSpPr/>
                <p:nvPr/>
              </p:nvCxnSpPr>
              <p:spPr>
                <a:xfrm>
                  <a:off x="5043" y="1177"/>
                  <a:ext cx="9" cy="0"/>
                </a:xfrm>
                <a:prstGeom prst="line">
                  <a:avLst/>
                </a:prstGeom>
                <a:noFill/>
                <a:ln w="12700">
                  <a:solidFill>
                    <a:srgbClr val="DADADA"/>
                  </a:solidFill>
                  <a:miter lim="800000"/>
                </a:ln>
                <a:effectLst>
                  <a:outerShdw algn="ctr">
                    <a:schemeClr val="tx1"/>
                  </a:outerShdw>
                </a:effectLst>
              </p:spPr>
            </p:cxnSp>
            <p:cxnSp>
              <p:nvCxnSpPr>
                <p:cNvPr id="58036" name=""/>
                <p:cNvCxnSpPr/>
                <p:nvPr/>
              </p:nvCxnSpPr>
              <p:spPr>
                <a:xfrm>
                  <a:off x="5043" y="1180"/>
                  <a:ext cx="16" cy="0"/>
                </a:xfrm>
                <a:prstGeom prst="line">
                  <a:avLst/>
                </a:prstGeom>
                <a:noFill/>
                <a:ln w="12700">
                  <a:solidFill>
                    <a:srgbClr val="DADADA"/>
                  </a:solidFill>
                  <a:miter lim="800000"/>
                </a:ln>
                <a:effectLst>
                  <a:outerShdw algn="ctr">
                    <a:schemeClr val="tx1"/>
                  </a:outerShdw>
                </a:effectLst>
              </p:spPr>
            </p:cxnSp>
            <p:cxnSp>
              <p:nvCxnSpPr>
                <p:cNvPr id="58037" name=""/>
                <p:cNvCxnSpPr/>
                <p:nvPr/>
              </p:nvCxnSpPr>
              <p:spPr>
                <a:xfrm>
                  <a:off x="5059" y="1175"/>
                  <a:ext cx="7" cy="0"/>
                </a:xfrm>
                <a:prstGeom prst="line">
                  <a:avLst/>
                </a:prstGeom>
                <a:noFill/>
                <a:ln w="12700">
                  <a:solidFill>
                    <a:srgbClr val="DADADA"/>
                  </a:solidFill>
                  <a:miter lim="800000"/>
                </a:ln>
                <a:effectLst>
                  <a:outerShdw algn="ctr">
                    <a:schemeClr val="tx1"/>
                  </a:outerShdw>
                </a:effectLst>
              </p:spPr>
            </p:cxnSp>
            <p:cxnSp>
              <p:nvCxnSpPr>
                <p:cNvPr id="58038" name=""/>
                <p:cNvCxnSpPr/>
                <p:nvPr/>
              </p:nvCxnSpPr>
              <p:spPr>
                <a:xfrm>
                  <a:off x="5060" y="1179"/>
                  <a:ext cx="7" cy="0"/>
                </a:xfrm>
                <a:prstGeom prst="line">
                  <a:avLst/>
                </a:prstGeom>
                <a:noFill/>
                <a:ln w="12700">
                  <a:solidFill>
                    <a:srgbClr val="DADADA"/>
                  </a:solidFill>
                  <a:miter lim="800000"/>
                </a:ln>
                <a:effectLst>
                  <a:outerShdw algn="ctr">
                    <a:schemeClr val="tx1"/>
                  </a:outerShdw>
                </a:effectLst>
              </p:spPr>
            </p:cxnSp>
            <p:sp>
              <p:nvSpPr>
                <p:cNvPr id="58039" name=""/>
                <p:cNvSpPr/>
                <p:nvPr/>
              </p:nvSpPr>
              <p:spPr>
                <a:xfrm>
                  <a:off x="4898" y="1165"/>
                  <a:ext cx="17" cy="17"/>
                </a:xfrm>
                <a:custGeom>
                  <a:pathLst>
                    <a:path w="17" h="17">
                      <a:moveTo>
                        <a:pt x="4" y="0"/>
                      </a:moveTo>
                      <a:lnTo>
                        <a:pt x="16" y="0"/>
                      </a:lnTo>
                      <a:lnTo>
                        <a:pt x="12" y="16"/>
                      </a:lnTo>
                      <a:lnTo>
                        <a:pt x="0" y="16"/>
                      </a:lnTo>
                      <a:lnTo>
                        <a:pt x="4" y="0"/>
                      </a:lnTo>
                    </a:path>
                  </a:pathLst>
                </a:custGeom>
                <a:solidFill>
                  <a:srgbClr val="919191"/>
                </a:solidFill>
                <a:ln w="12700" cap="rnd" cmpd="sng">
                  <a:solidFill>
                    <a:srgbClr val="919191"/>
                  </a:solidFill>
                  <a:prstDash val="solid"/>
                  <a:round/>
                </a:ln>
                <a:effectLst>
                  <a:outerShdw algn="ctr">
                    <a:schemeClr val="tx1"/>
                  </a:outerShdw>
                </a:effectLst>
              </p:spPr>
            </p:sp>
            <p:sp>
              <p:nvSpPr>
                <p:cNvPr id="58040" name=""/>
                <p:cNvSpPr/>
                <p:nvPr/>
              </p:nvSpPr>
              <p:spPr>
                <a:xfrm>
                  <a:off x="4947" y="1165"/>
                  <a:ext cx="27" cy="17"/>
                </a:xfrm>
                <a:custGeom>
                  <a:pathLst>
                    <a:path w="27" h="17">
                      <a:moveTo>
                        <a:pt x="0" y="0"/>
                      </a:moveTo>
                      <a:lnTo>
                        <a:pt x="26" y="0"/>
                      </a:lnTo>
                      <a:lnTo>
                        <a:pt x="26"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sp>
              <p:nvSpPr>
                <p:cNvPr id="58041" name=""/>
                <p:cNvSpPr/>
                <p:nvPr/>
              </p:nvSpPr>
              <p:spPr>
                <a:xfrm>
                  <a:off x="5006" y="1165"/>
                  <a:ext cx="25" cy="17"/>
                </a:xfrm>
                <a:custGeom>
                  <a:pathLst>
                    <a:path w="25" h="17">
                      <a:moveTo>
                        <a:pt x="0" y="0"/>
                      </a:moveTo>
                      <a:lnTo>
                        <a:pt x="23" y="0"/>
                      </a:lnTo>
                      <a:lnTo>
                        <a:pt x="24" y="16"/>
                      </a:lnTo>
                      <a:lnTo>
                        <a:pt x="0" y="16"/>
                      </a:lnTo>
                      <a:lnTo>
                        <a:pt x="0" y="0"/>
                      </a:lnTo>
                    </a:path>
                  </a:pathLst>
                </a:custGeom>
                <a:solidFill>
                  <a:srgbClr val="919191"/>
                </a:solidFill>
                <a:ln w="12700" cap="rnd" cmpd="sng">
                  <a:solidFill>
                    <a:srgbClr val="919191"/>
                  </a:solidFill>
                  <a:prstDash val="solid"/>
                  <a:round/>
                </a:ln>
                <a:effectLst>
                  <a:outerShdw algn="ctr">
                    <a:schemeClr val="tx1"/>
                  </a:outerShdw>
                </a:effectLst>
              </p:spPr>
            </p:sp>
            <p:cxnSp>
              <p:nvCxnSpPr>
                <p:cNvPr id="58042" name=""/>
                <p:cNvCxnSpPr/>
                <p:nvPr/>
              </p:nvCxnSpPr>
              <p:spPr>
                <a:xfrm>
                  <a:off x="4911" y="1179"/>
                  <a:ext cx="13" cy="0"/>
                </a:xfrm>
                <a:prstGeom prst="line">
                  <a:avLst/>
                </a:prstGeom>
                <a:noFill/>
                <a:ln w="12700">
                  <a:solidFill>
                    <a:srgbClr val="919191"/>
                  </a:solidFill>
                  <a:miter lim="800000"/>
                </a:ln>
                <a:effectLst>
                  <a:outerShdw algn="ctr">
                    <a:schemeClr val="tx1"/>
                  </a:outerShdw>
                </a:effectLst>
              </p:spPr>
            </p:cxnSp>
            <p:cxnSp>
              <p:nvCxnSpPr>
                <p:cNvPr id="58043" name=""/>
                <p:cNvCxnSpPr/>
                <p:nvPr/>
              </p:nvCxnSpPr>
              <p:spPr>
                <a:xfrm>
                  <a:off x="4891" y="1179"/>
                  <a:ext cx="15" cy="0"/>
                </a:xfrm>
                <a:prstGeom prst="line">
                  <a:avLst/>
                </a:prstGeom>
                <a:noFill/>
                <a:ln w="12700">
                  <a:solidFill>
                    <a:srgbClr val="919191"/>
                  </a:solidFill>
                  <a:miter lim="800000"/>
                </a:ln>
                <a:effectLst>
                  <a:outerShdw algn="ctr">
                    <a:schemeClr val="tx1"/>
                  </a:outerShdw>
                </a:effectLst>
              </p:spPr>
            </p:cxnSp>
            <p:cxnSp>
              <p:nvCxnSpPr>
                <p:cNvPr id="58044" name=""/>
                <p:cNvCxnSpPr/>
                <p:nvPr/>
              </p:nvCxnSpPr>
              <p:spPr>
                <a:xfrm>
                  <a:off x="4974" y="1179"/>
                  <a:ext cx="10" cy="0"/>
                </a:xfrm>
                <a:prstGeom prst="line">
                  <a:avLst/>
                </a:prstGeom>
                <a:noFill/>
                <a:ln w="12700">
                  <a:solidFill>
                    <a:srgbClr val="919191"/>
                  </a:solidFill>
                  <a:miter lim="800000"/>
                </a:ln>
                <a:effectLst>
                  <a:outerShdw algn="ctr">
                    <a:schemeClr val="tx1"/>
                  </a:outerShdw>
                </a:effectLst>
              </p:spPr>
            </p:cxnSp>
            <p:cxnSp>
              <p:nvCxnSpPr>
                <p:cNvPr id="58045" name=""/>
                <p:cNvCxnSpPr/>
                <p:nvPr/>
              </p:nvCxnSpPr>
              <p:spPr>
                <a:xfrm>
                  <a:off x="4986" y="1180"/>
                  <a:ext cx="17" cy="0"/>
                </a:xfrm>
                <a:prstGeom prst="line">
                  <a:avLst/>
                </a:prstGeom>
                <a:noFill/>
                <a:ln w="12700">
                  <a:solidFill>
                    <a:srgbClr val="919191"/>
                  </a:solidFill>
                  <a:miter lim="800000"/>
                </a:ln>
                <a:effectLst>
                  <a:outerShdw algn="ctr">
                    <a:schemeClr val="tx1"/>
                  </a:outerShdw>
                </a:effectLst>
              </p:spPr>
            </p:cxnSp>
            <p:grpSp>
              <p:nvGrpSpPr>
                <p:cNvPr id="58046" name=""/>
                <p:cNvGrpSpPr/>
                <p:nvPr/>
              </p:nvGrpSpPr>
              <p:grpSpPr>
                <a:xfrm>
                  <a:off x="5006" y="1172"/>
                  <a:ext cx="27" cy="8"/>
                  <a:chOff x="5006" y="1172"/>
                  <a:chExt cx="27" cy="8"/>
                </a:xfrm>
              </p:grpSpPr>
              <p:cxnSp>
                <p:nvCxnSpPr>
                  <p:cNvPr id="58047" name=""/>
                  <p:cNvCxnSpPr/>
                  <p:nvPr/>
                </p:nvCxnSpPr>
                <p:spPr>
                  <a:xfrm>
                    <a:off x="5006" y="1172"/>
                    <a:ext cx="27" cy="0"/>
                  </a:xfrm>
                  <a:prstGeom prst="line">
                    <a:avLst/>
                  </a:prstGeom>
                  <a:noFill/>
                  <a:ln w="12700">
                    <a:solidFill>
                      <a:srgbClr val="919191"/>
                    </a:solidFill>
                    <a:miter lim="800000"/>
                  </a:ln>
                  <a:effectLst>
                    <a:outerShdw algn="ctr">
                      <a:schemeClr val="tx1"/>
                    </a:outerShdw>
                  </a:effectLst>
                </p:spPr>
              </p:cxnSp>
              <p:cxnSp>
                <p:nvCxnSpPr>
                  <p:cNvPr id="58048" name=""/>
                  <p:cNvCxnSpPr/>
                  <p:nvPr/>
                </p:nvCxnSpPr>
                <p:spPr>
                  <a:xfrm>
                    <a:off x="5010" y="1175"/>
                    <a:ext cx="23" cy="0"/>
                  </a:xfrm>
                  <a:prstGeom prst="line">
                    <a:avLst/>
                  </a:prstGeom>
                  <a:noFill/>
                  <a:ln w="12700">
                    <a:solidFill>
                      <a:srgbClr val="919191"/>
                    </a:solidFill>
                    <a:miter lim="800000"/>
                  </a:ln>
                  <a:effectLst>
                    <a:outerShdw algn="ctr">
                      <a:schemeClr val="tx1"/>
                    </a:outerShdw>
                  </a:effectLst>
                </p:spPr>
              </p:cxnSp>
              <p:cxnSp>
                <p:nvCxnSpPr>
                  <p:cNvPr id="58049" name=""/>
                  <p:cNvCxnSpPr/>
                  <p:nvPr/>
                </p:nvCxnSpPr>
                <p:spPr>
                  <a:xfrm>
                    <a:off x="5010" y="1180"/>
                    <a:ext cx="23" cy="0"/>
                  </a:xfrm>
                  <a:prstGeom prst="line">
                    <a:avLst/>
                  </a:prstGeom>
                  <a:noFill/>
                  <a:ln w="12700">
                    <a:solidFill>
                      <a:srgbClr val="919191"/>
                    </a:solidFill>
                    <a:miter lim="800000"/>
                  </a:ln>
                  <a:effectLst>
                    <a:outerShdw algn="ctr">
                      <a:schemeClr val="tx1"/>
                    </a:outerShdw>
                  </a:effectLst>
                </p:spPr>
              </p:cxnSp>
            </p:grpSp>
            <p:cxnSp>
              <p:nvCxnSpPr>
                <p:cNvPr id="58050" name=""/>
                <p:cNvCxnSpPr/>
                <p:nvPr/>
              </p:nvCxnSpPr>
              <p:spPr>
                <a:xfrm>
                  <a:off x="5043" y="1169"/>
                  <a:ext cx="20" cy="0"/>
                </a:xfrm>
                <a:prstGeom prst="line">
                  <a:avLst/>
                </a:prstGeom>
                <a:noFill/>
                <a:ln w="12700">
                  <a:solidFill>
                    <a:srgbClr val="919191"/>
                  </a:solidFill>
                  <a:miter lim="800000"/>
                </a:ln>
                <a:effectLst>
                  <a:outerShdw algn="ctr">
                    <a:schemeClr val="tx1"/>
                  </a:outerShdw>
                </a:effectLst>
              </p:spPr>
            </p:cxnSp>
            <p:sp>
              <p:nvSpPr>
                <p:cNvPr id="58051" name=""/>
                <p:cNvSpPr/>
                <p:nvPr/>
              </p:nvSpPr>
              <p:spPr>
                <a:xfrm>
                  <a:off x="5053" y="1137"/>
                  <a:ext cx="8" cy="8"/>
                </a:xfrm>
                <a:prstGeom prst="rect">
                  <a:avLst/>
                </a:prstGeom>
                <a:solidFill>
                  <a:srgbClr val="000000"/>
                </a:solidFill>
                <a:ln w="12700">
                  <a:solidFill>
                    <a:prstClr val="black"/>
                  </a:solidFill>
                  <a:miter lim="800000"/>
                </a:ln>
                <a:effectLst/>
              </p:spPr>
            </p:sp>
            <p:sp>
              <p:nvSpPr>
                <p:cNvPr id="58052" name=""/>
                <p:cNvSpPr/>
                <p:nvPr/>
              </p:nvSpPr>
              <p:spPr>
                <a:xfrm>
                  <a:off x="4944" y="1138"/>
                  <a:ext cx="101" cy="18"/>
                </a:xfrm>
                <a:prstGeom prst="rect">
                  <a:avLst/>
                </a:prstGeom>
                <a:solidFill>
                  <a:srgbClr val="C0C0C0"/>
                </a:solidFill>
                <a:ln w="12700">
                  <a:solidFill>
                    <a:srgbClr val="CECECE"/>
                  </a:solidFill>
                  <a:miter lim="800000"/>
                </a:ln>
                <a:effectLst>
                  <a:outerShdw algn="ctr">
                    <a:srgbClr val="000000"/>
                  </a:outerShdw>
                </a:effectLst>
              </p:spPr>
            </p:sp>
            <p:grpSp>
              <p:nvGrpSpPr>
                <p:cNvPr id="58053" name=""/>
                <p:cNvGrpSpPr/>
                <p:nvPr/>
              </p:nvGrpSpPr>
              <p:grpSpPr>
                <a:xfrm>
                  <a:off x="5047" y="1147"/>
                  <a:ext cx="8" cy="14"/>
                  <a:chOff x="5047" y="1147"/>
                  <a:chExt cx="8" cy="14"/>
                </a:xfrm>
              </p:grpSpPr>
              <p:sp>
                <p:nvSpPr>
                  <p:cNvPr id="58054" name=""/>
                  <p:cNvSpPr/>
                  <p:nvPr/>
                </p:nvSpPr>
                <p:spPr>
                  <a:xfrm>
                    <a:off x="5047" y="1147"/>
                    <a:ext cx="8" cy="8"/>
                  </a:xfrm>
                  <a:prstGeom prst="rect">
                    <a:avLst/>
                  </a:prstGeom>
                  <a:solidFill>
                    <a:srgbClr val="000000"/>
                  </a:solidFill>
                  <a:ln w="12700">
                    <a:solidFill>
                      <a:prstClr val="black"/>
                    </a:solidFill>
                    <a:miter lim="800000"/>
                  </a:ln>
                  <a:effectLst/>
                </p:spPr>
              </p:sp>
              <p:sp>
                <p:nvSpPr>
                  <p:cNvPr id="58055" name=""/>
                  <p:cNvSpPr/>
                  <p:nvPr/>
                </p:nvSpPr>
                <p:spPr>
                  <a:xfrm>
                    <a:off x="5047" y="1153"/>
                    <a:ext cx="8" cy="8"/>
                  </a:xfrm>
                  <a:prstGeom prst="rect">
                    <a:avLst/>
                  </a:prstGeom>
                  <a:solidFill>
                    <a:srgbClr val="000000"/>
                  </a:solidFill>
                  <a:ln w="12700">
                    <a:solidFill>
                      <a:prstClr val="black"/>
                    </a:solidFill>
                    <a:miter lim="800000"/>
                  </a:ln>
                  <a:effectLst/>
                </p:spPr>
              </p:sp>
            </p:grpSp>
            <p:sp>
              <p:nvSpPr>
                <p:cNvPr id="58056" name=""/>
                <p:cNvSpPr/>
                <p:nvPr/>
              </p:nvSpPr>
              <p:spPr>
                <a:xfrm>
                  <a:off x="4988" y="1138"/>
                  <a:ext cx="8" cy="8"/>
                </a:xfrm>
                <a:prstGeom prst="rect">
                  <a:avLst/>
                </a:prstGeom>
                <a:solidFill>
                  <a:srgbClr val="000000"/>
                </a:solidFill>
                <a:ln w="12700">
                  <a:solidFill>
                    <a:prstClr val="black"/>
                  </a:solidFill>
                  <a:miter lim="800000"/>
                </a:ln>
                <a:effectLst/>
              </p:spPr>
            </p:sp>
            <p:sp>
              <p:nvSpPr>
                <p:cNvPr id="58057" name=""/>
                <p:cNvSpPr/>
                <p:nvPr/>
              </p:nvSpPr>
              <p:spPr>
                <a:xfrm>
                  <a:off x="4988" y="1139"/>
                  <a:ext cx="8" cy="8"/>
                </a:xfrm>
                <a:prstGeom prst="rect">
                  <a:avLst/>
                </a:prstGeom>
                <a:solidFill>
                  <a:srgbClr val="000000"/>
                </a:solidFill>
                <a:ln w="12700">
                  <a:solidFill>
                    <a:prstClr val="black"/>
                  </a:solidFill>
                  <a:miter lim="800000"/>
                </a:ln>
                <a:effectLst/>
              </p:spPr>
            </p:sp>
            <p:sp>
              <p:nvSpPr>
                <p:cNvPr id="58058" name=""/>
                <p:cNvSpPr/>
                <p:nvPr/>
              </p:nvSpPr>
              <p:spPr>
                <a:xfrm>
                  <a:off x="4977" y="1139"/>
                  <a:ext cx="27" cy="8"/>
                </a:xfrm>
                <a:prstGeom prst="rect">
                  <a:avLst/>
                </a:prstGeom>
                <a:solidFill>
                  <a:srgbClr val="000000"/>
                </a:solidFill>
                <a:ln w="12700">
                  <a:solidFill>
                    <a:prstClr val="black"/>
                  </a:solidFill>
                  <a:miter lim="800000"/>
                </a:ln>
                <a:effectLst/>
              </p:spPr>
            </p:sp>
            <p:sp>
              <p:nvSpPr>
                <p:cNvPr id="58059" name=""/>
                <p:cNvSpPr/>
                <p:nvPr/>
              </p:nvSpPr>
              <p:spPr>
                <a:xfrm>
                  <a:off x="4982" y="1145"/>
                  <a:ext cx="8" cy="8"/>
                </a:xfrm>
                <a:prstGeom prst="rect">
                  <a:avLst/>
                </a:prstGeom>
                <a:solidFill>
                  <a:srgbClr val="000000"/>
                </a:solidFill>
                <a:ln w="12700">
                  <a:solidFill>
                    <a:prstClr val="black"/>
                  </a:solidFill>
                  <a:miter lim="800000"/>
                </a:ln>
                <a:effectLst/>
              </p:spPr>
            </p:sp>
            <p:sp>
              <p:nvSpPr>
                <p:cNvPr id="58060" name=""/>
                <p:cNvSpPr/>
                <p:nvPr/>
              </p:nvSpPr>
              <p:spPr>
                <a:xfrm>
                  <a:off x="5005" y="1145"/>
                  <a:ext cx="8" cy="8"/>
                </a:xfrm>
                <a:prstGeom prst="rect">
                  <a:avLst/>
                </a:prstGeom>
                <a:solidFill>
                  <a:srgbClr val="000000"/>
                </a:solidFill>
                <a:ln w="12700">
                  <a:solidFill>
                    <a:prstClr val="black"/>
                  </a:solidFill>
                  <a:miter lim="800000"/>
                </a:ln>
                <a:effectLst/>
              </p:spPr>
            </p:sp>
            <p:sp>
              <p:nvSpPr>
                <p:cNvPr id="58061" name=""/>
                <p:cNvSpPr/>
                <p:nvPr/>
              </p:nvSpPr>
              <p:spPr>
                <a:xfrm>
                  <a:off x="5047" y="1138"/>
                  <a:ext cx="8" cy="8"/>
                </a:xfrm>
                <a:prstGeom prst="rect">
                  <a:avLst/>
                </a:prstGeom>
                <a:solidFill>
                  <a:srgbClr val="000000"/>
                </a:solidFill>
                <a:ln w="12700">
                  <a:solidFill>
                    <a:prstClr val="black"/>
                  </a:solidFill>
                  <a:miter lim="800000"/>
                </a:ln>
                <a:effectLst/>
              </p:spPr>
            </p:sp>
            <p:cxnSp>
              <p:nvCxnSpPr>
                <p:cNvPr id="58062" name=""/>
                <p:cNvCxnSpPr/>
                <p:nvPr/>
              </p:nvCxnSpPr>
              <p:spPr>
                <a:xfrm flipH="1">
                  <a:off x="4962" y="1135"/>
                  <a:ext cx="0" cy="25"/>
                </a:xfrm>
                <a:prstGeom prst="line">
                  <a:avLst/>
                </a:prstGeom>
                <a:noFill/>
                <a:ln w="12700">
                  <a:solidFill>
                    <a:srgbClr val="474747"/>
                  </a:solidFill>
                  <a:miter lim="800000"/>
                </a:ln>
                <a:effectLst/>
              </p:spPr>
            </p:cxnSp>
            <p:cxnSp>
              <p:nvCxnSpPr>
                <p:cNvPr id="58063" name=""/>
                <p:cNvCxnSpPr/>
                <p:nvPr/>
              </p:nvCxnSpPr>
              <p:spPr>
                <a:xfrm flipH="1">
                  <a:off x="5008" y="1135"/>
                  <a:ext cx="0" cy="25"/>
                </a:xfrm>
                <a:prstGeom prst="line">
                  <a:avLst/>
                </a:prstGeom>
                <a:noFill/>
                <a:ln w="12700">
                  <a:solidFill>
                    <a:srgbClr val="474747"/>
                  </a:solidFill>
                  <a:miter lim="800000"/>
                </a:ln>
                <a:effectLst/>
              </p:spPr>
            </p:cxnSp>
            <p:cxnSp>
              <p:nvCxnSpPr>
                <p:cNvPr id="58064" name=""/>
                <p:cNvCxnSpPr/>
                <p:nvPr/>
              </p:nvCxnSpPr>
              <p:spPr>
                <a:xfrm flipH="1">
                  <a:off x="4898" y="1135"/>
                  <a:ext cx="42" cy="0"/>
                </a:xfrm>
                <a:prstGeom prst="line">
                  <a:avLst/>
                </a:prstGeom>
                <a:noFill/>
                <a:ln w="12700">
                  <a:solidFill>
                    <a:srgbClr val="474747"/>
                  </a:solidFill>
                  <a:miter lim="800000"/>
                </a:ln>
                <a:effectLst/>
              </p:spPr>
            </p:cxnSp>
            <p:cxnSp>
              <p:nvCxnSpPr>
                <p:cNvPr id="58065" name=""/>
                <p:cNvCxnSpPr/>
                <p:nvPr/>
              </p:nvCxnSpPr>
              <p:spPr>
                <a:xfrm flipH="1">
                  <a:off x="4902" y="1135"/>
                  <a:ext cx="42" cy="0"/>
                </a:xfrm>
                <a:prstGeom prst="line">
                  <a:avLst/>
                </a:prstGeom>
                <a:noFill/>
                <a:ln w="12700">
                  <a:solidFill>
                    <a:srgbClr val="474747"/>
                  </a:solidFill>
                  <a:miter lim="800000"/>
                </a:ln>
                <a:effectLst/>
              </p:spPr>
            </p:cxnSp>
            <p:cxnSp>
              <p:nvCxnSpPr>
                <p:cNvPr id="58066" name=""/>
                <p:cNvCxnSpPr/>
                <p:nvPr/>
              </p:nvCxnSpPr>
              <p:spPr>
                <a:xfrm flipH="1">
                  <a:off x="4902" y="1142"/>
                  <a:ext cx="42" cy="0"/>
                </a:xfrm>
                <a:prstGeom prst="line">
                  <a:avLst/>
                </a:prstGeom>
                <a:noFill/>
                <a:ln w="12700">
                  <a:solidFill>
                    <a:srgbClr val="474747"/>
                  </a:solidFill>
                  <a:miter lim="800000"/>
                </a:ln>
                <a:effectLst/>
              </p:spPr>
            </p:cxnSp>
            <p:cxnSp>
              <p:nvCxnSpPr>
                <p:cNvPr id="58067" name=""/>
                <p:cNvCxnSpPr/>
                <p:nvPr/>
              </p:nvCxnSpPr>
              <p:spPr>
                <a:xfrm flipH="1">
                  <a:off x="4902" y="1146"/>
                  <a:ext cx="42" cy="0"/>
                </a:xfrm>
                <a:prstGeom prst="line">
                  <a:avLst/>
                </a:prstGeom>
                <a:noFill/>
                <a:ln w="12700">
                  <a:solidFill>
                    <a:srgbClr val="474747"/>
                  </a:solidFill>
                  <a:miter lim="800000"/>
                </a:ln>
                <a:effectLst/>
              </p:spPr>
            </p:cxnSp>
            <p:cxnSp>
              <p:nvCxnSpPr>
                <p:cNvPr id="58068" name=""/>
                <p:cNvCxnSpPr/>
                <p:nvPr/>
              </p:nvCxnSpPr>
              <p:spPr>
                <a:xfrm flipH="1">
                  <a:off x="4902" y="1153"/>
                  <a:ext cx="42" cy="0"/>
                </a:xfrm>
                <a:prstGeom prst="line">
                  <a:avLst/>
                </a:prstGeom>
                <a:noFill/>
                <a:ln w="12700">
                  <a:solidFill>
                    <a:srgbClr val="474747"/>
                  </a:solidFill>
                  <a:miter lim="800000"/>
                </a:ln>
                <a:effectLst/>
              </p:spPr>
            </p:cxnSp>
            <p:cxnSp>
              <p:nvCxnSpPr>
                <p:cNvPr id="58069" name=""/>
                <p:cNvCxnSpPr/>
                <p:nvPr/>
              </p:nvCxnSpPr>
              <p:spPr>
                <a:xfrm flipH="1">
                  <a:off x="4902" y="1156"/>
                  <a:ext cx="42" cy="0"/>
                </a:xfrm>
                <a:prstGeom prst="line">
                  <a:avLst/>
                </a:prstGeom>
                <a:noFill/>
                <a:ln w="12700">
                  <a:solidFill>
                    <a:srgbClr val="474747"/>
                  </a:solidFill>
                  <a:miter lim="800000"/>
                </a:ln>
                <a:effectLst/>
              </p:spPr>
            </p:cxnSp>
            <p:cxnSp>
              <p:nvCxnSpPr>
                <p:cNvPr id="58070" name=""/>
                <p:cNvCxnSpPr/>
                <p:nvPr/>
              </p:nvCxnSpPr>
              <p:spPr>
                <a:xfrm>
                  <a:off x="4902" y="1162"/>
                  <a:ext cx="157" cy="0"/>
                </a:xfrm>
                <a:prstGeom prst="line">
                  <a:avLst/>
                </a:prstGeom>
                <a:noFill/>
                <a:ln w="12700">
                  <a:solidFill>
                    <a:srgbClr val="474747"/>
                  </a:solidFill>
                  <a:miter lim="800000"/>
                </a:ln>
                <a:effectLst/>
              </p:spPr>
            </p:cxnSp>
            <p:cxnSp>
              <p:nvCxnSpPr>
                <p:cNvPr id="58071" name=""/>
                <p:cNvCxnSpPr/>
                <p:nvPr/>
              </p:nvCxnSpPr>
              <p:spPr>
                <a:xfrm>
                  <a:off x="4944" y="1144"/>
                  <a:ext cx="106" cy="0"/>
                </a:xfrm>
                <a:prstGeom prst="line">
                  <a:avLst/>
                </a:prstGeom>
                <a:noFill/>
                <a:ln w="12700">
                  <a:solidFill>
                    <a:srgbClr val="474747"/>
                  </a:solidFill>
                  <a:miter lim="800000"/>
                </a:ln>
                <a:effectLst/>
              </p:spPr>
            </p:cxnSp>
            <p:sp>
              <p:nvSpPr>
                <p:cNvPr id="58072" name=""/>
                <p:cNvSpPr/>
                <p:nvPr/>
              </p:nvSpPr>
              <p:spPr>
                <a:xfrm>
                  <a:off x="5027" y="1148"/>
                  <a:ext cx="8" cy="8"/>
                </a:xfrm>
                <a:prstGeom prst="rect">
                  <a:avLst/>
                </a:prstGeom>
                <a:solidFill>
                  <a:srgbClr val="000000"/>
                </a:solidFill>
                <a:ln w="12700">
                  <a:solidFill>
                    <a:prstClr val="black"/>
                  </a:solidFill>
                  <a:miter lim="800000"/>
                </a:ln>
                <a:effectLst/>
              </p:spPr>
            </p:sp>
            <p:sp>
              <p:nvSpPr>
                <p:cNvPr id="58073" name=""/>
                <p:cNvSpPr/>
                <p:nvPr/>
              </p:nvSpPr>
              <p:spPr>
                <a:xfrm>
                  <a:off x="4928" y="1126"/>
                  <a:ext cx="90" cy="8"/>
                </a:xfrm>
                <a:prstGeom prst="rect">
                  <a:avLst/>
                </a:prstGeom>
                <a:solidFill>
                  <a:srgbClr val="CECECE"/>
                </a:solidFill>
                <a:ln w="12700">
                  <a:solidFill>
                    <a:srgbClr val="CECECE"/>
                  </a:solidFill>
                  <a:miter lim="800000"/>
                </a:ln>
                <a:effectLst/>
              </p:spPr>
            </p:sp>
            <p:sp>
              <p:nvSpPr>
                <p:cNvPr id="58074" name=""/>
                <p:cNvSpPr/>
                <p:nvPr/>
              </p:nvSpPr>
              <p:spPr>
                <a:xfrm>
                  <a:off x="4924" y="1107"/>
                  <a:ext cx="98" cy="16"/>
                </a:xfrm>
                <a:prstGeom prst="rect">
                  <a:avLst/>
                </a:prstGeom>
                <a:solidFill>
                  <a:srgbClr val="CECECE"/>
                </a:solidFill>
                <a:ln>
                  <a:noFill/>
                  <a:miter lim="800000"/>
                </a:ln>
                <a:effectLst>
                  <a:outerShdw dist="17961" dir="2700000" algn="ctr">
                    <a:srgbClr val="000000"/>
                  </a:outerShdw>
                </a:effectLst>
              </p:spPr>
            </p:sp>
          </p:grpSp>
        </p:grpSp>
        <p:graphicFrame>
          <p:nvGraphicFramePr>
            <p:cNvPr id="58075" name=""/>
            <p:cNvGraphicFramePr/>
            <p:nvPr/>
          </p:nvGraphicFramePr>
          <p:xfrm>
            <a:off x="3926" y="3230"/>
            <a:ext cx="309" cy="171"/>
          </p:xfrm>
          <a:graphic>
            <a:graphicData uri="http://schemas.openxmlformats.org/presentationml/2006/ole">
              <mc:AlternateContent>
                <mc:Choice xmlns:v="urn:schemas-microsoft-com:vml" Requires="v">
                  <p:oleObj spid="_x0000_s1046" name="Clip" r:id="rId13" imgW="485175" imgH="238286" progId="MS_ClipArt_Gallery.2">
                    <p:embed/>
                  </p:oleObj>
                </mc:Choice>
                <mc:Fallback>
                  <p:oleObj name="Clip" r:id="rId13" imgW="485175" imgH="238286" progId="MS_ClipArt_Gallery.2">
                    <p:embed/>
                    <p:pic>
                      <p:nvPicPr>
                        <p:cNvPr id="0" name="OLE substitute image"/>
                        <p:cNvPicPr/>
                        <p:nvPr/>
                      </p:nvPicPr>
                      <p:blipFill>
                        <a:blip r:embed="rId14"/>
                        <a:stretch>
                          <a:fillRect/>
                        </a:stretch>
                      </p:blipFill>
                      <p:spPr>
                        <a:xfrm>
                          <a:off x="3926" y="3230"/>
                          <a:ext cx="309" cy="171"/>
                        </a:xfrm>
                        <a:prstGeom prst="rect">
                          <a:avLst/>
                        </a:prstGeom>
                        <a:noFill/>
                        <a:ln>
                          <a:noFill/>
                          <a:miter lim="800000"/>
                        </a:ln>
                        <a:effectLst/>
                      </p:spPr>
                    </p:pic>
                  </p:oleObj>
                </mc:Fallback>
              </mc:AlternateContent>
            </a:graphicData>
          </a:graphic>
        </p:graphicFrame>
      </p:grpSp>
      <p:sp>
        <p:nvSpPr>
          <p:cNvPr id="58076" name=""/>
          <p:cNvSpPr/>
          <p:nvPr/>
        </p:nvSpPr>
        <p:spPr>
          <a:xfrm>
            <a:off x="533400" y="1447800"/>
            <a:ext cx="4157663" cy="418147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r">
              <a:lnSpc>
                <a:spcPct val="140000"/>
              </a:lnSpc>
            </a:pPr>
            <a:r>
              <a:rPr i="1">
                <a:latin typeface="Tahoma" pitchFamily="34" charset="0"/>
              </a:rPr>
              <a:t>OLTP Transactions</a:t>
            </a:r>
            <a:br>
              <a:rPr i="1">
                <a:latin typeface="Tahoma" pitchFamily="34" charset="0"/>
              </a:rPr>
            </a:br>
            <a:r>
              <a:rPr i="1">
                <a:latin typeface="Tahoma" pitchFamily="34" charset="0"/>
              </a:rPr>
              <a:t>Transformation</a:t>
            </a:r>
            <a:br>
              <a:rPr i="1">
                <a:latin typeface="Tahoma" pitchFamily="34" charset="0"/>
              </a:rPr>
            </a:br>
            <a:r>
              <a:rPr i="1">
                <a:latin typeface="Tahoma" pitchFamily="34" charset="0"/>
              </a:rPr>
              <a:t>Enterprise DW Server</a:t>
            </a:r>
            <a:br>
              <a:rPr i="1">
                <a:latin typeface="Tahoma" pitchFamily="34" charset="0"/>
              </a:rPr>
            </a:br>
            <a:r>
              <a:rPr i="1">
                <a:latin typeface="Tahoma" pitchFamily="34" charset="0"/>
              </a:rPr>
              <a:t>Transformation</a:t>
            </a:r>
            <a:br>
              <a:rPr i="1">
                <a:latin typeface="Tahoma" pitchFamily="34" charset="0"/>
              </a:rPr>
            </a:br>
            <a:r>
              <a:rPr i="1">
                <a:latin typeface="Tahoma" pitchFamily="34" charset="0"/>
              </a:rPr>
              <a:t>Data Mart Servers</a:t>
            </a:r>
            <a:br>
              <a:rPr i="1">
                <a:latin typeface="Tahoma" pitchFamily="34" charset="0"/>
              </a:rPr>
            </a:br>
            <a:r>
              <a:rPr i="1">
                <a:latin typeface="Tahoma" pitchFamily="34" charset="0"/>
              </a:rPr>
              <a:t>Data Mining Tools</a:t>
            </a:r>
            <a:br>
              <a:rPr i="1">
                <a:latin typeface="Tahoma" pitchFamily="34" charset="0"/>
              </a:rPr>
            </a:br>
            <a:r>
              <a:rPr i="1">
                <a:latin typeface="Tahoma" pitchFamily="34" charset="0"/>
              </a:rPr>
              <a:t>Data Visualization Tools</a:t>
            </a:r>
            <a:br>
              <a:rPr i="1">
                <a:latin typeface="Tahoma" pitchFamily="34" charset="0"/>
              </a:rPr>
            </a:br>
            <a:r>
              <a:rPr i="1">
                <a:latin typeface="Tahoma" pitchFamily="34" charset="0"/>
              </a:rPr>
              <a:t>Decision Support Clients</a:t>
            </a:r>
            <a:endParaRPr i="1">
              <a:latin typeface="Tahoma" pitchFamily="34" charset="0"/>
            </a:endParaRPr>
          </a:p>
        </p:txBody>
      </p:sp>
      <p:cxnSp>
        <p:nvCxnSpPr>
          <p:cNvPr id="58077" name=""/>
          <p:cNvCxnSpPr/>
          <p:nvPr/>
        </p:nvCxnSpPr>
        <p:spPr>
          <a:xfrm flipH="1">
            <a:off x="769938" y="1589088"/>
            <a:ext cx="0" cy="3730625"/>
          </a:xfrm>
          <a:prstGeom prst="line">
            <a:avLst/>
          </a:prstGeom>
          <a:noFill/>
          <a:ln w="127000">
            <a:solidFill>
              <a:schemeClr val="accent1"/>
            </a:solidFill>
            <a:miter lim="800000"/>
            <a:tailEnd type="stealth" len="lg"/>
          </a:ln>
          <a:effectLst/>
        </p:spPr>
      </p:cxn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59394" name=""/>
          <p:cNvSpPr/>
          <p:nvPr/>
        </p:nvSpPr>
        <p:spPr>
          <a:xfrm>
            <a:off x="692150" y="5665788"/>
            <a:ext cx="1924050" cy="414337"/>
          </a:xfrm>
          <a:prstGeom prst="rect">
            <a:avLst/>
          </a:prstGeom>
          <a:noFill/>
          <a:ln>
            <a:noFill/>
            <a:miter lim="800000"/>
          </a:ln>
          <a:effectLst/>
        </p:spPr>
      </p:sp>
      <p:cxnSp>
        <p:nvCxnSpPr>
          <p:cNvPr id="59395" name=""/>
          <p:cNvCxnSpPr/>
          <p:nvPr/>
        </p:nvCxnSpPr>
        <p:spPr>
          <a:xfrm>
            <a:off x="3402013" y="4416425"/>
            <a:ext cx="422275" cy="700088"/>
          </a:xfrm>
          <a:prstGeom prst="line">
            <a:avLst/>
          </a:prstGeom>
          <a:noFill/>
          <a:ln w="12700">
            <a:solidFill>
              <a:schemeClr val="accent1"/>
            </a:solidFill>
            <a:miter lim="800000"/>
          </a:ln>
          <a:effectLst/>
        </p:spPr>
      </p:cxnSp>
      <p:sp>
        <p:nvSpPr>
          <p:cNvPr id="59396" name=""/>
          <p:cNvSpPr/>
          <p:nvPr>
            <p:ph type="title"/>
          </p:nvPr>
        </p:nvSpPr>
        <p:spPr>
          <a:xfrm>
            <a:off x="539750" y="503238"/>
            <a:ext cx="8156575" cy="639762"/>
          </a:xfrm>
          <a:noFill/>
          <a:ln>
            <a:noFill/>
            <a:miter lim="800000"/>
          </a:ln>
          <a:effectLst/>
        </p:spPr>
        <p:txBody>
          <a:bodyPr rot="0" vert="horz" wrap="square" lIns="84138" tIns="41275" rIns="84138" bIns="41275" anchor="ctr" anchorCtr="0">
            <a:no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Client/Server Integration with</a:t>
            </a:r>
            <a:br/>
            <a:r>
              <a:t>Web Applications</a:t>
            </a:r>
          </a:p>
        </p:txBody>
      </p:sp>
      <p:sp>
        <p:nvSpPr>
          <p:cNvPr id="59397" name=""/>
          <p:cNvSpPr/>
          <p:nvPr>
            <p:ph type="body" idx="1"/>
          </p:nvPr>
        </p:nvSpPr>
        <p:spPr>
          <a:xfrm>
            <a:off x="4953000" y="1905000"/>
            <a:ext cx="4078288" cy="2924175"/>
          </a:xfrm>
          <a:noFill/>
          <a:ln>
            <a:noFill/>
            <a:miter lim="800000"/>
          </a:ln>
          <a:effectLst/>
        </p:spPr>
        <p:txBody>
          <a:bodyPr rot="0" vert="horz" wrap="square" lIns="84138" tIns="41275" rIns="84138" bIns="41275" anchor="t" anchorCtr="0">
            <a:noAutofit/>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r>
              <a:rPr sz="2400"/>
              <a:t>Just as IS masters client/server technology ...</a:t>
            </a:r>
            <a:endParaRPr sz="2400"/>
          </a:p>
          <a:p>
            <a:pPr lvl="0"/>
            <a:r>
              <a:rPr sz="2400"/>
              <a:t>Along comes the Web!</a:t>
            </a:r>
            <a:endParaRPr sz="2400"/>
          </a:p>
          <a:p>
            <a:pPr lvl="0"/>
            <a:r>
              <a:rPr sz="2400"/>
              <a:t>Issues:</a:t>
            </a:r>
            <a:endParaRPr sz="2400"/>
          </a:p>
          <a:p>
            <a:pPr lvl="1"/>
            <a:r>
              <a:rPr sz="2000"/>
              <a:t>Legacy C/S integration</a:t>
            </a:r>
            <a:endParaRPr sz="2000"/>
          </a:p>
          <a:p>
            <a:pPr lvl="1"/>
            <a:r>
              <a:rPr sz="2000"/>
              <a:t>Evolving but “not there” standards</a:t>
            </a:r>
            <a:endParaRPr sz="2000"/>
          </a:p>
          <a:p>
            <a:pPr lvl="1"/>
            <a:r>
              <a:rPr sz="2000"/>
              <a:t>N-tier complexities</a:t>
            </a:r>
            <a:endParaRPr sz="2000"/>
          </a:p>
          <a:p>
            <a:pPr lvl="1"/>
            <a:r>
              <a:rPr sz="2000"/>
              <a:t>Programmer unfamiliarity</a:t>
            </a:r>
            <a:endParaRPr sz="2000"/>
          </a:p>
        </p:txBody>
      </p:sp>
      <p:cxnSp>
        <p:nvCxnSpPr>
          <p:cNvPr id="59398" name=""/>
          <p:cNvCxnSpPr/>
          <p:nvPr/>
        </p:nvCxnSpPr>
        <p:spPr>
          <a:xfrm flipH="1">
            <a:off x="3446463" y="2949575"/>
            <a:ext cx="0" cy="684213"/>
          </a:xfrm>
          <a:prstGeom prst="line">
            <a:avLst/>
          </a:prstGeom>
          <a:noFill/>
          <a:ln w="12700">
            <a:solidFill>
              <a:schemeClr val="accent1"/>
            </a:solidFill>
            <a:miter lim="800000"/>
            <a:headEnd type="stealth" len="lg"/>
            <a:tailEnd type="stealth" len="lg"/>
          </a:ln>
          <a:effectLst/>
        </p:spPr>
      </p:cxnSp>
      <p:cxnSp>
        <p:nvCxnSpPr>
          <p:cNvPr id="59399" name=""/>
          <p:cNvCxnSpPr/>
          <p:nvPr/>
        </p:nvCxnSpPr>
        <p:spPr>
          <a:xfrm flipH="1">
            <a:off x="3649663" y="3017838"/>
            <a:ext cx="654050" cy="719137"/>
          </a:xfrm>
          <a:prstGeom prst="line">
            <a:avLst/>
          </a:prstGeom>
          <a:noFill/>
          <a:ln w="12700">
            <a:solidFill>
              <a:schemeClr val="accent1"/>
            </a:solidFill>
            <a:miter lim="800000"/>
            <a:headEnd type="stealth" len="lg"/>
            <a:tailEnd type="stealth" len="lg"/>
          </a:ln>
          <a:effectLst/>
        </p:spPr>
      </p:cxnSp>
      <p:cxnSp>
        <p:nvCxnSpPr>
          <p:cNvPr id="59400" name=""/>
          <p:cNvCxnSpPr/>
          <p:nvPr/>
        </p:nvCxnSpPr>
        <p:spPr>
          <a:xfrm>
            <a:off x="2379663" y="2949575"/>
            <a:ext cx="762000" cy="838200"/>
          </a:xfrm>
          <a:prstGeom prst="line">
            <a:avLst/>
          </a:prstGeom>
          <a:noFill/>
          <a:ln w="12700">
            <a:solidFill>
              <a:schemeClr val="accent1"/>
            </a:solidFill>
            <a:miter lim="800000"/>
            <a:headEnd type="stealth" len="lg"/>
            <a:tailEnd type="stealth" len="lg"/>
          </a:ln>
          <a:effectLst/>
        </p:spPr>
      </p:cxnSp>
      <p:sp>
        <p:nvSpPr>
          <p:cNvPr id="59401" name=""/>
          <p:cNvSpPr/>
          <p:nvPr/>
        </p:nvSpPr>
        <p:spPr>
          <a:xfrm>
            <a:off x="1612900" y="1865313"/>
            <a:ext cx="703263" cy="3968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000" b="1">
                <a:latin typeface="Arial" pitchFamily="34" charset="0"/>
              </a:rPr>
              <a:t>Ingres</a:t>
            </a:r>
            <a:r>
              <a:rPr sz="1000" b="1">
                <a:latin typeface="Arial" pitchFamily="34" charset="0"/>
              </a:rPr>
              <a:t> II,</a:t>
            </a:r>
            <a:endParaRPr sz="1000" b="1">
              <a:latin typeface="Arial" pitchFamily="34" charset="0"/>
            </a:endParaRPr>
          </a:p>
          <a:p>
            <a:pPr lvl="0" algn="ctr"/>
            <a:r>
              <a:rPr sz="1000" b="1">
                <a:latin typeface="Arial" pitchFamily="34" charset="0"/>
              </a:rPr>
              <a:t>Jasmine</a:t>
            </a:r>
            <a:endParaRPr sz="1000" b="1">
              <a:latin typeface="Arial" pitchFamily="34" charset="0"/>
            </a:endParaRPr>
          </a:p>
        </p:txBody>
      </p:sp>
      <p:grpSp>
        <p:nvGrpSpPr>
          <p:cNvPr id="59402" name=""/>
          <p:cNvGrpSpPr/>
          <p:nvPr/>
        </p:nvGrpSpPr>
        <p:grpSpPr>
          <a:xfrm>
            <a:off x="1628775" y="2208213"/>
            <a:ext cx="1004888" cy="835025"/>
            <a:chOff x="1016" y="1534"/>
            <a:chExt cx="626" cy="580"/>
          </a:xfrm>
        </p:grpSpPr>
        <p:sp>
          <p:nvSpPr>
            <p:cNvPr id="59403" name=""/>
            <p:cNvSpPr/>
            <p:nvPr/>
          </p:nvSpPr>
          <p:spPr>
            <a:xfrm>
              <a:off x="1016" y="1838"/>
              <a:ext cx="451" cy="276"/>
            </a:xfrm>
            <a:custGeom>
              <a:pathLst>
                <a:path w="451" h="276">
                  <a:moveTo>
                    <a:pt x="450" y="193"/>
                  </a:moveTo>
                  <a:lnTo>
                    <a:pt x="244" y="275"/>
                  </a:lnTo>
                  <a:lnTo>
                    <a:pt x="167" y="253"/>
                  </a:lnTo>
                  <a:lnTo>
                    <a:pt x="0" y="138"/>
                  </a:lnTo>
                  <a:lnTo>
                    <a:pt x="366" y="0"/>
                  </a:lnTo>
                  <a:lnTo>
                    <a:pt x="450" y="193"/>
                  </a:lnTo>
                </a:path>
              </a:pathLst>
            </a:custGeom>
            <a:gradFill rotWithShape="0">
              <a:gsLst>
                <a:gs pos="0">
                  <a:srgbClr val="414141">
                    <a:gamma/>
                    <a:tint val="0"/>
                    <a:invGamma/>
                  </a:srgbClr>
                </a:gs>
                <a:gs pos="100000">
                  <a:srgbClr val="414141"/>
                </a:gs>
              </a:gsLst>
              <a:lin ang="18900000" scaled="1"/>
            </a:gradFill>
            <a:ln cap="rnd">
              <a:noFill/>
              <a:round/>
            </a:ln>
            <a:effectLst/>
          </p:spPr>
        </p:sp>
        <p:grpSp>
          <p:nvGrpSpPr>
            <p:cNvPr id="59404" name=""/>
            <p:cNvGrpSpPr/>
            <p:nvPr/>
          </p:nvGrpSpPr>
          <p:grpSpPr>
            <a:xfrm>
              <a:off x="1314" y="1534"/>
              <a:ext cx="328" cy="509"/>
              <a:chOff x="1314" y="1534"/>
              <a:chExt cx="328" cy="509"/>
            </a:xfrm>
          </p:grpSpPr>
          <p:sp>
            <p:nvSpPr>
              <p:cNvPr id="59405" name=""/>
              <p:cNvSpPr/>
              <p:nvPr/>
            </p:nvSpPr>
            <p:spPr>
              <a:xfrm>
                <a:off x="1317" y="1643"/>
                <a:ext cx="126" cy="400"/>
              </a:xfrm>
              <a:custGeom>
                <a:pathLst>
                  <a:path w="126" h="400">
                    <a:moveTo>
                      <a:pt x="0" y="0"/>
                    </a:moveTo>
                    <a:lnTo>
                      <a:pt x="0" y="332"/>
                    </a:lnTo>
                    <a:lnTo>
                      <a:pt x="125" y="399"/>
                    </a:lnTo>
                    <a:lnTo>
                      <a:pt x="125" y="68"/>
                    </a:lnTo>
                    <a:lnTo>
                      <a:pt x="0" y="0"/>
                    </a:lnTo>
                  </a:path>
                </a:pathLst>
              </a:custGeom>
              <a:solidFill>
                <a:srgbClr val="676767"/>
              </a:solidFill>
              <a:ln cap="rnd">
                <a:noFill/>
                <a:round/>
              </a:ln>
              <a:effectLst/>
            </p:spPr>
          </p:sp>
          <p:sp>
            <p:nvSpPr>
              <p:cNvPr id="59406" name=""/>
              <p:cNvSpPr/>
              <p:nvPr/>
            </p:nvSpPr>
            <p:spPr>
              <a:xfrm>
                <a:off x="1440" y="1596"/>
                <a:ext cx="181" cy="438"/>
              </a:xfrm>
              <a:custGeom>
                <a:pathLst>
                  <a:path w="181" h="438">
                    <a:moveTo>
                      <a:pt x="2" y="437"/>
                    </a:moveTo>
                    <a:lnTo>
                      <a:pt x="180" y="310"/>
                    </a:lnTo>
                    <a:lnTo>
                      <a:pt x="180" y="0"/>
                    </a:lnTo>
                    <a:lnTo>
                      <a:pt x="0" y="118"/>
                    </a:lnTo>
                    <a:lnTo>
                      <a:pt x="2" y="437"/>
                    </a:lnTo>
                  </a:path>
                </a:pathLst>
              </a:custGeom>
              <a:solidFill>
                <a:srgbClr val="919191"/>
              </a:solidFill>
              <a:ln cap="rnd">
                <a:noFill/>
                <a:round/>
              </a:ln>
              <a:effectLst/>
            </p:spPr>
          </p:sp>
          <p:sp>
            <p:nvSpPr>
              <p:cNvPr id="59407" name=""/>
              <p:cNvSpPr/>
              <p:nvPr/>
            </p:nvSpPr>
            <p:spPr>
              <a:xfrm>
                <a:off x="1314" y="1534"/>
                <a:ext cx="311" cy="183"/>
              </a:xfrm>
              <a:custGeom>
                <a:pathLst>
                  <a:path w="311" h="183">
                    <a:moveTo>
                      <a:pt x="0" y="112"/>
                    </a:moveTo>
                    <a:lnTo>
                      <a:pt x="183" y="0"/>
                    </a:lnTo>
                    <a:lnTo>
                      <a:pt x="310" y="68"/>
                    </a:lnTo>
                    <a:lnTo>
                      <a:pt x="127" y="182"/>
                    </a:lnTo>
                    <a:lnTo>
                      <a:pt x="0" y="112"/>
                    </a:lnTo>
                  </a:path>
                </a:pathLst>
              </a:custGeom>
              <a:solidFill>
                <a:schemeClr val="folHlink"/>
              </a:solidFill>
              <a:ln cap="rnd">
                <a:noFill/>
                <a:round/>
              </a:ln>
              <a:effectLst/>
            </p:spPr>
          </p:sp>
          <p:sp>
            <p:nvSpPr>
              <p:cNvPr id="59408" name=""/>
              <p:cNvSpPr/>
              <p:nvPr/>
            </p:nvSpPr>
            <p:spPr>
              <a:xfrm>
                <a:off x="1439" y="1635"/>
                <a:ext cx="202" cy="122"/>
              </a:xfrm>
              <a:custGeom>
                <a:pathLst>
                  <a:path w="202" h="122">
                    <a:moveTo>
                      <a:pt x="17" y="121"/>
                    </a:moveTo>
                    <a:lnTo>
                      <a:pt x="201" y="7"/>
                    </a:lnTo>
                    <a:lnTo>
                      <a:pt x="184" y="0"/>
                    </a:lnTo>
                    <a:lnTo>
                      <a:pt x="0" y="114"/>
                    </a:lnTo>
                    <a:lnTo>
                      <a:pt x="17" y="121"/>
                    </a:lnTo>
                  </a:path>
                </a:pathLst>
              </a:custGeom>
              <a:solidFill>
                <a:schemeClr val="folHlink"/>
              </a:solidFill>
              <a:ln cap="rnd">
                <a:noFill/>
                <a:round/>
              </a:ln>
              <a:effectLst/>
            </p:spPr>
          </p:sp>
          <p:sp>
            <p:nvSpPr>
              <p:cNvPr id="59409" name=""/>
              <p:cNvSpPr/>
              <p:nvPr/>
            </p:nvSpPr>
            <p:spPr>
              <a:xfrm>
                <a:off x="1452" y="1643"/>
                <a:ext cx="190" cy="344"/>
              </a:xfrm>
              <a:custGeom>
                <a:pathLst>
                  <a:path w="190" h="344">
                    <a:moveTo>
                      <a:pt x="0" y="343"/>
                    </a:moveTo>
                    <a:lnTo>
                      <a:pt x="189" y="209"/>
                    </a:lnTo>
                    <a:lnTo>
                      <a:pt x="189" y="0"/>
                    </a:lnTo>
                    <a:lnTo>
                      <a:pt x="3" y="116"/>
                    </a:lnTo>
                    <a:lnTo>
                      <a:pt x="0" y="343"/>
                    </a:lnTo>
                  </a:path>
                </a:pathLst>
              </a:custGeom>
              <a:solidFill>
                <a:srgbClr val="919191"/>
              </a:solidFill>
              <a:ln cap="rnd">
                <a:noFill/>
                <a:round/>
              </a:ln>
              <a:effectLst/>
            </p:spPr>
          </p:sp>
          <p:sp>
            <p:nvSpPr>
              <p:cNvPr id="59410" name=""/>
              <p:cNvSpPr/>
              <p:nvPr/>
            </p:nvSpPr>
            <p:spPr>
              <a:xfrm>
                <a:off x="1314" y="1646"/>
                <a:ext cx="148" cy="397"/>
              </a:xfrm>
              <a:custGeom>
                <a:pathLst>
                  <a:path w="148" h="397">
                    <a:moveTo>
                      <a:pt x="3" y="0"/>
                    </a:moveTo>
                    <a:lnTo>
                      <a:pt x="0" y="327"/>
                    </a:lnTo>
                    <a:lnTo>
                      <a:pt x="125" y="396"/>
                    </a:lnTo>
                    <a:lnTo>
                      <a:pt x="130" y="353"/>
                    </a:lnTo>
                    <a:lnTo>
                      <a:pt x="147" y="341"/>
                    </a:lnTo>
                    <a:lnTo>
                      <a:pt x="147" y="121"/>
                    </a:lnTo>
                    <a:lnTo>
                      <a:pt x="128" y="108"/>
                    </a:lnTo>
                    <a:lnTo>
                      <a:pt x="128" y="76"/>
                    </a:lnTo>
                    <a:lnTo>
                      <a:pt x="3" y="0"/>
                    </a:lnTo>
                  </a:path>
                </a:pathLst>
              </a:custGeom>
              <a:solidFill>
                <a:srgbClr val="676767"/>
              </a:solidFill>
              <a:ln cap="rnd">
                <a:noFill/>
                <a:round/>
              </a:ln>
              <a:effectLst/>
            </p:spPr>
          </p:sp>
          <p:cxnSp>
            <p:nvCxnSpPr>
              <p:cNvPr id="59411" name=""/>
              <p:cNvCxnSpPr/>
              <p:nvPr/>
            </p:nvCxnSpPr>
            <p:spPr>
              <a:xfrm flipV="1">
                <a:off x="1463" y="1686"/>
                <a:ext cx="178" cy="112"/>
              </a:xfrm>
              <a:prstGeom prst="line">
                <a:avLst/>
              </a:prstGeom>
              <a:noFill/>
              <a:ln w="12700">
                <a:solidFill>
                  <a:schemeClr val="folHlink"/>
                </a:solidFill>
                <a:miter lim="800000"/>
              </a:ln>
              <a:effectLst/>
            </p:spPr>
          </p:cxnSp>
          <p:cxnSp>
            <p:nvCxnSpPr>
              <p:cNvPr id="59412" name=""/>
              <p:cNvCxnSpPr/>
              <p:nvPr/>
            </p:nvCxnSpPr>
            <p:spPr>
              <a:xfrm flipV="1">
                <a:off x="1463" y="1771"/>
                <a:ext cx="178" cy="111"/>
              </a:xfrm>
              <a:prstGeom prst="line">
                <a:avLst/>
              </a:prstGeom>
              <a:noFill/>
              <a:ln w="12700">
                <a:solidFill>
                  <a:schemeClr val="folHlink"/>
                </a:solidFill>
                <a:miter lim="800000"/>
              </a:ln>
              <a:effectLst/>
            </p:spPr>
          </p:cxnSp>
          <p:cxnSp>
            <p:nvCxnSpPr>
              <p:cNvPr id="59413" name=""/>
              <p:cNvCxnSpPr/>
              <p:nvPr/>
            </p:nvCxnSpPr>
            <p:spPr>
              <a:xfrm flipV="1">
                <a:off x="1463" y="1798"/>
                <a:ext cx="178" cy="113"/>
              </a:xfrm>
              <a:prstGeom prst="line">
                <a:avLst/>
              </a:prstGeom>
              <a:noFill/>
              <a:ln w="12700">
                <a:solidFill>
                  <a:schemeClr val="folHlink"/>
                </a:solidFill>
                <a:miter lim="800000"/>
              </a:ln>
              <a:effectLst/>
            </p:spPr>
          </p:cxnSp>
          <p:grpSp>
            <p:nvGrpSpPr>
              <p:cNvPr id="59414" name=""/>
              <p:cNvGrpSpPr/>
              <p:nvPr/>
            </p:nvGrpSpPr>
            <p:grpSpPr>
              <a:xfrm>
                <a:off x="1578" y="1719"/>
                <a:ext cx="46" cy="55"/>
                <a:chOff x="1578" y="1719"/>
                <a:chExt cx="46" cy="55"/>
              </a:xfrm>
            </p:grpSpPr>
            <p:cxnSp>
              <p:nvCxnSpPr>
                <p:cNvPr id="59415" name=""/>
                <p:cNvCxnSpPr/>
                <p:nvPr/>
              </p:nvCxnSpPr>
              <p:spPr>
                <a:xfrm flipV="1">
                  <a:off x="1578" y="1719"/>
                  <a:ext cx="46" cy="30"/>
                </a:xfrm>
                <a:prstGeom prst="line">
                  <a:avLst/>
                </a:prstGeom>
                <a:noFill/>
                <a:ln w="12700">
                  <a:solidFill>
                    <a:schemeClr val="folHlink"/>
                  </a:solidFill>
                  <a:miter lim="800000"/>
                </a:ln>
                <a:effectLst/>
              </p:spPr>
            </p:cxnSp>
            <p:cxnSp>
              <p:nvCxnSpPr>
                <p:cNvPr id="59416" name=""/>
                <p:cNvCxnSpPr/>
                <p:nvPr/>
              </p:nvCxnSpPr>
              <p:spPr>
                <a:xfrm flipV="1">
                  <a:off x="1578" y="1731"/>
                  <a:ext cx="46" cy="31"/>
                </a:xfrm>
                <a:prstGeom prst="line">
                  <a:avLst/>
                </a:prstGeom>
                <a:noFill/>
                <a:ln w="12700">
                  <a:solidFill>
                    <a:schemeClr val="folHlink"/>
                  </a:solidFill>
                  <a:miter lim="800000"/>
                </a:ln>
                <a:effectLst/>
              </p:spPr>
            </p:cxnSp>
            <p:cxnSp>
              <p:nvCxnSpPr>
                <p:cNvPr id="59417" name=""/>
                <p:cNvCxnSpPr/>
                <p:nvPr/>
              </p:nvCxnSpPr>
              <p:spPr>
                <a:xfrm flipV="1">
                  <a:off x="1578" y="1744"/>
                  <a:ext cx="46" cy="30"/>
                </a:xfrm>
                <a:prstGeom prst="line">
                  <a:avLst/>
                </a:prstGeom>
                <a:noFill/>
                <a:ln w="12700">
                  <a:solidFill>
                    <a:schemeClr val="folHlink"/>
                  </a:solidFill>
                  <a:miter lim="800000"/>
                </a:ln>
                <a:effectLst/>
              </p:spPr>
            </p:cxnSp>
          </p:grpSp>
          <p:grpSp>
            <p:nvGrpSpPr>
              <p:cNvPr id="59418" name=""/>
              <p:cNvGrpSpPr/>
              <p:nvPr/>
            </p:nvGrpSpPr>
            <p:grpSpPr>
              <a:xfrm>
                <a:off x="1485" y="1780"/>
                <a:ext cx="47" cy="54"/>
                <a:chOff x="1485" y="1780"/>
                <a:chExt cx="47" cy="54"/>
              </a:xfrm>
            </p:grpSpPr>
            <p:cxnSp>
              <p:nvCxnSpPr>
                <p:cNvPr id="59419" name=""/>
                <p:cNvCxnSpPr/>
                <p:nvPr/>
              </p:nvCxnSpPr>
              <p:spPr>
                <a:xfrm flipV="1">
                  <a:off x="1485" y="1780"/>
                  <a:ext cx="47" cy="29"/>
                </a:xfrm>
                <a:prstGeom prst="line">
                  <a:avLst/>
                </a:prstGeom>
                <a:noFill/>
                <a:ln w="12700">
                  <a:solidFill>
                    <a:schemeClr val="folHlink"/>
                  </a:solidFill>
                  <a:miter lim="800000"/>
                </a:ln>
                <a:effectLst/>
              </p:spPr>
            </p:cxnSp>
            <p:cxnSp>
              <p:nvCxnSpPr>
                <p:cNvPr id="59420" name=""/>
                <p:cNvCxnSpPr/>
                <p:nvPr/>
              </p:nvCxnSpPr>
              <p:spPr>
                <a:xfrm flipV="1">
                  <a:off x="1485" y="1792"/>
                  <a:ext cx="47" cy="30"/>
                </a:xfrm>
                <a:prstGeom prst="line">
                  <a:avLst/>
                </a:prstGeom>
                <a:noFill/>
                <a:ln w="12700">
                  <a:solidFill>
                    <a:schemeClr val="folHlink"/>
                  </a:solidFill>
                  <a:miter lim="800000"/>
                </a:ln>
                <a:effectLst/>
              </p:spPr>
            </p:cxnSp>
            <p:cxnSp>
              <p:nvCxnSpPr>
                <p:cNvPr id="59421" name=""/>
                <p:cNvCxnSpPr/>
                <p:nvPr/>
              </p:nvCxnSpPr>
              <p:spPr>
                <a:xfrm flipV="1">
                  <a:off x="1485" y="1803"/>
                  <a:ext cx="47" cy="31"/>
                </a:xfrm>
                <a:prstGeom prst="line">
                  <a:avLst/>
                </a:prstGeom>
                <a:noFill/>
                <a:ln w="12700">
                  <a:solidFill>
                    <a:schemeClr val="folHlink"/>
                  </a:solidFill>
                  <a:miter lim="800000"/>
                </a:ln>
                <a:effectLst/>
              </p:spPr>
            </p:cxnSp>
          </p:grpSp>
        </p:grpSp>
      </p:grpSp>
      <p:grpSp>
        <p:nvGrpSpPr>
          <p:cNvPr id="59422" name=""/>
          <p:cNvGrpSpPr/>
          <p:nvPr/>
        </p:nvGrpSpPr>
        <p:grpSpPr>
          <a:xfrm>
            <a:off x="2782888" y="2208213"/>
            <a:ext cx="1004887" cy="835025"/>
            <a:chOff x="1736" y="1534"/>
            <a:chExt cx="626" cy="580"/>
          </a:xfrm>
        </p:grpSpPr>
        <p:sp>
          <p:nvSpPr>
            <p:cNvPr id="59423" name=""/>
            <p:cNvSpPr/>
            <p:nvPr/>
          </p:nvSpPr>
          <p:spPr>
            <a:xfrm>
              <a:off x="1736" y="1838"/>
              <a:ext cx="451" cy="276"/>
            </a:xfrm>
            <a:custGeom>
              <a:pathLst>
                <a:path w="451" h="276">
                  <a:moveTo>
                    <a:pt x="450" y="193"/>
                  </a:moveTo>
                  <a:lnTo>
                    <a:pt x="244" y="275"/>
                  </a:lnTo>
                  <a:lnTo>
                    <a:pt x="167" y="253"/>
                  </a:lnTo>
                  <a:lnTo>
                    <a:pt x="0" y="138"/>
                  </a:lnTo>
                  <a:lnTo>
                    <a:pt x="366" y="0"/>
                  </a:lnTo>
                  <a:lnTo>
                    <a:pt x="450" y="193"/>
                  </a:lnTo>
                </a:path>
              </a:pathLst>
            </a:custGeom>
            <a:gradFill rotWithShape="0">
              <a:gsLst>
                <a:gs pos="0">
                  <a:srgbClr val="414141">
                    <a:gamma/>
                    <a:tint val="0"/>
                    <a:invGamma/>
                  </a:srgbClr>
                </a:gs>
                <a:gs pos="100000">
                  <a:srgbClr val="414141"/>
                </a:gs>
              </a:gsLst>
              <a:lin ang="18900000" scaled="1"/>
            </a:gradFill>
            <a:ln cap="rnd">
              <a:noFill/>
              <a:round/>
            </a:ln>
            <a:effectLst/>
          </p:spPr>
        </p:sp>
        <p:grpSp>
          <p:nvGrpSpPr>
            <p:cNvPr id="59424" name=""/>
            <p:cNvGrpSpPr/>
            <p:nvPr/>
          </p:nvGrpSpPr>
          <p:grpSpPr>
            <a:xfrm>
              <a:off x="2034" y="1534"/>
              <a:ext cx="328" cy="509"/>
              <a:chOff x="2034" y="1534"/>
              <a:chExt cx="328" cy="509"/>
            </a:xfrm>
          </p:grpSpPr>
          <p:sp>
            <p:nvSpPr>
              <p:cNvPr id="59425" name=""/>
              <p:cNvSpPr/>
              <p:nvPr/>
            </p:nvSpPr>
            <p:spPr>
              <a:xfrm>
                <a:off x="2037" y="1643"/>
                <a:ext cx="126" cy="400"/>
              </a:xfrm>
              <a:custGeom>
                <a:pathLst>
                  <a:path w="126" h="400">
                    <a:moveTo>
                      <a:pt x="0" y="0"/>
                    </a:moveTo>
                    <a:lnTo>
                      <a:pt x="0" y="332"/>
                    </a:lnTo>
                    <a:lnTo>
                      <a:pt x="125" y="399"/>
                    </a:lnTo>
                    <a:lnTo>
                      <a:pt x="125" y="68"/>
                    </a:lnTo>
                    <a:lnTo>
                      <a:pt x="0" y="0"/>
                    </a:lnTo>
                  </a:path>
                </a:pathLst>
              </a:custGeom>
              <a:solidFill>
                <a:srgbClr val="676767"/>
              </a:solidFill>
              <a:ln cap="rnd">
                <a:noFill/>
                <a:round/>
              </a:ln>
              <a:effectLst/>
            </p:spPr>
          </p:sp>
          <p:sp>
            <p:nvSpPr>
              <p:cNvPr id="59426" name=""/>
              <p:cNvSpPr/>
              <p:nvPr/>
            </p:nvSpPr>
            <p:spPr>
              <a:xfrm>
                <a:off x="2160" y="1596"/>
                <a:ext cx="181" cy="438"/>
              </a:xfrm>
              <a:custGeom>
                <a:pathLst>
                  <a:path w="181" h="438">
                    <a:moveTo>
                      <a:pt x="2" y="437"/>
                    </a:moveTo>
                    <a:lnTo>
                      <a:pt x="180" y="310"/>
                    </a:lnTo>
                    <a:lnTo>
                      <a:pt x="180" y="0"/>
                    </a:lnTo>
                    <a:lnTo>
                      <a:pt x="0" y="118"/>
                    </a:lnTo>
                    <a:lnTo>
                      <a:pt x="2" y="437"/>
                    </a:lnTo>
                  </a:path>
                </a:pathLst>
              </a:custGeom>
              <a:solidFill>
                <a:srgbClr val="919191"/>
              </a:solidFill>
              <a:ln cap="rnd">
                <a:noFill/>
                <a:round/>
              </a:ln>
              <a:effectLst/>
            </p:spPr>
          </p:sp>
          <p:sp>
            <p:nvSpPr>
              <p:cNvPr id="59427" name=""/>
              <p:cNvSpPr/>
              <p:nvPr/>
            </p:nvSpPr>
            <p:spPr>
              <a:xfrm>
                <a:off x="2034" y="1534"/>
                <a:ext cx="311" cy="183"/>
              </a:xfrm>
              <a:custGeom>
                <a:pathLst>
                  <a:path w="311" h="183">
                    <a:moveTo>
                      <a:pt x="0" y="112"/>
                    </a:moveTo>
                    <a:lnTo>
                      <a:pt x="183" y="0"/>
                    </a:lnTo>
                    <a:lnTo>
                      <a:pt x="310" y="68"/>
                    </a:lnTo>
                    <a:lnTo>
                      <a:pt x="127" y="182"/>
                    </a:lnTo>
                    <a:lnTo>
                      <a:pt x="0" y="112"/>
                    </a:lnTo>
                  </a:path>
                </a:pathLst>
              </a:custGeom>
              <a:solidFill>
                <a:schemeClr val="folHlink"/>
              </a:solidFill>
              <a:ln cap="rnd">
                <a:noFill/>
                <a:round/>
              </a:ln>
              <a:effectLst/>
            </p:spPr>
          </p:sp>
          <p:sp>
            <p:nvSpPr>
              <p:cNvPr id="59428" name=""/>
              <p:cNvSpPr/>
              <p:nvPr/>
            </p:nvSpPr>
            <p:spPr>
              <a:xfrm>
                <a:off x="2159" y="1635"/>
                <a:ext cx="202" cy="122"/>
              </a:xfrm>
              <a:custGeom>
                <a:pathLst>
                  <a:path w="202" h="122">
                    <a:moveTo>
                      <a:pt x="17" y="121"/>
                    </a:moveTo>
                    <a:lnTo>
                      <a:pt x="201" y="7"/>
                    </a:lnTo>
                    <a:lnTo>
                      <a:pt x="184" y="0"/>
                    </a:lnTo>
                    <a:lnTo>
                      <a:pt x="0" y="114"/>
                    </a:lnTo>
                    <a:lnTo>
                      <a:pt x="17" y="121"/>
                    </a:lnTo>
                  </a:path>
                </a:pathLst>
              </a:custGeom>
              <a:solidFill>
                <a:schemeClr val="folHlink"/>
              </a:solidFill>
              <a:ln cap="rnd">
                <a:noFill/>
                <a:round/>
              </a:ln>
              <a:effectLst/>
            </p:spPr>
          </p:sp>
          <p:sp>
            <p:nvSpPr>
              <p:cNvPr id="59429" name=""/>
              <p:cNvSpPr/>
              <p:nvPr/>
            </p:nvSpPr>
            <p:spPr>
              <a:xfrm>
                <a:off x="2172" y="1643"/>
                <a:ext cx="190" cy="344"/>
              </a:xfrm>
              <a:custGeom>
                <a:pathLst>
                  <a:path w="190" h="344">
                    <a:moveTo>
                      <a:pt x="0" y="343"/>
                    </a:moveTo>
                    <a:lnTo>
                      <a:pt x="189" y="209"/>
                    </a:lnTo>
                    <a:lnTo>
                      <a:pt x="189" y="0"/>
                    </a:lnTo>
                    <a:lnTo>
                      <a:pt x="3" y="116"/>
                    </a:lnTo>
                    <a:lnTo>
                      <a:pt x="0" y="343"/>
                    </a:lnTo>
                  </a:path>
                </a:pathLst>
              </a:custGeom>
              <a:solidFill>
                <a:srgbClr val="919191"/>
              </a:solidFill>
              <a:ln cap="rnd">
                <a:noFill/>
                <a:round/>
              </a:ln>
              <a:effectLst/>
            </p:spPr>
          </p:sp>
          <p:sp>
            <p:nvSpPr>
              <p:cNvPr id="59430" name=""/>
              <p:cNvSpPr/>
              <p:nvPr/>
            </p:nvSpPr>
            <p:spPr>
              <a:xfrm>
                <a:off x="2034" y="1646"/>
                <a:ext cx="148" cy="397"/>
              </a:xfrm>
              <a:custGeom>
                <a:pathLst>
                  <a:path w="148" h="397">
                    <a:moveTo>
                      <a:pt x="3" y="0"/>
                    </a:moveTo>
                    <a:lnTo>
                      <a:pt x="0" y="327"/>
                    </a:lnTo>
                    <a:lnTo>
                      <a:pt x="125" y="396"/>
                    </a:lnTo>
                    <a:lnTo>
                      <a:pt x="130" y="353"/>
                    </a:lnTo>
                    <a:lnTo>
                      <a:pt x="147" y="341"/>
                    </a:lnTo>
                    <a:lnTo>
                      <a:pt x="147" y="121"/>
                    </a:lnTo>
                    <a:lnTo>
                      <a:pt x="128" y="108"/>
                    </a:lnTo>
                    <a:lnTo>
                      <a:pt x="128" y="76"/>
                    </a:lnTo>
                    <a:lnTo>
                      <a:pt x="3" y="0"/>
                    </a:lnTo>
                  </a:path>
                </a:pathLst>
              </a:custGeom>
              <a:solidFill>
                <a:srgbClr val="676767"/>
              </a:solidFill>
              <a:ln cap="rnd">
                <a:noFill/>
                <a:round/>
              </a:ln>
              <a:effectLst/>
            </p:spPr>
          </p:sp>
          <p:cxnSp>
            <p:nvCxnSpPr>
              <p:cNvPr id="59431" name=""/>
              <p:cNvCxnSpPr/>
              <p:nvPr/>
            </p:nvCxnSpPr>
            <p:spPr>
              <a:xfrm flipV="1">
                <a:off x="2183" y="1686"/>
                <a:ext cx="178" cy="112"/>
              </a:xfrm>
              <a:prstGeom prst="line">
                <a:avLst/>
              </a:prstGeom>
              <a:noFill/>
              <a:ln w="12700">
                <a:solidFill>
                  <a:schemeClr val="folHlink"/>
                </a:solidFill>
                <a:miter lim="800000"/>
              </a:ln>
              <a:effectLst/>
            </p:spPr>
          </p:cxnSp>
          <p:cxnSp>
            <p:nvCxnSpPr>
              <p:cNvPr id="59432" name=""/>
              <p:cNvCxnSpPr/>
              <p:nvPr/>
            </p:nvCxnSpPr>
            <p:spPr>
              <a:xfrm flipV="1">
                <a:off x="2183" y="1771"/>
                <a:ext cx="178" cy="111"/>
              </a:xfrm>
              <a:prstGeom prst="line">
                <a:avLst/>
              </a:prstGeom>
              <a:noFill/>
              <a:ln w="12700">
                <a:solidFill>
                  <a:schemeClr val="folHlink"/>
                </a:solidFill>
                <a:miter lim="800000"/>
              </a:ln>
              <a:effectLst/>
            </p:spPr>
          </p:cxnSp>
          <p:cxnSp>
            <p:nvCxnSpPr>
              <p:cNvPr id="59433" name=""/>
              <p:cNvCxnSpPr/>
              <p:nvPr/>
            </p:nvCxnSpPr>
            <p:spPr>
              <a:xfrm flipV="1">
                <a:off x="2183" y="1798"/>
                <a:ext cx="178" cy="113"/>
              </a:xfrm>
              <a:prstGeom prst="line">
                <a:avLst/>
              </a:prstGeom>
              <a:noFill/>
              <a:ln w="12700">
                <a:solidFill>
                  <a:schemeClr val="folHlink"/>
                </a:solidFill>
                <a:miter lim="800000"/>
              </a:ln>
              <a:effectLst/>
            </p:spPr>
          </p:cxnSp>
          <p:grpSp>
            <p:nvGrpSpPr>
              <p:cNvPr id="59434" name=""/>
              <p:cNvGrpSpPr/>
              <p:nvPr/>
            </p:nvGrpSpPr>
            <p:grpSpPr>
              <a:xfrm>
                <a:off x="2298" y="1719"/>
                <a:ext cx="46" cy="55"/>
                <a:chOff x="2298" y="1719"/>
                <a:chExt cx="46" cy="55"/>
              </a:xfrm>
            </p:grpSpPr>
            <p:cxnSp>
              <p:nvCxnSpPr>
                <p:cNvPr id="59435" name=""/>
                <p:cNvCxnSpPr/>
                <p:nvPr/>
              </p:nvCxnSpPr>
              <p:spPr>
                <a:xfrm flipV="1">
                  <a:off x="2298" y="1719"/>
                  <a:ext cx="46" cy="30"/>
                </a:xfrm>
                <a:prstGeom prst="line">
                  <a:avLst/>
                </a:prstGeom>
                <a:noFill/>
                <a:ln w="12700">
                  <a:solidFill>
                    <a:schemeClr val="folHlink"/>
                  </a:solidFill>
                  <a:miter lim="800000"/>
                </a:ln>
                <a:effectLst/>
              </p:spPr>
            </p:cxnSp>
            <p:cxnSp>
              <p:nvCxnSpPr>
                <p:cNvPr id="59436" name=""/>
                <p:cNvCxnSpPr/>
                <p:nvPr/>
              </p:nvCxnSpPr>
              <p:spPr>
                <a:xfrm flipV="1">
                  <a:off x="2298" y="1731"/>
                  <a:ext cx="46" cy="31"/>
                </a:xfrm>
                <a:prstGeom prst="line">
                  <a:avLst/>
                </a:prstGeom>
                <a:noFill/>
                <a:ln w="12700">
                  <a:solidFill>
                    <a:schemeClr val="folHlink"/>
                  </a:solidFill>
                  <a:miter lim="800000"/>
                </a:ln>
                <a:effectLst/>
              </p:spPr>
            </p:cxnSp>
            <p:cxnSp>
              <p:nvCxnSpPr>
                <p:cNvPr id="59437" name=""/>
                <p:cNvCxnSpPr/>
                <p:nvPr/>
              </p:nvCxnSpPr>
              <p:spPr>
                <a:xfrm flipV="1">
                  <a:off x="2298" y="1744"/>
                  <a:ext cx="46" cy="30"/>
                </a:xfrm>
                <a:prstGeom prst="line">
                  <a:avLst/>
                </a:prstGeom>
                <a:noFill/>
                <a:ln w="12700">
                  <a:solidFill>
                    <a:schemeClr val="folHlink"/>
                  </a:solidFill>
                  <a:miter lim="800000"/>
                </a:ln>
                <a:effectLst/>
              </p:spPr>
            </p:cxnSp>
          </p:grpSp>
          <p:grpSp>
            <p:nvGrpSpPr>
              <p:cNvPr id="59438" name=""/>
              <p:cNvGrpSpPr/>
              <p:nvPr/>
            </p:nvGrpSpPr>
            <p:grpSpPr>
              <a:xfrm>
                <a:off x="2205" y="1780"/>
                <a:ext cx="47" cy="54"/>
                <a:chOff x="2205" y="1780"/>
                <a:chExt cx="47" cy="54"/>
              </a:xfrm>
            </p:grpSpPr>
            <p:cxnSp>
              <p:nvCxnSpPr>
                <p:cNvPr id="59439" name=""/>
                <p:cNvCxnSpPr/>
                <p:nvPr/>
              </p:nvCxnSpPr>
              <p:spPr>
                <a:xfrm flipV="1">
                  <a:off x="2205" y="1780"/>
                  <a:ext cx="47" cy="29"/>
                </a:xfrm>
                <a:prstGeom prst="line">
                  <a:avLst/>
                </a:prstGeom>
                <a:noFill/>
                <a:ln w="12700">
                  <a:solidFill>
                    <a:schemeClr val="folHlink"/>
                  </a:solidFill>
                  <a:miter lim="800000"/>
                </a:ln>
                <a:effectLst/>
              </p:spPr>
            </p:cxnSp>
            <p:cxnSp>
              <p:nvCxnSpPr>
                <p:cNvPr id="59440" name=""/>
                <p:cNvCxnSpPr/>
                <p:nvPr/>
              </p:nvCxnSpPr>
              <p:spPr>
                <a:xfrm flipV="1">
                  <a:off x="2205" y="1792"/>
                  <a:ext cx="47" cy="30"/>
                </a:xfrm>
                <a:prstGeom prst="line">
                  <a:avLst/>
                </a:prstGeom>
                <a:noFill/>
                <a:ln w="12700">
                  <a:solidFill>
                    <a:schemeClr val="folHlink"/>
                  </a:solidFill>
                  <a:miter lim="800000"/>
                </a:ln>
                <a:effectLst/>
              </p:spPr>
            </p:cxnSp>
            <p:cxnSp>
              <p:nvCxnSpPr>
                <p:cNvPr id="59441" name=""/>
                <p:cNvCxnSpPr/>
                <p:nvPr/>
              </p:nvCxnSpPr>
              <p:spPr>
                <a:xfrm flipV="1">
                  <a:off x="2205" y="1803"/>
                  <a:ext cx="47" cy="31"/>
                </a:xfrm>
                <a:prstGeom prst="line">
                  <a:avLst/>
                </a:prstGeom>
                <a:noFill/>
                <a:ln w="12700">
                  <a:solidFill>
                    <a:schemeClr val="folHlink"/>
                  </a:solidFill>
                  <a:miter lim="800000"/>
                </a:ln>
                <a:effectLst/>
              </p:spPr>
            </p:cxnSp>
          </p:grpSp>
        </p:grpSp>
      </p:grpSp>
      <p:grpSp>
        <p:nvGrpSpPr>
          <p:cNvPr id="59442" name=""/>
          <p:cNvGrpSpPr/>
          <p:nvPr/>
        </p:nvGrpSpPr>
        <p:grpSpPr>
          <a:xfrm>
            <a:off x="3938588" y="2208213"/>
            <a:ext cx="1003300" cy="835025"/>
            <a:chOff x="2456" y="1534"/>
            <a:chExt cx="626" cy="580"/>
          </a:xfrm>
        </p:grpSpPr>
        <p:sp>
          <p:nvSpPr>
            <p:cNvPr id="59443" name=""/>
            <p:cNvSpPr/>
            <p:nvPr/>
          </p:nvSpPr>
          <p:spPr>
            <a:xfrm>
              <a:off x="2456" y="1838"/>
              <a:ext cx="451" cy="276"/>
            </a:xfrm>
            <a:custGeom>
              <a:pathLst>
                <a:path w="451" h="276">
                  <a:moveTo>
                    <a:pt x="450" y="193"/>
                  </a:moveTo>
                  <a:lnTo>
                    <a:pt x="244" y="275"/>
                  </a:lnTo>
                  <a:lnTo>
                    <a:pt x="167" y="253"/>
                  </a:lnTo>
                  <a:lnTo>
                    <a:pt x="0" y="138"/>
                  </a:lnTo>
                  <a:lnTo>
                    <a:pt x="366" y="0"/>
                  </a:lnTo>
                  <a:lnTo>
                    <a:pt x="450" y="193"/>
                  </a:lnTo>
                </a:path>
              </a:pathLst>
            </a:custGeom>
            <a:gradFill rotWithShape="0">
              <a:gsLst>
                <a:gs pos="0">
                  <a:srgbClr val="414141">
                    <a:gamma/>
                    <a:tint val="0"/>
                    <a:invGamma/>
                  </a:srgbClr>
                </a:gs>
                <a:gs pos="100000">
                  <a:srgbClr val="414141"/>
                </a:gs>
              </a:gsLst>
              <a:lin ang="18900000" scaled="1"/>
            </a:gradFill>
            <a:ln cap="rnd">
              <a:noFill/>
              <a:round/>
            </a:ln>
            <a:effectLst/>
          </p:spPr>
        </p:sp>
        <p:grpSp>
          <p:nvGrpSpPr>
            <p:cNvPr id="59444" name=""/>
            <p:cNvGrpSpPr/>
            <p:nvPr/>
          </p:nvGrpSpPr>
          <p:grpSpPr>
            <a:xfrm>
              <a:off x="2754" y="1534"/>
              <a:ext cx="328" cy="509"/>
              <a:chOff x="2754" y="1534"/>
              <a:chExt cx="328" cy="509"/>
            </a:xfrm>
          </p:grpSpPr>
          <p:sp>
            <p:nvSpPr>
              <p:cNvPr id="59445" name=""/>
              <p:cNvSpPr/>
              <p:nvPr/>
            </p:nvSpPr>
            <p:spPr>
              <a:xfrm>
                <a:off x="2757" y="1643"/>
                <a:ext cx="126" cy="400"/>
              </a:xfrm>
              <a:custGeom>
                <a:pathLst>
                  <a:path w="126" h="400">
                    <a:moveTo>
                      <a:pt x="0" y="0"/>
                    </a:moveTo>
                    <a:lnTo>
                      <a:pt x="0" y="332"/>
                    </a:lnTo>
                    <a:lnTo>
                      <a:pt x="125" y="399"/>
                    </a:lnTo>
                    <a:lnTo>
                      <a:pt x="125" y="68"/>
                    </a:lnTo>
                    <a:lnTo>
                      <a:pt x="0" y="0"/>
                    </a:lnTo>
                  </a:path>
                </a:pathLst>
              </a:custGeom>
              <a:solidFill>
                <a:srgbClr val="676767"/>
              </a:solidFill>
              <a:ln cap="rnd">
                <a:noFill/>
                <a:round/>
              </a:ln>
              <a:effectLst/>
            </p:spPr>
          </p:sp>
          <p:sp>
            <p:nvSpPr>
              <p:cNvPr id="59446" name=""/>
              <p:cNvSpPr/>
              <p:nvPr/>
            </p:nvSpPr>
            <p:spPr>
              <a:xfrm>
                <a:off x="2880" y="1596"/>
                <a:ext cx="181" cy="438"/>
              </a:xfrm>
              <a:custGeom>
                <a:pathLst>
                  <a:path w="181" h="438">
                    <a:moveTo>
                      <a:pt x="2" y="437"/>
                    </a:moveTo>
                    <a:lnTo>
                      <a:pt x="180" y="310"/>
                    </a:lnTo>
                    <a:lnTo>
                      <a:pt x="180" y="0"/>
                    </a:lnTo>
                    <a:lnTo>
                      <a:pt x="0" y="118"/>
                    </a:lnTo>
                    <a:lnTo>
                      <a:pt x="2" y="437"/>
                    </a:lnTo>
                  </a:path>
                </a:pathLst>
              </a:custGeom>
              <a:solidFill>
                <a:srgbClr val="919191"/>
              </a:solidFill>
              <a:ln cap="rnd">
                <a:noFill/>
                <a:round/>
              </a:ln>
              <a:effectLst/>
            </p:spPr>
          </p:sp>
          <p:sp>
            <p:nvSpPr>
              <p:cNvPr id="59447" name=""/>
              <p:cNvSpPr/>
              <p:nvPr/>
            </p:nvSpPr>
            <p:spPr>
              <a:xfrm>
                <a:off x="2754" y="1534"/>
                <a:ext cx="311" cy="183"/>
              </a:xfrm>
              <a:custGeom>
                <a:pathLst>
                  <a:path w="311" h="183">
                    <a:moveTo>
                      <a:pt x="0" y="112"/>
                    </a:moveTo>
                    <a:lnTo>
                      <a:pt x="183" y="0"/>
                    </a:lnTo>
                    <a:lnTo>
                      <a:pt x="310" y="68"/>
                    </a:lnTo>
                    <a:lnTo>
                      <a:pt x="127" y="182"/>
                    </a:lnTo>
                    <a:lnTo>
                      <a:pt x="0" y="112"/>
                    </a:lnTo>
                  </a:path>
                </a:pathLst>
              </a:custGeom>
              <a:solidFill>
                <a:schemeClr val="folHlink"/>
              </a:solidFill>
              <a:ln cap="rnd">
                <a:noFill/>
                <a:round/>
              </a:ln>
              <a:effectLst/>
            </p:spPr>
          </p:sp>
          <p:sp>
            <p:nvSpPr>
              <p:cNvPr id="59448" name=""/>
              <p:cNvSpPr/>
              <p:nvPr/>
            </p:nvSpPr>
            <p:spPr>
              <a:xfrm>
                <a:off x="2879" y="1635"/>
                <a:ext cx="202" cy="122"/>
              </a:xfrm>
              <a:custGeom>
                <a:pathLst>
                  <a:path w="202" h="122">
                    <a:moveTo>
                      <a:pt x="17" y="121"/>
                    </a:moveTo>
                    <a:lnTo>
                      <a:pt x="201" y="7"/>
                    </a:lnTo>
                    <a:lnTo>
                      <a:pt x="184" y="0"/>
                    </a:lnTo>
                    <a:lnTo>
                      <a:pt x="0" y="114"/>
                    </a:lnTo>
                    <a:lnTo>
                      <a:pt x="17" y="121"/>
                    </a:lnTo>
                  </a:path>
                </a:pathLst>
              </a:custGeom>
              <a:solidFill>
                <a:schemeClr val="folHlink"/>
              </a:solidFill>
              <a:ln cap="rnd">
                <a:noFill/>
                <a:round/>
              </a:ln>
              <a:effectLst/>
            </p:spPr>
          </p:sp>
          <p:sp>
            <p:nvSpPr>
              <p:cNvPr id="59449" name=""/>
              <p:cNvSpPr/>
              <p:nvPr/>
            </p:nvSpPr>
            <p:spPr>
              <a:xfrm>
                <a:off x="2892" y="1643"/>
                <a:ext cx="190" cy="344"/>
              </a:xfrm>
              <a:custGeom>
                <a:pathLst>
                  <a:path w="190" h="344">
                    <a:moveTo>
                      <a:pt x="0" y="343"/>
                    </a:moveTo>
                    <a:lnTo>
                      <a:pt x="189" y="209"/>
                    </a:lnTo>
                    <a:lnTo>
                      <a:pt x="189" y="0"/>
                    </a:lnTo>
                    <a:lnTo>
                      <a:pt x="3" y="116"/>
                    </a:lnTo>
                    <a:lnTo>
                      <a:pt x="0" y="343"/>
                    </a:lnTo>
                  </a:path>
                </a:pathLst>
              </a:custGeom>
              <a:solidFill>
                <a:srgbClr val="919191"/>
              </a:solidFill>
              <a:ln cap="rnd">
                <a:noFill/>
                <a:round/>
              </a:ln>
              <a:effectLst/>
            </p:spPr>
          </p:sp>
          <p:sp>
            <p:nvSpPr>
              <p:cNvPr id="59450" name=""/>
              <p:cNvSpPr/>
              <p:nvPr/>
            </p:nvSpPr>
            <p:spPr>
              <a:xfrm>
                <a:off x="2754" y="1646"/>
                <a:ext cx="148" cy="397"/>
              </a:xfrm>
              <a:custGeom>
                <a:pathLst>
                  <a:path w="148" h="397">
                    <a:moveTo>
                      <a:pt x="3" y="0"/>
                    </a:moveTo>
                    <a:lnTo>
                      <a:pt x="0" y="327"/>
                    </a:lnTo>
                    <a:lnTo>
                      <a:pt x="125" y="396"/>
                    </a:lnTo>
                    <a:lnTo>
                      <a:pt x="130" y="353"/>
                    </a:lnTo>
                    <a:lnTo>
                      <a:pt x="147" y="341"/>
                    </a:lnTo>
                    <a:lnTo>
                      <a:pt x="147" y="121"/>
                    </a:lnTo>
                    <a:lnTo>
                      <a:pt x="128" y="108"/>
                    </a:lnTo>
                    <a:lnTo>
                      <a:pt x="128" y="76"/>
                    </a:lnTo>
                    <a:lnTo>
                      <a:pt x="3" y="0"/>
                    </a:lnTo>
                  </a:path>
                </a:pathLst>
              </a:custGeom>
              <a:solidFill>
                <a:srgbClr val="676767"/>
              </a:solidFill>
              <a:ln cap="rnd">
                <a:noFill/>
                <a:round/>
              </a:ln>
              <a:effectLst/>
            </p:spPr>
          </p:sp>
          <p:cxnSp>
            <p:nvCxnSpPr>
              <p:cNvPr id="59451" name=""/>
              <p:cNvCxnSpPr/>
              <p:nvPr/>
            </p:nvCxnSpPr>
            <p:spPr>
              <a:xfrm flipV="1">
                <a:off x="2903" y="1686"/>
                <a:ext cx="178" cy="112"/>
              </a:xfrm>
              <a:prstGeom prst="line">
                <a:avLst/>
              </a:prstGeom>
              <a:noFill/>
              <a:ln w="12700">
                <a:solidFill>
                  <a:schemeClr val="folHlink"/>
                </a:solidFill>
                <a:miter lim="800000"/>
              </a:ln>
              <a:effectLst/>
            </p:spPr>
          </p:cxnSp>
          <p:cxnSp>
            <p:nvCxnSpPr>
              <p:cNvPr id="59452" name=""/>
              <p:cNvCxnSpPr/>
              <p:nvPr/>
            </p:nvCxnSpPr>
            <p:spPr>
              <a:xfrm flipV="1">
                <a:off x="2903" y="1771"/>
                <a:ext cx="178" cy="111"/>
              </a:xfrm>
              <a:prstGeom prst="line">
                <a:avLst/>
              </a:prstGeom>
              <a:noFill/>
              <a:ln w="12700">
                <a:solidFill>
                  <a:schemeClr val="folHlink"/>
                </a:solidFill>
                <a:miter lim="800000"/>
              </a:ln>
              <a:effectLst/>
            </p:spPr>
          </p:cxnSp>
          <p:cxnSp>
            <p:nvCxnSpPr>
              <p:cNvPr id="59453" name=""/>
              <p:cNvCxnSpPr/>
              <p:nvPr/>
            </p:nvCxnSpPr>
            <p:spPr>
              <a:xfrm flipV="1">
                <a:off x="2903" y="1798"/>
                <a:ext cx="178" cy="113"/>
              </a:xfrm>
              <a:prstGeom prst="line">
                <a:avLst/>
              </a:prstGeom>
              <a:noFill/>
              <a:ln w="12700">
                <a:solidFill>
                  <a:schemeClr val="folHlink"/>
                </a:solidFill>
                <a:miter lim="800000"/>
              </a:ln>
              <a:effectLst/>
            </p:spPr>
          </p:cxnSp>
          <p:grpSp>
            <p:nvGrpSpPr>
              <p:cNvPr id="59454" name=""/>
              <p:cNvGrpSpPr/>
              <p:nvPr/>
            </p:nvGrpSpPr>
            <p:grpSpPr>
              <a:xfrm>
                <a:off x="3018" y="1719"/>
                <a:ext cx="46" cy="55"/>
                <a:chOff x="3018" y="1719"/>
                <a:chExt cx="46" cy="55"/>
              </a:xfrm>
            </p:grpSpPr>
            <p:cxnSp>
              <p:nvCxnSpPr>
                <p:cNvPr id="59455" name=""/>
                <p:cNvCxnSpPr/>
                <p:nvPr/>
              </p:nvCxnSpPr>
              <p:spPr>
                <a:xfrm flipV="1">
                  <a:off x="3018" y="1719"/>
                  <a:ext cx="46" cy="30"/>
                </a:xfrm>
                <a:prstGeom prst="line">
                  <a:avLst/>
                </a:prstGeom>
                <a:noFill/>
                <a:ln w="12700">
                  <a:solidFill>
                    <a:schemeClr val="folHlink"/>
                  </a:solidFill>
                  <a:miter lim="800000"/>
                </a:ln>
                <a:effectLst/>
              </p:spPr>
            </p:cxnSp>
            <p:cxnSp>
              <p:nvCxnSpPr>
                <p:cNvPr id="59456" name=""/>
                <p:cNvCxnSpPr/>
                <p:nvPr/>
              </p:nvCxnSpPr>
              <p:spPr>
                <a:xfrm flipV="1">
                  <a:off x="3018" y="1731"/>
                  <a:ext cx="46" cy="31"/>
                </a:xfrm>
                <a:prstGeom prst="line">
                  <a:avLst/>
                </a:prstGeom>
                <a:noFill/>
                <a:ln w="12700">
                  <a:solidFill>
                    <a:schemeClr val="folHlink"/>
                  </a:solidFill>
                  <a:miter lim="800000"/>
                </a:ln>
                <a:effectLst/>
              </p:spPr>
            </p:cxnSp>
            <p:cxnSp>
              <p:nvCxnSpPr>
                <p:cNvPr id="59457" name=""/>
                <p:cNvCxnSpPr/>
                <p:nvPr/>
              </p:nvCxnSpPr>
              <p:spPr>
                <a:xfrm flipV="1">
                  <a:off x="3018" y="1744"/>
                  <a:ext cx="46" cy="30"/>
                </a:xfrm>
                <a:prstGeom prst="line">
                  <a:avLst/>
                </a:prstGeom>
                <a:noFill/>
                <a:ln w="12700">
                  <a:solidFill>
                    <a:schemeClr val="folHlink"/>
                  </a:solidFill>
                  <a:miter lim="800000"/>
                </a:ln>
                <a:effectLst/>
              </p:spPr>
            </p:cxnSp>
          </p:grpSp>
          <p:grpSp>
            <p:nvGrpSpPr>
              <p:cNvPr id="59458" name=""/>
              <p:cNvGrpSpPr/>
              <p:nvPr/>
            </p:nvGrpSpPr>
            <p:grpSpPr>
              <a:xfrm>
                <a:off x="2925" y="1780"/>
                <a:ext cx="47" cy="54"/>
                <a:chOff x="2925" y="1780"/>
                <a:chExt cx="47" cy="54"/>
              </a:xfrm>
            </p:grpSpPr>
            <p:cxnSp>
              <p:nvCxnSpPr>
                <p:cNvPr id="59459" name=""/>
                <p:cNvCxnSpPr/>
                <p:nvPr/>
              </p:nvCxnSpPr>
              <p:spPr>
                <a:xfrm flipV="1">
                  <a:off x="2925" y="1780"/>
                  <a:ext cx="47" cy="29"/>
                </a:xfrm>
                <a:prstGeom prst="line">
                  <a:avLst/>
                </a:prstGeom>
                <a:noFill/>
                <a:ln w="12700">
                  <a:solidFill>
                    <a:schemeClr val="folHlink"/>
                  </a:solidFill>
                  <a:miter lim="800000"/>
                </a:ln>
                <a:effectLst/>
              </p:spPr>
            </p:cxnSp>
            <p:cxnSp>
              <p:nvCxnSpPr>
                <p:cNvPr id="59460" name=""/>
                <p:cNvCxnSpPr/>
                <p:nvPr/>
              </p:nvCxnSpPr>
              <p:spPr>
                <a:xfrm flipV="1">
                  <a:off x="2925" y="1792"/>
                  <a:ext cx="47" cy="30"/>
                </a:xfrm>
                <a:prstGeom prst="line">
                  <a:avLst/>
                </a:prstGeom>
                <a:noFill/>
                <a:ln w="12700">
                  <a:solidFill>
                    <a:schemeClr val="folHlink"/>
                  </a:solidFill>
                  <a:miter lim="800000"/>
                </a:ln>
                <a:effectLst/>
              </p:spPr>
            </p:cxnSp>
            <p:cxnSp>
              <p:nvCxnSpPr>
                <p:cNvPr id="59461" name=""/>
                <p:cNvCxnSpPr/>
                <p:nvPr/>
              </p:nvCxnSpPr>
              <p:spPr>
                <a:xfrm flipV="1">
                  <a:off x="2925" y="1803"/>
                  <a:ext cx="47" cy="31"/>
                </a:xfrm>
                <a:prstGeom prst="line">
                  <a:avLst/>
                </a:prstGeom>
                <a:noFill/>
                <a:ln w="12700">
                  <a:solidFill>
                    <a:schemeClr val="folHlink"/>
                  </a:solidFill>
                  <a:miter lim="800000"/>
                </a:ln>
                <a:effectLst/>
              </p:spPr>
            </p:cxnSp>
          </p:grpSp>
        </p:grpSp>
      </p:grpSp>
      <p:sp>
        <p:nvSpPr>
          <p:cNvPr id="59462" name=""/>
          <p:cNvSpPr/>
          <p:nvPr/>
        </p:nvSpPr>
        <p:spPr>
          <a:xfrm>
            <a:off x="2587625" y="3149600"/>
            <a:ext cx="598488" cy="2222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000">
                <a:latin typeface="Arial" pitchFamily="34" charset="0"/>
              </a:rPr>
              <a:t>TCP/IP</a:t>
            </a:r>
            <a:endParaRPr sz="1000">
              <a:latin typeface="Arial" pitchFamily="34" charset="0"/>
            </a:endParaRPr>
          </a:p>
        </p:txBody>
      </p:sp>
      <p:sp>
        <p:nvSpPr>
          <p:cNvPr id="59463" name=""/>
          <p:cNvSpPr/>
          <p:nvPr/>
        </p:nvSpPr>
        <p:spPr>
          <a:xfrm>
            <a:off x="4151313" y="3143250"/>
            <a:ext cx="561975" cy="2222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000">
                <a:latin typeface="Arial" pitchFamily="34" charset="0"/>
              </a:rPr>
              <a:t>LU 6.2</a:t>
            </a:r>
            <a:endParaRPr sz="1000">
              <a:latin typeface="Arial" pitchFamily="34" charset="0"/>
            </a:endParaRPr>
          </a:p>
        </p:txBody>
      </p:sp>
      <p:sp>
        <p:nvSpPr>
          <p:cNvPr id="59464" name=""/>
          <p:cNvSpPr/>
          <p:nvPr/>
        </p:nvSpPr>
        <p:spPr>
          <a:xfrm>
            <a:off x="3673475" y="1828800"/>
            <a:ext cx="1724025" cy="396875"/>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000" b="1">
                <a:latin typeface="Arial" pitchFamily="34" charset="0"/>
              </a:rPr>
              <a:t>DB2/MVS, IMS,</a:t>
            </a:r>
            <a:endParaRPr sz="1000" b="1">
              <a:latin typeface="Arial" pitchFamily="34" charset="0"/>
            </a:endParaRPr>
          </a:p>
          <a:p>
            <a:pPr lvl="0" algn="ctr"/>
            <a:r>
              <a:rPr sz="1000" b="1">
                <a:latin typeface="Arial" pitchFamily="34" charset="0"/>
              </a:rPr>
              <a:t>VSAM, CA-IDMS</a:t>
            </a:r>
            <a:endParaRPr sz="1000" b="1">
              <a:latin typeface="Arial" pitchFamily="34" charset="0"/>
            </a:endParaRPr>
          </a:p>
        </p:txBody>
      </p:sp>
      <p:sp>
        <p:nvSpPr>
          <p:cNvPr id="59465" name=""/>
          <p:cNvSpPr/>
          <p:nvPr/>
        </p:nvSpPr>
        <p:spPr>
          <a:xfrm>
            <a:off x="2520950" y="1814513"/>
            <a:ext cx="1657350" cy="360362"/>
          </a:xfrm>
          <a:prstGeom prst="rect">
            <a:avLst/>
          </a:prstGeom>
          <a:noFill/>
          <a:ln>
            <a:noFill/>
            <a:miter lim="800000"/>
          </a:ln>
          <a:effectLst/>
        </p:spPr>
        <p:txBody>
          <a:bodyPr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000" b="1">
                <a:latin typeface="Arial" pitchFamily="34" charset="0"/>
              </a:rPr>
              <a:t>Oracle, Informix,</a:t>
            </a:r>
            <a:endParaRPr sz="1000" b="1">
              <a:latin typeface="Arial" pitchFamily="34" charset="0"/>
            </a:endParaRPr>
          </a:p>
          <a:p>
            <a:pPr lvl="0" algn="ctr"/>
            <a:r>
              <a:rPr sz="1000" b="1">
                <a:latin typeface="Arial" pitchFamily="34" charset="0"/>
              </a:rPr>
              <a:t>Sybase</a:t>
            </a:r>
            <a:endParaRPr sz="1000" b="1">
              <a:latin typeface="Arial" pitchFamily="34" charset="0"/>
            </a:endParaRPr>
          </a:p>
        </p:txBody>
      </p:sp>
      <p:sp>
        <p:nvSpPr>
          <p:cNvPr id="59466" name=""/>
          <p:cNvSpPr/>
          <p:nvPr/>
        </p:nvSpPr>
        <p:spPr>
          <a:xfrm>
            <a:off x="1484313" y="5208588"/>
            <a:ext cx="1298575" cy="712787"/>
          </a:xfrm>
          <a:prstGeom prst="cube">
            <a:avLst>
              <a:gd name="adj" fmla="val 26894"/>
            </a:avLst>
          </a:prstGeom>
          <a:gradFill rotWithShape="0">
            <a:gsLst>
              <a:gs pos="0">
                <a:srgbClr val="0066FF">
                  <a:gamma/>
                  <a:shade val="69804"/>
                  <a:invGamma/>
                </a:srgbClr>
              </a:gs>
              <a:gs pos="100000">
                <a:srgbClr val="0066FF"/>
              </a:gs>
            </a:gsLst>
            <a:lin ang="2700000" scaled="1"/>
          </a:gradFill>
          <a:ln w="12700">
            <a:solidFill>
              <a:schemeClr val="tx1"/>
            </a:solidFill>
            <a:miter lim="800000"/>
          </a:ln>
          <a:effectLst/>
        </p:spPr>
      </p:sp>
      <p:cxnSp>
        <p:nvCxnSpPr>
          <p:cNvPr id="59467" name=""/>
          <p:cNvCxnSpPr/>
          <p:nvPr/>
        </p:nvCxnSpPr>
        <p:spPr>
          <a:xfrm>
            <a:off x="2008188" y="4425950"/>
            <a:ext cx="407987" cy="777875"/>
          </a:xfrm>
          <a:prstGeom prst="line">
            <a:avLst/>
          </a:prstGeom>
          <a:noFill/>
          <a:ln w="12700">
            <a:solidFill>
              <a:schemeClr val="accent1"/>
            </a:solidFill>
            <a:miter lim="800000"/>
          </a:ln>
          <a:effectLst/>
        </p:spPr>
      </p:cxnSp>
      <p:cxnSp>
        <p:nvCxnSpPr>
          <p:cNvPr id="59468" name=""/>
          <p:cNvCxnSpPr/>
          <p:nvPr/>
        </p:nvCxnSpPr>
        <p:spPr>
          <a:xfrm>
            <a:off x="2420938" y="4144963"/>
            <a:ext cx="706437" cy="0"/>
          </a:xfrm>
          <a:prstGeom prst="line">
            <a:avLst/>
          </a:prstGeom>
          <a:noFill/>
          <a:ln w="12700">
            <a:solidFill>
              <a:schemeClr val="accent1"/>
            </a:solidFill>
            <a:miter lim="800000"/>
            <a:headEnd type="stealth" len="lg"/>
            <a:tailEnd type="stealth" len="lg"/>
          </a:ln>
          <a:effectLst/>
        </p:spPr>
      </p:cxnSp>
      <p:sp>
        <p:nvSpPr>
          <p:cNvPr id="59469" name=""/>
          <p:cNvSpPr/>
          <p:nvPr/>
        </p:nvSpPr>
        <p:spPr>
          <a:xfrm>
            <a:off x="1425575" y="3860800"/>
            <a:ext cx="984250" cy="560388"/>
          </a:xfrm>
          <a:prstGeom prst="cube">
            <a:avLst>
              <a:gd name="adj" fmla="val 26894"/>
            </a:avLst>
          </a:prstGeom>
          <a:gradFill rotWithShape="0">
            <a:gsLst>
              <a:gs pos="0">
                <a:srgbClr val="FF9933">
                  <a:gamma/>
                  <a:shade val="49804"/>
                  <a:invGamma/>
                </a:srgbClr>
              </a:gs>
              <a:gs pos="100000">
                <a:srgbClr val="FF9933"/>
              </a:gs>
            </a:gsLst>
            <a:lin ang="2700000" scaled="1"/>
          </a:gradFill>
          <a:ln w="12700">
            <a:solidFill>
              <a:schemeClr val="tx1"/>
            </a:solidFill>
            <a:miter lim="800000"/>
          </a:ln>
          <a:effectLst/>
        </p:spPr>
      </p:sp>
      <p:sp>
        <p:nvSpPr>
          <p:cNvPr id="59470" name=""/>
          <p:cNvSpPr/>
          <p:nvPr/>
        </p:nvSpPr>
        <p:spPr>
          <a:xfrm>
            <a:off x="1485900" y="4646613"/>
            <a:ext cx="588963" cy="414337"/>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200">
                <a:latin typeface="Arial" pitchFamily="34" charset="0"/>
              </a:rPr>
              <a:t>IIOP</a:t>
            </a:r>
            <a:endParaRPr sz="1200">
              <a:latin typeface="Arial" pitchFamily="34" charset="0"/>
            </a:endParaRPr>
          </a:p>
          <a:p>
            <a:pPr lvl="0" algn="ctr"/>
            <a:r>
              <a:rPr sz="1200">
                <a:latin typeface="Arial" pitchFamily="34" charset="0"/>
              </a:rPr>
              <a:t>HTTP</a:t>
            </a:r>
            <a:endParaRPr sz="1200">
              <a:latin typeface="Arial" pitchFamily="34" charset="0"/>
            </a:endParaRPr>
          </a:p>
        </p:txBody>
      </p:sp>
      <p:sp>
        <p:nvSpPr>
          <p:cNvPr id="59471" name=""/>
          <p:cNvSpPr/>
          <p:nvPr/>
        </p:nvSpPr>
        <p:spPr>
          <a:xfrm>
            <a:off x="2784475" y="4445000"/>
            <a:ext cx="496888" cy="249238"/>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200">
                <a:latin typeface="Arial" pitchFamily="34" charset="0"/>
              </a:rPr>
              <a:t>IIOP</a:t>
            </a:r>
            <a:endParaRPr sz="1200">
              <a:latin typeface="Arial" pitchFamily="34" charset="0"/>
            </a:endParaRPr>
          </a:p>
        </p:txBody>
      </p:sp>
      <p:sp>
        <p:nvSpPr>
          <p:cNvPr id="59472" name=""/>
          <p:cNvSpPr/>
          <p:nvPr/>
        </p:nvSpPr>
        <p:spPr>
          <a:xfrm>
            <a:off x="3144838" y="3795713"/>
            <a:ext cx="1166812" cy="604837"/>
          </a:xfrm>
          <a:prstGeom prst="cube">
            <a:avLst>
              <a:gd name="adj" fmla="val 26894"/>
            </a:avLst>
          </a:prstGeom>
          <a:solidFill>
            <a:srgbClr val="FF7C80"/>
          </a:solidFill>
          <a:ln w="12700">
            <a:solidFill>
              <a:schemeClr val="tx1"/>
            </a:solidFill>
            <a:miter lim="800000"/>
          </a:ln>
          <a:effectLst/>
        </p:spPr>
      </p:sp>
      <p:cxnSp>
        <p:nvCxnSpPr>
          <p:cNvPr id="59473" name=""/>
          <p:cNvCxnSpPr/>
          <p:nvPr/>
        </p:nvCxnSpPr>
        <p:spPr>
          <a:xfrm flipH="1">
            <a:off x="1855788" y="2959100"/>
            <a:ext cx="322262" cy="844550"/>
          </a:xfrm>
          <a:prstGeom prst="line">
            <a:avLst/>
          </a:prstGeom>
          <a:noFill/>
          <a:ln w="12700">
            <a:solidFill>
              <a:schemeClr val="accent1"/>
            </a:solidFill>
            <a:miter lim="800000"/>
            <a:headEnd type="stealth" len="lg"/>
            <a:tailEnd type="stealth" len="lg"/>
          </a:ln>
          <a:effectLst/>
        </p:spPr>
      </p:cxnSp>
      <p:sp>
        <p:nvSpPr>
          <p:cNvPr id="59474" name=""/>
          <p:cNvSpPr/>
          <p:nvPr/>
        </p:nvSpPr>
        <p:spPr>
          <a:xfrm>
            <a:off x="1447800" y="3962400"/>
            <a:ext cx="874713" cy="458788"/>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lnSpc>
                <a:spcPct val="80000"/>
              </a:lnSpc>
            </a:pPr>
            <a:r>
              <a:rPr sz="1000" b="1">
                <a:solidFill>
                  <a:schemeClr val="bg1"/>
                </a:solidFill>
                <a:latin typeface="Arial" pitchFamily="34" charset="0"/>
              </a:rPr>
              <a:t>Web </a:t>
            </a:r>
            <a:endParaRPr sz="1000" b="1">
              <a:solidFill>
                <a:schemeClr val="bg1"/>
              </a:solidFill>
              <a:latin typeface="Arial" pitchFamily="34" charset="0"/>
            </a:endParaRPr>
          </a:p>
          <a:p>
            <a:pPr lvl="0" algn="ctr">
              <a:lnSpc>
                <a:spcPct val="80000"/>
              </a:lnSpc>
            </a:pPr>
            <a:r>
              <a:rPr sz="1000" b="1">
                <a:solidFill>
                  <a:schemeClr val="bg1"/>
                </a:solidFill>
                <a:latin typeface="Arial" pitchFamily="34" charset="0"/>
              </a:rPr>
              <a:t>Application</a:t>
            </a:r>
            <a:endParaRPr sz="1000" b="1">
              <a:solidFill>
                <a:schemeClr val="bg1"/>
              </a:solidFill>
              <a:latin typeface="Arial" pitchFamily="34" charset="0"/>
            </a:endParaRPr>
          </a:p>
          <a:p>
            <a:pPr lvl="0" algn="ctr">
              <a:lnSpc>
                <a:spcPct val="80000"/>
              </a:lnSpc>
            </a:pPr>
            <a:r>
              <a:rPr sz="1000" b="1">
                <a:solidFill>
                  <a:schemeClr val="bg1"/>
                </a:solidFill>
                <a:latin typeface="Arial" pitchFamily="34" charset="0"/>
              </a:rPr>
              <a:t>Server</a:t>
            </a:r>
            <a:endParaRPr sz="1000" b="1">
              <a:solidFill>
                <a:schemeClr val="bg1"/>
              </a:solidFill>
              <a:latin typeface="Arial" pitchFamily="34" charset="0"/>
            </a:endParaRPr>
          </a:p>
        </p:txBody>
      </p:sp>
      <p:sp>
        <p:nvSpPr>
          <p:cNvPr id="59475" name=""/>
          <p:cNvSpPr/>
          <p:nvPr/>
        </p:nvSpPr>
        <p:spPr>
          <a:xfrm>
            <a:off x="3276600" y="3962400"/>
            <a:ext cx="831850" cy="458788"/>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lnSpc>
                <a:spcPct val="80000"/>
              </a:lnSpc>
            </a:pPr>
            <a:r>
              <a:rPr sz="1000" b="1">
                <a:solidFill>
                  <a:schemeClr val="bg1"/>
                </a:solidFill>
                <a:latin typeface="Arial" pitchFamily="34" charset="0"/>
              </a:rPr>
              <a:t>Traditional</a:t>
            </a:r>
            <a:br>
              <a:rPr sz="1000" b="1">
                <a:solidFill>
                  <a:schemeClr val="bg1"/>
                </a:solidFill>
                <a:latin typeface="Arial" pitchFamily="34" charset="0"/>
              </a:rPr>
            </a:br>
            <a:r>
              <a:rPr sz="1000" b="1">
                <a:solidFill>
                  <a:schemeClr val="bg1"/>
                </a:solidFill>
                <a:latin typeface="Arial" pitchFamily="34" charset="0"/>
              </a:rPr>
              <a:t>Client-</a:t>
            </a:r>
            <a:br>
              <a:rPr sz="1000" b="1">
                <a:solidFill>
                  <a:schemeClr val="bg1"/>
                </a:solidFill>
                <a:latin typeface="Arial" pitchFamily="34" charset="0"/>
              </a:rPr>
            </a:br>
            <a:r>
              <a:rPr sz="1000" b="1">
                <a:solidFill>
                  <a:schemeClr val="bg1"/>
                </a:solidFill>
                <a:latin typeface="Arial" pitchFamily="34" charset="0"/>
              </a:rPr>
              <a:t>Server</a:t>
            </a:r>
            <a:endParaRPr sz="1000" b="1">
              <a:solidFill>
                <a:schemeClr val="bg1"/>
              </a:solidFill>
              <a:latin typeface="Arial" pitchFamily="34" charset="0"/>
            </a:endParaRPr>
          </a:p>
        </p:txBody>
      </p:sp>
      <p:sp>
        <p:nvSpPr>
          <p:cNvPr id="59476" name=""/>
          <p:cNvSpPr/>
          <p:nvPr/>
        </p:nvSpPr>
        <p:spPr>
          <a:xfrm>
            <a:off x="3432175" y="5121275"/>
            <a:ext cx="1235075" cy="712788"/>
          </a:xfrm>
          <a:prstGeom prst="cube">
            <a:avLst>
              <a:gd name="adj" fmla="val 26894"/>
            </a:avLst>
          </a:prstGeom>
          <a:gradFill rotWithShape="0">
            <a:gsLst>
              <a:gs pos="0">
                <a:srgbClr val="0066FF">
                  <a:gamma/>
                  <a:shade val="69804"/>
                  <a:invGamma/>
                </a:srgbClr>
              </a:gs>
              <a:gs pos="100000">
                <a:srgbClr val="0066FF"/>
              </a:gs>
            </a:gsLst>
            <a:lin ang="2700000" scaled="1"/>
          </a:gradFill>
          <a:ln w="12700">
            <a:solidFill>
              <a:schemeClr val="tx1"/>
            </a:solidFill>
            <a:miter lim="800000"/>
          </a:ln>
          <a:effectLst/>
        </p:spPr>
      </p:sp>
      <p:sp>
        <p:nvSpPr>
          <p:cNvPr id="59477" name=""/>
          <p:cNvSpPr/>
          <p:nvPr/>
        </p:nvSpPr>
        <p:spPr>
          <a:xfrm>
            <a:off x="3384550" y="5334000"/>
            <a:ext cx="1181100" cy="4699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400" b="1">
                <a:solidFill>
                  <a:schemeClr val="bg1"/>
                </a:solidFill>
                <a:latin typeface="Arial" pitchFamily="34" charset="0"/>
              </a:rPr>
              <a:t>SQL </a:t>
            </a:r>
            <a:br>
              <a:rPr sz="1400" b="1">
                <a:solidFill>
                  <a:schemeClr val="bg1"/>
                </a:solidFill>
                <a:latin typeface="Arial" pitchFamily="34" charset="0"/>
              </a:rPr>
            </a:br>
            <a:r>
              <a:rPr sz="1400" b="1">
                <a:solidFill>
                  <a:schemeClr val="bg1"/>
                </a:solidFill>
                <a:latin typeface="Arial" pitchFamily="34" charset="0"/>
              </a:rPr>
              <a:t>“Fat Client”</a:t>
            </a:r>
            <a:endParaRPr sz="1400" b="1">
              <a:solidFill>
                <a:schemeClr val="bg1"/>
              </a:solidFill>
              <a:latin typeface="Arial" pitchFamily="34" charset="0"/>
            </a:endParaRPr>
          </a:p>
        </p:txBody>
      </p:sp>
      <p:sp>
        <p:nvSpPr>
          <p:cNvPr id="59478" name=""/>
          <p:cNvSpPr/>
          <p:nvPr/>
        </p:nvSpPr>
        <p:spPr>
          <a:xfrm>
            <a:off x="1493838" y="5470525"/>
            <a:ext cx="1106487" cy="4572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200" b="1">
                <a:solidFill>
                  <a:schemeClr val="bg1"/>
                </a:solidFill>
                <a:latin typeface="Arial" pitchFamily="34" charset="0"/>
              </a:rPr>
              <a:t>Web/CORBA</a:t>
            </a:r>
            <a:endParaRPr sz="1200" b="1">
              <a:solidFill>
                <a:schemeClr val="bg1"/>
              </a:solidFill>
              <a:latin typeface="Arial" pitchFamily="34" charset="0"/>
            </a:endParaRPr>
          </a:p>
          <a:p>
            <a:pPr lvl="0" algn="ctr"/>
            <a:r>
              <a:rPr sz="1200" b="1">
                <a:solidFill>
                  <a:schemeClr val="bg1"/>
                </a:solidFill>
                <a:latin typeface="Arial" pitchFamily="34" charset="0"/>
              </a:rPr>
              <a:t>Client</a:t>
            </a:r>
            <a:endParaRPr sz="1200" b="1">
              <a:solidFill>
                <a:schemeClr val="bg1"/>
              </a:solidFill>
              <a:latin typeface="Arial" pitchFamily="34" charset="0"/>
            </a:endParaRPr>
          </a:p>
        </p:txBody>
      </p:sp>
      <p:cxnSp>
        <p:nvCxnSpPr>
          <p:cNvPr id="59479" name=""/>
          <p:cNvCxnSpPr/>
          <p:nvPr/>
        </p:nvCxnSpPr>
        <p:spPr>
          <a:xfrm flipH="1">
            <a:off x="2513013" y="4413250"/>
            <a:ext cx="803275" cy="779463"/>
          </a:xfrm>
          <a:prstGeom prst="line">
            <a:avLst/>
          </a:prstGeom>
          <a:noFill/>
          <a:ln w="12700">
            <a:solidFill>
              <a:schemeClr val="accent1"/>
            </a:solidFill>
            <a:miter lim="800000"/>
          </a:ln>
          <a:effectLst/>
        </p:spPr>
      </p:cxnSp>
      <p:sp>
        <p:nvSpPr>
          <p:cNvPr id="59480" name=""/>
          <p:cNvSpPr/>
          <p:nvPr/>
        </p:nvSpPr>
        <p:spPr>
          <a:xfrm>
            <a:off x="3756025" y="4583113"/>
            <a:ext cx="1020763" cy="4572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r>
              <a:rPr sz="1200">
                <a:latin typeface="Arial" pitchFamily="34" charset="0"/>
              </a:rPr>
              <a:t>Proprietary</a:t>
            </a:r>
            <a:br>
              <a:rPr sz="1200">
                <a:latin typeface="Arial" pitchFamily="34" charset="0"/>
              </a:rPr>
            </a:br>
            <a:r>
              <a:rPr sz="1200">
                <a:latin typeface="Arial" pitchFamily="34" charset="0"/>
              </a:rPr>
              <a:t>Net Protocol</a:t>
            </a:r>
            <a:endParaRPr sz="1200">
              <a:latin typeface="Arial" pitchFamily="34" charset="0"/>
            </a:endParaRPr>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grpSp>
        <p:nvGrpSpPr>
          <p:cNvPr id="61442" name=""/>
          <p:cNvGrpSpPr/>
          <p:nvPr/>
        </p:nvGrpSpPr>
        <p:grpSpPr>
          <a:xfrm>
            <a:off x="1046163" y="1333500"/>
            <a:ext cx="7261225" cy="4598988"/>
            <a:chOff x="652" y="926"/>
            <a:chExt cx="4529" cy="3195"/>
          </a:xfrm>
        </p:grpSpPr>
        <p:grpSp>
          <p:nvGrpSpPr>
            <p:cNvPr id="61443" name=""/>
            <p:cNvGrpSpPr/>
            <p:nvPr/>
          </p:nvGrpSpPr>
          <p:grpSpPr>
            <a:xfrm>
              <a:off x="652" y="926"/>
              <a:ext cx="1616" cy="1339"/>
              <a:chOff x="652" y="926"/>
              <a:chExt cx="1616" cy="1339"/>
            </a:xfrm>
          </p:grpSpPr>
          <p:grpSp>
            <p:nvGrpSpPr>
              <p:cNvPr id="61444" name=""/>
              <p:cNvGrpSpPr/>
              <p:nvPr/>
            </p:nvGrpSpPr>
            <p:grpSpPr>
              <a:xfrm>
                <a:off x="652" y="926"/>
                <a:ext cx="1616" cy="918"/>
                <a:chOff x="652" y="926"/>
                <a:chExt cx="1616" cy="918"/>
              </a:xfrm>
            </p:grpSpPr>
            <p:sp>
              <p:nvSpPr>
                <p:cNvPr id="61445" name=""/>
                <p:cNvSpPr/>
                <p:nvPr/>
              </p:nvSpPr>
              <p:spPr>
                <a:xfrm>
                  <a:off x="652" y="926"/>
                  <a:ext cx="1615" cy="916"/>
                </a:xfrm>
                <a:prstGeom prst="rect">
                  <a:avLst/>
                </a:prstGeom>
                <a:solidFill>
                  <a:srgbClr val="00E0E0"/>
                </a:solidFill>
                <a:ln>
                  <a:noFill/>
                  <a:miter lim="800000"/>
                </a:ln>
                <a:effectLst/>
              </p:spPr>
            </p:sp>
            <p:sp>
              <p:nvSpPr>
                <p:cNvPr id="61446" name=""/>
                <p:cNvSpPr/>
                <p:nvPr/>
              </p:nvSpPr>
              <p:spPr>
                <a:xfrm>
                  <a:off x="845" y="929"/>
                  <a:ext cx="1423" cy="915"/>
                </a:xfrm>
                <a:custGeom>
                  <a:pathLst>
                    <a:path w="1423" h="915">
                      <a:moveTo>
                        <a:pt x="266" y="649"/>
                      </a:moveTo>
                      <a:lnTo>
                        <a:pt x="291" y="557"/>
                      </a:lnTo>
                      <a:lnTo>
                        <a:pt x="301" y="525"/>
                      </a:lnTo>
                      <a:lnTo>
                        <a:pt x="308" y="519"/>
                      </a:lnTo>
                      <a:lnTo>
                        <a:pt x="314" y="513"/>
                      </a:lnTo>
                      <a:lnTo>
                        <a:pt x="331" y="510"/>
                      </a:lnTo>
                      <a:lnTo>
                        <a:pt x="348" y="507"/>
                      </a:lnTo>
                      <a:lnTo>
                        <a:pt x="386" y="504"/>
                      </a:lnTo>
                      <a:lnTo>
                        <a:pt x="396" y="504"/>
                      </a:lnTo>
                      <a:lnTo>
                        <a:pt x="533" y="513"/>
                      </a:lnTo>
                      <a:lnTo>
                        <a:pt x="548" y="504"/>
                      </a:lnTo>
                      <a:lnTo>
                        <a:pt x="601" y="482"/>
                      </a:lnTo>
                      <a:lnTo>
                        <a:pt x="653" y="470"/>
                      </a:lnTo>
                      <a:lnTo>
                        <a:pt x="670" y="470"/>
                      </a:lnTo>
                      <a:lnTo>
                        <a:pt x="680" y="467"/>
                      </a:lnTo>
                      <a:lnTo>
                        <a:pt x="690" y="464"/>
                      </a:lnTo>
                      <a:lnTo>
                        <a:pt x="687" y="450"/>
                      </a:lnTo>
                      <a:lnTo>
                        <a:pt x="677" y="447"/>
                      </a:lnTo>
                      <a:lnTo>
                        <a:pt x="663" y="447"/>
                      </a:lnTo>
                      <a:lnTo>
                        <a:pt x="589" y="445"/>
                      </a:lnTo>
                      <a:lnTo>
                        <a:pt x="545" y="445"/>
                      </a:lnTo>
                      <a:lnTo>
                        <a:pt x="515" y="447"/>
                      </a:lnTo>
                      <a:lnTo>
                        <a:pt x="505" y="439"/>
                      </a:lnTo>
                      <a:lnTo>
                        <a:pt x="508" y="427"/>
                      </a:lnTo>
                      <a:lnTo>
                        <a:pt x="510" y="420"/>
                      </a:lnTo>
                      <a:lnTo>
                        <a:pt x="525" y="412"/>
                      </a:lnTo>
                      <a:lnTo>
                        <a:pt x="535" y="409"/>
                      </a:lnTo>
                      <a:lnTo>
                        <a:pt x="540" y="409"/>
                      </a:lnTo>
                      <a:lnTo>
                        <a:pt x="569" y="387"/>
                      </a:lnTo>
                      <a:lnTo>
                        <a:pt x="601" y="365"/>
                      </a:lnTo>
                      <a:lnTo>
                        <a:pt x="619" y="362"/>
                      </a:lnTo>
                      <a:lnTo>
                        <a:pt x="633" y="359"/>
                      </a:lnTo>
                      <a:lnTo>
                        <a:pt x="648" y="353"/>
                      </a:lnTo>
                      <a:lnTo>
                        <a:pt x="658" y="347"/>
                      </a:lnTo>
                      <a:lnTo>
                        <a:pt x="665" y="343"/>
                      </a:lnTo>
                      <a:lnTo>
                        <a:pt x="670" y="341"/>
                      </a:lnTo>
                      <a:lnTo>
                        <a:pt x="668" y="334"/>
                      </a:lnTo>
                      <a:lnTo>
                        <a:pt x="663" y="331"/>
                      </a:lnTo>
                      <a:lnTo>
                        <a:pt x="660" y="328"/>
                      </a:lnTo>
                      <a:lnTo>
                        <a:pt x="648" y="310"/>
                      </a:lnTo>
                      <a:lnTo>
                        <a:pt x="643" y="307"/>
                      </a:lnTo>
                      <a:lnTo>
                        <a:pt x="636" y="300"/>
                      </a:lnTo>
                      <a:lnTo>
                        <a:pt x="611" y="291"/>
                      </a:lnTo>
                      <a:lnTo>
                        <a:pt x="606" y="291"/>
                      </a:lnTo>
                      <a:lnTo>
                        <a:pt x="601" y="288"/>
                      </a:lnTo>
                      <a:lnTo>
                        <a:pt x="592" y="285"/>
                      </a:lnTo>
                      <a:lnTo>
                        <a:pt x="587" y="285"/>
                      </a:lnTo>
                      <a:lnTo>
                        <a:pt x="565" y="279"/>
                      </a:lnTo>
                      <a:lnTo>
                        <a:pt x="537" y="273"/>
                      </a:lnTo>
                      <a:lnTo>
                        <a:pt x="510" y="267"/>
                      </a:lnTo>
                      <a:lnTo>
                        <a:pt x="495" y="260"/>
                      </a:lnTo>
                      <a:lnTo>
                        <a:pt x="490" y="260"/>
                      </a:lnTo>
                      <a:lnTo>
                        <a:pt x="475" y="248"/>
                      </a:lnTo>
                      <a:lnTo>
                        <a:pt x="463" y="236"/>
                      </a:lnTo>
                      <a:lnTo>
                        <a:pt x="461" y="229"/>
                      </a:lnTo>
                      <a:lnTo>
                        <a:pt x="466" y="217"/>
                      </a:lnTo>
                      <a:lnTo>
                        <a:pt x="471" y="214"/>
                      </a:lnTo>
                      <a:lnTo>
                        <a:pt x="495" y="208"/>
                      </a:lnTo>
                      <a:lnTo>
                        <a:pt x="513" y="211"/>
                      </a:lnTo>
                      <a:lnTo>
                        <a:pt x="537" y="214"/>
                      </a:lnTo>
                      <a:lnTo>
                        <a:pt x="574" y="211"/>
                      </a:lnTo>
                      <a:lnTo>
                        <a:pt x="609" y="205"/>
                      </a:lnTo>
                      <a:lnTo>
                        <a:pt x="628" y="205"/>
                      </a:lnTo>
                      <a:lnTo>
                        <a:pt x="641" y="202"/>
                      </a:lnTo>
                      <a:lnTo>
                        <a:pt x="651" y="202"/>
                      </a:lnTo>
                      <a:lnTo>
                        <a:pt x="687" y="190"/>
                      </a:lnTo>
                      <a:lnTo>
                        <a:pt x="713" y="193"/>
                      </a:lnTo>
                      <a:lnTo>
                        <a:pt x="737" y="205"/>
                      </a:lnTo>
                      <a:lnTo>
                        <a:pt x="764" y="217"/>
                      </a:lnTo>
                      <a:lnTo>
                        <a:pt x="769" y="224"/>
                      </a:lnTo>
                      <a:lnTo>
                        <a:pt x="816" y="264"/>
                      </a:lnTo>
                      <a:lnTo>
                        <a:pt x="830" y="269"/>
                      </a:lnTo>
                      <a:lnTo>
                        <a:pt x="862" y="285"/>
                      </a:lnTo>
                      <a:lnTo>
                        <a:pt x="919" y="285"/>
                      </a:lnTo>
                      <a:lnTo>
                        <a:pt x="924" y="285"/>
                      </a:lnTo>
                      <a:lnTo>
                        <a:pt x="951" y="285"/>
                      </a:lnTo>
                      <a:lnTo>
                        <a:pt x="956" y="282"/>
                      </a:lnTo>
                      <a:lnTo>
                        <a:pt x="961" y="282"/>
                      </a:lnTo>
                      <a:lnTo>
                        <a:pt x="989" y="279"/>
                      </a:lnTo>
                      <a:lnTo>
                        <a:pt x="994" y="279"/>
                      </a:lnTo>
                      <a:lnTo>
                        <a:pt x="1006" y="276"/>
                      </a:lnTo>
                      <a:lnTo>
                        <a:pt x="1021" y="269"/>
                      </a:lnTo>
                      <a:lnTo>
                        <a:pt x="1040" y="264"/>
                      </a:lnTo>
                      <a:lnTo>
                        <a:pt x="1053" y="254"/>
                      </a:lnTo>
                      <a:lnTo>
                        <a:pt x="1058" y="251"/>
                      </a:lnTo>
                      <a:lnTo>
                        <a:pt x="1083" y="229"/>
                      </a:lnTo>
                      <a:lnTo>
                        <a:pt x="1099" y="208"/>
                      </a:lnTo>
                      <a:lnTo>
                        <a:pt x="1102" y="186"/>
                      </a:lnTo>
                      <a:lnTo>
                        <a:pt x="1099" y="180"/>
                      </a:lnTo>
                      <a:lnTo>
                        <a:pt x="1091" y="171"/>
                      </a:lnTo>
                      <a:lnTo>
                        <a:pt x="1077" y="168"/>
                      </a:lnTo>
                      <a:lnTo>
                        <a:pt x="1072" y="165"/>
                      </a:lnTo>
                      <a:lnTo>
                        <a:pt x="1063" y="165"/>
                      </a:lnTo>
                      <a:lnTo>
                        <a:pt x="1038" y="165"/>
                      </a:lnTo>
                      <a:lnTo>
                        <a:pt x="1028" y="168"/>
                      </a:lnTo>
                      <a:lnTo>
                        <a:pt x="1018" y="171"/>
                      </a:lnTo>
                      <a:lnTo>
                        <a:pt x="991" y="186"/>
                      </a:lnTo>
                      <a:lnTo>
                        <a:pt x="969" y="195"/>
                      </a:lnTo>
                      <a:lnTo>
                        <a:pt x="959" y="199"/>
                      </a:lnTo>
                      <a:lnTo>
                        <a:pt x="917" y="205"/>
                      </a:lnTo>
                      <a:lnTo>
                        <a:pt x="890" y="205"/>
                      </a:lnTo>
                      <a:lnTo>
                        <a:pt x="885" y="205"/>
                      </a:lnTo>
                      <a:lnTo>
                        <a:pt x="867" y="202"/>
                      </a:lnTo>
                      <a:lnTo>
                        <a:pt x="862" y="199"/>
                      </a:lnTo>
                      <a:lnTo>
                        <a:pt x="850" y="180"/>
                      </a:lnTo>
                      <a:lnTo>
                        <a:pt x="845" y="177"/>
                      </a:lnTo>
                      <a:lnTo>
                        <a:pt x="829" y="174"/>
                      </a:lnTo>
                      <a:lnTo>
                        <a:pt x="811" y="174"/>
                      </a:lnTo>
                      <a:lnTo>
                        <a:pt x="787" y="177"/>
                      </a:lnTo>
                      <a:lnTo>
                        <a:pt x="772" y="180"/>
                      </a:lnTo>
                      <a:lnTo>
                        <a:pt x="757" y="180"/>
                      </a:lnTo>
                      <a:lnTo>
                        <a:pt x="742" y="180"/>
                      </a:lnTo>
                      <a:lnTo>
                        <a:pt x="727" y="180"/>
                      </a:lnTo>
                      <a:lnTo>
                        <a:pt x="717" y="180"/>
                      </a:lnTo>
                      <a:lnTo>
                        <a:pt x="715" y="174"/>
                      </a:lnTo>
                      <a:lnTo>
                        <a:pt x="717" y="168"/>
                      </a:lnTo>
                      <a:lnTo>
                        <a:pt x="730" y="162"/>
                      </a:lnTo>
                      <a:lnTo>
                        <a:pt x="742" y="156"/>
                      </a:lnTo>
                      <a:lnTo>
                        <a:pt x="769" y="150"/>
                      </a:lnTo>
                      <a:lnTo>
                        <a:pt x="787" y="147"/>
                      </a:lnTo>
                      <a:lnTo>
                        <a:pt x="823" y="137"/>
                      </a:lnTo>
                      <a:lnTo>
                        <a:pt x="829" y="134"/>
                      </a:lnTo>
                      <a:lnTo>
                        <a:pt x="848" y="122"/>
                      </a:lnTo>
                      <a:lnTo>
                        <a:pt x="880" y="109"/>
                      </a:lnTo>
                      <a:lnTo>
                        <a:pt x="905" y="106"/>
                      </a:lnTo>
                      <a:lnTo>
                        <a:pt x="946" y="99"/>
                      </a:lnTo>
                      <a:lnTo>
                        <a:pt x="951" y="96"/>
                      </a:lnTo>
                      <a:lnTo>
                        <a:pt x="966" y="84"/>
                      </a:lnTo>
                      <a:lnTo>
                        <a:pt x="989" y="82"/>
                      </a:lnTo>
                      <a:lnTo>
                        <a:pt x="1006" y="78"/>
                      </a:lnTo>
                      <a:lnTo>
                        <a:pt x="1021" y="78"/>
                      </a:lnTo>
                      <a:lnTo>
                        <a:pt x="1055" y="54"/>
                      </a:lnTo>
                      <a:lnTo>
                        <a:pt x="1065" y="48"/>
                      </a:lnTo>
                      <a:lnTo>
                        <a:pt x="1129" y="30"/>
                      </a:lnTo>
                      <a:lnTo>
                        <a:pt x="1146" y="23"/>
                      </a:lnTo>
                      <a:lnTo>
                        <a:pt x="1161" y="20"/>
                      </a:lnTo>
                      <a:lnTo>
                        <a:pt x="1186" y="17"/>
                      </a:lnTo>
                      <a:lnTo>
                        <a:pt x="1193" y="14"/>
                      </a:lnTo>
                      <a:lnTo>
                        <a:pt x="1422" y="0"/>
                      </a:lnTo>
                      <a:lnTo>
                        <a:pt x="1418" y="911"/>
                      </a:lnTo>
                      <a:lnTo>
                        <a:pt x="0" y="914"/>
                      </a:lnTo>
                      <a:lnTo>
                        <a:pt x="266" y="649"/>
                      </a:lnTo>
                    </a:path>
                  </a:pathLst>
                </a:custGeom>
                <a:solidFill>
                  <a:srgbClr val="80FFFF"/>
                </a:solidFill>
                <a:ln cap="rnd">
                  <a:noFill/>
                  <a:round/>
                </a:ln>
                <a:effectLst/>
              </p:spPr>
            </p:sp>
          </p:grpSp>
          <p:grpSp>
            <p:nvGrpSpPr>
              <p:cNvPr id="61447" name=""/>
              <p:cNvGrpSpPr/>
              <p:nvPr/>
            </p:nvGrpSpPr>
            <p:grpSpPr>
              <a:xfrm>
                <a:off x="762" y="1074"/>
                <a:ext cx="1431" cy="774"/>
                <a:chOff x="762" y="1074"/>
                <a:chExt cx="1431" cy="774"/>
              </a:xfrm>
            </p:grpSpPr>
            <p:grpSp>
              <p:nvGrpSpPr>
                <p:cNvPr id="61448" name=""/>
                <p:cNvGrpSpPr/>
                <p:nvPr/>
              </p:nvGrpSpPr>
              <p:grpSpPr>
                <a:xfrm>
                  <a:off x="762" y="1074"/>
                  <a:ext cx="1431" cy="774"/>
                  <a:chOff x="762" y="1074"/>
                  <a:chExt cx="1431" cy="774"/>
                </a:xfrm>
              </p:grpSpPr>
              <p:grpSp>
                <p:nvGrpSpPr>
                  <p:cNvPr id="61449" name=""/>
                  <p:cNvGrpSpPr/>
                  <p:nvPr/>
                </p:nvGrpSpPr>
                <p:grpSpPr>
                  <a:xfrm>
                    <a:off x="1425" y="1074"/>
                    <a:ext cx="94" cy="770"/>
                    <a:chOff x="1425" y="1074"/>
                    <a:chExt cx="94" cy="770"/>
                  </a:xfrm>
                </p:grpSpPr>
                <p:sp>
                  <p:nvSpPr>
                    <p:cNvPr id="61450" name=""/>
                    <p:cNvSpPr/>
                    <p:nvPr/>
                  </p:nvSpPr>
                  <p:spPr>
                    <a:xfrm>
                      <a:off x="1426" y="1074"/>
                      <a:ext cx="76" cy="42"/>
                    </a:xfrm>
                    <a:prstGeom prst="ellipse">
                      <a:avLst/>
                    </a:prstGeom>
                    <a:solidFill>
                      <a:srgbClr val="919191"/>
                    </a:solidFill>
                    <a:ln>
                      <a:noFill/>
                      <a:miter lim="800000"/>
                    </a:ln>
                    <a:effectLst/>
                  </p:spPr>
                </p:sp>
                <p:sp>
                  <p:nvSpPr>
                    <p:cNvPr id="61451" name=""/>
                    <p:cNvSpPr/>
                    <p:nvPr/>
                  </p:nvSpPr>
                  <p:spPr>
                    <a:xfrm>
                      <a:off x="1426" y="1092"/>
                      <a:ext cx="75" cy="752"/>
                    </a:xfrm>
                    <a:prstGeom prst="rect">
                      <a:avLst/>
                    </a:prstGeom>
                    <a:solidFill>
                      <a:srgbClr val="919191"/>
                    </a:solidFill>
                    <a:ln>
                      <a:noFill/>
                      <a:miter lim="800000"/>
                    </a:ln>
                    <a:effectLst/>
                  </p:spPr>
                </p:sp>
                <p:sp>
                  <p:nvSpPr>
                    <p:cNvPr id="61452" name=""/>
                    <p:cNvSpPr/>
                    <p:nvPr/>
                  </p:nvSpPr>
                  <p:spPr>
                    <a:xfrm>
                      <a:off x="1456" y="1095"/>
                      <a:ext cx="20" cy="726"/>
                    </a:xfrm>
                    <a:prstGeom prst="rect">
                      <a:avLst/>
                    </a:prstGeom>
                    <a:solidFill>
                      <a:srgbClr val="606060"/>
                    </a:solidFill>
                    <a:ln>
                      <a:noFill/>
                      <a:miter lim="800000"/>
                    </a:ln>
                    <a:effectLst/>
                  </p:spPr>
                </p:sp>
                <p:sp>
                  <p:nvSpPr>
                    <p:cNvPr id="61453" name=""/>
                    <p:cNvSpPr/>
                    <p:nvPr/>
                  </p:nvSpPr>
                  <p:spPr>
                    <a:xfrm>
                      <a:off x="1445" y="1097"/>
                      <a:ext cx="20" cy="726"/>
                    </a:xfrm>
                    <a:prstGeom prst="rect">
                      <a:avLst/>
                    </a:prstGeom>
                    <a:solidFill>
                      <a:srgbClr val="606060"/>
                    </a:solidFill>
                    <a:ln>
                      <a:noFill/>
                      <a:miter lim="800000"/>
                    </a:ln>
                    <a:effectLst/>
                  </p:spPr>
                </p:sp>
                <p:sp>
                  <p:nvSpPr>
                    <p:cNvPr id="61454" name=""/>
                    <p:cNvSpPr/>
                    <p:nvPr/>
                  </p:nvSpPr>
                  <p:spPr>
                    <a:xfrm>
                      <a:off x="1434" y="1095"/>
                      <a:ext cx="20" cy="726"/>
                    </a:xfrm>
                    <a:prstGeom prst="rect">
                      <a:avLst/>
                    </a:prstGeom>
                    <a:solidFill>
                      <a:srgbClr val="606060"/>
                    </a:solidFill>
                    <a:ln>
                      <a:noFill/>
                      <a:miter lim="800000"/>
                    </a:ln>
                    <a:effectLst/>
                  </p:spPr>
                </p:sp>
                <p:sp>
                  <p:nvSpPr>
                    <p:cNvPr id="61455" name=""/>
                    <p:cNvSpPr/>
                    <p:nvPr/>
                  </p:nvSpPr>
                  <p:spPr>
                    <a:xfrm>
                      <a:off x="1425" y="1100"/>
                      <a:ext cx="20" cy="16"/>
                    </a:xfrm>
                    <a:prstGeom prst="ellipse">
                      <a:avLst/>
                    </a:prstGeom>
                    <a:solidFill>
                      <a:srgbClr val="C0C000"/>
                    </a:solidFill>
                    <a:ln>
                      <a:noFill/>
                      <a:miter lim="800000"/>
                    </a:ln>
                    <a:effectLst/>
                  </p:spPr>
                </p:sp>
                <p:sp>
                  <p:nvSpPr>
                    <p:cNvPr id="61456" name=""/>
                    <p:cNvSpPr/>
                    <p:nvPr/>
                  </p:nvSpPr>
                  <p:spPr>
                    <a:xfrm>
                      <a:off x="1431" y="1095"/>
                      <a:ext cx="20" cy="16"/>
                    </a:xfrm>
                    <a:prstGeom prst="ellipse">
                      <a:avLst/>
                    </a:prstGeom>
                    <a:solidFill>
                      <a:srgbClr val="C0C000"/>
                    </a:solidFill>
                    <a:ln>
                      <a:noFill/>
                      <a:miter lim="800000"/>
                    </a:ln>
                    <a:effectLst/>
                  </p:spPr>
                </p:sp>
                <p:sp>
                  <p:nvSpPr>
                    <p:cNvPr id="61457" name=""/>
                    <p:cNvSpPr/>
                    <p:nvPr/>
                  </p:nvSpPr>
                  <p:spPr>
                    <a:xfrm>
                      <a:off x="1439" y="1091"/>
                      <a:ext cx="20" cy="16"/>
                    </a:xfrm>
                    <a:prstGeom prst="ellipse">
                      <a:avLst/>
                    </a:prstGeom>
                    <a:solidFill>
                      <a:srgbClr val="C0C000"/>
                    </a:solidFill>
                    <a:ln>
                      <a:noFill/>
                      <a:miter lim="800000"/>
                    </a:ln>
                    <a:effectLst/>
                  </p:spPr>
                </p:sp>
                <p:sp>
                  <p:nvSpPr>
                    <p:cNvPr id="61458" name=""/>
                    <p:cNvSpPr/>
                    <p:nvPr/>
                  </p:nvSpPr>
                  <p:spPr>
                    <a:xfrm>
                      <a:off x="1446" y="1088"/>
                      <a:ext cx="20" cy="16"/>
                    </a:xfrm>
                    <a:prstGeom prst="ellipse">
                      <a:avLst/>
                    </a:prstGeom>
                    <a:solidFill>
                      <a:srgbClr val="C0C000"/>
                    </a:solidFill>
                    <a:ln>
                      <a:noFill/>
                      <a:miter lim="800000"/>
                    </a:ln>
                    <a:effectLst/>
                  </p:spPr>
                </p:sp>
                <p:sp>
                  <p:nvSpPr>
                    <p:cNvPr id="61459" name=""/>
                    <p:cNvSpPr/>
                    <p:nvPr/>
                  </p:nvSpPr>
                  <p:spPr>
                    <a:xfrm>
                      <a:off x="1455" y="1085"/>
                      <a:ext cx="20" cy="16"/>
                    </a:xfrm>
                    <a:prstGeom prst="ellipse">
                      <a:avLst/>
                    </a:prstGeom>
                    <a:solidFill>
                      <a:srgbClr val="C0C000"/>
                    </a:solidFill>
                    <a:ln>
                      <a:noFill/>
                      <a:miter lim="800000"/>
                    </a:ln>
                    <a:effectLst/>
                  </p:spPr>
                </p:sp>
                <p:sp>
                  <p:nvSpPr>
                    <p:cNvPr id="61460" name=""/>
                    <p:cNvSpPr/>
                    <p:nvPr/>
                  </p:nvSpPr>
                  <p:spPr>
                    <a:xfrm>
                      <a:off x="1464" y="1085"/>
                      <a:ext cx="20" cy="16"/>
                    </a:xfrm>
                    <a:prstGeom prst="ellipse">
                      <a:avLst/>
                    </a:prstGeom>
                    <a:solidFill>
                      <a:srgbClr val="C0C000"/>
                    </a:solidFill>
                    <a:ln>
                      <a:noFill/>
                      <a:miter lim="800000"/>
                    </a:ln>
                    <a:effectLst/>
                  </p:spPr>
                </p:sp>
                <p:sp>
                  <p:nvSpPr>
                    <p:cNvPr id="61461" name=""/>
                    <p:cNvSpPr/>
                    <p:nvPr/>
                  </p:nvSpPr>
                  <p:spPr>
                    <a:xfrm>
                      <a:off x="1472" y="1086"/>
                      <a:ext cx="20" cy="16"/>
                    </a:xfrm>
                    <a:prstGeom prst="ellipse">
                      <a:avLst/>
                    </a:prstGeom>
                    <a:solidFill>
                      <a:srgbClr val="C0C000"/>
                    </a:solidFill>
                    <a:ln>
                      <a:noFill/>
                      <a:miter lim="800000"/>
                    </a:ln>
                    <a:effectLst/>
                  </p:spPr>
                </p:sp>
                <p:sp>
                  <p:nvSpPr>
                    <p:cNvPr id="61462" name=""/>
                    <p:cNvSpPr/>
                    <p:nvPr/>
                  </p:nvSpPr>
                  <p:spPr>
                    <a:xfrm>
                      <a:off x="1482" y="1088"/>
                      <a:ext cx="20" cy="16"/>
                    </a:xfrm>
                    <a:prstGeom prst="ellipse">
                      <a:avLst/>
                    </a:prstGeom>
                    <a:solidFill>
                      <a:srgbClr val="C0C000"/>
                    </a:solidFill>
                    <a:ln>
                      <a:noFill/>
                      <a:miter lim="800000"/>
                    </a:ln>
                    <a:effectLst/>
                  </p:spPr>
                </p:sp>
                <p:sp>
                  <p:nvSpPr>
                    <p:cNvPr id="61463" name=""/>
                    <p:cNvSpPr/>
                    <p:nvPr/>
                  </p:nvSpPr>
                  <p:spPr>
                    <a:xfrm>
                      <a:off x="1490" y="1091"/>
                      <a:ext cx="20" cy="16"/>
                    </a:xfrm>
                    <a:prstGeom prst="ellipse">
                      <a:avLst/>
                    </a:prstGeom>
                    <a:solidFill>
                      <a:srgbClr val="C0C000"/>
                    </a:solidFill>
                    <a:ln>
                      <a:noFill/>
                      <a:miter lim="800000"/>
                    </a:ln>
                    <a:effectLst/>
                  </p:spPr>
                </p:sp>
                <p:sp>
                  <p:nvSpPr>
                    <p:cNvPr id="61464" name=""/>
                    <p:cNvSpPr/>
                    <p:nvPr/>
                  </p:nvSpPr>
                  <p:spPr>
                    <a:xfrm>
                      <a:off x="1499" y="1097"/>
                      <a:ext cx="20" cy="16"/>
                    </a:xfrm>
                    <a:prstGeom prst="ellipse">
                      <a:avLst/>
                    </a:prstGeom>
                    <a:solidFill>
                      <a:srgbClr val="C0C000"/>
                    </a:solidFill>
                    <a:ln>
                      <a:noFill/>
                      <a:miter lim="800000"/>
                    </a:ln>
                    <a:effectLst/>
                  </p:spPr>
                </p:sp>
              </p:grpSp>
              <p:sp>
                <p:nvSpPr>
                  <p:cNvPr id="61465" name=""/>
                  <p:cNvSpPr/>
                  <p:nvPr/>
                </p:nvSpPr>
                <p:spPr>
                  <a:xfrm>
                    <a:off x="1421" y="1558"/>
                    <a:ext cx="149" cy="287"/>
                  </a:xfrm>
                  <a:prstGeom prst="rect">
                    <a:avLst/>
                  </a:prstGeom>
                  <a:solidFill>
                    <a:srgbClr val="000000"/>
                  </a:solidFill>
                  <a:ln>
                    <a:noFill/>
                    <a:miter lim="800000"/>
                  </a:ln>
                  <a:effectLst/>
                </p:spPr>
              </p:sp>
              <p:sp>
                <p:nvSpPr>
                  <p:cNvPr id="61466" name=""/>
                  <p:cNvSpPr/>
                  <p:nvPr/>
                </p:nvSpPr>
                <p:spPr>
                  <a:xfrm>
                    <a:off x="1524" y="1325"/>
                    <a:ext cx="76" cy="255"/>
                  </a:xfrm>
                  <a:custGeom>
                    <a:pathLst>
                      <a:path w="76" h="255">
                        <a:moveTo>
                          <a:pt x="2" y="245"/>
                        </a:moveTo>
                        <a:lnTo>
                          <a:pt x="2" y="37"/>
                        </a:lnTo>
                        <a:lnTo>
                          <a:pt x="22" y="37"/>
                        </a:lnTo>
                        <a:lnTo>
                          <a:pt x="22" y="0"/>
                        </a:lnTo>
                        <a:lnTo>
                          <a:pt x="50" y="0"/>
                        </a:lnTo>
                        <a:lnTo>
                          <a:pt x="50" y="37"/>
                        </a:lnTo>
                        <a:lnTo>
                          <a:pt x="75" y="37"/>
                        </a:lnTo>
                        <a:lnTo>
                          <a:pt x="75" y="254"/>
                        </a:lnTo>
                        <a:lnTo>
                          <a:pt x="0" y="254"/>
                        </a:lnTo>
                        <a:lnTo>
                          <a:pt x="2" y="245"/>
                        </a:lnTo>
                      </a:path>
                    </a:pathLst>
                  </a:custGeom>
                  <a:solidFill>
                    <a:srgbClr val="202020"/>
                  </a:solidFill>
                  <a:ln cap="rnd">
                    <a:noFill/>
                    <a:round/>
                  </a:ln>
                  <a:effectLst/>
                </p:spPr>
              </p:sp>
              <p:sp>
                <p:nvSpPr>
                  <p:cNvPr id="61467" name=""/>
                  <p:cNvSpPr/>
                  <p:nvPr/>
                </p:nvSpPr>
                <p:spPr>
                  <a:xfrm>
                    <a:off x="1017" y="1509"/>
                    <a:ext cx="153" cy="179"/>
                  </a:xfrm>
                  <a:custGeom>
                    <a:pathLst>
                      <a:path w="153" h="179">
                        <a:moveTo>
                          <a:pt x="0" y="178"/>
                        </a:moveTo>
                        <a:lnTo>
                          <a:pt x="0" y="42"/>
                        </a:lnTo>
                        <a:lnTo>
                          <a:pt x="35" y="42"/>
                        </a:lnTo>
                        <a:lnTo>
                          <a:pt x="35" y="0"/>
                        </a:lnTo>
                        <a:lnTo>
                          <a:pt x="119" y="0"/>
                        </a:lnTo>
                        <a:lnTo>
                          <a:pt x="119" y="25"/>
                        </a:lnTo>
                        <a:lnTo>
                          <a:pt x="152" y="25"/>
                        </a:lnTo>
                        <a:lnTo>
                          <a:pt x="152" y="178"/>
                        </a:lnTo>
                        <a:lnTo>
                          <a:pt x="0" y="178"/>
                        </a:lnTo>
                      </a:path>
                    </a:pathLst>
                  </a:custGeom>
                  <a:solidFill>
                    <a:srgbClr val="A0A0A0"/>
                  </a:solidFill>
                  <a:ln cap="rnd">
                    <a:noFill/>
                    <a:round/>
                  </a:ln>
                  <a:effectLst/>
                </p:spPr>
              </p:sp>
              <p:sp>
                <p:nvSpPr>
                  <p:cNvPr id="61468" name=""/>
                  <p:cNvSpPr/>
                  <p:nvPr/>
                </p:nvSpPr>
                <p:spPr>
                  <a:xfrm>
                    <a:off x="1377" y="1585"/>
                    <a:ext cx="112" cy="259"/>
                  </a:xfrm>
                  <a:prstGeom prst="rect">
                    <a:avLst/>
                  </a:prstGeom>
                  <a:solidFill>
                    <a:srgbClr val="606060"/>
                  </a:solidFill>
                  <a:ln>
                    <a:noFill/>
                    <a:miter lim="800000"/>
                  </a:ln>
                  <a:effectLst/>
                </p:spPr>
              </p:sp>
              <p:grpSp>
                <p:nvGrpSpPr>
                  <p:cNvPr id="61469" name=""/>
                  <p:cNvGrpSpPr/>
                  <p:nvPr/>
                </p:nvGrpSpPr>
                <p:grpSpPr>
                  <a:xfrm>
                    <a:off x="1769" y="1261"/>
                    <a:ext cx="117" cy="462"/>
                    <a:chOff x="1769" y="1261"/>
                    <a:chExt cx="117" cy="462"/>
                  </a:xfrm>
                </p:grpSpPr>
                <p:sp>
                  <p:nvSpPr>
                    <p:cNvPr id="61470" name=""/>
                    <p:cNvSpPr/>
                    <p:nvPr/>
                  </p:nvSpPr>
                  <p:spPr>
                    <a:xfrm>
                      <a:off x="1769" y="1261"/>
                      <a:ext cx="78" cy="462"/>
                    </a:xfrm>
                    <a:custGeom>
                      <a:pathLst>
                        <a:path w="78" h="462">
                          <a:moveTo>
                            <a:pt x="0" y="456"/>
                          </a:moveTo>
                          <a:lnTo>
                            <a:pt x="0" y="104"/>
                          </a:lnTo>
                          <a:lnTo>
                            <a:pt x="34" y="97"/>
                          </a:lnTo>
                          <a:lnTo>
                            <a:pt x="34" y="7"/>
                          </a:lnTo>
                          <a:lnTo>
                            <a:pt x="62" y="0"/>
                          </a:lnTo>
                          <a:lnTo>
                            <a:pt x="61" y="93"/>
                          </a:lnTo>
                          <a:lnTo>
                            <a:pt x="77" y="89"/>
                          </a:lnTo>
                          <a:lnTo>
                            <a:pt x="77" y="461"/>
                          </a:lnTo>
                          <a:lnTo>
                            <a:pt x="0" y="456"/>
                          </a:lnTo>
                        </a:path>
                      </a:pathLst>
                    </a:custGeom>
                    <a:solidFill>
                      <a:srgbClr val="808080"/>
                    </a:solidFill>
                    <a:ln cap="rnd">
                      <a:noFill/>
                      <a:round/>
                    </a:ln>
                    <a:effectLst/>
                  </p:spPr>
                </p:sp>
                <p:sp>
                  <p:nvSpPr>
                    <p:cNvPr id="61471" name=""/>
                    <p:cNvSpPr/>
                    <p:nvPr/>
                  </p:nvSpPr>
                  <p:spPr>
                    <a:xfrm>
                      <a:off x="1830" y="1261"/>
                      <a:ext cx="56" cy="460"/>
                    </a:xfrm>
                    <a:custGeom>
                      <a:pathLst>
                        <a:path w="56" h="460">
                          <a:moveTo>
                            <a:pt x="0" y="0"/>
                          </a:moveTo>
                          <a:lnTo>
                            <a:pt x="0" y="93"/>
                          </a:lnTo>
                          <a:lnTo>
                            <a:pt x="16" y="89"/>
                          </a:lnTo>
                          <a:lnTo>
                            <a:pt x="15" y="459"/>
                          </a:lnTo>
                          <a:lnTo>
                            <a:pt x="55" y="450"/>
                          </a:lnTo>
                          <a:lnTo>
                            <a:pt x="55" y="101"/>
                          </a:lnTo>
                          <a:lnTo>
                            <a:pt x="35" y="95"/>
                          </a:lnTo>
                          <a:lnTo>
                            <a:pt x="35" y="10"/>
                          </a:lnTo>
                          <a:lnTo>
                            <a:pt x="0" y="0"/>
                          </a:lnTo>
                        </a:path>
                      </a:pathLst>
                    </a:custGeom>
                    <a:solidFill>
                      <a:srgbClr val="404040"/>
                    </a:solidFill>
                    <a:ln cap="rnd">
                      <a:noFill/>
                      <a:round/>
                    </a:ln>
                    <a:effectLst/>
                  </p:spPr>
                </p:sp>
              </p:grpSp>
              <p:sp>
                <p:nvSpPr>
                  <p:cNvPr id="61472" name=""/>
                  <p:cNvSpPr/>
                  <p:nvPr/>
                </p:nvSpPr>
                <p:spPr>
                  <a:xfrm>
                    <a:off x="1672" y="1607"/>
                    <a:ext cx="236" cy="237"/>
                  </a:xfrm>
                  <a:custGeom>
                    <a:pathLst>
                      <a:path w="236" h="237">
                        <a:moveTo>
                          <a:pt x="63" y="14"/>
                        </a:moveTo>
                        <a:lnTo>
                          <a:pt x="80" y="23"/>
                        </a:lnTo>
                        <a:lnTo>
                          <a:pt x="83" y="23"/>
                        </a:lnTo>
                        <a:lnTo>
                          <a:pt x="85" y="23"/>
                        </a:lnTo>
                        <a:lnTo>
                          <a:pt x="88" y="21"/>
                        </a:lnTo>
                        <a:lnTo>
                          <a:pt x="90" y="19"/>
                        </a:lnTo>
                        <a:lnTo>
                          <a:pt x="90" y="15"/>
                        </a:lnTo>
                        <a:lnTo>
                          <a:pt x="91" y="12"/>
                        </a:lnTo>
                        <a:lnTo>
                          <a:pt x="91" y="9"/>
                        </a:lnTo>
                        <a:lnTo>
                          <a:pt x="91" y="6"/>
                        </a:lnTo>
                        <a:lnTo>
                          <a:pt x="91" y="3"/>
                        </a:lnTo>
                        <a:lnTo>
                          <a:pt x="92" y="0"/>
                        </a:lnTo>
                        <a:lnTo>
                          <a:pt x="95" y="0"/>
                        </a:lnTo>
                        <a:lnTo>
                          <a:pt x="98" y="0"/>
                        </a:lnTo>
                        <a:lnTo>
                          <a:pt x="102" y="3"/>
                        </a:lnTo>
                        <a:lnTo>
                          <a:pt x="104" y="5"/>
                        </a:lnTo>
                        <a:lnTo>
                          <a:pt x="107" y="6"/>
                        </a:lnTo>
                        <a:lnTo>
                          <a:pt x="110" y="7"/>
                        </a:lnTo>
                        <a:lnTo>
                          <a:pt x="112" y="9"/>
                        </a:lnTo>
                        <a:lnTo>
                          <a:pt x="115" y="14"/>
                        </a:lnTo>
                        <a:lnTo>
                          <a:pt x="117" y="15"/>
                        </a:lnTo>
                        <a:lnTo>
                          <a:pt x="120" y="19"/>
                        </a:lnTo>
                        <a:lnTo>
                          <a:pt x="120" y="21"/>
                        </a:lnTo>
                        <a:lnTo>
                          <a:pt x="121" y="25"/>
                        </a:lnTo>
                        <a:lnTo>
                          <a:pt x="124" y="26"/>
                        </a:lnTo>
                        <a:lnTo>
                          <a:pt x="124" y="29"/>
                        </a:lnTo>
                        <a:lnTo>
                          <a:pt x="124" y="33"/>
                        </a:lnTo>
                        <a:lnTo>
                          <a:pt x="127" y="31"/>
                        </a:lnTo>
                        <a:lnTo>
                          <a:pt x="129" y="28"/>
                        </a:lnTo>
                        <a:lnTo>
                          <a:pt x="132" y="25"/>
                        </a:lnTo>
                        <a:lnTo>
                          <a:pt x="134" y="25"/>
                        </a:lnTo>
                        <a:lnTo>
                          <a:pt x="137" y="25"/>
                        </a:lnTo>
                        <a:lnTo>
                          <a:pt x="139" y="25"/>
                        </a:lnTo>
                        <a:lnTo>
                          <a:pt x="142" y="26"/>
                        </a:lnTo>
                        <a:lnTo>
                          <a:pt x="144" y="26"/>
                        </a:lnTo>
                        <a:lnTo>
                          <a:pt x="147" y="26"/>
                        </a:lnTo>
                        <a:lnTo>
                          <a:pt x="149" y="26"/>
                        </a:lnTo>
                        <a:lnTo>
                          <a:pt x="152" y="26"/>
                        </a:lnTo>
                        <a:lnTo>
                          <a:pt x="153" y="23"/>
                        </a:lnTo>
                        <a:lnTo>
                          <a:pt x="155" y="21"/>
                        </a:lnTo>
                        <a:lnTo>
                          <a:pt x="158" y="20"/>
                        </a:lnTo>
                        <a:lnTo>
                          <a:pt x="160" y="20"/>
                        </a:lnTo>
                        <a:lnTo>
                          <a:pt x="162" y="20"/>
                        </a:lnTo>
                        <a:lnTo>
                          <a:pt x="165" y="20"/>
                        </a:lnTo>
                        <a:lnTo>
                          <a:pt x="167" y="19"/>
                        </a:lnTo>
                        <a:lnTo>
                          <a:pt x="170" y="17"/>
                        </a:lnTo>
                        <a:lnTo>
                          <a:pt x="173" y="17"/>
                        </a:lnTo>
                        <a:lnTo>
                          <a:pt x="175" y="19"/>
                        </a:lnTo>
                        <a:lnTo>
                          <a:pt x="177" y="19"/>
                        </a:lnTo>
                        <a:lnTo>
                          <a:pt x="180" y="20"/>
                        </a:lnTo>
                        <a:lnTo>
                          <a:pt x="182" y="20"/>
                        </a:lnTo>
                        <a:lnTo>
                          <a:pt x="186" y="20"/>
                        </a:lnTo>
                        <a:lnTo>
                          <a:pt x="189" y="17"/>
                        </a:lnTo>
                        <a:lnTo>
                          <a:pt x="191" y="14"/>
                        </a:lnTo>
                        <a:lnTo>
                          <a:pt x="194" y="14"/>
                        </a:lnTo>
                        <a:lnTo>
                          <a:pt x="197" y="12"/>
                        </a:lnTo>
                        <a:lnTo>
                          <a:pt x="199" y="12"/>
                        </a:lnTo>
                        <a:lnTo>
                          <a:pt x="202" y="14"/>
                        </a:lnTo>
                        <a:lnTo>
                          <a:pt x="203" y="17"/>
                        </a:lnTo>
                        <a:lnTo>
                          <a:pt x="205" y="20"/>
                        </a:lnTo>
                        <a:lnTo>
                          <a:pt x="205" y="23"/>
                        </a:lnTo>
                        <a:lnTo>
                          <a:pt x="205" y="26"/>
                        </a:lnTo>
                        <a:lnTo>
                          <a:pt x="205" y="29"/>
                        </a:lnTo>
                        <a:lnTo>
                          <a:pt x="208" y="33"/>
                        </a:lnTo>
                        <a:lnTo>
                          <a:pt x="210" y="36"/>
                        </a:lnTo>
                        <a:lnTo>
                          <a:pt x="212" y="36"/>
                        </a:lnTo>
                        <a:lnTo>
                          <a:pt x="215" y="36"/>
                        </a:lnTo>
                        <a:lnTo>
                          <a:pt x="217" y="36"/>
                        </a:lnTo>
                        <a:lnTo>
                          <a:pt x="219" y="39"/>
                        </a:lnTo>
                        <a:lnTo>
                          <a:pt x="220" y="43"/>
                        </a:lnTo>
                        <a:lnTo>
                          <a:pt x="223" y="44"/>
                        </a:lnTo>
                        <a:lnTo>
                          <a:pt x="224" y="47"/>
                        </a:lnTo>
                        <a:lnTo>
                          <a:pt x="225" y="50"/>
                        </a:lnTo>
                        <a:lnTo>
                          <a:pt x="227" y="53"/>
                        </a:lnTo>
                        <a:lnTo>
                          <a:pt x="229" y="57"/>
                        </a:lnTo>
                        <a:lnTo>
                          <a:pt x="230" y="60"/>
                        </a:lnTo>
                        <a:lnTo>
                          <a:pt x="232" y="63"/>
                        </a:lnTo>
                        <a:lnTo>
                          <a:pt x="233" y="66"/>
                        </a:lnTo>
                        <a:lnTo>
                          <a:pt x="235" y="69"/>
                        </a:lnTo>
                        <a:lnTo>
                          <a:pt x="235" y="73"/>
                        </a:lnTo>
                        <a:lnTo>
                          <a:pt x="235" y="76"/>
                        </a:lnTo>
                        <a:lnTo>
                          <a:pt x="230" y="236"/>
                        </a:lnTo>
                        <a:lnTo>
                          <a:pt x="0" y="236"/>
                        </a:lnTo>
                        <a:lnTo>
                          <a:pt x="63" y="14"/>
                        </a:lnTo>
                      </a:path>
                    </a:pathLst>
                  </a:custGeom>
                  <a:solidFill>
                    <a:srgbClr val="006000"/>
                  </a:solidFill>
                  <a:ln cap="rnd">
                    <a:noFill/>
                    <a:round/>
                  </a:ln>
                  <a:effectLst/>
                </p:spPr>
              </p:sp>
              <p:grpSp>
                <p:nvGrpSpPr>
                  <p:cNvPr id="61473" name=""/>
                  <p:cNvGrpSpPr/>
                  <p:nvPr/>
                </p:nvGrpSpPr>
                <p:grpSpPr>
                  <a:xfrm>
                    <a:off x="1706" y="1668"/>
                    <a:ext cx="122" cy="180"/>
                    <a:chOff x="1706" y="1668"/>
                    <a:chExt cx="122" cy="180"/>
                  </a:xfrm>
                </p:grpSpPr>
                <p:sp>
                  <p:nvSpPr>
                    <p:cNvPr id="61474" name=""/>
                    <p:cNvSpPr/>
                    <p:nvPr/>
                  </p:nvSpPr>
                  <p:spPr>
                    <a:xfrm>
                      <a:off x="1706" y="1669"/>
                      <a:ext cx="104" cy="177"/>
                    </a:xfrm>
                    <a:custGeom>
                      <a:pathLst>
                        <a:path w="104" h="177">
                          <a:moveTo>
                            <a:pt x="0" y="2"/>
                          </a:moveTo>
                          <a:lnTo>
                            <a:pt x="0" y="176"/>
                          </a:lnTo>
                          <a:lnTo>
                            <a:pt x="103" y="176"/>
                          </a:lnTo>
                          <a:lnTo>
                            <a:pt x="103" y="0"/>
                          </a:lnTo>
                          <a:lnTo>
                            <a:pt x="0" y="2"/>
                          </a:lnTo>
                        </a:path>
                      </a:pathLst>
                    </a:custGeom>
                    <a:solidFill>
                      <a:srgbClr val="606060"/>
                    </a:solidFill>
                    <a:ln cap="rnd">
                      <a:noFill/>
                      <a:round/>
                    </a:ln>
                    <a:effectLst/>
                  </p:spPr>
                </p:sp>
                <p:sp>
                  <p:nvSpPr>
                    <p:cNvPr id="61475" name=""/>
                    <p:cNvSpPr/>
                    <p:nvPr/>
                  </p:nvSpPr>
                  <p:spPr>
                    <a:xfrm>
                      <a:off x="1805" y="1668"/>
                      <a:ext cx="23" cy="180"/>
                    </a:xfrm>
                    <a:custGeom>
                      <a:pathLst>
                        <a:path w="23" h="180">
                          <a:moveTo>
                            <a:pt x="0" y="1"/>
                          </a:moveTo>
                          <a:lnTo>
                            <a:pt x="0" y="179"/>
                          </a:lnTo>
                          <a:lnTo>
                            <a:pt x="22" y="175"/>
                          </a:lnTo>
                          <a:lnTo>
                            <a:pt x="22" y="0"/>
                          </a:lnTo>
                          <a:lnTo>
                            <a:pt x="0" y="1"/>
                          </a:lnTo>
                        </a:path>
                      </a:pathLst>
                    </a:custGeom>
                    <a:solidFill>
                      <a:srgbClr val="808080"/>
                    </a:solidFill>
                    <a:ln cap="rnd">
                      <a:noFill/>
                      <a:round/>
                    </a:ln>
                    <a:effectLst/>
                  </p:spPr>
                </p:sp>
              </p:grpSp>
              <p:sp>
                <p:nvSpPr>
                  <p:cNvPr id="61476" name=""/>
                  <p:cNvSpPr/>
                  <p:nvPr/>
                </p:nvSpPr>
                <p:spPr>
                  <a:xfrm>
                    <a:off x="1901" y="1346"/>
                    <a:ext cx="66" cy="407"/>
                  </a:xfrm>
                  <a:prstGeom prst="rect">
                    <a:avLst/>
                  </a:prstGeom>
                  <a:solidFill>
                    <a:srgbClr val="202020"/>
                  </a:solidFill>
                  <a:ln>
                    <a:noFill/>
                    <a:miter lim="800000"/>
                  </a:ln>
                  <a:effectLst/>
                </p:spPr>
              </p:sp>
              <p:grpSp>
                <p:nvGrpSpPr>
                  <p:cNvPr id="61477" name=""/>
                  <p:cNvGrpSpPr/>
                  <p:nvPr/>
                </p:nvGrpSpPr>
                <p:grpSpPr>
                  <a:xfrm>
                    <a:off x="1922" y="1364"/>
                    <a:ext cx="271" cy="482"/>
                    <a:chOff x="1922" y="1364"/>
                    <a:chExt cx="271" cy="482"/>
                  </a:xfrm>
                </p:grpSpPr>
                <p:sp>
                  <p:nvSpPr>
                    <p:cNvPr id="61478" name=""/>
                    <p:cNvSpPr/>
                    <p:nvPr/>
                  </p:nvSpPr>
                  <p:spPr>
                    <a:xfrm>
                      <a:off x="1989" y="1366"/>
                      <a:ext cx="204" cy="480"/>
                    </a:xfrm>
                    <a:custGeom>
                      <a:pathLst>
                        <a:path w="204" h="480">
                          <a:moveTo>
                            <a:pt x="203" y="478"/>
                          </a:moveTo>
                          <a:lnTo>
                            <a:pt x="203" y="7"/>
                          </a:lnTo>
                          <a:lnTo>
                            <a:pt x="0" y="0"/>
                          </a:lnTo>
                          <a:lnTo>
                            <a:pt x="0" y="479"/>
                          </a:lnTo>
                          <a:lnTo>
                            <a:pt x="203" y="478"/>
                          </a:lnTo>
                        </a:path>
                      </a:pathLst>
                    </a:custGeom>
                    <a:solidFill>
                      <a:srgbClr val="808080"/>
                    </a:solidFill>
                    <a:ln cap="rnd">
                      <a:noFill/>
                      <a:round/>
                    </a:ln>
                    <a:effectLst/>
                  </p:spPr>
                </p:sp>
                <p:sp>
                  <p:nvSpPr>
                    <p:cNvPr id="61479" name=""/>
                    <p:cNvSpPr/>
                    <p:nvPr/>
                  </p:nvSpPr>
                  <p:spPr>
                    <a:xfrm>
                      <a:off x="1922" y="1364"/>
                      <a:ext cx="75" cy="482"/>
                    </a:xfrm>
                    <a:custGeom>
                      <a:pathLst>
                        <a:path w="75" h="482">
                          <a:moveTo>
                            <a:pt x="74" y="0"/>
                          </a:moveTo>
                          <a:lnTo>
                            <a:pt x="0" y="15"/>
                          </a:lnTo>
                          <a:lnTo>
                            <a:pt x="0" y="479"/>
                          </a:lnTo>
                          <a:lnTo>
                            <a:pt x="74" y="481"/>
                          </a:lnTo>
                          <a:lnTo>
                            <a:pt x="74" y="0"/>
                          </a:lnTo>
                        </a:path>
                      </a:pathLst>
                    </a:custGeom>
                    <a:solidFill>
                      <a:srgbClr val="606060"/>
                    </a:solidFill>
                    <a:ln cap="rnd">
                      <a:noFill/>
                      <a:round/>
                    </a:ln>
                    <a:effectLst/>
                  </p:spPr>
                </p:sp>
                <p:grpSp>
                  <p:nvGrpSpPr>
                    <p:cNvPr id="61480" name=""/>
                    <p:cNvGrpSpPr/>
                    <p:nvPr/>
                  </p:nvGrpSpPr>
                  <p:grpSpPr>
                    <a:xfrm>
                      <a:off x="2011" y="1391"/>
                      <a:ext cx="173" cy="260"/>
                      <a:chOff x="2011" y="1391"/>
                      <a:chExt cx="173" cy="260"/>
                    </a:xfrm>
                  </p:grpSpPr>
                  <p:cxnSp>
                    <p:nvCxnSpPr>
                      <p:cNvPr id="61481" name=""/>
                      <p:cNvCxnSpPr/>
                      <p:nvPr/>
                    </p:nvCxnSpPr>
                    <p:spPr>
                      <a:xfrm>
                        <a:off x="2014" y="1391"/>
                        <a:ext cx="170" cy="6"/>
                      </a:xfrm>
                      <a:prstGeom prst="line">
                        <a:avLst/>
                      </a:prstGeom>
                      <a:noFill/>
                      <a:ln w="12700">
                        <a:solidFill>
                          <a:srgbClr val="C0FFFF"/>
                        </a:solidFill>
                        <a:miter lim="800000"/>
                      </a:ln>
                      <a:effectLst/>
                    </p:spPr>
                  </p:cxnSp>
                  <p:cxnSp>
                    <p:nvCxnSpPr>
                      <p:cNvPr id="61482" name=""/>
                      <p:cNvCxnSpPr/>
                      <p:nvPr/>
                    </p:nvCxnSpPr>
                    <p:spPr>
                      <a:xfrm>
                        <a:off x="2014" y="1426"/>
                        <a:ext cx="167" cy="5"/>
                      </a:xfrm>
                      <a:prstGeom prst="line">
                        <a:avLst/>
                      </a:prstGeom>
                      <a:noFill/>
                      <a:ln w="12700">
                        <a:solidFill>
                          <a:srgbClr val="C0FFFF"/>
                        </a:solidFill>
                        <a:miter lim="800000"/>
                      </a:ln>
                      <a:effectLst/>
                    </p:spPr>
                  </p:cxnSp>
                  <p:cxnSp>
                    <p:nvCxnSpPr>
                      <p:cNvPr id="61483" name=""/>
                      <p:cNvCxnSpPr/>
                      <p:nvPr/>
                    </p:nvCxnSpPr>
                    <p:spPr>
                      <a:xfrm>
                        <a:off x="2012" y="1462"/>
                        <a:ext cx="170" cy="6"/>
                      </a:xfrm>
                      <a:prstGeom prst="line">
                        <a:avLst/>
                      </a:prstGeom>
                      <a:noFill/>
                      <a:ln w="12700">
                        <a:solidFill>
                          <a:srgbClr val="C0FFFF"/>
                        </a:solidFill>
                        <a:miter lim="800000"/>
                      </a:ln>
                      <a:effectLst/>
                    </p:spPr>
                  </p:cxnSp>
                  <p:cxnSp>
                    <p:nvCxnSpPr>
                      <p:cNvPr id="61484" name=""/>
                      <p:cNvCxnSpPr/>
                      <p:nvPr/>
                    </p:nvCxnSpPr>
                    <p:spPr>
                      <a:xfrm>
                        <a:off x="2012" y="1499"/>
                        <a:ext cx="170" cy="4"/>
                      </a:xfrm>
                      <a:prstGeom prst="line">
                        <a:avLst/>
                      </a:prstGeom>
                      <a:noFill/>
                      <a:ln w="12700">
                        <a:solidFill>
                          <a:srgbClr val="C0FFFF"/>
                        </a:solidFill>
                        <a:miter lim="800000"/>
                      </a:ln>
                      <a:effectLst/>
                    </p:spPr>
                  </p:cxnSp>
                  <p:cxnSp>
                    <p:nvCxnSpPr>
                      <p:cNvPr id="61485" name=""/>
                      <p:cNvCxnSpPr/>
                      <p:nvPr/>
                    </p:nvCxnSpPr>
                    <p:spPr>
                      <a:xfrm>
                        <a:off x="2012" y="1535"/>
                        <a:ext cx="170" cy="4"/>
                      </a:xfrm>
                      <a:prstGeom prst="line">
                        <a:avLst/>
                      </a:prstGeom>
                      <a:noFill/>
                      <a:ln w="12700">
                        <a:solidFill>
                          <a:srgbClr val="C0FFFF"/>
                        </a:solidFill>
                        <a:miter lim="800000"/>
                      </a:ln>
                      <a:effectLst/>
                    </p:spPr>
                  </p:cxnSp>
                  <p:cxnSp>
                    <p:nvCxnSpPr>
                      <p:cNvPr id="61486" name=""/>
                      <p:cNvCxnSpPr/>
                      <p:nvPr/>
                    </p:nvCxnSpPr>
                    <p:spPr>
                      <a:xfrm>
                        <a:off x="2011" y="1573"/>
                        <a:ext cx="169" cy="4"/>
                      </a:xfrm>
                      <a:prstGeom prst="line">
                        <a:avLst/>
                      </a:prstGeom>
                      <a:noFill/>
                      <a:ln w="12700">
                        <a:solidFill>
                          <a:srgbClr val="C0FFFF"/>
                        </a:solidFill>
                        <a:miter lim="800000"/>
                      </a:ln>
                      <a:effectLst/>
                    </p:spPr>
                  </p:cxnSp>
                  <p:cxnSp>
                    <p:nvCxnSpPr>
                      <p:cNvPr id="61487" name=""/>
                      <p:cNvCxnSpPr/>
                      <p:nvPr/>
                    </p:nvCxnSpPr>
                    <p:spPr>
                      <a:xfrm>
                        <a:off x="2012" y="1606"/>
                        <a:ext cx="168" cy="5"/>
                      </a:xfrm>
                      <a:prstGeom prst="line">
                        <a:avLst/>
                      </a:prstGeom>
                      <a:noFill/>
                      <a:ln w="12700">
                        <a:solidFill>
                          <a:srgbClr val="C0FFFF"/>
                        </a:solidFill>
                        <a:miter lim="800000"/>
                      </a:ln>
                      <a:effectLst/>
                    </p:spPr>
                  </p:cxnSp>
                  <p:cxnSp>
                    <p:nvCxnSpPr>
                      <p:cNvPr id="61488" name=""/>
                      <p:cNvCxnSpPr/>
                      <p:nvPr/>
                    </p:nvCxnSpPr>
                    <p:spPr>
                      <a:xfrm>
                        <a:off x="2011" y="1645"/>
                        <a:ext cx="168" cy="6"/>
                      </a:xfrm>
                      <a:prstGeom prst="line">
                        <a:avLst/>
                      </a:prstGeom>
                      <a:noFill/>
                      <a:ln w="12700">
                        <a:solidFill>
                          <a:srgbClr val="C0FFFF"/>
                        </a:solidFill>
                        <a:miter lim="800000"/>
                      </a:ln>
                      <a:effectLst/>
                    </p:spPr>
                  </p:cxnSp>
                </p:grpSp>
              </p:grpSp>
              <p:grpSp>
                <p:nvGrpSpPr>
                  <p:cNvPr id="61489" name=""/>
                  <p:cNvGrpSpPr/>
                  <p:nvPr/>
                </p:nvGrpSpPr>
                <p:grpSpPr>
                  <a:xfrm>
                    <a:off x="1581" y="1126"/>
                    <a:ext cx="121" cy="509"/>
                    <a:chOff x="1581" y="1126"/>
                    <a:chExt cx="121" cy="509"/>
                  </a:xfrm>
                </p:grpSpPr>
                <p:sp>
                  <p:nvSpPr>
                    <p:cNvPr id="61490" name=""/>
                    <p:cNvSpPr/>
                    <p:nvPr/>
                  </p:nvSpPr>
                  <p:spPr>
                    <a:xfrm>
                      <a:off x="1581" y="1126"/>
                      <a:ext cx="76" cy="506"/>
                    </a:xfrm>
                    <a:custGeom>
                      <a:pathLst>
                        <a:path w="76" h="506">
                          <a:moveTo>
                            <a:pt x="75" y="0"/>
                          </a:moveTo>
                          <a:lnTo>
                            <a:pt x="0" y="25"/>
                          </a:lnTo>
                          <a:lnTo>
                            <a:pt x="0" y="505"/>
                          </a:lnTo>
                          <a:lnTo>
                            <a:pt x="75" y="505"/>
                          </a:lnTo>
                          <a:lnTo>
                            <a:pt x="75" y="0"/>
                          </a:lnTo>
                        </a:path>
                      </a:pathLst>
                    </a:custGeom>
                    <a:solidFill>
                      <a:srgbClr val="808080"/>
                    </a:solidFill>
                    <a:ln cap="rnd">
                      <a:noFill/>
                      <a:round/>
                    </a:ln>
                    <a:effectLst/>
                  </p:spPr>
                </p:sp>
                <p:sp>
                  <p:nvSpPr>
                    <p:cNvPr id="61491" name=""/>
                    <p:cNvSpPr/>
                    <p:nvPr/>
                  </p:nvSpPr>
                  <p:spPr>
                    <a:xfrm>
                      <a:off x="1656" y="1127"/>
                      <a:ext cx="46" cy="508"/>
                    </a:xfrm>
                    <a:custGeom>
                      <a:pathLst>
                        <a:path w="46" h="508">
                          <a:moveTo>
                            <a:pt x="0" y="0"/>
                          </a:moveTo>
                          <a:lnTo>
                            <a:pt x="0" y="504"/>
                          </a:lnTo>
                          <a:lnTo>
                            <a:pt x="45" y="507"/>
                          </a:lnTo>
                          <a:lnTo>
                            <a:pt x="45" y="19"/>
                          </a:lnTo>
                          <a:lnTo>
                            <a:pt x="0" y="0"/>
                          </a:lnTo>
                        </a:path>
                      </a:pathLst>
                    </a:custGeom>
                    <a:solidFill>
                      <a:srgbClr val="606060"/>
                    </a:solidFill>
                    <a:ln cap="rnd">
                      <a:noFill/>
                      <a:round/>
                    </a:ln>
                    <a:effectLst/>
                  </p:spPr>
                </p:sp>
                <p:cxnSp>
                  <p:nvCxnSpPr>
                    <p:cNvPr id="61492" name=""/>
                    <p:cNvCxnSpPr/>
                    <p:nvPr/>
                  </p:nvCxnSpPr>
                  <p:spPr>
                    <a:xfrm flipV="1">
                      <a:off x="1592" y="1147"/>
                      <a:ext cx="54" cy="18"/>
                    </a:xfrm>
                    <a:prstGeom prst="line">
                      <a:avLst/>
                    </a:prstGeom>
                    <a:noFill/>
                    <a:ln w="12700">
                      <a:solidFill>
                        <a:srgbClr val="80FFFF"/>
                      </a:solidFill>
                      <a:miter lim="800000"/>
                    </a:ln>
                    <a:effectLst/>
                  </p:spPr>
                </p:cxnSp>
              </p:grpSp>
              <p:grpSp>
                <p:nvGrpSpPr>
                  <p:cNvPr id="61493" name=""/>
                  <p:cNvGrpSpPr/>
                  <p:nvPr/>
                </p:nvGrpSpPr>
                <p:grpSpPr>
                  <a:xfrm>
                    <a:off x="762" y="1300"/>
                    <a:ext cx="338" cy="544"/>
                    <a:chOff x="762" y="1300"/>
                    <a:chExt cx="338" cy="544"/>
                  </a:xfrm>
                </p:grpSpPr>
                <p:sp>
                  <p:nvSpPr>
                    <p:cNvPr id="61494" name=""/>
                    <p:cNvSpPr/>
                    <p:nvPr/>
                  </p:nvSpPr>
                  <p:spPr>
                    <a:xfrm>
                      <a:off x="762" y="1483"/>
                      <a:ext cx="41" cy="361"/>
                    </a:xfrm>
                    <a:custGeom>
                      <a:pathLst>
                        <a:path w="41" h="361">
                          <a:moveTo>
                            <a:pt x="40" y="0"/>
                          </a:moveTo>
                          <a:lnTo>
                            <a:pt x="0" y="15"/>
                          </a:lnTo>
                          <a:lnTo>
                            <a:pt x="0" y="360"/>
                          </a:lnTo>
                          <a:lnTo>
                            <a:pt x="40" y="358"/>
                          </a:lnTo>
                          <a:lnTo>
                            <a:pt x="40" y="0"/>
                          </a:lnTo>
                        </a:path>
                      </a:pathLst>
                    </a:custGeom>
                    <a:solidFill>
                      <a:srgbClr val="404040"/>
                    </a:solidFill>
                    <a:ln cap="rnd">
                      <a:noFill/>
                      <a:round/>
                    </a:ln>
                    <a:effectLst/>
                  </p:spPr>
                </p:sp>
                <p:sp>
                  <p:nvSpPr>
                    <p:cNvPr id="61495" name=""/>
                    <p:cNvSpPr/>
                    <p:nvPr/>
                  </p:nvSpPr>
                  <p:spPr>
                    <a:xfrm>
                      <a:off x="799" y="1300"/>
                      <a:ext cx="301" cy="544"/>
                    </a:xfrm>
                    <a:custGeom>
                      <a:pathLst>
                        <a:path w="301" h="544">
                          <a:moveTo>
                            <a:pt x="0" y="411"/>
                          </a:moveTo>
                          <a:lnTo>
                            <a:pt x="0" y="180"/>
                          </a:lnTo>
                          <a:lnTo>
                            <a:pt x="52" y="184"/>
                          </a:lnTo>
                          <a:lnTo>
                            <a:pt x="52" y="17"/>
                          </a:lnTo>
                          <a:lnTo>
                            <a:pt x="104" y="0"/>
                          </a:lnTo>
                          <a:lnTo>
                            <a:pt x="158" y="6"/>
                          </a:lnTo>
                          <a:lnTo>
                            <a:pt x="158" y="161"/>
                          </a:lnTo>
                          <a:lnTo>
                            <a:pt x="175" y="156"/>
                          </a:lnTo>
                          <a:lnTo>
                            <a:pt x="203" y="167"/>
                          </a:lnTo>
                          <a:lnTo>
                            <a:pt x="203" y="75"/>
                          </a:lnTo>
                          <a:lnTo>
                            <a:pt x="232" y="64"/>
                          </a:lnTo>
                          <a:lnTo>
                            <a:pt x="300" y="76"/>
                          </a:lnTo>
                          <a:lnTo>
                            <a:pt x="300" y="543"/>
                          </a:lnTo>
                          <a:lnTo>
                            <a:pt x="0" y="543"/>
                          </a:lnTo>
                          <a:lnTo>
                            <a:pt x="0" y="411"/>
                          </a:lnTo>
                        </a:path>
                      </a:pathLst>
                    </a:custGeom>
                    <a:solidFill>
                      <a:srgbClr val="202020"/>
                    </a:solidFill>
                    <a:ln cap="rnd">
                      <a:noFill/>
                      <a:round/>
                    </a:ln>
                    <a:effectLst/>
                  </p:spPr>
                </p:sp>
                <p:cxnSp>
                  <p:nvCxnSpPr>
                    <p:cNvPr id="61496" name=""/>
                    <p:cNvCxnSpPr/>
                    <p:nvPr/>
                  </p:nvCxnSpPr>
                  <p:spPr>
                    <a:xfrm>
                      <a:off x="1035" y="1383"/>
                      <a:ext cx="59" cy="1"/>
                    </a:xfrm>
                    <a:prstGeom prst="line">
                      <a:avLst/>
                    </a:prstGeom>
                    <a:noFill/>
                    <a:ln w="12700">
                      <a:solidFill>
                        <a:srgbClr val="FFC080"/>
                      </a:solidFill>
                      <a:miter lim="800000"/>
                    </a:ln>
                    <a:effectLst/>
                  </p:spPr>
                </p:cxnSp>
                <p:cxnSp>
                  <p:nvCxnSpPr>
                    <p:cNvPr id="61497" name=""/>
                    <p:cNvCxnSpPr/>
                    <p:nvPr/>
                  </p:nvCxnSpPr>
                  <p:spPr>
                    <a:xfrm>
                      <a:off x="911" y="1333"/>
                      <a:ext cx="41" cy="2"/>
                    </a:xfrm>
                    <a:prstGeom prst="line">
                      <a:avLst/>
                    </a:prstGeom>
                    <a:noFill/>
                    <a:ln w="12700">
                      <a:solidFill>
                        <a:srgbClr val="FFC080"/>
                      </a:solidFill>
                      <a:miter lim="800000"/>
                    </a:ln>
                    <a:effectLst/>
                  </p:spPr>
                </p:cxnSp>
              </p:grpSp>
              <p:sp>
                <p:nvSpPr>
                  <p:cNvPr id="61498" name=""/>
                  <p:cNvSpPr/>
                  <p:nvPr/>
                </p:nvSpPr>
                <p:spPr>
                  <a:xfrm>
                    <a:off x="847" y="1456"/>
                    <a:ext cx="335" cy="389"/>
                  </a:xfrm>
                  <a:custGeom>
                    <a:pathLst>
                      <a:path w="335" h="389">
                        <a:moveTo>
                          <a:pt x="0" y="388"/>
                        </a:moveTo>
                        <a:lnTo>
                          <a:pt x="0" y="130"/>
                        </a:lnTo>
                        <a:lnTo>
                          <a:pt x="80" y="127"/>
                        </a:lnTo>
                        <a:lnTo>
                          <a:pt x="80" y="10"/>
                        </a:lnTo>
                        <a:lnTo>
                          <a:pt x="125" y="0"/>
                        </a:lnTo>
                        <a:lnTo>
                          <a:pt x="125" y="127"/>
                        </a:lnTo>
                        <a:lnTo>
                          <a:pt x="190" y="127"/>
                        </a:lnTo>
                        <a:lnTo>
                          <a:pt x="190" y="267"/>
                        </a:lnTo>
                        <a:lnTo>
                          <a:pt x="208" y="270"/>
                        </a:lnTo>
                        <a:lnTo>
                          <a:pt x="208" y="169"/>
                        </a:lnTo>
                        <a:lnTo>
                          <a:pt x="230" y="169"/>
                        </a:lnTo>
                        <a:lnTo>
                          <a:pt x="231" y="130"/>
                        </a:lnTo>
                        <a:lnTo>
                          <a:pt x="296" y="118"/>
                        </a:lnTo>
                        <a:lnTo>
                          <a:pt x="334" y="129"/>
                        </a:lnTo>
                        <a:lnTo>
                          <a:pt x="334" y="387"/>
                        </a:lnTo>
                        <a:lnTo>
                          <a:pt x="0" y="388"/>
                        </a:lnTo>
                      </a:path>
                    </a:pathLst>
                  </a:custGeom>
                  <a:solidFill>
                    <a:srgbClr val="808080"/>
                  </a:solidFill>
                  <a:ln cap="rnd">
                    <a:noFill/>
                    <a:round/>
                  </a:ln>
                  <a:effectLst/>
                </p:spPr>
              </p:sp>
              <p:grpSp>
                <p:nvGrpSpPr>
                  <p:cNvPr id="61499" name=""/>
                  <p:cNvGrpSpPr/>
                  <p:nvPr/>
                </p:nvGrpSpPr>
                <p:grpSpPr>
                  <a:xfrm>
                    <a:off x="1092" y="1496"/>
                    <a:ext cx="146" cy="350"/>
                    <a:chOff x="1092" y="1496"/>
                    <a:chExt cx="146" cy="350"/>
                  </a:xfrm>
                </p:grpSpPr>
                <p:sp>
                  <p:nvSpPr>
                    <p:cNvPr id="61500" name=""/>
                    <p:cNvSpPr/>
                    <p:nvPr/>
                  </p:nvSpPr>
                  <p:spPr>
                    <a:xfrm>
                      <a:off x="1169" y="1496"/>
                      <a:ext cx="34" cy="141"/>
                    </a:xfrm>
                    <a:custGeom>
                      <a:pathLst>
                        <a:path w="34" h="141">
                          <a:moveTo>
                            <a:pt x="0" y="1"/>
                          </a:moveTo>
                          <a:lnTo>
                            <a:pt x="0" y="138"/>
                          </a:lnTo>
                          <a:lnTo>
                            <a:pt x="33" y="140"/>
                          </a:lnTo>
                          <a:lnTo>
                            <a:pt x="33" y="0"/>
                          </a:lnTo>
                          <a:lnTo>
                            <a:pt x="0" y="1"/>
                          </a:lnTo>
                        </a:path>
                      </a:pathLst>
                    </a:custGeom>
                    <a:solidFill>
                      <a:srgbClr val="404040"/>
                    </a:solidFill>
                    <a:ln cap="rnd">
                      <a:noFill/>
                      <a:round/>
                    </a:ln>
                    <a:effectLst/>
                  </p:spPr>
                </p:sp>
                <p:sp>
                  <p:nvSpPr>
                    <p:cNvPr id="61501" name=""/>
                    <p:cNvSpPr/>
                    <p:nvPr/>
                  </p:nvSpPr>
                  <p:spPr>
                    <a:xfrm>
                      <a:off x="1092" y="1550"/>
                      <a:ext cx="38" cy="295"/>
                    </a:xfrm>
                    <a:custGeom>
                      <a:pathLst>
                        <a:path w="38" h="295">
                          <a:moveTo>
                            <a:pt x="37" y="0"/>
                          </a:moveTo>
                          <a:lnTo>
                            <a:pt x="0" y="12"/>
                          </a:lnTo>
                          <a:lnTo>
                            <a:pt x="0" y="294"/>
                          </a:lnTo>
                          <a:lnTo>
                            <a:pt x="37" y="294"/>
                          </a:lnTo>
                          <a:lnTo>
                            <a:pt x="37" y="0"/>
                          </a:lnTo>
                        </a:path>
                      </a:pathLst>
                    </a:custGeom>
                    <a:solidFill>
                      <a:srgbClr val="404040"/>
                    </a:solidFill>
                    <a:ln cap="rnd">
                      <a:noFill/>
                      <a:round/>
                    </a:ln>
                    <a:effectLst/>
                  </p:spPr>
                </p:sp>
                <p:sp>
                  <p:nvSpPr>
                    <p:cNvPr id="61502" name=""/>
                    <p:cNvSpPr/>
                    <p:nvPr/>
                  </p:nvSpPr>
                  <p:spPr>
                    <a:xfrm>
                      <a:off x="1127" y="1550"/>
                      <a:ext cx="111" cy="296"/>
                    </a:xfrm>
                    <a:custGeom>
                      <a:pathLst>
                        <a:path w="111" h="296">
                          <a:moveTo>
                            <a:pt x="108" y="22"/>
                          </a:moveTo>
                          <a:lnTo>
                            <a:pt x="0" y="0"/>
                          </a:lnTo>
                          <a:lnTo>
                            <a:pt x="0" y="294"/>
                          </a:lnTo>
                          <a:lnTo>
                            <a:pt x="110" y="295"/>
                          </a:lnTo>
                          <a:lnTo>
                            <a:pt x="108" y="22"/>
                          </a:lnTo>
                        </a:path>
                      </a:pathLst>
                    </a:custGeom>
                    <a:solidFill>
                      <a:srgbClr val="606060"/>
                    </a:solidFill>
                    <a:ln cap="rnd">
                      <a:noFill/>
                      <a:round/>
                    </a:ln>
                    <a:effectLst/>
                  </p:spPr>
                </p:sp>
                <p:grpSp>
                  <p:nvGrpSpPr>
                    <p:cNvPr id="61503" name=""/>
                    <p:cNvGrpSpPr/>
                    <p:nvPr/>
                  </p:nvGrpSpPr>
                  <p:grpSpPr>
                    <a:xfrm>
                      <a:off x="1145" y="1594"/>
                      <a:ext cx="77" cy="150"/>
                      <a:chOff x="1145" y="1594"/>
                      <a:chExt cx="77" cy="150"/>
                    </a:xfrm>
                  </p:grpSpPr>
                  <p:cxnSp>
                    <p:nvCxnSpPr>
                      <p:cNvPr id="61504" name=""/>
                      <p:cNvCxnSpPr/>
                      <p:nvPr/>
                    </p:nvCxnSpPr>
                    <p:spPr>
                      <a:xfrm>
                        <a:off x="1146" y="1594"/>
                        <a:ext cx="74" cy="16"/>
                      </a:xfrm>
                      <a:prstGeom prst="line">
                        <a:avLst/>
                      </a:prstGeom>
                      <a:noFill/>
                      <a:ln w="12700">
                        <a:solidFill>
                          <a:srgbClr val="C0FFFF"/>
                        </a:solidFill>
                        <a:miter lim="800000"/>
                      </a:ln>
                      <a:effectLst/>
                    </p:spPr>
                  </p:cxnSp>
                  <p:cxnSp>
                    <p:nvCxnSpPr>
                      <p:cNvPr id="61505" name=""/>
                      <p:cNvCxnSpPr/>
                      <p:nvPr/>
                    </p:nvCxnSpPr>
                    <p:spPr>
                      <a:xfrm>
                        <a:off x="1145" y="1624"/>
                        <a:ext cx="77" cy="15"/>
                      </a:xfrm>
                      <a:prstGeom prst="line">
                        <a:avLst/>
                      </a:prstGeom>
                      <a:noFill/>
                      <a:ln w="12700">
                        <a:solidFill>
                          <a:srgbClr val="C0FFFF"/>
                        </a:solidFill>
                        <a:miter lim="800000"/>
                      </a:ln>
                      <a:effectLst/>
                    </p:spPr>
                  </p:cxnSp>
                  <p:cxnSp>
                    <p:nvCxnSpPr>
                      <p:cNvPr id="61506" name=""/>
                      <p:cNvCxnSpPr/>
                      <p:nvPr/>
                    </p:nvCxnSpPr>
                    <p:spPr>
                      <a:xfrm>
                        <a:off x="1145" y="1653"/>
                        <a:ext cx="77" cy="14"/>
                      </a:xfrm>
                      <a:prstGeom prst="line">
                        <a:avLst/>
                      </a:prstGeom>
                      <a:noFill/>
                      <a:ln w="12700">
                        <a:solidFill>
                          <a:srgbClr val="C0FFFF"/>
                        </a:solidFill>
                        <a:miter lim="800000"/>
                      </a:ln>
                      <a:effectLst/>
                    </p:spPr>
                  </p:cxnSp>
                  <p:cxnSp>
                    <p:nvCxnSpPr>
                      <p:cNvPr id="61507" name=""/>
                      <p:cNvCxnSpPr/>
                      <p:nvPr/>
                    </p:nvCxnSpPr>
                    <p:spPr>
                      <a:xfrm>
                        <a:off x="1145" y="1680"/>
                        <a:ext cx="75" cy="13"/>
                      </a:xfrm>
                      <a:prstGeom prst="line">
                        <a:avLst/>
                      </a:prstGeom>
                      <a:noFill/>
                      <a:ln w="12700">
                        <a:solidFill>
                          <a:srgbClr val="C0FFFF"/>
                        </a:solidFill>
                        <a:miter lim="800000"/>
                      </a:ln>
                      <a:effectLst/>
                    </p:spPr>
                  </p:cxnSp>
                  <p:cxnSp>
                    <p:nvCxnSpPr>
                      <p:cNvPr id="61508" name=""/>
                      <p:cNvCxnSpPr/>
                      <p:nvPr/>
                    </p:nvCxnSpPr>
                    <p:spPr>
                      <a:xfrm>
                        <a:off x="1145" y="1709"/>
                        <a:ext cx="75" cy="10"/>
                      </a:xfrm>
                      <a:prstGeom prst="line">
                        <a:avLst/>
                      </a:prstGeom>
                      <a:noFill/>
                      <a:ln w="12700">
                        <a:solidFill>
                          <a:srgbClr val="C0FFFF"/>
                        </a:solidFill>
                        <a:miter lim="800000"/>
                      </a:ln>
                      <a:effectLst/>
                    </p:spPr>
                  </p:cxnSp>
                  <p:cxnSp>
                    <p:nvCxnSpPr>
                      <p:cNvPr id="61509" name=""/>
                      <p:cNvCxnSpPr/>
                      <p:nvPr/>
                    </p:nvCxnSpPr>
                    <p:spPr>
                      <a:xfrm>
                        <a:off x="1145" y="1735"/>
                        <a:ext cx="75" cy="9"/>
                      </a:xfrm>
                      <a:prstGeom prst="line">
                        <a:avLst/>
                      </a:prstGeom>
                      <a:noFill/>
                      <a:ln w="12700">
                        <a:solidFill>
                          <a:srgbClr val="C0FFFF"/>
                        </a:solidFill>
                        <a:miter lim="800000"/>
                      </a:ln>
                      <a:effectLst/>
                    </p:spPr>
                  </p:cxnSp>
                </p:grpSp>
              </p:grpSp>
              <p:grpSp>
                <p:nvGrpSpPr>
                  <p:cNvPr id="61510" name=""/>
                  <p:cNvGrpSpPr/>
                  <p:nvPr/>
                </p:nvGrpSpPr>
                <p:grpSpPr>
                  <a:xfrm>
                    <a:off x="1205" y="1577"/>
                    <a:ext cx="182" cy="269"/>
                    <a:chOff x="1205" y="1577"/>
                    <a:chExt cx="182" cy="269"/>
                  </a:xfrm>
                </p:grpSpPr>
                <p:sp>
                  <p:nvSpPr>
                    <p:cNvPr id="61511" name=""/>
                    <p:cNvSpPr/>
                    <p:nvPr/>
                  </p:nvSpPr>
                  <p:spPr>
                    <a:xfrm>
                      <a:off x="1205" y="1577"/>
                      <a:ext cx="182" cy="269"/>
                    </a:xfrm>
                    <a:custGeom>
                      <a:pathLst>
                        <a:path w="182" h="269">
                          <a:moveTo>
                            <a:pt x="0" y="17"/>
                          </a:moveTo>
                          <a:lnTo>
                            <a:pt x="40" y="0"/>
                          </a:lnTo>
                          <a:lnTo>
                            <a:pt x="181" y="21"/>
                          </a:lnTo>
                          <a:lnTo>
                            <a:pt x="181" y="268"/>
                          </a:lnTo>
                          <a:lnTo>
                            <a:pt x="0" y="268"/>
                          </a:lnTo>
                          <a:lnTo>
                            <a:pt x="0" y="17"/>
                          </a:lnTo>
                        </a:path>
                      </a:pathLst>
                    </a:custGeom>
                    <a:solidFill>
                      <a:srgbClr val="202020"/>
                    </a:solidFill>
                    <a:ln cap="rnd">
                      <a:noFill/>
                      <a:round/>
                    </a:ln>
                    <a:effectLst/>
                  </p:spPr>
                </p:sp>
                <p:grpSp>
                  <p:nvGrpSpPr>
                    <p:cNvPr id="61512" name=""/>
                    <p:cNvGrpSpPr/>
                    <p:nvPr/>
                  </p:nvGrpSpPr>
                  <p:grpSpPr>
                    <a:xfrm>
                      <a:off x="1255" y="1592"/>
                      <a:ext cx="117" cy="153"/>
                      <a:chOff x="1255" y="1592"/>
                      <a:chExt cx="117" cy="153"/>
                    </a:xfrm>
                  </p:grpSpPr>
                  <p:cxnSp>
                    <p:nvCxnSpPr>
                      <p:cNvPr id="61513" name=""/>
                      <p:cNvCxnSpPr/>
                      <p:nvPr/>
                    </p:nvCxnSpPr>
                    <p:spPr>
                      <a:xfrm>
                        <a:off x="1255" y="1592"/>
                        <a:ext cx="117" cy="17"/>
                      </a:xfrm>
                      <a:prstGeom prst="line">
                        <a:avLst/>
                      </a:prstGeom>
                      <a:noFill/>
                      <a:ln w="12700">
                        <a:solidFill>
                          <a:srgbClr val="C0FFFF"/>
                        </a:solidFill>
                        <a:miter lim="800000"/>
                      </a:ln>
                      <a:effectLst/>
                    </p:spPr>
                  </p:cxnSp>
                  <p:cxnSp>
                    <p:nvCxnSpPr>
                      <p:cNvPr id="61514" name=""/>
                      <p:cNvCxnSpPr/>
                      <p:nvPr/>
                    </p:nvCxnSpPr>
                    <p:spPr>
                      <a:xfrm>
                        <a:off x="1257" y="1632"/>
                        <a:ext cx="115" cy="12"/>
                      </a:xfrm>
                      <a:prstGeom prst="line">
                        <a:avLst/>
                      </a:prstGeom>
                      <a:noFill/>
                      <a:ln w="12700">
                        <a:solidFill>
                          <a:srgbClr val="C0FFFF"/>
                        </a:solidFill>
                        <a:miter lim="800000"/>
                      </a:ln>
                      <a:effectLst/>
                    </p:spPr>
                  </p:cxnSp>
                  <p:cxnSp>
                    <p:nvCxnSpPr>
                      <p:cNvPr id="61515" name=""/>
                      <p:cNvCxnSpPr/>
                      <p:nvPr/>
                    </p:nvCxnSpPr>
                    <p:spPr>
                      <a:xfrm>
                        <a:off x="1257" y="1669"/>
                        <a:ext cx="115" cy="9"/>
                      </a:xfrm>
                      <a:prstGeom prst="line">
                        <a:avLst/>
                      </a:prstGeom>
                      <a:noFill/>
                      <a:ln w="12700">
                        <a:solidFill>
                          <a:srgbClr val="C0FFFF"/>
                        </a:solidFill>
                        <a:miter lim="800000"/>
                      </a:ln>
                      <a:effectLst/>
                    </p:spPr>
                  </p:cxnSp>
                  <p:cxnSp>
                    <p:nvCxnSpPr>
                      <p:cNvPr id="61516" name=""/>
                      <p:cNvCxnSpPr/>
                      <p:nvPr/>
                    </p:nvCxnSpPr>
                    <p:spPr>
                      <a:xfrm>
                        <a:off x="1257" y="1706"/>
                        <a:ext cx="115" cy="4"/>
                      </a:xfrm>
                      <a:prstGeom prst="line">
                        <a:avLst/>
                      </a:prstGeom>
                      <a:noFill/>
                      <a:ln w="12700">
                        <a:solidFill>
                          <a:srgbClr val="C0FFFF"/>
                        </a:solidFill>
                        <a:miter lim="800000"/>
                      </a:ln>
                      <a:effectLst/>
                    </p:spPr>
                  </p:cxnSp>
                  <p:cxnSp>
                    <p:nvCxnSpPr>
                      <p:cNvPr id="61517" name=""/>
                      <p:cNvCxnSpPr/>
                      <p:nvPr/>
                    </p:nvCxnSpPr>
                    <p:spPr>
                      <a:xfrm>
                        <a:off x="1257" y="1745"/>
                        <a:ext cx="114" cy="0"/>
                      </a:xfrm>
                      <a:prstGeom prst="line">
                        <a:avLst/>
                      </a:prstGeom>
                      <a:noFill/>
                      <a:ln w="12700">
                        <a:solidFill>
                          <a:srgbClr val="C0FFFF"/>
                        </a:solidFill>
                        <a:miter lim="800000"/>
                      </a:ln>
                      <a:effectLst/>
                    </p:spPr>
                  </p:cxnSp>
                </p:grpSp>
              </p:grpSp>
              <p:grpSp>
                <p:nvGrpSpPr>
                  <p:cNvPr id="61518" name=""/>
                  <p:cNvGrpSpPr/>
                  <p:nvPr/>
                </p:nvGrpSpPr>
                <p:grpSpPr>
                  <a:xfrm>
                    <a:off x="1520" y="1462"/>
                    <a:ext cx="165" cy="384"/>
                    <a:chOff x="1520" y="1462"/>
                    <a:chExt cx="165" cy="384"/>
                  </a:xfrm>
                </p:grpSpPr>
                <p:sp>
                  <p:nvSpPr>
                    <p:cNvPr id="61519" name=""/>
                    <p:cNvSpPr/>
                    <p:nvPr/>
                  </p:nvSpPr>
                  <p:spPr>
                    <a:xfrm>
                      <a:off x="1520" y="1462"/>
                      <a:ext cx="50" cy="384"/>
                    </a:xfrm>
                    <a:custGeom>
                      <a:pathLst>
                        <a:path w="50" h="384">
                          <a:moveTo>
                            <a:pt x="0" y="15"/>
                          </a:moveTo>
                          <a:lnTo>
                            <a:pt x="49" y="0"/>
                          </a:lnTo>
                          <a:lnTo>
                            <a:pt x="48" y="382"/>
                          </a:lnTo>
                          <a:lnTo>
                            <a:pt x="0" y="383"/>
                          </a:lnTo>
                          <a:lnTo>
                            <a:pt x="0" y="15"/>
                          </a:lnTo>
                        </a:path>
                      </a:pathLst>
                    </a:custGeom>
                    <a:solidFill>
                      <a:srgbClr val="A0A0A0"/>
                    </a:solidFill>
                    <a:ln cap="rnd">
                      <a:noFill/>
                      <a:round/>
                    </a:ln>
                    <a:effectLst/>
                  </p:spPr>
                </p:sp>
                <p:sp>
                  <p:nvSpPr>
                    <p:cNvPr id="61520" name=""/>
                    <p:cNvSpPr/>
                    <p:nvPr/>
                  </p:nvSpPr>
                  <p:spPr>
                    <a:xfrm>
                      <a:off x="1562" y="1466"/>
                      <a:ext cx="123" cy="379"/>
                    </a:xfrm>
                    <a:custGeom>
                      <a:pathLst>
                        <a:path w="123" h="379">
                          <a:moveTo>
                            <a:pt x="0" y="0"/>
                          </a:moveTo>
                          <a:lnTo>
                            <a:pt x="122" y="8"/>
                          </a:lnTo>
                          <a:lnTo>
                            <a:pt x="122" y="377"/>
                          </a:lnTo>
                          <a:lnTo>
                            <a:pt x="0" y="378"/>
                          </a:lnTo>
                          <a:lnTo>
                            <a:pt x="0" y="0"/>
                          </a:lnTo>
                        </a:path>
                      </a:pathLst>
                    </a:custGeom>
                    <a:solidFill>
                      <a:srgbClr val="404040"/>
                    </a:solidFill>
                    <a:ln cap="rnd">
                      <a:noFill/>
                      <a:round/>
                    </a:ln>
                    <a:effectLst/>
                  </p:spPr>
                </p:sp>
                <p:cxnSp>
                  <p:nvCxnSpPr>
                    <p:cNvPr id="61521" name=""/>
                    <p:cNvCxnSpPr/>
                    <p:nvPr/>
                  </p:nvCxnSpPr>
                  <p:spPr>
                    <a:xfrm>
                      <a:off x="1582" y="1486"/>
                      <a:ext cx="89" cy="8"/>
                    </a:xfrm>
                    <a:prstGeom prst="line">
                      <a:avLst/>
                    </a:prstGeom>
                    <a:noFill/>
                    <a:ln w="12700">
                      <a:solidFill>
                        <a:srgbClr val="C0FFFF"/>
                      </a:solidFill>
                      <a:miter lim="800000"/>
                    </a:ln>
                    <a:effectLst/>
                  </p:spPr>
                </p:cxnSp>
                <p:cxnSp>
                  <p:nvCxnSpPr>
                    <p:cNvPr id="61522" name=""/>
                    <p:cNvCxnSpPr/>
                    <p:nvPr/>
                  </p:nvCxnSpPr>
                  <p:spPr>
                    <a:xfrm>
                      <a:off x="1586" y="1608"/>
                      <a:ext cx="83" cy="3"/>
                    </a:xfrm>
                    <a:prstGeom prst="line">
                      <a:avLst/>
                    </a:prstGeom>
                    <a:noFill/>
                    <a:ln w="12700">
                      <a:solidFill>
                        <a:srgbClr val="C0FFFF"/>
                      </a:solidFill>
                      <a:miter lim="800000"/>
                    </a:ln>
                    <a:effectLst/>
                  </p:spPr>
                </p:cxnSp>
              </p:grpSp>
              <p:grpSp>
                <p:nvGrpSpPr>
                  <p:cNvPr id="61523" name=""/>
                  <p:cNvGrpSpPr/>
                  <p:nvPr/>
                </p:nvGrpSpPr>
                <p:grpSpPr>
                  <a:xfrm>
                    <a:off x="1646" y="1592"/>
                    <a:ext cx="92" cy="254"/>
                    <a:chOff x="1646" y="1592"/>
                    <a:chExt cx="92" cy="254"/>
                  </a:xfrm>
                </p:grpSpPr>
                <p:sp>
                  <p:nvSpPr>
                    <p:cNvPr id="61524" name=""/>
                    <p:cNvSpPr/>
                    <p:nvPr/>
                  </p:nvSpPr>
                  <p:spPr>
                    <a:xfrm>
                      <a:off x="1672" y="1592"/>
                      <a:ext cx="66" cy="252"/>
                    </a:xfrm>
                    <a:custGeom>
                      <a:pathLst>
                        <a:path w="66" h="252">
                          <a:moveTo>
                            <a:pt x="0" y="0"/>
                          </a:moveTo>
                          <a:lnTo>
                            <a:pt x="65" y="6"/>
                          </a:lnTo>
                          <a:lnTo>
                            <a:pt x="65" y="251"/>
                          </a:lnTo>
                          <a:lnTo>
                            <a:pt x="0" y="251"/>
                          </a:lnTo>
                          <a:lnTo>
                            <a:pt x="0" y="0"/>
                          </a:lnTo>
                        </a:path>
                      </a:pathLst>
                    </a:custGeom>
                    <a:solidFill>
                      <a:srgbClr val="A0A0A0"/>
                    </a:solidFill>
                    <a:ln cap="rnd">
                      <a:noFill/>
                      <a:round/>
                    </a:ln>
                    <a:effectLst/>
                  </p:spPr>
                </p:sp>
                <p:sp>
                  <p:nvSpPr>
                    <p:cNvPr id="61525" name=""/>
                    <p:cNvSpPr/>
                    <p:nvPr/>
                  </p:nvSpPr>
                  <p:spPr>
                    <a:xfrm>
                      <a:off x="1646" y="1594"/>
                      <a:ext cx="27" cy="252"/>
                    </a:xfrm>
                    <a:custGeom>
                      <a:pathLst>
                        <a:path w="27" h="252">
                          <a:moveTo>
                            <a:pt x="26" y="0"/>
                          </a:moveTo>
                          <a:lnTo>
                            <a:pt x="26" y="249"/>
                          </a:lnTo>
                          <a:lnTo>
                            <a:pt x="0" y="251"/>
                          </a:lnTo>
                          <a:lnTo>
                            <a:pt x="0" y="4"/>
                          </a:lnTo>
                          <a:lnTo>
                            <a:pt x="26" y="0"/>
                          </a:lnTo>
                        </a:path>
                      </a:pathLst>
                    </a:custGeom>
                    <a:solidFill>
                      <a:srgbClr val="E0E0E0"/>
                    </a:solidFill>
                    <a:ln cap="rnd">
                      <a:noFill/>
                      <a:round/>
                    </a:ln>
                    <a:effectLst/>
                  </p:spPr>
                </p:sp>
              </p:grpSp>
            </p:grpSp>
            <p:sp>
              <p:nvSpPr>
                <p:cNvPr id="61526" name=""/>
                <p:cNvSpPr/>
                <p:nvPr/>
              </p:nvSpPr>
              <p:spPr>
                <a:xfrm>
                  <a:off x="1637" y="1732"/>
                  <a:ext cx="158" cy="114"/>
                </a:xfrm>
                <a:custGeom>
                  <a:pathLst>
                    <a:path w="158" h="114">
                      <a:moveTo>
                        <a:pt x="0" y="113"/>
                      </a:moveTo>
                      <a:lnTo>
                        <a:pt x="6" y="83"/>
                      </a:lnTo>
                      <a:lnTo>
                        <a:pt x="17" y="52"/>
                      </a:lnTo>
                      <a:lnTo>
                        <a:pt x="21" y="42"/>
                      </a:lnTo>
                      <a:lnTo>
                        <a:pt x="34" y="33"/>
                      </a:lnTo>
                      <a:lnTo>
                        <a:pt x="34" y="29"/>
                      </a:lnTo>
                      <a:lnTo>
                        <a:pt x="36" y="29"/>
                      </a:lnTo>
                      <a:lnTo>
                        <a:pt x="38" y="28"/>
                      </a:lnTo>
                      <a:lnTo>
                        <a:pt x="41" y="28"/>
                      </a:lnTo>
                      <a:lnTo>
                        <a:pt x="42" y="29"/>
                      </a:lnTo>
                      <a:lnTo>
                        <a:pt x="45" y="29"/>
                      </a:lnTo>
                      <a:lnTo>
                        <a:pt x="47" y="29"/>
                      </a:lnTo>
                      <a:lnTo>
                        <a:pt x="49" y="29"/>
                      </a:lnTo>
                      <a:lnTo>
                        <a:pt x="52" y="29"/>
                      </a:lnTo>
                      <a:lnTo>
                        <a:pt x="55" y="29"/>
                      </a:lnTo>
                      <a:lnTo>
                        <a:pt x="57" y="29"/>
                      </a:lnTo>
                      <a:lnTo>
                        <a:pt x="61" y="29"/>
                      </a:lnTo>
                      <a:lnTo>
                        <a:pt x="63" y="29"/>
                      </a:lnTo>
                      <a:lnTo>
                        <a:pt x="67" y="26"/>
                      </a:lnTo>
                      <a:lnTo>
                        <a:pt x="68" y="23"/>
                      </a:lnTo>
                      <a:lnTo>
                        <a:pt x="68" y="19"/>
                      </a:lnTo>
                      <a:lnTo>
                        <a:pt x="70" y="17"/>
                      </a:lnTo>
                      <a:lnTo>
                        <a:pt x="72" y="14"/>
                      </a:lnTo>
                      <a:lnTo>
                        <a:pt x="75" y="13"/>
                      </a:lnTo>
                      <a:lnTo>
                        <a:pt x="76" y="9"/>
                      </a:lnTo>
                      <a:lnTo>
                        <a:pt x="78" y="8"/>
                      </a:lnTo>
                      <a:lnTo>
                        <a:pt x="79" y="5"/>
                      </a:lnTo>
                      <a:lnTo>
                        <a:pt x="78" y="2"/>
                      </a:lnTo>
                      <a:lnTo>
                        <a:pt x="80" y="2"/>
                      </a:lnTo>
                      <a:lnTo>
                        <a:pt x="83" y="0"/>
                      </a:lnTo>
                      <a:lnTo>
                        <a:pt x="85" y="0"/>
                      </a:lnTo>
                      <a:lnTo>
                        <a:pt x="88" y="0"/>
                      </a:lnTo>
                      <a:lnTo>
                        <a:pt x="90" y="0"/>
                      </a:lnTo>
                      <a:lnTo>
                        <a:pt x="93" y="0"/>
                      </a:lnTo>
                      <a:lnTo>
                        <a:pt x="95" y="2"/>
                      </a:lnTo>
                      <a:lnTo>
                        <a:pt x="97" y="4"/>
                      </a:lnTo>
                      <a:lnTo>
                        <a:pt x="101" y="5"/>
                      </a:lnTo>
                      <a:lnTo>
                        <a:pt x="105" y="6"/>
                      </a:lnTo>
                      <a:lnTo>
                        <a:pt x="107" y="8"/>
                      </a:lnTo>
                      <a:lnTo>
                        <a:pt x="110" y="9"/>
                      </a:lnTo>
                      <a:lnTo>
                        <a:pt x="112" y="11"/>
                      </a:lnTo>
                      <a:lnTo>
                        <a:pt x="115" y="13"/>
                      </a:lnTo>
                      <a:lnTo>
                        <a:pt x="117" y="14"/>
                      </a:lnTo>
                      <a:lnTo>
                        <a:pt x="119" y="15"/>
                      </a:lnTo>
                      <a:lnTo>
                        <a:pt x="121" y="15"/>
                      </a:lnTo>
                      <a:lnTo>
                        <a:pt x="124" y="15"/>
                      </a:lnTo>
                      <a:lnTo>
                        <a:pt x="125" y="13"/>
                      </a:lnTo>
                      <a:lnTo>
                        <a:pt x="128" y="13"/>
                      </a:lnTo>
                      <a:lnTo>
                        <a:pt x="129" y="15"/>
                      </a:lnTo>
                      <a:lnTo>
                        <a:pt x="129" y="19"/>
                      </a:lnTo>
                      <a:lnTo>
                        <a:pt x="129" y="24"/>
                      </a:lnTo>
                      <a:lnTo>
                        <a:pt x="129" y="29"/>
                      </a:lnTo>
                      <a:lnTo>
                        <a:pt x="131" y="31"/>
                      </a:lnTo>
                      <a:lnTo>
                        <a:pt x="133" y="33"/>
                      </a:lnTo>
                      <a:lnTo>
                        <a:pt x="135" y="33"/>
                      </a:lnTo>
                      <a:lnTo>
                        <a:pt x="137" y="37"/>
                      </a:lnTo>
                      <a:lnTo>
                        <a:pt x="138" y="40"/>
                      </a:lnTo>
                      <a:lnTo>
                        <a:pt x="140" y="43"/>
                      </a:lnTo>
                      <a:lnTo>
                        <a:pt x="144" y="38"/>
                      </a:lnTo>
                      <a:lnTo>
                        <a:pt x="145" y="47"/>
                      </a:lnTo>
                      <a:lnTo>
                        <a:pt x="149" y="58"/>
                      </a:lnTo>
                      <a:lnTo>
                        <a:pt x="148" y="53"/>
                      </a:lnTo>
                      <a:lnTo>
                        <a:pt x="157" y="73"/>
                      </a:lnTo>
                      <a:lnTo>
                        <a:pt x="153" y="112"/>
                      </a:lnTo>
                      <a:lnTo>
                        <a:pt x="0" y="113"/>
                      </a:lnTo>
                    </a:path>
                  </a:pathLst>
                </a:custGeom>
                <a:solidFill>
                  <a:srgbClr val="006000"/>
                </a:solidFill>
                <a:ln cap="rnd">
                  <a:noFill/>
                  <a:round/>
                </a:ln>
                <a:effectLst/>
              </p:spPr>
            </p:sp>
          </p:grpSp>
          <p:grpSp>
            <p:nvGrpSpPr>
              <p:cNvPr id="61527" name=""/>
              <p:cNvGrpSpPr/>
              <p:nvPr/>
            </p:nvGrpSpPr>
            <p:grpSpPr>
              <a:xfrm>
                <a:off x="652" y="1617"/>
                <a:ext cx="1616" cy="648"/>
                <a:chOff x="652" y="1617"/>
                <a:chExt cx="1616" cy="648"/>
              </a:xfrm>
            </p:grpSpPr>
            <p:grpSp>
              <p:nvGrpSpPr>
                <p:cNvPr id="61528" name=""/>
                <p:cNvGrpSpPr/>
                <p:nvPr/>
              </p:nvGrpSpPr>
              <p:grpSpPr>
                <a:xfrm>
                  <a:off x="652" y="1617"/>
                  <a:ext cx="1616" cy="648"/>
                  <a:chOff x="652" y="1617"/>
                  <a:chExt cx="1616" cy="648"/>
                </a:xfrm>
              </p:grpSpPr>
              <p:grpSp>
                <p:nvGrpSpPr>
                  <p:cNvPr id="61529" name=""/>
                  <p:cNvGrpSpPr/>
                  <p:nvPr/>
                </p:nvGrpSpPr>
                <p:grpSpPr>
                  <a:xfrm>
                    <a:off x="652" y="1617"/>
                    <a:ext cx="1616" cy="648"/>
                    <a:chOff x="652" y="1617"/>
                    <a:chExt cx="1616" cy="648"/>
                  </a:xfrm>
                </p:grpSpPr>
                <p:sp>
                  <p:nvSpPr>
                    <p:cNvPr id="61530" name=""/>
                    <p:cNvSpPr/>
                    <p:nvPr/>
                  </p:nvSpPr>
                  <p:spPr>
                    <a:xfrm>
                      <a:off x="652" y="1763"/>
                      <a:ext cx="1406" cy="501"/>
                    </a:xfrm>
                    <a:custGeom>
                      <a:pathLst>
                        <a:path w="1406" h="501">
                          <a:moveTo>
                            <a:pt x="0" y="416"/>
                          </a:moveTo>
                          <a:lnTo>
                            <a:pt x="218" y="302"/>
                          </a:lnTo>
                          <a:lnTo>
                            <a:pt x="684" y="133"/>
                          </a:lnTo>
                          <a:lnTo>
                            <a:pt x="881" y="57"/>
                          </a:lnTo>
                          <a:lnTo>
                            <a:pt x="951" y="43"/>
                          </a:lnTo>
                          <a:lnTo>
                            <a:pt x="1044" y="34"/>
                          </a:lnTo>
                          <a:lnTo>
                            <a:pt x="1135" y="16"/>
                          </a:lnTo>
                          <a:lnTo>
                            <a:pt x="1195" y="0"/>
                          </a:lnTo>
                          <a:lnTo>
                            <a:pt x="1227" y="0"/>
                          </a:lnTo>
                          <a:lnTo>
                            <a:pt x="1202" y="40"/>
                          </a:lnTo>
                          <a:lnTo>
                            <a:pt x="1116" y="105"/>
                          </a:lnTo>
                          <a:lnTo>
                            <a:pt x="1111" y="148"/>
                          </a:lnTo>
                          <a:lnTo>
                            <a:pt x="1161" y="220"/>
                          </a:lnTo>
                          <a:lnTo>
                            <a:pt x="1284" y="389"/>
                          </a:lnTo>
                          <a:lnTo>
                            <a:pt x="1405" y="500"/>
                          </a:lnTo>
                          <a:lnTo>
                            <a:pt x="0" y="500"/>
                          </a:lnTo>
                          <a:lnTo>
                            <a:pt x="0" y="416"/>
                          </a:lnTo>
                        </a:path>
                      </a:pathLst>
                    </a:custGeom>
                    <a:solidFill>
                      <a:srgbClr val="202020"/>
                    </a:solidFill>
                    <a:ln cap="rnd">
                      <a:noFill/>
                      <a:round/>
                    </a:ln>
                    <a:effectLst/>
                  </p:spPr>
                </p:sp>
                <p:sp>
                  <p:nvSpPr>
                    <p:cNvPr id="61531" name=""/>
                    <p:cNvSpPr/>
                    <p:nvPr/>
                  </p:nvSpPr>
                  <p:spPr>
                    <a:xfrm>
                      <a:off x="1264" y="1762"/>
                      <a:ext cx="614" cy="502"/>
                    </a:xfrm>
                    <a:custGeom>
                      <a:pathLst>
                        <a:path w="614" h="502">
                          <a:moveTo>
                            <a:pt x="0" y="501"/>
                          </a:moveTo>
                          <a:lnTo>
                            <a:pt x="186" y="249"/>
                          </a:lnTo>
                          <a:lnTo>
                            <a:pt x="292" y="116"/>
                          </a:lnTo>
                          <a:lnTo>
                            <a:pt x="314" y="86"/>
                          </a:lnTo>
                          <a:lnTo>
                            <a:pt x="358" y="70"/>
                          </a:lnTo>
                          <a:lnTo>
                            <a:pt x="432" y="45"/>
                          </a:lnTo>
                          <a:lnTo>
                            <a:pt x="529" y="23"/>
                          </a:lnTo>
                          <a:lnTo>
                            <a:pt x="585" y="2"/>
                          </a:lnTo>
                          <a:lnTo>
                            <a:pt x="613" y="2"/>
                          </a:lnTo>
                          <a:lnTo>
                            <a:pt x="610" y="0"/>
                          </a:lnTo>
                          <a:lnTo>
                            <a:pt x="561" y="22"/>
                          </a:lnTo>
                          <a:lnTo>
                            <a:pt x="487" y="43"/>
                          </a:lnTo>
                          <a:lnTo>
                            <a:pt x="401" y="72"/>
                          </a:lnTo>
                          <a:lnTo>
                            <a:pt x="361" y="90"/>
                          </a:lnTo>
                          <a:lnTo>
                            <a:pt x="334" y="102"/>
                          </a:lnTo>
                          <a:lnTo>
                            <a:pt x="324" y="111"/>
                          </a:lnTo>
                          <a:lnTo>
                            <a:pt x="299" y="165"/>
                          </a:lnTo>
                          <a:lnTo>
                            <a:pt x="166" y="501"/>
                          </a:lnTo>
                          <a:lnTo>
                            <a:pt x="0" y="501"/>
                          </a:lnTo>
                        </a:path>
                      </a:pathLst>
                    </a:custGeom>
                    <a:solidFill>
                      <a:srgbClr val="A0A0A0"/>
                    </a:solidFill>
                    <a:ln cap="rnd">
                      <a:noFill/>
                      <a:round/>
                    </a:ln>
                    <a:effectLst/>
                  </p:spPr>
                </p:sp>
                <p:sp>
                  <p:nvSpPr>
                    <p:cNvPr id="61532" name=""/>
                    <p:cNvSpPr/>
                    <p:nvPr/>
                  </p:nvSpPr>
                  <p:spPr>
                    <a:xfrm>
                      <a:off x="652" y="1660"/>
                      <a:ext cx="821" cy="531"/>
                    </a:xfrm>
                    <a:custGeom>
                      <a:pathLst>
                        <a:path w="821" h="531">
                          <a:moveTo>
                            <a:pt x="0" y="530"/>
                          </a:moveTo>
                          <a:lnTo>
                            <a:pt x="0" y="12"/>
                          </a:lnTo>
                          <a:lnTo>
                            <a:pt x="57" y="18"/>
                          </a:lnTo>
                          <a:lnTo>
                            <a:pt x="84" y="15"/>
                          </a:lnTo>
                          <a:lnTo>
                            <a:pt x="94" y="6"/>
                          </a:lnTo>
                          <a:lnTo>
                            <a:pt x="99" y="3"/>
                          </a:lnTo>
                          <a:lnTo>
                            <a:pt x="104" y="0"/>
                          </a:lnTo>
                          <a:lnTo>
                            <a:pt x="113" y="0"/>
                          </a:lnTo>
                          <a:lnTo>
                            <a:pt x="118" y="0"/>
                          </a:lnTo>
                          <a:lnTo>
                            <a:pt x="126" y="3"/>
                          </a:lnTo>
                          <a:lnTo>
                            <a:pt x="131" y="6"/>
                          </a:lnTo>
                          <a:lnTo>
                            <a:pt x="131" y="12"/>
                          </a:lnTo>
                          <a:lnTo>
                            <a:pt x="138" y="21"/>
                          </a:lnTo>
                          <a:lnTo>
                            <a:pt x="143" y="25"/>
                          </a:lnTo>
                          <a:lnTo>
                            <a:pt x="168" y="30"/>
                          </a:lnTo>
                          <a:lnTo>
                            <a:pt x="183" y="27"/>
                          </a:lnTo>
                          <a:lnTo>
                            <a:pt x="192" y="25"/>
                          </a:lnTo>
                          <a:lnTo>
                            <a:pt x="198" y="25"/>
                          </a:lnTo>
                          <a:lnTo>
                            <a:pt x="235" y="27"/>
                          </a:lnTo>
                          <a:lnTo>
                            <a:pt x="249" y="25"/>
                          </a:lnTo>
                          <a:lnTo>
                            <a:pt x="259" y="25"/>
                          </a:lnTo>
                          <a:lnTo>
                            <a:pt x="264" y="27"/>
                          </a:lnTo>
                          <a:lnTo>
                            <a:pt x="274" y="21"/>
                          </a:lnTo>
                          <a:lnTo>
                            <a:pt x="284" y="18"/>
                          </a:lnTo>
                          <a:lnTo>
                            <a:pt x="289" y="18"/>
                          </a:lnTo>
                          <a:lnTo>
                            <a:pt x="323" y="15"/>
                          </a:lnTo>
                          <a:lnTo>
                            <a:pt x="334" y="18"/>
                          </a:lnTo>
                          <a:lnTo>
                            <a:pt x="346" y="43"/>
                          </a:lnTo>
                          <a:lnTo>
                            <a:pt x="370" y="52"/>
                          </a:lnTo>
                          <a:lnTo>
                            <a:pt x="417" y="61"/>
                          </a:lnTo>
                          <a:lnTo>
                            <a:pt x="429" y="76"/>
                          </a:lnTo>
                          <a:lnTo>
                            <a:pt x="457" y="86"/>
                          </a:lnTo>
                          <a:lnTo>
                            <a:pt x="505" y="105"/>
                          </a:lnTo>
                          <a:lnTo>
                            <a:pt x="562" y="102"/>
                          </a:lnTo>
                          <a:lnTo>
                            <a:pt x="620" y="95"/>
                          </a:lnTo>
                          <a:lnTo>
                            <a:pt x="634" y="83"/>
                          </a:lnTo>
                          <a:lnTo>
                            <a:pt x="641" y="64"/>
                          </a:lnTo>
                          <a:lnTo>
                            <a:pt x="646" y="58"/>
                          </a:lnTo>
                          <a:lnTo>
                            <a:pt x="649" y="64"/>
                          </a:lnTo>
                          <a:lnTo>
                            <a:pt x="659" y="71"/>
                          </a:lnTo>
                          <a:lnTo>
                            <a:pt x="661" y="76"/>
                          </a:lnTo>
                          <a:lnTo>
                            <a:pt x="656" y="89"/>
                          </a:lnTo>
                          <a:lnTo>
                            <a:pt x="659" y="114"/>
                          </a:lnTo>
                          <a:lnTo>
                            <a:pt x="698" y="95"/>
                          </a:lnTo>
                          <a:lnTo>
                            <a:pt x="718" y="83"/>
                          </a:lnTo>
                          <a:lnTo>
                            <a:pt x="723" y="80"/>
                          </a:lnTo>
                          <a:lnTo>
                            <a:pt x="735" y="92"/>
                          </a:lnTo>
                          <a:lnTo>
                            <a:pt x="738" y="98"/>
                          </a:lnTo>
                          <a:lnTo>
                            <a:pt x="738" y="111"/>
                          </a:lnTo>
                          <a:lnTo>
                            <a:pt x="735" y="117"/>
                          </a:lnTo>
                          <a:lnTo>
                            <a:pt x="738" y="123"/>
                          </a:lnTo>
                          <a:lnTo>
                            <a:pt x="738" y="130"/>
                          </a:lnTo>
                          <a:lnTo>
                            <a:pt x="747" y="132"/>
                          </a:lnTo>
                          <a:lnTo>
                            <a:pt x="767" y="154"/>
                          </a:lnTo>
                          <a:lnTo>
                            <a:pt x="784" y="173"/>
                          </a:lnTo>
                          <a:lnTo>
                            <a:pt x="800" y="178"/>
                          </a:lnTo>
                          <a:lnTo>
                            <a:pt x="804" y="178"/>
                          </a:lnTo>
                          <a:lnTo>
                            <a:pt x="809" y="178"/>
                          </a:lnTo>
                          <a:lnTo>
                            <a:pt x="814" y="178"/>
                          </a:lnTo>
                          <a:lnTo>
                            <a:pt x="820" y="185"/>
                          </a:lnTo>
                          <a:lnTo>
                            <a:pt x="620" y="263"/>
                          </a:lnTo>
                          <a:lnTo>
                            <a:pt x="425" y="333"/>
                          </a:lnTo>
                          <a:lnTo>
                            <a:pt x="245" y="401"/>
                          </a:lnTo>
                          <a:lnTo>
                            <a:pt x="133" y="450"/>
                          </a:lnTo>
                          <a:lnTo>
                            <a:pt x="0" y="530"/>
                          </a:lnTo>
                        </a:path>
                      </a:pathLst>
                    </a:custGeom>
                    <a:solidFill>
                      <a:srgbClr val="00A000"/>
                    </a:solidFill>
                    <a:ln cap="rnd">
                      <a:noFill/>
                      <a:round/>
                    </a:ln>
                    <a:effectLst/>
                  </p:spPr>
                </p:sp>
                <p:sp>
                  <p:nvSpPr>
                    <p:cNvPr id="61533" name=""/>
                    <p:cNvSpPr/>
                    <p:nvPr/>
                  </p:nvSpPr>
                  <p:spPr>
                    <a:xfrm>
                      <a:off x="1746" y="1617"/>
                      <a:ext cx="522" cy="648"/>
                    </a:xfrm>
                    <a:custGeom>
                      <a:pathLst>
                        <a:path w="522" h="648">
                          <a:moveTo>
                            <a:pt x="300" y="647"/>
                          </a:moveTo>
                          <a:lnTo>
                            <a:pt x="203" y="554"/>
                          </a:lnTo>
                          <a:lnTo>
                            <a:pt x="51" y="345"/>
                          </a:lnTo>
                          <a:lnTo>
                            <a:pt x="18" y="301"/>
                          </a:lnTo>
                          <a:lnTo>
                            <a:pt x="0" y="265"/>
                          </a:lnTo>
                          <a:lnTo>
                            <a:pt x="0" y="245"/>
                          </a:lnTo>
                          <a:lnTo>
                            <a:pt x="21" y="238"/>
                          </a:lnTo>
                          <a:lnTo>
                            <a:pt x="44" y="230"/>
                          </a:lnTo>
                          <a:lnTo>
                            <a:pt x="53" y="213"/>
                          </a:lnTo>
                          <a:lnTo>
                            <a:pt x="65" y="210"/>
                          </a:lnTo>
                          <a:lnTo>
                            <a:pt x="71" y="210"/>
                          </a:lnTo>
                          <a:lnTo>
                            <a:pt x="86" y="196"/>
                          </a:lnTo>
                          <a:lnTo>
                            <a:pt x="116" y="175"/>
                          </a:lnTo>
                          <a:lnTo>
                            <a:pt x="122" y="150"/>
                          </a:lnTo>
                          <a:lnTo>
                            <a:pt x="143" y="137"/>
                          </a:lnTo>
                          <a:lnTo>
                            <a:pt x="146" y="112"/>
                          </a:lnTo>
                          <a:lnTo>
                            <a:pt x="157" y="115"/>
                          </a:lnTo>
                          <a:lnTo>
                            <a:pt x="163" y="105"/>
                          </a:lnTo>
                          <a:lnTo>
                            <a:pt x="170" y="108"/>
                          </a:lnTo>
                          <a:lnTo>
                            <a:pt x="176" y="119"/>
                          </a:lnTo>
                          <a:lnTo>
                            <a:pt x="199" y="123"/>
                          </a:lnTo>
                          <a:lnTo>
                            <a:pt x="208" y="101"/>
                          </a:lnTo>
                          <a:lnTo>
                            <a:pt x="217" y="99"/>
                          </a:lnTo>
                          <a:lnTo>
                            <a:pt x="223" y="73"/>
                          </a:lnTo>
                          <a:lnTo>
                            <a:pt x="238" y="70"/>
                          </a:lnTo>
                          <a:lnTo>
                            <a:pt x="244" y="56"/>
                          </a:lnTo>
                          <a:lnTo>
                            <a:pt x="256" y="53"/>
                          </a:lnTo>
                          <a:lnTo>
                            <a:pt x="259" y="42"/>
                          </a:lnTo>
                          <a:lnTo>
                            <a:pt x="270" y="42"/>
                          </a:lnTo>
                          <a:lnTo>
                            <a:pt x="276" y="28"/>
                          </a:lnTo>
                          <a:lnTo>
                            <a:pt x="295" y="18"/>
                          </a:lnTo>
                          <a:lnTo>
                            <a:pt x="304" y="18"/>
                          </a:lnTo>
                          <a:lnTo>
                            <a:pt x="310" y="11"/>
                          </a:lnTo>
                          <a:lnTo>
                            <a:pt x="327" y="11"/>
                          </a:lnTo>
                          <a:lnTo>
                            <a:pt x="333" y="25"/>
                          </a:lnTo>
                          <a:lnTo>
                            <a:pt x="345" y="28"/>
                          </a:lnTo>
                          <a:lnTo>
                            <a:pt x="360" y="45"/>
                          </a:lnTo>
                          <a:lnTo>
                            <a:pt x="381" y="39"/>
                          </a:lnTo>
                          <a:lnTo>
                            <a:pt x="384" y="22"/>
                          </a:lnTo>
                          <a:lnTo>
                            <a:pt x="399" y="11"/>
                          </a:lnTo>
                          <a:lnTo>
                            <a:pt x="405" y="8"/>
                          </a:lnTo>
                          <a:lnTo>
                            <a:pt x="407" y="0"/>
                          </a:lnTo>
                          <a:lnTo>
                            <a:pt x="417" y="11"/>
                          </a:lnTo>
                          <a:lnTo>
                            <a:pt x="426" y="25"/>
                          </a:lnTo>
                          <a:lnTo>
                            <a:pt x="440" y="15"/>
                          </a:lnTo>
                          <a:lnTo>
                            <a:pt x="455" y="18"/>
                          </a:lnTo>
                          <a:lnTo>
                            <a:pt x="521" y="64"/>
                          </a:lnTo>
                          <a:lnTo>
                            <a:pt x="521" y="647"/>
                          </a:lnTo>
                          <a:lnTo>
                            <a:pt x="300" y="647"/>
                          </a:lnTo>
                        </a:path>
                      </a:pathLst>
                    </a:custGeom>
                    <a:solidFill>
                      <a:srgbClr val="019700"/>
                    </a:solidFill>
                    <a:ln cap="rnd">
                      <a:noFill/>
                      <a:round/>
                    </a:ln>
                    <a:effectLst/>
                  </p:spPr>
                </p:sp>
                <p:sp>
                  <p:nvSpPr>
                    <p:cNvPr id="61534" name=""/>
                    <p:cNvSpPr/>
                    <p:nvPr/>
                  </p:nvSpPr>
                  <p:spPr>
                    <a:xfrm>
                      <a:off x="966" y="1754"/>
                      <a:ext cx="1119" cy="210"/>
                    </a:xfrm>
                    <a:custGeom>
                      <a:pathLst>
                        <a:path w="1119" h="210">
                          <a:moveTo>
                            <a:pt x="797" y="163"/>
                          </a:moveTo>
                          <a:lnTo>
                            <a:pt x="831" y="209"/>
                          </a:lnTo>
                          <a:lnTo>
                            <a:pt x="878" y="193"/>
                          </a:lnTo>
                          <a:lnTo>
                            <a:pt x="916" y="169"/>
                          </a:lnTo>
                          <a:lnTo>
                            <a:pt x="931" y="155"/>
                          </a:lnTo>
                          <a:lnTo>
                            <a:pt x="964" y="141"/>
                          </a:lnTo>
                          <a:lnTo>
                            <a:pt x="1000" y="117"/>
                          </a:lnTo>
                          <a:lnTo>
                            <a:pt x="1023" y="103"/>
                          </a:lnTo>
                          <a:lnTo>
                            <a:pt x="1041" y="86"/>
                          </a:lnTo>
                          <a:lnTo>
                            <a:pt x="1056" y="73"/>
                          </a:lnTo>
                          <a:lnTo>
                            <a:pt x="1071" y="73"/>
                          </a:lnTo>
                          <a:lnTo>
                            <a:pt x="1086" y="66"/>
                          </a:lnTo>
                          <a:lnTo>
                            <a:pt x="1098" y="73"/>
                          </a:lnTo>
                          <a:lnTo>
                            <a:pt x="1107" y="62"/>
                          </a:lnTo>
                          <a:lnTo>
                            <a:pt x="1109" y="45"/>
                          </a:lnTo>
                          <a:lnTo>
                            <a:pt x="1118" y="41"/>
                          </a:lnTo>
                          <a:lnTo>
                            <a:pt x="1118" y="34"/>
                          </a:lnTo>
                          <a:lnTo>
                            <a:pt x="1012" y="38"/>
                          </a:lnTo>
                          <a:lnTo>
                            <a:pt x="955" y="41"/>
                          </a:lnTo>
                          <a:lnTo>
                            <a:pt x="973" y="73"/>
                          </a:lnTo>
                          <a:lnTo>
                            <a:pt x="1009" y="73"/>
                          </a:lnTo>
                          <a:lnTo>
                            <a:pt x="976" y="90"/>
                          </a:lnTo>
                          <a:lnTo>
                            <a:pt x="937" y="117"/>
                          </a:lnTo>
                          <a:lnTo>
                            <a:pt x="941" y="69"/>
                          </a:lnTo>
                          <a:lnTo>
                            <a:pt x="973" y="73"/>
                          </a:lnTo>
                          <a:lnTo>
                            <a:pt x="955" y="41"/>
                          </a:lnTo>
                          <a:lnTo>
                            <a:pt x="860" y="34"/>
                          </a:lnTo>
                          <a:lnTo>
                            <a:pt x="723" y="27"/>
                          </a:lnTo>
                          <a:lnTo>
                            <a:pt x="583" y="17"/>
                          </a:lnTo>
                          <a:lnTo>
                            <a:pt x="429" y="13"/>
                          </a:lnTo>
                          <a:lnTo>
                            <a:pt x="298" y="7"/>
                          </a:lnTo>
                          <a:lnTo>
                            <a:pt x="190" y="3"/>
                          </a:lnTo>
                          <a:lnTo>
                            <a:pt x="208" y="48"/>
                          </a:lnTo>
                          <a:lnTo>
                            <a:pt x="241" y="48"/>
                          </a:lnTo>
                          <a:lnTo>
                            <a:pt x="250" y="128"/>
                          </a:lnTo>
                          <a:lnTo>
                            <a:pt x="220" y="107"/>
                          </a:lnTo>
                          <a:lnTo>
                            <a:pt x="166" y="76"/>
                          </a:lnTo>
                          <a:lnTo>
                            <a:pt x="143" y="51"/>
                          </a:lnTo>
                          <a:lnTo>
                            <a:pt x="208" y="48"/>
                          </a:lnTo>
                          <a:lnTo>
                            <a:pt x="190" y="3"/>
                          </a:lnTo>
                          <a:lnTo>
                            <a:pt x="125" y="7"/>
                          </a:lnTo>
                          <a:lnTo>
                            <a:pt x="65" y="7"/>
                          </a:lnTo>
                          <a:lnTo>
                            <a:pt x="21" y="3"/>
                          </a:lnTo>
                          <a:lnTo>
                            <a:pt x="0" y="0"/>
                          </a:lnTo>
                          <a:lnTo>
                            <a:pt x="15" y="17"/>
                          </a:lnTo>
                          <a:lnTo>
                            <a:pt x="33" y="34"/>
                          </a:lnTo>
                          <a:lnTo>
                            <a:pt x="39" y="41"/>
                          </a:lnTo>
                          <a:lnTo>
                            <a:pt x="41" y="51"/>
                          </a:lnTo>
                          <a:lnTo>
                            <a:pt x="56" y="48"/>
                          </a:lnTo>
                          <a:lnTo>
                            <a:pt x="65" y="62"/>
                          </a:lnTo>
                          <a:lnTo>
                            <a:pt x="95" y="76"/>
                          </a:lnTo>
                          <a:lnTo>
                            <a:pt x="190" y="132"/>
                          </a:lnTo>
                          <a:lnTo>
                            <a:pt x="282" y="177"/>
                          </a:lnTo>
                          <a:lnTo>
                            <a:pt x="329" y="160"/>
                          </a:lnTo>
                          <a:lnTo>
                            <a:pt x="294" y="152"/>
                          </a:lnTo>
                          <a:lnTo>
                            <a:pt x="294" y="66"/>
                          </a:lnTo>
                          <a:lnTo>
                            <a:pt x="300" y="62"/>
                          </a:lnTo>
                          <a:lnTo>
                            <a:pt x="300" y="51"/>
                          </a:lnTo>
                          <a:lnTo>
                            <a:pt x="356" y="48"/>
                          </a:lnTo>
                          <a:lnTo>
                            <a:pt x="476" y="55"/>
                          </a:lnTo>
                          <a:lnTo>
                            <a:pt x="578" y="58"/>
                          </a:lnTo>
                          <a:lnTo>
                            <a:pt x="580" y="159"/>
                          </a:lnTo>
                          <a:lnTo>
                            <a:pt x="586" y="163"/>
                          </a:lnTo>
                          <a:lnTo>
                            <a:pt x="601" y="138"/>
                          </a:lnTo>
                          <a:lnTo>
                            <a:pt x="598" y="76"/>
                          </a:lnTo>
                          <a:lnTo>
                            <a:pt x="604" y="73"/>
                          </a:lnTo>
                          <a:lnTo>
                            <a:pt x="604" y="58"/>
                          </a:lnTo>
                          <a:lnTo>
                            <a:pt x="655" y="55"/>
                          </a:lnTo>
                          <a:lnTo>
                            <a:pt x="761" y="62"/>
                          </a:lnTo>
                          <a:lnTo>
                            <a:pt x="872" y="69"/>
                          </a:lnTo>
                          <a:lnTo>
                            <a:pt x="913" y="73"/>
                          </a:lnTo>
                          <a:lnTo>
                            <a:pt x="913" y="82"/>
                          </a:lnTo>
                          <a:lnTo>
                            <a:pt x="916" y="82"/>
                          </a:lnTo>
                          <a:lnTo>
                            <a:pt x="916" y="138"/>
                          </a:lnTo>
                          <a:lnTo>
                            <a:pt x="866" y="155"/>
                          </a:lnTo>
                          <a:lnTo>
                            <a:pt x="830" y="163"/>
                          </a:lnTo>
                          <a:lnTo>
                            <a:pt x="797" y="163"/>
                          </a:lnTo>
                        </a:path>
                      </a:pathLst>
                    </a:custGeom>
                    <a:solidFill>
                      <a:srgbClr val="606060"/>
                    </a:solidFill>
                    <a:ln cap="rnd">
                      <a:noFill/>
                      <a:round/>
                    </a:ln>
                    <a:effectLst/>
                  </p:spPr>
                </p:sp>
              </p:grpSp>
              <p:sp>
                <p:nvSpPr>
                  <p:cNvPr id="61535" name=""/>
                  <p:cNvSpPr/>
                  <p:nvPr/>
                </p:nvSpPr>
                <p:spPr>
                  <a:xfrm>
                    <a:off x="1537" y="1817"/>
                    <a:ext cx="21" cy="101"/>
                  </a:xfrm>
                  <a:custGeom>
                    <a:pathLst>
                      <a:path w="21" h="101">
                        <a:moveTo>
                          <a:pt x="0" y="0"/>
                        </a:moveTo>
                        <a:lnTo>
                          <a:pt x="16" y="0"/>
                        </a:lnTo>
                        <a:lnTo>
                          <a:pt x="16" y="19"/>
                        </a:lnTo>
                        <a:lnTo>
                          <a:pt x="20" y="23"/>
                        </a:lnTo>
                        <a:lnTo>
                          <a:pt x="20" y="100"/>
                        </a:lnTo>
                        <a:lnTo>
                          <a:pt x="3" y="100"/>
                        </a:lnTo>
                        <a:lnTo>
                          <a:pt x="3" y="19"/>
                        </a:lnTo>
                        <a:lnTo>
                          <a:pt x="0" y="19"/>
                        </a:lnTo>
                        <a:lnTo>
                          <a:pt x="0" y="0"/>
                        </a:lnTo>
                      </a:path>
                    </a:pathLst>
                  </a:custGeom>
                  <a:solidFill>
                    <a:srgbClr val="202020"/>
                  </a:solidFill>
                  <a:ln cap="rnd">
                    <a:noFill/>
                    <a:round/>
                  </a:ln>
                  <a:effectLst/>
                </p:spPr>
              </p:sp>
              <p:sp>
                <p:nvSpPr>
                  <p:cNvPr id="61536" name=""/>
                  <p:cNvSpPr/>
                  <p:nvPr/>
                </p:nvSpPr>
                <p:spPr>
                  <a:xfrm>
                    <a:off x="1897" y="1823"/>
                    <a:ext cx="21" cy="90"/>
                  </a:xfrm>
                  <a:custGeom>
                    <a:pathLst>
                      <a:path w="21" h="90">
                        <a:moveTo>
                          <a:pt x="2" y="0"/>
                        </a:moveTo>
                        <a:lnTo>
                          <a:pt x="16" y="0"/>
                        </a:lnTo>
                        <a:lnTo>
                          <a:pt x="20" y="31"/>
                        </a:lnTo>
                        <a:lnTo>
                          <a:pt x="12" y="31"/>
                        </a:lnTo>
                        <a:lnTo>
                          <a:pt x="16" y="82"/>
                        </a:lnTo>
                        <a:lnTo>
                          <a:pt x="0" y="89"/>
                        </a:lnTo>
                        <a:lnTo>
                          <a:pt x="0" y="31"/>
                        </a:lnTo>
                        <a:lnTo>
                          <a:pt x="4" y="31"/>
                        </a:lnTo>
                        <a:lnTo>
                          <a:pt x="2" y="0"/>
                        </a:lnTo>
                      </a:path>
                    </a:pathLst>
                  </a:custGeom>
                  <a:solidFill>
                    <a:srgbClr val="202020"/>
                  </a:solidFill>
                  <a:ln cap="rnd">
                    <a:noFill/>
                    <a:round/>
                  </a:ln>
                  <a:effectLst/>
                </p:spPr>
              </p:sp>
              <p:sp>
                <p:nvSpPr>
                  <p:cNvPr id="61537" name=""/>
                  <p:cNvSpPr/>
                  <p:nvPr/>
                </p:nvSpPr>
                <p:spPr>
                  <a:xfrm>
                    <a:off x="1242" y="1820"/>
                    <a:ext cx="21" cy="78"/>
                  </a:xfrm>
                  <a:custGeom>
                    <a:pathLst>
                      <a:path w="21" h="78">
                        <a:moveTo>
                          <a:pt x="3" y="4"/>
                        </a:moveTo>
                        <a:lnTo>
                          <a:pt x="20" y="0"/>
                        </a:lnTo>
                        <a:lnTo>
                          <a:pt x="20" y="77"/>
                        </a:lnTo>
                        <a:lnTo>
                          <a:pt x="3" y="71"/>
                        </a:lnTo>
                        <a:lnTo>
                          <a:pt x="3" y="10"/>
                        </a:lnTo>
                        <a:lnTo>
                          <a:pt x="0" y="13"/>
                        </a:lnTo>
                        <a:lnTo>
                          <a:pt x="3" y="4"/>
                        </a:lnTo>
                      </a:path>
                    </a:pathLst>
                  </a:custGeom>
                  <a:solidFill>
                    <a:srgbClr val="202020"/>
                  </a:solidFill>
                  <a:ln cap="rnd">
                    <a:noFill/>
                    <a:round/>
                  </a:ln>
                  <a:effectLst/>
                </p:spPr>
              </p:sp>
              <p:sp>
                <p:nvSpPr>
                  <p:cNvPr id="61538" name=""/>
                  <p:cNvSpPr/>
                  <p:nvPr/>
                </p:nvSpPr>
                <p:spPr>
                  <a:xfrm>
                    <a:off x="1225" y="1824"/>
                    <a:ext cx="21" cy="77"/>
                  </a:xfrm>
                  <a:custGeom>
                    <a:pathLst>
                      <a:path w="21" h="77">
                        <a:moveTo>
                          <a:pt x="6" y="3"/>
                        </a:moveTo>
                        <a:lnTo>
                          <a:pt x="20" y="0"/>
                        </a:lnTo>
                        <a:lnTo>
                          <a:pt x="20" y="76"/>
                        </a:lnTo>
                        <a:lnTo>
                          <a:pt x="6" y="70"/>
                        </a:lnTo>
                        <a:lnTo>
                          <a:pt x="6" y="10"/>
                        </a:lnTo>
                        <a:lnTo>
                          <a:pt x="0" y="12"/>
                        </a:lnTo>
                        <a:lnTo>
                          <a:pt x="6" y="3"/>
                        </a:lnTo>
                      </a:path>
                    </a:pathLst>
                  </a:custGeom>
                  <a:solidFill>
                    <a:srgbClr val="202020"/>
                  </a:solidFill>
                  <a:ln cap="rnd">
                    <a:noFill/>
                    <a:round/>
                  </a:ln>
                  <a:effectLst/>
                </p:spPr>
              </p:sp>
            </p:grpSp>
            <p:sp>
              <p:nvSpPr>
                <p:cNvPr id="61539" name=""/>
                <p:cNvSpPr/>
                <p:nvPr/>
              </p:nvSpPr>
              <p:spPr>
                <a:xfrm>
                  <a:off x="987" y="1772"/>
                  <a:ext cx="1085" cy="32"/>
                </a:xfrm>
                <a:custGeom>
                  <a:pathLst>
                    <a:path w="1085" h="32">
                      <a:moveTo>
                        <a:pt x="0" y="0"/>
                      </a:moveTo>
                      <a:lnTo>
                        <a:pt x="91" y="0"/>
                      </a:lnTo>
                      <a:lnTo>
                        <a:pt x="238" y="0"/>
                      </a:lnTo>
                      <a:lnTo>
                        <a:pt x="381" y="3"/>
                      </a:lnTo>
                      <a:lnTo>
                        <a:pt x="566" y="10"/>
                      </a:lnTo>
                      <a:lnTo>
                        <a:pt x="723" y="19"/>
                      </a:lnTo>
                      <a:lnTo>
                        <a:pt x="911" y="31"/>
                      </a:lnTo>
                      <a:lnTo>
                        <a:pt x="1084" y="31"/>
                      </a:lnTo>
                      <a:lnTo>
                        <a:pt x="0" y="0"/>
                      </a:lnTo>
                    </a:path>
                  </a:pathLst>
                </a:custGeom>
                <a:solidFill>
                  <a:srgbClr val="E0E0E0"/>
                </a:solidFill>
                <a:ln cap="rnd">
                  <a:noFill/>
                  <a:round/>
                </a:ln>
                <a:effectLst/>
              </p:spPr>
            </p:sp>
          </p:grpSp>
        </p:grpSp>
        <p:grpSp>
          <p:nvGrpSpPr>
            <p:cNvPr id="61540" name=""/>
            <p:cNvGrpSpPr/>
            <p:nvPr/>
          </p:nvGrpSpPr>
          <p:grpSpPr>
            <a:xfrm>
              <a:off x="3994" y="1531"/>
              <a:ext cx="1187" cy="727"/>
              <a:chOff x="3994" y="1531"/>
              <a:chExt cx="1187" cy="727"/>
            </a:xfrm>
          </p:grpSpPr>
          <p:grpSp>
            <p:nvGrpSpPr>
              <p:cNvPr id="61541" name=""/>
              <p:cNvGrpSpPr/>
              <p:nvPr/>
            </p:nvGrpSpPr>
            <p:grpSpPr>
              <a:xfrm>
                <a:off x="3994" y="1843"/>
                <a:ext cx="1020" cy="415"/>
                <a:chOff x="3994" y="1843"/>
                <a:chExt cx="1020" cy="415"/>
              </a:xfrm>
            </p:grpSpPr>
            <p:sp>
              <p:nvSpPr>
                <p:cNvPr id="61542" name=""/>
                <p:cNvSpPr/>
                <p:nvPr/>
              </p:nvSpPr>
              <p:spPr>
                <a:xfrm>
                  <a:off x="4026" y="1902"/>
                  <a:ext cx="988" cy="106"/>
                </a:xfrm>
                <a:custGeom>
                  <a:pathLst>
                    <a:path w="988" h="106">
                      <a:moveTo>
                        <a:pt x="987" y="33"/>
                      </a:moveTo>
                      <a:lnTo>
                        <a:pt x="890" y="105"/>
                      </a:lnTo>
                      <a:lnTo>
                        <a:pt x="0" y="82"/>
                      </a:lnTo>
                      <a:lnTo>
                        <a:pt x="157" y="0"/>
                      </a:lnTo>
                      <a:lnTo>
                        <a:pt x="987" y="33"/>
                      </a:lnTo>
                    </a:path>
                  </a:pathLst>
                </a:custGeom>
                <a:solidFill>
                  <a:srgbClr val="A0A0A0"/>
                </a:solidFill>
                <a:ln w="12700" cap="rnd" cmpd="sng">
                  <a:solidFill>
                    <a:srgbClr val="000000"/>
                  </a:solidFill>
                  <a:prstDash val="solid"/>
                  <a:round/>
                </a:ln>
                <a:effectLst/>
              </p:spPr>
            </p:sp>
            <p:sp>
              <p:nvSpPr>
                <p:cNvPr id="61543" name=""/>
                <p:cNvSpPr/>
                <p:nvPr/>
              </p:nvSpPr>
              <p:spPr>
                <a:xfrm>
                  <a:off x="3994" y="2096"/>
                  <a:ext cx="930" cy="162"/>
                </a:xfrm>
                <a:custGeom>
                  <a:pathLst>
                    <a:path w="930" h="162">
                      <a:moveTo>
                        <a:pt x="919" y="41"/>
                      </a:moveTo>
                      <a:lnTo>
                        <a:pt x="929" y="161"/>
                      </a:lnTo>
                      <a:lnTo>
                        <a:pt x="44" y="110"/>
                      </a:lnTo>
                      <a:lnTo>
                        <a:pt x="0" y="0"/>
                      </a:lnTo>
                      <a:lnTo>
                        <a:pt x="919" y="41"/>
                      </a:lnTo>
                    </a:path>
                  </a:pathLst>
                </a:custGeom>
                <a:solidFill>
                  <a:srgbClr val="808080"/>
                </a:solidFill>
                <a:ln w="12700" cap="rnd" cmpd="sng">
                  <a:solidFill>
                    <a:srgbClr val="000000"/>
                  </a:solidFill>
                  <a:prstDash val="solid"/>
                  <a:round/>
                </a:ln>
                <a:effectLst/>
              </p:spPr>
            </p:sp>
            <p:sp>
              <p:nvSpPr>
                <p:cNvPr id="61544" name=""/>
                <p:cNvSpPr/>
                <p:nvPr/>
              </p:nvSpPr>
              <p:spPr>
                <a:xfrm>
                  <a:off x="3994" y="1986"/>
                  <a:ext cx="921" cy="152"/>
                </a:xfrm>
                <a:custGeom>
                  <a:pathLst>
                    <a:path w="921" h="152">
                      <a:moveTo>
                        <a:pt x="920" y="151"/>
                      </a:moveTo>
                      <a:lnTo>
                        <a:pt x="0" y="110"/>
                      </a:lnTo>
                      <a:lnTo>
                        <a:pt x="32" y="0"/>
                      </a:lnTo>
                      <a:lnTo>
                        <a:pt x="919" y="21"/>
                      </a:lnTo>
                      <a:lnTo>
                        <a:pt x="920" y="151"/>
                      </a:lnTo>
                    </a:path>
                  </a:pathLst>
                </a:custGeom>
                <a:solidFill>
                  <a:srgbClr val="E0E0E0"/>
                </a:solidFill>
                <a:ln w="12700" cap="rnd" cmpd="sng">
                  <a:solidFill>
                    <a:srgbClr val="000000"/>
                  </a:solidFill>
                  <a:prstDash val="solid"/>
                  <a:round/>
                </a:ln>
                <a:effectLst/>
              </p:spPr>
            </p:sp>
            <p:sp>
              <p:nvSpPr>
                <p:cNvPr id="61545" name=""/>
                <p:cNvSpPr/>
                <p:nvPr/>
              </p:nvSpPr>
              <p:spPr>
                <a:xfrm>
                  <a:off x="4088" y="1843"/>
                  <a:ext cx="923" cy="141"/>
                </a:xfrm>
                <a:custGeom>
                  <a:pathLst>
                    <a:path w="923" h="141">
                      <a:moveTo>
                        <a:pt x="893" y="0"/>
                      </a:moveTo>
                      <a:lnTo>
                        <a:pt x="893" y="16"/>
                      </a:lnTo>
                      <a:lnTo>
                        <a:pt x="922" y="23"/>
                      </a:lnTo>
                      <a:lnTo>
                        <a:pt x="817" y="117"/>
                      </a:lnTo>
                      <a:lnTo>
                        <a:pt x="807" y="140"/>
                      </a:lnTo>
                      <a:lnTo>
                        <a:pt x="0" y="122"/>
                      </a:lnTo>
                      <a:lnTo>
                        <a:pt x="20" y="99"/>
                      </a:lnTo>
                      <a:lnTo>
                        <a:pt x="143" y="31"/>
                      </a:lnTo>
                      <a:lnTo>
                        <a:pt x="154" y="0"/>
                      </a:lnTo>
                      <a:lnTo>
                        <a:pt x="893" y="0"/>
                      </a:lnTo>
                    </a:path>
                  </a:pathLst>
                </a:custGeom>
                <a:solidFill>
                  <a:srgbClr val="C0C0C0"/>
                </a:solidFill>
                <a:ln w="12700" cap="rnd" cmpd="sng">
                  <a:solidFill>
                    <a:srgbClr val="000000"/>
                  </a:solidFill>
                  <a:prstDash val="solid"/>
                  <a:round/>
                </a:ln>
                <a:effectLst/>
              </p:spPr>
            </p:sp>
          </p:grpSp>
          <p:grpSp>
            <p:nvGrpSpPr>
              <p:cNvPr id="61546" name=""/>
              <p:cNvGrpSpPr/>
              <p:nvPr/>
            </p:nvGrpSpPr>
            <p:grpSpPr>
              <a:xfrm>
                <a:off x="4036" y="1531"/>
                <a:ext cx="1145" cy="727"/>
                <a:chOff x="4036" y="1531"/>
                <a:chExt cx="1145" cy="727"/>
              </a:xfrm>
            </p:grpSpPr>
            <p:grpSp>
              <p:nvGrpSpPr>
                <p:cNvPr id="61547" name=""/>
                <p:cNvGrpSpPr/>
                <p:nvPr/>
              </p:nvGrpSpPr>
              <p:grpSpPr>
                <a:xfrm>
                  <a:off x="4203" y="1636"/>
                  <a:ext cx="978" cy="622"/>
                  <a:chOff x="4203" y="1636"/>
                  <a:chExt cx="978" cy="622"/>
                </a:xfrm>
              </p:grpSpPr>
              <p:sp>
                <p:nvSpPr>
                  <p:cNvPr id="61548" name=""/>
                  <p:cNvSpPr/>
                  <p:nvPr/>
                </p:nvSpPr>
                <p:spPr>
                  <a:xfrm>
                    <a:off x="4203" y="1775"/>
                    <a:ext cx="978" cy="158"/>
                  </a:xfrm>
                  <a:custGeom>
                    <a:pathLst>
                      <a:path w="978" h="158">
                        <a:moveTo>
                          <a:pt x="977" y="0"/>
                        </a:moveTo>
                        <a:lnTo>
                          <a:pt x="178" y="0"/>
                        </a:lnTo>
                        <a:lnTo>
                          <a:pt x="0" y="144"/>
                        </a:lnTo>
                        <a:lnTo>
                          <a:pt x="810" y="157"/>
                        </a:lnTo>
                        <a:lnTo>
                          <a:pt x="977" y="0"/>
                        </a:lnTo>
                      </a:path>
                    </a:pathLst>
                  </a:custGeom>
                  <a:solidFill>
                    <a:srgbClr val="A0A0A0"/>
                  </a:solidFill>
                  <a:ln w="12700" cap="rnd" cmpd="sng">
                    <a:solidFill>
                      <a:srgbClr val="000000"/>
                    </a:solidFill>
                    <a:prstDash val="solid"/>
                    <a:round/>
                  </a:ln>
                  <a:effectLst/>
                </p:spPr>
              </p:sp>
              <p:sp>
                <p:nvSpPr>
                  <p:cNvPr id="61549" name=""/>
                  <p:cNvSpPr/>
                  <p:nvPr/>
                </p:nvSpPr>
                <p:spPr>
                  <a:xfrm>
                    <a:off x="4504" y="1636"/>
                    <a:ext cx="496" cy="191"/>
                  </a:xfrm>
                  <a:custGeom>
                    <a:pathLst>
                      <a:path w="496" h="191">
                        <a:moveTo>
                          <a:pt x="455" y="190"/>
                        </a:moveTo>
                        <a:lnTo>
                          <a:pt x="495" y="1"/>
                        </a:lnTo>
                        <a:lnTo>
                          <a:pt x="78" y="0"/>
                        </a:lnTo>
                        <a:lnTo>
                          <a:pt x="0" y="190"/>
                        </a:lnTo>
                        <a:lnTo>
                          <a:pt x="455" y="190"/>
                        </a:lnTo>
                      </a:path>
                    </a:pathLst>
                  </a:custGeom>
                  <a:solidFill>
                    <a:srgbClr val="606060"/>
                  </a:solidFill>
                  <a:ln w="12700" cap="rnd" cmpd="sng">
                    <a:solidFill>
                      <a:srgbClr val="000000"/>
                    </a:solidFill>
                    <a:prstDash val="solid"/>
                    <a:round/>
                  </a:ln>
                  <a:effectLst/>
                </p:spPr>
              </p:sp>
              <p:sp>
                <p:nvSpPr>
                  <p:cNvPr id="61550" name=""/>
                  <p:cNvSpPr/>
                  <p:nvPr/>
                </p:nvSpPr>
                <p:spPr>
                  <a:xfrm>
                    <a:off x="4914" y="1934"/>
                    <a:ext cx="266" cy="324"/>
                  </a:xfrm>
                  <a:custGeom>
                    <a:pathLst>
                      <a:path w="266" h="324">
                        <a:moveTo>
                          <a:pt x="2" y="73"/>
                        </a:moveTo>
                        <a:lnTo>
                          <a:pt x="0" y="205"/>
                        </a:lnTo>
                        <a:lnTo>
                          <a:pt x="10" y="323"/>
                        </a:lnTo>
                        <a:lnTo>
                          <a:pt x="265" y="52"/>
                        </a:lnTo>
                        <a:lnTo>
                          <a:pt x="265" y="33"/>
                        </a:lnTo>
                        <a:lnTo>
                          <a:pt x="120" y="187"/>
                        </a:lnTo>
                        <a:lnTo>
                          <a:pt x="100" y="0"/>
                        </a:lnTo>
                        <a:lnTo>
                          <a:pt x="2" y="73"/>
                        </a:lnTo>
                      </a:path>
                    </a:pathLst>
                  </a:custGeom>
                  <a:solidFill>
                    <a:srgbClr val="606060"/>
                  </a:solidFill>
                  <a:ln w="12700" cap="rnd" cmpd="sng">
                    <a:solidFill>
                      <a:srgbClr val="000000"/>
                    </a:solidFill>
                    <a:prstDash val="solid"/>
                    <a:round/>
                  </a:ln>
                  <a:effectLst/>
                </p:spPr>
              </p:sp>
              <p:sp>
                <p:nvSpPr>
                  <p:cNvPr id="61551" name=""/>
                  <p:cNvSpPr/>
                  <p:nvPr/>
                </p:nvSpPr>
                <p:spPr>
                  <a:xfrm>
                    <a:off x="5013" y="1775"/>
                    <a:ext cx="168" cy="347"/>
                  </a:xfrm>
                  <a:custGeom>
                    <a:pathLst>
                      <a:path w="168" h="347">
                        <a:moveTo>
                          <a:pt x="19" y="346"/>
                        </a:moveTo>
                        <a:lnTo>
                          <a:pt x="167" y="189"/>
                        </a:lnTo>
                        <a:lnTo>
                          <a:pt x="167" y="0"/>
                        </a:lnTo>
                        <a:lnTo>
                          <a:pt x="0" y="157"/>
                        </a:lnTo>
                        <a:lnTo>
                          <a:pt x="19" y="346"/>
                        </a:lnTo>
                      </a:path>
                    </a:pathLst>
                  </a:custGeom>
                  <a:solidFill>
                    <a:srgbClr val="606060"/>
                  </a:solidFill>
                  <a:ln w="12700" cap="rnd" cmpd="sng">
                    <a:solidFill>
                      <a:srgbClr val="000000"/>
                    </a:solidFill>
                    <a:prstDash val="solid"/>
                    <a:round/>
                  </a:ln>
                  <a:effectLst/>
                </p:spPr>
              </p:sp>
            </p:grpSp>
            <p:grpSp>
              <p:nvGrpSpPr>
                <p:cNvPr id="61552" name=""/>
                <p:cNvGrpSpPr/>
                <p:nvPr/>
              </p:nvGrpSpPr>
              <p:grpSpPr>
                <a:xfrm>
                  <a:off x="4383" y="1531"/>
                  <a:ext cx="644" cy="330"/>
                  <a:chOff x="4383" y="1531"/>
                  <a:chExt cx="644" cy="330"/>
                </a:xfrm>
              </p:grpSpPr>
              <p:sp>
                <p:nvSpPr>
                  <p:cNvPr id="61553" name=""/>
                  <p:cNvSpPr/>
                  <p:nvPr/>
                </p:nvSpPr>
                <p:spPr>
                  <a:xfrm>
                    <a:off x="4423" y="1548"/>
                    <a:ext cx="604" cy="313"/>
                  </a:xfrm>
                  <a:custGeom>
                    <a:pathLst>
                      <a:path w="604" h="313">
                        <a:moveTo>
                          <a:pt x="522" y="45"/>
                        </a:moveTo>
                        <a:lnTo>
                          <a:pt x="509" y="74"/>
                        </a:lnTo>
                        <a:lnTo>
                          <a:pt x="496" y="109"/>
                        </a:lnTo>
                        <a:lnTo>
                          <a:pt x="416" y="312"/>
                        </a:lnTo>
                        <a:lnTo>
                          <a:pt x="0" y="308"/>
                        </a:lnTo>
                        <a:lnTo>
                          <a:pt x="116" y="67"/>
                        </a:lnTo>
                        <a:lnTo>
                          <a:pt x="127" y="50"/>
                        </a:lnTo>
                        <a:lnTo>
                          <a:pt x="141" y="33"/>
                        </a:lnTo>
                        <a:lnTo>
                          <a:pt x="156" y="20"/>
                        </a:lnTo>
                        <a:lnTo>
                          <a:pt x="173" y="10"/>
                        </a:lnTo>
                        <a:lnTo>
                          <a:pt x="196" y="1"/>
                        </a:lnTo>
                        <a:lnTo>
                          <a:pt x="225" y="0"/>
                        </a:lnTo>
                        <a:lnTo>
                          <a:pt x="247" y="0"/>
                        </a:lnTo>
                        <a:lnTo>
                          <a:pt x="603" y="0"/>
                        </a:lnTo>
                        <a:lnTo>
                          <a:pt x="585" y="4"/>
                        </a:lnTo>
                        <a:lnTo>
                          <a:pt x="576" y="7"/>
                        </a:lnTo>
                        <a:lnTo>
                          <a:pt x="564" y="11"/>
                        </a:lnTo>
                        <a:lnTo>
                          <a:pt x="554" y="15"/>
                        </a:lnTo>
                        <a:lnTo>
                          <a:pt x="544" y="22"/>
                        </a:lnTo>
                        <a:lnTo>
                          <a:pt x="538" y="26"/>
                        </a:lnTo>
                        <a:lnTo>
                          <a:pt x="532" y="33"/>
                        </a:lnTo>
                        <a:lnTo>
                          <a:pt x="526" y="39"/>
                        </a:lnTo>
                        <a:lnTo>
                          <a:pt x="522" y="45"/>
                        </a:lnTo>
                      </a:path>
                    </a:pathLst>
                  </a:custGeom>
                  <a:solidFill>
                    <a:srgbClr val="FFA040"/>
                  </a:solidFill>
                  <a:ln w="12700" cap="rnd" cmpd="sng">
                    <a:solidFill>
                      <a:srgbClr val="000000"/>
                    </a:solidFill>
                    <a:prstDash val="solid"/>
                    <a:round/>
                  </a:ln>
                  <a:effectLst/>
                </p:spPr>
              </p:sp>
              <p:sp>
                <p:nvSpPr>
                  <p:cNvPr id="61554" name=""/>
                  <p:cNvSpPr/>
                  <p:nvPr/>
                </p:nvSpPr>
                <p:spPr>
                  <a:xfrm>
                    <a:off x="4399" y="1544"/>
                    <a:ext cx="605" cy="313"/>
                  </a:xfrm>
                  <a:custGeom>
                    <a:pathLst>
                      <a:path w="605" h="313">
                        <a:moveTo>
                          <a:pt x="522" y="45"/>
                        </a:moveTo>
                        <a:lnTo>
                          <a:pt x="509" y="74"/>
                        </a:lnTo>
                        <a:lnTo>
                          <a:pt x="496" y="110"/>
                        </a:lnTo>
                        <a:lnTo>
                          <a:pt x="416" y="312"/>
                        </a:lnTo>
                        <a:lnTo>
                          <a:pt x="0" y="308"/>
                        </a:lnTo>
                        <a:lnTo>
                          <a:pt x="116" y="67"/>
                        </a:lnTo>
                        <a:lnTo>
                          <a:pt x="127" y="51"/>
                        </a:lnTo>
                        <a:lnTo>
                          <a:pt x="142" y="33"/>
                        </a:lnTo>
                        <a:lnTo>
                          <a:pt x="157" y="20"/>
                        </a:lnTo>
                        <a:lnTo>
                          <a:pt x="173" y="10"/>
                        </a:lnTo>
                        <a:lnTo>
                          <a:pt x="196" y="2"/>
                        </a:lnTo>
                        <a:lnTo>
                          <a:pt x="225" y="0"/>
                        </a:lnTo>
                        <a:lnTo>
                          <a:pt x="248" y="0"/>
                        </a:lnTo>
                        <a:lnTo>
                          <a:pt x="604" y="0"/>
                        </a:lnTo>
                        <a:lnTo>
                          <a:pt x="586" y="4"/>
                        </a:lnTo>
                        <a:lnTo>
                          <a:pt x="576" y="8"/>
                        </a:lnTo>
                        <a:lnTo>
                          <a:pt x="565" y="11"/>
                        </a:lnTo>
                        <a:lnTo>
                          <a:pt x="555" y="16"/>
                        </a:lnTo>
                        <a:lnTo>
                          <a:pt x="544" y="22"/>
                        </a:lnTo>
                        <a:lnTo>
                          <a:pt x="539" y="27"/>
                        </a:lnTo>
                        <a:lnTo>
                          <a:pt x="533" y="33"/>
                        </a:lnTo>
                        <a:lnTo>
                          <a:pt x="526" y="40"/>
                        </a:lnTo>
                        <a:lnTo>
                          <a:pt x="522" y="45"/>
                        </a:lnTo>
                      </a:path>
                    </a:pathLst>
                  </a:custGeom>
                  <a:solidFill>
                    <a:srgbClr val="FFC080"/>
                  </a:solidFill>
                  <a:ln w="12700" cap="rnd" cmpd="sng">
                    <a:solidFill>
                      <a:srgbClr val="000000"/>
                    </a:solidFill>
                    <a:prstDash val="solid"/>
                    <a:round/>
                  </a:ln>
                  <a:effectLst/>
                </p:spPr>
              </p:sp>
              <p:sp>
                <p:nvSpPr>
                  <p:cNvPr id="61555" name=""/>
                  <p:cNvSpPr/>
                  <p:nvPr/>
                </p:nvSpPr>
                <p:spPr>
                  <a:xfrm>
                    <a:off x="4383" y="1531"/>
                    <a:ext cx="603" cy="315"/>
                  </a:xfrm>
                  <a:custGeom>
                    <a:pathLst>
                      <a:path w="603" h="315">
                        <a:moveTo>
                          <a:pt x="522" y="46"/>
                        </a:moveTo>
                        <a:lnTo>
                          <a:pt x="509" y="75"/>
                        </a:lnTo>
                        <a:lnTo>
                          <a:pt x="496" y="110"/>
                        </a:lnTo>
                        <a:lnTo>
                          <a:pt x="416" y="314"/>
                        </a:lnTo>
                        <a:lnTo>
                          <a:pt x="0" y="310"/>
                        </a:lnTo>
                        <a:lnTo>
                          <a:pt x="116" y="68"/>
                        </a:lnTo>
                        <a:lnTo>
                          <a:pt x="127" y="50"/>
                        </a:lnTo>
                        <a:lnTo>
                          <a:pt x="141" y="33"/>
                        </a:lnTo>
                        <a:lnTo>
                          <a:pt x="156" y="20"/>
                        </a:lnTo>
                        <a:lnTo>
                          <a:pt x="173" y="10"/>
                        </a:lnTo>
                        <a:lnTo>
                          <a:pt x="196" y="2"/>
                        </a:lnTo>
                        <a:lnTo>
                          <a:pt x="225" y="0"/>
                        </a:lnTo>
                        <a:lnTo>
                          <a:pt x="247" y="0"/>
                        </a:lnTo>
                        <a:lnTo>
                          <a:pt x="602" y="0"/>
                        </a:lnTo>
                        <a:lnTo>
                          <a:pt x="585" y="4"/>
                        </a:lnTo>
                        <a:lnTo>
                          <a:pt x="576" y="7"/>
                        </a:lnTo>
                        <a:lnTo>
                          <a:pt x="564" y="11"/>
                        </a:lnTo>
                        <a:lnTo>
                          <a:pt x="555" y="15"/>
                        </a:lnTo>
                        <a:lnTo>
                          <a:pt x="544" y="22"/>
                        </a:lnTo>
                        <a:lnTo>
                          <a:pt x="538" y="27"/>
                        </a:lnTo>
                        <a:lnTo>
                          <a:pt x="532" y="33"/>
                        </a:lnTo>
                        <a:lnTo>
                          <a:pt x="527" y="39"/>
                        </a:lnTo>
                        <a:lnTo>
                          <a:pt x="522" y="46"/>
                        </a:lnTo>
                      </a:path>
                    </a:pathLst>
                  </a:custGeom>
                  <a:solidFill>
                    <a:srgbClr val="FFE0C0"/>
                  </a:solidFill>
                  <a:ln w="12700" cap="rnd" cmpd="sng">
                    <a:solidFill>
                      <a:srgbClr val="000000"/>
                    </a:solidFill>
                    <a:prstDash val="solid"/>
                    <a:round/>
                  </a:ln>
                  <a:effectLst/>
                </p:spPr>
              </p:sp>
              <p:grpSp>
                <p:nvGrpSpPr>
                  <p:cNvPr id="61556" name=""/>
                  <p:cNvGrpSpPr/>
                  <p:nvPr/>
                </p:nvGrpSpPr>
                <p:grpSpPr>
                  <a:xfrm>
                    <a:off x="4459" y="1571"/>
                    <a:ext cx="416" cy="209"/>
                    <a:chOff x="4459" y="1571"/>
                    <a:chExt cx="416" cy="209"/>
                  </a:xfrm>
                </p:grpSpPr>
                <p:cxnSp>
                  <p:nvCxnSpPr>
                    <p:cNvPr id="61557" name=""/>
                    <p:cNvCxnSpPr/>
                    <p:nvPr/>
                  </p:nvCxnSpPr>
                  <p:spPr>
                    <a:xfrm>
                      <a:off x="4555" y="1571"/>
                      <a:ext cx="320" cy="0"/>
                    </a:xfrm>
                    <a:prstGeom prst="line">
                      <a:avLst/>
                    </a:prstGeom>
                    <a:noFill/>
                    <a:ln w="12700">
                      <a:solidFill>
                        <a:prstClr val="black"/>
                      </a:solidFill>
                      <a:miter lim="800000"/>
                    </a:ln>
                    <a:effectLst/>
                  </p:spPr>
                </p:cxnSp>
                <p:cxnSp>
                  <p:nvCxnSpPr>
                    <p:cNvPr id="61558" name=""/>
                    <p:cNvCxnSpPr/>
                    <p:nvPr/>
                  </p:nvCxnSpPr>
                  <p:spPr>
                    <a:xfrm>
                      <a:off x="4545" y="1598"/>
                      <a:ext cx="320" cy="0"/>
                    </a:xfrm>
                    <a:prstGeom prst="line">
                      <a:avLst/>
                    </a:prstGeom>
                    <a:noFill/>
                    <a:ln w="12700">
                      <a:solidFill>
                        <a:prstClr val="black"/>
                      </a:solidFill>
                      <a:miter lim="800000"/>
                    </a:ln>
                    <a:effectLst/>
                  </p:spPr>
                </p:cxnSp>
                <p:cxnSp>
                  <p:nvCxnSpPr>
                    <p:cNvPr id="61559" name=""/>
                    <p:cNvCxnSpPr/>
                    <p:nvPr/>
                  </p:nvCxnSpPr>
                  <p:spPr>
                    <a:xfrm>
                      <a:off x="4523" y="1644"/>
                      <a:ext cx="320" cy="0"/>
                    </a:xfrm>
                    <a:prstGeom prst="line">
                      <a:avLst/>
                    </a:prstGeom>
                    <a:noFill/>
                    <a:ln w="12700">
                      <a:solidFill>
                        <a:prstClr val="black"/>
                      </a:solidFill>
                      <a:miter lim="800000"/>
                    </a:ln>
                    <a:effectLst/>
                  </p:spPr>
                </p:cxnSp>
                <p:cxnSp>
                  <p:nvCxnSpPr>
                    <p:cNvPr id="61560" name=""/>
                    <p:cNvCxnSpPr/>
                    <p:nvPr/>
                  </p:nvCxnSpPr>
                  <p:spPr>
                    <a:xfrm>
                      <a:off x="4505" y="1668"/>
                      <a:ext cx="320" cy="0"/>
                    </a:xfrm>
                    <a:prstGeom prst="line">
                      <a:avLst/>
                    </a:prstGeom>
                    <a:noFill/>
                    <a:ln w="12700">
                      <a:solidFill>
                        <a:prstClr val="black"/>
                      </a:solidFill>
                      <a:miter lim="800000"/>
                    </a:ln>
                    <a:effectLst/>
                  </p:spPr>
                </p:cxnSp>
                <p:cxnSp>
                  <p:nvCxnSpPr>
                    <p:cNvPr id="61561" name=""/>
                    <p:cNvCxnSpPr/>
                    <p:nvPr/>
                  </p:nvCxnSpPr>
                  <p:spPr>
                    <a:xfrm>
                      <a:off x="4494" y="1689"/>
                      <a:ext cx="320" cy="0"/>
                    </a:xfrm>
                    <a:prstGeom prst="line">
                      <a:avLst/>
                    </a:prstGeom>
                    <a:noFill/>
                    <a:ln w="12700">
                      <a:solidFill>
                        <a:prstClr val="black"/>
                      </a:solidFill>
                      <a:miter lim="800000"/>
                    </a:ln>
                    <a:effectLst/>
                  </p:spPr>
                </p:cxnSp>
                <p:cxnSp>
                  <p:nvCxnSpPr>
                    <p:cNvPr id="61562" name=""/>
                    <p:cNvCxnSpPr/>
                    <p:nvPr/>
                  </p:nvCxnSpPr>
                  <p:spPr>
                    <a:xfrm>
                      <a:off x="4489" y="1712"/>
                      <a:ext cx="320" cy="0"/>
                    </a:xfrm>
                    <a:prstGeom prst="line">
                      <a:avLst/>
                    </a:prstGeom>
                    <a:noFill/>
                    <a:ln w="12700">
                      <a:solidFill>
                        <a:prstClr val="black"/>
                      </a:solidFill>
                      <a:miter lim="800000"/>
                    </a:ln>
                    <a:effectLst/>
                  </p:spPr>
                </p:cxnSp>
                <p:cxnSp>
                  <p:nvCxnSpPr>
                    <p:cNvPr id="61563" name=""/>
                    <p:cNvCxnSpPr/>
                    <p:nvPr/>
                  </p:nvCxnSpPr>
                  <p:spPr>
                    <a:xfrm>
                      <a:off x="4474" y="1752"/>
                      <a:ext cx="319" cy="0"/>
                    </a:xfrm>
                    <a:prstGeom prst="line">
                      <a:avLst/>
                    </a:prstGeom>
                    <a:noFill/>
                    <a:ln w="12700">
                      <a:solidFill>
                        <a:prstClr val="black"/>
                      </a:solidFill>
                      <a:miter lim="800000"/>
                    </a:ln>
                    <a:effectLst/>
                  </p:spPr>
                </p:cxnSp>
                <p:cxnSp>
                  <p:nvCxnSpPr>
                    <p:cNvPr id="61564" name=""/>
                    <p:cNvCxnSpPr/>
                    <p:nvPr/>
                  </p:nvCxnSpPr>
                  <p:spPr>
                    <a:xfrm>
                      <a:off x="4459" y="1780"/>
                      <a:ext cx="319" cy="0"/>
                    </a:xfrm>
                    <a:prstGeom prst="line">
                      <a:avLst/>
                    </a:prstGeom>
                    <a:noFill/>
                    <a:ln w="12700">
                      <a:solidFill>
                        <a:prstClr val="black"/>
                      </a:solidFill>
                      <a:miter lim="800000"/>
                    </a:ln>
                    <a:effectLst/>
                  </p:spPr>
                </p:cxnSp>
              </p:grpSp>
            </p:grpSp>
            <p:grpSp>
              <p:nvGrpSpPr>
                <p:cNvPr id="61565" name=""/>
                <p:cNvGrpSpPr/>
                <p:nvPr/>
              </p:nvGrpSpPr>
              <p:grpSpPr>
                <a:xfrm>
                  <a:off x="4929" y="1921"/>
                  <a:ext cx="243" cy="186"/>
                  <a:chOff x="4929" y="1921"/>
                  <a:chExt cx="243" cy="186"/>
                </a:xfrm>
              </p:grpSpPr>
              <p:sp>
                <p:nvSpPr>
                  <p:cNvPr id="61566" name=""/>
                  <p:cNvSpPr/>
                  <p:nvPr/>
                </p:nvSpPr>
                <p:spPr>
                  <a:xfrm>
                    <a:off x="4929" y="1976"/>
                    <a:ext cx="188" cy="98"/>
                  </a:xfrm>
                  <a:custGeom>
                    <a:pathLst>
                      <a:path w="188" h="98">
                        <a:moveTo>
                          <a:pt x="87" y="0"/>
                        </a:moveTo>
                        <a:lnTo>
                          <a:pt x="0" y="97"/>
                        </a:lnTo>
                        <a:lnTo>
                          <a:pt x="106" y="97"/>
                        </a:lnTo>
                        <a:lnTo>
                          <a:pt x="187" y="1"/>
                        </a:lnTo>
                        <a:lnTo>
                          <a:pt x="87" y="0"/>
                        </a:lnTo>
                      </a:path>
                    </a:pathLst>
                  </a:custGeom>
                  <a:solidFill>
                    <a:srgbClr val="A0A0A0"/>
                  </a:solidFill>
                  <a:ln w="12700" cap="rnd" cmpd="sng">
                    <a:solidFill>
                      <a:srgbClr val="000000"/>
                    </a:solidFill>
                    <a:prstDash val="solid"/>
                    <a:round/>
                  </a:ln>
                  <a:effectLst/>
                </p:spPr>
              </p:sp>
              <p:sp>
                <p:nvSpPr>
                  <p:cNvPr id="61567" name=""/>
                  <p:cNvSpPr/>
                  <p:nvPr/>
                </p:nvSpPr>
                <p:spPr>
                  <a:xfrm>
                    <a:off x="5015" y="1921"/>
                    <a:ext cx="157" cy="57"/>
                  </a:xfrm>
                  <a:custGeom>
                    <a:pathLst>
                      <a:path w="157" h="57">
                        <a:moveTo>
                          <a:pt x="101" y="56"/>
                        </a:moveTo>
                        <a:lnTo>
                          <a:pt x="0" y="55"/>
                        </a:lnTo>
                        <a:lnTo>
                          <a:pt x="65" y="0"/>
                        </a:lnTo>
                        <a:lnTo>
                          <a:pt x="156" y="4"/>
                        </a:lnTo>
                        <a:lnTo>
                          <a:pt x="101" y="56"/>
                        </a:lnTo>
                      </a:path>
                    </a:pathLst>
                  </a:custGeom>
                  <a:solidFill>
                    <a:srgbClr val="A0A0A0"/>
                  </a:solidFill>
                  <a:ln w="12700" cap="rnd" cmpd="sng">
                    <a:solidFill>
                      <a:srgbClr val="000000"/>
                    </a:solidFill>
                    <a:prstDash val="solid"/>
                    <a:round/>
                  </a:ln>
                  <a:effectLst/>
                </p:spPr>
              </p:sp>
              <p:sp>
                <p:nvSpPr>
                  <p:cNvPr id="61568" name=""/>
                  <p:cNvSpPr/>
                  <p:nvPr/>
                </p:nvSpPr>
                <p:spPr>
                  <a:xfrm>
                    <a:off x="4929" y="2073"/>
                    <a:ext cx="107" cy="33"/>
                  </a:xfrm>
                  <a:custGeom>
                    <a:pathLst>
                      <a:path w="107" h="33">
                        <a:moveTo>
                          <a:pt x="0" y="0"/>
                        </a:moveTo>
                        <a:lnTo>
                          <a:pt x="106" y="0"/>
                        </a:lnTo>
                        <a:lnTo>
                          <a:pt x="106" y="32"/>
                        </a:lnTo>
                        <a:lnTo>
                          <a:pt x="0" y="29"/>
                        </a:lnTo>
                        <a:lnTo>
                          <a:pt x="0" y="0"/>
                        </a:lnTo>
                      </a:path>
                    </a:pathLst>
                  </a:custGeom>
                  <a:solidFill>
                    <a:srgbClr val="606060"/>
                  </a:solidFill>
                  <a:ln w="12700" cap="rnd" cmpd="sng">
                    <a:solidFill>
                      <a:srgbClr val="000000"/>
                    </a:solidFill>
                    <a:prstDash val="solid"/>
                    <a:round/>
                  </a:ln>
                  <a:effectLst/>
                </p:spPr>
              </p:sp>
              <p:sp>
                <p:nvSpPr>
                  <p:cNvPr id="61569" name=""/>
                  <p:cNvSpPr/>
                  <p:nvPr/>
                </p:nvSpPr>
                <p:spPr>
                  <a:xfrm>
                    <a:off x="5035" y="1926"/>
                    <a:ext cx="136" cy="181"/>
                  </a:xfrm>
                  <a:custGeom>
                    <a:pathLst>
                      <a:path w="136" h="181">
                        <a:moveTo>
                          <a:pt x="135" y="0"/>
                        </a:moveTo>
                        <a:lnTo>
                          <a:pt x="80" y="53"/>
                        </a:lnTo>
                        <a:lnTo>
                          <a:pt x="1" y="146"/>
                        </a:lnTo>
                        <a:lnTo>
                          <a:pt x="0" y="180"/>
                        </a:lnTo>
                        <a:lnTo>
                          <a:pt x="90" y="72"/>
                        </a:lnTo>
                        <a:lnTo>
                          <a:pt x="135" y="26"/>
                        </a:lnTo>
                        <a:lnTo>
                          <a:pt x="135" y="0"/>
                        </a:lnTo>
                      </a:path>
                    </a:pathLst>
                  </a:custGeom>
                  <a:solidFill>
                    <a:srgbClr val="606060"/>
                  </a:solidFill>
                  <a:ln w="12700" cap="rnd" cmpd="sng">
                    <a:solidFill>
                      <a:srgbClr val="000000"/>
                    </a:solidFill>
                    <a:prstDash val="solid"/>
                    <a:round/>
                  </a:ln>
                  <a:effectLst/>
                </p:spPr>
              </p:sp>
            </p:grpSp>
            <p:grpSp>
              <p:nvGrpSpPr>
                <p:cNvPr id="61570" name=""/>
                <p:cNvGrpSpPr/>
                <p:nvPr/>
              </p:nvGrpSpPr>
              <p:grpSpPr>
                <a:xfrm>
                  <a:off x="4036" y="1857"/>
                  <a:ext cx="943" cy="257"/>
                  <a:chOff x="4036" y="1857"/>
                  <a:chExt cx="943" cy="257"/>
                </a:xfrm>
              </p:grpSpPr>
              <p:sp>
                <p:nvSpPr>
                  <p:cNvPr id="61571" name=""/>
                  <p:cNvSpPr/>
                  <p:nvPr/>
                </p:nvSpPr>
                <p:spPr>
                  <a:xfrm>
                    <a:off x="4036" y="2003"/>
                    <a:ext cx="568" cy="98"/>
                  </a:xfrm>
                  <a:custGeom>
                    <a:pathLst>
                      <a:path w="568" h="98">
                        <a:moveTo>
                          <a:pt x="567" y="16"/>
                        </a:moveTo>
                        <a:lnTo>
                          <a:pt x="547" y="97"/>
                        </a:lnTo>
                        <a:lnTo>
                          <a:pt x="0" y="71"/>
                        </a:lnTo>
                        <a:lnTo>
                          <a:pt x="23" y="0"/>
                        </a:lnTo>
                        <a:lnTo>
                          <a:pt x="567" y="16"/>
                        </a:lnTo>
                      </a:path>
                    </a:pathLst>
                  </a:custGeom>
                  <a:solidFill>
                    <a:srgbClr val="8080FF"/>
                  </a:solidFill>
                  <a:ln w="12700" cap="rnd" cmpd="sng">
                    <a:solidFill>
                      <a:srgbClr val="000000"/>
                    </a:solidFill>
                    <a:prstDash val="solid"/>
                    <a:round/>
                  </a:ln>
                  <a:effectLst/>
                </p:spPr>
              </p:sp>
              <p:sp>
                <p:nvSpPr>
                  <p:cNvPr id="61572" name=""/>
                  <p:cNvSpPr/>
                  <p:nvPr/>
                </p:nvSpPr>
                <p:spPr>
                  <a:xfrm>
                    <a:off x="4603" y="2019"/>
                    <a:ext cx="271" cy="95"/>
                  </a:xfrm>
                  <a:custGeom>
                    <a:pathLst>
                      <a:path w="271" h="95">
                        <a:moveTo>
                          <a:pt x="270" y="5"/>
                        </a:moveTo>
                        <a:lnTo>
                          <a:pt x="270" y="94"/>
                        </a:lnTo>
                        <a:lnTo>
                          <a:pt x="0" y="82"/>
                        </a:lnTo>
                        <a:lnTo>
                          <a:pt x="20" y="0"/>
                        </a:lnTo>
                        <a:lnTo>
                          <a:pt x="270" y="5"/>
                        </a:lnTo>
                      </a:path>
                    </a:pathLst>
                  </a:custGeom>
                  <a:solidFill>
                    <a:srgbClr val="8080FF"/>
                  </a:solidFill>
                  <a:ln w="12700" cap="rnd" cmpd="sng">
                    <a:solidFill>
                      <a:srgbClr val="000000"/>
                    </a:solidFill>
                    <a:prstDash val="solid"/>
                    <a:round/>
                  </a:ln>
                  <a:effectLst/>
                </p:spPr>
              </p:sp>
              <p:sp>
                <p:nvSpPr>
                  <p:cNvPr id="61573" name=""/>
                  <p:cNvSpPr/>
                  <p:nvPr/>
                </p:nvSpPr>
                <p:spPr>
                  <a:xfrm>
                    <a:off x="4634" y="1857"/>
                    <a:ext cx="345" cy="104"/>
                  </a:xfrm>
                  <a:custGeom>
                    <a:pathLst>
                      <a:path w="345" h="104">
                        <a:moveTo>
                          <a:pt x="119" y="0"/>
                        </a:moveTo>
                        <a:lnTo>
                          <a:pt x="0" y="98"/>
                        </a:lnTo>
                        <a:lnTo>
                          <a:pt x="237" y="103"/>
                        </a:lnTo>
                        <a:lnTo>
                          <a:pt x="344" y="0"/>
                        </a:lnTo>
                        <a:lnTo>
                          <a:pt x="119" y="0"/>
                        </a:lnTo>
                      </a:path>
                    </a:pathLst>
                  </a:custGeom>
                  <a:solidFill>
                    <a:srgbClr val="8080FF"/>
                  </a:solidFill>
                  <a:ln w="12700" cap="rnd" cmpd="sng">
                    <a:solidFill>
                      <a:srgbClr val="000000"/>
                    </a:solidFill>
                    <a:prstDash val="solid"/>
                    <a:round/>
                  </a:ln>
                  <a:effectLst/>
                </p:spPr>
              </p:sp>
              <p:sp>
                <p:nvSpPr>
                  <p:cNvPr id="61574" name=""/>
                  <p:cNvSpPr/>
                  <p:nvPr/>
                </p:nvSpPr>
                <p:spPr>
                  <a:xfrm>
                    <a:off x="4083" y="2022"/>
                    <a:ext cx="63" cy="37"/>
                  </a:xfrm>
                  <a:custGeom>
                    <a:pathLst>
                      <a:path w="63" h="37">
                        <a:moveTo>
                          <a:pt x="11" y="0"/>
                        </a:moveTo>
                        <a:lnTo>
                          <a:pt x="0" y="34"/>
                        </a:lnTo>
                        <a:lnTo>
                          <a:pt x="52" y="36"/>
                        </a:lnTo>
                        <a:lnTo>
                          <a:pt x="62" y="2"/>
                        </a:lnTo>
                        <a:lnTo>
                          <a:pt x="11" y="0"/>
                        </a:lnTo>
                      </a:path>
                    </a:pathLst>
                  </a:custGeom>
                  <a:solidFill>
                    <a:srgbClr val="E0E000"/>
                  </a:solidFill>
                  <a:ln w="12700" cap="rnd" cmpd="sng">
                    <a:solidFill>
                      <a:srgbClr val="000000"/>
                    </a:solidFill>
                    <a:prstDash val="solid"/>
                    <a:round/>
                  </a:ln>
                  <a:effectLst/>
                </p:spPr>
              </p:sp>
              <p:sp>
                <p:nvSpPr>
                  <p:cNvPr id="61575" name=""/>
                  <p:cNvSpPr/>
                  <p:nvPr/>
                </p:nvSpPr>
                <p:spPr>
                  <a:xfrm>
                    <a:off x="4218" y="2027"/>
                    <a:ext cx="63" cy="37"/>
                  </a:xfrm>
                  <a:custGeom>
                    <a:pathLst>
                      <a:path w="63" h="37">
                        <a:moveTo>
                          <a:pt x="11" y="0"/>
                        </a:moveTo>
                        <a:lnTo>
                          <a:pt x="0" y="34"/>
                        </a:lnTo>
                        <a:lnTo>
                          <a:pt x="52" y="36"/>
                        </a:lnTo>
                        <a:lnTo>
                          <a:pt x="62" y="2"/>
                        </a:lnTo>
                        <a:lnTo>
                          <a:pt x="11" y="0"/>
                        </a:lnTo>
                      </a:path>
                    </a:pathLst>
                  </a:custGeom>
                  <a:solidFill>
                    <a:srgbClr val="E0E000"/>
                  </a:solidFill>
                  <a:ln w="12700" cap="rnd" cmpd="sng">
                    <a:solidFill>
                      <a:srgbClr val="000000"/>
                    </a:solidFill>
                    <a:prstDash val="solid"/>
                    <a:round/>
                  </a:ln>
                  <a:effectLst/>
                </p:spPr>
              </p:sp>
              <p:sp>
                <p:nvSpPr>
                  <p:cNvPr id="61576" name=""/>
                  <p:cNvSpPr/>
                  <p:nvPr/>
                </p:nvSpPr>
                <p:spPr>
                  <a:xfrm>
                    <a:off x="4361" y="2033"/>
                    <a:ext cx="65" cy="36"/>
                  </a:xfrm>
                  <a:custGeom>
                    <a:pathLst>
                      <a:path w="65" h="36">
                        <a:moveTo>
                          <a:pt x="12" y="0"/>
                        </a:moveTo>
                        <a:lnTo>
                          <a:pt x="0" y="33"/>
                        </a:lnTo>
                        <a:lnTo>
                          <a:pt x="55" y="35"/>
                        </a:lnTo>
                        <a:lnTo>
                          <a:pt x="64" y="2"/>
                        </a:lnTo>
                        <a:lnTo>
                          <a:pt x="12" y="0"/>
                        </a:lnTo>
                      </a:path>
                    </a:pathLst>
                  </a:custGeom>
                  <a:solidFill>
                    <a:srgbClr val="E0E000"/>
                  </a:solidFill>
                  <a:ln w="12700" cap="rnd" cmpd="sng">
                    <a:solidFill>
                      <a:srgbClr val="000000"/>
                    </a:solidFill>
                    <a:prstDash val="solid"/>
                    <a:round/>
                  </a:ln>
                  <a:effectLst/>
                </p:spPr>
              </p:sp>
              <p:sp>
                <p:nvSpPr>
                  <p:cNvPr id="61577" name=""/>
                  <p:cNvSpPr/>
                  <p:nvPr/>
                </p:nvSpPr>
                <p:spPr>
                  <a:xfrm>
                    <a:off x="4648" y="2042"/>
                    <a:ext cx="63" cy="39"/>
                  </a:xfrm>
                  <a:custGeom>
                    <a:pathLst>
                      <a:path w="63" h="39">
                        <a:moveTo>
                          <a:pt x="8" y="0"/>
                        </a:moveTo>
                        <a:lnTo>
                          <a:pt x="0" y="36"/>
                        </a:lnTo>
                        <a:lnTo>
                          <a:pt x="53" y="38"/>
                        </a:lnTo>
                        <a:lnTo>
                          <a:pt x="62" y="2"/>
                        </a:lnTo>
                        <a:lnTo>
                          <a:pt x="8" y="0"/>
                        </a:lnTo>
                      </a:path>
                    </a:pathLst>
                  </a:custGeom>
                  <a:solidFill>
                    <a:srgbClr val="E0E000"/>
                  </a:solidFill>
                  <a:ln w="12700" cap="rnd" cmpd="sng">
                    <a:solidFill>
                      <a:srgbClr val="000000"/>
                    </a:solidFill>
                    <a:prstDash val="solid"/>
                    <a:round/>
                  </a:ln>
                  <a:effectLst/>
                </p:spPr>
              </p:sp>
              <p:cxnSp>
                <p:nvCxnSpPr>
                  <p:cNvPr id="61578" name=""/>
                  <p:cNvCxnSpPr/>
                  <p:nvPr/>
                </p:nvCxnSpPr>
                <p:spPr>
                  <a:xfrm>
                    <a:off x="4683" y="1934"/>
                    <a:ext cx="186" cy="3"/>
                  </a:xfrm>
                  <a:prstGeom prst="line">
                    <a:avLst/>
                  </a:prstGeom>
                  <a:noFill/>
                  <a:ln w="12700">
                    <a:solidFill>
                      <a:prstClr val="black"/>
                    </a:solidFill>
                    <a:miter lim="800000"/>
                  </a:ln>
                  <a:effectLst/>
                </p:spPr>
              </p:cxnSp>
              <p:sp>
                <p:nvSpPr>
                  <p:cNvPr id="61579" name=""/>
                  <p:cNvSpPr/>
                  <p:nvPr/>
                </p:nvSpPr>
                <p:spPr>
                  <a:xfrm>
                    <a:off x="4700" y="1888"/>
                    <a:ext cx="231" cy="30"/>
                  </a:xfrm>
                  <a:custGeom>
                    <a:pathLst>
                      <a:path w="231" h="30">
                        <a:moveTo>
                          <a:pt x="33" y="0"/>
                        </a:moveTo>
                        <a:lnTo>
                          <a:pt x="0" y="25"/>
                        </a:lnTo>
                        <a:lnTo>
                          <a:pt x="196" y="29"/>
                        </a:lnTo>
                        <a:lnTo>
                          <a:pt x="230" y="2"/>
                        </a:lnTo>
                        <a:lnTo>
                          <a:pt x="33" y="0"/>
                        </a:lnTo>
                      </a:path>
                    </a:pathLst>
                  </a:custGeom>
                  <a:solidFill>
                    <a:srgbClr val="00FFFF"/>
                  </a:solidFill>
                  <a:ln w="12700" cap="rnd" cmpd="sng">
                    <a:solidFill>
                      <a:srgbClr val="000000"/>
                    </a:solidFill>
                    <a:prstDash val="solid"/>
                    <a:round/>
                  </a:ln>
                  <a:effectLst/>
                </p:spPr>
              </p:sp>
            </p:grpSp>
          </p:grpSp>
        </p:grpSp>
        <p:sp>
          <p:nvSpPr>
            <p:cNvPr id="61580" name=""/>
            <p:cNvSpPr/>
            <p:nvPr/>
          </p:nvSpPr>
          <p:spPr>
            <a:xfrm>
              <a:off x="2637" y="2423"/>
              <a:ext cx="792" cy="775"/>
            </a:xfrm>
            <a:custGeom>
              <a:pathLst>
                <a:path w="792" h="775">
                  <a:moveTo>
                    <a:pt x="417" y="774"/>
                  </a:moveTo>
                  <a:lnTo>
                    <a:pt x="433" y="772"/>
                  </a:lnTo>
                  <a:lnTo>
                    <a:pt x="444" y="772"/>
                  </a:lnTo>
                  <a:lnTo>
                    <a:pt x="458" y="770"/>
                  </a:lnTo>
                  <a:lnTo>
                    <a:pt x="475" y="765"/>
                  </a:lnTo>
                  <a:lnTo>
                    <a:pt x="493" y="761"/>
                  </a:lnTo>
                  <a:lnTo>
                    <a:pt x="514" y="755"/>
                  </a:lnTo>
                  <a:lnTo>
                    <a:pt x="533" y="749"/>
                  </a:lnTo>
                  <a:lnTo>
                    <a:pt x="552" y="742"/>
                  </a:lnTo>
                  <a:lnTo>
                    <a:pt x="567" y="736"/>
                  </a:lnTo>
                  <a:lnTo>
                    <a:pt x="579" y="728"/>
                  </a:lnTo>
                  <a:lnTo>
                    <a:pt x="592" y="721"/>
                  </a:lnTo>
                  <a:lnTo>
                    <a:pt x="604" y="713"/>
                  </a:lnTo>
                  <a:lnTo>
                    <a:pt x="623" y="703"/>
                  </a:lnTo>
                  <a:lnTo>
                    <a:pt x="635" y="694"/>
                  </a:lnTo>
                  <a:lnTo>
                    <a:pt x="647" y="684"/>
                  </a:lnTo>
                  <a:lnTo>
                    <a:pt x="658" y="675"/>
                  </a:lnTo>
                  <a:lnTo>
                    <a:pt x="687" y="647"/>
                  </a:lnTo>
                  <a:lnTo>
                    <a:pt x="698" y="634"/>
                  </a:lnTo>
                  <a:lnTo>
                    <a:pt x="708" y="622"/>
                  </a:lnTo>
                  <a:lnTo>
                    <a:pt x="723" y="601"/>
                  </a:lnTo>
                  <a:lnTo>
                    <a:pt x="736" y="581"/>
                  </a:lnTo>
                  <a:lnTo>
                    <a:pt x="742" y="571"/>
                  </a:lnTo>
                  <a:lnTo>
                    <a:pt x="746" y="563"/>
                  </a:lnTo>
                  <a:lnTo>
                    <a:pt x="753" y="550"/>
                  </a:lnTo>
                  <a:lnTo>
                    <a:pt x="758" y="540"/>
                  </a:lnTo>
                  <a:lnTo>
                    <a:pt x="763" y="526"/>
                  </a:lnTo>
                  <a:lnTo>
                    <a:pt x="769" y="509"/>
                  </a:lnTo>
                  <a:lnTo>
                    <a:pt x="773" y="497"/>
                  </a:lnTo>
                  <a:lnTo>
                    <a:pt x="777" y="483"/>
                  </a:lnTo>
                  <a:lnTo>
                    <a:pt x="782" y="465"/>
                  </a:lnTo>
                  <a:lnTo>
                    <a:pt x="786" y="445"/>
                  </a:lnTo>
                  <a:lnTo>
                    <a:pt x="788" y="422"/>
                  </a:lnTo>
                  <a:lnTo>
                    <a:pt x="791" y="401"/>
                  </a:lnTo>
                  <a:lnTo>
                    <a:pt x="791" y="368"/>
                  </a:lnTo>
                  <a:lnTo>
                    <a:pt x="788" y="340"/>
                  </a:lnTo>
                  <a:lnTo>
                    <a:pt x="782" y="316"/>
                  </a:lnTo>
                  <a:lnTo>
                    <a:pt x="777" y="290"/>
                  </a:lnTo>
                  <a:lnTo>
                    <a:pt x="768" y="262"/>
                  </a:lnTo>
                  <a:lnTo>
                    <a:pt x="758" y="238"/>
                  </a:lnTo>
                  <a:lnTo>
                    <a:pt x="742" y="204"/>
                  </a:lnTo>
                  <a:lnTo>
                    <a:pt x="733" y="187"/>
                  </a:lnTo>
                  <a:lnTo>
                    <a:pt x="723" y="173"/>
                  </a:lnTo>
                  <a:lnTo>
                    <a:pt x="715" y="161"/>
                  </a:lnTo>
                  <a:lnTo>
                    <a:pt x="702" y="146"/>
                  </a:lnTo>
                  <a:lnTo>
                    <a:pt x="696" y="137"/>
                  </a:lnTo>
                  <a:lnTo>
                    <a:pt x="683" y="123"/>
                  </a:lnTo>
                  <a:lnTo>
                    <a:pt x="663" y="104"/>
                  </a:lnTo>
                  <a:lnTo>
                    <a:pt x="641" y="85"/>
                  </a:lnTo>
                  <a:lnTo>
                    <a:pt x="616" y="68"/>
                  </a:lnTo>
                  <a:lnTo>
                    <a:pt x="597" y="56"/>
                  </a:lnTo>
                  <a:lnTo>
                    <a:pt x="575" y="44"/>
                  </a:lnTo>
                  <a:lnTo>
                    <a:pt x="550" y="31"/>
                  </a:lnTo>
                  <a:lnTo>
                    <a:pt x="521" y="20"/>
                  </a:lnTo>
                  <a:lnTo>
                    <a:pt x="489" y="12"/>
                  </a:lnTo>
                  <a:lnTo>
                    <a:pt x="455" y="5"/>
                  </a:lnTo>
                  <a:lnTo>
                    <a:pt x="422" y="1"/>
                  </a:lnTo>
                  <a:lnTo>
                    <a:pt x="393" y="0"/>
                  </a:lnTo>
                  <a:lnTo>
                    <a:pt x="362" y="1"/>
                  </a:lnTo>
                  <a:lnTo>
                    <a:pt x="329" y="6"/>
                  </a:lnTo>
                  <a:lnTo>
                    <a:pt x="295" y="13"/>
                  </a:lnTo>
                  <a:lnTo>
                    <a:pt x="264" y="22"/>
                  </a:lnTo>
                  <a:lnTo>
                    <a:pt x="239" y="31"/>
                  </a:lnTo>
                  <a:lnTo>
                    <a:pt x="218" y="41"/>
                  </a:lnTo>
                  <a:lnTo>
                    <a:pt x="196" y="54"/>
                  </a:lnTo>
                  <a:lnTo>
                    <a:pt x="174" y="66"/>
                  </a:lnTo>
                  <a:lnTo>
                    <a:pt x="150" y="84"/>
                  </a:lnTo>
                  <a:lnTo>
                    <a:pt x="130" y="101"/>
                  </a:lnTo>
                  <a:lnTo>
                    <a:pt x="116" y="115"/>
                  </a:lnTo>
                  <a:lnTo>
                    <a:pt x="104" y="125"/>
                  </a:lnTo>
                  <a:lnTo>
                    <a:pt x="91" y="142"/>
                  </a:lnTo>
                  <a:lnTo>
                    <a:pt x="77" y="158"/>
                  </a:lnTo>
                  <a:lnTo>
                    <a:pt x="67" y="172"/>
                  </a:lnTo>
                  <a:lnTo>
                    <a:pt x="56" y="187"/>
                  </a:lnTo>
                  <a:lnTo>
                    <a:pt x="47" y="203"/>
                  </a:lnTo>
                  <a:lnTo>
                    <a:pt x="39" y="217"/>
                  </a:lnTo>
                  <a:lnTo>
                    <a:pt x="31" y="236"/>
                  </a:lnTo>
                  <a:lnTo>
                    <a:pt x="26" y="252"/>
                  </a:lnTo>
                  <a:lnTo>
                    <a:pt x="18" y="272"/>
                  </a:lnTo>
                  <a:lnTo>
                    <a:pt x="14" y="286"/>
                  </a:lnTo>
                  <a:lnTo>
                    <a:pt x="8" y="308"/>
                  </a:lnTo>
                  <a:lnTo>
                    <a:pt x="4" y="331"/>
                  </a:lnTo>
                  <a:lnTo>
                    <a:pt x="0" y="365"/>
                  </a:lnTo>
                  <a:lnTo>
                    <a:pt x="0" y="384"/>
                  </a:lnTo>
                  <a:lnTo>
                    <a:pt x="0" y="404"/>
                  </a:lnTo>
                  <a:lnTo>
                    <a:pt x="4" y="443"/>
                  </a:lnTo>
                  <a:lnTo>
                    <a:pt x="7" y="463"/>
                  </a:lnTo>
                  <a:lnTo>
                    <a:pt x="13" y="486"/>
                  </a:lnTo>
                  <a:lnTo>
                    <a:pt x="18" y="505"/>
                  </a:lnTo>
                  <a:lnTo>
                    <a:pt x="28" y="530"/>
                  </a:lnTo>
                  <a:lnTo>
                    <a:pt x="39" y="555"/>
                  </a:lnTo>
                  <a:lnTo>
                    <a:pt x="51" y="578"/>
                  </a:lnTo>
                  <a:lnTo>
                    <a:pt x="66" y="599"/>
                  </a:lnTo>
                  <a:lnTo>
                    <a:pt x="73" y="611"/>
                  </a:lnTo>
                  <a:lnTo>
                    <a:pt x="94" y="637"/>
                  </a:lnTo>
                  <a:lnTo>
                    <a:pt x="109" y="653"/>
                  </a:lnTo>
                  <a:lnTo>
                    <a:pt x="123" y="667"/>
                  </a:lnTo>
                  <a:lnTo>
                    <a:pt x="141" y="682"/>
                  </a:lnTo>
                  <a:lnTo>
                    <a:pt x="157" y="696"/>
                  </a:lnTo>
                  <a:lnTo>
                    <a:pt x="173" y="707"/>
                  </a:lnTo>
                  <a:lnTo>
                    <a:pt x="189" y="717"/>
                  </a:lnTo>
                  <a:lnTo>
                    <a:pt x="213" y="729"/>
                  </a:lnTo>
                  <a:lnTo>
                    <a:pt x="236" y="741"/>
                  </a:lnTo>
                  <a:lnTo>
                    <a:pt x="261" y="750"/>
                  </a:lnTo>
                  <a:lnTo>
                    <a:pt x="279" y="757"/>
                  </a:lnTo>
                  <a:lnTo>
                    <a:pt x="301" y="763"/>
                  </a:lnTo>
                  <a:lnTo>
                    <a:pt x="328" y="770"/>
                  </a:lnTo>
                  <a:lnTo>
                    <a:pt x="354" y="772"/>
                  </a:lnTo>
                  <a:lnTo>
                    <a:pt x="369" y="774"/>
                  </a:lnTo>
                  <a:lnTo>
                    <a:pt x="417" y="774"/>
                  </a:lnTo>
                  <a:lnTo>
                    <a:pt x="417" y="774"/>
                  </a:lnTo>
                  <a:lnTo>
                    <a:pt x="417" y="774"/>
                  </a:lnTo>
                </a:path>
              </a:pathLst>
            </a:custGeom>
            <a:solidFill>
              <a:srgbClr val="C5FFFF"/>
            </a:solidFill>
            <a:ln cap="rnd">
              <a:noFill/>
              <a:round/>
            </a:ln>
            <a:effectLst/>
          </p:spPr>
        </p:sp>
        <p:sp>
          <p:nvSpPr>
            <p:cNvPr id="61581" name=""/>
            <p:cNvSpPr/>
            <p:nvPr/>
          </p:nvSpPr>
          <p:spPr>
            <a:xfrm>
              <a:off x="2637" y="2423"/>
              <a:ext cx="792" cy="775"/>
            </a:xfrm>
            <a:custGeom>
              <a:pathLst>
                <a:path w="792" h="775">
                  <a:moveTo>
                    <a:pt x="417" y="774"/>
                  </a:moveTo>
                  <a:lnTo>
                    <a:pt x="433" y="772"/>
                  </a:lnTo>
                  <a:lnTo>
                    <a:pt x="444" y="772"/>
                  </a:lnTo>
                  <a:lnTo>
                    <a:pt x="458" y="770"/>
                  </a:lnTo>
                  <a:lnTo>
                    <a:pt x="475" y="765"/>
                  </a:lnTo>
                  <a:lnTo>
                    <a:pt x="493" y="761"/>
                  </a:lnTo>
                  <a:lnTo>
                    <a:pt x="514" y="755"/>
                  </a:lnTo>
                  <a:lnTo>
                    <a:pt x="533" y="749"/>
                  </a:lnTo>
                  <a:lnTo>
                    <a:pt x="552" y="742"/>
                  </a:lnTo>
                  <a:lnTo>
                    <a:pt x="567" y="736"/>
                  </a:lnTo>
                  <a:lnTo>
                    <a:pt x="579" y="728"/>
                  </a:lnTo>
                  <a:lnTo>
                    <a:pt x="592" y="721"/>
                  </a:lnTo>
                  <a:lnTo>
                    <a:pt x="604" y="713"/>
                  </a:lnTo>
                  <a:lnTo>
                    <a:pt x="623" y="703"/>
                  </a:lnTo>
                  <a:lnTo>
                    <a:pt x="635" y="694"/>
                  </a:lnTo>
                  <a:lnTo>
                    <a:pt x="647" y="684"/>
                  </a:lnTo>
                  <a:lnTo>
                    <a:pt x="658" y="675"/>
                  </a:lnTo>
                  <a:lnTo>
                    <a:pt x="687" y="647"/>
                  </a:lnTo>
                  <a:lnTo>
                    <a:pt x="698" y="634"/>
                  </a:lnTo>
                  <a:lnTo>
                    <a:pt x="708" y="622"/>
                  </a:lnTo>
                  <a:lnTo>
                    <a:pt x="723" y="601"/>
                  </a:lnTo>
                  <a:lnTo>
                    <a:pt x="736" y="581"/>
                  </a:lnTo>
                  <a:lnTo>
                    <a:pt x="742" y="571"/>
                  </a:lnTo>
                  <a:lnTo>
                    <a:pt x="746" y="563"/>
                  </a:lnTo>
                  <a:lnTo>
                    <a:pt x="753" y="550"/>
                  </a:lnTo>
                  <a:lnTo>
                    <a:pt x="758" y="540"/>
                  </a:lnTo>
                  <a:lnTo>
                    <a:pt x="763" y="526"/>
                  </a:lnTo>
                  <a:lnTo>
                    <a:pt x="769" y="509"/>
                  </a:lnTo>
                  <a:lnTo>
                    <a:pt x="773" y="497"/>
                  </a:lnTo>
                  <a:lnTo>
                    <a:pt x="777" y="483"/>
                  </a:lnTo>
                  <a:lnTo>
                    <a:pt x="782" y="465"/>
                  </a:lnTo>
                  <a:lnTo>
                    <a:pt x="786" y="445"/>
                  </a:lnTo>
                  <a:lnTo>
                    <a:pt x="788" y="422"/>
                  </a:lnTo>
                  <a:lnTo>
                    <a:pt x="791" y="401"/>
                  </a:lnTo>
                  <a:lnTo>
                    <a:pt x="791" y="368"/>
                  </a:lnTo>
                  <a:lnTo>
                    <a:pt x="788" y="340"/>
                  </a:lnTo>
                  <a:lnTo>
                    <a:pt x="782" y="316"/>
                  </a:lnTo>
                  <a:lnTo>
                    <a:pt x="777" y="290"/>
                  </a:lnTo>
                  <a:lnTo>
                    <a:pt x="768" y="262"/>
                  </a:lnTo>
                  <a:lnTo>
                    <a:pt x="758" y="238"/>
                  </a:lnTo>
                  <a:lnTo>
                    <a:pt x="742" y="204"/>
                  </a:lnTo>
                  <a:lnTo>
                    <a:pt x="733" y="187"/>
                  </a:lnTo>
                  <a:lnTo>
                    <a:pt x="723" y="173"/>
                  </a:lnTo>
                  <a:lnTo>
                    <a:pt x="715" y="161"/>
                  </a:lnTo>
                  <a:lnTo>
                    <a:pt x="702" y="146"/>
                  </a:lnTo>
                  <a:lnTo>
                    <a:pt x="696" y="137"/>
                  </a:lnTo>
                  <a:lnTo>
                    <a:pt x="683" y="123"/>
                  </a:lnTo>
                  <a:lnTo>
                    <a:pt x="663" y="104"/>
                  </a:lnTo>
                  <a:lnTo>
                    <a:pt x="641" y="85"/>
                  </a:lnTo>
                  <a:lnTo>
                    <a:pt x="616" y="68"/>
                  </a:lnTo>
                  <a:lnTo>
                    <a:pt x="597" y="56"/>
                  </a:lnTo>
                  <a:lnTo>
                    <a:pt x="575" y="44"/>
                  </a:lnTo>
                  <a:lnTo>
                    <a:pt x="550" y="31"/>
                  </a:lnTo>
                  <a:lnTo>
                    <a:pt x="521" y="20"/>
                  </a:lnTo>
                  <a:lnTo>
                    <a:pt x="489" y="12"/>
                  </a:lnTo>
                  <a:lnTo>
                    <a:pt x="455" y="5"/>
                  </a:lnTo>
                  <a:lnTo>
                    <a:pt x="422" y="1"/>
                  </a:lnTo>
                  <a:lnTo>
                    <a:pt x="393" y="0"/>
                  </a:lnTo>
                  <a:lnTo>
                    <a:pt x="362" y="1"/>
                  </a:lnTo>
                  <a:lnTo>
                    <a:pt x="329" y="6"/>
                  </a:lnTo>
                  <a:lnTo>
                    <a:pt x="295" y="13"/>
                  </a:lnTo>
                  <a:lnTo>
                    <a:pt x="264" y="22"/>
                  </a:lnTo>
                  <a:lnTo>
                    <a:pt x="239" y="31"/>
                  </a:lnTo>
                  <a:lnTo>
                    <a:pt x="218" y="41"/>
                  </a:lnTo>
                  <a:lnTo>
                    <a:pt x="196" y="54"/>
                  </a:lnTo>
                  <a:lnTo>
                    <a:pt x="174" y="66"/>
                  </a:lnTo>
                  <a:lnTo>
                    <a:pt x="150" y="84"/>
                  </a:lnTo>
                  <a:lnTo>
                    <a:pt x="130" y="101"/>
                  </a:lnTo>
                  <a:lnTo>
                    <a:pt x="116" y="115"/>
                  </a:lnTo>
                  <a:lnTo>
                    <a:pt x="104" y="125"/>
                  </a:lnTo>
                  <a:lnTo>
                    <a:pt x="91" y="142"/>
                  </a:lnTo>
                  <a:lnTo>
                    <a:pt x="77" y="158"/>
                  </a:lnTo>
                  <a:lnTo>
                    <a:pt x="67" y="172"/>
                  </a:lnTo>
                  <a:lnTo>
                    <a:pt x="56" y="187"/>
                  </a:lnTo>
                  <a:lnTo>
                    <a:pt x="47" y="203"/>
                  </a:lnTo>
                  <a:lnTo>
                    <a:pt x="39" y="217"/>
                  </a:lnTo>
                  <a:lnTo>
                    <a:pt x="31" y="236"/>
                  </a:lnTo>
                  <a:lnTo>
                    <a:pt x="26" y="252"/>
                  </a:lnTo>
                  <a:lnTo>
                    <a:pt x="18" y="272"/>
                  </a:lnTo>
                  <a:lnTo>
                    <a:pt x="14" y="286"/>
                  </a:lnTo>
                  <a:lnTo>
                    <a:pt x="8" y="308"/>
                  </a:lnTo>
                  <a:lnTo>
                    <a:pt x="4" y="331"/>
                  </a:lnTo>
                  <a:lnTo>
                    <a:pt x="0" y="365"/>
                  </a:lnTo>
                  <a:lnTo>
                    <a:pt x="0" y="384"/>
                  </a:lnTo>
                  <a:lnTo>
                    <a:pt x="0" y="404"/>
                  </a:lnTo>
                  <a:lnTo>
                    <a:pt x="4" y="443"/>
                  </a:lnTo>
                  <a:lnTo>
                    <a:pt x="7" y="463"/>
                  </a:lnTo>
                  <a:lnTo>
                    <a:pt x="13" y="486"/>
                  </a:lnTo>
                  <a:lnTo>
                    <a:pt x="18" y="505"/>
                  </a:lnTo>
                  <a:lnTo>
                    <a:pt x="28" y="530"/>
                  </a:lnTo>
                  <a:lnTo>
                    <a:pt x="39" y="555"/>
                  </a:lnTo>
                  <a:lnTo>
                    <a:pt x="51" y="578"/>
                  </a:lnTo>
                  <a:lnTo>
                    <a:pt x="66" y="599"/>
                  </a:lnTo>
                  <a:lnTo>
                    <a:pt x="73" y="611"/>
                  </a:lnTo>
                  <a:lnTo>
                    <a:pt x="94" y="637"/>
                  </a:lnTo>
                  <a:lnTo>
                    <a:pt x="109" y="653"/>
                  </a:lnTo>
                  <a:lnTo>
                    <a:pt x="123" y="667"/>
                  </a:lnTo>
                  <a:lnTo>
                    <a:pt x="141" y="682"/>
                  </a:lnTo>
                  <a:lnTo>
                    <a:pt x="157" y="696"/>
                  </a:lnTo>
                  <a:lnTo>
                    <a:pt x="173" y="707"/>
                  </a:lnTo>
                  <a:lnTo>
                    <a:pt x="189" y="717"/>
                  </a:lnTo>
                  <a:lnTo>
                    <a:pt x="213" y="729"/>
                  </a:lnTo>
                  <a:lnTo>
                    <a:pt x="236" y="741"/>
                  </a:lnTo>
                  <a:lnTo>
                    <a:pt x="261" y="750"/>
                  </a:lnTo>
                  <a:lnTo>
                    <a:pt x="279" y="757"/>
                  </a:lnTo>
                  <a:lnTo>
                    <a:pt x="301" y="763"/>
                  </a:lnTo>
                  <a:lnTo>
                    <a:pt x="328" y="770"/>
                  </a:lnTo>
                  <a:lnTo>
                    <a:pt x="354" y="772"/>
                  </a:lnTo>
                  <a:lnTo>
                    <a:pt x="369" y="774"/>
                  </a:lnTo>
                  <a:lnTo>
                    <a:pt x="417" y="774"/>
                  </a:lnTo>
                  <a:lnTo>
                    <a:pt x="417" y="774"/>
                  </a:lnTo>
                </a:path>
              </a:pathLst>
            </a:custGeom>
            <a:noFill/>
            <a:ln w="12700" cap="rnd" cmpd="sng">
              <a:solidFill>
                <a:srgbClr val="000000"/>
              </a:solidFill>
              <a:prstDash val="solid"/>
              <a:round/>
              <a:headEnd type="none" w="sm" len="sm"/>
              <a:tailEnd type="none" w="sm" len="sm"/>
            </a:ln>
            <a:effectLst/>
          </p:spPr>
        </p:sp>
        <p:sp>
          <p:nvSpPr>
            <p:cNvPr id="61582" name=""/>
            <p:cNvSpPr/>
            <p:nvPr/>
          </p:nvSpPr>
          <p:spPr>
            <a:xfrm>
              <a:off x="2777" y="2978"/>
              <a:ext cx="248" cy="174"/>
            </a:xfrm>
            <a:custGeom>
              <a:pathLst>
                <a:path w="248" h="174">
                  <a:moveTo>
                    <a:pt x="123" y="0"/>
                  </a:moveTo>
                  <a:lnTo>
                    <a:pt x="121" y="16"/>
                  </a:lnTo>
                  <a:lnTo>
                    <a:pt x="117" y="75"/>
                  </a:lnTo>
                  <a:lnTo>
                    <a:pt x="117" y="94"/>
                  </a:lnTo>
                  <a:lnTo>
                    <a:pt x="92" y="86"/>
                  </a:lnTo>
                  <a:lnTo>
                    <a:pt x="62" y="75"/>
                  </a:lnTo>
                  <a:lnTo>
                    <a:pt x="31" y="61"/>
                  </a:lnTo>
                  <a:lnTo>
                    <a:pt x="0" y="43"/>
                  </a:lnTo>
                  <a:lnTo>
                    <a:pt x="0" y="63"/>
                  </a:lnTo>
                  <a:lnTo>
                    <a:pt x="1" y="82"/>
                  </a:lnTo>
                  <a:lnTo>
                    <a:pt x="6" y="106"/>
                  </a:lnTo>
                  <a:lnTo>
                    <a:pt x="14" y="129"/>
                  </a:lnTo>
                  <a:lnTo>
                    <a:pt x="23" y="133"/>
                  </a:lnTo>
                  <a:lnTo>
                    <a:pt x="40" y="144"/>
                  </a:lnTo>
                  <a:lnTo>
                    <a:pt x="71" y="156"/>
                  </a:lnTo>
                  <a:lnTo>
                    <a:pt x="101" y="166"/>
                  </a:lnTo>
                  <a:lnTo>
                    <a:pt x="127" y="173"/>
                  </a:lnTo>
                  <a:lnTo>
                    <a:pt x="122" y="150"/>
                  </a:lnTo>
                  <a:lnTo>
                    <a:pt x="118" y="120"/>
                  </a:lnTo>
                  <a:lnTo>
                    <a:pt x="118" y="94"/>
                  </a:lnTo>
                  <a:lnTo>
                    <a:pt x="140" y="99"/>
                  </a:lnTo>
                  <a:lnTo>
                    <a:pt x="179" y="107"/>
                  </a:lnTo>
                  <a:lnTo>
                    <a:pt x="215" y="111"/>
                  </a:lnTo>
                  <a:lnTo>
                    <a:pt x="244" y="113"/>
                  </a:lnTo>
                  <a:lnTo>
                    <a:pt x="247" y="75"/>
                  </a:lnTo>
                </a:path>
              </a:pathLst>
            </a:custGeom>
            <a:noFill/>
            <a:ln w="12700" cap="rnd" cmpd="sng">
              <a:solidFill>
                <a:srgbClr val="000000"/>
              </a:solidFill>
              <a:prstDash val="solid"/>
              <a:round/>
              <a:headEnd type="none" w="sm" len="sm"/>
              <a:tailEnd type="none" w="sm" len="sm"/>
            </a:ln>
            <a:effectLst/>
          </p:spPr>
        </p:sp>
        <p:sp>
          <p:nvSpPr>
            <p:cNvPr id="61583" name=""/>
            <p:cNvSpPr/>
            <p:nvPr/>
          </p:nvSpPr>
          <p:spPr>
            <a:xfrm>
              <a:off x="2777" y="2978"/>
              <a:ext cx="248" cy="174"/>
            </a:xfrm>
            <a:custGeom>
              <a:pathLst>
                <a:path w="248" h="174">
                  <a:moveTo>
                    <a:pt x="123" y="0"/>
                  </a:moveTo>
                  <a:lnTo>
                    <a:pt x="121" y="16"/>
                  </a:lnTo>
                  <a:lnTo>
                    <a:pt x="117" y="75"/>
                  </a:lnTo>
                  <a:lnTo>
                    <a:pt x="117" y="94"/>
                  </a:lnTo>
                  <a:lnTo>
                    <a:pt x="92" y="86"/>
                  </a:lnTo>
                  <a:lnTo>
                    <a:pt x="62" y="75"/>
                  </a:lnTo>
                  <a:lnTo>
                    <a:pt x="31" y="61"/>
                  </a:lnTo>
                  <a:lnTo>
                    <a:pt x="0" y="43"/>
                  </a:lnTo>
                  <a:lnTo>
                    <a:pt x="0" y="63"/>
                  </a:lnTo>
                  <a:lnTo>
                    <a:pt x="1" y="82"/>
                  </a:lnTo>
                  <a:lnTo>
                    <a:pt x="6" y="106"/>
                  </a:lnTo>
                  <a:lnTo>
                    <a:pt x="14" y="129"/>
                  </a:lnTo>
                  <a:lnTo>
                    <a:pt x="23" y="133"/>
                  </a:lnTo>
                  <a:lnTo>
                    <a:pt x="40" y="144"/>
                  </a:lnTo>
                  <a:lnTo>
                    <a:pt x="71" y="156"/>
                  </a:lnTo>
                  <a:lnTo>
                    <a:pt x="101" y="166"/>
                  </a:lnTo>
                  <a:lnTo>
                    <a:pt x="127" y="173"/>
                  </a:lnTo>
                  <a:lnTo>
                    <a:pt x="122" y="150"/>
                  </a:lnTo>
                  <a:lnTo>
                    <a:pt x="118" y="120"/>
                  </a:lnTo>
                  <a:lnTo>
                    <a:pt x="118" y="94"/>
                  </a:lnTo>
                  <a:lnTo>
                    <a:pt x="140" y="99"/>
                  </a:lnTo>
                  <a:lnTo>
                    <a:pt x="179" y="107"/>
                  </a:lnTo>
                  <a:lnTo>
                    <a:pt x="215" y="111"/>
                  </a:lnTo>
                  <a:lnTo>
                    <a:pt x="244" y="113"/>
                  </a:lnTo>
                  <a:lnTo>
                    <a:pt x="247" y="75"/>
                  </a:lnTo>
                </a:path>
              </a:pathLst>
            </a:custGeom>
            <a:noFill/>
            <a:ln w="12700" cap="rnd" cmpd="sng">
              <a:solidFill>
                <a:srgbClr val="000000"/>
              </a:solidFill>
              <a:prstDash val="solid"/>
              <a:round/>
              <a:headEnd type="none" w="sm" len="sm"/>
              <a:tailEnd type="none" w="sm" len="sm"/>
            </a:ln>
            <a:effectLst/>
          </p:spPr>
        </p:sp>
        <p:sp>
          <p:nvSpPr>
            <p:cNvPr id="61584" name=""/>
            <p:cNvSpPr/>
            <p:nvPr/>
          </p:nvSpPr>
          <p:spPr>
            <a:xfrm>
              <a:off x="2669" y="2736"/>
              <a:ext cx="154" cy="106"/>
            </a:xfrm>
            <a:custGeom>
              <a:pathLst>
                <a:path w="154" h="106">
                  <a:moveTo>
                    <a:pt x="153" y="47"/>
                  </a:moveTo>
                  <a:lnTo>
                    <a:pt x="142" y="40"/>
                  </a:lnTo>
                  <a:lnTo>
                    <a:pt x="130" y="32"/>
                  </a:lnTo>
                  <a:lnTo>
                    <a:pt x="117" y="18"/>
                  </a:lnTo>
                  <a:lnTo>
                    <a:pt x="103" y="0"/>
                  </a:lnTo>
                  <a:lnTo>
                    <a:pt x="90" y="17"/>
                  </a:lnTo>
                  <a:lnTo>
                    <a:pt x="71" y="45"/>
                  </a:lnTo>
                  <a:lnTo>
                    <a:pt x="59" y="68"/>
                  </a:lnTo>
                  <a:lnTo>
                    <a:pt x="47" y="89"/>
                  </a:lnTo>
                  <a:lnTo>
                    <a:pt x="40" y="105"/>
                  </a:lnTo>
                  <a:lnTo>
                    <a:pt x="33" y="96"/>
                  </a:lnTo>
                  <a:lnTo>
                    <a:pt x="25" y="84"/>
                  </a:lnTo>
                  <a:lnTo>
                    <a:pt x="16" y="66"/>
                  </a:lnTo>
                  <a:lnTo>
                    <a:pt x="7" y="47"/>
                  </a:lnTo>
                  <a:lnTo>
                    <a:pt x="0" y="25"/>
                  </a:lnTo>
                </a:path>
              </a:pathLst>
            </a:custGeom>
            <a:noFill/>
            <a:ln w="12700" cap="rnd" cmpd="sng">
              <a:solidFill>
                <a:srgbClr val="000000"/>
              </a:solidFill>
              <a:prstDash val="solid"/>
              <a:round/>
              <a:headEnd type="none" w="sm" len="sm"/>
              <a:tailEnd type="none" w="sm" len="sm"/>
            </a:ln>
            <a:effectLst/>
          </p:spPr>
        </p:sp>
        <p:sp>
          <p:nvSpPr>
            <p:cNvPr id="61585" name=""/>
            <p:cNvSpPr/>
            <p:nvPr/>
          </p:nvSpPr>
          <p:spPr>
            <a:xfrm>
              <a:off x="2669" y="2736"/>
              <a:ext cx="154" cy="106"/>
            </a:xfrm>
            <a:custGeom>
              <a:pathLst>
                <a:path w="154" h="106">
                  <a:moveTo>
                    <a:pt x="153" y="47"/>
                  </a:moveTo>
                  <a:lnTo>
                    <a:pt x="142" y="40"/>
                  </a:lnTo>
                  <a:lnTo>
                    <a:pt x="130" y="32"/>
                  </a:lnTo>
                  <a:lnTo>
                    <a:pt x="117" y="18"/>
                  </a:lnTo>
                  <a:lnTo>
                    <a:pt x="103" y="0"/>
                  </a:lnTo>
                  <a:lnTo>
                    <a:pt x="90" y="17"/>
                  </a:lnTo>
                  <a:lnTo>
                    <a:pt x="71" y="45"/>
                  </a:lnTo>
                  <a:lnTo>
                    <a:pt x="59" y="68"/>
                  </a:lnTo>
                  <a:lnTo>
                    <a:pt x="47" y="89"/>
                  </a:lnTo>
                  <a:lnTo>
                    <a:pt x="40" y="105"/>
                  </a:lnTo>
                  <a:lnTo>
                    <a:pt x="33" y="96"/>
                  </a:lnTo>
                  <a:lnTo>
                    <a:pt x="25" y="84"/>
                  </a:lnTo>
                  <a:lnTo>
                    <a:pt x="16" y="66"/>
                  </a:lnTo>
                  <a:lnTo>
                    <a:pt x="7" y="47"/>
                  </a:lnTo>
                  <a:lnTo>
                    <a:pt x="0" y="25"/>
                  </a:lnTo>
                </a:path>
              </a:pathLst>
            </a:custGeom>
            <a:noFill/>
            <a:ln w="12700" cap="rnd" cmpd="sng">
              <a:solidFill>
                <a:srgbClr val="000000"/>
              </a:solidFill>
              <a:prstDash val="solid"/>
              <a:round/>
              <a:headEnd type="none" w="sm" len="sm"/>
              <a:tailEnd type="none" w="sm" len="sm"/>
            </a:ln>
            <a:effectLst/>
          </p:spPr>
        </p:sp>
        <p:sp>
          <p:nvSpPr>
            <p:cNvPr id="61586" name=""/>
            <p:cNvSpPr/>
            <p:nvPr/>
          </p:nvSpPr>
          <p:spPr>
            <a:xfrm>
              <a:off x="2642" y="2647"/>
              <a:ext cx="216" cy="220"/>
            </a:xfrm>
            <a:custGeom>
              <a:pathLst>
                <a:path w="216" h="220">
                  <a:moveTo>
                    <a:pt x="0" y="219"/>
                  </a:moveTo>
                  <a:lnTo>
                    <a:pt x="2" y="184"/>
                  </a:lnTo>
                  <a:lnTo>
                    <a:pt x="7" y="158"/>
                  </a:lnTo>
                  <a:lnTo>
                    <a:pt x="11" y="138"/>
                  </a:lnTo>
                  <a:lnTo>
                    <a:pt x="21" y="111"/>
                  </a:lnTo>
                  <a:lnTo>
                    <a:pt x="34" y="90"/>
                  </a:lnTo>
                  <a:lnTo>
                    <a:pt x="48" y="69"/>
                  </a:lnTo>
                  <a:lnTo>
                    <a:pt x="57" y="58"/>
                  </a:lnTo>
                  <a:lnTo>
                    <a:pt x="69" y="45"/>
                  </a:lnTo>
                  <a:lnTo>
                    <a:pt x="80" y="32"/>
                  </a:lnTo>
                  <a:lnTo>
                    <a:pt x="94" y="21"/>
                  </a:lnTo>
                  <a:lnTo>
                    <a:pt x="101" y="43"/>
                  </a:lnTo>
                  <a:lnTo>
                    <a:pt x="111" y="61"/>
                  </a:lnTo>
                  <a:lnTo>
                    <a:pt x="120" y="77"/>
                  </a:lnTo>
                  <a:lnTo>
                    <a:pt x="129" y="88"/>
                  </a:lnTo>
                  <a:lnTo>
                    <a:pt x="151" y="62"/>
                  </a:lnTo>
                  <a:lnTo>
                    <a:pt x="170" y="41"/>
                  </a:lnTo>
                  <a:lnTo>
                    <a:pt x="175" y="38"/>
                  </a:lnTo>
                  <a:lnTo>
                    <a:pt x="180" y="31"/>
                  </a:lnTo>
                  <a:lnTo>
                    <a:pt x="184" y="26"/>
                  </a:lnTo>
                  <a:lnTo>
                    <a:pt x="215" y="0"/>
                  </a:lnTo>
                </a:path>
              </a:pathLst>
            </a:custGeom>
            <a:noFill/>
            <a:ln w="12700" cap="rnd" cmpd="sng">
              <a:solidFill>
                <a:srgbClr val="000000"/>
              </a:solidFill>
              <a:prstDash val="solid"/>
              <a:round/>
              <a:headEnd type="none" w="sm" len="sm"/>
              <a:tailEnd type="none" w="sm" len="sm"/>
            </a:ln>
            <a:effectLst/>
          </p:spPr>
        </p:sp>
        <p:sp>
          <p:nvSpPr>
            <p:cNvPr id="61587" name=""/>
            <p:cNvSpPr/>
            <p:nvPr/>
          </p:nvSpPr>
          <p:spPr>
            <a:xfrm>
              <a:off x="2642" y="2647"/>
              <a:ext cx="216" cy="220"/>
            </a:xfrm>
            <a:custGeom>
              <a:pathLst>
                <a:path w="216" h="220">
                  <a:moveTo>
                    <a:pt x="0" y="219"/>
                  </a:moveTo>
                  <a:lnTo>
                    <a:pt x="2" y="184"/>
                  </a:lnTo>
                  <a:lnTo>
                    <a:pt x="7" y="158"/>
                  </a:lnTo>
                  <a:lnTo>
                    <a:pt x="11" y="138"/>
                  </a:lnTo>
                  <a:lnTo>
                    <a:pt x="21" y="111"/>
                  </a:lnTo>
                  <a:lnTo>
                    <a:pt x="34" y="90"/>
                  </a:lnTo>
                  <a:lnTo>
                    <a:pt x="48" y="69"/>
                  </a:lnTo>
                  <a:lnTo>
                    <a:pt x="57" y="58"/>
                  </a:lnTo>
                  <a:lnTo>
                    <a:pt x="69" y="45"/>
                  </a:lnTo>
                  <a:lnTo>
                    <a:pt x="80" y="32"/>
                  </a:lnTo>
                  <a:lnTo>
                    <a:pt x="94" y="21"/>
                  </a:lnTo>
                  <a:lnTo>
                    <a:pt x="101" y="43"/>
                  </a:lnTo>
                  <a:lnTo>
                    <a:pt x="111" y="61"/>
                  </a:lnTo>
                  <a:lnTo>
                    <a:pt x="120" y="77"/>
                  </a:lnTo>
                  <a:lnTo>
                    <a:pt x="129" y="88"/>
                  </a:lnTo>
                  <a:lnTo>
                    <a:pt x="151" y="62"/>
                  </a:lnTo>
                  <a:lnTo>
                    <a:pt x="170" y="41"/>
                  </a:lnTo>
                  <a:lnTo>
                    <a:pt x="175" y="38"/>
                  </a:lnTo>
                  <a:lnTo>
                    <a:pt x="180" y="31"/>
                  </a:lnTo>
                  <a:lnTo>
                    <a:pt x="184" y="26"/>
                  </a:lnTo>
                  <a:lnTo>
                    <a:pt x="215" y="0"/>
                  </a:lnTo>
                </a:path>
              </a:pathLst>
            </a:custGeom>
            <a:noFill/>
            <a:ln w="12700" cap="rnd" cmpd="sng">
              <a:solidFill>
                <a:srgbClr val="000000"/>
              </a:solidFill>
              <a:prstDash val="solid"/>
              <a:round/>
              <a:headEnd type="none" w="sm" len="sm"/>
              <a:tailEnd type="none" w="sm" len="sm"/>
            </a:ln>
            <a:effectLst/>
          </p:spPr>
        </p:sp>
        <p:sp>
          <p:nvSpPr>
            <p:cNvPr id="61588" name=""/>
            <p:cNvSpPr/>
            <p:nvPr/>
          </p:nvSpPr>
          <p:spPr>
            <a:xfrm>
              <a:off x="3275" y="2853"/>
              <a:ext cx="105" cy="178"/>
            </a:xfrm>
            <a:custGeom>
              <a:pathLst>
                <a:path w="105" h="178">
                  <a:moveTo>
                    <a:pt x="97" y="151"/>
                  </a:moveTo>
                  <a:lnTo>
                    <a:pt x="99" y="137"/>
                  </a:lnTo>
                  <a:lnTo>
                    <a:pt x="102" y="120"/>
                  </a:lnTo>
                  <a:lnTo>
                    <a:pt x="104" y="104"/>
                  </a:lnTo>
                  <a:lnTo>
                    <a:pt x="87" y="120"/>
                  </a:lnTo>
                  <a:lnTo>
                    <a:pt x="68" y="139"/>
                  </a:lnTo>
                  <a:lnTo>
                    <a:pt x="46" y="155"/>
                  </a:lnTo>
                  <a:lnTo>
                    <a:pt x="29" y="167"/>
                  </a:lnTo>
                  <a:lnTo>
                    <a:pt x="16" y="177"/>
                  </a:lnTo>
                  <a:lnTo>
                    <a:pt x="12" y="137"/>
                  </a:lnTo>
                  <a:lnTo>
                    <a:pt x="9" y="116"/>
                  </a:lnTo>
                  <a:lnTo>
                    <a:pt x="6" y="93"/>
                  </a:lnTo>
                  <a:lnTo>
                    <a:pt x="2" y="71"/>
                  </a:lnTo>
                  <a:lnTo>
                    <a:pt x="0" y="68"/>
                  </a:lnTo>
                  <a:lnTo>
                    <a:pt x="16" y="60"/>
                  </a:lnTo>
                  <a:lnTo>
                    <a:pt x="33" y="49"/>
                  </a:lnTo>
                  <a:lnTo>
                    <a:pt x="46" y="37"/>
                  </a:lnTo>
                  <a:lnTo>
                    <a:pt x="70" y="14"/>
                  </a:lnTo>
                  <a:lnTo>
                    <a:pt x="80" y="0"/>
                  </a:lnTo>
                  <a:lnTo>
                    <a:pt x="82" y="9"/>
                  </a:lnTo>
                  <a:lnTo>
                    <a:pt x="91" y="37"/>
                  </a:lnTo>
                  <a:lnTo>
                    <a:pt x="98" y="60"/>
                  </a:lnTo>
                  <a:lnTo>
                    <a:pt x="101" y="80"/>
                  </a:lnTo>
                  <a:lnTo>
                    <a:pt x="102" y="93"/>
                  </a:lnTo>
                  <a:lnTo>
                    <a:pt x="104" y="104"/>
                  </a:lnTo>
                </a:path>
              </a:pathLst>
            </a:custGeom>
            <a:noFill/>
            <a:ln w="12700" cap="rnd" cmpd="sng">
              <a:solidFill>
                <a:srgbClr val="000000"/>
              </a:solidFill>
              <a:prstDash val="solid"/>
              <a:round/>
              <a:headEnd type="none" w="sm" len="sm"/>
              <a:tailEnd type="none" w="sm" len="sm"/>
            </a:ln>
            <a:effectLst/>
          </p:spPr>
        </p:sp>
        <p:sp>
          <p:nvSpPr>
            <p:cNvPr id="61589" name=""/>
            <p:cNvSpPr/>
            <p:nvPr/>
          </p:nvSpPr>
          <p:spPr>
            <a:xfrm>
              <a:off x="3275" y="2853"/>
              <a:ext cx="105" cy="178"/>
            </a:xfrm>
            <a:custGeom>
              <a:pathLst>
                <a:path w="105" h="178">
                  <a:moveTo>
                    <a:pt x="97" y="151"/>
                  </a:moveTo>
                  <a:lnTo>
                    <a:pt x="99" y="137"/>
                  </a:lnTo>
                  <a:lnTo>
                    <a:pt x="102" y="120"/>
                  </a:lnTo>
                  <a:lnTo>
                    <a:pt x="104" y="104"/>
                  </a:lnTo>
                  <a:lnTo>
                    <a:pt x="87" y="120"/>
                  </a:lnTo>
                  <a:lnTo>
                    <a:pt x="68" y="139"/>
                  </a:lnTo>
                  <a:lnTo>
                    <a:pt x="46" y="155"/>
                  </a:lnTo>
                  <a:lnTo>
                    <a:pt x="29" y="167"/>
                  </a:lnTo>
                  <a:lnTo>
                    <a:pt x="16" y="177"/>
                  </a:lnTo>
                  <a:lnTo>
                    <a:pt x="12" y="137"/>
                  </a:lnTo>
                  <a:lnTo>
                    <a:pt x="9" y="116"/>
                  </a:lnTo>
                  <a:lnTo>
                    <a:pt x="6" y="93"/>
                  </a:lnTo>
                  <a:lnTo>
                    <a:pt x="2" y="71"/>
                  </a:lnTo>
                  <a:lnTo>
                    <a:pt x="0" y="68"/>
                  </a:lnTo>
                  <a:lnTo>
                    <a:pt x="16" y="60"/>
                  </a:lnTo>
                  <a:lnTo>
                    <a:pt x="33" y="49"/>
                  </a:lnTo>
                  <a:lnTo>
                    <a:pt x="46" y="37"/>
                  </a:lnTo>
                  <a:lnTo>
                    <a:pt x="70" y="14"/>
                  </a:lnTo>
                  <a:lnTo>
                    <a:pt x="80" y="0"/>
                  </a:lnTo>
                  <a:lnTo>
                    <a:pt x="82" y="9"/>
                  </a:lnTo>
                  <a:lnTo>
                    <a:pt x="91" y="37"/>
                  </a:lnTo>
                  <a:lnTo>
                    <a:pt x="98" y="60"/>
                  </a:lnTo>
                  <a:lnTo>
                    <a:pt x="101" y="80"/>
                  </a:lnTo>
                  <a:lnTo>
                    <a:pt x="102" y="93"/>
                  </a:lnTo>
                  <a:lnTo>
                    <a:pt x="104" y="104"/>
                  </a:lnTo>
                </a:path>
              </a:pathLst>
            </a:custGeom>
            <a:noFill/>
            <a:ln w="12700" cap="rnd" cmpd="sng">
              <a:solidFill>
                <a:srgbClr val="000000"/>
              </a:solidFill>
              <a:prstDash val="solid"/>
              <a:round/>
              <a:headEnd type="none" w="sm" len="sm"/>
              <a:tailEnd type="none" w="sm" len="sm"/>
            </a:ln>
            <a:effectLst/>
          </p:spPr>
        </p:sp>
        <p:sp>
          <p:nvSpPr>
            <p:cNvPr id="61590" name=""/>
            <p:cNvSpPr/>
            <p:nvPr/>
          </p:nvSpPr>
          <p:spPr>
            <a:xfrm>
              <a:off x="2747" y="3077"/>
              <a:ext cx="46" cy="31"/>
            </a:xfrm>
            <a:custGeom>
              <a:pathLst>
                <a:path w="46" h="31">
                  <a:moveTo>
                    <a:pt x="45" y="30"/>
                  </a:moveTo>
                  <a:lnTo>
                    <a:pt x="25" y="18"/>
                  </a:lnTo>
                  <a:lnTo>
                    <a:pt x="0" y="0"/>
                  </a:lnTo>
                </a:path>
              </a:pathLst>
            </a:custGeom>
            <a:noFill/>
            <a:ln w="12700" cap="rnd" cmpd="sng">
              <a:solidFill>
                <a:srgbClr val="000000"/>
              </a:solidFill>
              <a:prstDash val="solid"/>
              <a:round/>
              <a:headEnd type="none" w="sm" len="sm"/>
              <a:tailEnd type="none" w="sm" len="sm"/>
            </a:ln>
            <a:effectLst/>
          </p:spPr>
        </p:sp>
        <p:sp>
          <p:nvSpPr>
            <p:cNvPr id="61591" name=""/>
            <p:cNvSpPr/>
            <p:nvPr/>
          </p:nvSpPr>
          <p:spPr>
            <a:xfrm>
              <a:off x="2747" y="3077"/>
              <a:ext cx="46" cy="31"/>
            </a:xfrm>
            <a:custGeom>
              <a:pathLst>
                <a:path w="46" h="31">
                  <a:moveTo>
                    <a:pt x="45" y="30"/>
                  </a:moveTo>
                  <a:lnTo>
                    <a:pt x="25" y="18"/>
                  </a:lnTo>
                  <a:lnTo>
                    <a:pt x="0" y="0"/>
                  </a:lnTo>
                </a:path>
              </a:pathLst>
            </a:custGeom>
            <a:noFill/>
            <a:ln w="12700" cap="rnd" cmpd="sng">
              <a:solidFill>
                <a:srgbClr val="000000"/>
              </a:solidFill>
              <a:prstDash val="solid"/>
              <a:round/>
              <a:headEnd type="none" w="sm" len="sm"/>
              <a:tailEnd type="none" w="sm" len="sm"/>
            </a:ln>
            <a:effectLst/>
          </p:spPr>
        </p:sp>
        <p:sp>
          <p:nvSpPr>
            <p:cNvPr id="61592" name=""/>
            <p:cNvSpPr/>
            <p:nvPr/>
          </p:nvSpPr>
          <p:spPr>
            <a:xfrm>
              <a:off x="2689" y="2831"/>
              <a:ext cx="132" cy="171"/>
            </a:xfrm>
            <a:custGeom>
              <a:pathLst>
                <a:path w="132" h="171">
                  <a:moveTo>
                    <a:pt x="131" y="0"/>
                  </a:moveTo>
                  <a:lnTo>
                    <a:pt x="119" y="27"/>
                  </a:lnTo>
                  <a:lnTo>
                    <a:pt x="114" y="43"/>
                  </a:lnTo>
                  <a:lnTo>
                    <a:pt x="105" y="68"/>
                  </a:lnTo>
                  <a:lnTo>
                    <a:pt x="101" y="81"/>
                  </a:lnTo>
                  <a:lnTo>
                    <a:pt x="93" y="76"/>
                  </a:lnTo>
                  <a:lnTo>
                    <a:pt x="70" y="59"/>
                  </a:lnTo>
                  <a:lnTo>
                    <a:pt x="51" y="43"/>
                  </a:lnTo>
                  <a:lnTo>
                    <a:pt x="32" y="26"/>
                  </a:lnTo>
                  <a:lnTo>
                    <a:pt x="20" y="10"/>
                  </a:lnTo>
                  <a:lnTo>
                    <a:pt x="13" y="31"/>
                  </a:lnTo>
                  <a:lnTo>
                    <a:pt x="6" y="52"/>
                  </a:lnTo>
                  <a:lnTo>
                    <a:pt x="2" y="76"/>
                  </a:lnTo>
                  <a:lnTo>
                    <a:pt x="1" y="97"/>
                  </a:lnTo>
                  <a:lnTo>
                    <a:pt x="0" y="114"/>
                  </a:lnTo>
                  <a:lnTo>
                    <a:pt x="0" y="142"/>
                  </a:lnTo>
                  <a:lnTo>
                    <a:pt x="1" y="170"/>
                  </a:lnTo>
                </a:path>
              </a:pathLst>
            </a:custGeom>
            <a:noFill/>
            <a:ln w="12700" cap="rnd" cmpd="sng">
              <a:solidFill>
                <a:srgbClr val="000000"/>
              </a:solidFill>
              <a:prstDash val="solid"/>
              <a:round/>
              <a:headEnd type="none" w="sm" len="sm"/>
              <a:tailEnd type="none" w="sm" len="sm"/>
            </a:ln>
            <a:effectLst/>
          </p:spPr>
        </p:sp>
        <p:sp>
          <p:nvSpPr>
            <p:cNvPr id="61593" name=""/>
            <p:cNvSpPr/>
            <p:nvPr/>
          </p:nvSpPr>
          <p:spPr>
            <a:xfrm>
              <a:off x="2689" y="2831"/>
              <a:ext cx="132" cy="171"/>
            </a:xfrm>
            <a:custGeom>
              <a:pathLst>
                <a:path w="132" h="171">
                  <a:moveTo>
                    <a:pt x="131" y="0"/>
                  </a:moveTo>
                  <a:lnTo>
                    <a:pt x="119" y="27"/>
                  </a:lnTo>
                  <a:lnTo>
                    <a:pt x="114" y="43"/>
                  </a:lnTo>
                  <a:lnTo>
                    <a:pt x="105" y="68"/>
                  </a:lnTo>
                  <a:lnTo>
                    <a:pt x="101" y="81"/>
                  </a:lnTo>
                  <a:lnTo>
                    <a:pt x="93" y="76"/>
                  </a:lnTo>
                  <a:lnTo>
                    <a:pt x="70" y="59"/>
                  </a:lnTo>
                  <a:lnTo>
                    <a:pt x="51" y="43"/>
                  </a:lnTo>
                  <a:lnTo>
                    <a:pt x="32" y="26"/>
                  </a:lnTo>
                  <a:lnTo>
                    <a:pt x="20" y="10"/>
                  </a:lnTo>
                  <a:lnTo>
                    <a:pt x="13" y="31"/>
                  </a:lnTo>
                  <a:lnTo>
                    <a:pt x="6" y="52"/>
                  </a:lnTo>
                  <a:lnTo>
                    <a:pt x="2" y="76"/>
                  </a:lnTo>
                  <a:lnTo>
                    <a:pt x="1" y="97"/>
                  </a:lnTo>
                  <a:lnTo>
                    <a:pt x="0" y="114"/>
                  </a:lnTo>
                  <a:lnTo>
                    <a:pt x="0" y="142"/>
                  </a:lnTo>
                  <a:lnTo>
                    <a:pt x="1" y="170"/>
                  </a:lnTo>
                </a:path>
              </a:pathLst>
            </a:custGeom>
            <a:noFill/>
            <a:ln w="12700" cap="rnd" cmpd="sng">
              <a:solidFill>
                <a:srgbClr val="000000"/>
              </a:solidFill>
              <a:prstDash val="solid"/>
              <a:round/>
              <a:headEnd type="none" w="sm" len="sm"/>
              <a:tailEnd type="none" w="sm" len="sm"/>
            </a:ln>
            <a:effectLst/>
          </p:spPr>
        </p:sp>
        <p:sp>
          <p:nvSpPr>
            <p:cNvPr id="61594" name=""/>
            <p:cNvSpPr/>
            <p:nvPr/>
          </p:nvSpPr>
          <p:spPr>
            <a:xfrm>
              <a:off x="2690" y="2912"/>
              <a:ext cx="177" cy="110"/>
            </a:xfrm>
            <a:custGeom>
              <a:pathLst>
                <a:path w="177" h="110">
                  <a:moveTo>
                    <a:pt x="0" y="33"/>
                  </a:moveTo>
                  <a:lnTo>
                    <a:pt x="19" y="57"/>
                  </a:lnTo>
                  <a:lnTo>
                    <a:pt x="43" y="78"/>
                  </a:lnTo>
                  <a:lnTo>
                    <a:pt x="62" y="92"/>
                  </a:lnTo>
                  <a:lnTo>
                    <a:pt x="88" y="109"/>
                  </a:lnTo>
                  <a:lnTo>
                    <a:pt x="89" y="72"/>
                  </a:lnTo>
                  <a:lnTo>
                    <a:pt x="92" y="34"/>
                  </a:lnTo>
                  <a:lnTo>
                    <a:pt x="100" y="0"/>
                  </a:lnTo>
                  <a:lnTo>
                    <a:pt x="121" y="12"/>
                  </a:lnTo>
                  <a:lnTo>
                    <a:pt x="150" y="26"/>
                  </a:lnTo>
                  <a:lnTo>
                    <a:pt x="174" y="34"/>
                  </a:lnTo>
                  <a:lnTo>
                    <a:pt x="176" y="34"/>
                  </a:lnTo>
                </a:path>
              </a:pathLst>
            </a:custGeom>
            <a:noFill/>
            <a:ln w="12700" cap="rnd" cmpd="sng">
              <a:solidFill>
                <a:srgbClr val="000000"/>
              </a:solidFill>
              <a:prstDash val="solid"/>
              <a:round/>
              <a:headEnd type="none" w="sm" len="sm"/>
              <a:tailEnd type="none" w="sm" len="sm"/>
            </a:ln>
            <a:effectLst/>
          </p:spPr>
        </p:sp>
        <p:sp>
          <p:nvSpPr>
            <p:cNvPr id="61595" name=""/>
            <p:cNvSpPr/>
            <p:nvPr/>
          </p:nvSpPr>
          <p:spPr>
            <a:xfrm>
              <a:off x="2690" y="2912"/>
              <a:ext cx="177" cy="110"/>
            </a:xfrm>
            <a:custGeom>
              <a:pathLst>
                <a:path w="177" h="110">
                  <a:moveTo>
                    <a:pt x="0" y="33"/>
                  </a:moveTo>
                  <a:lnTo>
                    <a:pt x="19" y="57"/>
                  </a:lnTo>
                  <a:lnTo>
                    <a:pt x="43" y="78"/>
                  </a:lnTo>
                  <a:lnTo>
                    <a:pt x="62" y="92"/>
                  </a:lnTo>
                  <a:lnTo>
                    <a:pt x="88" y="109"/>
                  </a:lnTo>
                  <a:lnTo>
                    <a:pt x="89" y="72"/>
                  </a:lnTo>
                  <a:lnTo>
                    <a:pt x="92" y="34"/>
                  </a:lnTo>
                  <a:lnTo>
                    <a:pt x="100" y="0"/>
                  </a:lnTo>
                  <a:lnTo>
                    <a:pt x="121" y="12"/>
                  </a:lnTo>
                  <a:lnTo>
                    <a:pt x="150" y="26"/>
                  </a:lnTo>
                  <a:lnTo>
                    <a:pt x="174" y="34"/>
                  </a:lnTo>
                  <a:lnTo>
                    <a:pt x="176" y="34"/>
                  </a:lnTo>
                </a:path>
              </a:pathLst>
            </a:custGeom>
            <a:noFill/>
            <a:ln w="12700" cap="rnd" cmpd="sng">
              <a:solidFill>
                <a:srgbClr val="000000"/>
              </a:solidFill>
              <a:prstDash val="solid"/>
              <a:round/>
              <a:headEnd type="none" w="sm" len="sm"/>
              <a:tailEnd type="none" w="sm" len="sm"/>
            </a:ln>
            <a:effectLst/>
          </p:spPr>
        </p:sp>
        <p:sp>
          <p:nvSpPr>
            <p:cNvPr id="61596" name=""/>
            <p:cNvSpPr/>
            <p:nvPr/>
          </p:nvSpPr>
          <p:spPr>
            <a:xfrm>
              <a:off x="2664" y="2643"/>
              <a:ext cx="21" cy="120"/>
            </a:xfrm>
            <a:custGeom>
              <a:pathLst>
                <a:path w="21" h="120">
                  <a:moveTo>
                    <a:pt x="7" y="119"/>
                  </a:moveTo>
                  <a:lnTo>
                    <a:pt x="3" y="94"/>
                  </a:lnTo>
                  <a:lnTo>
                    <a:pt x="0" y="72"/>
                  </a:lnTo>
                  <a:lnTo>
                    <a:pt x="4" y="47"/>
                  </a:lnTo>
                  <a:lnTo>
                    <a:pt x="9" y="22"/>
                  </a:lnTo>
                  <a:lnTo>
                    <a:pt x="20" y="0"/>
                  </a:lnTo>
                </a:path>
              </a:pathLst>
            </a:custGeom>
            <a:noFill/>
            <a:ln w="12700" cap="rnd" cmpd="sng">
              <a:solidFill>
                <a:srgbClr val="000000"/>
              </a:solidFill>
              <a:prstDash val="solid"/>
              <a:round/>
              <a:headEnd type="none" w="sm" len="sm"/>
              <a:tailEnd type="none" w="sm" len="sm"/>
            </a:ln>
            <a:effectLst/>
          </p:spPr>
        </p:sp>
        <p:sp>
          <p:nvSpPr>
            <p:cNvPr id="61597" name=""/>
            <p:cNvSpPr/>
            <p:nvPr/>
          </p:nvSpPr>
          <p:spPr>
            <a:xfrm>
              <a:off x="2664" y="2643"/>
              <a:ext cx="21" cy="120"/>
            </a:xfrm>
            <a:custGeom>
              <a:pathLst>
                <a:path w="21" h="120">
                  <a:moveTo>
                    <a:pt x="7" y="119"/>
                  </a:moveTo>
                  <a:lnTo>
                    <a:pt x="3" y="94"/>
                  </a:lnTo>
                  <a:lnTo>
                    <a:pt x="0" y="72"/>
                  </a:lnTo>
                  <a:lnTo>
                    <a:pt x="4" y="47"/>
                  </a:lnTo>
                  <a:lnTo>
                    <a:pt x="9" y="22"/>
                  </a:lnTo>
                  <a:lnTo>
                    <a:pt x="20" y="0"/>
                  </a:lnTo>
                </a:path>
              </a:pathLst>
            </a:custGeom>
            <a:noFill/>
            <a:ln w="12700" cap="rnd" cmpd="sng">
              <a:solidFill>
                <a:srgbClr val="000000"/>
              </a:solidFill>
              <a:prstDash val="solid"/>
              <a:round/>
              <a:headEnd type="none" w="sm" len="sm"/>
              <a:tailEnd type="none" w="sm" len="sm"/>
            </a:ln>
            <a:effectLst/>
          </p:spPr>
        </p:sp>
        <p:sp>
          <p:nvSpPr>
            <p:cNvPr id="61598" name=""/>
            <p:cNvSpPr/>
            <p:nvPr/>
          </p:nvSpPr>
          <p:spPr>
            <a:xfrm>
              <a:off x="2905" y="3151"/>
              <a:ext cx="117" cy="47"/>
            </a:xfrm>
            <a:custGeom>
              <a:pathLst>
                <a:path w="117" h="47">
                  <a:moveTo>
                    <a:pt x="13" y="29"/>
                  </a:moveTo>
                  <a:lnTo>
                    <a:pt x="8" y="21"/>
                  </a:lnTo>
                  <a:lnTo>
                    <a:pt x="4" y="10"/>
                  </a:lnTo>
                  <a:lnTo>
                    <a:pt x="0" y="0"/>
                  </a:lnTo>
                  <a:lnTo>
                    <a:pt x="36" y="8"/>
                  </a:lnTo>
                  <a:lnTo>
                    <a:pt x="69" y="13"/>
                  </a:lnTo>
                  <a:lnTo>
                    <a:pt x="97" y="15"/>
                  </a:lnTo>
                  <a:lnTo>
                    <a:pt x="116" y="17"/>
                  </a:lnTo>
                  <a:lnTo>
                    <a:pt x="116" y="46"/>
                  </a:lnTo>
                </a:path>
              </a:pathLst>
            </a:custGeom>
            <a:noFill/>
            <a:ln w="12700" cap="rnd" cmpd="sng">
              <a:solidFill>
                <a:srgbClr val="000000"/>
              </a:solidFill>
              <a:prstDash val="solid"/>
              <a:round/>
              <a:headEnd type="none" w="sm" len="sm"/>
              <a:tailEnd type="none" w="sm" len="sm"/>
            </a:ln>
            <a:effectLst/>
          </p:spPr>
        </p:sp>
        <p:sp>
          <p:nvSpPr>
            <p:cNvPr id="61599" name=""/>
            <p:cNvSpPr/>
            <p:nvPr/>
          </p:nvSpPr>
          <p:spPr>
            <a:xfrm>
              <a:off x="2905" y="3151"/>
              <a:ext cx="117" cy="47"/>
            </a:xfrm>
            <a:custGeom>
              <a:pathLst>
                <a:path w="117" h="47">
                  <a:moveTo>
                    <a:pt x="13" y="29"/>
                  </a:moveTo>
                  <a:lnTo>
                    <a:pt x="8" y="21"/>
                  </a:lnTo>
                  <a:lnTo>
                    <a:pt x="4" y="10"/>
                  </a:lnTo>
                  <a:lnTo>
                    <a:pt x="0" y="0"/>
                  </a:lnTo>
                  <a:lnTo>
                    <a:pt x="36" y="8"/>
                  </a:lnTo>
                  <a:lnTo>
                    <a:pt x="69" y="13"/>
                  </a:lnTo>
                  <a:lnTo>
                    <a:pt x="97" y="15"/>
                  </a:lnTo>
                  <a:lnTo>
                    <a:pt x="116" y="17"/>
                  </a:lnTo>
                  <a:lnTo>
                    <a:pt x="116" y="46"/>
                  </a:lnTo>
                </a:path>
              </a:pathLst>
            </a:custGeom>
            <a:noFill/>
            <a:ln w="12700" cap="rnd" cmpd="sng">
              <a:solidFill>
                <a:srgbClr val="000000"/>
              </a:solidFill>
              <a:prstDash val="solid"/>
              <a:round/>
              <a:headEnd type="none" w="sm" len="sm"/>
              <a:tailEnd type="none" w="sm" len="sm"/>
            </a:ln>
            <a:effectLst/>
          </p:spPr>
        </p:sp>
        <p:sp>
          <p:nvSpPr>
            <p:cNvPr id="61600" name=""/>
            <p:cNvSpPr/>
            <p:nvPr/>
          </p:nvSpPr>
          <p:spPr>
            <a:xfrm>
              <a:off x="3021" y="3119"/>
              <a:ext cx="69" cy="50"/>
            </a:xfrm>
            <a:custGeom>
              <a:pathLst>
                <a:path w="69" h="50">
                  <a:moveTo>
                    <a:pt x="68" y="47"/>
                  </a:moveTo>
                  <a:lnTo>
                    <a:pt x="33" y="49"/>
                  </a:lnTo>
                  <a:lnTo>
                    <a:pt x="0" y="49"/>
                  </a:lnTo>
                  <a:lnTo>
                    <a:pt x="0" y="0"/>
                  </a:lnTo>
                </a:path>
              </a:pathLst>
            </a:custGeom>
            <a:noFill/>
            <a:ln w="12700" cap="rnd" cmpd="sng">
              <a:solidFill>
                <a:srgbClr val="000000"/>
              </a:solidFill>
              <a:prstDash val="solid"/>
              <a:round/>
              <a:headEnd type="none" w="sm" len="sm"/>
              <a:tailEnd type="none" w="sm" len="sm"/>
            </a:ln>
            <a:effectLst/>
          </p:spPr>
        </p:sp>
        <p:sp>
          <p:nvSpPr>
            <p:cNvPr id="61601" name=""/>
            <p:cNvSpPr/>
            <p:nvPr/>
          </p:nvSpPr>
          <p:spPr>
            <a:xfrm>
              <a:off x="3021" y="3119"/>
              <a:ext cx="69" cy="50"/>
            </a:xfrm>
            <a:custGeom>
              <a:pathLst>
                <a:path w="69" h="50">
                  <a:moveTo>
                    <a:pt x="68" y="47"/>
                  </a:moveTo>
                  <a:lnTo>
                    <a:pt x="33" y="49"/>
                  </a:lnTo>
                  <a:lnTo>
                    <a:pt x="0" y="49"/>
                  </a:lnTo>
                  <a:lnTo>
                    <a:pt x="0" y="0"/>
                  </a:lnTo>
                </a:path>
              </a:pathLst>
            </a:custGeom>
            <a:noFill/>
            <a:ln w="12700" cap="rnd" cmpd="sng">
              <a:solidFill>
                <a:srgbClr val="000000"/>
              </a:solidFill>
              <a:prstDash val="solid"/>
              <a:round/>
              <a:headEnd type="none" w="sm" len="sm"/>
              <a:tailEnd type="none" w="sm" len="sm"/>
            </a:ln>
            <a:effectLst/>
          </p:spPr>
        </p:sp>
        <p:sp>
          <p:nvSpPr>
            <p:cNvPr id="61602" name=""/>
            <p:cNvSpPr/>
            <p:nvPr/>
          </p:nvSpPr>
          <p:spPr>
            <a:xfrm>
              <a:off x="2981" y="2973"/>
              <a:ext cx="44" cy="74"/>
            </a:xfrm>
            <a:custGeom>
              <a:pathLst>
                <a:path w="44" h="74">
                  <a:moveTo>
                    <a:pt x="0" y="0"/>
                  </a:moveTo>
                  <a:lnTo>
                    <a:pt x="14" y="2"/>
                  </a:lnTo>
                  <a:lnTo>
                    <a:pt x="29" y="5"/>
                  </a:lnTo>
                  <a:lnTo>
                    <a:pt x="43" y="5"/>
                  </a:lnTo>
                  <a:lnTo>
                    <a:pt x="43" y="73"/>
                  </a:lnTo>
                </a:path>
              </a:pathLst>
            </a:custGeom>
            <a:noFill/>
            <a:ln w="12700" cap="rnd" cmpd="sng">
              <a:solidFill>
                <a:srgbClr val="000000"/>
              </a:solidFill>
              <a:prstDash val="solid"/>
              <a:round/>
              <a:headEnd type="none" w="sm" len="sm"/>
              <a:tailEnd type="none" w="sm" len="sm"/>
            </a:ln>
            <a:effectLst/>
          </p:spPr>
        </p:sp>
        <p:sp>
          <p:nvSpPr>
            <p:cNvPr id="61603" name=""/>
            <p:cNvSpPr/>
            <p:nvPr/>
          </p:nvSpPr>
          <p:spPr>
            <a:xfrm>
              <a:off x="2981" y="2973"/>
              <a:ext cx="44" cy="74"/>
            </a:xfrm>
            <a:custGeom>
              <a:pathLst>
                <a:path w="44" h="74">
                  <a:moveTo>
                    <a:pt x="0" y="0"/>
                  </a:moveTo>
                  <a:lnTo>
                    <a:pt x="14" y="2"/>
                  </a:lnTo>
                  <a:lnTo>
                    <a:pt x="29" y="5"/>
                  </a:lnTo>
                  <a:lnTo>
                    <a:pt x="43" y="5"/>
                  </a:lnTo>
                  <a:lnTo>
                    <a:pt x="43" y="73"/>
                  </a:lnTo>
                </a:path>
              </a:pathLst>
            </a:custGeom>
            <a:noFill/>
            <a:ln w="12700" cap="rnd" cmpd="sng">
              <a:solidFill>
                <a:srgbClr val="000000"/>
              </a:solidFill>
              <a:prstDash val="solid"/>
              <a:round/>
              <a:headEnd type="none" w="sm" len="sm"/>
              <a:tailEnd type="none" w="sm" len="sm"/>
            </a:ln>
            <a:effectLst/>
          </p:spPr>
        </p:sp>
        <p:cxnSp>
          <p:nvCxnSpPr>
            <p:cNvPr id="61604" name=""/>
            <p:cNvCxnSpPr/>
            <p:nvPr/>
          </p:nvCxnSpPr>
          <p:spPr>
            <a:xfrm flipH="1" flipV="1">
              <a:off x="3024" y="2945"/>
              <a:ext cx="0" cy="14"/>
            </a:xfrm>
            <a:prstGeom prst="line">
              <a:avLst/>
            </a:prstGeom>
            <a:noFill/>
            <a:ln w="12700">
              <a:solidFill>
                <a:prstClr val="black"/>
              </a:solidFill>
              <a:miter lim="800000"/>
            </a:ln>
            <a:effectLst/>
          </p:spPr>
        </p:cxnSp>
        <p:cxnSp>
          <p:nvCxnSpPr>
            <p:cNvPr id="61605" name=""/>
            <p:cNvCxnSpPr/>
            <p:nvPr/>
          </p:nvCxnSpPr>
          <p:spPr>
            <a:xfrm flipH="1" flipV="1">
              <a:off x="3024" y="2945"/>
              <a:ext cx="0" cy="14"/>
            </a:xfrm>
            <a:prstGeom prst="line">
              <a:avLst/>
            </a:prstGeom>
            <a:noFill/>
            <a:ln w="12700">
              <a:solidFill>
                <a:prstClr val="black"/>
              </a:solidFill>
              <a:miter lim="800000"/>
            </a:ln>
            <a:effectLst/>
          </p:spPr>
        </p:cxnSp>
        <p:sp>
          <p:nvSpPr>
            <p:cNvPr id="61606" name=""/>
            <p:cNvSpPr/>
            <p:nvPr/>
          </p:nvSpPr>
          <p:spPr>
            <a:xfrm>
              <a:off x="3024" y="2967"/>
              <a:ext cx="23" cy="17"/>
            </a:xfrm>
            <a:custGeom>
              <a:pathLst>
                <a:path w="23" h="17">
                  <a:moveTo>
                    <a:pt x="0" y="0"/>
                  </a:moveTo>
                  <a:lnTo>
                    <a:pt x="0" y="16"/>
                  </a:lnTo>
                  <a:lnTo>
                    <a:pt x="22" y="16"/>
                  </a:lnTo>
                </a:path>
              </a:pathLst>
            </a:custGeom>
            <a:noFill/>
            <a:ln w="12700" cap="rnd" cmpd="sng">
              <a:solidFill>
                <a:srgbClr val="000000"/>
              </a:solidFill>
              <a:prstDash val="solid"/>
              <a:round/>
              <a:headEnd type="none" w="sm" len="sm"/>
              <a:tailEnd type="none" w="sm" len="sm"/>
            </a:ln>
            <a:effectLst/>
          </p:spPr>
        </p:sp>
        <p:sp>
          <p:nvSpPr>
            <p:cNvPr id="61607" name=""/>
            <p:cNvSpPr/>
            <p:nvPr/>
          </p:nvSpPr>
          <p:spPr>
            <a:xfrm>
              <a:off x="3024" y="2967"/>
              <a:ext cx="23" cy="17"/>
            </a:xfrm>
            <a:custGeom>
              <a:pathLst>
                <a:path w="23" h="17">
                  <a:moveTo>
                    <a:pt x="0" y="0"/>
                  </a:moveTo>
                  <a:lnTo>
                    <a:pt x="0" y="16"/>
                  </a:lnTo>
                  <a:lnTo>
                    <a:pt x="22" y="16"/>
                  </a:lnTo>
                </a:path>
              </a:pathLst>
            </a:custGeom>
            <a:noFill/>
            <a:ln w="12700" cap="rnd" cmpd="sng">
              <a:solidFill>
                <a:srgbClr val="000000"/>
              </a:solidFill>
              <a:prstDash val="solid"/>
              <a:round/>
              <a:headEnd type="none" w="sm" len="sm"/>
              <a:tailEnd type="none" w="sm" len="sm"/>
            </a:ln>
            <a:effectLst/>
          </p:spPr>
        </p:sp>
        <p:sp>
          <p:nvSpPr>
            <p:cNvPr id="61608" name=""/>
            <p:cNvSpPr/>
            <p:nvPr/>
          </p:nvSpPr>
          <p:spPr>
            <a:xfrm>
              <a:off x="3151" y="2606"/>
              <a:ext cx="26" cy="21"/>
            </a:xfrm>
            <a:custGeom>
              <a:pathLst>
                <a:path w="26" h="21">
                  <a:moveTo>
                    <a:pt x="0" y="0"/>
                  </a:moveTo>
                  <a:lnTo>
                    <a:pt x="12" y="9"/>
                  </a:lnTo>
                  <a:lnTo>
                    <a:pt x="25" y="20"/>
                  </a:lnTo>
                </a:path>
              </a:pathLst>
            </a:custGeom>
            <a:noFill/>
            <a:ln w="12700" cap="rnd" cmpd="sng">
              <a:solidFill>
                <a:srgbClr val="000000"/>
              </a:solidFill>
              <a:prstDash val="solid"/>
              <a:round/>
              <a:headEnd type="none" w="sm" len="sm"/>
              <a:tailEnd type="none" w="sm" len="sm"/>
            </a:ln>
            <a:effectLst/>
          </p:spPr>
        </p:sp>
        <p:sp>
          <p:nvSpPr>
            <p:cNvPr id="61609" name=""/>
            <p:cNvSpPr/>
            <p:nvPr/>
          </p:nvSpPr>
          <p:spPr>
            <a:xfrm>
              <a:off x="3151" y="2606"/>
              <a:ext cx="26" cy="21"/>
            </a:xfrm>
            <a:custGeom>
              <a:pathLst>
                <a:path w="26" h="21">
                  <a:moveTo>
                    <a:pt x="0" y="0"/>
                  </a:moveTo>
                  <a:lnTo>
                    <a:pt x="12" y="9"/>
                  </a:lnTo>
                  <a:lnTo>
                    <a:pt x="25" y="20"/>
                  </a:lnTo>
                </a:path>
              </a:pathLst>
            </a:custGeom>
            <a:noFill/>
            <a:ln w="12700" cap="rnd" cmpd="sng">
              <a:solidFill>
                <a:srgbClr val="000000"/>
              </a:solidFill>
              <a:prstDash val="solid"/>
              <a:round/>
              <a:headEnd type="none" w="sm" len="sm"/>
              <a:tailEnd type="none" w="sm" len="sm"/>
            </a:ln>
            <a:effectLst/>
          </p:spPr>
        </p:sp>
        <p:sp>
          <p:nvSpPr>
            <p:cNvPr id="61610" name=""/>
            <p:cNvSpPr/>
            <p:nvPr/>
          </p:nvSpPr>
          <p:spPr>
            <a:xfrm>
              <a:off x="3085" y="2683"/>
              <a:ext cx="145" cy="296"/>
            </a:xfrm>
            <a:custGeom>
              <a:pathLst>
                <a:path w="145" h="296">
                  <a:moveTo>
                    <a:pt x="0" y="295"/>
                  </a:moveTo>
                  <a:lnTo>
                    <a:pt x="29" y="290"/>
                  </a:lnTo>
                  <a:lnTo>
                    <a:pt x="54" y="286"/>
                  </a:lnTo>
                  <a:lnTo>
                    <a:pt x="74" y="282"/>
                  </a:lnTo>
                  <a:lnTo>
                    <a:pt x="64" y="212"/>
                  </a:lnTo>
                  <a:lnTo>
                    <a:pt x="50" y="152"/>
                  </a:lnTo>
                  <a:lnTo>
                    <a:pt x="78" y="145"/>
                  </a:lnTo>
                  <a:lnTo>
                    <a:pt x="97" y="139"/>
                  </a:lnTo>
                  <a:lnTo>
                    <a:pt x="124" y="129"/>
                  </a:lnTo>
                  <a:lnTo>
                    <a:pt x="144" y="119"/>
                  </a:lnTo>
                  <a:lnTo>
                    <a:pt x="141" y="111"/>
                  </a:lnTo>
                  <a:lnTo>
                    <a:pt x="124" y="80"/>
                  </a:lnTo>
                  <a:lnTo>
                    <a:pt x="108" y="45"/>
                  </a:lnTo>
                  <a:lnTo>
                    <a:pt x="91" y="21"/>
                  </a:lnTo>
                  <a:lnTo>
                    <a:pt x="83" y="6"/>
                  </a:lnTo>
                  <a:lnTo>
                    <a:pt x="77" y="0"/>
                  </a:lnTo>
                  <a:lnTo>
                    <a:pt x="66" y="5"/>
                  </a:lnTo>
                </a:path>
              </a:pathLst>
            </a:custGeom>
            <a:noFill/>
            <a:ln w="12700" cap="rnd" cmpd="sng">
              <a:solidFill>
                <a:srgbClr val="000000"/>
              </a:solidFill>
              <a:prstDash val="solid"/>
              <a:round/>
              <a:headEnd type="none" w="sm" len="sm"/>
              <a:tailEnd type="none" w="sm" len="sm"/>
            </a:ln>
            <a:effectLst/>
          </p:spPr>
        </p:sp>
        <p:sp>
          <p:nvSpPr>
            <p:cNvPr id="61611" name=""/>
            <p:cNvSpPr/>
            <p:nvPr/>
          </p:nvSpPr>
          <p:spPr>
            <a:xfrm>
              <a:off x="3085" y="2683"/>
              <a:ext cx="145" cy="296"/>
            </a:xfrm>
            <a:custGeom>
              <a:pathLst>
                <a:path w="145" h="296">
                  <a:moveTo>
                    <a:pt x="0" y="295"/>
                  </a:moveTo>
                  <a:lnTo>
                    <a:pt x="29" y="290"/>
                  </a:lnTo>
                  <a:lnTo>
                    <a:pt x="54" y="286"/>
                  </a:lnTo>
                  <a:lnTo>
                    <a:pt x="74" y="282"/>
                  </a:lnTo>
                  <a:lnTo>
                    <a:pt x="64" y="212"/>
                  </a:lnTo>
                  <a:lnTo>
                    <a:pt x="50" y="152"/>
                  </a:lnTo>
                  <a:lnTo>
                    <a:pt x="78" y="145"/>
                  </a:lnTo>
                  <a:lnTo>
                    <a:pt x="97" y="139"/>
                  </a:lnTo>
                  <a:lnTo>
                    <a:pt x="124" y="129"/>
                  </a:lnTo>
                  <a:lnTo>
                    <a:pt x="144" y="119"/>
                  </a:lnTo>
                  <a:lnTo>
                    <a:pt x="141" y="111"/>
                  </a:lnTo>
                  <a:lnTo>
                    <a:pt x="124" y="80"/>
                  </a:lnTo>
                  <a:lnTo>
                    <a:pt x="108" y="45"/>
                  </a:lnTo>
                  <a:lnTo>
                    <a:pt x="91" y="21"/>
                  </a:lnTo>
                  <a:lnTo>
                    <a:pt x="83" y="6"/>
                  </a:lnTo>
                  <a:lnTo>
                    <a:pt x="77" y="0"/>
                  </a:lnTo>
                  <a:lnTo>
                    <a:pt x="66" y="5"/>
                  </a:lnTo>
                </a:path>
              </a:pathLst>
            </a:custGeom>
            <a:noFill/>
            <a:ln w="12700" cap="rnd" cmpd="sng">
              <a:solidFill>
                <a:srgbClr val="000000"/>
              </a:solidFill>
              <a:prstDash val="solid"/>
              <a:round/>
              <a:headEnd type="none" w="sm" len="sm"/>
              <a:tailEnd type="none" w="sm" len="sm"/>
            </a:ln>
            <a:effectLst/>
          </p:spPr>
        </p:sp>
        <p:sp>
          <p:nvSpPr>
            <p:cNvPr id="61612" name=""/>
            <p:cNvSpPr/>
            <p:nvPr/>
          </p:nvSpPr>
          <p:spPr>
            <a:xfrm>
              <a:off x="2985" y="2706"/>
              <a:ext cx="45" cy="65"/>
            </a:xfrm>
            <a:custGeom>
              <a:pathLst>
                <a:path w="45" h="65">
                  <a:moveTo>
                    <a:pt x="44" y="64"/>
                  </a:moveTo>
                  <a:lnTo>
                    <a:pt x="44" y="6"/>
                  </a:lnTo>
                  <a:lnTo>
                    <a:pt x="27" y="5"/>
                  </a:lnTo>
                  <a:lnTo>
                    <a:pt x="11" y="3"/>
                  </a:lnTo>
                  <a:lnTo>
                    <a:pt x="0" y="0"/>
                  </a:lnTo>
                </a:path>
              </a:pathLst>
            </a:custGeom>
            <a:noFill/>
            <a:ln w="12700" cap="rnd" cmpd="sng">
              <a:solidFill>
                <a:srgbClr val="000000"/>
              </a:solidFill>
              <a:prstDash val="solid"/>
              <a:round/>
              <a:headEnd type="none" w="sm" len="sm"/>
              <a:tailEnd type="none" w="sm" len="sm"/>
            </a:ln>
            <a:effectLst/>
          </p:spPr>
        </p:sp>
        <p:sp>
          <p:nvSpPr>
            <p:cNvPr id="61613" name=""/>
            <p:cNvSpPr/>
            <p:nvPr/>
          </p:nvSpPr>
          <p:spPr>
            <a:xfrm>
              <a:off x="2985" y="2706"/>
              <a:ext cx="45" cy="65"/>
            </a:xfrm>
            <a:custGeom>
              <a:pathLst>
                <a:path w="45" h="65">
                  <a:moveTo>
                    <a:pt x="44" y="64"/>
                  </a:moveTo>
                  <a:lnTo>
                    <a:pt x="44" y="6"/>
                  </a:lnTo>
                  <a:lnTo>
                    <a:pt x="27" y="5"/>
                  </a:lnTo>
                  <a:lnTo>
                    <a:pt x="11" y="3"/>
                  </a:lnTo>
                  <a:lnTo>
                    <a:pt x="0" y="0"/>
                  </a:lnTo>
                </a:path>
              </a:pathLst>
            </a:custGeom>
            <a:noFill/>
            <a:ln w="12700" cap="rnd" cmpd="sng">
              <a:solidFill>
                <a:srgbClr val="000000"/>
              </a:solidFill>
              <a:prstDash val="solid"/>
              <a:round/>
              <a:headEnd type="none" w="sm" len="sm"/>
              <a:tailEnd type="none" w="sm" len="sm"/>
            </a:ln>
            <a:effectLst/>
          </p:spPr>
        </p:sp>
        <p:sp>
          <p:nvSpPr>
            <p:cNvPr id="61614" name=""/>
            <p:cNvSpPr/>
            <p:nvPr/>
          </p:nvSpPr>
          <p:spPr>
            <a:xfrm>
              <a:off x="2925" y="2965"/>
              <a:ext cx="41" cy="17"/>
            </a:xfrm>
            <a:custGeom>
              <a:pathLst>
                <a:path w="41" h="17">
                  <a:moveTo>
                    <a:pt x="0" y="0"/>
                  </a:moveTo>
                  <a:lnTo>
                    <a:pt x="24" y="8"/>
                  </a:lnTo>
                  <a:lnTo>
                    <a:pt x="40" y="16"/>
                  </a:lnTo>
                </a:path>
              </a:pathLst>
            </a:custGeom>
            <a:noFill/>
            <a:ln w="12700" cap="rnd" cmpd="sng">
              <a:solidFill>
                <a:srgbClr val="000000"/>
              </a:solidFill>
              <a:prstDash val="solid"/>
              <a:round/>
              <a:headEnd type="none" w="sm" len="sm"/>
              <a:tailEnd type="none" w="sm" len="sm"/>
            </a:ln>
            <a:effectLst/>
          </p:spPr>
        </p:sp>
        <p:sp>
          <p:nvSpPr>
            <p:cNvPr id="61615" name=""/>
            <p:cNvSpPr/>
            <p:nvPr/>
          </p:nvSpPr>
          <p:spPr>
            <a:xfrm>
              <a:off x="2925" y="2965"/>
              <a:ext cx="41" cy="17"/>
            </a:xfrm>
            <a:custGeom>
              <a:pathLst>
                <a:path w="41" h="17">
                  <a:moveTo>
                    <a:pt x="0" y="0"/>
                  </a:moveTo>
                  <a:lnTo>
                    <a:pt x="24" y="8"/>
                  </a:lnTo>
                  <a:lnTo>
                    <a:pt x="40" y="16"/>
                  </a:lnTo>
                </a:path>
              </a:pathLst>
            </a:custGeom>
            <a:noFill/>
            <a:ln w="12700" cap="rnd" cmpd="sng">
              <a:solidFill>
                <a:srgbClr val="000000"/>
              </a:solidFill>
              <a:prstDash val="solid"/>
              <a:round/>
              <a:headEnd type="none" w="sm" len="sm"/>
              <a:tailEnd type="none" w="sm" len="sm"/>
            </a:ln>
            <a:effectLst/>
          </p:spPr>
        </p:sp>
        <p:cxnSp>
          <p:nvCxnSpPr>
            <p:cNvPr id="61616" name=""/>
            <p:cNvCxnSpPr/>
            <p:nvPr/>
          </p:nvCxnSpPr>
          <p:spPr>
            <a:xfrm flipH="1">
              <a:off x="3025" y="2902"/>
              <a:ext cx="0" cy="23"/>
            </a:xfrm>
            <a:prstGeom prst="line">
              <a:avLst/>
            </a:prstGeom>
            <a:noFill/>
            <a:ln w="12700">
              <a:solidFill>
                <a:prstClr val="black"/>
              </a:solidFill>
              <a:miter lim="800000"/>
            </a:ln>
            <a:effectLst/>
          </p:spPr>
        </p:cxnSp>
        <p:cxnSp>
          <p:nvCxnSpPr>
            <p:cNvPr id="61617" name=""/>
            <p:cNvCxnSpPr/>
            <p:nvPr/>
          </p:nvCxnSpPr>
          <p:spPr>
            <a:xfrm flipH="1">
              <a:off x="3025" y="2902"/>
              <a:ext cx="0" cy="23"/>
            </a:xfrm>
            <a:prstGeom prst="line">
              <a:avLst/>
            </a:prstGeom>
            <a:noFill/>
            <a:ln w="12700">
              <a:solidFill>
                <a:prstClr val="black"/>
              </a:solidFill>
              <a:miter lim="800000"/>
            </a:ln>
            <a:effectLst/>
          </p:spPr>
        </p:cxnSp>
        <p:sp>
          <p:nvSpPr>
            <p:cNvPr id="61618" name=""/>
            <p:cNvSpPr/>
            <p:nvPr/>
          </p:nvSpPr>
          <p:spPr>
            <a:xfrm>
              <a:off x="3065" y="2796"/>
              <a:ext cx="71" cy="51"/>
            </a:xfrm>
            <a:custGeom>
              <a:pathLst>
                <a:path w="71" h="51">
                  <a:moveTo>
                    <a:pt x="61" y="0"/>
                  </a:moveTo>
                  <a:lnTo>
                    <a:pt x="65" y="19"/>
                  </a:lnTo>
                  <a:lnTo>
                    <a:pt x="70" y="39"/>
                  </a:lnTo>
                  <a:lnTo>
                    <a:pt x="41" y="45"/>
                  </a:lnTo>
                  <a:lnTo>
                    <a:pt x="17" y="50"/>
                  </a:lnTo>
                  <a:lnTo>
                    <a:pt x="0" y="50"/>
                  </a:lnTo>
                </a:path>
              </a:pathLst>
            </a:custGeom>
            <a:noFill/>
            <a:ln w="12700" cap="rnd" cmpd="sng">
              <a:solidFill>
                <a:srgbClr val="000000"/>
              </a:solidFill>
              <a:prstDash val="solid"/>
              <a:round/>
              <a:headEnd type="none" w="sm" len="sm"/>
              <a:tailEnd type="none" w="sm" len="sm"/>
            </a:ln>
            <a:effectLst/>
          </p:spPr>
        </p:sp>
        <p:sp>
          <p:nvSpPr>
            <p:cNvPr id="61619" name=""/>
            <p:cNvSpPr/>
            <p:nvPr/>
          </p:nvSpPr>
          <p:spPr>
            <a:xfrm>
              <a:off x="3065" y="2796"/>
              <a:ext cx="71" cy="51"/>
            </a:xfrm>
            <a:custGeom>
              <a:pathLst>
                <a:path w="71" h="51">
                  <a:moveTo>
                    <a:pt x="61" y="0"/>
                  </a:moveTo>
                  <a:lnTo>
                    <a:pt x="65" y="19"/>
                  </a:lnTo>
                  <a:lnTo>
                    <a:pt x="70" y="39"/>
                  </a:lnTo>
                  <a:lnTo>
                    <a:pt x="41" y="45"/>
                  </a:lnTo>
                  <a:lnTo>
                    <a:pt x="17" y="50"/>
                  </a:lnTo>
                  <a:lnTo>
                    <a:pt x="0" y="50"/>
                  </a:lnTo>
                </a:path>
              </a:pathLst>
            </a:custGeom>
            <a:noFill/>
            <a:ln w="12700" cap="rnd" cmpd="sng">
              <a:solidFill>
                <a:srgbClr val="000000"/>
              </a:solidFill>
              <a:prstDash val="solid"/>
              <a:round/>
              <a:headEnd type="none" w="sm" len="sm"/>
              <a:tailEnd type="none" w="sm" len="sm"/>
            </a:ln>
            <a:effectLst/>
          </p:spPr>
        </p:sp>
        <p:cxnSp>
          <p:nvCxnSpPr>
            <p:cNvPr id="61620" name=""/>
            <p:cNvCxnSpPr/>
            <p:nvPr/>
          </p:nvCxnSpPr>
          <p:spPr>
            <a:xfrm flipH="1">
              <a:off x="3068" y="2709"/>
              <a:ext cx="15" cy="3"/>
            </a:xfrm>
            <a:prstGeom prst="line">
              <a:avLst/>
            </a:prstGeom>
            <a:noFill/>
            <a:ln w="12700">
              <a:solidFill>
                <a:prstClr val="black"/>
              </a:solidFill>
              <a:miter lim="800000"/>
            </a:ln>
            <a:effectLst/>
          </p:spPr>
        </p:cxnSp>
        <p:cxnSp>
          <p:nvCxnSpPr>
            <p:cNvPr id="61621" name=""/>
            <p:cNvCxnSpPr/>
            <p:nvPr/>
          </p:nvCxnSpPr>
          <p:spPr>
            <a:xfrm flipH="1">
              <a:off x="3068" y="2709"/>
              <a:ext cx="15" cy="3"/>
            </a:xfrm>
            <a:prstGeom prst="line">
              <a:avLst/>
            </a:prstGeom>
            <a:noFill/>
            <a:ln w="12700">
              <a:solidFill>
                <a:prstClr val="black"/>
              </a:solidFill>
              <a:miter lim="800000"/>
            </a:ln>
            <a:effectLst/>
          </p:spPr>
        </p:cxnSp>
        <p:sp>
          <p:nvSpPr>
            <p:cNvPr id="61622" name=""/>
            <p:cNvSpPr/>
            <p:nvPr/>
          </p:nvSpPr>
          <p:spPr>
            <a:xfrm>
              <a:off x="3103" y="2688"/>
              <a:ext cx="49" cy="49"/>
            </a:xfrm>
            <a:custGeom>
              <a:pathLst>
                <a:path w="49" h="49">
                  <a:moveTo>
                    <a:pt x="9" y="48"/>
                  </a:moveTo>
                  <a:lnTo>
                    <a:pt x="6" y="38"/>
                  </a:lnTo>
                  <a:lnTo>
                    <a:pt x="0" y="18"/>
                  </a:lnTo>
                  <a:lnTo>
                    <a:pt x="22" y="11"/>
                  </a:lnTo>
                  <a:lnTo>
                    <a:pt x="38" y="5"/>
                  </a:lnTo>
                  <a:lnTo>
                    <a:pt x="48" y="0"/>
                  </a:lnTo>
                </a:path>
              </a:pathLst>
            </a:custGeom>
            <a:noFill/>
            <a:ln w="12700" cap="rnd" cmpd="sng">
              <a:solidFill>
                <a:srgbClr val="000000"/>
              </a:solidFill>
              <a:prstDash val="solid"/>
              <a:round/>
              <a:headEnd type="none" w="sm" len="sm"/>
              <a:tailEnd type="none" w="sm" len="sm"/>
            </a:ln>
            <a:effectLst/>
          </p:spPr>
        </p:sp>
        <p:sp>
          <p:nvSpPr>
            <p:cNvPr id="61623" name=""/>
            <p:cNvSpPr/>
            <p:nvPr/>
          </p:nvSpPr>
          <p:spPr>
            <a:xfrm>
              <a:off x="3103" y="2688"/>
              <a:ext cx="49" cy="49"/>
            </a:xfrm>
            <a:custGeom>
              <a:pathLst>
                <a:path w="49" h="49">
                  <a:moveTo>
                    <a:pt x="9" y="48"/>
                  </a:moveTo>
                  <a:lnTo>
                    <a:pt x="6" y="38"/>
                  </a:lnTo>
                  <a:lnTo>
                    <a:pt x="0" y="18"/>
                  </a:lnTo>
                  <a:lnTo>
                    <a:pt x="22" y="11"/>
                  </a:lnTo>
                  <a:lnTo>
                    <a:pt x="38" y="5"/>
                  </a:lnTo>
                  <a:lnTo>
                    <a:pt x="48" y="0"/>
                  </a:lnTo>
                </a:path>
              </a:pathLst>
            </a:custGeom>
            <a:noFill/>
            <a:ln w="12700" cap="rnd" cmpd="sng">
              <a:solidFill>
                <a:srgbClr val="000000"/>
              </a:solidFill>
              <a:prstDash val="solid"/>
              <a:round/>
              <a:headEnd type="none" w="sm" len="sm"/>
              <a:tailEnd type="none" w="sm" len="sm"/>
            </a:ln>
            <a:effectLst/>
          </p:spPr>
        </p:sp>
        <p:cxnSp>
          <p:nvCxnSpPr>
            <p:cNvPr id="61624" name=""/>
            <p:cNvCxnSpPr/>
            <p:nvPr/>
          </p:nvCxnSpPr>
          <p:spPr>
            <a:xfrm flipH="1" flipV="1">
              <a:off x="3119" y="2768"/>
              <a:ext cx="6" cy="25"/>
            </a:xfrm>
            <a:prstGeom prst="line">
              <a:avLst/>
            </a:prstGeom>
            <a:noFill/>
            <a:ln w="12700">
              <a:solidFill>
                <a:prstClr val="black"/>
              </a:solidFill>
              <a:miter lim="800000"/>
            </a:ln>
            <a:effectLst/>
          </p:spPr>
        </p:cxnSp>
        <p:cxnSp>
          <p:nvCxnSpPr>
            <p:cNvPr id="61625" name=""/>
            <p:cNvCxnSpPr/>
            <p:nvPr/>
          </p:nvCxnSpPr>
          <p:spPr>
            <a:xfrm flipH="1" flipV="1">
              <a:off x="3119" y="2768"/>
              <a:ext cx="6" cy="25"/>
            </a:xfrm>
            <a:prstGeom prst="line">
              <a:avLst/>
            </a:prstGeom>
            <a:noFill/>
            <a:ln w="12700">
              <a:solidFill>
                <a:prstClr val="black"/>
              </a:solidFill>
              <a:miter lim="800000"/>
            </a:ln>
            <a:effectLst/>
          </p:spPr>
        </p:cxnSp>
        <p:cxnSp>
          <p:nvCxnSpPr>
            <p:cNvPr id="61626" name=""/>
            <p:cNvCxnSpPr/>
            <p:nvPr/>
          </p:nvCxnSpPr>
          <p:spPr>
            <a:xfrm flipH="1">
              <a:off x="2769" y="2508"/>
              <a:ext cx="17" cy="21"/>
            </a:xfrm>
            <a:prstGeom prst="line">
              <a:avLst/>
            </a:prstGeom>
            <a:noFill/>
            <a:ln w="12700">
              <a:solidFill>
                <a:prstClr val="black"/>
              </a:solidFill>
              <a:miter lim="800000"/>
            </a:ln>
            <a:effectLst/>
          </p:spPr>
        </p:cxnSp>
        <p:cxnSp>
          <p:nvCxnSpPr>
            <p:cNvPr id="61627" name=""/>
            <p:cNvCxnSpPr/>
            <p:nvPr/>
          </p:nvCxnSpPr>
          <p:spPr>
            <a:xfrm flipH="1">
              <a:off x="2769" y="2508"/>
              <a:ext cx="17" cy="21"/>
            </a:xfrm>
            <a:prstGeom prst="line">
              <a:avLst/>
            </a:prstGeom>
            <a:noFill/>
            <a:ln w="12700">
              <a:solidFill>
                <a:prstClr val="black"/>
              </a:solidFill>
              <a:miter lim="800000"/>
            </a:ln>
            <a:effectLst/>
          </p:spPr>
        </p:cxnSp>
        <p:sp>
          <p:nvSpPr>
            <p:cNvPr id="61628" name=""/>
            <p:cNvSpPr/>
            <p:nvPr/>
          </p:nvSpPr>
          <p:spPr>
            <a:xfrm>
              <a:off x="2662" y="2596"/>
              <a:ext cx="154" cy="83"/>
            </a:xfrm>
            <a:custGeom>
              <a:pathLst>
                <a:path w="154" h="83">
                  <a:moveTo>
                    <a:pt x="153" y="11"/>
                  </a:moveTo>
                  <a:lnTo>
                    <a:pt x="129" y="27"/>
                  </a:lnTo>
                  <a:lnTo>
                    <a:pt x="109" y="42"/>
                  </a:lnTo>
                  <a:lnTo>
                    <a:pt x="88" y="59"/>
                  </a:lnTo>
                  <a:lnTo>
                    <a:pt x="75" y="72"/>
                  </a:lnTo>
                  <a:lnTo>
                    <a:pt x="72" y="60"/>
                  </a:lnTo>
                  <a:lnTo>
                    <a:pt x="72" y="25"/>
                  </a:lnTo>
                  <a:lnTo>
                    <a:pt x="73" y="10"/>
                  </a:lnTo>
                  <a:lnTo>
                    <a:pt x="75" y="0"/>
                  </a:lnTo>
                  <a:lnTo>
                    <a:pt x="68" y="4"/>
                  </a:lnTo>
                  <a:lnTo>
                    <a:pt x="50" y="18"/>
                  </a:lnTo>
                  <a:lnTo>
                    <a:pt x="40" y="30"/>
                  </a:lnTo>
                  <a:lnTo>
                    <a:pt x="27" y="44"/>
                  </a:lnTo>
                  <a:lnTo>
                    <a:pt x="13" y="61"/>
                  </a:lnTo>
                  <a:lnTo>
                    <a:pt x="0" y="82"/>
                  </a:lnTo>
                </a:path>
              </a:pathLst>
            </a:custGeom>
            <a:noFill/>
            <a:ln w="12700" cap="rnd" cmpd="sng">
              <a:solidFill>
                <a:srgbClr val="000000"/>
              </a:solidFill>
              <a:prstDash val="solid"/>
              <a:round/>
              <a:headEnd type="none" w="sm" len="sm"/>
              <a:tailEnd type="none" w="sm" len="sm"/>
            </a:ln>
            <a:effectLst/>
          </p:spPr>
        </p:sp>
        <p:sp>
          <p:nvSpPr>
            <p:cNvPr id="61629" name=""/>
            <p:cNvSpPr/>
            <p:nvPr/>
          </p:nvSpPr>
          <p:spPr>
            <a:xfrm>
              <a:off x="2662" y="2596"/>
              <a:ext cx="154" cy="83"/>
            </a:xfrm>
            <a:custGeom>
              <a:pathLst>
                <a:path w="154" h="83">
                  <a:moveTo>
                    <a:pt x="153" y="11"/>
                  </a:moveTo>
                  <a:lnTo>
                    <a:pt x="129" y="27"/>
                  </a:lnTo>
                  <a:lnTo>
                    <a:pt x="109" y="42"/>
                  </a:lnTo>
                  <a:lnTo>
                    <a:pt x="88" y="59"/>
                  </a:lnTo>
                  <a:lnTo>
                    <a:pt x="75" y="72"/>
                  </a:lnTo>
                  <a:lnTo>
                    <a:pt x="72" y="60"/>
                  </a:lnTo>
                  <a:lnTo>
                    <a:pt x="72" y="25"/>
                  </a:lnTo>
                  <a:lnTo>
                    <a:pt x="73" y="10"/>
                  </a:lnTo>
                  <a:lnTo>
                    <a:pt x="75" y="0"/>
                  </a:lnTo>
                  <a:lnTo>
                    <a:pt x="68" y="4"/>
                  </a:lnTo>
                  <a:lnTo>
                    <a:pt x="50" y="18"/>
                  </a:lnTo>
                  <a:lnTo>
                    <a:pt x="40" y="30"/>
                  </a:lnTo>
                  <a:lnTo>
                    <a:pt x="27" y="44"/>
                  </a:lnTo>
                  <a:lnTo>
                    <a:pt x="13" y="61"/>
                  </a:lnTo>
                  <a:lnTo>
                    <a:pt x="0" y="82"/>
                  </a:lnTo>
                </a:path>
              </a:pathLst>
            </a:custGeom>
            <a:noFill/>
            <a:ln w="12700" cap="rnd" cmpd="sng">
              <a:solidFill>
                <a:srgbClr val="000000"/>
              </a:solidFill>
              <a:prstDash val="solid"/>
              <a:round/>
              <a:headEnd type="none" w="sm" len="sm"/>
              <a:tailEnd type="none" w="sm" len="sm"/>
            </a:ln>
            <a:effectLst/>
          </p:spPr>
        </p:sp>
        <p:sp>
          <p:nvSpPr>
            <p:cNvPr id="61630" name=""/>
            <p:cNvSpPr/>
            <p:nvPr/>
          </p:nvSpPr>
          <p:spPr>
            <a:xfrm>
              <a:off x="2737" y="2529"/>
              <a:ext cx="104" cy="67"/>
            </a:xfrm>
            <a:custGeom>
              <a:pathLst>
                <a:path w="104" h="67">
                  <a:moveTo>
                    <a:pt x="102" y="56"/>
                  </a:moveTo>
                  <a:lnTo>
                    <a:pt x="101" y="44"/>
                  </a:lnTo>
                  <a:lnTo>
                    <a:pt x="102" y="31"/>
                  </a:lnTo>
                  <a:lnTo>
                    <a:pt x="103" y="19"/>
                  </a:lnTo>
                  <a:lnTo>
                    <a:pt x="86" y="24"/>
                  </a:lnTo>
                  <a:lnTo>
                    <a:pt x="64" y="31"/>
                  </a:lnTo>
                  <a:lnTo>
                    <a:pt x="43" y="40"/>
                  </a:lnTo>
                  <a:lnTo>
                    <a:pt x="22" y="50"/>
                  </a:lnTo>
                  <a:lnTo>
                    <a:pt x="9" y="61"/>
                  </a:lnTo>
                  <a:lnTo>
                    <a:pt x="0" y="66"/>
                  </a:lnTo>
                  <a:lnTo>
                    <a:pt x="3" y="55"/>
                  </a:lnTo>
                  <a:lnTo>
                    <a:pt x="5" y="44"/>
                  </a:lnTo>
                  <a:lnTo>
                    <a:pt x="15" y="26"/>
                  </a:lnTo>
                  <a:lnTo>
                    <a:pt x="24" y="10"/>
                  </a:lnTo>
                  <a:lnTo>
                    <a:pt x="32" y="0"/>
                  </a:lnTo>
                  <a:lnTo>
                    <a:pt x="15" y="10"/>
                  </a:lnTo>
                </a:path>
              </a:pathLst>
            </a:custGeom>
            <a:noFill/>
            <a:ln w="12700" cap="rnd" cmpd="sng">
              <a:solidFill>
                <a:srgbClr val="000000"/>
              </a:solidFill>
              <a:prstDash val="solid"/>
              <a:round/>
              <a:headEnd type="none" w="sm" len="sm"/>
              <a:tailEnd type="none" w="sm" len="sm"/>
            </a:ln>
            <a:effectLst/>
          </p:spPr>
        </p:sp>
        <p:sp>
          <p:nvSpPr>
            <p:cNvPr id="61631" name=""/>
            <p:cNvSpPr/>
            <p:nvPr/>
          </p:nvSpPr>
          <p:spPr>
            <a:xfrm>
              <a:off x="2737" y="2529"/>
              <a:ext cx="104" cy="67"/>
            </a:xfrm>
            <a:custGeom>
              <a:pathLst>
                <a:path w="104" h="67">
                  <a:moveTo>
                    <a:pt x="102" y="56"/>
                  </a:moveTo>
                  <a:lnTo>
                    <a:pt x="101" y="44"/>
                  </a:lnTo>
                  <a:lnTo>
                    <a:pt x="102" y="31"/>
                  </a:lnTo>
                  <a:lnTo>
                    <a:pt x="103" y="19"/>
                  </a:lnTo>
                  <a:lnTo>
                    <a:pt x="86" y="24"/>
                  </a:lnTo>
                  <a:lnTo>
                    <a:pt x="64" y="31"/>
                  </a:lnTo>
                  <a:lnTo>
                    <a:pt x="43" y="40"/>
                  </a:lnTo>
                  <a:lnTo>
                    <a:pt x="22" y="50"/>
                  </a:lnTo>
                  <a:lnTo>
                    <a:pt x="9" y="61"/>
                  </a:lnTo>
                  <a:lnTo>
                    <a:pt x="0" y="66"/>
                  </a:lnTo>
                  <a:lnTo>
                    <a:pt x="3" y="55"/>
                  </a:lnTo>
                  <a:lnTo>
                    <a:pt x="5" y="44"/>
                  </a:lnTo>
                  <a:lnTo>
                    <a:pt x="15" y="26"/>
                  </a:lnTo>
                  <a:lnTo>
                    <a:pt x="24" y="10"/>
                  </a:lnTo>
                  <a:lnTo>
                    <a:pt x="32" y="0"/>
                  </a:lnTo>
                  <a:lnTo>
                    <a:pt x="15" y="10"/>
                  </a:lnTo>
                </a:path>
              </a:pathLst>
            </a:custGeom>
            <a:noFill/>
            <a:ln w="12700" cap="rnd" cmpd="sng">
              <a:solidFill>
                <a:srgbClr val="000000"/>
              </a:solidFill>
              <a:prstDash val="solid"/>
              <a:round/>
              <a:headEnd type="none" w="sm" len="sm"/>
              <a:tailEnd type="none" w="sm" len="sm"/>
            </a:ln>
            <a:effectLst/>
          </p:spPr>
        </p:sp>
        <p:sp>
          <p:nvSpPr>
            <p:cNvPr id="61632" name=""/>
            <p:cNvSpPr/>
            <p:nvPr/>
          </p:nvSpPr>
          <p:spPr>
            <a:xfrm>
              <a:off x="2769" y="2506"/>
              <a:ext cx="66" cy="24"/>
            </a:xfrm>
            <a:custGeom>
              <a:pathLst>
                <a:path w="66" h="24">
                  <a:moveTo>
                    <a:pt x="0" y="23"/>
                  </a:moveTo>
                  <a:lnTo>
                    <a:pt x="23" y="14"/>
                  </a:lnTo>
                  <a:lnTo>
                    <a:pt x="44" y="5"/>
                  </a:lnTo>
                  <a:lnTo>
                    <a:pt x="65" y="0"/>
                  </a:lnTo>
                </a:path>
              </a:pathLst>
            </a:custGeom>
            <a:noFill/>
            <a:ln w="12700" cap="rnd" cmpd="sng">
              <a:solidFill>
                <a:srgbClr val="000000"/>
              </a:solidFill>
              <a:prstDash val="solid"/>
              <a:round/>
              <a:headEnd type="none" w="sm" len="sm"/>
              <a:tailEnd type="none" w="sm" len="sm"/>
            </a:ln>
            <a:effectLst/>
          </p:spPr>
        </p:sp>
        <p:sp>
          <p:nvSpPr>
            <p:cNvPr id="61633" name=""/>
            <p:cNvSpPr/>
            <p:nvPr/>
          </p:nvSpPr>
          <p:spPr>
            <a:xfrm>
              <a:off x="2769" y="2506"/>
              <a:ext cx="66" cy="24"/>
            </a:xfrm>
            <a:custGeom>
              <a:pathLst>
                <a:path w="66" h="24">
                  <a:moveTo>
                    <a:pt x="0" y="23"/>
                  </a:moveTo>
                  <a:lnTo>
                    <a:pt x="23" y="14"/>
                  </a:lnTo>
                  <a:lnTo>
                    <a:pt x="44" y="5"/>
                  </a:lnTo>
                  <a:lnTo>
                    <a:pt x="65" y="0"/>
                  </a:lnTo>
                </a:path>
              </a:pathLst>
            </a:custGeom>
            <a:noFill/>
            <a:ln w="12700" cap="rnd" cmpd="sng">
              <a:solidFill>
                <a:srgbClr val="000000"/>
              </a:solidFill>
              <a:prstDash val="solid"/>
              <a:round/>
              <a:headEnd type="none" w="sm" len="sm"/>
              <a:tailEnd type="none" w="sm" len="sm"/>
            </a:ln>
            <a:effectLst/>
          </p:spPr>
        </p:sp>
        <p:sp>
          <p:nvSpPr>
            <p:cNvPr id="61634" name=""/>
            <p:cNvSpPr/>
            <p:nvPr/>
          </p:nvSpPr>
          <p:spPr>
            <a:xfrm>
              <a:off x="3343" y="2611"/>
              <a:ext cx="21" cy="21"/>
            </a:xfrm>
            <a:custGeom>
              <a:pathLst>
                <a:path w="21" h="21">
                  <a:moveTo>
                    <a:pt x="0" y="0"/>
                  </a:moveTo>
                  <a:lnTo>
                    <a:pt x="10" y="12"/>
                  </a:lnTo>
                  <a:lnTo>
                    <a:pt x="20" y="20"/>
                  </a:lnTo>
                </a:path>
              </a:pathLst>
            </a:custGeom>
            <a:noFill/>
            <a:ln w="12700" cap="rnd" cmpd="sng">
              <a:solidFill>
                <a:srgbClr val="000000"/>
              </a:solidFill>
              <a:prstDash val="solid"/>
              <a:round/>
              <a:headEnd type="none" w="sm" len="sm"/>
              <a:tailEnd type="none" w="sm" len="sm"/>
            </a:ln>
            <a:effectLst/>
          </p:spPr>
        </p:sp>
        <p:sp>
          <p:nvSpPr>
            <p:cNvPr id="61635" name=""/>
            <p:cNvSpPr/>
            <p:nvPr/>
          </p:nvSpPr>
          <p:spPr>
            <a:xfrm>
              <a:off x="3343" y="2611"/>
              <a:ext cx="21" cy="21"/>
            </a:xfrm>
            <a:custGeom>
              <a:pathLst>
                <a:path w="21" h="21">
                  <a:moveTo>
                    <a:pt x="0" y="0"/>
                  </a:moveTo>
                  <a:lnTo>
                    <a:pt x="10" y="12"/>
                  </a:lnTo>
                  <a:lnTo>
                    <a:pt x="20" y="20"/>
                  </a:lnTo>
                </a:path>
              </a:pathLst>
            </a:custGeom>
            <a:noFill/>
            <a:ln w="12700" cap="rnd" cmpd="sng">
              <a:solidFill>
                <a:srgbClr val="000000"/>
              </a:solidFill>
              <a:prstDash val="solid"/>
              <a:round/>
              <a:headEnd type="none" w="sm" len="sm"/>
              <a:tailEnd type="none" w="sm" len="sm"/>
            </a:ln>
            <a:effectLst/>
          </p:spPr>
        </p:sp>
        <p:sp>
          <p:nvSpPr>
            <p:cNvPr id="61636" name=""/>
            <p:cNvSpPr/>
            <p:nvPr/>
          </p:nvSpPr>
          <p:spPr>
            <a:xfrm>
              <a:off x="2970" y="2584"/>
              <a:ext cx="26" cy="35"/>
            </a:xfrm>
            <a:custGeom>
              <a:pathLst>
                <a:path w="26" h="35">
                  <a:moveTo>
                    <a:pt x="0" y="34"/>
                  </a:moveTo>
                  <a:lnTo>
                    <a:pt x="13" y="16"/>
                  </a:lnTo>
                  <a:lnTo>
                    <a:pt x="25" y="0"/>
                  </a:lnTo>
                </a:path>
              </a:pathLst>
            </a:custGeom>
            <a:noFill/>
            <a:ln w="12700" cap="rnd" cmpd="sng">
              <a:solidFill>
                <a:srgbClr val="000000"/>
              </a:solidFill>
              <a:prstDash val="solid"/>
              <a:round/>
              <a:headEnd type="none" w="sm" len="sm"/>
              <a:tailEnd type="none" w="sm" len="sm"/>
            </a:ln>
            <a:effectLst/>
          </p:spPr>
        </p:sp>
        <p:sp>
          <p:nvSpPr>
            <p:cNvPr id="61637" name=""/>
            <p:cNvSpPr/>
            <p:nvPr/>
          </p:nvSpPr>
          <p:spPr>
            <a:xfrm>
              <a:off x="2970" y="2584"/>
              <a:ext cx="26" cy="35"/>
            </a:xfrm>
            <a:custGeom>
              <a:pathLst>
                <a:path w="26" h="35">
                  <a:moveTo>
                    <a:pt x="0" y="34"/>
                  </a:moveTo>
                  <a:lnTo>
                    <a:pt x="13" y="16"/>
                  </a:lnTo>
                  <a:lnTo>
                    <a:pt x="25" y="0"/>
                  </a:lnTo>
                </a:path>
              </a:pathLst>
            </a:custGeom>
            <a:noFill/>
            <a:ln w="12700" cap="rnd" cmpd="sng">
              <a:solidFill>
                <a:srgbClr val="000000"/>
              </a:solidFill>
              <a:prstDash val="solid"/>
              <a:round/>
              <a:headEnd type="none" w="sm" len="sm"/>
              <a:tailEnd type="none" w="sm" len="sm"/>
            </a:ln>
            <a:effectLst/>
          </p:spPr>
        </p:sp>
        <p:sp>
          <p:nvSpPr>
            <p:cNvPr id="61638" name=""/>
            <p:cNvSpPr/>
            <p:nvPr/>
          </p:nvSpPr>
          <p:spPr>
            <a:xfrm>
              <a:off x="2913" y="2567"/>
              <a:ext cx="62" cy="39"/>
            </a:xfrm>
            <a:custGeom>
              <a:pathLst>
                <a:path w="62" h="39">
                  <a:moveTo>
                    <a:pt x="61" y="0"/>
                  </a:moveTo>
                  <a:lnTo>
                    <a:pt x="30" y="17"/>
                  </a:lnTo>
                  <a:lnTo>
                    <a:pt x="0" y="38"/>
                  </a:lnTo>
                </a:path>
              </a:pathLst>
            </a:custGeom>
            <a:noFill/>
            <a:ln w="12700" cap="rnd" cmpd="sng">
              <a:solidFill>
                <a:srgbClr val="000000"/>
              </a:solidFill>
              <a:prstDash val="solid"/>
              <a:round/>
              <a:headEnd type="none" w="sm" len="sm"/>
              <a:tailEnd type="none" w="sm" len="sm"/>
            </a:ln>
            <a:effectLst/>
          </p:spPr>
        </p:sp>
        <p:sp>
          <p:nvSpPr>
            <p:cNvPr id="61639" name=""/>
            <p:cNvSpPr/>
            <p:nvPr/>
          </p:nvSpPr>
          <p:spPr>
            <a:xfrm>
              <a:off x="2913" y="2567"/>
              <a:ext cx="62" cy="39"/>
            </a:xfrm>
            <a:custGeom>
              <a:pathLst>
                <a:path w="62" h="39">
                  <a:moveTo>
                    <a:pt x="61" y="0"/>
                  </a:moveTo>
                  <a:lnTo>
                    <a:pt x="30" y="17"/>
                  </a:lnTo>
                  <a:lnTo>
                    <a:pt x="0" y="38"/>
                  </a:lnTo>
                </a:path>
              </a:pathLst>
            </a:custGeom>
            <a:noFill/>
            <a:ln w="12700" cap="rnd" cmpd="sng">
              <a:solidFill>
                <a:srgbClr val="000000"/>
              </a:solidFill>
              <a:prstDash val="solid"/>
              <a:round/>
              <a:headEnd type="none" w="sm" len="sm"/>
              <a:tailEnd type="none" w="sm" len="sm"/>
            </a:ln>
            <a:effectLst/>
          </p:spPr>
        </p:sp>
        <p:sp>
          <p:nvSpPr>
            <p:cNvPr id="61640" name=""/>
            <p:cNvSpPr/>
            <p:nvPr/>
          </p:nvSpPr>
          <p:spPr>
            <a:xfrm>
              <a:off x="2906" y="2551"/>
              <a:ext cx="61" cy="18"/>
            </a:xfrm>
            <a:custGeom>
              <a:pathLst>
                <a:path w="61" h="18">
                  <a:moveTo>
                    <a:pt x="0" y="17"/>
                  </a:moveTo>
                  <a:lnTo>
                    <a:pt x="30" y="8"/>
                  </a:lnTo>
                  <a:lnTo>
                    <a:pt x="60" y="0"/>
                  </a:lnTo>
                </a:path>
              </a:pathLst>
            </a:custGeom>
            <a:noFill/>
            <a:ln w="12700" cap="rnd" cmpd="sng">
              <a:solidFill>
                <a:srgbClr val="000000"/>
              </a:solidFill>
              <a:prstDash val="solid"/>
              <a:round/>
              <a:headEnd type="none" w="sm" len="sm"/>
              <a:tailEnd type="none" w="sm" len="sm"/>
            </a:ln>
            <a:effectLst/>
          </p:spPr>
        </p:sp>
        <p:sp>
          <p:nvSpPr>
            <p:cNvPr id="61641" name=""/>
            <p:cNvSpPr/>
            <p:nvPr/>
          </p:nvSpPr>
          <p:spPr>
            <a:xfrm>
              <a:off x="2906" y="2551"/>
              <a:ext cx="61" cy="18"/>
            </a:xfrm>
            <a:custGeom>
              <a:pathLst>
                <a:path w="61" h="18">
                  <a:moveTo>
                    <a:pt x="0" y="17"/>
                  </a:moveTo>
                  <a:lnTo>
                    <a:pt x="30" y="8"/>
                  </a:lnTo>
                  <a:lnTo>
                    <a:pt x="60" y="0"/>
                  </a:lnTo>
                </a:path>
              </a:pathLst>
            </a:custGeom>
            <a:noFill/>
            <a:ln w="12700" cap="rnd" cmpd="sng">
              <a:solidFill>
                <a:srgbClr val="000000"/>
              </a:solidFill>
              <a:prstDash val="solid"/>
              <a:round/>
              <a:headEnd type="none" w="sm" len="sm"/>
              <a:tailEnd type="none" w="sm" len="sm"/>
            </a:ln>
            <a:effectLst/>
          </p:spPr>
        </p:sp>
        <p:sp>
          <p:nvSpPr>
            <p:cNvPr id="61642" name=""/>
            <p:cNvSpPr/>
            <p:nvPr/>
          </p:nvSpPr>
          <p:spPr>
            <a:xfrm>
              <a:off x="2840" y="2522"/>
              <a:ext cx="31" cy="27"/>
            </a:xfrm>
            <a:custGeom>
              <a:pathLst>
                <a:path w="31" h="27">
                  <a:moveTo>
                    <a:pt x="30" y="18"/>
                  </a:moveTo>
                  <a:lnTo>
                    <a:pt x="17" y="23"/>
                  </a:lnTo>
                  <a:lnTo>
                    <a:pt x="0" y="26"/>
                  </a:lnTo>
                  <a:lnTo>
                    <a:pt x="4" y="19"/>
                  </a:lnTo>
                  <a:lnTo>
                    <a:pt x="9" y="9"/>
                  </a:lnTo>
                  <a:lnTo>
                    <a:pt x="13" y="0"/>
                  </a:lnTo>
                </a:path>
              </a:pathLst>
            </a:custGeom>
            <a:noFill/>
            <a:ln w="12700" cap="rnd" cmpd="sng">
              <a:solidFill>
                <a:srgbClr val="000000"/>
              </a:solidFill>
              <a:prstDash val="solid"/>
              <a:round/>
              <a:headEnd type="none" w="sm" len="sm"/>
              <a:tailEnd type="none" w="sm" len="sm"/>
            </a:ln>
            <a:effectLst/>
          </p:spPr>
        </p:sp>
        <p:sp>
          <p:nvSpPr>
            <p:cNvPr id="61643" name=""/>
            <p:cNvSpPr/>
            <p:nvPr/>
          </p:nvSpPr>
          <p:spPr>
            <a:xfrm>
              <a:off x="2840" y="2522"/>
              <a:ext cx="31" cy="27"/>
            </a:xfrm>
            <a:custGeom>
              <a:pathLst>
                <a:path w="31" h="27">
                  <a:moveTo>
                    <a:pt x="30" y="18"/>
                  </a:moveTo>
                  <a:lnTo>
                    <a:pt x="17" y="23"/>
                  </a:lnTo>
                  <a:lnTo>
                    <a:pt x="0" y="26"/>
                  </a:lnTo>
                  <a:lnTo>
                    <a:pt x="4" y="19"/>
                  </a:lnTo>
                  <a:lnTo>
                    <a:pt x="9" y="9"/>
                  </a:lnTo>
                  <a:lnTo>
                    <a:pt x="13" y="0"/>
                  </a:lnTo>
                </a:path>
              </a:pathLst>
            </a:custGeom>
            <a:noFill/>
            <a:ln w="12700" cap="rnd" cmpd="sng">
              <a:solidFill>
                <a:srgbClr val="000000"/>
              </a:solidFill>
              <a:prstDash val="solid"/>
              <a:round/>
              <a:headEnd type="none" w="sm" len="sm"/>
              <a:tailEnd type="none" w="sm" len="sm"/>
            </a:ln>
            <a:effectLst/>
          </p:spPr>
        </p:sp>
        <p:sp>
          <p:nvSpPr>
            <p:cNvPr id="61644" name=""/>
            <p:cNvSpPr/>
            <p:nvPr/>
          </p:nvSpPr>
          <p:spPr>
            <a:xfrm>
              <a:off x="2891" y="2532"/>
              <a:ext cx="78" cy="17"/>
            </a:xfrm>
            <a:custGeom>
              <a:pathLst>
                <a:path w="78" h="17">
                  <a:moveTo>
                    <a:pt x="77" y="0"/>
                  </a:moveTo>
                  <a:lnTo>
                    <a:pt x="37" y="5"/>
                  </a:lnTo>
                  <a:lnTo>
                    <a:pt x="0" y="16"/>
                  </a:lnTo>
                </a:path>
              </a:pathLst>
            </a:custGeom>
            <a:noFill/>
            <a:ln w="12700" cap="rnd" cmpd="sng">
              <a:solidFill>
                <a:srgbClr val="000000"/>
              </a:solidFill>
              <a:prstDash val="solid"/>
              <a:round/>
              <a:headEnd type="none" w="sm" len="sm"/>
              <a:tailEnd type="none" w="sm" len="sm"/>
            </a:ln>
            <a:effectLst/>
          </p:spPr>
        </p:sp>
        <p:sp>
          <p:nvSpPr>
            <p:cNvPr id="61645" name=""/>
            <p:cNvSpPr/>
            <p:nvPr/>
          </p:nvSpPr>
          <p:spPr>
            <a:xfrm>
              <a:off x="2891" y="2532"/>
              <a:ext cx="78" cy="17"/>
            </a:xfrm>
            <a:custGeom>
              <a:pathLst>
                <a:path w="78" h="17">
                  <a:moveTo>
                    <a:pt x="77" y="0"/>
                  </a:moveTo>
                  <a:lnTo>
                    <a:pt x="37" y="5"/>
                  </a:lnTo>
                  <a:lnTo>
                    <a:pt x="0" y="16"/>
                  </a:lnTo>
                </a:path>
              </a:pathLst>
            </a:custGeom>
            <a:noFill/>
            <a:ln w="12700" cap="rnd" cmpd="sng">
              <a:solidFill>
                <a:srgbClr val="000000"/>
              </a:solidFill>
              <a:prstDash val="solid"/>
              <a:round/>
              <a:headEnd type="none" w="sm" len="sm"/>
              <a:tailEnd type="none" w="sm" len="sm"/>
            </a:ln>
            <a:effectLst/>
          </p:spPr>
        </p:sp>
        <p:sp>
          <p:nvSpPr>
            <p:cNvPr id="61646" name=""/>
            <p:cNvSpPr/>
            <p:nvPr/>
          </p:nvSpPr>
          <p:spPr>
            <a:xfrm>
              <a:off x="2923" y="2506"/>
              <a:ext cx="53" cy="17"/>
            </a:xfrm>
            <a:custGeom>
              <a:pathLst>
                <a:path w="53" h="17">
                  <a:moveTo>
                    <a:pt x="52" y="16"/>
                  </a:moveTo>
                  <a:lnTo>
                    <a:pt x="23" y="7"/>
                  </a:lnTo>
                  <a:lnTo>
                    <a:pt x="0" y="0"/>
                  </a:lnTo>
                </a:path>
              </a:pathLst>
            </a:custGeom>
            <a:noFill/>
            <a:ln w="12700" cap="rnd" cmpd="sng">
              <a:solidFill>
                <a:srgbClr val="000000"/>
              </a:solidFill>
              <a:prstDash val="solid"/>
              <a:round/>
              <a:headEnd type="none" w="sm" len="sm"/>
              <a:tailEnd type="none" w="sm" len="sm"/>
            </a:ln>
            <a:effectLst/>
          </p:spPr>
        </p:sp>
        <p:sp>
          <p:nvSpPr>
            <p:cNvPr id="61647" name=""/>
            <p:cNvSpPr/>
            <p:nvPr/>
          </p:nvSpPr>
          <p:spPr>
            <a:xfrm>
              <a:off x="2923" y="2506"/>
              <a:ext cx="53" cy="17"/>
            </a:xfrm>
            <a:custGeom>
              <a:pathLst>
                <a:path w="53" h="17">
                  <a:moveTo>
                    <a:pt x="52" y="16"/>
                  </a:moveTo>
                  <a:lnTo>
                    <a:pt x="23" y="7"/>
                  </a:lnTo>
                  <a:lnTo>
                    <a:pt x="0" y="0"/>
                  </a:lnTo>
                </a:path>
              </a:pathLst>
            </a:custGeom>
            <a:noFill/>
            <a:ln w="12700" cap="rnd" cmpd="sng">
              <a:solidFill>
                <a:srgbClr val="000000"/>
              </a:solidFill>
              <a:prstDash val="solid"/>
              <a:round/>
              <a:headEnd type="none" w="sm" len="sm"/>
              <a:tailEnd type="none" w="sm" len="sm"/>
            </a:ln>
            <a:effectLst/>
          </p:spPr>
        </p:sp>
        <p:sp>
          <p:nvSpPr>
            <p:cNvPr id="61648" name=""/>
            <p:cNvSpPr/>
            <p:nvPr/>
          </p:nvSpPr>
          <p:spPr>
            <a:xfrm>
              <a:off x="2963" y="2487"/>
              <a:ext cx="29" cy="18"/>
            </a:xfrm>
            <a:custGeom>
              <a:pathLst>
                <a:path w="29" h="18">
                  <a:moveTo>
                    <a:pt x="0" y="0"/>
                  </a:moveTo>
                  <a:lnTo>
                    <a:pt x="12" y="8"/>
                  </a:lnTo>
                  <a:lnTo>
                    <a:pt x="28" y="17"/>
                  </a:lnTo>
                </a:path>
              </a:pathLst>
            </a:custGeom>
            <a:noFill/>
            <a:ln w="12700" cap="rnd" cmpd="sng">
              <a:solidFill>
                <a:srgbClr val="000000"/>
              </a:solidFill>
              <a:prstDash val="solid"/>
              <a:round/>
              <a:headEnd type="none" w="sm" len="sm"/>
              <a:tailEnd type="none" w="sm" len="sm"/>
            </a:ln>
            <a:effectLst/>
          </p:spPr>
        </p:sp>
        <p:sp>
          <p:nvSpPr>
            <p:cNvPr id="61649" name=""/>
            <p:cNvSpPr/>
            <p:nvPr/>
          </p:nvSpPr>
          <p:spPr>
            <a:xfrm>
              <a:off x="2963" y="2487"/>
              <a:ext cx="29" cy="18"/>
            </a:xfrm>
            <a:custGeom>
              <a:pathLst>
                <a:path w="29" h="18">
                  <a:moveTo>
                    <a:pt x="0" y="0"/>
                  </a:moveTo>
                  <a:lnTo>
                    <a:pt x="12" y="8"/>
                  </a:lnTo>
                  <a:lnTo>
                    <a:pt x="28" y="17"/>
                  </a:lnTo>
                </a:path>
              </a:pathLst>
            </a:custGeom>
            <a:noFill/>
            <a:ln w="12700" cap="rnd" cmpd="sng">
              <a:solidFill>
                <a:srgbClr val="000000"/>
              </a:solidFill>
              <a:prstDash val="solid"/>
              <a:round/>
              <a:headEnd type="none" w="sm" len="sm"/>
              <a:tailEnd type="none" w="sm" len="sm"/>
            </a:ln>
            <a:effectLst/>
          </p:spPr>
        </p:sp>
        <p:sp>
          <p:nvSpPr>
            <p:cNvPr id="61650" name=""/>
            <p:cNvSpPr/>
            <p:nvPr/>
          </p:nvSpPr>
          <p:spPr>
            <a:xfrm>
              <a:off x="3029" y="2650"/>
              <a:ext cx="21" cy="63"/>
            </a:xfrm>
            <a:custGeom>
              <a:pathLst>
                <a:path w="21" h="63">
                  <a:moveTo>
                    <a:pt x="2" y="0"/>
                  </a:moveTo>
                  <a:lnTo>
                    <a:pt x="2" y="32"/>
                  </a:lnTo>
                  <a:lnTo>
                    <a:pt x="0" y="62"/>
                  </a:lnTo>
                  <a:lnTo>
                    <a:pt x="20" y="62"/>
                  </a:lnTo>
                </a:path>
              </a:pathLst>
            </a:custGeom>
            <a:noFill/>
            <a:ln w="12700" cap="rnd" cmpd="sng">
              <a:solidFill>
                <a:srgbClr val="000000"/>
              </a:solidFill>
              <a:prstDash val="solid"/>
              <a:round/>
              <a:headEnd type="none" w="sm" len="sm"/>
              <a:tailEnd type="none" w="sm" len="sm"/>
            </a:ln>
            <a:effectLst/>
          </p:spPr>
        </p:sp>
        <p:sp>
          <p:nvSpPr>
            <p:cNvPr id="61651" name=""/>
            <p:cNvSpPr/>
            <p:nvPr/>
          </p:nvSpPr>
          <p:spPr>
            <a:xfrm>
              <a:off x="3029" y="2650"/>
              <a:ext cx="21" cy="63"/>
            </a:xfrm>
            <a:custGeom>
              <a:pathLst>
                <a:path w="21" h="63">
                  <a:moveTo>
                    <a:pt x="2" y="0"/>
                  </a:moveTo>
                  <a:lnTo>
                    <a:pt x="2" y="32"/>
                  </a:lnTo>
                  <a:lnTo>
                    <a:pt x="0" y="62"/>
                  </a:lnTo>
                  <a:lnTo>
                    <a:pt x="20" y="62"/>
                  </a:lnTo>
                </a:path>
              </a:pathLst>
            </a:custGeom>
            <a:noFill/>
            <a:ln w="12700" cap="rnd" cmpd="sng">
              <a:solidFill>
                <a:srgbClr val="000000"/>
              </a:solidFill>
              <a:prstDash val="solid"/>
              <a:round/>
              <a:headEnd type="none" w="sm" len="sm"/>
              <a:tailEnd type="none" w="sm" len="sm"/>
            </a:ln>
            <a:effectLst/>
          </p:spPr>
        </p:sp>
        <p:cxnSp>
          <p:nvCxnSpPr>
            <p:cNvPr id="61652" name=""/>
            <p:cNvCxnSpPr/>
            <p:nvPr/>
          </p:nvCxnSpPr>
          <p:spPr>
            <a:xfrm flipH="1">
              <a:off x="3031" y="2611"/>
              <a:ext cx="0" cy="19"/>
            </a:xfrm>
            <a:prstGeom prst="line">
              <a:avLst/>
            </a:prstGeom>
            <a:noFill/>
            <a:ln w="12700">
              <a:solidFill>
                <a:prstClr val="black"/>
              </a:solidFill>
              <a:miter lim="800000"/>
            </a:ln>
            <a:effectLst/>
          </p:spPr>
        </p:cxnSp>
        <p:cxnSp>
          <p:nvCxnSpPr>
            <p:cNvPr id="61653" name=""/>
            <p:cNvCxnSpPr/>
            <p:nvPr/>
          </p:nvCxnSpPr>
          <p:spPr>
            <a:xfrm flipH="1">
              <a:off x="3031" y="2611"/>
              <a:ext cx="0" cy="19"/>
            </a:xfrm>
            <a:prstGeom prst="line">
              <a:avLst/>
            </a:prstGeom>
            <a:noFill/>
            <a:ln w="12700">
              <a:solidFill>
                <a:prstClr val="black"/>
              </a:solidFill>
              <a:miter lim="800000"/>
            </a:ln>
            <a:effectLst/>
          </p:spPr>
        </p:cxnSp>
        <p:cxnSp>
          <p:nvCxnSpPr>
            <p:cNvPr id="61654" name=""/>
            <p:cNvCxnSpPr/>
            <p:nvPr/>
          </p:nvCxnSpPr>
          <p:spPr>
            <a:xfrm>
              <a:off x="3035" y="2481"/>
              <a:ext cx="1" cy="13"/>
            </a:xfrm>
            <a:prstGeom prst="line">
              <a:avLst/>
            </a:prstGeom>
            <a:noFill/>
            <a:ln w="12700">
              <a:solidFill>
                <a:prstClr val="black"/>
              </a:solidFill>
              <a:miter lim="800000"/>
            </a:ln>
            <a:effectLst/>
          </p:spPr>
        </p:cxnSp>
        <p:cxnSp>
          <p:nvCxnSpPr>
            <p:cNvPr id="61655" name=""/>
            <p:cNvCxnSpPr/>
            <p:nvPr/>
          </p:nvCxnSpPr>
          <p:spPr>
            <a:xfrm>
              <a:off x="3035" y="2481"/>
              <a:ext cx="1" cy="13"/>
            </a:xfrm>
            <a:prstGeom prst="line">
              <a:avLst/>
            </a:prstGeom>
            <a:noFill/>
            <a:ln w="12700">
              <a:solidFill>
                <a:prstClr val="black"/>
              </a:solidFill>
              <a:miter lim="800000"/>
            </a:ln>
            <a:effectLst/>
          </p:spPr>
        </p:cxnSp>
        <p:sp>
          <p:nvSpPr>
            <p:cNvPr id="61656" name=""/>
            <p:cNvSpPr/>
            <p:nvPr/>
          </p:nvSpPr>
          <p:spPr>
            <a:xfrm>
              <a:off x="2989" y="2474"/>
              <a:ext cx="26" cy="23"/>
            </a:xfrm>
            <a:custGeom>
              <a:pathLst>
                <a:path w="26" h="23">
                  <a:moveTo>
                    <a:pt x="25" y="22"/>
                  </a:moveTo>
                  <a:lnTo>
                    <a:pt x="16" y="13"/>
                  </a:lnTo>
                  <a:lnTo>
                    <a:pt x="6" y="4"/>
                  </a:lnTo>
                  <a:lnTo>
                    <a:pt x="0" y="0"/>
                  </a:lnTo>
                </a:path>
              </a:pathLst>
            </a:custGeom>
            <a:noFill/>
            <a:ln w="12700" cap="rnd" cmpd="sng">
              <a:solidFill>
                <a:srgbClr val="000000"/>
              </a:solidFill>
              <a:prstDash val="solid"/>
              <a:round/>
              <a:headEnd type="none" w="sm" len="sm"/>
              <a:tailEnd type="none" w="sm" len="sm"/>
            </a:ln>
            <a:effectLst/>
          </p:spPr>
        </p:sp>
        <p:sp>
          <p:nvSpPr>
            <p:cNvPr id="61657" name=""/>
            <p:cNvSpPr/>
            <p:nvPr/>
          </p:nvSpPr>
          <p:spPr>
            <a:xfrm>
              <a:off x="2989" y="2474"/>
              <a:ext cx="26" cy="23"/>
            </a:xfrm>
            <a:custGeom>
              <a:pathLst>
                <a:path w="26" h="23">
                  <a:moveTo>
                    <a:pt x="25" y="22"/>
                  </a:moveTo>
                  <a:lnTo>
                    <a:pt x="16" y="13"/>
                  </a:lnTo>
                  <a:lnTo>
                    <a:pt x="6" y="4"/>
                  </a:lnTo>
                  <a:lnTo>
                    <a:pt x="0" y="0"/>
                  </a:lnTo>
                </a:path>
              </a:pathLst>
            </a:custGeom>
            <a:noFill/>
            <a:ln w="12700" cap="rnd" cmpd="sng">
              <a:solidFill>
                <a:srgbClr val="000000"/>
              </a:solidFill>
              <a:prstDash val="solid"/>
              <a:round/>
              <a:headEnd type="none" w="sm" len="sm"/>
              <a:tailEnd type="none" w="sm" len="sm"/>
            </a:ln>
            <a:effectLst/>
          </p:spPr>
        </p:sp>
        <p:sp>
          <p:nvSpPr>
            <p:cNvPr id="61658" name=""/>
            <p:cNvSpPr/>
            <p:nvPr/>
          </p:nvSpPr>
          <p:spPr>
            <a:xfrm>
              <a:off x="3079" y="2482"/>
              <a:ext cx="47" cy="23"/>
            </a:xfrm>
            <a:custGeom>
              <a:pathLst>
                <a:path w="47" h="23">
                  <a:moveTo>
                    <a:pt x="0" y="22"/>
                  </a:moveTo>
                  <a:lnTo>
                    <a:pt x="32" y="7"/>
                  </a:lnTo>
                  <a:lnTo>
                    <a:pt x="46" y="0"/>
                  </a:lnTo>
                </a:path>
              </a:pathLst>
            </a:custGeom>
            <a:noFill/>
            <a:ln w="12700" cap="rnd" cmpd="sng">
              <a:solidFill>
                <a:srgbClr val="000000"/>
              </a:solidFill>
              <a:prstDash val="solid"/>
              <a:round/>
              <a:headEnd type="none" w="sm" len="sm"/>
              <a:tailEnd type="none" w="sm" len="sm"/>
            </a:ln>
            <a:effectLst/>
          </p:spPr>
        </p:sp>
        <p:sp>
          <p:nvSpPr>
            <p:cNvPr id="61659" name=""/>
            <p:cNvSpPr/>
            <p:nvPr/>
          </p:nvSpPr>
          <p:spPr>
            <a:xfrm>
              <a:off x="3079" y="2482"/>
              <a:ext cx="47" cy="23"/>
            </a:xfrm>
            <a:custGeom>
              <a:pathLst>
                <a:path w="47" h="23">
                  <a:moveTo>
                    <a:pt x="0" y="22"/>
                  </a:moveTo>
                  <a:lnTo>
                    <a:pt x="32" y="7"/>
                  </a:lnTo>
                  <a:lnTo>
                    <a:pt x="46" y="0"/>
                  </a:lnTo>
                </a:path>
              </a:pathLst>
            </a:custGeom>
            <a:noFill/>
            <a:ln w="12700" cap="rnd" cmpd="sng">
              <a:solidFill>
                <a:srgbClr val="000000"/>
              </a:solidFill>
              <a:prstDash val="solid"/>
              <a:round/>
              <a:headEnd type="none" w="sm" len="sm"/>
              <a:tailEnd type="none" w="sm" len="sm"/>
            </a:ln>
            <a:effectLst/>
          </p:spPr>
        </p:sp>
        <p:sp>
          <p:nvSpPr>
            <p:cNvPr id="61660" name=""/>
            <p:cNvSpPr/>
            <p:nvPr/>
          </p:nvSpPr>
          <p:spPr>
            <a:xfrm>
              <a:off x="3060" y="2477"/>
              <a:ext cx="21" cy="22"/>
            </a:xfrm>
            <a:custGeom>
              <a:pathLst>
                <a:path w="21" h="22">
                  <a:moveTo>
                    <a:pt x="20" y="0"/>
                  </a:moveTo>
                  <a:lnTo>
                    <a:pt x="12" y="5"/>
                  </a:lnTo>
                  <a:lnTo>
                    <a:pt x="7" y="12"/>
                  </a:lnTo>
                  <a:lnTo>
                    <a:pt x="0" y="21"/>
                  </a:lnTo>
                </a:path>
              </a:pathLst>
            </a:custGeom>
            <a:noFill/>
            <a:ln w="12700" cap="rnd" cmpd="sng">
              <a:solidFill>
                <a:srgbClr val="000000"/>
              </a:solidFill>
              <a:prstDash val="solid"/>
              <a:round/>
              <a:headEnd type="none" w="sm" len="sm"/>
              <a:tailEnd type="none" w="sm" len="sm"/>
            </a:ln>
            <a:effectLst/>
          </p:spPr>
        </p:sp>
        <p:sp>
          <p:nvSpPr>
            <p:cNvPr id="61661" name=""/>
            <p:cNvSpPr/>
            <p:nvPr/>
          </p:nvSpPr>
          <p:spPr>
            <a:xfrm>
              <a:off x="3060" y="2477"/>
              <a:ext cx="21" cy="22"/>
            </a:xfrm>
            <a:custGeom>
              <a:pathLst>
                <a:path w="21" h="22">
                  <a:moveTo>
                    <a:pt x="20" y="0"/>
                  </a:moveTo>
                  <a:lnTo>
                    <a:pt x="12" y="5"/>
                  </a:lnTo>
                  <a:lnTo>
                    <a:pt x="7" y="12"/>
                  </a:lnTo>
                  <a:lnTo>
                    <a:pt x="0" y="21"/>
                  </a:lnTo>
                </a:path>
              </a:pathLst>
            </a:custGeom>
            <a:noFill/>
            <a:ln w="12700" cap="rnd" cmpd="sng">
              <a:solidFill>
                <a:srgbClr val="000000"/>
              </a:solidFill>
              <a:prstDash val="solid"/>
              <a:round/>
              <a:headEnd type="none" w="sm" len="sm"/>
              <a:tailEnd type="none" w="sm" len="sm"/>
            </a:ln>
            <a:effectLst/>
          </p:spPr>
        </p:sp>
        <p:sp>
          <p:nvSpPr>
            <p:cNvPr id="61662" name=""/>
            <p:cNvSpPr/>
            <p:nvPr/>
          </p:nvSpPr>
          <p:spPr>
            <a:xfrm>
              <a:off x="3098" y="2511"/>
              <a:ext cx="69" cy="17"/>
            </a:xfrm>
            <a:custGeom>
              <a:pathLst>
                <a:path w="69" h="17">
                  <a:moveTo>
                    <a:pt x="68" y="0"/>
                  </a:moveTo>
                  <a:lnTo>
                    <a:pt x="32" y="6"/>
                  </a:lnTo>
                  <a:lnTo>
                    <a:pt x="0" y="16"/>
                  </a:lnTo>
                </a:path>
              </a:pathLst>
            </a:custGeom>
            <a:noFill/>
            <a:ln w="12700" cap="rnd" cmpd="sng">
              <a:solidFill>
                <a:srgbClr val="000000"/>
              </a:solidFill>
              <a:prstDash val="solid"/>
              <a:round/>
              <a:headEnd type="none" w="sm" len="sm"/>
              <a:tailEnd type="none" w="sm" len="sm"/>
            </a:ln>
            <a:effectLst/>
          </p:spPr>
        </p:sp>
        <p:sp>
          <p:nvSpPr>
            <p:cNvPr id="61663" name=""/>
            <p:cNvSpPr/>
            <p:nvPr/>
          </p:nvSpPr>
          <p:spPr>
            <a:xfrm>
              <a:off x="3098" y="2511"/>
              <a:ext cx="69" cy="17"/>
            </a:xfrm>
            <a:custGeom>
              <a:pathLst>
                <a:path w="69" h="17">
                  <a:moveTo>
                    <a:pt x="68" y="0"/>
                  </a:moveTo>
                  <a:lnTo>
                    <a:pt x="32" y="6"/>
                  </a:lnTo>
                  <a:lnTo>
                    <a:pt x="0" y="16"/>
                  </a:lnTo>
                </a:path>
              </a:pathLst>
            </a:custGeom>
            <a:noFill/>
            <a:ln w="12700" cap="rnd" cmpd="sng">
              <a:solidFill>
                <a:srgbClr val="000000"/>
              </a:solidFill>
              <a:prstDash val="solid"/>
              <a:round/>
              <a:headEnd type="none" w="sm" len="sm"/>
              <a:tailEnd type="none" w="sm" len="sm"/>
            </a:ln>
            <a:effectLst/>
          </p:spPr>
        </p:sp>
        <p:cxnSp>
          <p:nvCxnSpPr>
            <p:cNvPr id="61664" name=""/>
            <p:cNvCxnSpPr/>
            <p:nvPr/>
          </p:nvCxnSpPr>
          <p:spPr>
            <a:xfrm>
              <a:off x="3103" y="2536"/>
              <a:ext cx="30" cy="2"/>
            </a:xfrm>
            <a:prstGeom prst="line">
              <a:avLst/>
            </a:prstGeom>
            <a:noFill/>
            <a:ln w="12700">
              <a:solidFill>
                <a:prstClr val="black"/>
              </a:solidFill>
              <a:miter lim="800000"/>
            </a:ln>
            <a:effectLst/>
          </p:spPr>
        </p:cxnSp>
        <p:cxnSp>
          <p:nvCxnSpPr>
            <p:cNvPr id="61665" name=""/>
            <p:cNvCxnSpPr/>
            <p:nvPr/>
          </p:nvCxnSpPr>
          <p:spPr>
            <a:xfrm>
              <a:off x="3103" y="2536"/>
              <a:ext cx="30" cy="2"/>
            </a:xfrm>
            <a:prstGeom prst="line">
              <a:avLst/>
            </a:prstGeom>
            <a:noFill/>
            <a:ln w="12700">
              <a:solidFill>
                <a:prstClr val="black"/>
              </a:solidFill>
              <a:miter lim="800000"/>
            </a:ln>
            <a:effectLst/>
          </p:spPr>
        </p:cxnSp>
        <p:sp>
          <p:nvSpPr>
            <p:cNvPr id="61666" name=""/>
            <p:cNvSpPr/>
            <p:nvPr/>
          </p:nvSpPr>
          <p:spPr>
            <a:xfrm>
              <a:off x="3133" y="2538"/>
              <a:ext cx="42" cy="17"/>
            </a:xfrm>
            <a:custGeom>
              <a:pathLst>
                <a:path w="42" h="17">
                  <a:moveTo>
                    <a:pt x="0" y="0"/>
                  </a:moveTo>
                  <a:lnTo>
                    <a:pt x="22" y="8"/>
                  </a:lnTo>
                  <a:lnTo>
                    <a:pt x="41" y="16"/>
                  </a:lnTo>
                </a:path>
              </a:pathLst>
            </a:custGeom>
            <a:noFill/>
            <a:ln w="12700" cap="rnd" cmpd="sng">
              <a:solidFill>
                <a:srgbClr val="000000"/>
              </a:solidFill>
              <a:prstDash val="solid"/>
              <a:round/>
              <a:headEnd type="none" w="sm" len="sm"/>
              <a:tailEnd type="none" w="sm" len="sm"/>
            </a:ln>
            <a:effectLst/>
          </p:spPr>
        </p:sp>
        <p:sp>
          <p:nvSpPr>
            <p:cNvPr id="61667" name=""/>
            <p:cNvSpPr/>
            <p:nvPr/>
          </p:nvSpPr>
          <p:spPr>
            <a:xfrm>
              <a:off x="3133" y="2538"/>
              <a:ext cx="42" cy="17"/>
            </a:xfrm>
            <a:custGeom>
              <a:pathLst>
                <a:path w="42" h="17">
                  <a:moveTo>
                    <a:pt x="0" y="0"/>
                  </a:moveTo>
                  <a:lnTo>
                    <a:pt x="22" y="8"/>
                  </a:lnTo>
                  <a:lnTo>
                    <a:pt x="41" y="16"/>
                  </a:lnTo>
                </a:path>
              </a:pathLst>
            </a:custGeom>
            <a:noFill/>
            <a:ln w="12700" cap="rnd" cmpd="sng">
              <a:solidFill>
                <a:srgbClr val="000000"/>
              </a:solidFill>
              <a:prstDash val="solid"/>
              <a:round/>
              <a:headEnd type="none" w="sm" len="sm"/>
              <a:tailEnd type="none" w="sm" len="sm"/>
            </a:ln>
            <a:effectLst/>
          </p:spPr>
        </p:sp>
        <p:sp>
          <p:nvSpPr>
            <p:cNvPr id="61668" name=""/>
            <p:cNvSpPr/>
            <p:nvPr/>
          </p:nvSpPr>
          <p:spPr>
            <a:xfrm>
              <a:off x="3230" y="3030"/>
              <a:ext cx="62" cy="30"/>
            </a:xfrm>
            <a:custGeom>
              <a:pathLst>
                <a:path w="62" h="30">
                  <a:moveTo>
                    <a:pt x="0" y="29"/>
                  </a:moveTo>
                  <a:lnTo>
                    <a:pt x="13" y="23"/>
                  </a:lnTo>
                  <a:lnTo>
                    <a:pt x="34" y="15"/>
                  </a:lnTo>
                  <a:lnTo>
                    <a:pt x="54" y="4"/>
                  </a:lnTo>
                  <a:lnTo>
                    <a:pt x="61" y="0"/>
                  </a:lnTo>
                  <a:lnTo>
                    <a:pt x="61" y="21"/>
                  </a:lnTo>
                </a:path>
              </a:pathLst>
            </a:custGeom>
            <a:noFill/>
            <a:ln w="12700" cap="rnd" cmpd="sng">
              <a:solidFill>
                <a:srgbClr val="000000"/>
              </a:solidFill>
              <a:prstDash val="solid"/>
              <a:round/>
              <a:headEnd type="none" w="sm" len="sm"/>
              <a:tailEnd type="none" w="sm" len="sm"/>
            </a:ln>
            <a:effectLst/>
          </p:spPr>
        </p:sp>
        <p:sp>
          <p:nvSpPr>
            <p:cNvPr id="61669" name=""/>
            <p:cNvSpPr/>
            <p:nvPr/>
          </p:nvSpPr>
          <p:spPr>
            <a:xfrm>
              <a:off x="3230" y="3030"/>
              <a:ext cx="62" cy="30"/>
            </a:xfrm>
            <a:custGeom>
              <a:pathLst>
                <a:path w="62" h="30">
                  <a:moveTo>
                    <a:pt x="0" y="29"/>
                  </a:moveTo>
                  <a:lnTo>
                    <a:pt x="13" y="23"/>
                  </a:lnTo>
                  <a:lnTo>
                    <a:pt x="34" y="15"/>
                  </a:lnTo>
                  <a:lnTo>
                    <a:pt x="54" y="4"/>
                  </a:lnTo>
                  <a:lnTo>
                    <a:pt x="61" y="0"/>
                  </a:lnTo>
                  <a:lnTo>
                    <a:pt x="61" y="21"/>
                  </a:lnTo>
                </a:path>
              </a:pathLst>
            </a:custGeom>
            <a:noFill/>
            <a:ln w="12700" cap="rnd" cmpd="sng">
              <a:solidFill>
                <a:srgbClr val="000000"/>
              </a:solidFill>
              <a:prstDash val="solid"/>
              <a:round/>
              <a:headEnd type="none" w="sm" len="sm"/>
              <a:tailEnd type="none" w="sm" len="sm"/>
            </a:ln>
            <a:effectLst/>
          </p:spPr>
        </p:sp>
        <p:sp>
          <p:nvSpPr>
            <p:cNvPr id="61670" name=""/>
            <p:cNvSpPr/>
            <p:nvPr/>
          </p:nvSpPr>
          <p:spPr>
            <a:xfrm>
              <a:off x="3379" y="2840"/>
              <a:ext cx="47" cy="118"/>
            </a:xfrm>
            <a:custGeom>
              <a:pathLst>
                <a:path w="47" h="118">
                  <a:moveTo>
                    <a:pt x="46" y="0"/>
                  </a:moveTo>
                  <a:lnTo>
                    <a:pt x="38" y="37"/>
                  </a:lnTo>
                  <a:lnTo>
                    <a:pt x="29" y="60"/>
                  </a:lnTo>
                  <a:lnTo>
                    <a:pt x="21" y="80"/>
                  </a:lnTo>
                  <a:lnTo>
                    <a:pt x="9" y="98"/>
                  </a:lnTo>
                  <a:lnTo>
                    <a:pt x="0" y="117"/>
                  </a:lnTo>
                </a:path>
              </a:pathLst>
            </a:custGeom>
            <a:noFill/>
            <a:ln w="12700" cap="rnd" cmpd="sng">
              <a:solidFill>
                <a:srgbClr val="000000"/>
              </a:solidFill>
              <a:prstDash val="solid"/>
              <a:round/>
              <a:headEnd type="none" w="sm" len="sm"/>
              <a:tailEnd type="none" w="sm" len="sm"/>
            </a:ln>
            <a:effectLst/>
          </p:spPr>
        </p:sp>
        <p:sp>
          <p:nvSpPr>
            <p:cNvPr id="61671" name=""/>
            <p:cNvSpPr/>
            <p:nvPr/>
          </p:nvSpPr>
          <p:spPr>
            <a:xfrm>
              <a:off x="3379" y="2840"/>
              <a:ext cx="47" cy="118"/>
            </a:xfrm>
            <a:custGeom>
              <a:pathLst>
                <a:path w="47" h="118">
                  <a:moveTo>
                    <a:pt x="46" y="0"/>
                  </a:moveTo>
                  <a:lnTo>
                    <a:pt x="38" y="37"/>
                  </a:lnTo>
                  <a:lnTo>
                    <a:pt x="29" y="60"/>
                  </a:lnTo>
                  <a:lnTo>
                    <a:pt x="21" y="80"/>
                  </a:lnTo>
                  <a:lnTo>
                    <a:pt x="9" y="98"/>
                  </a:lnTo>
                  <a:lnTo>
                    <a:pt x="0" y="117"/>
                  </a:lnTo>
                </a:path>
              </a:pathLst>
            </a:custGeom>
            <a:noFill/>
            <a:ln w="12700" cap="rnd" cmpd="sng">
              <a:solidFill>
                <a:srgbClr val="000000"/>
              </a:solidFill>
              <a:prstDash val="solid"/>
              <a:round/>
              <a:headEnd type="none" w="sm" len="sm"/>
              <a:tailEnd type="none" w="sm" len="sm"/>
            </a:ln>
            <a:effectLst/>
          </p:spPr>
        </p:sp>
        <p:sp>
          <p:nvSpPr>
            <p:cNvPr id="61672" name=""/>
            <p:cNvSpPr/>
            <p:nvPr/>
          </p:nvSpPr>
          <p:spPr>
            <a:xfrm>
              <a:off x="3159" y="2747"/>
              <a:ext cx="205" cy="288"/>
            </a:xfrm>
            <a:custGeom>
              <a:pathLst>
                <a:path w="205" h="288">
                  <a:moveTo>
                    <a:pt x="204" y="94"/>
                  </a:moveTo>
                  <a:lnTo>
                    <a:pt x="196" y="106"/>
                  </a:lnTo>
                  <a:lnTo>
                    <a:pt x="184" y="75"/>
                  </a:lnTo>
                  <a:lnTo>
                    <a:pt x="176" y="59"/>
                  </a:lnTo>
                  <a:lnTo>
                    <a:pt x="163" y="36"/>
                  </a:lnTo>
                  <a:lnTo>
                    <a:pt x="147" y="11"/>
                  </a:lnTo>
                  <a:lnTo>
                    <a:pt x="138" y="0"/>
                  </a:lnTo>
                  <a:lnTo>
                    <a:pt x="130" y="11"/>
                  </a:lnTo>
                  <a:lnTo>
                    <a:pt x="116" y="23"/>
                  </a:lnTo>
                  <a:lnTo>
                    <a:pt x="97" y="40"/>
                  </a:lnTo>
                  <a:lnTo>
                    <a:pt x="78" y="49"/>
                  </a:lnTo>
                  <a:lnTo>
                    <a:pt x="71" y="54"/>
                  </a:lnTo>
                  <a:lnTo>
                    <a:pt x="78" y="68"/>
                  </a:lnTo>
                  <a:lnTo>
                    <a:pt x="88" y="94"/>
                  </a:lnTo>
                  <a:lnTo>
                    <a:pt x="105" y="132"/>
                  </a:lnTo>
                  <a:lnTo>
                    <a:pt x="115" y="167"/>
                  </a:lnTo>
                  <a:lnTo>
                    <a:pt x="118" y="174"/>
                  </a:lnTo>
                  <a:lnTo>
                    <a:pt x="105" y="181"/>
                  </a:lnTo>
                  <a:lnTo>
                    <a:pt x="84" y="189"/>
                  </a:lnTo>
                  <a:lnTo>
                    <a:pt x="52" y="202"/>
                  </a:lnTo>
                  <a:lnTo>
                    <a:pt x="21" y="214"/>
                  </a:lnTo>
                  <a:lnTo>
                    <a:pt x="0" y="218"/>
                  </a:lnTo>
                  <a:lnTo>
                    <a:pt x="4" y="247"/>
                  </a:lnTo>
                  <a:lnTo>
                    <a:pt x="9" y="277"/>
                  </a:lnTo>
                  <a:lnTo>
                    <a:pt x="9" y="287"/>
                  </a:lnTo>
                </a:path>
              </a:pathLst>
            </a:custGeom>
            <a:noFill/>
            <a:ln w="12700" cap="rnd" cmpd="sng">
              <a:solidFill>
                <a:srgbClr val="000000"/>
              </a:solidFill>
              <a:prstDash val="solid"/>
              <a:round/>
              <a:headEnd type="none" w="sm" len="sm"/>
              <a:tailEnd type="none" w="sm" len="sm"/>
            </a:ln>
            <a:effectLst/>
          </p:spPr>
        </p:sp>
        <p:sp>
          <p:nvSpPr>
            <p:cNvPr id="61673" name=""/>
            <p:cNvSpPr/>
            <p:nvPr/>
          </p:nvSpPr>
          <p:spPr>
            <a:xfrm>
              <a:off x="3159" y="2747"/>
              <a:ext cx="205" cy="288"/>
            </a:xfrm>
            <a:custGeom>
              <a:pathLst>
                <a:path w="205" h="288">
                  <a:moveTo>
                    <a:pt x="204" y="94"/>
                  </a:moveTo>
                  <a:lnTo>
                    <a:pt x="196" y="106"/>
                  </a:lnTo>
                  <a:lnTo>
                    <a:pt x="184" y="75"/>
                  </a:lnTo>
                  <a:lnTo>
                    <a:pt x="176" y="59"/>
                  </a:lnTo>
                  <a:lnTo>
                    <a:pt x="163" y="36"/>
                  </a:lnTo>
                  <a:lnTo>
                    <a:pt x="147" y="11"/>
                  </a:lnTo>
                  <a:lnTo>
                    <a:pt x="138" y="0"/>
                  </a:lnTo>
                  <a:lnTo>
                    <a:pt x="130" y="11"/>
                  </a:lnTo>
                  <a:lnTo>
                    <a:pt x="116" y="23"/>
                  </a:lnTo>
                  <a:lnTo>
                    <a:pt x="97" y="40"/>
                  </a:lnTo>
                  <a:lnTo>
                    <a:pt x="78" y="49"/>
                  </a:lnTo>
                  <a:lnTo>
                    <a:pt x="71" y="54"/>
                  </a:lnTo>
                  <a:lnTo>
                    <a:pt x="78" y="68"/>
                  </a:lnTo>
                  <a:lnTo>
                    <a:pt x="88" y="94"/>
                  </a:lnTo>
                  <a:lnTo>
                    <a:pt x="105" y="132"/>
                  </a:lnTo>
                  <a:lnTo>
                    <a:pt x="115" y="167"/>
                  </a:lnTo>
                  <a:lnTo>
                    <a:pt x="118" y="174"/>
                  </a:lnTo>
                  <a:lnTo>
                    <a:pt x="105" y="181"/>
                  </a:lnTo>
                  <a:lnTo>
                    <a:pt x="84" y="189"/>
                  </a:lnTo>
                  <a:lnTo>
                    <a:pt x="52" y="202"/>
                  </a:lnTo>
                  <a:lnTo>
                    <a:pt x="21" y="214"/>
                  </a:lnTo>
                  <a:lnTo>
                    <a:pt x="0" y="218"/>
                  </a:lnTo>
                  <a:lnTo>
                    <a:pt x="4" y="247"/>
                  </a:lnTo>
                  <a:lnTo>
                    <a:pt x="9" y="277"/>
                  </a:lnTo>
                  <a:lnTo>
                    <a:pt x="9" y="287"/>
                  </a:lnTo>
                </a:path>
              </a:pathLst>
            </a:custGeom>
            <a:noFill/>
            <a:ln w="12700" cap="rnd" cmpd="sng">
              <a:solidFill>
                <a:srgbClr val="000000"/>
              </a:solidFill>
              <a:prstDash val="solid"/>
              <a:round/>
              <a:headEnd type="none" w="sm" len="sm"/>
              <a:tailEnd type="none" w="sm" len="sm"/>
            </a:ln>
            <a:effectLst/>
          </p:spPr>
        </p:sp>
        <p:sp>
          <p:nvSpPr>
            <p:cNvPr id="61674" name=""/>
            <p:cNvSpPr/>
            <p:nvPr/>
          </p:nvSpPr>
          <p:spPr>
            <a:xfrm>
              <a:off x="3103" y="2552"/>
              <a:ext cx="128" cy="52"/>
            </a:xfrm>
            <a:custGeom>
              <a:pathLst>
                <a:path w="128" h="52">
                  <a:moveTo>
                    <a:pt x="0" y="0"/>
                  </a:moveTo>
                  <a:lnTo>
                    <a:pt x="37" y="13"/>
                  </a:lnTo>
                  <a:lnTo>
                    <a:pt x="82" y="27"/>
                  </a:lnTo>
                  <a:lnTo>
                    <a:pt x="117" y="45"/>
                  </a:lnTo>
                  <a:lnTo>
                    <a:pt x="126" y="51"/>
                  </a:lnTo>
                  <a:lnTo>
                    <a:pt x="127" y="38"/>
                  </a:lnTo>
                </a:path>
              </a:pathLst>
            </a:custGeom>
            <a:noFill/>
            <a:ln w="12700" cap="rnd" cmpd="sng">
              <a:solidFill>
                <a:srgbClr val="000000"/>
              </a:solidFill>
              <a:prstDash val="solid"/>
              <a:round/>
              <a:headEnd type="none" w="sm" len="sm"/>
              <a:tailEnd type="none" w="sm" len="sm"/>
            </a:ln>
            <a:effectLst/>
          </p:spPr>
        </p:sp>
        <p:sp>
          <p:nvSpPr>
            <p:cNvPr id="61675" name=""/>
            <p:cNvSpPr/>
            <p:nvPr/>
          </p:nvSpPr>
          <p:spPr>
            <a:xfrm>
              <a:off x="3103" y="2552"/>
              <a:ext cx="128" cy="52"/>
            </a:xfrm>
            <a:custGeom>
              <a:pathLst>
                <a:path w="128" h="52">
                  <a:moveTo>
                    <a:pt x="0" y="0"/>
                  </a:moveTo>
                  <a:lnTo>
                    <a:pt x="37" y="13"/>
                  </a:lnTo>
                  <a:lnTo>
                    <a:pt x="82" y="27"/>
                  </a:lnTo>
                  <a:lnTo>
                    <a:pt x="117" y="45"/>
                  </a:lnTo>
                  <a:lnTo>
                    <a:pt x="126" y="51"/>
                  </a:lnTo>
                  <a:lnTo>
                    <a:pt x="127" y="38"/>
                  </a:lnTo>
                </a:path>
              </a:pathLst>
            </a:custGeom>
            <a:noFill/>
            <a:ln w="12700" cap="rnd" cmpd="sng">
              <a:solidFill>
                <a:srgbClr val="000000"/>
              </a:solidFill>
              <a:prstDash val="solid"/>
              <a:round/>
              <a:headEnd type="none" w="sm" len="sm"/>
              <a:tailEnd type="none" w="sm" len="sm"/>
            </a:ln>
            <a:effectLst/>
          </p:spPr>
        </p:sp>
        <p:cxnSp>
          <p:nvCxnSpPr>
            <p:cNvPr id="61676" name=""/>
            <p:cNvCxnSpPr/>
            <p:nvPr/>
          </p:nvCxnSpPr>
          <p:spPr>
            <a:xfrm>
              <a:off x="3130" y="2592"/>
              <a:ext cx="21" cy="14"/>
            </a:xfrm>
            <a:prstGeom prst="line">
              <a:avLst/>
            </a:prstGeom>
            <a:noFill/>
            <a:ln w="12700">
              <a:solidFill>
                <a:prstClr val="black"/>
              </a:solidFill>
              <a:miter lim="800000"/>
            </a:ln>
            <a:effectLst/>
          </p:spPr>
        </p:cxnSp>
        <p:cxnSp>
          <p:nvCxnSpPr>
            <p:cNvPr id="61677" name=""/>
            <p:cNvCxnSpPr/>
            <p:nvPr/>
          </p:nvCxnSpPr>
          <p:spPr>
            <a:xfrm>
              <a:off x="3130" y="2592"/>
              <a:ext cx="21" cy="14"/>
            </a:xfrm>
            <a:prstGeom prst="line">
              <a:avLst/>
            </a:prstGeom>
            <a:noFill/>
            <a:ln w="12700">
              <a:solidFill>
                <a:prstClr val="black"/>
              </a:solidFill>
              <a:miter lim="800000"/>
            </a:ln>
            <a:effectLst/>
          </p:spPr>
        </p:cxnSp>
        <p:sp>
          <p:nvSpPr>
            <p:cNvPr id="61678" name=""/>
            <p:cNvSpPr/>
            <p:nvPr/>
          </p:nvSpPr>
          <p:spPr>
            <a:xfrm>
              <a:off x="3070" y="2613"/>
              <a:ext cx="34" cy="97"/>
            </a:xfrm>
            <a:custGeom>
              <a:pathLst>
                <a:path w="34" h="97">
                  <a:moveTo>
                    <a:pt x="13" y="96"/>
                  </a:moveTo>
                  <a:lnTo>
                    <a:pt x="33" y="93"/>
                  </a:lnTo>
                  <a:lnTo>
                    <a:pt x="23" y="66"/>
                  </a:lnTo>
                  <a:lnTo>
                    <a:pt x="16" y="48"/>
                  </a:lnTo>
                  <a:lnTo>
                    <a:pt x="10" y="27"/>
                  </a:lnTo>
                  <a:lnTo>
                    <a:pt x="0" y="0"/>
                  </a:lnTo>
                </a:path>
              </a:pathLst>
            </a:custGeom>
            <a:noFill/>
            <a:ln w="12700" cap="rnd" cmpd="sng">
              <a:solidFill>
                <a:srgbClr val="000000"/>
              </a:solidFill>
              <a:prstDash val="solid"/>
              <a:round/>
              <a:headEnd type="none" w="sm" len="sm"/>
              <a:tailEnd type="none" w="sm" len="sm"/>
            </a:ln>
            <a:effectLst/>
          </p:spPr>
        </p:sp>
        <p:sp>
          <p:nvSpPr>
            <p:cNvPr id="61679" name=""/>
            <p:cNvSpPr/>
            <p:nvPr/>
          </p:nvSpPr>
          <p:spPr>
            <a:xfrm>
              <a:off x="3070" y="2613"/>
              <a:ext cx="34" cy="97"/>
            </a:xfrm>
            <a:custGeom>
              <a:pathLst>
                <a:path w="34" h="97">
                  <a:moveTo>
                    <a:pt x="13" y="96"/>
                  </a:moveTo>
                  <a:lnTo>
                    <a:pt x="33" y="93"/>
                  </a:lnTo>
                  <a:lnTo>
                    <a:pt x="23" y="66"/>
                  </a:lnTo>
                  <a:lnTo>
                    <a:pt x="16" y="48"/>
                  </a:lnTo>
                  <a:lnTo>
                    <a:pt x="10" y="27"/>
                  </a:lnTo>
                  <a:lnTo>
                    <a:pt x="0" y="0"/>
                  </a:lnTo>
                </a:path>
              </a:pathLst>
            </a:custGeom>
            <a:noFill/>
            <a:ln w="12700" cap="rnd" cmpd="sng">
              <a:solidFill>
                <a:srgbClr val="000000"/>
              </a:solidFill>
              <a:prstDash val="solid"/>
              <a:round/>
              <a:headEnd type="none" w="sm" len="sm"/>
              <a:tailEnd type="none" w="sm" len="sm"/>
            </a:ln>
            <a:effectLst/>
          </p:spPr>
        </p:sp>
        <p:sp>
          <p:nvSpPr>
            <p:cNvPr id="61680" name=""/>
            <p:cNvSpPr/>
            <p:nvPr/>
          </p:nvSpPr>
          <p:spPr>
            <a:xfrm>
              <a:off x="3143" y="2648"/>
              <a:ext cx="168" cy="100"/>
            </a:xfrm>
            <a:custGeom>
              <a:pathLst>
                <a:path w="168" h="100">
                  <a:moveTo>
                    <a:pt x="167" y="82"/>
                  </a:moveTo>
                  <a:lnTo>
                    <a:pt x="154" y="99"/>
                  </a:lnTo>
                  <a:lnTo>
                    <a:pt x="141" y="80"/>
                  </a:lnTo>
                  <a:lnTo>
                    <a:pt x="127" y="62"/>
                  </a:lnTo>
                  <a:lnTo>
                    <a:pt x="110" y="44"/>
                  </a:lnTo>
                  <a:lnTo>
                    <a:pt x="83" y="18"/>
                  </a:lnTo>
                  <a:lnTo>
                    <a:pt x="62" y="0"/>
                  </a:lnTo>
                  <a:lnTo>
                    <a:pt x="51" y="12"/>
                  </a:lnTo>
                  <a:lnTo>
                    <a:pt x="33" y="25"/>
                  </a:lnTo>
                  <a:lnTo>
                    <a:pt x="20" y="35"/>
                  </a:lnTo>
                  <a:lnTo>
                    <a:pt x="0" y="6"/>
                  </a:lnTo>
                </a:path>
              </a:pathLst>
            </a:custGeom>
            <a:noFill/>
            <a:ln w="12700" cap="rnd" cmpd="sng">
              <a:solidFill>
                <a:srgbClr val="000000"/>
              </a:solidFill>
              <a:prstDash val="solid"/>
              <a:round/>
              <a:headEnd type="none" w="sm" len="sm"/>
              <a:tailEnd type="none" w="sm" len="sm"/>
            </a:ln>
            <a:effectLst/>
          </p:spPr>
        </p:sp>
        <p:sp>
          <p:nvSpPr>
            <p:cNvPr id="61681" name=""/>
            <p:cNvSpPr/>
            <p:nvPr/>
          </p:nvSpPr>
          <p:spPr>
            <a:xfrm>
              <a:off x="3143" y="2648"/>
              <a:ext cx="168" cy="100"/>
            </a:xfrm>
            <a:custGeom>
              <a:pathLst>
                <a:path w="168" h="100">
                  <a:moveTo>
                    <a:pt x="167" y="82"/>
                  </a:moveTo>
                  <a:lnTo>
                    <a:pt x="154" y="99"/>
                  </a:lnTo>
                  <a:lnTo>
                    <a:pt x="141" y="80"/>
                  </a:lnTo>
                  <a:lnTo>
                    <a:pt x="127" y="62"/>
                  </a:lnTo>
                  <a:lnTo>
                    <a:pt x="110" y="44"/>
                  </a:lnTo>
                  <a:lnTo>
                    <a:pt x="83" y="18"/>
                  </a:lnTo>
                  <a:lnTo>
                    <a:pt x="62" y="0"/>
                  </a:lnTo>
                  <a:lnTo>
                    <a:pt x="51" y="12"/>
                  </a:lnTo>
                  <a:lnTo>
                    <a:pt x="33" y="25"/>
                  </a:lnTo>
                  <a:lnTo>
                    <a:pt x="20" y="35"/>
                  </a:lnTo>
                  <a:lnTo>
                    <a:pt x="0" y="6"/>
                  </a:lnTo>
                </a:path>
              </a:pathLst>
            </a:custGeom>
            <a:noFill/>
            <a:ln w="12700" cap="rnd" cmpd="sng">
              <a:solidFill>
                <a:srgbClr val="000000"/>
              </a:solidFill>
              <a:prstDash val="solid"/>
              <a:round/>
              <a:headEnd type="none" w="sm" len="sm"/>
              <a:tailEnd type="none" w="sm" len="sm"/>
            </a:ln>
            <a:effectLst/>
          </p:spPr>
        </p:sp>
        <p:cxnSp>
          <p:nvCxnSpPr>
            <p:cNvPr id="61682" name=""/>
            <p:cNvCxnSpPr/>
            <p:nvPr/>
          </p:nvCxnSpPr>
          <p:spPr>
            <a:xfrm flipH="1">
              <a:off x="3310" y="2709"/>
              <a:ext cx="13" cy="21"/>
            </a:xfrm>
            <a:prstGeom prst="line">
              <a:avLst/>
            </a:prstGeom>
            <a:noFill/>
            <a:ln w="12700">
              <a:solidFill>
                <a:prstClr val="black"/>
              </a:solidFill>
              <a:miter lim="800000"/>
            </a:ln>
            <a:effectLst/>
          </p:spPr>
        </p:cxnSp>
        <p:cxnSp>
          <p:nvCxnSpPr>
            <p:cNvPr id="61683" name=""/>
            <p:cNvCxnSpPr/>
            <p:nvPr/>
          </p:nvCxnSpPr>
          <p:spPr>
            <a:xfrm flipH="1">
              <a:off x="3310" y="2709"/>
              <a:ext cx="13" cy="21"/>
            </a:xfrm>
            <a:prstGeom prst="line">
              <a:avLst/>
            </a:prstGeom>
            <a:noFill/>
            <a:ln w="12700">
              <a:solidFill>
                <a:prstClr val="black"/>
              </a:solidFill>
              <a:miter lim="800000"/>
            </a:ln>
            <a:effectLst/>
          </p:spPr>
        </p:cxnSp>
        <p:sp>
          <p:nvSpPr>
            <p:cNvPr id="61684" name=""/>
            <p:cNvSpPr/>
            <p:nvPr/>
          </p:nvSpPr>
          <p:spPr>
            <a:xfrm>
              <a:off x="3211" y="2552"/>
              <a:ext cx="51" cy="17"/>
            </a:xfrm>
            <a:custGeom>
              <a:pathLst>
                <a:path w="51" h="17">
                  <a:moveTo>
                    <a:pt x="0" y="0"/>
                  </a:moveTo>
                  <a:lnTo>
                    <a:pt x="13" y="4"/>
                  </a:lnTo>
                  <a:lnTo>
                    <a:pt x="28" y="8"/>
                  </a:lnTo>
                  <a:lnTo>
                    <a:pt x="38" y="13"/>
                  </a:lnTo>
                  <a:lnTo>
                    <a:pt x="50" y="16"/>
                  </a:lnTo>
                </a:path>
              </a:pathLst>
            </a:custGeom>
            <a:noFill/>
            <a:ln w="12700" cap="rnd" cmpd="sng">
              <a:solidFill>
                <a:srgbClr val="000000"/>
              </a:solidFill>
              <a:prstDash val="solid"/>
              <a:round/>
              <a:headEnd type="none" w="sm" len="sm"/>
              <a:tailEnd type="none" w="sm" len="sm"/>
            </a:ln>
            <a:effectLst/>
          </p:spPr>
        </p:sp>
        <p:sp>
          <p:nvSpPr>
            <p:cNvPr id="61685" name=""/>
            <p:cNvSpPr/>
            <p:nvPr/>
          </p:nvSpPr>
          <p:spPr>
            <a:xfrm>
              <a:off x="3211" y="2552"/>
              <a:ext cx="51" cy="17"/>
            </a:xfrm>
            <a:custGeom>
              <a:pathLst>
                <a:path w="51" h="17">
                  <a:moveTo>
                    <a:pt x="0" y="0"/>
                  </a:moveTo>
                  <a:lnTo>
                    <a:pt x="13" y="4"/>
                  </a:lnTo>
                  <a:lnTo>
                    <a:pt x="28" y="8"/>
                  </a:lnTo>
                  <a:lnTo>
                    <a:pt x="38" y="13"/>
                  </a:lnTo>
                  <a:lnTo>
                    <a:pt x="50" y="16"/>
                  </a:lnTo>
                </a:path>
              </a:pathLst>
            </a:custGeom>
            <a:noFill/>
            <a:ln w="12700" cap="rnd" cmpd="sng">
              <a:solidFill>
                <a:srgbClr val="000000"/>
              </a:solidFill>
              <a:prstDash val="solid"/>
              <a:round/>
              <a:headEnd type="none" w="sm" len="sm"/>
              <a:tailEnd type="none" w="sm" len="sm"/>
            </a:ln>
            <a:effectLst/>
          </p:spPr>
        </p:sp>
        <p:sp>
          <p:nvSpPr>
            <p:cNvPr id="61686" name=""/>
            <p:cNvSpPr/>
            <p:nvPr/>
          </p:nvSpPr>
          <p:spPr>
            <a:xfrm>
              <a:off x="3226" y="2551"/>
              <a:ext cx="21" cy="17"/>
            </a:xfrm>
            <a:custGeom>
              <a:pathLst>
                <a:path w="21" h="17">
                  <a:moveTo>
                    <a:pt x="20" y="16"/>
                  </a:moveTo>
                  <a:lnTo>
                    <a:pt x="15" y="6"/>
                  </a:lnTo>
                  <a:lnTo>
                    <a:pt x="0" y="0"/>
                  </a:lnTo>
                </a:path>
              </a:pathLst>
            </a:custGeom>
            <a:noFill/>
            <a:ln w="12700" cap="rnd" cmpd="sng">
              <a:solidFill>
                <a:srgbClr val="000000"/>
              </a:solidFill>
              <a:prstDash val="solid"/>
              <a:round/>
              <a:headEnd type="none" w="sm" len="sm"/>
              <a:tailEnd type="none" w="sm" len="sm"/>
            </a:ln>
            <a:effectLst/>
          </p:spPr>
        </p:sp>
        <p:sp>
          <p:nvSpPr>
            <p:cNvPr id="61687" name=""/>
            <p:cNvSpPr/>
            <p:nvPr/>
          </p:nvSpPr>
          <p:spPr>
            <a:xfrm>
              <a:off x="3226" y="2551"/>
              <a:ext cx="21" cy="17"/>
            </a:xfrm>
            <a:custGeom>
              <a:pathLst>
                <a:path w="21" h="17">
                  <a:moveTo>
                    <a:pt x="20" y="16"/>
                  </a:moveTo>
                  <a:lnTo>
                    <a:pt x="15" y="6"/>
                  </a:lnTo>
                  <a:lnTo>
                    <a:pt x="0" y="0"/>
                  </a:lnTo>
                </a:path>
              </a:pathLst>
            </a:custGeom>
            <a:noFill/>
            <a:ln w="12700" cap="rnd" cmpd="sng">
              <a:solidFill>
                <a:srgbClr val="000000"/>
              </a:solidFill>
              <a:prstDash val="solid"/>
              <a:round/>
              <a:headEnd type="none" w="sm" len="sm"/>
              <a:tailEnd type="none" w="sm" len="sm"/>
            </a:ln>
            <a:effectLst/>
          </p:spPr>
        </p:sp>
        <p:sp>
          <p:nvSpPr>
            <p:cNvPr id="61688" name=""/>
            <p:cNvSpPr/>
            <p:nvPr/>
          </p:nvSpPr>
          <p:spPr>
            <a:xfrm>
              <a:off x="3189" y="2603"/>
              <a:ext cx="77" cy="46"/>
            </a:xfrm>
            <a:custGeom>
              <a:pathLst>
                <a:path w="77" h="46">
                  <a:moveTo>
                    <a:pt x="76" y="21"/>
                  </a:moveTo>
                  <a:lnTo>
                    <a:pt x="60" y="11"/>
                  </a:lnTo>
                  <a:lnTo>
                    <a:pt x="40" y="0"/>
                  </a:lnTo>
                  <a:lnTo>
                    <a:pt x="36" y="10"/>
                  </a:lnTo>
                  <a:lnTo>
                    <a:pt x="31" y="24"/>
                  </a:lnTo>
                  <a:lnTo>
                    <a:pt x="24" y="35"/>
                  </a:lnTo>
                  <a:lnTo>
                    <a:pt x="16" y="45"/>
                  </a:lnTo>
                  <a:lnTo>
                    <a:pt x="8" y="39"/>
                  </a:lnTo>
                  <a:lnTo>
                    <a:pt x="0" y="32"/>
                  </a:lnTo>
                </a:path>
              </a:pathLst>
            </a:custGeom>
            <a:noFill/>
            <a:ln w="12700" cap="rnd" cmpd="sng">
              <a:solidFill>
                <a:srgbClr val="000000"/>
              </a:solidFill>
              <a:prstDash val="solid"/>
              <a:round/>
              <a:headEnd type="none" w="sm" len="sm"/>
              <a:tailEnd type="none" w="sm" len="sm"/>
            </a:ln>
            <a:effectLst/>
          </p:spPr>
        </p:sp>
        <p:sp>
          <p:nvSpPr>
            <p:cNvPr id="61689" name=""/>
            <p:cNvSpPr/>
            <p:nvPr/>
          </p:nvSpPr>
          <p:spPr>
            <a:xfrm>
              <a:off x="3189" y="2603"/>
              <a:ext cx="77" cy="46"/>
            </a:xfrm>
            <a:custGeom>
              <a:pathLst>
                <a:path w="77" h="46">
                  <a:moveTo>
                    <a:pt x="76" y="21"/>
                  </a:moveTo>
                  <a:lnTo>
                    <a:pt x="60" y="11"/>
                  </a:lnTo>
                  <a:lnTo>
                    <a:pt x="40" y="0"/>
                  </a:lnTo>
                  <a:lnTo>
                    <a:pt x="36" y="10"/>
                  </a:lnTo>
                  <a:lnTo>
                    <a:pt x="31" y="24"/>
                  </a:lnTo>
                  <a:lnTo>
                    <a:pt x="24" y="35"/>
                  </a:lnTo>
                  <a:lnTo>
                    <a:pt x="16" y="45"/>
                  </a:lnTo>
                  <a:lnTo>
                    <a:pt x="8" y="39"/>
                  </a:lnTo>
                  <a:lnTo>
                    <a:pt x="0" y="32"/>
                  </a:lnTo>
                </a:path>
              </a:pathLst>
            </a:custGeom>
            <a:noFill/>
            <a:ln w="12700" cap="rnd" cmpd="sng">
              <a:solidFill>
                <a:srgbClr val="000000"/>
              </a:solidFill>
              <a:prstDash val="solid"/>
              <a:round/>
              <a:headEnd type="none" w="sm" len="sm"/>
              <a:tailEnd type="none" w="sm" len="sm"/>
            </a:ln>
            <a:effectLst/>
          </p:spPr>
        </p:sp>
        <p:cxnSp>
          <p:nvCxnSpPr>
            <p:cNvPr id="61690" name=""/>
            <p:cNvCxnSpPr/>
            <p:nvPr/>
          </p:nvCxnSpPr>
          <p:spPr>
            <a:xfrm>
              <a:off x="3283" y="2636"/>
              <a:ext cx="8" cy="7"/>
            </a:xfrm>
            <a:prstGeom prst="line">
              <a:avLst/>
            </a:prstGeom>
            <a:noFill/>
            <a:ln w="12700">
              <a:solidFill>
                <a:prstClr val="black"/>
              </a:solidFill>
              <a:miter lim="800000"/>
            </a:ln>
            <a:effectLst/>
          </p:spPr>
        </p:cxnSp>
        <p:cxnSp>
          <p:nvCxnSpPr>
            <p:cNvPr id="61691" name=""/>
            <p:cNvCxnSpPr/>
            <p:nvPr/>
          </p:nvCxnSpPr>
          <p:spPr>
            <a:xfrm>
              <a:off x="3283" y="2636"/>
              <a:ext cx="8" cy="7"/>
            </a:xfrm>
            <a:prstGeom prst="line">
              <a:avLst/>
            </a:prstGeom>
            <a:noFill/>
            <a:ln w="12700">
              <a:solidFill>
                <a:prstClr val="black"/>
              </a:solidFill>
              <a:miter lim="800000"/>
            </a:ln>
            <a:effectLst/>
          </p:spPr>
        </p:cxnSp>
        <p:cxnSp>
          <p:nvCxnSpPr>
            <p:cNvPr id="61692" name=""/>
            <p:cNvCxnSpPr/>
            <p:nvPr/>
          </p:nvCxnSpPr>
          <p:spPr>
            <a:xfrm flipH="1">
              <a:off x="3339" y="2628"/>
              <a:ext cx="0" cy="19"/>
            </a:xfrm>
            <a:prstGeom prst="line">
              <a:avLst/>
            </a:prstGeom>
            <a:noFill/>
            <a:ln w="12700">
              <a:solidFill>
                <a:prstClr val="black"/>
              </a:solidFill>
              <a:miter lim="800000"/>
            </a:ln>
            <a:effectLst/>
          </p:spPr>
        </p:cxnSp>
        <p:cxnSp>
          <p:nvCxnSpPr>
            <p:cNvPr id="61693" name=""/>
            <p:cNvCxnSpPr/>
            <p:nvPr/>
          </p:nvCxnSpPr>
          <p:spPr>
            <a:xfrm flipH="1">
              <a:off x="3339" y="2628"/>
              <a:ext cx="0" cy="19"/>
            </a:xfrm>
            <a:prstGeom prst="line">
              <a:avLst/>
            </a:prstGeom>
            <a:noFill/>
            <a:ln w="12700">
              <a:solidFill>
                <a:prstClr val="black"/>
              </a:solidFill>
              <a:miter lim="800000"/>
            </a:ln>
            <a:effectLst/>
          </p:spPr>
        </p:cxnSp>
        <p:sp>
          <p:nvSpPr>
            <p:cNvPr id="61694" name=""/>
            <p:cNvSpPr/>
            <p:nvPr/>
          </p:nvSpPr>
          <p:spPr>
            <a:xfrm>
              <a:off x="3338" y="2647"/>
              <a:ext cx="21" cy="35"/>
            </a:xfrm>
            <a:custGeom>
              <a:pathLst>
                <a:path w="21" h="35">
                  <a:moveTo>
                    <a:pt x="20" y="0"/>
                  </a:moveTo>
                  <a:lnTo>
                    <a:pt x="20" y="12"/>
                  </a:lnTo>
                  <a:lnTo>
                    <a:pt x="10" y="26"/>
                  </a:lnTo>
                  <a:lnTo>
                    <a:pt x="0" y="34"/>
                  </a:lnTo>
                </a:path>
              </a:pathLst>
            </a:custGeom>
            <a:noFill/>
            <a:ln w="12700" cap="rnd" cmpd="sng">
              <a:solidFill>
                <a:srgbClr val="000000"/>
              </a:solidFill>
              <a:prstDash val="solid"/>
              <a:round/>
              <a:headEnd type="none" w="sm" len="sm"/>
              <a:tailEnd type="none" w="sm" len="sm"/>
            </a:ln>
            <a:effectLst/>
          </p:spPr>
        </p:sp>
        <p:sp>
          <p:nvSpPr>
            <p:cNvPr id="61695" name=""/>
            <p:cNvSpPr/>
            <p:nvPr/>
          </p:nvSpPr>
          <p:spPr>
            <a:xfrm>
              <a:off x="3338" y="2647"/>
              <a:ext cx="21" cy="35"/>
            </a:xfrm>
            <a:custGeom>
              <a:pathLst>
                <a:path w="21" h="35">
                  <a:moveTo>
                    <a:pt x="20" y="0"/>
                  </a:moveTo>
                  <a:lnTo>
                    <a:pt x="20" y="12"/>
                  </a:lnTo>
                  <a:lnTo>
                    <a:pt x="10" y="26"/>
                  </a:lnTo>
                  <a:lnTo>
                    <a:pt x="0" y="34"/>
                  </a:lnTo>
                </a:path>
              </a:pathLst>
            </a:custGeom>
            <a:noFill/>
            <a:ln w="12700" cap="rnd" cmpd="sng">
              <a:solidFill>
                <a:srgbClr val="000000"/>
              </a:solidFill>
              <a:prstDash val="solid"/>
              <a:round/>
              <a:headEnd type="none" w="sm" len="sm"/>
              <a:tailEnd type="none" w="sm" len="sm"/>
            </a:ln>
            <a:effectLst/>
          </p:spPr>
        </p:sp>
        <p:cxnSp>
          <p:nvCxnSpPr>
            <p:cNvPr id="61696" name=""/>
            <p:cNvCxnSpPr/>
            <p:nvPr/>
          </p:nvCxnSpPr>
          <p:spPr>
            <a:xfrm flipH="1" flipV="1">
              <a:off x="3343" y="2687"/>
              <a:ext cx="10" cy="14"/>
            </a:xfrm>
            <a:prstGeom prst="line">
              <a:avLst/>
            </a:prstGeom>
            <a:noFill/>
            <a:ln w="12700">
              <a:solidFill>
                <a:prstClr val="black"/>
              </a:solidFill>
              <a:miter lim="800000"/>
            </a:ln>
            <a:effectLst/>
          </p:spPr>
        </p:cxnSp>
        <p:cxnSp>
          <p:nvCxnSpPr>
            <p:cNvPr id="61697" name=""/>
            <p:cNvCxnSpPr/>
            <p:nvPr/>
          </p:nvCxnSpPr>
          <p:spPr>
            <a:xfrm flipH="1" flipV="1">
              <a:off x="3343" y="2687"/>
              <a:ext cx="10" cy="14"/>
            </a:xfrm>
            <a:prstGeom prst="line">
              <a:avLst/>
            </a:prstGeom>
            <a:noFill/>
            <a:ln w="12700">
              <a:solidFill>
                <a:prstClr val="black"/>
              </a:solidFill>
              <a:miter lim="800000"/>
            </a:ln>
            <a:effectLst/>
          </p:spPr>
        </p:cxnSp>
        <p:cxnSp>
          <p:nvCxnSpPr>
            <p:cNvPr id="61698" name=""/>
            <p:cNvCxnSpPr/>
            <p:nvPr/>
          </p:nvCxnSpPr>
          <p:spPr>
            <a:xfrm>
              <a:off x="3045" y="2592"/>
              <a:ext cx="8" cy="0"/>
            </a:xfrm>
            <a:prstGeom prst="line">
              <a:avLst/>
            </a:prstGeom>
            <a:noFill/>
            <a:ln w="12700">
              <a:solidFill>
                <a:prstClr val="black"/>
              </a:solidFill>
              <a:miter lim="800000"/>
            </a:ln>
            <a:effectLst/>
          </p:spPr>
        </p:cxnSp>
        <p:cxnSp>
          <p:nvCxnSpPr>
            <p:cNvPr id="61699" name=""/>
            <p:cNvCxnSpPr/>
            <p:nvPr/>
          </p:nvCxnSpPr>
          <p:spPr>
            <a:xfrm>
              <a:off x="3045" y="2592"/>
              <a:ext cx="8" cy="0"/>
            </a:xfrm>
            <a:prstGeom prst="line">
              <a:avLst/>
            </a:prstGeom>
            <a:noFill/>
            <a:ln w="12700">
              <a:solidFill>
                <a:prstClr val="black"/>
              </a:solidFill>
              <a:miter lim="800000"/>
            </a:ln>
            <a:effectLst/>
          </p:spPr>
        </p:cxnSp>
        <p:cxnSp>
          <p:nvCxnSpPr>
            <p:cNvPr id="61700" name=""/>
            <p:cNvCxnSpPr/>
            <p:nvPr/>
          </p:nvCxnSpPr>
          <p:spPr>
            <a:xfrm flipV="1">
              <a:off x="2963" y="2627"/>
              <a:ext cx="2" cy="4"/>
            </a:xfrm>
            <a:prstGeom prst="line">
              <a:avLst/>
            </a:prstGeom>
            <a:noFill/>
            <a:ln w="12700">
              <a:solidFill>
                <a:prstClr val="black"/>
              </a:solidFill>
              <a:miter lim="800000"/>
            </a:ln>
            <a:effectLst/>
          </p:spPr>
        </p:cxnSp>
        <p:cxnSp>
          <p:nvCxnSpPr>
            <p:cNvPr id="61701" name=""/>
            <p:cNvCxnSpPr/>
            <p:nvPr/>
          </p:nvCxnSpPr>
          <p:spPr>
            <a:xfrm flipV="1">
              <a:off x="2963" y="2627"/>
              <a:ext cx="2" cy="4"/>
            </a:xfrm>
            <a:prstGeom prst="line">
              <a:avLst/>
            </a:prstGeom>
            <a:noFill/>
            <a:ln w="12700">
              <a:solidFill>
                <a:prstClr val="black"/>
              </a:solidFill>
              <a:miter lim="800000"/>
            </a:ln>
            <a:effectLst/>
          </p:spPr>
        </p:cxnSp>
        <p:cxnSp>
          <p:nvCxnSpPr>
            <p:cNvPr id="61702" name=""/>
            <p:cNvCxnSpPr/>
            <p:nvPr/>
          </p:nvCxnSpPr>
          <p:spPr>
            <a:xfrm flipH="1">
              <a:off x="2953" y="2638"/>
              <a:ext cx="5" cy="6"/>
            </a:xfrm>
            <a:prstGeom prst="line">
              <a:avLst/>
            </a:prstGeom>
            <a:noFill/>
            <a:ln w="12700">
              <a:solidFill>
                <a:prstClr val="black"/>
              </a:solidFill>
              <a:miter lim="800000"/>
            </a:ln>
            <a:effectLst/>
          </p:spPr>
        </p:cxnSp>
        <p:cxnSp>
          <p:nvCxnSpPr>
            <p:cNvPr id="61703" name=""/>
            <p:cNvCxnSpPr/>
            <p:nvPr/>
          </p:nvCxnSpPr>
          <p:spPr>
            <a:xfrm flipH="1">
              <a:off x="2953" y="2638"/>
              <a:ext cx="5" cy="6"/>
            </a:xfrm>
            <a:prstGeom prst="line">
              <a:avLst/>
            </a:prstGeom>
            <a:noFill/>
            <a:ln w="12700">
              <a:solidFill>
                <a:prstClr val="black"/>
              </a:solidFill>
              <a:miter lim="800000"/>
            </a:ln>
            <a:effectLst/>
          </p:spPr>
        </p:cxnSp>
        <p:cxnSp>
          <p:nvCxnSpPr>
            <p:cNvPr id="61704" name=""/>
            <p:cNvCxnSpPr/>
            <p:nvPr/>
          </p:nvCxnSpPr>
          <p:spPr>
            <a:xfrm>
              <a:off x="3066" y="2978"/>
              <a:ext cx="7" cy="0"/>
            </a:xfrm>
            <a:prstGeom prst="line">
              <a:avLst/>
            </a:prstGeom>
            <a:noFill/>
            <a:ln w="12700">
              <a:solidFill>
                <a:prstClr val="black"/>
              </a:solidFill>
              <a:miter lim="800000"/>
            </a:ln>
            <a:effectLst/>
          </p:spPr>
        </p:cxnSp>
        <p:cxnSp>
          <p:nvCxnSpPr>
            <p:cNvPr id="61705" name=""/>
            <p:cNvCxnSpPr/>
            <p:nvPr/>
          </p:nvCxnSpPr>
          <p:spPr>
            <a:xfrm>
              <a:off x="3066" y="2978"/>
              <a:ext cx="7" cy="0"/>
            </a:xfrm>
            <a:prstGeom prst="line">
              <a:avLst/>
            </a:prstGeom>
            <a:noFill/>
            <a:ln w="12700">
              <a:solidFill>
                <a:prstClr val="black"/>
              </a:solidFill>
              <a:miter lim="800000"/>
            </a:ln>
            <a:effectLst/>
          </p:spPr>
        </p:cxnSp>
        <p:sp>
          <p:nvSpPr>
            <p:cNvPr id="61706" name=""/>
            <p:cNvSpPr/>
            <p:nvPr/>
          </p:nvSpPr>
          <p:spPr>
            <a:xfrm>
              <a:off x="2966" y="2494"/>
              <a:ext cx="138" cy="99"/>
            </a:xfrm>
            <a:custGeom>
              <a:pathLst>
                <a:path w="138" h="99">
                  <a:moveTo>
                    <a:pt x="131" y="71"/>
                  </a:moveTo>
                  <a:lnTo>
                    <a:pt x="133" y="65"/>
                  </a:lnTo>
                  <a:lnTo>
                    <a:pt x="136" y="58"/>
                  </a:lnTo>
                  <a:lnTo>
                    <a:pt x="137" y="54"/>
                  </a:lnTo>
                  <a:lnTo>
                    <a:pt x="137" y="47"/>
                  </a:lnTo>
                  <a:lnTo>
                    <a:pt x="136" y="37"/>
                  </a:lnTo>
                  <a:lnTo>
                    <a:pt x="131" y="27"/>
                  </a:lnTo>
                  <a:lnTo>
                    <a:pt x="124" y="21"/>
                  </a:lnTo>
                  <a:lnTo>
                    <a:pt x="114" y="13"/>
                  </a:lnTo>
                  <a:lnTo>
                    <a:pt x="104" y="8"/>
                  </a:lnTo>
                  <a:lnTo>
                    <a:pt x="92" y="4"/>
                  </a:lnTo>
                  <a:lnTo>
                    <a:pt x="79" y="1"/>
                  </a:lnTo>
                  <a:lnTo>
                    <a:pt x="67" y="0"/>
                  </a:lnTo>
                  <a:lnTo>
                    <a:pt x="54" y="1"/>
                  </a:lnTo>
                  <a:lnTo>
                    <a:pt x="41" y="4"/>
                  </a:lnTo>
                  <a:lnTo>
                    <a:pt x="30" y="9"/>
                  </a:lnTo>
                  <a:lnTo>
                    <a:pt x="20" y="14"/>
                  </a:lnTo>
                  <a:lnTo>
                    <a:pt x="11" y="21"/>
                  </a:lnTo>
                  <a:lnTo>
                    <a:pt x="8" y="26"/>
                  </a:lnTo>
                  <a:lnTo>
                    <a:pt x="2" y="33"/>
                  </a:lnTo>
                  <a:lnTo>
                    <a:pt x="0" y="44"/>
                  </a:lnTo>
                  <a:lnTo>
                    <a:pt x="0" y="52"/>
                  </a:lnTo>
                  <a:lnTo>
                    <a:pt x="1" y="58"/>
                  </a:lnTo>
                  <a:lnTo>
                    <a:pt x="2" y="65"/>
                  </a:lnTo>
                  <a:lnTo>
                    <a:pt x="6" y="71"/>
                  </a:lnTo>
                  <a:lnTo>
                    <a:pt x="10" y="75"/>
                  </a:lnTo>
                  <a:lnTo>
                    <a:pt x="15" y="80"/>
                  </a:lnTo>
                  <a:lnTo>
                    <a:pt x="20" y="83"/>
                  </a:lnTo>
                  <a:lnTo>
                    <a:pt x="25" y="87"/>
                  </a:lnTo>
                  <a:lnTo>
                    <a:pt x="29" y="90"/>
                  </a:lnTo>
                  <a:lnTo>
                    <a:pt x="34" y="92"/>
                  </a:lnTo>
                  <a:lnTo>
                    <a:pt x="43" y="95"/>
                  </a:lnTo>
                  <a:lnTo>
                    <a:pt x="51" y="97"/>
                  </a:lnTo>
                  <a:lnTo>
                    <a:pt x="60" y="98"/>
                  </a:lnTo>
                </a:path>
              </a:pathLst>
            </a:custGeom>
            <a:noFill/>
            <a:ln w="12700" cap="rnd" cmpd="sng">
              <a:solidFill>
                <a:srgbClr val="000000"/>
              </a:solidFill>
              <a:prstDash val="solid"/>
              <a:round/>
              <a:headEnd type="none" w="sm" len="sm"/>
              <a:tailEnd type="none" w="sm" len="sm"/>
            </a:ln>
            <a:effectLst/>
          </p:spPr>
        </p:sp>
        <p:sp>
          <p:nvSpPr>
            <p:cNvPr id="61707" name=""/>
            <p:cNvSpPr/>
            <p:nvPr/>
          </p:nvSpPr>
          <p:spPr>
            <a:xfrm>
              <a:off x="2966" y="2494"/>
              <a:ext cx="138" cy="99"/>
            </a:xfrm>
            <a:custGeom>
              <a:pathLst>
                <a:path w="138" h="99">
                  <a:moveTo>
                    <a:pt x="131" y="71"/>
                  </a:moveTo>
                  <a:lnTo>
                    <a:pt x="133" y="65"/>
                  </a:lnTo>
                  <a:lnTo>
                    <a:pt x="136" y="58"/>
                  </a:lnTo>
                  <a:lnTo>
                    <a:pt x="137" y="54"/>
                  </a:lnTo>
                  <a:lnTo>
                    <a:pt x="137" y="47"/>
                  </a:lnTo>
                  <a:lnTo>
                    <a:pt x="136" y="37"/>
                  </a:lnTo>
                  <a:lnTo>
                    <a:pt x="131" y="27"/>
                  </a:lnTo>
                  <a:lnTo>
                    <a:pt x="124" y="21"/>
                  </a:lnTo>
                  <a:lnTo>
                    <a:pt x="114" y="13"/>
                  </a:lnTo>
                  <a:lnTo>
                    <a:pt x="104" y="8"/>
                  </a:lnTo>
                  <a:lnTo>
                    <a:pt x="92" y="4"/>
                  </a:lnTo>
                  <a:lnTo>
                    <a:pt x="79" y="1"/>
                  </a:lnTo>
                  <a:lnTo>
                    <a:pt x="67" y="0"/>
                  </a:lnTo>
                  <a:lnTo>
                    <a:pt x="54" y="1"/>
                  </a:lnTo>
                  <a:lnTo>
                    <a:pt x="41" y="4"/>
                  </a:lnTo>
                  <a:lnTo>
                    <a:pt x="30" y="9"/>
                  </a:lnTo>
                  <a:lnTo>
                    <a:pt x="20" y="14"/>
                  </a:lnTo>
                  <a:lnTo>
                    <a:pt x="11" y="21"/>
                  </a:lnTo>
                  <a:lnTo>
                    <a:pt x="8" y="26"/>
                  </a:lnTo>
                  <a:lnTo>
                    <a:pt x="2" y="33"/>
                  </a:lnTo>
                  <a:lnTo>
                    <a:pt x="0" y="44"/>
                  </a:lnTo>
                  <a:lnTo>
                    <a:pt x="0" y="52"/>
                  </a:lnTo>
                  <a:lnTo>
                    <a:pt x="1" y="58"/>
                  </a:lnTo>
                  <a:lnTo>
                    <a:pt x="2" y="65"/>
                  </a:lnTo>
                  <a:lnTo>
                    <a:pt x="6" y="71"/>
                  </a:lnTo>
                  <a:lnTo>
                    <a:pt x="10" y="75"/>
                  </a:lnTo>
                  <a:lnTo>
                    <a:pt x="15" y="80"/>
                  </a:lnTo>
                  <a:lnTo>
                    <a:pt x="20" y="83"/>
                  </a:lnTo>
                  <a:lnTo>
                    <a:pt x="25" y="87"/>
                  </a:lnTo>
                  <a:lnTo>
                    <a:pt x="29" y="90"/>
                  </a:lnTo>
                  <a:lnTo>
                    <a:pt x="34" y="92"/>
                  </a:lnTo>
                  <a:lnTo>
                    <a:pt x="43" y="95"/>
                  </a:lnTo>
                  <a:lnTo>
                    <a:pt x="51" y="97"/>
                  </a:lnTo>
                  <a:lnTo>
                    <a:pt x="60" y="98"/>
                  </a:lnTo>
                </a:path>
              </a:pathLst>
            </a:custGeom>
            <a:noFill/>
            <a:ln w="12700" cap="rnd" cmpd="sng">
              <a:solidFill>
                <a:srgbClr val="000000"/>
              </a:solidFill>
              <a:prstDash val="solid"/>
              <a:round/>
              <a:headEnd type="none" w="sm" len="sm"/>
              <a:tailEnd type="none" w="sm" len="sm"/>
            </a:ln>
            <a:effectLst/>
          </p:spPr>
        </p:sp>
        <p:cxnSp>
          <p:nvCxnSpPr>
            <p:cNvPr id="61708" name=""/>
            <p:cNvCxnSpPr/>
            <p:nvPr/>
          </p:nvCxnSpPr>
          <p:spPr>
            <a:xfrm flipH="1" flipV="1">
              <a:off x="3338" y="2609"/>
              <a:ext cx="0" cy="10"/>
            </a:xfrm>
            <a:prstGeom prst="line">
              <a:avLst/>
            </a:prstGeom>
            <a:noFill/>
            <a:ln w="12700">
              <a:solidFill>
                <a:prstClr val="black"/>
              </a:solidFill>
              <a:miter lim="800000"/>
            </a:ln>
            <a:effectLst/>
          </p:spPr>
        </p:cxnSp>
        <p:cxnSp>
          <p:nvCxnSpPr>
            <p:cNvPr id="61709" name=""/>
            <p:cNvCxnSpPr/>
            <p:nvPr/>
          </p:nvCxnSpPr>
          <p:spPr>
            <a:xfrm flipH="1" flipV="1">
              <a:off x="3338" y="2609"/>
              <a:ext cx="0" cy="10"/>
            </a:xfrm>
            <a:prstGeom prst="line">
              <a:avLst/>
            </a:prstGeom>
            <a:noFill/>
            <a:ln w="12700">
              <a:solidFill>
                <a:prstClr val="black"/>
              </a:solidFill>
              <a:miter lim="800000"/>
            </a:ln>
            <a:effectLst/>
          </p:spPr>
        </p:cxnSp>
        <p:cxnSp>
          <p:nvCxnSpPr>
            <p:cNvPr id="61710" name=""/>
            <p:cNvCxnSpPr/>
            <p:nvPr/>
          </p:nvCxnSpPr>
          <p:spPr>
            <a:xfrm flipH="1">
              <a:off x="3021" y="3091"/>
              <a:ext cx="2" cy="19"/>
            </a:xfrm>
            <a:prstGeom prst="line">
              <a:avLst/>
            </a:prstGeom>
            <a:noFill/>
            <a:ln w="12700">
              <a:solidFill>
                <a:prstClr val="black"/>
              </a:solidFill>
              <a:miter lim="800000"/>
            </a:ln>
            <a:effectLst/>
          </p:spPr>
        </p:cxnSp>
        <p:cxnSp>
          <p:nvCxnSpPr>
            <p:cNvPr id="61711" name=""/>
            <p:cNvCxnSpPr/>
            <p:nvPr/>
          </p:nvCxnSpPr>
          <p:spPr>
            <a:xfrm flipH="1">
              <a:off x="3021" y="3091"/>
              <a:ext cx="2" cy="19"/>
            </a:xfrm>
            <a:prstGeom prst="line">
              <a:avLst/>
            </a:prstGeom>
            <a:noFill/>
            <a:ln w="12700">
              <a:solidFill>
                <a:prstClr val="black"/>
              </a:solidFill>
              <a:miter lim="800000"/>
            </a:ln>
            <a:effectLst/>
          </p:spPr>
        </p:cxnSp>
        <p:sp>
          <p:nvSpPr>
            <p:cNvPr id="61712" name=""/>
            <p:cNvSpPr/>
            <p:nvPr/>
          </p:nvSpPr>
          <p:spPr>
            <a:xfrm>
              <a:off x="2862" y="2459"/>
              <a:ext cx="43" cy="17"/>
            </a:xfrm>
            <a:custGeom>
              <a:pathLst>
                <a:path w="43" h="17">
                  <a:moveTo>
                    <a:pt x="0" y="16"/>
                  </a:moveTo>
                  <a:lnTo>
                    <a:pt x="23" y="0"/>
                  </a:lnTo>
                  <a:lnTo>
                    <a:pt x="42" y="0"/>
                  </a:lnTo>
                </a:path>
              </a:pathLst>
            </a:custGeom>
            <a:noFill/>
            <a:ln w="12700" cap="rnd" cmpd="sng">
              <a:solidFill>
                <a:srgbClr val="000000"/>
              </a:solidFill>
              <a:prstDash val="solid"/>
              <a:round/>
              <a:headEnd type="none" w="sm" len="sm"/>
              <a:tailEnd type="none" w="sm" len="sm"/>
            </a:ln>
            <a:effectLst/>
          </p:spPr>
        </p:sp>
        <p:sp>
          <p:nvSpPr>
            <p:cNvPr id="61713" name=""/>
            <p:cNvSpPr/>
            <p:nvPr/>
          </p:nvSpPr>
          <p:spPr>
            <a:xfrm>
              <a:off x="2862" y="2459"/>
              <a:ext cx="43" cy="17"/>
            </a:xfrm>
            <a:custGeom>
              <a:pathLst>
                <a:path w="43" h="17">
                  <a:moveTo>
                    <a:pt x="0" y="16"/>
                  </a:moveTo>
                  <a:lnTo>
                    <a:pt x="23" y="0"/>
                  </a:lnTo>
                  <a:lnTo>
                    <a:pt x="42" y="0"/>
                  </a:lnTo>
                </a:path>
              </a:pathLst>
            </a:custGeom>
            <a:noFill/>
            <a:ln w="12700" cap="rnd" cmpd="sng">
              <a:solidFill>
                <a:srgbClr val="000000"/>
              </a:solidFill>
              <a:prstDash val="solid"/>
              <a:round/>
              <a:headEnd type="none" w="sm" len="sm"/>
              <a:tailEnd type="none" w="sm" len="sm"/>
            </a:ln>
            <a:effectLst/>
          </p:spPr>
        </p:sp>
        <p:cxnSp>
          <p:nvCxnSpPr>
            <p:cNvPr id="61714" name=""/>
            <p:cNvCxnSpPr/>
            <p:nvPr/>
          </p:nvCxnSpPr>
          <p:spPr>
            <a:xfrm>
              <a:off x="2792" y="3107"/>
              <a:ext cx="9" cy="15"/>
            </a:xfrm>
            <a:prstGeom prst="line">
              <a:avLst/>
            </a:prstGeom>
            <a:noFill/>
            <a:ln w="12700">
              <a:solidFill>
                <a:prstClr val="black"/>
              </a:solidFill>
              <a:miter lim="800000"/>
            </a:ln>
            <a:effectLst/>
          </p:spPr>
        </p:cxnSp>
        <p:cxnSp>
          <p:nvCxnSpPr>
            <p:cNvPr id="61715" name=""/>
            <p:cNvCxnSpPr/>
            <p:nvPr/>
          </p:nvCxnSpPr>
          <p:spPr>
            <a:xfrm>
              <a:off x="2792" y="3107"/>
              <a:ext cx="9" cy="15"/>
            </a:xfrm>
            <a:prstGeom prst="line">
              <a:avLst/>
            </a:prstGeom>
            <a:noFill/>
            <a:ln w="12700">
              <a:solidFill>
                <a:prstClr val="black"/>
              </a:solidFill>
              <a:miter lim="800000"/>
            </a:ln>
            <a:effectLst/>
          </p:spPr>
        </p:cxnSp>
        <p:sp>
          <p:nvSpPr>
            <p:cNvPr id="61716" name=""/>
            <p:cNvSpPr/>
            <p:nvPr/>
          </p:nvSpPr>
          <p:spPr>
            <a:xfrm>
              <a:off x="2642" y="2862"/>
              <a:ext cx="48" cy="84"/>
            </a:xfrm>
            <a:custGeom>
              <a:pathLst>
                <a:path w="48" h="84">
                  <a:moveTo>
                    <a:pt x="0" y="0"/>
                  </a:moveTo>
                  <a:lnTo>
                    <a:pt x="6" y="13"/>
                  </a:lnTo>
                  <a:lnTo>
                    <a:pt x="12" y="27"/>
                  </a:lnTo>
                  <a:lnTo>
                    <a:pt x="18" y="40"/>
                  </a:lnTo>
                  <a:lnTo>
                    <a:pt x="27" y="52"/>
                  </a:lnTo>
                  <a:lnTo>
                    <a:pt x="35" y="66"/>
                  </a:lnTo>
                  <a:lnTo>
                    <a:pt x="43" y="76"/>
                  </a:lnTo>
                  <a:lnTo>
                    <a:pt x="47" y="83"/>
                  </a:lnTo>
                </a:path>
              </a:pathLst>
            </a:custGeom>
            <a:noFill/>
            <a:ln w="12700" cap="rnd" cmpd="sng">
              <a:solidFill>
                <a:srgbClr val="000000"/>
              </a:solidFill>
              <a:prstDash val="solid"/>
              <a:round/>
              <a:headEnd type="none" w="sm" len="sm"/>
              <a:tailEnd type="none" w="sm" len="sm"/>
            </a:ln>
            <a:effectLst/>
          </p:spPr>
        </p:sp>
        <p:sp>
          <p:nvSpPr>
            <p:cNvPr id="61717" name=""/>
            <p:cNvSpPr/>
            <p:nvPr/>
          </p:nvSpPr>
          <p:spPr>
            <a:xfrm>
              <a:off x="2642" y="2862"/>
              <a:ext cx="48" cy="84"/>
            </a:xfrm>
            <a:custGeom>
              <a:pathLst>
                <a:path w="48" h="84">
                  <a:moveTo>
                    <a:pt x="0" y="0"/>
                  </a:moveTo>
                  <a:lnTo>
                    <a:pt x="6" y="13"/>
                  </a:lnTo>
                  <a:lnTo>
                    <a:pt x="12" y="27"/>
                  </a:lnTo>
                  <a:lnTo>
                    <a:pt x="18" y="40"/>
                  </a:lnTo>
                  <a:lnTo>
                    <a:pt x="27" y="52"/>
                  </a:lnTo>
                  <a:lnTo>
                    <a:pt x="35" y="66"/>
                  </a:lnTo>
                  <a:lnTo>
                    <a:pt x="43" y="76"/>
                  </a:lnTo>
                  <a:lnTo>
                    <a:pt x="47" y="83"/>
                  </a:lnTo>
                </a:path>
              </a:pathLst>
            </a:custGeom>
            <a:noFill/>
            <a:ln w="12700" cap="rnd" cmpd="sng">
              <a:solidFill>
                <a:srgbClr val="000000"/>
              </a:solidFill>
              <a:prstDash val="solid"/>
              <a:round/>
              <a:headEnd type="none" w="sm" len="sm"/>
              <a:tailEnd type="none" w="sm" len="sm"/>
            </a:ln>
            <a:effectLst/>
          </p:spPr>
        </p:sp>
        <p:cxnSp>
          <p:nvCxnSpPr>
            <p:cNvPr id="61718" name=""/>
            <p:cNvCxnSpPr/>
            <p:nvPr/>
          </p:nvCxnSpPr>
          <p:spPr>
            <a:xfrm flipV="1">
              <a:off x="2857" y="2502"/>
              <a:ext cx="9" cy="1"/>
            </a:xfrm>
            <a:prstGeom prst="line">
              <a:avLst/>
            </a:prstGeom>
            <a:noFill/>
            <a:ln w="12700">
              <a:solidFill>
                <a:prstClr val="black"/>
              </a:solidFill>
              <a:miter lim="800000"/>
            </a:ln>
            <a:effectLst/>
          </p:spPr>
        </p:cxnSp>
        <p:cxnSp>
          <p:nvCxnSpPr>
            <p:cNvPr id="61719" name=""/>
            <p:cNvCxnSpPr/>
            <p:nvPr/>
          </p:nvCxnSpPr>
          <p:spPr>
            <a:xfrm flipV="1">
              <a:off x="2857" y="2502"/>
              <a:ext cx="9" cy="1"/>
            </a:xfrm>
            <a:prstGeom prst="line">
              <a:avLst/>
            </a:prstGeom>
            <a:noFill/>
            <a:ln w="12700">
              <a:solidFill>
                <a:prstClr val="black"/>
              </a:solidFill>
              <a:miter lim="800000"/>
            </a:ln>
            <a:effectLst/>
          </p:spPr>
        </p:cxnSp>
        <p:sp>
          <p:nvSpPr>
            <p:cNvPr id="61720" name=""/>
            <p:cNvSpPr/>
            <p:nvPr/>
          </p:nvSpPr>
          <p:spPr>
            <a:xfrm>
              <a:off x="2822" y="2423"/>
              <a:ext cx="527" cy="299"/>
            </a:xfrm>
            <a:custGeom>
              <a:pathLst>
                <a:path w="527" h="299">
                  <a:moveTo>
                    <a:pt x="48" y="34"/>
                  </a:moveTo>
                  <a:lnTo>
                    <a:pt x="56" y="34"/>
                  </a:lnTo>
                  <a:lnTo>
                    <a:pt x="64" y="31"/>
                  </a:lnTo>
                  <a:lnTo>
                    <a:pt x="69" y="36"/>
                  </a:lnTo>
                  <a:lnTo>
                    <a:pt x="80" y="29"/>
                  </a:lnTo>
                  <a:lnTo>
                    <a:pt x="81" y="38"/>
                  </a:lnTo>
                  <a:lnTo>
                    <a:pt x="77" y="40"/>
                  </a:lnTo>
                  <a:lnTo>
                    <a:pt x="72" y="50"/>
                  </a:lnTo>
                  <a:lnTo>
                    <a:pt x="49" y="64"/>
                  </a:lnTo>
                  <a:lnTo>
                    <a:pt x="55" y="73"/>
                  </a:lnTo>
                  <a:lnTo>
                    <a:pt x="54" y="77"/>
                  </a:lnTo>
                  <a:lnTo>
                    <a:pt x="46" y="77"/>
                  </a:lnTo>
                  <a:lnTo>
                    <a:pt x="43" y="80"/>
                  </a:lnTo>
                  <a:lnTo>
                    <a:pt x="48" y="88"/>
                  </a:lnTo>
                  <a:lnTo>
                    <a:pt x="42" y="88"/>
                  </a:lnTo>
                  <a:lnTo>
                    <a:pt x="34" y="83"/>
                  </a:lnTo>
                  <a:lnTo>
                    <a:pt x="33" y="77"/>
                  </a:lnTo>
                  <a:lnTo>
                    <a:pt x="26" y="75"/>
                  </a:lnTo>
                  <a:lnTo>
                    <a:pt x="21" y="77"/>
                  </a:lnTo>
                  <a:lnTo>
                    <a:pt x="0" y="77"/>
                  </a:lnTo>
                  <a:lnTo>
                    <a:pt x="13" y="84"/>
                  </a:lnTo>
                  <a:lnTo>
                    <a:pt x="21" y="85"/>
                  </a:lnTo>
                  <a:lnTo>
                    <a:pt x="30" y="84"/>
                  </a:lnTo>
                  <a:lnTo>
                    <a:pt x="37" y="85"/>
                  </a:lnTo>
                  <a:lnTo>
                    <a:pt x="37" y="92"/>
                  </a:lnTo>
                  <a:lnTo>
                    <a:pt x="32" y="92"/>
                  </a:lnTo>
                  <a:lnTo>
                    <a:pt x="28" y="102"/>
                  </a:lnTo>
                  <a:lnTo>
                    <a:pt x="32" y="109"/>
                  </a:lnTo>
                  <a:lnTo>
                    <a:pt x="32" y="118"/>
                  </a:lnTo>
                  <a:lnTo>
                    <a:pt x="33" y="118"/>
                  </a:lnTo>
                  <a:lnTo>
                    <a:pt x="46" y="113"/>
                  </a:lnTo>
                  <a:lnTo>
                    <a:pt x="49" y="121"/>
                  </a:lnTo>
                  <a:lnTo>
                    <a:pt x="40" y="133"/>
                  </a:lnTo>
                  <a:lnTo>
                    <a:pt x="41" y="136"/>
                  </a:lnTo>
                  <a:lnTo>
                    <a:pt x="47" y="136"/>
                  </a:lnTo>
                  <a:lnTo>
                    <a:pt x="67" y="115"/>
                  </a:lnTo>
                  <a:lnTo>
                    <a:pt x="80" y="99"/>
                  </a:lnTo>
                  <a:lnTo>
                    <a:pt x="82" y="92"/>
                  </a:lnTo>
                  <a:lnTo>
                    <a:pt x="91" y="83"/>
                  </a:lnTo>
                  <a:lnTo>
                    <a:pt x="101" y="83"/>
                  </a:lnTo>
                  <a:lnTo>
                    <a:pt x="113" y="71"/>
                  </a:lnTo>
                  <a:lnTo>
                    <a:pt x="139" y="64"/>
                  </a:lnTo>
                  <a:lnTo>
                    <a:pt x="137" y="55"/>
                  </a:lnTo>
                  <a:lnTo>
                    <a:pt x="139" y="52"/>
                  </a:lnTo>
                  <a:lnTo>
                    <a:pt x="160" y="52"/>
                  </a:lnTo>
                  <a:lnTo>
                    <a:pt x="166" y="51"/>
                  </a:lnTo>
                  <a:lnTo>
                    <a:pt x="173" y="48"/>
                  </a:lnTo>
                  <a:lnTo>
                    <a:pt x="198" y="48"/>
                  </a:lnTo>
                  <a:lnTo>
                    <a:pt x="192" y="56"/>
                  </a:lnTo>
                  <a:lnTo>
                    <a:pt x="194" y="60"/>
                  </a:lnTo>
                  <a:lnTo>
                    <a:pt x="200" y="59"/>
                  </a:lnTo>
                  <a:lnTo>
                    <a:pt x="208" y="59"/>
                  </a:lnTo>
                  <a:lnTo>
                    <a:pt x="212" y="58"/>
                  </a:lnTo>
                  <a:lnTo>
                    <a:pt x="232" y="56"/>
                  </a:lnTo>
                  <a:lnTo>
                    <a:pt x="241" y="52"/>
                  </a:lnTo>
                  <a:lnTo>
                    <a:pt x="252" y="52"/>
                  </a:lnTo>
                  <a:lnTo>
                    <a:pt x="262" y="54"/>
                  </a:lnTo>
                  <a:lnTo>
                    <a:pt x="272" y="59"/>
                  </a:lnTo>
                  <a:lnTo>
                    <a:pt x="284" y="55"/>
                  </a:lnTo>
                  <a:lnTo>
                    <a:pt x="287" y="51"/>
                  </a:lnTo>
                  <a:lnTo>
                    <a:pt x="293" y="48"/>
                  </a:lnTo>
                  <a:lnTo>
                    <a:pt x="296" y="55"/>
                  </a:lnTo>
                  <a:lnTo>
                    <a:pt x="301" y="59"/>
                  </a:lnTo>
                  <a:lnTo>
                    <a:pt x="307" y="59"/>
                  </a:lnTo>
                  <a:lnTo>
                    <a:pt x="322" y="71"/>
                  </a:lnTo>
                  <a:lnTo>
                    <a:pt x="335" y="75"/>
                  </a:lnTo>
                  <a:lnTo>
                    <a:pt x="335" y="79"/>
                  </a:lnTo>
                  <a:lnTo>
                    <a:pt x="336" y="80"/>
                  </a:lnTo>
                  <a:lnTo>
                    <a:pt x="345" y="80"/>
                  </a:lnTo>
                  <a:lnTo>
                    <a:pt x="349" y="81"/>
                  </a:lnTo>
                  <a:lnTo>
                    <a:pt x="353" y="81"/>
                  </a:lnTo>
                  <a:lnTo>
                    <a:pt x="355" y="85"/>
                  </a:lnTo>
                  <a:lnTo>
                    <a:pt x="363" y="85"/>
                  </a:lnTo>
                  <a:lnTo>
                    <a:pt x="366" y="92"/>
                  </a:lnTo>
                  <a:lnTo>
                    <a:pt x="370" y="90"/>
                  </a:lnTo>
                  <a:lnTo>
                    <a:pt x="372" y="95"/>
                  </a:lnTo>
                  <a:lnTo>
                    <a:pt x="370" y="98"/>
                  </a:lnTo>
                  <a:lnTo>
                    <a:pt x="357" y="104"/>
                  </a:lnTo>
                  <a:lnTo>
                    <a:pt x="355" y="102"/>
                  </a:lnTo>
                  <a:lnTo>
                    <a:pt x="353" y="90"/>
                  </a:lnTo>
                  <a:lnTo>
                    <a:pt x="345" y="85"/>
                  </a:lnTo>
                  <a:lnTo>
                    <a:pt x="342" y="88"/>
                  </a:lnTo>
                  <a:lnTo>
                    <a:pt x="345" y="97"/>
                  </a:lnTo>
                  <a:lnTo>
                    <a:pt x="340" y="108"/>
                  </a:lnTo>
                  <a:lnTo>
                    <a:pt x="349" y="119"/>
                  </a:lnTo>
                  <a:lnTo>
                    <a:pt x="385" y="142"/>
                  </a:lnTo>
                  <a:lnTo>
                    <a:pt x="399" y="163"/>
                  </a:lnTo>
                  <a:lnTo>
                    <a:pt x="420" y="170"/>
                  </a:lnTo>
                  <a:lnTo>
                    <a:pt x="417" y="156"/>
                  </a:lnTo>
                  <a:lnTo>
                    <a:pt x="437" y="161"/>
                  </a:lnTo>
                  <a:lnTo>
                    <a:pt x="438" y="158"/>
                  </a:lnTo>
                  <a:lnTo>
                    <a:pt x="411" y="142"/>
                  </a:lnTo>
                  <a:lnTo>
                    <a:pt x="406" y="140"/>
                  </a:lnTo>
                  <a:lnTo>
                    <a:pt x="403" y="140"/>
                  </a:lnTo>
                  <a:lnTo>
                    <a:pt x="388" y="129"/>
                  </a:lnTo>
                  <a:lnTo>
                    <a:pt x="374" y="122"/>
                  </a:lnTo>
                  <a:lnTo>
                    <a:pt x="374" y="118"/>
                  </a:lnTo>
                  <a:lnTo>
                    <a:pt x="376" y="115"/>
                  </a:lnTo>
                  <a:lnTo>
                    <a:pt x="381" y="115"/>
                  </a:lnTo>
                  <a:lnTo>
                    <a:pt x="386" y="119"/>
                  </a:lnTo>
                  <a:lnTo>
                    <a:pt x="390" y="125"/>
                  </a:lnTo>
                  <a:lnTo>
                    <a:pt x="397" y="128"/>
                  </a:lnTo>
                  <a:lnTo>
                    <a:pt x="403" y="128"/>
                  </a:lnTo>
                  <a:lnTo>
                    <a:pt x="403" y="122"/>
                  </a:lnTo>
                  <a:lnTo>
                    <a:pt x="399" y="119"/>
                  </a:lnTo>
                  <a:lnTo>
                    <a:pt x="399" y="115"/>
                  </a:lnTo>
                  <a:lnTo>
                    <a:pt x="403" y="113"/>
                  </a:lnTo>
                  <a:lnTo>
                    <a:pt x="409" y="115"/>
                  </a:lnTo>
                  <a:lnTo>
                    <a:pt x="410" y="123"/>
                  </a:lnTo>
                  <a:lnTo>
                    <a:pt x="416" y="125"/>
                  </a:lnTo>
                  <a:lnTo>
                    <a:pt x="424" y="125"/>
                  </a:lnTo>
                  <a:lnTo>
                    <a:pt x="428" y="129"/>
                  </a:lnTo>
                  <a:lnTo>
                    <a:pt x="426" y="132"/>
                  </a:lnTo>
                  <a:lnTo>
                    <a:pt x="437" y="145"/>
                  </a:lnTo>
                  <a:lnTo>
                    <a:pt x="440" y="145"/>
                  </a:lnTo>
                  <a:lnTo>
                    <a:pt x="441" y="148"/>
                  </a:lnTo>
                  <a:lnTo>
                    <a:pt x="441" y="152"/>
                  </a:lnTo>
                  <a:lnTo>
                    <a:pt x="447" y="169"/>
                  </a:lnTo>
                  <a:lnTo>
                    <a:pt x="445" y="171"/>
                  </a:lnTo>
                  <a:lnTo>
                    <a:pt x="441" y="171"/>
                  </a:lnTo>
                  <a:lnTo>
                    <a:pt x="430" y="166"/>
                  </a:lnTo>
                  <a:lnTo>
                    <a:pt x="430" y="170"/>
                  </a:lnTo>
                  <a:lnTo>
                    <a:pt x="438" y="176"/>
                  </a:lnTo>
                  <a:lnTo>
                    <a:pt x="451" y="177"/>
                  </a:lnTo>
                  <a:lnTo>
                    <a:pt x="451" y="190"/>
                  </a:lnTo>
                  <a:lnTo>
                    <a:pt x="460" y="195"/>
                  </a:lnTo>
                  <a:lnTo>
                    <a:pt x="460" y="203"/>
                  </a:lnTo>
                  <a:lnTo>
                    <a:pt x="468" y="211"/>
                  </a:lnTo>
                  <a:lnTo>
                    <a:pt x="468" y="222"/>
                  </a:lnTo>
                  <a:lnTo>
                    <a:pt x="472" y="227"/>
                  </a:lnTo>
                  <a:lnTo>
                    <a:pt x="468" y="231"/>
                  </a:lnTo>
                  <a:lnTo>
                    <a:pt x="468" y="235"/>
                  </a:lnTo>
                  <a:lnTo>
                    <a:pt x="472" y="237"/>
                  </a:lnTo>
                  <a:lnTo>
                    <a:pt x="476" y="234"/>
                  </a:lnTo>
                  <a:lnTo>
                    <a:pt x="494" y="242"/>
                  </a:lnTo>
                  <a:lnTo>
                    <a:pt x="497" y="254"/>
                  </a:lnTo>
                  <a:lnTo>
                    <a:pt x="487" y="268"/>
                  </a:lnTo>
                  <a:lnTo>
                    <a:pt x="487" y="272"/>
                  </a:lnTo>
                  <a:lnTo>
                    <a:pt x="495" y="278"/>
                  </a:lnTo>
                  <a:lnTo>
                    <a:pt x="499" y="286"/>
                  </a:lnTo>
                  <a:lnTo>
                    <a:pt x="510" y="298"/>
                  </a:lnTo>
                  <a:lnTo>
                    <a:pt x="518" y="295"/>
                  </a:lnTo>
                  <a:lnTo>
                    <a:pt x="518" y="287"/>
                  </a:lnTo>
                  <a:lnTo>
                    <a:pt x="520" y="281"/>
                  </a:lnTo>
                  <a:lnTo>
                    <a:pt x="518" y="271"/>
                  </a:lnTo>
                  <a:lnTo>
                    <a:pt x="520" y="264"/>
                  </a:lnTo>
                  <a:lnTo>
                    <a:pt x="514" y="258"/>
                  </a:lnTo>
                  <a:lnTo>
                    <a:pt x="510" y="253"/>
                  </a:lnTo>
                  <a:lnTo>
                    <a:pt x="508" y="242"/>
                  </a:lnTo>
                  <a:lnTo>
                    <a:pt x="502" y="236"/>
                  </a:lnTo>
                  <a:lnTo>
                    <a:pt x="506" y="224"/>
                  </a:lnTo>
                  <a:lnTo>
                    <a:pt x="501" y="215"/>
                  </a:lnTo>
                  <a:lnTo>
                    <a:pt x="501" y="208"/>
                  </a:lnTo>
                  <a:lnTo>
                    <a:pt x="514" y="205"/>
                  </a:lnTo>
                  <a:lnTo>
                    <a:pt x="516" y="205"/>
                  </a:lnTo>
                  <a:lnTo>
                    <a:pt x="520" y="211"/>
                  </a:lnTo>
                  <a:lnTo>
                    <a:pt x="520" y="208"/>
                  </a:lnTo>
                  <a:lnTo>
                    <a:pt x="516" y="200"/>
                  </a:lnTo>
                  <a:lnTo>
                    <a:pt x="514" y="198"/>
                  </a:lnTo>
                  <a:lnTo>
                    <a:pt x="515" y="196"/>
                  </a:lnTo>
                  <a:lnTo>
                    <a:pt x="511" y="196"/>
                  </a:lnTo>
                  <a:lnTo>
                    <a:pt x="510" y="199"/>
                  </a:lnTo>
                  <a:lnTo>
                    <a:pt x="498" y="200"/>
                  </a:lnTo>
                  <a:lnTo>
                    <a:pt x="494" y="196"/>
                  </a:lnTo>
                  <a:lnTo>
                    <a:pt x="495" y="191"/>
                  </a:lnTo>
                  <a:lnTo>
                    <a:pt x="504" y="190"/>
                  </a:lnTo>
                  <a:lnTo>
                    <a:pt x="508" y="186"/>
                  </a:lnTo>
                  <a:lnTo>
                    <a:pt x="514" y="186"/>
                  </a:lnTo>
                  <a:lnTo>
                    <a:pt x="515" y="190"/>
                  </a:lnTo>
                  <a:lnTo>
                    <a:pt x="518" y="187"/>
                  </a:lnTo>
                  <a:lnTo>
                    <a:pt x="526" y="186"/>
                  </a:lnTo>
                  <a:lnTo>
                    <a:pt x="520" y="182"/>
                  </a:lnTo>
                  <a:lnTo>
                    <a:pt x="512" y="180"/>
                  </a:lnTo>
                  <a:lnTo>
                    <a:pt x="510" y="165"/>
                  </a:lnTo>
                  <a:lnTo>
                    <a:pt x="514" y="161"/>
                  </a:lnTo>
                  <a:lnTo>
                    <a:pt x="514" y="156"/>
                  </a:lnTo>
                  <a:lnTo>
                    <a:pt x="506" y="144"/>
                  </a:lnTo>
                  <a:lnTo>
                    <a:pt x="510" y="137"/>
                  </a:lnTo>
                  <a:lnTo>
                    <a:pt x="497" y="123"/>
                  </a:lnTo>
                  <a:lnTo>
                    <a:pt x="477" y="104"/>
                  </a:lnTo>
                  <a:lnTo>
                    <a:pt x="455" y="85"/>
                  </a:lnTo>
                  <a:lnTo>
                    <a:pt x="430" y="68"/>
                  </a:lnTo>
                  <a:lnTo>
                    <a:pt x="411" y="56"/>
                  </a:lnTo>
                  <a:lnTo>
                    <a:pt x="389" y="44"/>
                  </a:lnTo>
                  <a:lnTo>
                    <a:pt x="364" y="31"/>
                  </a:lnTo>
                  <a:lnTo>
                    <a:pt x="335" y="20"/>
                  </a:lnTo>
                  <a:lnTo>
                    <a:pt x="303" y="12"/>
                  </a:lnTo>
                  <a:lnTo>
                    <a:pt x="269" y="5"/>
                  </a:lnTo>
                  <a:lnTo>
                    <a:pt x="236" y="1"/>
                  </a:lnTo>
                  <a:lnTo>
                    <a:pt x="208" y="0"/>
                  </a:lnTo>
                  <a:lnTo>
                    <a:pt x="177" y="1"/>
                  </a:lnTo>
                  <a:lnTo>
                    <a:pt x="144" y="6"/>
                  </a:lnTo>
                  <a:lnTo>
                    <a:pt x="110" y="13"/>
                  </a:lnTo>
                  <a:lnTo>
                    <a:pt x="79" y="22"/>
                  </a:lnTo>
                  <a:lnTo>
                    <a:pt x="54" y="31"/>
                  </a:lnTo>
                  <a:lnTo>
                    <a:pt x="48" y="34"/>
                  </a:lnTo>
                  <a:lnTo>
                    <a:pt x="48" y="34"/>
                  </a:lnTo>
                </a:path>
              </a:pathLst>
            </a:custGeom>
            <a:solidFill>
              <a:srgbClr val="00FF00"/>
            </a:solidFill>
            <a:ln cap="rnd">
              <a:noFill/>
              <a:round/>
            </a:ln>
            <a:effectLst/>
          </p:spPr>
        </p:sp>
        <p:sp>
          <p:nvSpPr>
            <p:cNvPr id="61721" name=""/>
            <p:cNvSpPr/>
            <p:nvPr/>
          </p:nvSpPr>
          <p:spPr>
            <a:xfrm>
              <a:off x="2822" y="2423"/>
              <a:ext cx="527" cy="299"/>
            </a:xfrm>
            <a:custGeom>
              <a:pathLst>
                <a:path w="527" h="299">
                  <a:moveTo>
                    <a:pt x="48" y="34"/>
                  </a:moveTo>
                  <a:lnTo>
                    <a:pt x="56" y="34"/>
                  </a:lnTo>
                  <a:lnTo>
                    <a:pt x="64" y="31"/>
                  </a:lnTo>
                  <a:lnTo>
                    <a:pt x="69" y="36"/>
                  </a:lnTo>
                  <a:lnTo>
                    <a:pt x="80" y="29"/>
                  </a:lnTo>
                  <a:lnTo>
                    <a:pt x="81" y="38"/>
                  </a:lnTo>
                  <a:lnTo>
                    <a:pt x="77" y="40"/>
                  </a:lnTo>
                  <a:lnTo>
                    <a:pt x="72" y="50"/>
                  </a:lnTo>
                  <a:lnTo>
                    <a:pt x="49" y="64"/>
                  </a:lnTo>
                  <a:lnTo>
                    <a:pt x="55" y="73"/>
                  </a:lnTo>
                  <a:lnTo>
                    <a:pt x="54" y="77"/>
                  </a:lnTo>
                  <a:lnTo>
                    <a:pt x="46" y="77"/>
                  </a:lnTo>
                  <a:lnTo>
                    <a:pt x="43" y="80"/>
                  </a:lnTo>
                  <a:lnTo>
                    <a:pt x="48" y="88"/>
                  </a:lnTo>
                  <a:lnTo>
                    <a:pt x="42" y="88"/>
                  </a:lnTo>
                  <a:lnTo>
                    <a:pt x="34" y="83"/>
                  </a:lnTo>
                  <a:lnTo>
                    <a:pt x="33" y="77"/>
                  </a:lnTo>
                  <a:lnTo>
                    <a:pt x="26" y="75"/>
                  </a:lnTo>
                  <a:lnTo>
                    <a:pt x="21" y="77"/>
                  </a:lnTo>
                  <a:lnTo>
                    <a:pt x="0" y="77"/>
                  </a:lnTo>
                  <a:lnTo>
                    <a:pt x="13" y="84"/>
                  </a:lnTo>
                  <a:lnTo>
                    <a:pt x="21" y="85"/>
                  </a:lnTo>
                  <a:lnTo>
                    <a:pt x="30" y="84"/>
                  </a:lnTo>
                  <a:lnTo>
                    <a:pt x="37" y="85"/>
                  </a:lnTo>
                  <a:lnTo>
                    <a:pt x="37" y="92"/>
                  </a:lnTo>
                  <a:lnTo>
                    <a:pt x="32" y="92"/>
                  </a:lnTo>
                  <a:lnTo>
                    <a:pt x="28" y="102"/>
                  </a:lnTo>
                  <a:lnTo>
                    <a:pt x="32" y="109"/>
                  </a:lnTo>
                  <a:lnTo>
                    <a:pt x="32" y="118"/>
                  </a:lnTo>
                  <a:lnTo>
                    <a:pt x="33" y="118"/>
                  </a:lnTo>
                  <a:lnTo>
                    <a:pt x="46" y="113"/>
                  </a:lnTo>
                  <a:lnTo>
                    <a:pt x="49" y="121"/>
                  </a:lnTo>
                  <a:lnTo>
                    <a:pt x="40" y="133"/>
                  </a:lnTo>
                  <a:lnTo>
                    <a:pt x="41" y="136"/>
                  </a:lnTo>
                  <a:lnTo>
                    <a:pt x="47" y="136"/>
                  </a:lnTo>
                  <a:lnTo>
                    <a:pt x="67" y="115"/>
                  </a:lnTo>
                  <a:lnTo>
                    <a:pt x="80" y="99"/>
                  </a:lnTo>
                  <a:lnTo>
                    <a:pt x="82" y="92"/>
                  </a:lnTo>
                  <a:lnTo>
                    <a:pt x="91" y="83"/>
                  </a:lnTo>
                  <a:lnTo>
                    <a:pt x="101" y="83"/>
                  </a:lnTo>
                  <a:lnTo>
                    <a:pt x="113" y="71"/>
                  </a:lnTo>
                  <a:lnTo>
                    <a:pt x="139" y="64"/>
                  </a:lnTo>
                  <a:lnTo>
                    <a:pt x="137" y="55"/>
                  </a:lnTo>
                  <a:lnTo>
                    <a:pt x="139" y="52"/>
                  </a:lnTo>
                  <a:lnTo>
                    <a:pt x="160" y="52"/>
                  </a:lnTo>
                  <a:lnTo>
                    <a:pt x="166" y="51"/>
                  </a:lnTo>
                  <a:lnTo>
                    <a:pt x="173" y="48"/>
                  </a:lnTo>
                  <a:lnTo>
                    <a:pt x="198" y="48"/>
                  </a:lnTo>
                  <a:lnTo>
                    <a:pt x="192" y="56"/>
                  </a:lnTo>
                  <a:lnTo>
                    <a:pt x="194" y="60"/>
                  </a:lnTo>
                  <a:lnTo>
                    <a:pt x="200" y="59"/>
                  </a:lnTo>
                  <a:lnTo>
                    <a:pt x="208" y="59"/>
                  </a:lnTo>
                  <a:lnTo>
                    <a:pt x="212" y="58"/>
                  </a:lnTo>
                  <a:lnTo>
                    <a:pt x="232" y="56"/>
                  </a:lnTo>
                  <a:lnTo>
                    <a:pt x="241" y="52"/>
                  </a:lnTo>
                  <a:lnTo>
                    <a:pt x="252" y="52"/>
                  </a:lnTo>
                  <a:lnTo>
                    <a:pt x="262" y="54"/>
                  </a:lnTo>
                  <a:lnTo>
                    <a:pt x="272" y="59"/>
                  </a:lnTo>
                  <a:lnTo>
                    <a:pt x="284" y="55"/>
                  </a:lnTo>
                  <a:lnTo>
                    <a:pt x="287" y="51"/>
                  </a:lnTo>
                  <a:lnTo>
                    <a:pt x="293" y="48"/>
                  </a:lnTo>
                  <a:lnTo>
                    <a:pt x="296" y="55"/>
                  </a:lnTo>
                  <a:lnTo>
                    <a:pt x="301" y="59"/>
                  </a:lnTo>
                  <a:lnTo>
                    <a:pt x="307" y="59"/>
                  </a:lnTo>
                  <a:lnTo>
                    <a:pt x="322" y="71"/>
                  </a:lnTo>
                  <a:lnTo>
                    <a:pt x="335" y="75"/>
                  </a:lnTo>
                  <a:lnTo>
                    <a:pt x="335" y="79"/>
                  </a:lnTo>
                  <a:lnTo>
                    <a:pt x="336" y="80"/>
                  </a:lnTo>
                  <a:lnTo>
                    <a:pt x="345" y="80"/>
                  </a:lnTo>
                  <a:lnTo>
                    <a:pt x="349" y="81"/>
                  </a:lnTo>
                  <a:lnTo>
                    <a:pt x="353" y="81"/>
                  </a:lnTo>
                  <a:lnTo>
                    <a:pt x="355" y="85"/>
                  </a:lnTo>
                  <a:lnTo>
                    <a:pt x="363" y="85"/>
                  </a:lnTo>
                  <a:lnTo>
                    <a:pt x="366" y="92"/>
                  </a:lnTo>
                  <a:lnTo>
                    <a:pt x="370" y="90"/>
                  </a:lnTo>
                  <a:lnTo>
                    <a:pt x="372" y="95"/>
                  </a:lnTo>
                  <a:lnTo>
                    <a:pt x="370" y="98"/>
                  </a:lnTo>
                  <a:lnTo>
                    <a:pt x="357" y="104"/>
                  </a:lnTo>
                  <a:lnTo>
                    <a:pt x="355" y="102"/>
                  </a:lnTo>
                  <a:lnTo>
                    <a:pt x="353" y="90"/>
                  </a:lnTo>
                  <a:lnTo>
                    <a:pt x="345" y="85"/>
                  </a:lnTo>
                  <a:lnTo>
                    <a:pt x="342" y="88"/>
                  </a:lnTo>
                  <a:lnTo>
                    <a:pt x="345" y="97"/>
                  </a:lnTo>
                  <a:lnTo>
                    <a:pt x="340" y="108"/>
                  </a:lnTo>
                  <a:lnTo>
                    <a:pt x="349" y="119"/>
                  </a:lnTo>
                  <a:lnTo>
                    <a:pt x="385" y="142"/>
                  </a:lnTo>
                  <a:lnTo>
                    <a:pt x="399" y="163"/>
                  </a:lnTo>
                  <a:lnTo>
                    <a:pt x="420" y="170"/>
                  </a:lnTo>
                  <a:lnTo>
                    <a:pt x="417" y="156"/>
                  </a:lnTo>
                  <a:lnTo>
                    <a:pt x="437" y="161"/>
                  </a:lnTo>
                  <a:lnTo>
                    <a:pt x="438" y="158"/>
                  </a:lnTo>
                  <a:lnTo>
                    <a:pt x="411" y="142"/>
                  </a:lnTo>
                  <a:lnTo>
                    <a:pt x="406" y="140"/>
                  </a:lnTo>
                  <a:lnTo>
                    <a:pt x="403" y="140"/>
                  </a:lnTo>
                  <a:lnTo>
                    <a:pt x="388" y="129"/>
                  </a:lnTo>
                  <a:lnTo>
                    <a:pt x="374" y="122"/>
                  </a:lnTo>
                  <a:lnTo>
                    <a:pt x="374" y="118"/>
                  </a:lnTo>
                  <a:lnTo>
                    <a:pt x="376" y="115"/>
                  </a:lnTo>
                  <a:lnTo>
                    <a:pt x="381" y="115"/>
                  </a:lnTo>
                  <a:lnTo>
                    <a:pt x="386" y="119"/>
                  </a:lnTo>
                  <a:lnTo>
                    <a:pt x="390" y="125"/>
                  </a:lnTo>
                  <a:lnTo>
                    <a:pt x="397" y="128"/>
                  </a:lnTo>
                  <a:lnTo>
                    <a:pt x="403" y="128"/>
                  </a:lnTo>
                  <a:lnTo>
                    <a:pt x="403" y="122"/>
                  </a:lnTo>
                  <a:lnTo>
                    <a:pt x="399" y="119"/>
                  </a:lnTo>
                  <a:lnTo>
                    <a:pt x="399" y="115"/>
                  </a:lnTo>
                  <a:lnTo>
                    <a:pt x="403" y="113"/>
                  </a:lnTo>
                  <a:lnTo>
                    <a:pt x="409" y="115"/>
                  </a:lnTo>
                  <a:lnTo>
                    <a:pt x="410" y="123"/>
                  </a:lnTo>
                  <a:lnTo>
                    <a:pt x="416" y="125"/>
                  </a:lnTo>
                  <a:lnTo>
                    <a:pt x="424" y="125"/>
                  </a:lnTo>
                  <a:lnTo>
                    <a:pt x="428" y="129"/>
                  </a:lnTo>
                  <a:lnTo>
                    <a:pt x="426" y="132"/>
                  </a:lnTo>
                  <a:lnTo>
                    <a:pt x="437" y="145"/>
                  </a:lnTo>
                  <a:lnTo>
                    <a:pt x="440" y="145"/>
                  </a:lnTo>
                  <a:lnTo>
                    <a:pt x="441" y="148"/>
                  </a:lnTo>
                  <a:lnTo>
                    <a:pt x="441" y="152"/>
                  </a:lnTo>
                  <a:lnTo>
                    <a:pt x="447" y="169"/>
                  </a:lnTo>
                  <a:lnTo>
                    <a:pt x="445" y="171"/>
                  </a:lnTo>
                  <a:lnTo>
                    <a:pt x="441" y="171"/>
                  </a:lnTo>
                  <a:lnTo>
                    <a:pt x="430" y="166"/>
                  </a:lnTo>
                  <a:lnTo>
                    <a:pt x="430" y="170"/>
                  </a:lnTo>
                  <a:lnTo>
                    <a:pt x="438" y="176"/>
                  </a:lnTo>
                  <a:lnTo>
                    <a:pt x="451" y="177"/>
                  </a:lnTo>
                  <a:lnTo>
                    <a:pt x="451" y="190"/>
                  </a:lnTo>
                  <a:lnTo>
                    <a:pt x="460" y="195"/>
                  </a:lnTo>
                  <a:lnTo>
                    <a:pt x="460" y="203"/>
                  </a:lnTo>
                  <a:lnTo>
                    <a:pt x="468" y="211"/>
                  </a:lnTo>
                  <a:lnTo>
                    <a:pt x="468" y="222"/>
                  </a:lnTo>
                  <a:lnTo>
                    <a:pt x="472" y="227"/>
                  </a:lnTo>
                  <a:lnTo>
                    <a:pt x="468" y="231"/>
                  </a:lnTo>
                  <a:lnTo>
                    <a:pt x="468" y="235"/>
                  </a:lnTo>
                  <a:lnTo>
                    <a:pt x="472" y="237"/>
                  </a:lnTo>
                  <a:lnTo>
                    <a:pt x="476" y="234"/>
                  </a:lnTo>
                  <a:lnTo>
                    <a:pt x="494" y="242"/>
                  </a:lnTo>
                  <a:lnTo>
                    <a:pt x="497" y="254"/>
                  </a:lnTo>
                  <a:lnTo>
                    <a:pt x="487" y="268"/>
                  </a:lnTo>
                  <a:lnTo>
                    <a:pt x="487" y="272"/>
                  </a:lnTo>
                  <a:lnTo>
                    <a:pt x="495" y="278"/>
                  </a:lnTo>
                  <a:lnTo>
                    <a:pt x="499" y="286"/>
                  </a:lnTo>
                  <a:lnTo>
                    <a:pt x="510" y="298"/>
                  </a:lnTo>
                  <a:lnTo>
                    <a:pt x="518" y="295"/>
                  </a:lnTo>
                  <a:lnTo>
                    <a:pt x="518" y="287"/>
                  </a:lnTo>
                  <a:lnTo>
                    <a:pt x="520" y="281"/>
                  </a:lnTo>
                  <a:lnTo>
                    <a:pt x="518" y="271"/>
                  </a:lnTo>
                  <a:lnTo>
                    <a:pt x="520" y="264"/>
                  </a:lnTo>
                  <a:lnTo>
                    <a:pt x="514" y="258"/>
                  </a:lnTo>
                  <a:lnTo>
                    <a:pt x="510" y="253"/>
                  </a:lnTo>
                  <a:lnTo>
                    <a:pt x="508" y="242"/>
                  </a:lnTo>
                  <a:lnTo>
                    <a:pt x="502" y="236"/>
                  </a:lnTo>
                  <a:lnTo>
                    <a:pt x="506" y="224"/>
                  </a:lnTo>
                  <a:lnTo>
                    <a:pt x="501" y="215"/>
                  </a:lnTo>
                  <a:lnTo>
                    <a:pt x="501" y="208"/>
                  </a:lnTo>
                  <a:lnTo>
                    <a:pt x="514" y="205"/>
                  </a:lnTo>
                  <a:lnTo>
                    <a:pt x="516" y="205"/>
                  </a:lnTo>
                  <a:lnTo>
                    <a:pt x="520" y="211"/>
                  </a:lnTo>
                  <a:lnTo>
                    <a:pt x="520" y="208"/>
                  </a:lnTo>
                  <a:lnTo>
                    <a:pt x="516" y="200"/>
                  </a:lnTo>
                  <a:lnTo>
                    <a:pt x="514" y="198"/>
                  </a:lnTo>
                  <a:lnTo>
                    <a:pt x="515" y="196"/>
                  </a:lnTo>
                  <a:lnTo>
                    <a:pt x="511" y="196"/>
                  </a:lnTo>
                  <a:lnTo>
                    <a:pt x="510" y="199"/>
                  </a:lnTo>
                  <a:lnTo>
                    <a:pt x="498" y="200"/>
                  </a:lnTo>
                  <a:lnTo>
                    <a:pt x="494" y="196"/>
                  </a:lnTo>
                  <a:lnTo>
                    <a:pt x="495" y="191"/>
                  </a:lnTo>
                  <a:lnTo>
                    <a:pt x="504" y="190"/>
                  </a:lnTo>
                  <a:lnTo>
                    <a:pt x="508" y="186"/>
                  </a:lnTo>
                  <a:lnTo>
                    <a:pt x="514" y="186"/>
                  </a:lnTo>
                  <a:lnTo>
                    <a:pt x="515" y="190"/>
                  </a:lnTo>
                  <a:lnTo>
                    <a:pt x="518" y="187"/>
                  </a:lnTo>
                  <a:lnTo>
                    <a:pt x="526" y="186"/>
                  </a:lnTo>
                  <a:lnTo>
                    <a:pt x="520" y="182"/>
                  </a:lnTo>
                  <a:lnTo>
                    <a:pt x="512" y="180"/>
                  </a:lnTo>
                  <a:lnTo>
                    <a:pt x="510" y="165"/>
                  </a:lnTo>
                  <a:lnTo>
                    <a:pt x="514" y="161"/>
                  </a:lnTo>
                  <a:lnTo>
                    <a:pt x="514" y="156"/>
                  </a:lnTo>
                  <a:lnTo>
                    <a:pt x="506" y="144"/>
                  </a:lnTo>
                  <a:lnTo>
                    <a:pt x="510" y="137"/>
                  </a:lnTo>
                  <a:lnTo>
                    <a:pt x="497" y="123"/>
                  </a:lnTo>
                  <a:lnTo>
                    <a:pt x="477" y="104"/>
                  </a:lnTo>
                  <a:lnTo>
                    <a:pt x="455" y="85"/>
                  </a:lnTo>
                  <a:lnTo>
                    <a:pt x="430" y="68"/>
                  </a:lnTo>
                  <a:lnTo>
                    <a:pt x="411" y="56"/>
                  </a:lnTo>
                  <a:lnTo>
                    <a:pt x="389" y="44"/>
                  </a:lnTo>
                  <a:lnTo>
                    <a:pt x="364" y="31"/>
                  </a:lnTo>
                  <a:lnTo>
                    <a:pt x="335" y="20"/>
                  </a:lnTo>
                  <a:lnTo>
                    <a:pt x="303" y="12"/>
                  </a:lnTo>
                  <a:lnTo>
                    <a:pt x="269" y="5"/>
                  </a:lnTo>
                  <a:lnTo>
                    <a:pt x="236" y="1"/>
                  </a:lnTo>
                  <a:lnTo>
                    <a:pt x="208" y="0"/>
                  </a:lnTo>
                  <a:lnTo>
                    <a:pt x="177" y="1"/>
                  </a:lnTo>
                  <a:lnTo>
                    <a:pt x="144" y="6"/>
                  </a:lnTo>
                  <a:lnTo>
                    <a:pt x="110" y="13"/>
                  </a:lnTo>
                  <a:lnTo>
                    <a:pt x="79" y="22"/>
                  </a:lnTo>
                  <a:lnTo>
                    <a:pt x="54" y="31"/>
                  </a:lnTo>
                  <a:lnTo>
                    <a:pt x="48" y="34"/>
                  </a:lnTo>
                  <a:lnTo>
                    <a:pt x="48" y="34"/>
                  </a:lnTo>
                </a:path>
              </a:pathLst>
            </a:custGeom>
            <a:noFill/>
            <a:ln w="12700" cap="rnd" cmpd="sng">
              <a:solidFill>
                <a:srgbClr val="000000"/>
              </a:solidFill>
              <a:prstDash val="solid"/>
              <a:round/>
              <a:headEnd type="none" w="sm" len="sm"/>
              <a:tailEnd type="none" w="sm" len="sm"/>
            </a:ln>
            <a:effectLst/>
          </p:spPr>
        </p:sp>
        <p:sp>
          <p:nvSpPr>
            <p:cNvPr id="61722" name=""/>
            <p:cNvSpPr/>
            <p:nvPr/>
          </p:nvSpPr>
          <p:spPr>
            <a:xfrm>
              <a:off x="3343" y="2596"/>
              <a:ext cx="86" cy="291"/>
            </a:xfrm>
            <a:custGeom>
              <a:pathLst>
                <a:path w="86" h="291">
                  <a:moveTo>
                    <a:pt x="14" y="0"/>
                  </a:moveTo>
                  <a:lnTo>
                    <a:pt x="14" y="5"/>
                  </a:lnTo>
                  <a:lnTo>
                    <a:pt x="19" y="22"/>
                  </a:lnTo>
                  <a:lnTo>
                    <a:pt x="20" y="34"/>
                  </a:lnTo>
                  <a:lnTo>
                    <a:pt x="19" y="35"/>
                  </a:lnTo>
                  <a:lnTo>
                    <a:pt x="23" y="44"/>
                  </a:lnTo>
                  <a:lnTo>
                    <a:pt x="27" y="44"/>
                  </a:lnTo>
                  <a:lnTo>
                    <a:pt x="23" y="69"/>
                  </a:lnTo>
                  <a:lnTo>
                    <a:pt x="10" y="59"/>
                  </a:lnTo>
                  <a:lnTo>
                    <a:pt x="8" y="59"/>
                  </a:lnTo>
                  <a:lnTo>
                    <a:pt x="10" y="68"/>
                  </a:lnTo>
                  <a:lnTo>
                    <a:pt x="8" y="90"/>
                  </a:lnTo>
                  <a:lnTo>
                    <a:pt x="10" y="99"/>
                  </a:lnTo>
                  <a:lnTo>
                    <a:pt x="8" y="120"/>
                  </a:lnTo>
                  <a:lnTo>
                    <a:pt x="2" y="124"/>
                  </a:lnTo>
                  <a:lnTo>
                    <a:pt x="0" y="127"/>
                  </a:lnTo>
                  <a:lnTo>
                    <a:pt x="5" y="134"/>
                  </a:lnTo>
                  <a:lnTo>
                    <a:pt x="5" y="151"/>
                  </a:lnTo>
                  <a:lnTo>
                    <a:pt x="8" y="158"/>
                  </a:lnTo>
                  <a:lnTo>
                    <a:pt x="17" y="169"/>
                  </a:lnTo>
                  <a:lnTo>
                    <a:pt x="14" y="201"/>
                  </a:lnTo>
                  <a:lnTo>
                    <a:pt x="19" y="240"/>
                  </a:lnTo>
                  <a:lnTo>
                    <a:pt x="20" y="245"/>
                  </a:lnTo>
                  <a:lnTo>
                    <a:pt x="27" y="250"/>
                  </a:lnTo>
                  <a:lnTo>
                    <a:pt x="30" y="254"/>
                  </a:lnTo>
                  <a:lnTo>
                    <a:pt x="31" y="278"/>
                  </a:lnTo>
                  <a:lnTo>
                    <a:pt x="40" y="285"/>
                  </a:lnTo>
                  <a:lnTo>
                    <a:pt x="45" y="287"/>
                  </a:lnTo>
                  <a:lnTo>
                    <a:pt x="50" y="290"/>
                  </a:lnTo>
                  <a:lnTo>
                    <a:pt x="63" y="290"/>
                  </a:lnTo>
                  <a:lnTo>
                    <a:pt x="63" y="279"/>
                  </a:lnTo>
                  <a:lnTo>
                    <a:pt x="74" y="257"/>
                  </a:lnTo>
                  <a:lnTo>
                    <a:pt x="85" y="227"/>
                  </a:lnTo>
                  <a:lnTo>
                    <a:pt x="85" y="195"/>
                  </a:lnTo>
                  <a:lnTo>
                    <a:pt x="82" y="167"/>
                  </a:lnTo>
                  <a:lnTo>
                    <a:pt x="76" y="143"/>
                  </a:lnTo>
                  <a:lnTo>
                    <a:pt x="71" y="117"/>
                  </a:lnTo>
                  <a:lnTo>
                    <a:pt x="62" y="89"/>
                  </a:lnTo>
                  <a:lnTo>
                    <a:pt x="52" y="65"/>
                  </a:lnTo>
                  <a:lnTo>
                    <a:pt x="36" y="31"/>
                  </a:lnTo>
                  <a:lnTo>
                    <a:pt x="27" y="14"/>
                  </a:lnTo>
                  <a:lnTo>
                    <a:pt x="17" y="0"/>
                  </a:lnTo>
                  <a:lnTo>
                    <a:pt x="14" y="0"/>
                  </a:lnTo>
                  <a:lnTo>
                    <a:pt x="14" y="0"/>
                  </a:lnTo>
                </a:path>
              </a:pathLst>
            </a:custGeom>
            <a:solidFill>
              <a:srgbClr val="00FF00"/>
            </a:solidFill>
            <a:ln cap="rnd">
              <a:noFill/>
              <a:round/>
            </a:ln>
            <a:effectLst/>
          </p:spPr>
        </p:sp>
        <p:sp>
          <p:nvSpPr>
            <p:cNvPr id="61723" name=""/>
            <p:cNvSpPr/>
            <p:nvPr/>
          </p:nvSpPr>
          <p:spPr>
            <a:xfrm>
              <a:off x="3343" y="2596"/>
              <a:ext cx="86" cy="291"/>
            </a:xfrm>
            <a:custGeom>
              <a:pathLst>
                <a:path w="86" h="291">
                  <a:moveTo>
                    <a:pt x="14" y="0"/>
                  </a:moveTo>
                  <a:lnTo>
                    <a:pt x="14" y="5"/>
                  </a:lnTo>
                  <a:lnTo>
                    <a:pt x="19" y="22"/>
                  </a:lnTo>
                  <a:lnTo>
                    <a:pt x="20" y="34"/>
                  </a:lnTo>
                  <a:lnTo>
                    <a:pt x="19" y="35"/>
                  </a:lnTo>
                  <a:lnTo>
                    <a:pt x="23" y="44"/>
                  </a:lnTo>
                  <a:lnTo>
                    <a:pt x="27" y="44"/>
                  </a:lnTo>
                  <a:lnTo>
                    <a:pt x="23" y="69"/>
                  </a:lnTo>
                  <a:lnTo>
                    <a:pt x="10" y="59"/>
                  </a:lnTo>
                  <a:lnTo>
                    <a:pt x="8" y="59"/>
                  </a:lnTo>
                  <a:lnTo>
                    <a:pt x="10" y="68"/>
                  </a:lnTo>
                  <a:lnTo>
                    <a:pt x="8" y="90"/>
                  </a:lnTo>
                  <a:lnTo>
                    <a:pt x="10" y="99"/>
                  </a:lnTo>
                  <a:lnTo>
                    <a:pt x="8" y="120"/>
                  </a:lnTo>
                  <a:lnTo>
                    <a:pt x="2" y="124"/>
                  </a:lnTo>
                  <a:lnTo>
                    <a:pt x="0" y="127"/>
                  </a:lnTo>
                  <a:lnTo>
                    <a:pt x="5" y="134"/>
                  </a:lnTo>
                  <a:lnTo>
                    <a:pt x="5" y="151"/>
                  </a:lnTo>
                  <a:lnTo>
                    <a:pt x="8" y="158"/>
                  </a:lnTo>
                  <a:lnTo>
                    <a:pt x="17" y="169"/>
                  </a:lnTo>
                  <a:lnTo>
                    <a:pt x="14" y="201"/>
                  </a:lnTo>
                  <a:lnTo>
                    <a:pt x="19" y="240"/>
                  </a:lnTo>
                  <a:lnTo>
                    <a:pt x="20" y="245"/>
                  </a:lnTo>
                  <a:lnTo>
                    <a:pt x="27" y="250"/>
                  </a:lnTo>
                  <a:lnTo>
                    <a:pt x="30" y="254"/>
                  </a:lnTo>
                  <a:lnTo>
                    <a:pt x="31" y="278"/>
                  </a:lnTo>
                  <a:lnTo>
                    <a:pt x="40" y="285"/>
                  </a:lnTo>
                  <a:lnTo>
                    <a:pt x="45" y="287"/>
                  </a:lnTo>
                  <a:lnTo>
                    <a:pt x="50" y="290"/>
                  </a:lnTo>
                  <a:lnTo>
                    <a:pt x="63" y="290"/>
                  </a:lnTo>
                  <a:lnTo>
                    <a:pt x="63" y="279"/>
                  </a:lnTo>
                  <a:lnTo>
                    <a:pt x="74" y="257"/>
                  </a:lnTo>
                  <a:lnTo>
                    <a:pt x="85" y="227"/>
                  </a:lnTo>
                  <a:lnTo>
                    <a:pt x="85" y="195"/>
                  </a:lnTo>
                  <a:lnTo>
                    <a:pt x="82" y="167"/>
                  </a:lnTo>
                  <a:lnTo>
                    <a:pt x="76" y="143"/>
                  </a:lnTo>
                  <a:lnTo>
                    <a:pt x="71" y="117"/>
                  </a:lnTo>
                  <a:lnTo>
                    <a:pt x="62" y="89"/>
                  </a:lnTo>
                  <a:lnTo>
                    <a:pt x="52" y="65"/>
                  </a:lnTo>
                  <a:lnTo>
                    <a:pt x="36" y="31"/>
                  </a:lnTo>
                  <a:lnTo>
                    <a:pt x="27" y="14"/>
                  </a:lnTo>
                  <a:lnTo>
                    <a:pt x="17" y="0"/>
                  </a:lnTo>
                  <a:lnTo>
                    <a:pt x="14" y="0"/>
                  </a:lnTo>
                  <a:lnTo>
                    <a:pt x="14" y="0"/>
                  </a:lnTo>
                </a:path>
              </a:pathLst>
            </a:custGeom>
            <a:noFill/>
            <a:ln w="12700" cap="rnd" cmpd="sng">
              <a:solidFill>
                <a:srgbClr val="000000"/>
              </a:solidFill>
              <a:prstDash val="solid"/>
              <a:round/>
              <a:headEnd type="none" w="sm" len="sm"/>
              <a:tailEnd type="none" w="sm" len="sm"/>
            </a:ln>
            <a:effectLst/>
          </p:spPr>
        </p:sp>
        <p:sp>
          <p:nvSpPr>
            <p:cNvPr id="61724" name=""/>
            <p:cNvSpPr/>
            <p:nvPr/>
          </p:nvSpPr>
          <p:spPr>
            <a:xfrm>
              <a:off x="3046" y="2563"/>
              <a:ext cx="108" cy="127"/>
            </a:xfrm>
            <a:custGeom>
              <a:pathLst>
                <a:path w="108" h="127">
                  <a:moveTo>
                    <a:pt x="48" y="6"/>
                  </a:moveTo>
                  <a:lnTo>
                    <a:pt x="51" y="2"/>
                  </a:lnTo>
                  <a:lnTo>
                    <a:pt x="57" y="8"/>
                  </a:lnTo>
                  <a:lnTo>
                    <a:pt x="65" y="16"/>
                  </a:lnTo>
                  <a:lnTo>
                    <a:pt x="82" y="23"/>
                  </a:lnTo>
                  <a:lnTo>
                    <a:pt x="84" y="29"/>
                  </a:lnTo>
                  <a:lnTo>
                    <a:pt x="87" y="34"/>
                  </a:lnTo>
                  <a:lnTo>
                    <a:pt x="96" y="42"/>
                  </a:lnTo>
                  <a:lnTo>
                    <a:pt x="105" y="43"/>
                  </a:lnTo>
                  <a:lnTo>
                    <a:pt x="105" y="58"/>
                  </a:lnTo>
                  <a:lnTo>
                    <a:pt x="103" y="64"/>
                  </a:lnTo>
                  <a:lnTo>
                    <a:pt x="98" y="68"/>
                  </a:lnTo>
                  <a:lnTo>
                    <a:pt x="101" y="80"/>
                  </a:lnTo>
                  <a:lnTo>
                    <a:pt x="95" y="91"/>
                  </a:lnTo>
                  <a:lnTo>
                    <a:pt x="96" y="108"/>
                  </a:lnTo>
                  <a:lnTo>
                    <a:pt x="101" y="112"/>
                  </a:lnTo>
                  <a:lnTo>
                    <a:pt x="105" y="124"/>
                  </a:lnTo>
                  <a:lnTo>
                    <a:pt x="107" y="125"/>
                  </a:lnTo>
                  <a:lnTo>
                    <a:pt x="105" y="125"/>
                  </a:lnTo>
                  <a:lnTo>
                    <a:pt x="98" y="126"/>
                  </a:lnTo>
                  <a:lnTo>
                    <a:pt x="95" y="124"/>
                  </a:lnTo>
                  <a:lnTo>
                    <a:pt x="87" y="124"/>
                  </a:lnTo>
                  <a:lnTo>
                    <a:pt x="78" y="121"/>
                  </a:lnTo>
                  <a:lnTo>
                    <a:pt x="72" y="110"/>
                  </a:lnTo>
                  <a:lnTo>
                    <a:pt x="68" y="106"/>
                  </a:lnTo>
                  <a:lnTo>
                    <a:pt x="61" y="103"/>
                  </a:lnTo>
                  <a:lnTo>
                    <a:pt x="60" y="97"/>
                  </a:lnTo>
                  <a:lnTo>
                    <a:pt x="57" y="92"/>
                  </a:lnTo>
                  <a:lnTo>
                    <a:pt x="61" y="87"/>
                  </a:lnTo>
                  <a:lnTo>
                    <a:pt x="57" y="77"/>
                  </a:lnTo>
                  <a:lnTo>
                    <a:pt x="48" y="76"/>
                  </a:lnTo>
                  <a:lnTo>
                    <a:pt x="39" y="68"/>
                  </a:lnTo>
                  <a:lnTo>
                    <a:pt x="34" y="61"/>
                  </a:lnTo>
                  <a:lnTo>
                    <a:pt x="32" y="56"/>
                  </a:lnTo>
                  <a:lnTo>
                    <a:pt x="24" y="50"/>
                  </a:lnTo>
                  <a:lnTo>
                    <a:pt x="12" y="50"/>
                  </a:lnTo>
                  <a:lnTo>
                    <a:pt x="8" y="47"/>
                  </a:lnTo>
                  <a:lnTo>
                    <a:pt x="8" y="42"/>
                  </a:lnTo>
                  <a:lnTo>
                    <a:pt x="6" y="37"/>
                  </a:lnTo>
                  <a:lnTo>
                    <a:pt x="0" y="37"/>
                  </a:lnTo>
                  <a:lnTo>
                    <a:pt x="2" y="34"/>
                  </a:lnTo>
                  <a:lnTo>
                    <a:pt x="7" y="32"/>
                  </a:lnTo>
                  <a:lnTo>
                    <a:pt x="6" y="29"/>
                  </a:lnTo>
                  <a:lnTo>
                    <a:pt x="7" y="23"/>
                  </a:lnTo>
                  <a:lnTo>
                    <a:pt x="7" y="16"/>
                  </a:lnTo>
                  <a:lnTo>
                    <a:pt x="18" y="12"/>
                  </a:lnTo>
                  <a:lnTo>
                    <a:pt x="21" y="8"/>
                  </a:lnTo>
                  <a:lnTo>
                    <a:pt x="25" y="2"/>
                  </a:lnTo>
                  <a:lnTo>
                    <a:pt x="28" y="2"/>
                  </a:lnTo>
                  <a:lnTo>
                    <a:pt x="34" y="0"/>
                  </a:lnTo>
                  <a:lnTo>
                    <a:pt x="42" y="0"/>
                  </a:lnTo>
                  <a:lnTo>
                    <a:pt x="39" y="2"/>
                  </a:lnTo>
                  <a:lnTo>
                    <a:pt x="35" y="8"/>
                  </a:lnTo>
                  <a:lnTo>
                    <a:pt x="39" y="10"/>
                  </a:lnTo>
                  <a:lnTo>
                    <a:pt x="48" y="6"/>
                  </a:lnTo>
                  <a:lnTo>
                    <a:pt x="48" y="6"/>
                  </a:lnTo>
                  <a:lnTo>
                    <a:pt x="48" y="6"/>
                  </a:lnTo>
                </a:path>
              </a:pathLst>
            </a:custGeom>
            <a:solidFill>
              <a:srgbClr val="00FF00"/>
            </a:solidFill>
            <a:ln cap="rnd">
              <a:noFill/>
              <a:round/>
            </a:ln>
            <a:effectLst/>
          </p:spPr>
        </p:sp>
        <p:sp>
          <p:nvSpPr>
            <p:cNvPr id="61725" name=""/>
            <p:cNvSpPr/>
            <p:nvPr/>
          </p:nvSpPr>
          <p:spPr>
            <a:xfrm>
              <a:off x="3046" y="2563"/>
              <a:ext cx="108" cy="127"/>
            </a:xfrm>
            <a:custGeom>
              <a:pathLst>
                <a:path w="108" h="127">
                  <a:moveTo>
                    <a:pt x="48" y="6"/>
                  </a:moveTo>
                  <a:lnTo>
                    <a:pt x="51" y="2"/>
                  </a:lnTo>
                  <a:lnTo>
                    <a:pt x="57" y="8"/>
                  </a:lnTo>
                  <a:lnTo>
                    <a:pt x="65" y="16"/>
                  </a:lnTo>
                  <a:lnTo>
                    <a:pt x="82" y="23"/>
                  </a:lnTo>
                  <a:lnTo>
                    <a:pt x="84" y="29"/>
                  </a:lnTo>
                  <a:lnTo>
                    <a:pt x="87" y="34"/>
                  </a:lnTo>
                  <a:lnTo>
                    <a:pt x="96" y="42"/>
                  </a:lnTo>
                  <a:lnTo>
                    <a:pt x="105" y="43"/>
                  </a:lnTo>
                  <a:lnTo>
                    <a:pt x="105" y="58"/>
                  </a:lnTo>
                  <a:lnTo>
                    <a:pt x="103" y="64"/>
                  </a:lnTo>
                  <a:lnTo>
                    <a:pt x="98" y="68"/>
                  </a:lnTo>
                  <a:lnTo>
                    <a:pt x="101" y="80"/>
                  </a:lnTo>
                  <a:lnTo>
                    <a:pt x="95" y="91"/>
                  </a:lnTo>
                  <a:lnTo>
                    <a:pt x="96" y="108"/>
                  </a:lnTo>
                  <a:lnTo>
                    <a:pt x="101" y="112"/>
                  </a:lnTo>
                  <a:lnTo>
                    <a:pt x="105" y="124"/>
                  </a:lnTo>
                  <a:lnTo>
                    <a:pt x="107" y="125"/>
                  </a:lnTo>
                  <a:lnTo>
                    <a:pt x="105" y="125"/>
                  </a:lnTo>
                  <a:lnTo>
                    <a:pt x="98" y="126"/>
                  </a:lnTo>
                  <a:lnTo>
                    <a:pt x="95" y="124"/>
                  </a:lnTo>
                  <a:lnTo>
                    <a:pt x="87" y="124"/>
                  </a:lnTo>
                  <a:lnTo>
                    <a:pt x="78" y="121"/>
                  </a:lnTo>
                  <a:lnTo>
                    <a:pt x="72" y="110"/>
                  </a:lnTo>
                  <a:lnTo>
                    <a:pt x="68" y="106"/>
                  </a:lnTo>
                  <a:lnTo>
                    <a:pt x="61" y="103"/>
                  </a:lnTo>
                  <a:lnTo>
                    <a:pt x="60" y="97"/>
                  </a:lnTo>
                  <a:lnTo>
                    <a:pt x="57" y="92"/>
                  </a:lnTo>
                  <a:lnTo>
                    <a:pt x="61" y="87"/>
                  </a:lnTo>
                  <a:lnTo>
                    <a:pt x="57" y="77"/>
                  </a:lnTo>
                  <a:lnTo>
                    <a:pt x="48" y="76"/>
                  </a:lnTo>
                  <a:lnTo>
                    <a:pt x="39" y="68"/>
                  </a:lnTo>
                  <a:lnTo>
                    <a:pt x="34" y="61"/>
                  </a:lnTo>
                  <a:lnTo>
                    <a:pt x="32" y="56"/>
                  </a:lnTo>
                  <a:lnTo>
                    <a:pt x="24" y="50"/>
                  </a:lnTo>
                  <a:lnTo>
                    <a:pt x="12" y="50"/>
                  </a:lnTo>
                  <a:lnTo>
                    <a:pt x="8" y="47"/>
                  </a:lnTo>
                  <a:lnTo>
                    <a:pt x="8" y="42"/>
                  </a:lnTo>
                  <a:lnTo>
                    <a:pt x="6" y="37"/>
                  </a:lnTo>
                  <a:lnTo>
                    <a:pt x="0" y="37"/>
                  </a:lnTo>
                  <a:lnTo>
                    <a:pt x="2" y="34"/>
                  </a:lnTo>
                  <a:lnTo>
                    <a:pt x="7" y="32"/>
                  </a:lnTo>
                  <a:lnTo>
                    <a:pt x="6" y="29"/>
                  </a:lnTo>
                  <a:lnTo>
                    <a:pt x="7" y="23"/>
                  </a:lnTo>
                  <a:lnTo>
                    <a:pt x="7" y="16"/>
                  </a:lnTo>
                  <a:lnTo>
                    <a:pt x="18" y="12"/>
                  </a:lnTo>
                  <a:lnTo>
                    <a:pt x="21" y="8"/>
                  </a:lnTo>
                  <a:lnTo>
                    <a:pt x="25" y="2"/>
                  </a:lnTo>
                  <a:lnTo>
                    <a:pt x="28" y="2"/>
                  </a:lnTo>
                  <a:lnTo>
                    <a:pt x="34" y="0"/>
                  </a:lnTo>
                  <a:lnTo>
                    <a:pt x="42" y="0"/>
                  </a:lnTo>
                  <a:lnTo>
                    <a:pt x="39" y="2"/>
                  </a:lnTo>
                  <a:lnTo>
                    <a:pt x="35" y="8"/>
                  </a:lnTo>
                  <a:lnTo>
                    <a:pt x="39" y="10"/>
                  </a:lnTo>
                  <a:lnTo>
                    <a:pt x="48" y="6"/>
                  </a:lnTo>
                  <a:lnTo>
                    <a:pt x="48" y="6"/>
                  </a:lnTo>
                </a:path>
              </a:pathLst>
            </a:custGeom>
            <a:noFill/>
            <a:ln w="12700" cap="rnd" cmpd="sng">
              <a:solidFill>
                <a:srgbClr val="000000"/>
              </a:solidFill>
              <a:prstDash val="solid"/>
              <a:round/>
              <a:headEnd type="none" w="sm" len="sm"/>
              <a:tailEnd type="none" w="sm" len="sm"/>
            </a:ln>
            <a:effectLst/>
          </p:spPr>
        </p:sp>
        <p:sp>
          <p:nvSpPr>
            <p:cNvPr id="61726" name=""/>
            <p:cNvSpPr/>
            <p:nvPr/>
          </p:nvSpPr>
          <p:spPr>
            <a:xfrm>
              <a:off x="2815" y="2565"/>
              <a:ext cx="494" cy="631"/>
            </a:xfrm>
            <a:custGeom>
              <a:pathLst>
                <a:path w="494" h="631">
                  <a:moveTo>
                    <a:pt x="8" y="269"/>
                  </a:moveTo>
                  <a:lnTo>
                    <a:pt x="5" y="266"/>
                  </a:lnTo>
                  <a:lnTo>
                    <a:pt x="7" y="219"/>
                  </a:lnTo>
                  <a:lnTo>
                    <a:pt x="32" y="174"/>
                  </a:lnTo>
                  <a:lnTo>
                    <a:pt x="38" y="174"/>
                  </a:lnTo>
                  <a:lnTo>
                    <a:pt x="41" y="155"/>
                  </a:lnTo>
                  <a:lnTo>
                    <a:pt x="34" y="145"/>
                  </a:lnTo>
                  <a:lnTo>
                    <a:pt x="46" y="97"/>
                  </a:lnTo>
                  <a:lnTo>
                    <a:pt x="42" y="93"/>
                  </a:lnTo>
                  <a:lnTo>
                    <a:pt x="43" y="80"/>
                  </a:lnTo>
                  <a:lnTo>
                    <a:pt x="41" y="56"/>
                  </a:lnTo>
                  <a:lnTo>
                    <a:pt x="27" y="53"/>
                  </a:lnTo>
                  <a:lnTo>
                    <a:pt x="45" y="48"/>
                  </a:lnTo>
                  <a:lnTo>
                    <a:pt x="21" y="48"/>
                  </a:lnTo>
                  <a:lnTo>
                    <a:pt x="0" y="44"/>
                  </a:lnTo>
                  <a:lnTo>
                    <a:pt x="0" y="41"/>
                  </a:lnTo>
                  <a:lnTo>
                    <a:pt x="21" y="40"/>
                  </a:lnTo>
                  <a:lnTo>
                    <a:pt x="17" y="35"/>
                  </a:lnTo>
                  <a:lnTo>
                    <a:pt x="24" y="21"/>
                  </a:lnTo>
                  <a:lnTo>
                    <a:pt x="32" y="14"/>
                  </a:lnTo>
                  <a:lnTo>
                    <a:pt x="48" y="19"/>
                  </a:lnTo>
                  <a:lnTo>
                    <a:pt x="52" y="14"/>
                  </a:lnTo>
                  <a:lnTo>
                    <a:pt x="50" y="8"/>
                  </a:lnTo>
                  <a:lnTo>
                    <a:pt x="57" y="2"/>
                  </a:lnTo>
                  <a:lnTo>
                    <a:pt x="63" y="9"/>
                  </a:lnTo>
                  <a:lnTo>
                    <a:pt x="71" y="5"/>
                  </a:lnTo>
                  <a:lnTo>
                    <a:pt x="73" y="0"/>
                  </a:lnTo>
                  <a:lnTo>
                    <a:pt x="77" y="0"/>
                  </a:lnTo>
                  <a:lnTo>
                    <a:pt x="86" y="0"/>
                  </a:lnTo>
                  <a:lnTo>
                    <a:pt x="91" y="4"/>
                  </a:lnTo>
                  <a:lnTo>
                    <a:pt x="98" y="40"/>
                  </a:lnTo>
                  <a:lnTo>
                    <a:pt x="98" y="44"/>
                  </a:lnTo>
                  <a:lnTo>
                    <a:pt x="117" y="50"/>
                  </a:lnTo>
                  <a:lnTo>
                    <a:pt x="143" y="83"/>
                  </a:lnTo>
                  <a:lnTo>
                    <a:pt x="153" y="84"/>
                  </a:lnTo>
                  <a:lnTo>
                    <a:pt x="160" y="89"/>
                  </a:lnTo>
                  <a:lnTo>
                    <a:pt x="183" y="94"/>
                  </a:lnTo>
                  <a:lnTo>
                    <a:pt x="185" y="88"/>
                  </a:lnTo>
                  <a:lnTo>
                    <a:pt x="183" y="78"/>
                  </a:lnTo>
                  <a:lnTo>
                    <a:pt x="185" y="69"/>
                  </a:lnTo>
                  <a:lnTo>
                    <a:pt x="189" y="73"/>
                  </a:lnTo>
                  <a:lnTo>
                    <a:pt x="190" y="89"/>
                  </a:lnTo>
                  <a:lnTo>
                    <a:pt x="194" y="92"/>
                  </a:lnTo>
                  <a:lnTo>
                    <a:pt x="195" y="98"/>
                  </a:lnTo>
                  <a:lnTo>
                    <a:pt x="202" y="100"/>
                  </a:lnTo>
                  <a:lnTo>
                    <a:pt x="209" y="87"/>
                  </a:lnTo>
                  <a:lnTo>
                    <a:pt x="212" y="90"/>
                  </a:lnTo>
                  <a:lnTo>
                    <a:pt x="212" y="103"/>
                  </a:lnTo>
                  <a:lnTo>
                    <a:pt x="204" y="108"/>
                  </a:lnTo>
                  <a:lnTo>
                    <a:pt x="168" y="144"/>
                  </a:lnTo>
                  <a:lnTo>
                    <a:pt x="172" y="152"/>
                  </a:lnTo>
                  <a:lnTo>
                    <a:pt x="171" y="163"/>
                  </a:lnTo>
                  <a:lnTo>
                    <a:pt x="196" y="177"/>
                  </a:lnTo>
                  <a:lnTo>
                    <a:pt x="204" y="178"/>
                  </a:lnTo>
                  <a:lnTo>
                    <a:pt x="203" y="188"/>
                  </a:lnTo>
                  <a:lnTo>
                    <a:pt x="212" y="203"/>
                  </a:lnTo>
                  <a:lnTo>
                    <a:pt x="218" y="205"/>
                  </a:lnTo>
                  <a:lnTo>
                    <a:pt x="222" y="201"/>
                  </a:lnTo>
                  <a:lnTo>
                    <a:pt x="223" y="183"/>
                  </a:lnTo>
                  <a:lnTo>
                    <a:pt x="229" y="180"/>
                  </a:lnTo>
                  <a:lnTo>
                    <a:pt x="229" y="163"/>
                  </a:lnTo>
                  <a:lnTo>
                    <a:pt x="223" y="152"/>
                  </a:lnTo>
                  <a:lnTo>
                    <a:pt x="228" y="148"/>
                  </a:lnTo>
                  <a:lnTo>
                    <a:pt x="225" y="132"/>
                  </a:lnTo>
                  <a:lnTo>
                    <a:pt x="251" y="140"/>
                  </a:lnTo>
                  <a:lnTo>
                    <a:pt x="253" y="147"/>
                  </a:lnTo>
                  <a:lnTo>
                    <a:pt x="259" y="155"/>
                  </a:lnTo>
                  <a:lnTo>
                    <a:pt x="269" y="156"/>
                  </a:lnTo>
                  <a:lnTo>
                    <a:pt x="267" y="144"/>
                  </a:lnTo>
                  <a:lnTo>
                    <a:pt x="290" y="167"/>
                  </a:lnTo>
                  <a:lnTo>
                    <a:pt x="297" y="171"/>
                  </a:lnTo>
                  <a:lnTo>
                    <a:pt x="318" y="192"/>
                  </a:lnTo>
                  <a:lnTo>
                    <a:pt x="305" y="203"/>
                  </a:lnTo>
                  <a:lnTo>
                    <a:pt x="275" y="211"/>
                  </a:lnTo>
                  <a:lnTo>
                    <a:pt x="263" y="229"/>
                  </a:lnTo>
                  <a:lnTo>
                    <a:pt x="267" y="229"/>
                  </a:lnTo>
                  <a:lnTo>
                    <a:pt x="285" y="216"/>
                  </a:lnTo>
                  <a:lnTo>
                    <a:pt x="291" y="216"/>
                  </a:lnTo>
                  <a:lnTo>
                    <a:pt x="290" y="226"/>
                  </a:lnTo>
                  <a:lnTo>
                    <a:pt x="294" y="236"/>
                  </a:lnTo>
                  <a:lnTo>
                    <a:pt x="310" y="227"/>
                  </a:lnTo>
                  <a:lnTo>
                    <a:pt x="311" y="231"/>
                  </a:lnTo>
                  <a:lnTo>
                    <a:pt x="287" y="254"/>
                  </a:lnTo>
                  <a:lnTo>
                    <a:pt x="284" y="250"/>
                  </a:lnTo>
                  <a:lnTo>
                    <a:pt x="288" y="245"/>
                  </a:lnTo>
                  <a:lnTo>
                    <a:pt x="287" y="240"/>
                  </a:lnTo>
                  <a:lnTo>
                    <a:pt x="270" y="252"/>
                  </a:lnTo>
                  <a:lnTo>
                    <a:pt x="263" y="264"/>
                  </a:lnTo>
                  <a:lnTo>
                    <a:pt x="265" y="270"/>
                  </a:lnTo>
                  <a:lnTo>
                    <a:pt x="249" y="281"/>
                  </a:lnTo>
                  <a:lnTo>
                    <a:pt x="247" y="289"/>
                  </a:lnTo>
                  <a:lnTo>
                    <a:pt x="240" y="297"/>
                  </a:lnTo>
                  <a:lnTo>
                    <a:pt x="239" y="314"/>
                  </a:lnTo>
                  <a:lnTo>
                    <a:pt x="212" y="334"/>
                  </a:lnTo>
                  <a:lnTo>
                    <a:pt x="206" y="354"/>
                  </a:lnTo>
                  <a:lnTo>
                    <a:pt x="209" y="360"/>
                  </a:lnTo>
                  <a:lnTo>
                    <a:pt x="214" y="371"/>
                  </a:lnTo>
                  <a:lnTo>
                    <a:pt x="213" y="377"/>
                  </a:lnTo>
                  <a:lnTo>
                    <a:pt x="209" y="380"/>
                  </a:lnTo>
                  <a:lnTo>
                    <a:pt x="196" y="349"/>
                  </a:lnTo>
                  <a:lnTo>
                    <a:pt x="183" y="349"/>
                  </a:lnTo>
                  <a:lnTo>
                    <a:pt x="181" y="346"/>
                  </a:lnTo>
                  <a:lnTo>
                    <a:pt x="160" y="344"/>
                  </a:lnTo>
                  <a:lnTo>
                    <a:pt x="160" y="351"/>
                  </a:lnTo>
                  <a:lnTo>
                    <a:pt x="157" y="351"/>
                  </a:lnTo>
                  <a:lnTo>
                    <a:pt x="147" y="347"/>
                  </a:lnTo>
                  <a:lnTo>
                    <a:pt x="111" y="351"/>
                  </a:lnTo>
                  <a:lnTo>
                    <a:pt x="102" y="392"/>
                  </a:lnTo>
                  <a:lnTo>
                    <a:pt x="110" y="400"/>
                  </a:lnTo>
                  <a:lnTo>
                    <a:pt x="112" y="408"/>
                  </a:lnTo>
                  <a:lnTo>
                    <a:pt x="137" y="419"/>
                  </a:lnTo>
                  <a:lnTo>
                    <a:pt x="148" y="413"/>
                  </a:lnTo>
                  <a:lnTo>
                    <a:pt x="150" y="408"/>
                  </a:lnTo>
                  <a:lnTo>
                    <a:pt x="152" y="404"/>
                  </a:lnTo>
                  <a:lnTo>
                    <a:pt x="165" y="404"/>
                  </a:lnTo>
                  <a:lnTo>
                    <a:pt x="165" y="408"/>
                  </a:lnTo>
                  <a:lnTo>
                    <a:pt x="152" y="434"/>
                  </a:lnTo>
                  <a:lnTo>
                    <a:pt x="185" y="441"/>
                  </a:lnTo>
                  <a:lnTo>
                    <a:pt x="191" y="448"/>
                  </a:lnTo>
                  <a:lnTo>
                    <a:pt x="187" y="461"/>
                  </a:lnTo>
                  <a:lnTo>
                    <a:pt x="190" y="472"/>
                  </a:lnTo>
                  <a:lnTo>
                    <a:pt x="204" y="481"/>
                  </a:lnTo>
                  <a:lnTo>
                    <a:pt x="209" y="481"/>
                  </a:lnTo>
                  <a:lnTo>
                    <a:pt x="221" y="480"/>
                  </a:lnTo>
                  <a:lnTo>
                    <a:pt x="235" y="490"/>
                  </a:lnTo>
                  <a:lnTo>
                    <a:pt x="250" y="472"/>
                  </a:lnTo>
                  <a:lnTo>
                    <a:pt x="255" y="472"/>
                  </a:lnTo>
                  <a:lnTo>
                    <a:pt x="270" y="461"/>
                  </a:lnTo>
                  <a:lnTo>
                    <a:pt x="273" y="480"/>
                  </a:lnTo>
                  <a:lnTo>
                    <a:pt x="277" y="478"/>
                  </a:lnTo>
                  <a:lnTo>
                    <a:pt x="277" y="469"/>
                  </a:lnTo>
                  <a:lnTo>
                    <a:pt x="291" y="463"/>
                  </a:lnTo>
                  <a:lnTo>
                    <a:pt x="296" y="467"/>
                  </a:lnTo>
                  <a:lnTo>
                    <a:pt x="320" y="466"/>
                  </a:lnTo>
                  <a:lnTo>
                    <a:pt x="326" y="461"/>
                  </a:lnTo>
                  <a:lnTo>
                    <a:pt x="336" y="461"/>
                  </a:lnTo>
                  <a:lnTo>
                    <a:pt x="336" y="465"/>
                  </a:lnTo>
                  <a:lnTo>
                    <a:pt x="378" y="477"/>
                  </a:lnTo>
                  <a:lnTo>
                    <a:pt x="394" y="476"/>
                  </a:lnTo>
                  <a:lnTo>
                    <a:pt x="414" y="490"/>
                  </a:lnTo>
                  <a:lnTo>
                    <a:pt x="415" y="497"/>
                  </a:lnTo>
                  <a:lnTo>
                    <a:pt x="438" y="494"/>
                  </a:lnTo>
                  <a:lnTo>
                    <a:pt x="476" y="486"/>
                  </a:lnTo>
                  <a:lnTo>
                    <a:pt x="491" y="486"/>
                  </a:lnTo>
                  <a:lnTo>
                    <a:pt x="493" y="494"/>
                  </a:lnTo>
                  <a:lnTo>
                    <a:pt x="485" y="500"/>
                  </a:lnTo>
                  <a:lnTo>
                    <a:pt x="462" y="540"/>
                  </a:lnTo>
                  <a:lnTo>
                    <a:pt x="459" y="547"/>
                  </a:lnTo>
                  <a:lnTo>
                    <a:pt x="449" y="554"/>
                  </a:lnTo>
                  <a:lnTo>
                    <a:pt x="445" y="561"/>
                  </a:lnTo>
                  <a:lnTo>
                    <a:pt x="426" y="571"/>
                  </a:lnTo>
                  <a:lnTo>
                    <a:pt x="414" y="579"/>
                  </a:lnTo>
                  <a:lnTo>
                    <a:pt x="401" y="586"/>
                  </a:lnTo>
                  <a:lnTo>
                    <a:pt x="389" y="594"/>
                  </a:lnTo>
                  <a:lnTo>
                    <a:pt x="374" y="600"/>
                  </a:lnTo>
                  <a:lnTo>
                    <a:pt x="355" y="607"/>
                  </a:lnTo>
                  <a:lnTo>
                    <a:pt x="336" y="613"/>
                  </a:lnTo>
                  <a:lnTo>
                    <a:pt x="315" y="619"/>
                  </a:lnTo>
                  <a:lnTo>
                    <a:pt x="297" y="623"/>
                  </a:lnTo>
                  <a:lnTo>
                    <a:pt x="280" y="628"/>
                  </a:lnTo>
                  <a:lnTo>
                    <a:pt x="266" y="630"/>
                  </a:lnTo>
                  <a:lnTo>
                    <a:pt x="265" y="630"/>
                  </a:lnTo>
                  <a:lnTo>
                    <a:pt x="274" y="604"/>
                  </a:lnTo>
                  <a:lnTo>
                    <a:pt x="273" y="599"/>
                  </a:lnTo>
                  <a:lnTo>
                    <a:pt x="248" y="589"/>
                  </a:lnTo>
                  <a:lnTo>
                    <a:pt x="237" y="573"/>
                  </a:lnTo>
                  <a:lnTo>
                    <a:pt x="205" y="552"/>
                  </a:lnTo>
                  <a:lnTo>
                    <a:pt x="205" y="546"/>
                  </a:lnTo>
                  <a:lnTo>
                    <a:pt x="214" y="540"/>
                  </a:lnTo>
                  <a:lnTo>
                    <a:pt x="209" y="535"/>
                  </a:lnTo>
                  <a:lnTo>
                    <a:pt x="209" y="529"/>
                  </a:lnTo>
                  <a:lnTo>
                    <a:pt x="227" y="516"/>
                  </a:lnTo>
                  <a:lnTo>
                    <a:pt x="229" y="512"/>
                  </a:lnTo>
                  <a:lnTo>
                    <a:pt x="234" y="511"/>
                  </a:lnTo>
                  <a:lnTo>
                    <a:pt x="234" y="498"/>
                  </a:lnTo>
                  <a:lnTo>
                    <a:pt x="225" y="486"/>
                  </a:lnTo>
                  <a:lnTo>
                    <a:pt x="221" y="482"/>
                  </a:lnTo>
                  <a:lnTo>
                    <a:pt x="209" y="488"/>
                  </a:lnTo>
                  <a:lnTo>
                    <a:pt x="195" y="484"/>
                  </a:lnTo>
                  <a:lnTo>
                    <a:pt x="180" y="473"/>
                  </a:lnTo>
                  <a:lnTo>
                    <a:pt x="162" y="448"/>
                  </a:lnTo>
                  <a:lnTo>
                    <a:pt x="114" y="425"/>
                  </a:lnTo>
                  <a:lnTo>
                    <a:pt x="106" y="423"/>
                  </a:lnTo>
                  <a:lnTo>
                    <a:pt x="86" y="413"/>
                  </a:lnTo>
                  <a:lnTo>
                    <a:pt x="51" y="381"/>
                  </a:lnTo>
                  <a:lnTo>
                    <a:pt x="55" y="371"/>
                  </a:lnTo>
                  <a:lnTo>
                    <a:pt x="42" y="344"/>
                  </a:lnTo>
                  <a:lnTo>
                    <a:pt x="31" y="297"/>
                  </a:lnTo>
                  <a:lnTo>
                    <a:pt x="23" y="293"/>
                  </a:lnTo>
                  <a:lnTo>
                    <a:pt x="22" y="302"/>
                  </a:lnTo>
                  <a:lnTo>
                    <a:pt x="29" y="338"/>
                  </a:lnTo>
                  <a:lnTo>
                    <a:pt x="34" y="351"/>
                  </a:lnTo>
                  <a:lnTo>
                    <a:pt x="31" y="356"/>
                  </a:lnTo>
                  <a:lnTo>
                    <a:pt x="23" y="342"/>
                  </a:lnTo>
                  <a:lnTo>
                    <a:pt x="21" y="327"/>
                  </a:lnTo>
                  <a:lnTo>
                    <a:pt x="15" y="316"/>
                  </a:lnTo>
                  <a:lnTo>
                    <a:pt x="17" y="312"/>
                  </a:lnTo>
                  <a:lnTo>
                    <a:pt x="8" y="269"/>
                  </a:lnTo>
                  <a:lnTo>
                    <a:pt x="8" y="269"/>
                  </a:lnTo>
                  <a:lnTo>
                    <a:pt x="8" y="269"/>
                  </a:lnTo>
                </a:path>
              </a:pathLst>
            </a:custGeom>
            <a:solidFill>
              <a:srgbClr val="00FF00"/>
            </a:solidFill>
            <a:ln cap="rnd">
              <a:noFill/>
              <a:round/>
            </a:ln>
            <a:effectLst/>
          </p:spPr>
        </p:sp>
        <p:sp>
          <p:nvSpPr>
            <p:cNvPr id="61727" name=""/>
            <p:cNvSpPr/>
            <p:nvPr/>
          </p:nvSpPr>
          <p:spPr>
            <a:xfrm>
              <a:off x="2815" y="2565"/>
              <a:ext cx="494" cy="631"/>
            </a:xfrm>
            <a:custGeom>
              <a:pathLst>
                <a:path w="494" h="631">
                  <a:moveTo>
                    <a:pt x="8" y="269"/>
                  </a:moveTo>
                  <a:lnTo>
                    <a:pt x="5" y="266"/>
                  </a:lnTo>
                  <a:lnTo>
                    <a:pt x="7" y="219"/>
                  </a:lnTo>
                  <a:lnTo>
                    <a:pt x="32" y="174"/>
                  </a:lnTo>
                  <a:lnTo>
                    <a:pt x="38" y="174"/>
                  </a:lnTo>
                  <a:lnTo>
                    <a:pt x="41" y="155"/>
                  </a:lnTo>
                  <a:lnTo>
                    <a:pt x="34" y="145"/>
                  </a:lnTo>
                  <a:lnTo>
                    <a:pt x="46" y="97"/>
                  </a:lnTo>
                  <a:lnTo>
                    <a:pt x="42" y="93"/>
                  </a:lnTo>
                  <a:lnTo>
                    <a:pt x="43" y="80"/>
                  </a:lnTo>
                  <a:lnTo>
                    <a:pt x="41" y="56"/>
                  </a:lnTo>
                  <a:lnTo>
                    <a:pt x="27" y="53"/>
                  </a:lnTo>
                  <a:lnTo>
                    <a:pt x="45" y="48"/>
                  </a:lnTo>
                  <a:lnTo>
                    <a:pt x="21" y="48"/>
                  </a:lnTo>
                  <a:lnTo>
                    <a:pt x="0" y="44"/>
                  </a:lnTo>
                  <a:lnTo>
                    <a:pt x="0" y="41"/>
                  </a:lnTo>
                  <a:lnTo>
                    <a:pt x="21" y="40"/>
                  </a:lnTo>
                  <a:lnTo>
                    <a:pt x="17" y="35"/>
                  </a:lnTo>
                  <a:lnTo>
                    <a:pt x="24" y="21"/>
                  </a:lnTo>
                  <a:lnTo>
                    <a:pt x="32" y="14"/>
                  </a:lnTo>
                  <a:lnTo>
                    <a:pt x="48" y="19"/>
                  </a:lnTo>
                  <a:lnTo>
                    <a:pt x="52" y="14"/>
                  </a:lnTo>
                  <a:lnTo>
                    <a:pt x="50" y="8"/>
                  </a:lnTo>
                  <a:lnTo>
                    <a:pt x="57" y="2"/>
                  </a:lnTo>
                  <a:lnTo>
                    <a:pt x="63" y="9"/>
                  </a:lnTo>
                  <a:lnTo>
                    <a:pt x="71" y="5"/>
                  </a:lnTo>
                  <a:lnTo>
                    <a:pt x="73" y="0"/>
                  </a:lnTo>
                  <a:lnTo>
                    <a:pt x="77" y="0"/>
                  </a:lnTo>
                  <a:lnTo>
                    <a:pt x="86" y="0"/>
                  </a:lnTo>
                  <a:lnTo>
                    <a:pt x="91" y="4"/>
                  </a:lnTo>
                  <a:lnTo>
                    <a:pt x="98" y="40"/>
                  </a:lnTo>
                  <a:lnTo>
                    <a:pt x="98" y="44"/>
                  </a:lnTo>
                  <a:lnTo>
                    <a:pt x="117" y="50"/>
                  </a:lnTo>
                  <a:lnTo>
                    <a:pt x="143" y="83"/>
                  </a:lnTo>
                  <a:lnTo>
                    <a:pt x="153" y="84"/>
                  </a:lnTo>
                  <a:lnTo>
                    <a:pt x="160" y="89"/>
                  </a:lnTo>
                  <a:lnTo>
                    <a:pt x="183" y="94"/>
                  </a:lnTo>
                  <a:lnTo>
                    <a:pt x="185" y="88"/>
                  </a:lnTo>
                  <a:lnTo>
                    <a:pt x="183" y="78"/>
                  </a:lnTo>
                  <a:lnTo>
                    <a:pt x="185" y="69"/>
                  </a:lnTo>
                  <a:lnTo>
                    <a:pt x="189" y="73"/>
                  </a:lnTo>
                  <a:lnTo>
                    <a:pt x="190" y="89"/>
                  </a:lnTo>
                  <a:lnTo>
                    <a:pt x="194" y="92"/>
                  </a:lnTo>
                  <a:lnTo>
                    <a:pt x="195" y="98"/>
                  </a:lnTo>
                  <a:lnTo>
                    <a:pt x="202" y="100"/>
                  </a:lnTo>
                  <a:lnTo>
                    <a:pt x="209" y="87"/>
                  </a:lnTo>
                  <a:lnTo>
                    <a:pt x="212" y="90"/>
                  </a:lnTo>
                  <a:lnTo>
                    <a:pt x="212" y="103"/>
                  </a:lnTo>
                  <a:lnTo>
                    <a:pt x="204" y="108"/>
                  </a:lnTo>
                  <a:lnTo>
                    <a:pt x="168" y="144"/>
                  </a:lnTo>
                  <a:lnTo>
                    <a:pt x="172" y="152"/>
                  </a:lnTo>
                  <a:lnTo>
                    <a:pt x="171" y="163"/>
                  </a:lnTo>
                  <a:lnTo>
                    <a:pt x="196" y="177"/>
                  </a:lnTo>
                  <a:lnTo>
                    <a:pt x="204" y="178"/>
                  </a:lnTo>
                  <a:lnTo>
                    <a:pt x="203" y="188"/>
                  </a:lnTo>
                  <a:lnTo>
                    <a:pt x="212" y="203"/>
                  </a:lnTo>
                  <a:lnTo>
                    <a:pt x="218" y="205"/>
                  </a:lnTo>
                  <a:lnTo>
                    <a:pt x="222" y="201"/>
                  </a:lnTo>
                  <a:lnTo>
                    <a:pt x="223" y="183"/>
                  </a:lnTo>
                  <a:lnTo>
                    <a:pt x="229" y="180"/>
                  </a:lnTo>
                  <a:lnTo>
                    <a:pt x="229" y="163"/>
                  </a:lnTo>
                  <a:lnTo>
                    <a:pt x="223" y="152"/>
                  </a:lnTo>
                  <a:lnTo>
                    <a:pt x="228" y="148"/>
                  </a:lnTo>
                  <a:lnTo>
                    <a:pt x="225" y="132"/>
                  </a:lnTo>
                  <a:lnTo>
                    <a:pt x="251" y="140"/>
                  </a:lnTo>
                  <a:lnTo>
                    <a:pt x="253" y="147"/>
                  </a:lnTo>
                  <a:lnTo>
                    <a:pt x="259" y="155"/>
                  </a:lnTo>
                  <a:lnTo>
                    <a:pt x="269" y="156"/>
                  </a:lnTo>
                  <a:lnTo>
                    <a:pt x="267" y="144"/>
                  </a:lnTo>
                  <a:lnTo>
                    <a:pt x="290" y="167"/>
                  </a:lnTo>
                  <a:lnTo>
                    <a:pt x="297" y="171"/>
                  </a:lnTo>
                  <a:lnTo>
                    <a:pt x="318" y="192"/>
                  </a:lnTo>
                  <a:lnTo>
                    <a:pt x="305" y="203"/>
                  </a:lnTo>
                  <a:lnTo>
                    <a:pt x="275" y="211"/>
                  </a:lnTo>
                  <a:lnTo>
                    <a:pt x="263" y="229"/>
                  </a:lnTo>
                  <a:lnTo>
                    <a:pt x="267" y="229"/>
                  </a:lnTo>
                  <a:lnTo>
                    <a:pt x="285" y="216"/>
                  </a:lnTo>
                  <a:lnTo>
                    <a:pt x="291" y="216"/>
                  </a:lnTo>
                  <a:lnTo>
                    <a:pt x="290" y="226"/>
                  </a:lnTo>
                  <a:lnTo>
                    <a:pt x="294" y="236"/>
                  </a:lnTo>
                  <a:lnTo>
                    <a:pt x="310" y="227"/>
                  </a:lnTo>
                  <a:lnTo>
                    <a:pt x="311" y="231"/>
                  </a:lnTo>
                  <a:lnTo>
                    <a:pt x="287" y="254"/>
                  </a:lnTo>
                  <a:lnTo>
                    <a:pt x="284" y="250"/>
                  </a:lnTo>
                  <a:lnTo>
                    <a:pt x="288" y="245"/>
                  </a:lnTo>
                  <a:lnTo>
                    <a:pt x="287" y="240"/>
                  </a:lnTo>
                  <a:lnTo>
                    <a:pt x="270" y="252"/>
                  </a:lnTo>
                  <a:lnTo>
                    <a:pt x="263" y="264"/>
                  </a:lnTo>
                  <a:lnTo>
                    <a:pt x="265" y="270"/>
                  </a:lnTo>
                  <a:lnTo>
                    <a:pt x="249" y="281"/>
                  </a:lnTo>
                  <a:lnTo>
                    <a:pt x="247" y="289"/>
                  </a:lnTo>
                  <a:lnTo>
                    <a:pt x="240" y="297"/>
                  </a:lnTo>
                  <a:lnTo>
                    <a:pt x="239" y="314"/>
                  </a:lnTo>
                  <a:lnTo>
                    <a:pt x="212" y="334"/>
                  </a:lnTo>
                  <a:lnTo>
                    <a:pt x="206" y="354"/>
                  </a:lnTo>
                  <a:lnTo>
                    <a:pt x="209" y="360"/>
                  </a:lnTo>
                  <a:lnTo>
                    <a:pt x="214" y="371"/>
                  </a:lnTo>
                  <a:lnTo>
                    <a:pt x="213" y="377"/>
                  </a:lnTo>
                  <a:lnTo>
                    <a:pt x="209" y="380"/>
                  </a:lnTo>
                  <a:lnTo>
                    <a:pt x="196" y="349"/>
                  </a:lnTo>
                  <a:lnTo>
                    <a:pt x="183" y="349"/>
                  </a:lnTo>
                  <a:lnTo>
                    <a:pt x="181" y="346"/>
                  </a:lnTo>
                  <a:lnTo>
                    <a:pt x="160" y="344"/>
                  </a:lnTo>
                  <a:lnTo>
                    <a:pt x="160" y="351"/>
                  </a:lnTo>
                  <a:lnTo>
                    <a:pt x="157" y="351"/>
                  </a:lnTo>
                  <a:lnTo>
                    <a:pt x="147" y="347"/>
                  </a:lnTo>
                  <a:lnTo>
                    <a:pt x="111" y="351"/>
                  </a:lnTo>
                  <a:lnTo>
                    <a:pt x="102" y="392"/>
                  </a:lnTo>
                  <a:lnTo>
                    <a:pt x="110" y="400"/>
                  </a:lnTo>
                  <a:lnTo>
                    <a:pt x="112" y="408"/>
                  </a:lnTo>
                  <a:lnTo>
                    <a:pt x="137" y="419"/>
                  </a:lnTo>
                  <a:lnTo>
                    <a:pt x="148" y="413"/>
                  </a:lnTo>
                  <a:lnTo>
                    <a:pt x="150" y="408"/>
                  </a:lnTo>
                  <a:lnTo>
                    <a:pt x="152" y="404"/>
                  </a:lnTo>
                  <a:lnTo>
                    <a:pt x="165" y="404"/>
                  </a:lnTo>
                  <a:lnTo>
                    <a:pt x="165" y="408"/>
                  </a:lnTo>
                  <a:lnTo>
                    <a:pt x="152" y="434"/>
                  </a:lnTo>
                  <a:lnTo>
                    <a:pt x="185" y="441"/>
                  </a:lnTo>
                  <a:lnTo>
                    <a:pt x="191" y="448"/>
                  </a:lnTo>
                  <a:lnTo>
                    <a:pt x="187" y="461"/>
                  </a:lnTo>
                  <a:lnTo>
                    <a:pt x="190" y="472"/>
                  </a:lnTo>
                  <a:lnTo>
                    <a:pt x="204" y="481"/>
                  </a:lnTo>
                  <a:lnTo>
                    <a:pt x="209" y="481"/>
                  </a:lnTo>
                  <a:lnTo>
                    <a:pt x="221" y="480"/>
                  </a:lnTo>
                  <a:lnTo>
                    <a:pt x="235" y="490"/>
                  </a:lnTo>
                  <a:lnTo>
                    <a:pt x="250" y="472"/>
                  </a:lnTo>
                  <a:lnTo>
                    <a:pt x="255" y="472"/>
                  </a:lnTo>
                  <a:lnTo>
                    <a:pt x="270" y="461"/>
                  </a:lnTo>
                  <a:lnTo>
                    <a:pt x="273" y="480"/>
                  </a:lnTo>
                  <a:lnTo>
                    <a:pt x="277" y="478"/>
                  </a:lnTo>
                  <a:lnTo>
                    <a:pt x="277" y="469"/>
                  </a:lnTo>
                  <a:lnTo>
                    <a:pt x="291" y="463"/>
                  </a:lnTo>
                  <a:lnTo>
                    <a:pt x="296" y="467"/>
                  </a:lnTo>
                  <a:lnTo>
                    <a:pt x="320" y="466"/>
                  </a:lnTo>
                  <a:lnTo>
                    <a:pt x="326" y="461"/>
                  </a:lnTo>
                  <a:lnTo>
                    <a:pt x="336" y="461"/>
                  </a:lnTo>
                  <a:lnTo>
                    <a:pt x="336" y="465"/>
                  </a:lnTo>
                  <a:lnTo>
                    <a:pt x="378" y="477"/>
                  </a:lnTo>
                  <a:lnTo>
                    <a:pt x="394" y="476"/>
                  </a:lnTo>
                  <a:lnTo>
                    <a:pt x="414" y="490"/>
                  </a:lnTo>
                  <a:lnTo>
                    <a:pt x="415" y="497"/>
                  </a:lnTo>
                  <a:lnTo>
                    <a:pt x="438" y="494"/>
                  </a:lnTo>
                  <a:lnTo>
                    <a:pt x="476" y="486"/>
                  </a:lnTo>
                  <a:lnTo>
                    <a:pt x="491" y="486"/>
                  </a:lnTo>
                  <a:lnTo>
                    <a:pt x="493" y="494"/>
                  </a:lnTo>
                  <a:lnTo>
                    <a:pt x="485" y="500"/>
                  </a:lnTo>
                  <a:lnTo>
                    <a:pt x="462" y="540"/>
                  </a:lnTo>
                  <a:lnTo>
                    <a:pt x="459" y="547"/>
                  </a:lnTo>
                  <a:lnTo>
                    <a:pt x="449" y="554"/>
                  </a:lnTo>
                  <a:lnTo>
                    <a:pt x="445" y="561"/>
                  </a:lnTo>
                  <a:lnTo>
                    <a:pt x="426" y="571"/>
                  </a:lnTo>
                  <a:lnTo>
                    <a:pt x="414" y="579"/>
                  </a:lnTo>
                  <a:lnTo>
                    <a:pt x="401" y="586"/>
                  </a:lnTo>
                  <a:lnTo>
                    <a:pt x="389" y="594"/>
                  </a:lnTo>
                  <a:lnTo>
                    <a:pt x="374" y="600"/>
                  </a:lnTo>
                  <a:lnTo>
                    <a:pt x="355" y="607"/>
                  </a:lnTo>
                  <a:lnTo>
                    <a:pt x="336" y="613"/>
                  </a:lnTo>
                  <a:lnTo>
                    <a:pt x="315" y="619"/>
                  </a:lnTo>
                  <a:lnTo>
                    <a:pt x="297" y="623"/>
                  </a:lnTo>
                  <a:lnTo>
                    <a:pt x="280" y="628"/>
                  </a:lnTo>
                  <a:lnTo>
                    <a:pt x="266" y="630"/>
                  </a:lnTo>
                  <a:lnTo>
                    <a:pt x="265" y="630"/>
                  </a:lnTo>
                  <a:lnTo>
                    <a:pt x="274" y="604"/>
                  </a:lnTo>
                  <a:lnTo>
                    <a:pt x="273" y="599"/>
                  </a:lnTo>
                  <a:lnTo>
                    <a:pt x="248" y="589"/>
                  </a:lnTo>
                  <a:lnTo>
                    <a:pt x="237" y="573"/>
                  </a:lnTo>
                  <a:lnTo>
                    <a:pt x="205" y="552"/>
                  </a:lnTo>
                  <a:lnTo>
                    <a:pt x="205" y="546"/>
                  </a:lnTo>
                  <a:lnTo>
                    <a:pt x="214" y="540"/>
                  </a:lnTo>
                  <a:lnTo>
                    <a:pt x="209" y="535"/>
                  </a:lnTo>
                  <a:lnTo>
                    <a:pt x="209" y="529"/>
                  </a:lnTo>
                  <a:lnTo>
                    <a:pt x="227" y="516"/>
                  </a:lnTo>
                  <a:lnTo>
                    <a:pt x="229" y="512"/>
                  </a:lnTo>
                  <a:lnTo>
                    <a:pt x="234" y="511"/>
                  </a:lnTo>
                  <a:lnTo>
                    <a:pt x="234" y="498"/>
                  </a:lnTo>
                  <a:lnTo>
                    <a:pt x="225" y="486"/>
                  </a:lnTo>
                  <a:lnTo>
                    <a:pt x="221" y="482"/>
                  </a:lnTo>
                  <a:lnTo>
                    <a:pt x="209" y="488"/>
                  </a:lnTo>
                  <a:lnTo>
                    <a:pt x="195" y="484"/>
                  </a:lnTo>
                  <a:lnTo>
                    <a:pt x="180" y="473"/>
                  </a:lnTo>
                  <a:lnTo>
                    <a:pt x="162" y="448"/>
                  </a:lnTo>
                  <a:lnTo>
                    <a:pt x="114" y="425"/>
                  </a:lnTo>
                  <a:lnTo>
                    <a:pt x="106" y="423"/>
                  </a:lnTo>
                  <a:lnTo>
                    <a:pt x="86" y="413"/>
                  </a:lnTo>
                  <a:lnTo>
                    <a:pt x="51" y="381"/>
                  </a:lnTo>
                  <a:lnTo>
                    <a:pt x="55" y="371"/>
                  </a:lnTo>
                  <a:lnTo>
                    <a:pt x="42" y="344"/>
                  </a:lnTo>
                  <a:lnTo>
                    <a:pt x="31" y="297"/>
                  </a:lnTo>
                  <a:lnTo>
                    <a:pt x="23" y="293"/>
                  </a:lnTo>
                  <a:lnTo>
                    <a:pt x="22" y="302"/>
                  </a:lnTo>
                  <a:lnTo>
                    <a:pt x="29" y="338"/>
                  </a:lnTo>
                  <a:lnTo>
                    <a:pt x="34" y="351"/>
                  </a:lnTo>
                  <a:lnTo>
                    <a:pt x="31" y="356"/>
                  </a:lnTo>
                  <a:lnTo>
                    <a:pt x="23" y="342"/>
                  </a:lnTo>
                  <a:lnTo>
                    <a:pt x="21" y="327"/>
                  </a:lnTo>
                  <a:lnTo>
                    <a:pt x="15" y="316"/>
                  </a:lnTo>
                  <a:lnTo>
                    <a:pt x="17" y="312"/>
                  </a:lnTo>
                  <a:lnTo>
                    <a:pt x="8" y="269"/>
                  </a:lnTo>
                  <a:lnTo>
                    <a:pt x="8" y="269"/>
                  </a:lnTo>
                </a:path>
              </a:pathLst>
            </a:custGeom>
            <a:noFill/>
            <a:ln w="12700" cap="rnd" cmpd="sng">
              <a:solidFill>
                <a:srgbClr val="000000"/>
              </a:solidFill>
              <a:prstDash val="solid"/>
              <a:round/>
              <a:headEnd type="none" w="sm" len="sm"/>
              <a:tailEnd type="none" w="sm" len="sm"/>
            </a:ln>
            <a:effectLst/>
          </p:spPr>
        </p:sp>
        <p:sp>
          <p:nvSpPr>
            <p:cNvPr id="61728" name=""/>
            <p:cNvSpPr/>
            <p:nvPr/>
          </p:nvSpPr>
          <p:spPr>
            <a:xfrm>
              <a:off x="3234" y="2613"/>
              <a:ext cx="50" cy="44"/>
            </a:xfrm>
            <a:custGeom>
              <a:pathLst>
                <a:path w="50" h="44">
                  <a:moveTo>
                    <a:pt x="0" y="0"/>
                  </a:moveTo>
                  <a:lnTo>
                    <a:pt x="3" y="1"/>
                  </a:lnTo>
                  <a:lnTo>
                    <a:pt x="5" y="10"/>
                  </a:lnTo>
                  <a:lnTo>
                    <a:pt x="7" y="13"/>
                  </a:lnTo>
                  <a:lnTo>
                    <a:pt x="15" y="17"/>
                  </a:lnTo>
                  <a:lnTo>
                    <a:pt x="19" y="20"/>
                  </a:lnTo>
                  <a:lnTo>
                    <a:pt x="22" y="17"/>
                  </a:lnTo>
                  <a:lnTo>
                    <a:pt x="26" y="17"/>
                  </a:lnTo>
                  <a:lnTo>
                    <a:pt x="33" y="21"/>
                  </a:lnTo>
                  <a:lnTo>
                    <a:pt x="34" y="25"/>
                  </a:lnTo>
                  <a:lnTo>
                    <a:pt x="41" y="31"/>
                  </a:lnTo>
                  <a:lnTo>
                    <a:pt x="44" y="31"/>
                  </a:lnTo>
                  <a:lnTo>
                    <a:pt x="44" y="37"/>
                  </a:lnTo>
                  <a:lnTo>
                    <a:pt x="47" y="41"/>
                  </a:lnTo>
                  <a:lnTo>
                    <a:pt x="49" y="43"/>
                  </a:lnTo>
                  <a:lnTo>
                    <a:pt x="49" y="18"/>
                  </a:lnTo>
                  <a:lnTo>
                    <a:pt x="44" y="17"/>
                  </a:lnTo>
                  <a:lnTo>
                    <a:pt x="41" y="13"/>
                  </a:lnTo>
                  <a:lnTo>
                    <a:pt x="34" y="13"/>
                  </a:lnTo>
                  <a:lnTo>
                    <a:pt x="24" y="9"/>
                  </a:lnTo>
                  <a:lnTo>
                    <a:pt x="19" y="10"/>
                  </a:lnTo>
                  <a:lnTo>
                    <a:pt x="17" y="8"/>
                  </a:lnTo>
                  <a:lnTo>
                    <a:pt x="15" y="6"/>
                  </a:lnTo>
                  <a:lnTo>
                    <a:pt x="13" y="6"/>
                  </a:lnTo>
                  <a:lnTo>
                    <a:pt x="10" y="8"/>
                  </a:lnTo>
                  <a:lnTo>
                    <a:pt x="9" y="4"/>
                  </a:lnTo>
                  <a:lnTo>
                    <a:pt x="6" y="1"/>
                  </a:lnTo>
                  <a:lnTo>
                    <a:pt x="0" y="0"/>
                  </a:lnTo>
                  <a:lnTo>
                    <a:pt x="0" y="0"/>
                  </a:lnTo>
                </a:path>
              </a:pathLst>
            </a:custGeom>
            <a:solidFill>
              <a:srgbClr val="00FF00"/>
            </a:solidFill>
            <a:ln cap="rnd">
              <a:noFill/>
              <a:round/>
            </a:ln>
            <a:effectLst/>
          </p:spPr>
        </p:sp>
        <p:sp>
          <p:nvSpPr>
            <p:cNvPr id="61729" name=""/>
            <p:cNvSpPr/>
            <p:nvPr/>
          </p:nvSpPr>
          <p:spPr>
            <a:xfrm>
              <a:off x="3234" y="2613"/>
              <a:ext cx="50" cy="44"/>
            </a:xfrm>
            <a:custGeom>
              <a:pathLst>
                <a:path w="50" h="44">
                  <a:moveTo>
                    <a:pt x="0" y="0"/>
                  </a:moveTo>
                  <a:lnTo>
                    <a:pt x="3" y="1"/>
                  </a:lnTo>
                  <a:lnTo>
                    <a:pt x="5" y="10"/>
                  </a:lnTo>
                  <a:lnTo>
                    <a:pt x="7" y="13"/>
                  </a:lnTo>
                  <a:lnTo>
                    <a:pt x="15" y="17"/>
                  </a:lnTo>
                  <a:lnTo>
                    <a:pt x="19" y="20"/>
                  </a:lnTo>
                  <a:lnTo>
                    <a:pt x="22" y="17"/>
                  </a:lnTo>
                  <a:lnTo>
                    <a:pt x="26" y="17"/>
                  </a:lnTo>
                  <a:lnTo>
                    <a:pt x="33" y="21"/>
                  </a:lnTo>
                  <a:lnTo>
                    <a:pt x="34" y="25"/>
                  </a:lnTo>
                  <a:lnTo>
                    <a:pt x="41" y="31"/>
                  </a:lnTo>
                  <a:lnTo>
                    <a:pt x="44" y="31"/>
                  </a:lnTo>
                  <a:lnTo>
                    <a:pt x="44" y="37"/>
                  </a:lnTo>
                  <a:lnTo>
                    <a:pt x="47" y="41"/>
                  </a:lnTo>
                  <a:lnTo>
                    <a:pt x="49" y="43"/>
                  </a:lnTo>
                  <a:lnTo>
                    <a:pt x="49" y="18"/>
                  </a:lnTo>
                  <a:lnTo>
                    <a:pt x="44" y="17"/>
                  </a:lnTo>
                  <a:lnTo>
                    <a:pt x="41" y="13"/>
                  </a:lnTo>
                  <a:lnTo>
                    <a:pt x="34" y="13"/>
                  </a:lnTo>
                  <a:lnTo>
                    <a:pt x="24" y="9"/>
                  </a:lnTo>
                  <a:lnTo>
                    <a:pt x="19" y="10"/>
                  </a:lnTo>
                  <a:lnTo>
                    <a:pt x="17" y="8"/>
                  </a:lnTo>
                  <a:lnTo>
                    <a:pt x="15" y="6"/>
                  </a:lnTo>
                  <a:lnTo>
                    <a:pt x="13" y="6"/>
                  </a:lnTo>
                  <a:lnTo>
                    <a:pt x="10" y="8"/>
                  </a:lnTo>
                  <a:lnTo>
                    <a:pt x="9" y="4"/>
                  </a:lnTo>
                  <a:lnTo>
                    <a:pt x="6" y="1"/>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1730" name=""/>
            <p:cNvSpPr/>
            <p:nvPr/>
          </p:nvSpPr>
          <p:spPr>
            <a:xfrm>
              <a:off x="3253" y="2638"/>
              <a:ext cx="21" cy="22"/>
            </a:xfrm>
            <a:custGeom>
              <a:pathLst>
                <a:path w="21" h="22">
                  <a:moveTo>
                    <a:pt x="20" y="19"/>
                  </a:moveTo>
                  <a:lnTo>
                    <a:pt x="18" y="21"/>
                  </a:lnTo>
                  <a:lnTo>
                    <a:pt x="14" y="19"/>
                  </a:lnTo>
                  <a:lnTo>
                    <a:pt x="10" y="14"/>
                  </a:lnTo>
                  <a:lnTo>
                    <a:pt x="0" y="12"/>
                  </a:lnTo>
                  <a:lnTo>
                    <a:pt x="0" y="2"/>
                  </a:lnTo>
                  <a:lnTo>
                    <a:pt x="0" y="0"/>
                  </a:lnTo>
                  <a:lnTo>
                    <a:pt x="5" y="2"/>
                  </a:lnTo>
                  <a:lnTo>
                    <a:pt x="10" y="7"/>
                  </a:lnTo>
                  <a:lnTo>
                    <a:pt x="14" y="9"/>
                  </a:lnTo>
                  <a:lnTo>
                    <a:pt x="16" y="11"/>
                  </a:lnTo>
                  <a:lnTo>
                    <a:pt x="20" y="19"/>
                  </a:lnTo>
                  <a:lnTo>
                    <a:pt x="20" y="19"/>
                  </a:lnTo>
                  <a:lnTo>
                    <a:pt x="20" y="19"/>
                  </a:lnTo>
                </a:path>
              </a:pathLst>
            </a:custGeom>
            <a:solidFill>
              <a:srgbClr val="00FF00"/>
            </a:solidFill>
            <a:ln cap="rnd">
              <a:noFill/>
              <a:round/>
            </a:ln>
            <a:effectLst/>
          </p:spPr>
        </p:sp>
        <p:sp>
          <p:nvSpPr>
            <p:cNvPr id="61731" name=""/>
            <p:cNvSpPr/>
            <p:nvPr/>
          </p:nvSpPr>
          <p:spPr>
            <a:xfrm>
              <a:off x="3253" y="2638"/>
              <a:ext cx="21" cy="22"/>
            </a:xfrm>
            <a:custGeom>
              <a:pathLst>
                <a:path w="21" h="22">
                  <a:moveTo>
                    <a:pt x="20" y="19"/>
                  </a:moveTo>
                  <a:lnTo>
                    <a:pt x="18" y="21"/>
                  </a:lnTo>
                  <a:lnTo>
                    <a:pt x="14" y="19"/>
                  </a:lnTo>
                  <a:lnTo>
                    <a:pt x="10" y="14"/>
                  </a:lnTo>
                  <a:lnTo>
                    <a:pt x="0" y="12"/>
                  </a:lnTo>
                  <a:lnTo>
                    <a:pt x="0" y="2"/>
                  </a:lnTo>
                  <a:lnTo>
                    <a:pt x="0" y="0"/>
                  </a:lnTo>
                  <a:lnTo>
                    <a:pt x="5" y="2"/>
                  </a:lnTo>
                  <a:lnTo>
                    <a:pt x="10" y="7"/>
                  </a:lnTo>
                  <a:lnTo>
                    <a:pt x="14" y="9"/>
                  </a:lnTo>
                  <a:lnTo>
                    <a:pt x="16" y="11"/>
                  </a:lnTo>
                  <a:lnTo>
                    <a:pt x="20" y="19"/>
                  </a:lnTo>
                  <a:lnTo>
                    <a:pt x="20" y="19"/>
                  </a:lnTo>
                </a:path>
              </a:pathLst>
            </a:custGeom>
            <a:noFill/>
            <a:ln w="12700" cap="rnd" cmpd="sng">
              <a:solidFill>
                <a:srgbClr val="000000"/>
              </a:solidFill>
              <a:prstDash val="solid"/>
              <a:round/>
              <a:headEnd type="none" w="sm" len="sm"/>
              <a:tailEnd type="none" w="sm" len="sm"/>
            </a:ln>
            <a:effectLst/>
          </p:spPr>
        </p:sp>
        <p:sp>
          <p:nvSpPr>
            <p:cNvPr id="61732" name=""/>
            <p:cNvSpPr/>
            <p:nvPr/>
          </p:nvSpPr>
          <p:spPr>
            <a:xfrm>
              <a:off x="3018" y="2573"/>
              <a:ext cx="31" cy="41"/>
            </a:xfrm>
            <a:custGeom>
              <a:pathLst>
                <a:path w="31" h="41">
                  <a:moveTo>
                    <a:pt x="0" y="34"/>
                  </a:moveTo>
                  <a:lnTo>
                    <a:pt x="1" y="32"/>
                  </a:lnTo>
                  <a:lnTo>
                    <a:pt x="9" y="32"/>
                  </a:lnTo>
                  <a:lnTo>
                    <a:pt x="10" y="28"/>
                  </a:lnTo>
                  <a:lnTo>
                    <a:pt x="8" y="19"/>
                  </a:lnTo>
                  <a:lnTo>
                    <a:pt x="15" y="13"/>
                  </a:lnTo>
                  <a:lnTo>
                    <a:pt x="9" y="11"/>
                  </a:lnTo>
                  <a:lnTo>
                    <a:pt x="6" y="6"/>
                  </a:lnTo>
                  <a:lnTo>
                    <a:pt x="7" y="2"/>
                  </a:lnTo>
                  <a:lnTo>
                    <a:pt x="22" y="2"/>
                  </a:lnTo>
                  <a:lnTo>
                    <a:pt x="27" y="0"/>
                  </a:lnTo>
                  <a:lnTo>
                    <a:pt x="30" y="0"/>
                  </a:lnTo>
                  <a:lnTo>
                    <a:pt x="26" y="11"/>
                  </a:lnTo>
                  <a:lnTo>
                    <a:pt x="27" y="19"/>
                  </a:lnTo>
                  <a:lnTo>
                    <a:pt x="24" y="20"/>
                  </a:lnTo>
                  <a:lnTo>
                    <a:pt x="22" y="19"/>
                  </a:lnTo>
                  <a:lnTo>
                    <a:pt x="19" y="32"/>
                  </a:lnTo>
                  <a:lnTo>
                    <a:pt x="19" y="40"/>
                  </a:lnTo>
                  <a:lnTo>
                    <a:pt x="15" y="40"/>
                  </a:lnTo>
                  <a:lnTo>
                    <a:pt x="13" y="38"/>
                  </a:lnTo>
                  <a:lnTo>
                    <a:pt x="0" y="34"/>
                  </a:lnTo>
                  <a:lnTo>
                    <a:pt x="0" y="34"/>
                  </a:lnTo>
                  <a:lnTo>
                    <a:pt x="0" y="34"/>
                  </a:lnTo>
                </a:path>
              </a:pathLst>
            </a:custGeom>
            <a:solidFill>
              <a:srgbClr val="00FF00"/>
            </a:solidFill>
            <a:ln cap="rnd">
              <a:noFill/>
              <a:round/>
            </a:ln>
            <a:effectLst/>
          </p:spPr>
        </p:sp>
        <p:sp>
          <p:nvSpPr>
            <p:cNvPr id="61733" name=""/>
            <p:cNvSpPr/>
            <p:nvPr/>
          </p:nvSpPr>
          <p:spPr>
            <a:xfrm>
              <a:off x="3018" y="2573"/>
              <a:ext cx="31" cy="41"/>
            </a:xfrm>
            <a:custGeom>
              <a:pathLst>
                <a:path w="31" h="41">
                  <a:moveTo>
                    <a:pt x="0" y="34"/>
                  </a:moveTo>
                  <a:lnTo>
                    <a:pt x="1" y="32"/>
                  </a:lnTo>
                  <a:lnTo>
                    <a:pt x="9" y="32"/>
                  </a:lnTo>
                  <a:lnTo>
                    <a:pt x="10" y="28"/>
                  </a:lnTo>
                  <a:lnTo>
                    <a:pt x="8" y="19"/>
                  </a:lnTo>
                  <a:lnTo>
                    <a:pt x="15" y="13"/>
                  </a:lnTo>
                  <a:lnTo>
                    <a:pt x="9" y="11"/>
                  </a:lnTo>
                  <a:lnTo>
                    <a:pt x="6" y="6"/>
                  </a:lnTo>
                  <a:lnTo>
                    <a:pt x="7" y="2"/>
                  </a:lnTo>
                  <a:lnTo>
                    <a:pt x="22" y="2"/>
                  </a:lnTo>
                  <a:lnTo>
                    <a:pt x="27" y="0"/>
                  </a:lnTo>
                  <a:lnTo>
                    <a:pt x="30" y="0"/>
                  </a:lnTo>
                  <a:lnTo>
                    <a:pt x="26" y="11"/>
                  </a:lnTo>
                  <a:lnTo>
                    <a:pt x="27" y="19"/>
                  </a:lnTo>
                  <a:lnTo>
                    <a:pt x="24" y="20"/>
                  </a:lnTo>
                  <a:lnTo>
                    <a:pt x="22" y="19"/>
                  </a:lnTo>
                  <a:lnTo>
                    <a:pt x="19" y="32"/>
                  </a:lnTo>
                  <a:lnTo>
                    <a:pt x="19" y="40"/>
                  </a:lnTo>
                  <a:lnTo>
                    <a:pt x="15" y="40"/>
                  </a:lnTo>
                  <a:lnTo>
                    <a:pt x="13" y="38"/>
                  </a:lnTo>
                  <a:lnTo>
                    <a:pt x="0" y="34"/>
                  </a:lnTo>
                  <a:lnTo>
                    <a:pt x="0" y="34"/>
                  </a:lnTo>
                </a:path>
              </a:pathLst>
            </a:custGeom>
            <a:noFill/>
            <a:ln w="12700" cap="rnd" cmpd="sng">
              <a:solidFill>
                <a:srgbClr val="000000"/>
              </a:solidFill>
              <a:prstDash val="solid"/>
              <a:round/>
              <a:headEnd type="none" w="sm" len="sm"/>
              <a:tailEnd type="none" w="sm" len="sm"/>
            </a:ln>
            <a:effectLst/>
          </p:spPr>
        </p:sp>
        <p:sp>
          <p:nvSpPr>
            <p:cNvPr id="61734" name=""/>
            <p:cNvSpPr/>
            <p:nvPr/>
          </p:nvSpPr>
          <p:spPr>
            <a:xfrm>
              <a:off x="3173" y="2614"/>
              <a:ext cx="21" cy="27"/>
            </a:xfrm>
            <a:custGeom>
              <a:pathLst>
                <a:path w="21" h="27">
                  <a:moveTo>
                    <a:pt x="20" y="13"/>
                  </a:moveTo>
                  <a:lnTo>
                    <a:pt x="20" y="5"/>
                  </a:lnTo>
                  <a:lnTo>
                    <a:pt x="18" y="3"/>
                  </a:lnTo>
                  <a:lnTo>
                    <a:pt x="16" y="3"/>
                  </a:lnTo>
                  <a:lnTo>
                    <a:pt x="12" y="0"/>
                  </a:lnTo>
                  <a:lnTo>
                    <a:pt x="7" y="4"/>
                  </a:lnTo>
                  <a:lnTo>
                    <a:pt x="5" y="7"/>
                  </a:lnTo>
                  <a:lnTo>
                    <a:pt x="5" y="12"/>
                  </a:lnTo>
                  <a:lnTo>
                    <a:pt x="3" y="12"/>
                  </a:lnTo>
                  <a:lnTo>
                    <a:pt x="0" y="13"/>
                  </a:lnTo>
                  <a:lnTo>
                    <a:pt x="0" y="20"/>
                  </a:lnTo>
                  <a:lnTo>
                    <a:pt x="3" y="20"/>
                  </a:lnTo>
                  <a:lnTo>
                    <a:pt x="7" y="22"/>
                  </a:lnTo>
                  <a:lnTo>
                    <a:pt x="9" y="22"/>
                  </a:lnTo>
                  <a:lnTo>
                    <a:pt x="12" y="26"/>
                  </a:lnTo>
                  <a:lnTo>
                    <a:pt x="14" y="24"/>
                  </a:lnTo>
                  <a:lnTo>
                    <a:pt x="17" y="22"/>
                  </a:lnTo>
                  <a:lnTo>
                    <a:pt x="20" y="13"/>
                  </a:lnTo>
                  <a:lnTo>
                    <a:pt x="20" y="13"/>
                  </a:lnTo>
                </a:path>
              </a:pathLst>
            </a:custGeom>
            <a:solidFill>
              <a:srgbClr val="00FF00"/>
            </a:solidFill>
            <a:ln cap="rnd">
              <a:noFill/>
              <a:round/>
            </a:ln>
            <a:effectLst/>
          </p:spPr>
        </p:sp>
        <p:sp>
          <p:nvSpPr>
            <p:cNvPr id="61735" name=""/>
            <p:cNvSpPr/>
            <p:nvPr/>
          </p:nvSpPr>
          <p:spPr>
            <a:xfrm>
              <a:off x="3173" y="2614"/>
              <a:ext cx="21" cy="27"/>
            </a:xfrm>
            <a:custGeom>
              <a:pathLst>
                <a:path w="21" h="27">
                  <a:moveTo>
                    <a:pt x="20" y="13"/>
                  </a:moveTo>
                  <a:lnTo>
                    <a:pt x="20" y="5"/>
                  </a:lnTo>
                  <a:lnTo>
                    <a:pt x="18" y="3"/>
                  </a:lnTo>
                  <a:lnTo>
                    <a:pt x="16" y="3"/>
                  </a:lnTo>
                  <a:lnTo>
                    <a:pt x="12" y="0"/>
                  </a:lnTo>
                  <a:lnTo>
                    <a:pt x="7" y="4"/>
                  </a:lnTo>
                  <a:lnTo>
                    <a:pt x="5" y="7"/>
                  </a:lnTo>
                  <a:lnTo>
                    <a:pt x="5" y="12"/>
                  </a:lnTo>
                  <a:lnTo>
                    <a:pt x="3" y="12"/>
                  </a:lnTo>
                  <a:lnTo>
                    <a:pt x="0" y="13"/>
                  </a:lnTo>
                  <a:lnTo>
                    <a:pt x="0" y="20"/>
                  </a:lnTo>
                  <a:lnTo>
                    <a:pt x="3" y="20"/>
                  </a:lnTo>
                  <a:lnTo>
                    <a:pt x="7" y="22"/>
                  </a:lnTo>
                  <a:lnTo>
                    <a:pt x="9" y="22"/>
                  </a:lnTo>
                  <a:lnTo>
                    <a:pt x="12" y="26"/>
                  </a:lnTo>
                  <a:lnTo>
                    <a:pt x="14" y="24"/>
                  </a:lnTo>
                  <a:lnTo>
                    <a:pt x="17" y="22"/>
                  </a:lnTo>
                  <a:lnTo>
                    <a:pt x="20" y="13"/>
                  </a:lnTo>
                  <a:lnTo>
                    <a:pt x="20" y="13"/>
                  </a:lnTo>
                </a:path>
              </a:pathLst>
            </a:custGeom>
            <a:noFill/>
            <a:ln w="12700" cap="rnd" cmpd="sng">
              <a:solidFill>
                <a:srgbClr val="000000"/>
              </a:solidFill>
              <a:prstDash val="solid"/>
              <a:round/>
              <a:headEnd type="none" w="sm" len="sm"/>
              <a:tailEnd type="none" w="sm" len="sm"/>
            </a:ln>
            <a:effectLst/>
          </p:spPr>
        </p:sp>
        <p:sp>
          <p:nvSpPr>
            <p:cNvPr id="61736" name=""/>
            <p:cNvSpPr/>
            <p:nvPr/>
          </p:nvSpPr>
          <p:spPr>
            <a:xfrm>
              <a:off x="2953" y="2618"/>
              <a:ext cx="31" cy="30"/>
            </a:xfrm>
            <a:custGeom>
              <a:pathLst>
                <a:path w="31" h="30">
                  <a:moveTo>
                    <a:pt x="12" y="1"/>
                  </a:moveTo>
                  <a:lnTo>
                    <a:pt x="5" y="3"/>
                  </a:lnTo>
                  <a:lnTo>
                    <a:pt x="7" y="8"/>
                  </a:lnTo>
                  <a:lnTo>
                    <a:pt x="15" y="12"/>
                  </a:lnTo>
                  <a:lnTo>
                    <a:pt x="17" y="13"/>
                  </a:lnTo>
                  <a:lnTo>
                    <a:pt x="15" y="16"/>
                  </a:lnTo>
                  <a:lnTo>
                    <a:pt x="4" y="12"/>
                  </a:lnTo>
                  <a:lnTo>
                    <a:pt x="0" y="15"/>
                  </a:lnTo>
                  <a:lnTo>
                    <a:pt x="0" y="16"/>
                  </a:lnTo>
                  <a:lnTo>
                    <a:pt x="8" y="20"/>
                  </a:lnTo>
                  <a:lnTo>
                    <a:pt x="17" y="22"/>
                  </a:lnTo>
                  <a:lnTo>
                    <a:pt x="19" y="26"/>
                  </a:lnTo>
                  <a:lnTo>
                    <a:pt x="27" y="29"/>
                  </a:lnTo>
                  <a:lnTo>
                    <a:pt x="28" y="29"/>
                  </a:lnTo>
                  <a:lnTo>
                    <a:pt x="30" y="22"/>
                  </a:lnTo>
                  <a:lnTo>
                    <a:pt x="27" y="18"/>
                  </a:lnTo>
                  <a:lnTo>
                    <a:pt x="27" y="16"/>
                  </a:lnTo>
                  <a:lnTo>
                    <a:pt x="30" y="12"/>
                  </a:lnTo>
                  <a:lnTo>
                    <a:pt x="30" y="5"/>
                  </a:lnTo>
                  <a:lnTo>
                    <a:pt x="28" y="3"/>
                  </a:lnTo>
                  <a:lnTo>
                    <a:pt x="24" y="5"/>
                  </a:lnTo>
                  <a:lnTo>
                    <a:pt x="16" y="0"/>
                  </a:lnTo>
                  <a:lnTo>
                    <a:pt x="12" y="1"/>
                  </a:lnTo>
                  <a:lnTo>
                    <a:pt x="12" y="1"/>
                  </a:lnTo>
                  <a:lnTo>
                    <a:pt x="12" y="1"/>
                  </a:lnTo>
                </a:path>
              </a:pathLst>
            </a:custGeom>
            <a:solidFill>
              <a:srgbClr val="00FF00"/>
            </a:solidFill>
            <a:ln cap="rnd">
              <a:noFill/>
              <a:round/>
            </a:ln>
            <a:effectLst/>
          </p:spPr>
        </p:sp>
        <p:sp>
          <p:nvSpPr>
            <p:cNvPr id="61737" name=""/>
            <p:cNvSpPr/>
            <p:nvPr/>
          </p:nvSpPr>
          <p:spPr>
            <a:xfrm>
              <a:off x="2953" y="2618"/>
              <a:ext cx="31" cy="30"/>
            </a:xfrm>
            <a:custGeom>
              <a:pathLst>
                <a:path w="31" h="30">
                  <a:moveTo>
                    <a:pt x="12" y="1"/>
                  </a:moveTo>
                  <a:lnTo>
                    <a:pt x="5" y="3"/>
                  </a:lnTo>
                  <a:lnTo>
                    <a:pt x="7" y="8"/>
                  </a:lnTo>
                  <a:lnTo>
                    <a:pt x="15" y="12"/>
                  </a:lnTo>
                  <a:lnTo>
                    <a:pt x="17" y="13"/>
                  </a:lnTo>
                  <a:lnTo>
                    <a:pt x="15" y="16"/>
                  </a:lnTo>
                  <a:lnTo>
                    <a:pt x="4" y="12"/>
                  </a:lnTo>
                  <a:lnTo>
                    <a:pt x="0" y="15"/>
                  </a:lnTo>
                  <a:lnTo>
                    <a:pt x="0" y="16"/>
                  </a:lnTo>
                  <a:lnTo>
                    <a:pt x="8" y="20"/>
                  </a:lnTo>
                  <a:lnTo>
                    <a:pt x="17" y="22"/>
                  </a:lnTo>
                  <a:lnTo>
                    <a:pt x="19" y="26"/>
                  </a:lnTo>
                  <a:lnTo>
                    <a:pt x="27" y="29"/>
                  </a:lnTo>
                  <a:lnTo>
                    <a:pt x="28" y="29"/>
                  </a:lnTo>
                  <a:lnTo>
                    <a:pt x="30" y="22"/>
                  </a:lnTo>
                  <a:lnTo>
                    <a:pt x="27" y="18"/>
                  </a:lnTo>
                  <a:lnTo>
                    <a:pt x="27" y="16"/>
                  </a:lnTo>
                  <a:lnTo>
                    <a:pt x="30" y="12"/>
                  </a:lnTo>
                  <a:lnTo>
                    <a:pt x="30" y="5"/>
                  </a:lnTo>
                  <a:lnTo>
                    <a:pt x="28" y="3"/>
                  </a:lnTo>
                  <a:lnTo>
                    <a:pt x="24" y="5"/>
                  </a:lnTo>
                  <a:lnTo>
                    <a:pt x="16" y="0"/>
                  </a:lnTo>
                  <a:lnTo>
                    <a:pt x="12" y="1"/>
                  </a:lnTo>
                  <a:lnTo>
                    <a:pt x="12" y="1"/>
                  </a:lnTo>
                </a:path>
              </a:pathLst>
            </a:custGeom>
            <a:noFill/>
            <a:ln w="12700" cap="rnd" cmpd="sng">
              <a:solidFill>
                <a:srgbClr val="000000"/>
              </a:solidFill>
              <a:prstDash val="solid"/>
              <a:round/>
              <a:headEnd type="none" w="sm" len="sm"/>
              <a:tailEnd type="none" w="sm" len="sm"/>
            </a:ln>
            <a:effectLst/>
          </p:spPr>
        </p:sp>
        <p:sp>
          <p:nvSpPr>
            <p:cNvPr id="61738" name=""/>
            <p:cNvSpPr/>
            <p:nvPr/>
          </p:nvSpPr>
          <p:spPr>
            <a:xfrm>
              <a:off x="2953" y="2603"/>
              <a:ext cx="21" cy="19"/>
            </a:xfrm>
            <a:custGeom>
              <a:pathLst>
                <a:path w="21" h="19">
                  <a:moveTo>
                    <a:pt x="0" y="15"/>
                  </a:moveTo>
                  <a:lnTo>
                    <a:pt x="0" y="10"/>
                  </a:lnTo>
                  <a:lnTo>
                    <a:pt x="7" y="6"/>
                  </a:lnTo>
                  <a:lnTo>
                    <a:pt x="8" y="0"/>
                  </a:lnTo>
                  <a:lnTo>
                    <a:pt x="18" y="2"/>
                  </a:lnTo>
                  <a:lnTo>
                    <a:pt x="20" y="10"/>
                  </a:lnTo>
                  <a:lnTo>
                    <a:pt x="5" y="14"/>
                  </a:lnTo>
                  <a:lnTo>
                    <a:pt x="1" y="18"/>
                  </a:lnTo>
                  <a:lnTo>
                    <a:pt x="0" y="15"/>
                  </a:lnTo>
                  <a:lnTo>
                    <a:pt x="0" y="15"/>
                  </a:lnTo>
                  <a:lnTo>
                    <a:pt x="0" y="15"/>
                  </a:lnTo>
                </a:path>
              </a:pathLst>
            </a:custGeom>
            <a:solidFill>
              <a:srgbClr val="00FF00"/>
            </a:solidFill>
            <a:ln cap="rnd">
              <a:noFill/>
              <a:round/>
            </a:ln>
            <a:effectLst/>
          </p:spPr>
        </p:sp>
        <p:sp>
          <p:nvSpPr>
            <p:cNvPr id="61739" name=""/>
            <p:cNvSpPr/>
            <p:nvPr/>
          </p:nvSpPr>
          <p:spPr>
            <a:xfrm>
              <a:off x="2953" y="2603"/>
              <a:ext cx="21" cy="19"/>
            </a:xfrm>
            <a:custGeom>
              <a:pathLst>
                <a:path w="21" h="19">
                  <a:moveTo>
                    <a:pt x="0" y="15"/>
                  </a:moveTo>
                  <a:lnTo>
                    <a:pt x="0" y="10"/>
                  </a:lnTo>
                  <a:lnTo>
                    <a:pt x="7" y="6"/>
                  </a:lnTo>
                  <a:lnTo>
                    <a:pt x="8" y="0"/>
                  </a:lnTo>
                  <a:lnTo>
                    <a:pt x="18" y="2"/>
                  </a:lnTo>
                  <a:lnTo>
                    <a:pt x="20" y="10"/>
                  </a:lnTo>
                  <a:lnTo>
                    <a:pt x="5" y="14"/>
                  </a:lnTo>
                  <a:lnTo>
                    <a:pt x="1" y="18"/>
                  </a:lnTo>
                  <a:lnTo>
                    <a:pt x="0" y="15"/>
                  </a:lnTo>
                  <a:lnTo>
                    <a:pt x="0" y="15"/>
                  </a:lnTo>
                </a:path>
              </a:pathLst>
            </a:custGeom>
            <a:noFill/>
            <a:ln w="12700" cap="rnd" cmpd="sng">
              <a:solidFill>
                <a:srgbClr val="000000"/>
              </a:solidFill>
              <a:prstDash val="solid"/>
              <a:round/>
              <a:headEnd type="none" w="sm" len="sm"/>
              <a:tailEnd type="none" w="sm" len="sm"/>
            </a:ln>
            <a:effectLst/>
          </p:spPr>
        </p:sp>
        <p:sp>
          <p:nvSpPr>
            <p:cNvPr id="61740" name=""/>
            <p:cNvSpPr/>
            <p:nvPr/>
          </p:nvSpPr>
          <p:spPr>
            <a:xfrm>
              <a:off x="3133" y="2758"/>
              <a:ext cx="23" cy="28"/>
            </a:xfrm>
            <a:custGeom>
              <a:pathLst>
                <a:path w="23" h="28">
                  <a:moveTo>
                    <a:pt x="0" y="13"/>
                  </a:moveTo>
                  <a:lnTo>
                    <a:pt x="4" y="24"/>
                  </a:lnTo>
                  <a:lnTo>
                    <a:pt x="5" y="22"/>
                  </a:lnTo>
                  <a:lnTo>
                    <a:pt x="9" y="23"/>
                  </a:lnTo>
                  <a:lnTo>
                    <a:pt x="9" y="26"/>
                  </a:lnTo>
                  <a:lnTo>
                    <a:pt x="14" y="23"/>
                  </a:lnTo>
                  <a:lnTo>
                    <a:pt x="16" y="25"/>
                  </a:lnTo>
                  <a:lnTo>
                    <a:pt x="18" y="26"/>
                  </a:lnTo>
                  <a:lnTo>
                    <a:pt x="21" y="27"/>
                  </a:lnTo>
                  <a:lnTo>
                    <a:pt x="22" y="23"/>
                  </a:lnTo>
                  <a:lnTo>
                    <a:pt x="18" y="17"/>
                  </a:lnTo>
                  <a:lnTo>
                    <a:pt x="12" y="17"/>
                  </a:lnTo>
                  <a:lnTo>
                    <a:pt x="11" y="13"/>
                  </a:lnTo>
                  <a:lnTo>
                    <a:pt x="6" y="10"/>
                  </a:lnTo>
                  <a:lnTo>
                    <a:pt x="4" y="10"/>
                  </a:lnTo>
                  <a:lnTo>
                    <a:pt x="4" y="2"/>
                  </a:lnTo>
                  <a:lnTo>
                    <a:pt x="2" y="0"/>
                  </a:lnTo>
                  <a:lnTo>
                    <a:pt x="0" y="13"/>
                  </a:lnTo>
                  <a:lnTo>
                    <a:pt x="0" y="13"/>
                  </a:lnTo>
                  <a:lnTo>
                    <a:pt x="0" y="13"/>
                  </a:lnTo>
                </a:path>
              </a:pathLst>
            </a:custGeom>
            <a:solidFill>
              <a:srgbClr val="00FF00"/>
            </a:solidFill>
            <a:ln cap="rnd">
              <a:noFill/>
              <a:round/>
            </a:ln>
            <a:effectLst/>
          </p:spPr>
        </p:sp>
        <p:sp>
          <p:nvSpPr>
            <p:cNvPr id="61741" name=""/>
            <p:cNvSpPr/>
            <p:nvPr/>
          </p:nvSpPr>
          <p:spPr>
            <a:xfrm>
              <a:off x="3133" y="2758"/>
              <a:ext cx="23" cy="28"/>
            </a:xfrm>
            <a:custGeom>
              <a:pathLst>
                <a:path w="23" h="28">
                  <a:moveTo>
                    <a:pt x="0" y="13"/>
                  </a:moveTo>
                  <a:lnTo>
                    <a:pt x="4" y="24"/>
                  </a:lnTo>
                  <a:lnTo>
                    <a:pt x="5" y="22"/>
                  </a:lnTo>
                  <a:lnTo>
                    <a:pt x="9" y="23"/>
                  </a:lnTo>
                  <a:lnTo>
                    <a:pt x="9" y="26"/>
                  </a:lnTo>
                  <a:lnTo>
                    <a:pt x="14" y="23"/>
                  </a:lnTo>
                  <a:lnTo>
                    <a:pt x="16" y="25"/>
                  </a:lnTo>
                  <a:lnTo>
                    <a:pt x="18" y="26"/>
                  </a:lnTo>
                  <a:lnTo>
                    <a:pt x="21" y="27"/>
                  </a:lnTo>
                  <a:lnTo>
                    <a:pt x="22" y="23"/>
                  </a:lnTo>
                  <a:lnTo>
                    <a:pt x="18" y="17"/>
                  </a:lnTo>
                  <a:lnTo>
                    <a:pt x="12" y="17"/>
                  </a:lnTo>
                  <a:lnTo>
                    <a:pt x="11" y="13"/>
                  </a:lnTo>
                  <a:lnTo>
                    <a:pt x="6" y="10"/>
                  </a:lnTo>
                  <a:lnTo>
                    <a:pt x="4" y="10"/>
                  </a:lnTo>
                  <a:lnTo>
                    <a:pt x="4" y="2"/>
                  </a:lnTo>
                  <a:lnTo>
                    <a:pt x="2" y="0"/>
                  </a:lnTo>
                  <a:lnTo>
                    <a:pt x="0" y="13"/>
                  </a:lnTo>
                  <a:lnTo>
                    <a:pt x="0" y="13"/>
                  </a:lnTo>
                </a:path>
              </a:pathLst>
            </a:custGeom>
            <a:noFill/>
            <a:ln w="12700" cap="rnd" cmpd="sng">
              <a:solidFill>
                <a:srgbClr val="000000"/>
              </a:solidFill>
              <a:prstDash val="solid"/>
              <a:round/>
              <a:headEnd type="none" w="sm" len="sm"/>
              <a:tailEnd type="none" w="sm" len="sm"/>
            </a:ln>
            <a:effectLst/>
          </p:spPr>
        </p:sp>
        <p:sp>
          <p:nvSpPr>
            <p:cNvPr id="61742" name=""/>
            <p:cNvSpPr/>
            <p:nvPr/>
          </p:nvSpPr>
          <p:spPr>
            <a:xfrm>
              <a:off x="3013" y="2627"/>
              <a:ext cx="73" cy="72"/>
            </a:xfrm>
            <a:custGeom>
              <a:pathLst>
                <a:path w="73" h="72">
                  <a:moveTo>
                    <a:pt x="18" y="23"/>
                  </a:moveTo>
                  <a:lnTo>
                    <a:pt x="26" y="22"/>
                  </a:lnTo>
                  <a:lnTo>
                    <a:pt x="34" y="26"/>
                  </a:lnTo>
                  <a:lnTo>
                    <a:pt x="43" y="39"/>
                  </a:lnTo>
                  <a:lnTo>
                    <a:pt x="37" y="51"/>
                  </a:lnTo>
                  <a:lnTo>
                    <a:pt x="29" y="51"/>
                  </a:lnTo>
                  <a:lnTo>
                    <a:pt x="27" y="55"/>
                  </a:lnTo>
                  <a:lnTo>
                    <a:pt x="31" y="59"/>
                  </a:lnTo>
                  <a:lnTo>
                    <a:pt x="37" y="56"/>
                  </a:lnTo>
                  <a:lnTo>
                    <a:pt x="40" y="56"/>
                  </a:lnTo>
                  <a:lnTo>
                    <a:pt x="52" y="68"/>
                  </a:lnTo>
                  <a:lnTo>
                    <a:pt x="60" y="71"/>
                  </a:lnTo>
                  <a:lnTo>
                    <a:pt x="63" y="70"/>
                  </a:lnTo>
                  <a:lnTo>
                    <a:pt x="63" y="66"/>
                  </a:lnTo>
                  <a:lnTo>
                    <a:pt x="58" y="65"/>
                  </a:lnTo>
                  <a:lnTo>
                    <a:pt x="56" y="61"/>
                  </a:lnTo>
                  <a:lnTo>
                    <a:pt x="60" y="61"/>
                  </a:lnTo>
                  <a:lnTo>
                    <a:pt x="63" y="66"/>
                  </a:lnTo>
                  <a:lnTo>
                    <a:pt x="69" y="65"/>
                  </a:lnTo>
                  <a:lnTo>
                    <a:pt x="67" y="60"/>
                  </a:lnTo>
                  <a:lnTo>
                    <a:pt x="63" y="54"/>
                  </a:lnTo>
                  <a:lnTo>
                    <a:pt x="57" y="51"/>
                  </a:lnTo>
                  <a:lnTo>
                    <a:pt x="54" y="46"/>
                  </a:lnTo>
                  <a:lnTo>
                    <a:pt x="56" y="46"/>
                  </a:lnTo>
                  <a:lnTo>
                    <a:pt x="69" y="51"/>
                  </a:lnTo>
                  <a:lnTo>
                    <a:pt x="72" y="49"/>
                  </a:lnTo>
                  <a:lnTo>
                    <a:pt x="72" y="46"/>
                  </a:lnTo>
                  <a:lnTo>
                    <a:pt x="71" y="42"/>
                  </a:lnTo>
                  <a:lnTo>
                    <a:pt x="58" y="37"/>
                  </a:lnTo>
                  <a:lnTo>
                    <a:pt x="54" y="33"/>
                  </a:lnTo>
                  <a:lnTo>
                    <a:pt x="50" y="30"/>
                  </a:lnTo>
                  <a:lnTo>
                    <a:pt x="49" y="28"/>
                  </a:lnTo>
                  <a:lnTo>
                    <a:pt x="49" y="23"/>
                  </a:lnTo>
                  <a:lnTo>
                    <a:pt x="35" y="13"/>
                  </a:lnTo>
                  <a:lnTo>
                    <a:pt x="31" y="8"/>
                  </a:lnTo>
                  <a:lnTo>
                    <a:pt x="23" y="11"/>
                  </a:lnTo>
                  <a:lnTo>
                    <a:pt x="19" y="7"/>
                  </a:lnTo>
                  <a:lnTo>
                    <a:pt x="18" y="4"/>
                  </a:lnTo>
                  <a:lnTo>
                    <a:pt x="13" y="3"/>
                  </a:lnTo>
                  <a:lnTo>
                    <a:pt x="11" y="3"/>
                  </a:lnTo>
                  <a:lnTo>
                    <a:pt x="11" y="9"/>
                  </a:lnTo>
                  <a:lnTo>
                    <a:pt x="8" y="11"/>
                  </a:lnTo>
                  <a:lnTo>
                    <a:pt x="6" y="11"/>
                  </a:lnTo>
                  <a:lnTo>
                    <a:pt x="6" y="7"/>
                  </a:lnTo>
                  <a:lnTo>
                    <a:pt x="7" y="3"/>
                  </a:lnTo>
                  <a:lnTo>
                    <a:pt x="5" y="0"/>
                  </a:lnTo>
                  <a:lnTo>
                    <a:pt x="0" y="4"/>
                  </a:lnTo>
                  <a:lnTo>
                    <a:pt x="0" y="9"/>
                  </a:lnTo>
                  <a:lnTo>
                    <a:pt x="6" y="21"/>
                  </a:lnTo>
                  <a:lnTo>
                    <a:pt x="12" y="20"/>
                  </a:lnTo>
                  <a:lnTo>
                    <a:pt x="18" y="23"/>
                  </a:lnTo>
                  <a:lnTo>
                    <a:pt x="18" y="23"/>
                  </a:lnTo>
                  <a:lnTo>
                    <a:pt x="18" y="23"/>
                  </a:lnTo>
                </a:path>
              </a:pathLst>
            </a:custGeom>
            <a:solidFill>
              <a:srgbClr val="00FF00"/>
            </a:solidFill>
            <a:ln cap="rnd">
              <a:noFill/>
              <a:round/>
            </a:ln>
            <a:effectLst/>
          </p:spPr>
        </p:sp>
        <p:sp>
          <p:nvSpPr>
            <p:cNvPr id="61743" name=""/>
            <p:cNvSpPr/>
            <p:nvPr/>
          </p:nvSpPr>
          <p:spPr>
            <a:xfrm>
              <a:off x="3013" y="2627"/>
              <a:ext cx="73" cy="72"/>
            </a:xfrm>
            <a:custGeom>
              <a:pathLst>
                <a:path w="73" h="72">
                  <a:moveTo>
                    <a:pt x="18" y="23"/>
                  </a:moveTo>
                  <a:lnTo>
                    <a:pt x="26" y="22"/>
                  </a:lnTo>
                  <a:lnTo>
                    <a:pt x="34" y="26"/>
                  </a:lnTo>
                  <a:lnTo>
                    <a:pt x="43" y="39"/>
                  </a:lnTo>
                  <a:lnTo>
                    <a:pt x="37" y="51"/>
                  </a:lnTo>
                  <a:lnTo>
                    <a:pt x="29" y="51"/>
                  </a:lnTo>
                  <a:lnTo>
                    <a:pt x="27" y="55"/>
                  </a:lnTo>
                  <a:lnTo>
                    <a:pt x="31" y="59"/>
                  </a:lnTo>
                  <a:lnTo>
                    <a:pt x="37" y="56"/>
                  </a:lnTo>
                  <a:lnTo>
                    <a:pt x="40" y="56"/>
                  </a:lnTo>
                  <a:lnTo>
                    <a:pt x="52" y="68"/>
                  </a:lnTo>
                  <a:lnTo>
                    <a:pt x="60" y="71"/>
                  </a:lnTo>
                  <a:lnTo>
                    <a:pt x="63" y="70"/>
                  </a:lnTo>
                  <a:lnTo>
                    <a:pt x="63" y="66"/>
                  </a:lnTo>
                  <a:lnTo>
                    <a:pt x="58" y="65"/>
                  </a:lnTo>
                  <a:lnTo>
                    <a:pt x="56" y="61"/>
                  </a:lnTo>
                  <a:lnTo>
                    <a:pt x="60" y="61"/>
                  </a:lnTo>
                  <a:lnTo>
                    <a:pt x="63" y="66"/>
                  </a:lnTo>
                  <a:lnTo>
                    <a:pt x="69" y="65"/>
                  </a:lnTo>
                  <a:lnTo>
                    <a:pt x="67" y="60"/>
                  </a:lnTo>
                  <a:lnTo>
                    <a:pt x="63" y="54"/>
                  </a:lnTo>
                  <a:lnTo>
                    <a:pt x="57" y="51"/>
                  </a:lnTo>
                  <a:lnTo>
                    <a:pt x="54" y="46"/>
                  </a:lnTo>
                  <a:lnTo>
                    <a:pt x="56" y="46"/>
                  </a:lnTo>
                  <a:lnTo>
                    <a:pt x="69" y="51"/>
                  </a:lnTo>
                  <a:lnTo>
                    <a:pt x="72" y="49"/>
                  </a:lnTo>
                  <a:lnTo>
                    <a:pt x="72" y="46"/>
                  </a:lnTo>
                  <a:lnTo>
                    <a:pt x="71" y="42"/>
                  </a:lnTo>
                  <a:lnTo>
                    <a:pt x="58" y="37"/>
                  </a:lnTo>
                  <a:lnTo>
                    <a:pt x="54" y="33"/>
                  </a:lnTo>
                  <a:lnTo>
                    <a:pt x="50" y="30"/>
                  </a:lnTo>
                  <a:lnTo>
                    <a:pt x="49" y="28"/>
                  </a:lnTo>
                  <a:lnTo>
                    <a:pt x="49" y="23"/>
                  </a:lnTo>
                  <a:lnTo>
                    <a:pt x="35" y="13"/>
                  </a:lnTo>
                  <a:lnTo>
                    <a:pt x="31" y="8"/>
                  </a:lnTo>
                  <a:lnTo>
                    <a:pt x="23" y="11"/>
                  </a:lnTo>
                  <a:lnTo>
                    <a:pt x="19" y="7"/>
                  </a:lnTo>
                  <a:lnTo>
                    <a:pt x="18" y="4"/>
                  </a:lnTo>
                  <a:lnTo>
                    <a:pt x="13" y="3"/>
                  </a:lnTo>
                  <a:lnTo>
                    <a:pt x="11" y="3"/>
                  </a:lnTo>
                  <a:lnTo>
                    <a:pt x="11" y="9"/>
                  </a:lnTo>
                  <a:lnTo>
                    <a:pt x="8" y="11"/>
                  </a:lnTo>
                  <a:lnTo>
                    <a:pt x="6" y="11"/>
                  </a:lnTo>
                  <a:lnTo>
                    <a:pt x="6" y="7"/>
                  </a:lnTo>
                  <a:lnTo>
                    <a:pt x="7" y="3"/>
                  </a:lnTo>
                  <a:lnTo>
                    <a:pt x="5" y="0"/>
                  </a:lnTo>
                  <a:lnTo>
                    <a:pt x="0" y="4"/>
                  </a:lnTo>
                  <a:lnTo>
                    <a:pt x="0" y="9"/>
                  </a:lnTo>
                  <a:lnTo>
                    <a:pt x="6" y="21"/>
                  </a:lnTo>
                  <a:lnTo>
                    <a:pt x="12" y="20"/>
                  </a:lnTo>
                  <a:lnTo>
                    <a:pt x="18" y="23"/>
                  </a:lnTo>
                  <a:lnTo>
                    <a:pt x="18" y="23"/>
                  </a:lnTo>
                </a:path>
              </a:pathLst>
            </a:custGeom>
            <a:noFill/>
            <a:ln w="12700" cap="rnd" cmpd="sng">
              <a:solidFill>
                <a:srgbClr val="000000"/>
              </a:solidFill>
              <a:prstDash val="solid"/>
              <a:round/>
              <a:headEnd type="none" w="sm" len="sm"/>
              <a:tailEnd type="none" w="sm" len="sm"/>
            </a:ln>
            <a:effectLst/>
          </p:spPr>
        </p:sp>
        <p:sp>
          <p:nvSpPr>
            <p:cNvPr id="61744" name=""/>
            <p:cNvSpPr/>
            <p:nvPr/>
          </p:nvSpPr>
          <p:spPr>
            <a:xfrm>
              <a:off x="2844" y="2717"/>
              <a:ext cx="21" cy="17"/>
            </a:xfrm>
            <a:custGeom>
              <a:pathLst>
                <a:path w="21" h="17">
                  <a:moveTo>
                    <a:pt x="14" y="1"/>
                  </a:moveTo>
                  <a:lnTo>
                    <a:pt x="14" y="4"/>
                  </a:lnTo>
                  <a:lnTo>
                    <a:pt x="20" y="10"/>
                  </a:lnTo>
                  <a:lnTo>
                    <a:pt x="20" y="14"/>
                  </a:lnTo>
                  <a:lnTo>
                    <a:pt x="14" y="16"/>
                  </a:lnTo>
                  <a:lnTo>
                    <a:pt x="0" y="3"/>
                  </a:lnTo>
                  <a:lnTo>
                    <a:pt x="5" y="0"/>
                  </a:lnTo>
                  <a:lnTo>
                    <a:pt x="14" y="1"/>
                  </a:lnTo>
                  <a:lnTo>
                    <a:pt x="14" y="1"/>
                  </a:lnTo>
                  <a:lnTo>
                    <a:pt x="14" y="1"/>
                  </a:lnTo>
                </a:path>
              </a:pathLst>
            </a:custGeom>
            <a:solidFill>
              <a:srgbClr val="83FF83"/>
            </a:solidFill>
            <a:ln cap="rnd">
              <a:noFill/>
              <a:round/>
            </a:ln>
            <a:effectLst/>
          </p:spPr>
        </p:sp>
        <p:sp>
          <p:nvSpPr>
            <p:cNvPr id="61745" name=""/>
            <p:cNvSpPr/>
            <p:nvPr/>
          </p:nvSpPr>
          <p:spPr>
            <a:xfrm>
              <a:off x="2844" y="2717"/>
              <a:ext cx="21" cy="17"/>
            </a:xfrm>
            <a:custGeom>
              <a:pathLst>
                <a:path w="21" h="17">
                  <a:moveTo>
                    <a:pt x="14" y="1"/>
                  </a:moveTo>
                  <a:lnTo>
                    <a:pt x="14" y="4"/>
                  </a:lnTo>
                  <a:lnTo>
                    <a:pt x="20" y="10"/>
                  </a:lnTo>
                  <a:lnTo>
                    <a:pt x="20" y="14"/>
                  </a:lnTo>
                  <a:lnTo>
                    <a:pt x="14" y="16"/>
                  </a:lnTo>
                  <a:lnTo>
                    <a:pt x="0" y="3"/>
                  </a:lnTo>
                  <a:lnTo>
                    <a:pt x="5" y="0"/>
                  </a:lnTo>
                  <a:lnTo>
                    <a:pt x="14" y="1"/>
                  </a:lnTo>
                  <a:lnTo>
                    <a:pt x="14" y="1"/>
                  </a:lnTo>
                </a:path>
              </a:pathLst>
            </a:custGeom>
            <a:noFill/>
            <a:ln w="12700" cap="rnd" cmpd="sng">
              <a:solidFill>
                <a:srgbClr val="000000"/>
              </a:solidFill>
              <a:prstDash val="solid"/>
              <a:round/>
              <a:headEnd type="none" w="sm" len="sm"/>
              <a:tailEnd type="none" w="sm" len="sm"/>
            </a:ln>
            <a:effectLst/>
          </p:spPr>
        </p:sp>
        <p:sp>
          <p:nvSpPr>
            <p:cNvPr id="61746" name=""/>
            <p:cNvSpPr/>
            <p:nvPr/>
          </p:nvSpPr>
          <p:spPr>
            <a:xfrm>
              <a:off x="3000" y="2959"/>
              <a:ext cx="67" cy="22"/>
            </a:xfrm>
            <a:custGeom>
              <a:pathLst>
                <a:path w="67" h="22">
                  <a:moveTo>
                    <a:pt x="31" y="4"/>
                  </a:moveTo>
                  <a:lnTo>
                    <a:pt x="36" y="6"/>
                  </a:lnTo>
                  <a:lnTo>
                    <a:pt x="48" y="10"/>
                  </a:lnTo>
                  <a:lnTo>
                    <a:pt x="54" y="10"/>
                  </a:lnTo>
                  <a:lnTo>
                    <a:pt x="62" y="14"/>
                  </a:lnTo>
                  <a:lnTo>
                    <a:pt x="66" y="16"/>
                  </a:lnTo>
                  <a:lnTo>
                    <a:pt x="66" y="19"/>
                  </a:lnTo>
                  <a:lnTo>
                    <a:pt x="52" y="21"/>
                  </a:lnTo>
                  <a:lnTo>
                    <a:pt x="45" y="21"/>
                  </a:lnTo>
                  <a:lnTo>
                    <a:pt x="47" y="19"/>
                  </a:lnTo>
                  <a:lnTo>
                    <a:pt x="45" y="14"/>
                  </a:lnTo>
                  <a:lnTo>
                    <a:pt x="29" y="10"/>
                  </a:lnTo>
                  <a:lnTo>
                    <a:pt x="20" y="6"/>
                  </a:lnTo>
                  <a:lnTo>
                    <a:pt x="9" y="6"/>
                  </a:lnTo>
                  <a:lnTo>
                    <a:pt x="2" y="8"/>
                  </a:lnTo>
                  <a:lnTo>
                    <a:pt x="0" y="8"/>
                  </a:lnTo>
                  <a:lnTo>
                    <a:pt x="0" y="6"/>
                  </a:lnTo>
                  <a:lnTo>
                    <a:pt x="7" y="2"/>
                  </a:lnTo>
                  <a:lnTo>
                    <a:pt x="9" y="2"/>
                  </a:lnTo>
                  <a:lnTo>
                    <a:pt x="15" y="0"/>
                  </a:lnTo>
                  <a:lnTo>
                    <a:pt x="25" y="2"/>
                  </a:lnTo>
                  <a:lnTo>
                    <a:pt x="31" y="4"/>
                  </a:lnTo>
                  <a:lnTo>
                    <a:pt x="31" y="4"/>
                  </a:lnTo>
                  <a:lnTo>
                    <a:pt x="31" y="4"/>
                  </a:lnTo>
                </a:path>
              </a:pathLst>
            </a:custGeom>
            <a:solidFill>
              <a:srgbClr val="00FF00"/>
            </a:solidFill>
            <a:ln cap="rnd">
              <a:noFill/>
              <a:round/>
            </a:ln>
            <a:effectLst/>
          </p:spPr>
        </p:sp>
        <p:sp>
          <p:nvSpPr>
            <p:cNvPr id="61747" name=""/>
            <p:cNvSpPr/>
            <p:nvPr/>
          </p:nvSpPr>
          <p:spPr>
            <a:xfrm>
              <a:off x="3000" y="2959"/>
              <a:ext cx="67" cy="22"/>
            </a:xfrm>
            <a:custGeom>
              <a:pathLst>
                <a:path w="67" h="22">
                  <a:moveTo>
                    <a:pt x="31" y="4"/>
                  </a:moveTo>
                  <a:lnTo>
                    <a:pt x="36" y="6"/>
                  </a:lnTo>
                  <a:lnTo>
                    <a:pt x="48" y="10"/>
                  </a:lnTo>
                  <a:lnTo>
                    <a:pt x="54" y="10"/>
                  </a:lnTo>
                  <a:lnTo>
                    <a:pt x="62" y="14"/>
                  </a:lnTo>
                  <a:lnTo>
                    <a:pt x="66" y="16"/>
                  </a:lnTo>
                  <a:lnTo>
                    <a:pt x="66" y="19"/>
                  </a:lnTo>
                  <a:lnTo>
                    <a:pt x="52" y="21"/>
                  </a:lnTo>
                  <a:lnTo>
                    <a:pt x="45" y="21"/>
                  </a:lnTo>
                  <a:lnTo>
                    <a:pt x="47" y="19"/>
                  </a:lnTo>
                  <a:lnTo>
                    <a:pt x="45" y="14"/>
                  </a:lnTo>
                  <a:lnTo>
                    <a:pt x="29" y="10"/>
                  </a:lnTo>
                  <a:lnTo>
                    <a:pt x="20" y="6"/>
                  </a:lnTo>
                  <a:lnTo>
                    <a:pt x="9" y="6"/>
                  </a:lnTo>
                  <a:lnTo>
                    <a:pt x="2" y="8"/>
                  </a:lnTo>
                  <a:lnTo>
                    <a:pt x="0" y="8"/>
                  </a:lnTo>
                  <a:lnTo>
                    <a:pt x="0" y="6"/>
                  </a:lnTo>
                  <a:lnTo>
                    <a:pt x="7" y="2"/>
                  </a:lnTo>
                  <a:lnTo>
                    <a:pt x="9" y="2"/>
                  </a:lnTo>
                  <a:lnTo>
                    <a:pt x="15" y="0"/>
                  </a:lnTo>
                  <a:lnTo>
                    <a:pt x="25" y="2"/>
                  </a:lnTo>
                  <a:lnTo>
                    <a:pt x="31" y="4"/>
                  </a:lnTo>
                  <a:lnTo>
                    <a:pt x="31" y="4"/>
                  </a:lnTo>
                </a:path>
              </a:pathLst>
            </a:custGeom>
            <a:noFill/>
            <a:ln w="12700" cap="rnd" cmpd="sng">
              <a:solidFill>
                <a:srgbClr val="000000"/>
              </a:solidFill>
              <a:prstDash val="solid"/>
              <a:round/>
              <a:headEnd type="none" w="sm" len="sm"/>
              <a:tailEnd type="none" w="sm" len="sm"/>
            </a:ln>
            <a:effectLst/>
          </p:spPr>
        </p:sp>
        <p:sp>
          <p:nvSpPr>
            <p:cNvPr id="61748" name=""/>
            <p:cNvSpPr/>
            <p:nvPr/>
          </p:nvSpPr>
          <p:spPr>
            <a:xfrm>
              <a:off x="3073" y="2975"/>
              <a:ext cx="31" cy="17"/>
            </a:xfrm>
            <a:custGeom>
              <a:pathLst>
                <a:path w="31" h="17">
                  <a:moveTo>
                    <a:pt x="0" y="3"/>
                  </a:moveTo>
                  <a:lnTo>
                    <a:pt x="0" y="5"/>
                  </a:lnTo>
                  <a:lnTo>
                    <a:pt x="5" y="7"/>
                  </a:lnTo>
                  <a:lnTo>
                    <a:pt x="5" y="11"/>
                  </a:lnTo>
                  <a:lnTo>
                    <a:pt x="0" y="11"/>
                  </a:lnTo>
                  <a:lnTo>
                    <a:pt x="11" y="11"/>
                  </a:lnTo>
                  <a:lnTo>
                    <a:pt x="16" y="16"/>
                  </a:lnTo>
                  <a:lnTo>
                    <a:pt x="22" y="11"/>
                  </a:lnTo>
                  <a:lnTo>
                    <a:pt x="30" y="11"/>
                  </a:lnTo>
                  <a:lnTo>
                    <a:pt x="22" y="7"/>
                  </a:lnTo>
                  <a:lnTo>
                    <a:pt x="17" y="3"/>
                  </a:lnTo>
                  <a:lnTo>
                    <a:pt x="9" y="0"/>
                  </a:lnTo>
                  <a:lnTo>
                    <a:pt x="7" y="3"/>
                  </a:lnTo>
                  <a:lnTo>
                    <a:pt x="0" y="3"/>
                  </a:lnTo>
                  <a:lnTo>
                    <a:pt x="0" y="3"/>
                  </a:lnTo>
                  <a:lnTo>
                    <a:pt x="0" y="3"/>
                  </a:lnTo>
                </a:path>
              </a:pathLst>
            </a:custGeom>
            <a:solidFill>
              <a:srgbClr val="00FF00"/>
            </a:solidFill>
            <a:ln cap="rnd">
              <a:noFill/>
              <a:round/>
            </a:ln>
            <a:effectLst/>
          </p:spPr>
        </p:sp>
        <p:sp>
          <p:nvSpPr>
            <p:cNvPr id="61749" name=""/>
            <p:cNvSpPr/>
            <p:nvPr/>
          </p:nvSpPr>
          <p:spPr>
            <a:xfrm>
              <a:off x="3073" y="2975"/>
              <a:ext cx="31" cy="17"/>
            </a:xfrm>
            <a:custGeom>
              <a:pathLst>
                <a:path w="31" h="17">
                  <a:moveTo>
                    <a:pt x="0" y="3"/>
                  </a:moveTo>
                  <a:lnTo>
                    <a:pt x="0" y="5"/>
                  </a:lnTo>
                  <a:lnTo>
                    <a:pt x="5" y="7"/>
                  </a:lnTo>
                  <a:lnTo>
                    <a:pt x="5" y="11"/>
                  </a:lnTo>
                  <a:lnTo>
                    <a:pt x="0" y="11"/>
                  </a:lnTo>
                  <a:lnTo>
                    <a:pt x="11" y="11"/>
                  </a:lnTo>
                  <a:lnTo>
                    <a:pt x="16" y="16"/>
                  </a:lnTo>
                  <a:lnTo>
                    <a:pt x="22" y="11"/>
                  </a:lnTo>
                  <a:lnTo>
                    <a:pt x="30" y="11"/>
                  </a:lnTo>
                  <a:lnTo>
                    <a:pt x="22" y="7"/>
                  </a:lnTo>
                  <a:lnTo>
                    <a:pt x="17" y="3"/>
                  </a:lnTo>
                  <a:lnTo>
                    <a:pt x="9" y="0"/>
                  </a:lnTo>
                  <a:lnTo>
                    <a:pt x="7" y="3"/>
                  </a:lnTo>
                  <a:lnTo>
                    <a:pt x="0" y="3"/>
                  </a:lnTo>
                  <a:lnTo>
                    <a:pt x="0" y="3"/>
                  </a:lnTo>
                </a:path>
              </a:pathLst>
            </a:custGeom>
            <a:noFill/>
            <a:ln w="12700" cap="rnd" cmpd="sng">
              <a:solidFill>
                <a:srgbClr val="000000"/>
              </a:solidFill>
              <a:prstDash val="solid"/>
              <a:round/>
              <a:headEnd type="none" w="sm" len="sm"/>
              <a:tailEnd type="none" w="sm" len="sm"/>
            </a:ln>
            <a:effectLst/>
          </p:spPr>
        </p:sp>
        <p:sp>
          <p:nvSpPr>
            <p:cNvPr id="61750" name=""/>
            <p:cNvSpPr/>
            <p:nvPr/>
          </p:nvSpPr>
          <p:spPr>
            <a:xfrm>
              <a:off x="3116" y="2982"/>
              <a:ext cx="21" cy="17"/>
            </a:xfrm>
            <a:custGeom>
              <a:pathLst>
                <a:path w="21" h="17">
                  <a:moveTo>
                    <a:pt x="8" y="8"/>
                  </a:moveTo>
                  <a:lnTo>
                    <a:pt x="14" y="0"/>
                  </a:lnTo>
                  <a:lnTo>
                    <a:pt x="20" y="16"/>
                  </a:lnTo>
                  <a:lnTo>
                    <a:pt x="8" y="16"/>
                  </a:lnTo>
                  <a:lnTo>
                    <a:pt x="0" y="8"/>
                  </a:lnTo>
                  <a:lnTo>
                    <a:pt x="8" y="8"/>
                  </a:lnTo>
                  <a:lnTo>
                    <a:pt x="8" y="8"/>
                  </a:lnTo>
                  <a:lnTo>
                    <a:pt x="8" y="8"/>
                  </a:lnTo>
                </a:path>
              </a:pathLst>
            </a:custGeom>
            <a:solidFill>
              <a:srgbClr val="00FF00"/>
            </a:solidFill>
            <a:ln cap="rnd">
              <a:noFill/>
              <a:round/>
            </a:ln>
            <a:effectLst/>
          </p:spPr>
        </p:sp>
        <p:sp>
          <p:nvSpPr>
            <p:cNvPr id="61751" name=""/>
            <p:cNvSpPr/>
            <p:nvPr/>
          </p:nvSpPr>
          <p:spPr>
            <a:xfrm>
              <a:off x="3116" y="2982"/>
              <a:ext cx="21" cy="17"/>
            </a:xfrm>
            <a:custGeom>
              <a:pathLst>
                <a:path w="21" h="17">
                  <a:moveTo>
                    <a:pt x="8" y="8"/>
                  </a:moveTo>
                  <a:lnTo>
                    <a:pt x="14" y="0"/>
                  </a:lnTo>
                  <a:lnTo>
                    <a:pt x="20" y="16"/>
                  </a:lnTo>
                  <a:lnTo>
                    <a:pt x="8" y="16"/>
                  </a:lnTo>
                  <a:lnTo>
                    <a:pt x="0" y="8"/>
                  </a:lnTo>
                  <a:lnTo>
                    <a:pt x="8" y="8"/>
                  </a:lnTo>
                  <a:lnTo>
                    <a:pt x="8" y="8"/>
                  </a:lnTo>
                </a:path>
              </a:pathLst>
            </a:custGeom>
            <a:noFill/>
            <a:ln w="12700" cap="rnd" cmpd="sng">
              <a:solidFill>
                <a:srgbClr val="000000"/>
              </a:solidFill>
              <a:prstDash val="solid"/>
              <a:round/>
              <a:headEnd type="none" w="sm" len="sm"/>
              <a:tailEnd type="none" w="sm" len="sm"/>
            </a:ln>
            <a:effectLst/>
          </p:spPr>
        </p:sp>
        <p:sp>
          <p:nvSpPr>
            <p:cNvPr id="61752" name=""/>
            <p:cNvSpPr/>
            <p:nvPr/>
          </p:nvSpPr>
          <p:spPr>
            <a:xfrm>
              <a:off x="2975" y="2787"/>
              <a:ext cx="67" cy="48"/>
            </a:xfrm>
            <a:custGeom>
              <a:pathLst>
                <a:path w="67" h="48">
                  <a:moveTo>
                    <a:pt x="31" y="4"/>
                  </a:moveTo>
                  <a:lnTo>
                    <a:pt x="30" y="0"/>
                  </a:lnTo>
                  <a:lnTo>
                    <a:pt x="18" y="0"/>
                  </a:lnTo>
                  <a:lnTo>
                    <a:pt x="13" y="1"/>
                  </a:lnTo>
                  <a:lnTo>
                    <a:pt x="10" y="4"/>
                  </a:lnTo>
                  <a:lnTo>
                    <a:pt x="0" y="9"/>
                  </a:lnTo>
                  <a:lnTo>
                    <a:pt x="0" y="11"/>
                  </a:lnTo>
                  <a:lnTo>
                    <a:pt x="13" y="15"/>
                  </a:lnTo>
                  <a:lnTo>
                    <a:pt x="16" y="13"/>
                  </a:lnTo>
                  <a:lnTo>
                    <a:pt x="25" y="18"/>
                  </a:lnTo>
                  <a:lnTo>
                    <a:pt x="18" y="23"/>
                  </a:lnTo>
                  <a:lnTo>
                    <a:pt x="16" y="28"/>
                  </a:lnTo>
                  <a:lnTo>
                    <a:pt x="17" y="30"/>
                  </a:lnTo>
                  <a:lnTo>
                    <a:pt x="16" y="40"/>
                  </a:lnTo>
                  <a:lnTo>
                    <a:pt x="17" y="47"/>
                  </a:lnTo>
                  <a:lnTo>
                    <a:pt x="23" y="47"/>
                  </a:lnTo>
                  <a:lnTo>
                    <a:pt x="27" y="44"/>
                  </a:lnTo>
                  <a:lnTo>
                    <a:pt x="27" y="42"/>
                  </a:lnTo>
                  <a:lnTo>
                    <a:pt x="27" y="36"/>
                  </a:lnTo>
                  <a:lnTo>
                    <a:pt x="27" y="33"/>
                  </a:lnTo>
                  <a:lnTo>
                    <a:pt x="27" y="29"/>
                  </a:lnTo>
                  <a:lnTo>
                    <a:pt x="32" y="24"/>
                  </a:lnTo>
                  <a:lnTo>
                    <a:pt x="34" y="25"/>
                  </a:lnTo>
                  <a:lnTo>
                    <a:pt x="36" y="29"/>
                  </a:lnTo>
                  <a:lnTo>
                    <a:pt x="36" y="33"/>
                  </a:lnTo>
                  <a:lnTo>
                    <a:pt x="40" y="35"/>
                  </a:lnTo>
                  <a:lnTo>
                    <a:pt x="44" y="40"/>
                  </a:lnTo>
                  <a:lnTo>
                    <a:pt x="46" y="40"/>
                  </a:lnTo>
                  <a:lnTo>
                    <a:pt x="49" y="35"/>
                  </a:lnTo>
                  <a:lnTo>
                    <a:pt x="51" y="28"/>
                  </a:lnTo>
                  <a:lnTo>
                    <a:pt x="54" y="30"/>
                  </a:lnTo>
                  <a:lnTo>
                    <a:pt x="56" y="30"/>
                  </a:lnTo>
                  <a:lnTo>
                    <a:pt x="65" y="23"/>
                  </a:lnTo>
                  <a:lnTo>
                    <a:pt x="65" y="22"/>
                  </a:lnTo>
                  <a:lnTo>
                    <a:pt x="66" y="19"/>
                  </a:lnTo>
                  <a:lnTo>
                    <a:pt x="65" y="17"/>
                  </a:lnTo>
                  <a:lnTo>
                    <a:pt x="65" y="18"/>
                  </a:lnTo>
                  <a:lnTo>
                    <a:pt x="61" y="19"/>
                  </a:lnTo>
                  <a:lnTo>
                    <a:pt x="58" y="21"/>
                  </a:lnTo>
                  <a:lnTo>
                    <a:pt x="54" y="18"/>
                  </a:lnTo>
                  <a:lnTo>
                    <a:pt x="48" y="18"/>
                  </a:lnTo>
                  <a:lnTo>
                    <a:pt x="40" y="16"/>
                  </a:lnTo>
                  <a:lnTo>
                    <a:pt x="38" y="14"/>
                  </a:lnTo>
                  <a:lnTo>
                    <a:pt x="38" y="11"/>
                  </a:lnTo>
                  <a:lnTo>
                    <a:pt x="46" y="11"/>
                  </a:lnTo>
                  <a:lnTo>
                    <a:pt x="48" y="9"/>
                  </a:lnTo>
                  <a:lnTo>
                    <a:pt x="44" y="6"/>
                  </a:lnTo>
                  <a:lnTo>
                    <a:pt x="38" y="2"/>
                  </a:lnTo>
                  <a:lnTo>
                    <a:pt x="38" y="7"/>
                  </a:lnTo>
                  <a:lnTo>
                    <a:pt x="31" y="4"/>
                  </a:lnTo>
                  <a:lnTo>
                    <a:pt x="31" y="4"/>
                  </a:lnTo>
                </a:path>
              </a:pathLst>
            </a:custGeom>
            <a:solidFill>
              <a:srgbClr val="C5FFFF"/>
            </a:solidFill>
            <a:ln cap="rnd">
              <a:noFill/>
              <a:round/>
            </a:ln>
            <a:effectLst/>
          </p:spPr>
        </p:sp>
        <p:sp>
          <p:nvSpPr>
            <p:cNvPr id="61753" name=""/>
            <p:cNvSpPr/>
            <p:nvPr/>
          </p:nvSpPr>
          <p:spPr>
            <a:xfrm>
              <a:off x="2975" y="2787"/>
              <a:ext cx="67" cy="48"/>
            </a:xfrm>
            <a:custGeom>
              <a:pathLst>
                <a:path w="67" h="48">
                  <a:moveTo>
                    <a:pt x="31" y="4"/>
                  </a:moveTo>
                  <a:lnTo>
                    <a:pt x="30" y="0"/>
                  </a:lnTo>
                  <a:lnTo>
                    <a:pt x="18" y="0"/>
                  </a:lnTo>
                  <a:lnTo>
                    <a:pt x="13" y="1"/>
                  </a:lnTo>
                  <a:lnTo>
                    <a:pt x="10" y="4"/>
                  </a:lnTo>
                  <a:lnTo>
                    <a:pt x="0" y="9"/>
                  </a:lnTo>
                  <a:lnTo>
                    <a:pt x="0" y="11"/>
                  </a:lnTo>
                  <a:lnTo>
                    <a:pt x="13" y="15"/>
                  </a:lnTo>
                  <a:lnTo>
                    <a:pt x="16" y="13"/>
                  </a:lnTo>
                  <a:lnTo>
                    <a:pt x="25" y="18"/>
                  </a:lnTo>
                  <a:lnTo>
                    <a:pt x="18" y="23"/>
                  </a:lnTo>
                  <a:lnTo>
                    <a:pt x="16" y="28"/>
                  </a:lnTo>
                  <a:lnTo>
                    <a:pt x="17" y="30"/>
                  </a:lnTo>
                  <a:lnTo>
                    <a:pt x="16" y="40"/>
                  </a:lnTo>
                  <a:lnTo>
                    <a:pt x="17" y="47"/>
                  </a:lnTo>
                  <a:lnTo>
                    <a:pt x="23" y="47"/>
                  </a:lnTo>
                  <a:lnTo>
                    <a:pt x="27" y="44"/>
                  </a:lnTo>
                  <a:lnTo>
                    <a:pt x="27" y="42"/>
                  </a:lnTo>
                  <a:lnTo>
                    <a:pt x="27" y="36"/>
                  </a:lnTo>
                  <a:lnTo>
                    <a:pt x="27" y="33"/>
                  </a:lnTo>
                  <a:lnTo>
                    <a:pt x="27" y="29"/>
                  </a:lnTo>
                  <a:lnTo>
                    <a:pt x="32" y="24"/>
                  </a:lnTo>
                  <a:lnTo>
                    <a:pt x="34" y="25"/>
                  </a:lnTo>
                  <a:lnTo>
                    <a:pt x="36" y="29"/>
                  </a:lnTo>
                  <a:lnTo>
                    <a:pt x="36" y="33"/>
                  </a:lnTo>
                  <a:lnTo>
                    <a:pt x="40" y="35"/>
                  </a:lnTo>
                  <a:lnTo>
                    <a:pt x="44" y="40"/>
                  </a:lnTo>
                  <a:lnTo>
                    <a:pt x="46" y="40"/>
                  </a:lnTo>
                  <a:lnTo>
                    <a:pt x="49" y="35"/>
                  </a:lnTo>
                  <a:lnTo>
                    <a:pt x="51" y="28"/>
                  </a:lnTo>
                  <a:lnTo>
                    <a:pt x="54" y="30"/>
                  </a:lnTo>
                  <a:lnTo>
                    <a:pt x="56" y="30"/>
                  </a:lnTo>
                  <a:lnTo>
                    <a:pt x="65" y="23"/>
                  </a:lnTo>
                  <a:lnTo>
                    <a:pt x="65" y="22"/>
                  </a:lnTo>
                  <a:lnTo>
                    <a:pt x="66" y="19"/>
                  </a:lnTo>
                  <a:lnTo>
                    <a:pt x="65" y="17"/>
                  </a:lnTo>
                  <a:lnTo>
                    <a:pt x="65" y="18"/>
                  </a:lnTo>
                  <a:lnTo>
                    <a:pt x="61" y="19"/>
                  </a:lnTo>
                  <a:lnTo>
                    <a:pt x="58" y="21"/>
                  </a:lnTo>
                  <a:lnTo>
                    <a:pt x="54" y="18"/>
                  </a:lnTo>
                  <a:lnTo>
                    <a:pt x="48" y="18"/>
                  </a:lnTo>
                  <a:lnTo>
                    <a:pt x="40" y="16"/>
                  </a:lnTo>
                  <a:lnTo>
                    <a:pt x="38" y="14"/>
                  </a:lnTo>
                  <a:lnTo>
                    <a:pt x="38" y="11"/>
                  </a:lnTo>
                  <a:lnTo>
                    <a:pt x="46" y="11"/>
                  </a:lnTo>
                  <a:lnTo>
                    <a:pt x="48" y="9"/>
                  </a:lnTo>
                  <a:lnTo>
                    <a:pt x="44" y="6"/>
                  </a:lnTo>
                  <a:lnTo>
                    <a:pt x="38" y="2"/>
                  </a:lnTo>
                  <a:lnTo>
                    <a:pt x="38" y="7"/>
                  </a:lnTo>
                  <a:lnTo>
                    <a:pt x="31" y="4"/>
                  </a:lnTo>
                  <a:lnTo>
                    <a:pt x="31" y="4"/>
                  </a:lnTo>
                </a:path>
              </a:pathLst>
            </a:custGeom>
            <a:noFill/>
            <a:ln w="12700" cap="rnd" cmpd="sng">
              <a:solidFill>
                <a:srgbClr val="000000"/>
              </a:solidFill>
              <a:prstDash val="solid"/>
              <a:round/>
              <a:headEnd type="none" w="sm" len="sm"/>
              <a:tailEnd type="none" w="sm" len="sm"/>
            </a:ln>
            <a:effectLst/>
          </p:spPr>
        </p:sp>
        <p:sp>
          <p:nvSpPr>
            <p:cNvPr id="61754" name=""/>
            <p:cNvSpPr/>
            <p:nvPr/>
          </p:nvSpPr>
          <p:spPr>
            <a:xfrm>
              <a:off x="3011" y="2816"/>
              <a:ext cx="49" cy="25"/>
            </a:xfrm>
            <a:custGeom>
              <a:pathLst>
                <a:path w="49" h="25">
                  <a:moveTo>
                    <a:pt x="16" y="14"/>
                  </a:moveTo>
                  <a:lnTo>
                    <a:pt x="10" y="14"/>
                  </a:lnTo>
                  <a:lnTo>
                    <a:pt x="8" y="11"/>
                  </a:lnTo>
                  <a:lnTo>
                    <a:pt x="0" y="17"/>
                  </a:lnTo>
                  <a:lnTo>
                    <a:pt x="1" y="20"/>
                  </a:lnTo>
                  <a:lnTo>
                    <a:pt x="6" y="22"/>
                  </a:lnTo>
                  <a:lnTo>
                    <a:pt x="18" y="24"/>
                  </a:lnTo>
                  <a:lnTo>
                    <a:pt x="25" y="21"/>
                  </a:lnTo>
                  <a:lnTo>
                    <a:pt x="32" y="21"/>
                  </a:lnTo>
                  <a:lnTo>
                    <a:pt x="33" y="23"/>
                  </a:lnTo>
                  <a:lnTo>
                    <a:pt x="36" y="21"/>
                  </a:lnTo>
                  <a:lnTo>
                    <a:pt x="34" y="17"/>
                  </a:lnTo>
                  <a:lnTo>
                    <a:pt x="29" y="14"/>
                  </a:lnTo>
                  <a:lnTo>
                    <a:pt x="22" y="11"/>
                  </a:lnTo>
                  <a:lnTo>
                    <a:pt x="29" y="12"/>
                  </a:lnTo>
                  <a:lnTo>
                    <a:pt x="31" y="13"/>
                  </a:lnTo>
                  <a:lnTo>
                    <a:pt x="33" y="11"/>
                  </a:lnTo>
                  <a:lnTo>
                    <a:pt x="38" y="11"/>
                  </a:lnTo>
                  <a:lnTo>
                    <a:pt x="39" y="10"/>
                  </a:lnTo>
                  <a:lnTo>
                    <a:pt x="42" y="10"/>
                  </a:lnTo>
                  <a:lnTo>
                    <a:pt x="44" y="11"/>
                  </a:lnTo>
                  <a:lnTo>
                    <a:pt x="48" y="6"/>
                  </a:lnTo>
                  <a:lnTo>
                    <a:pt x="46" y="3"/>
                  </a:lnTo>
                  <a:lnTo>
                    <a:pt x="43" y="0"/>
                  </a:lnTo>
                  <a:lnTo>
                    <a:pt x="33" y="2"/>
                  </a:lnTo>
                  <a:lnTo>
                    <a:pt x="25" y="4"/>
                  </a:lnTo>
                  <a:lnTo>
                    <a:pt x="22" y="7"/>
                  </a:lnTo>
                  <a:lnTo>
                    <a:pt x="22" y="11"/>
                  </a:lnTo>
                  <a:lnTo>
                    <a:pt x="16" y="14"/>
                  </a:lnTo>
                  <a:lnTo>
                    <a:pt x="16" y="14"/>
                  </a:lnTo>
                  <a:lnTo>
                    <a:pt x="16" y="14"/>
                  </a:lnTo>
                </a:path>
              </a:pathLst>
            </a:custGeom>
            <a:solidFill>
              <a:srgbClr val="C5FFFF"/>
            </a:solidFill>
            <a:ln cap="rnd">
              <a:noFill/>
              <a:round/>
            </a:ln>
            <a:effectLst/>
          </p:spPr>
        </p:sp>
        <p:sp>
          <p:nvSpPr>
            <p:cNvPr id="61755" name=""/>
            <p:cNvSpPr/>
            <p:nvPr/>
          </p:nvSpPr>
          <p:spPr>
            <a:xfrm>
              <a:off x="3011" y="2816"/>
              <a:ext cx="49" cy="25"/>
            </a:xfrm>
            <a:custGeom>
              <a:pathLst>
                <a:path w="49" h="25">
                  <a:moveTo>
                    <a:pt x="16" y="14"/>
                  </a:moveTo>
                  <a:lnTo>
                    <a:pt x="10" y="14"/>
                  </a:lnTo>
                  <a:lnTo>
                    <a:pt x="8" y="11"/>
                  </a:lnTo>
                  <a:lnTo>
                    <a:pt x="0" y="17"/>
                  </a:lnTo>
                  <a:lnTo>
                    <a:pt x="1" y="20"/>
                  </a:lnTo>
                  <a:lnTo>
                    <a:pt x="6" y="22"/>
                  </a:lnTo>
                  <a:lnTo>
                    <a:pt x="18" y="24"/>
                  </a:lnTo>
                  <a:lnTo>
                    <a:pt x="25" y="21"/>
                  </a:lnTo>
                  <a:lnTo>
                    <a:pt x="32" y="21"/>
                  </a:lnTo>
                  <a:lnTo>
                    <a:pt x="33" y="23"/>
                  </a:lnTo>
                  <a:lnTo>
                    <a:pt x="36" y="21"/>
                  </a:lnTo>
                  <a:lnTo>
                    <a:pt x="34" y="17"/>
                  </a:lnTo>
                  <a:lnTo>
                    <a:pt x="29" y="14"/>
                  </a:lnTo>
                  <a:lnTo>
                    <a:pt x="22" y="11"/>
                  </a:lnTo>
                  <a:lnTo>
                    <a:pt x="29" y="12"/>
                  </a:lnTo>
                  <a:lnTo>
                    <a:pt x="31" y="13"/>
                  </a:lnTo>
                  <a:lnTo>
                    <a:pt x="33" y="11"/>
                  </a:lnTo>
                  <a:lnTo>
                    <a:pt x="38" y="11"/>
                  </a:lnTo>
                  <a:lnTo>
                    <a:pt x="39" y="10"/>
                  </a:lnTo>
                  <a:lnTo>
                    <a:pt x="42" y="10"/>
                  </a:lnTo>
                  <a:lnTo>
                    <a:pt x="44" y="11"/>
                  </a:lnTo>
                  <a:lnTo>
                    <a:pt x="48" y="6"/>
                  </a:lnTo>
                  <a:lnTo>
                    <a:pt x="46" y="3"/>
                  </a:lnTo>
                  <a:lnTo>
                    <a:pt x="43" y="0"/>
                  </a:lnTo>
                  <a:lnTo>
                    <a:pt x="33" y="2"/>
                  </a:lnTo>
                  <a:lnTo>
                    <a:pt x="25" y="4"/>
                  </a:lnTo>
                  <a:lnTo>
                    <a:pt x="22" y="7"/>
                  </a:lnTo>
                  <a:lnTo>
                    <a:pt x="22" y="11"/>
                  </a:lnTo>
                  <a:lnTo>
                    <a:pt x="16" y="14"/>
                  </a:lnTo>
                  <a:lnTo>
                    <a:pt x="16" y="14"/>
                  </a:lnTo>
                </a:path>
              </a:pathLst>
            </a:custGeom>
            <a:noFill/>
            <a:ln w="12700" cap="rnd" cmpd="sng">
              <a:solidFill>
                <a:srgbClr val="000000"/>
              </a:solidFill>
              <a:prstDash val="solid"/>
              <a:round/>
              <a:headEnd type="none" w="sm" len="sm"/>
              <a:tailEnd type="none" w="sm" len="sm"/>
            </a:ln>
            <a:effectLst/>
          </p:spPr>
        </p:sp>
        <p:sp>
          <p:nvSpPr>
            <p:cNvPr id="61756" name=""/>
            <p:cNvSpPr/>
            <p:nvPr/>
          </p:nvSpPr>
          <p:spPr>
            <a:xfrm>
              <a:off x="2953" y="2567"/>
              <a:ext cx="224" cy="240"/>
            </a:xfrm>
            <a:custGeom>
              <a:pathLst>
                <a:path w="224" h="240">
                  <a:moveTo>
                    <a:pt x="28" y="238"/>
                  </a:moveTo>
                  <a:lnTo>
                    <a:pt x="154" y="224"/>
                  </a:lnTo>
                  <a:lnTo>
                    <a:pt x="217" y="165"/>
                  </a:lnTo>
                  <a:lnTo>
                    <a:pt x="223" y="139"/>
                  </a:lnTo>
                  <a:lnTo>
                    <a:pt x="213" y="66"/>
                  </a:lnTo>
                  <a:lnTo>
                    <a:pt x="165" y="19"/>
                  </a:lnTo>
                  <a:lnTo>
                    <a:pt x="73" y="0"/>
                  </a:lnTo>
                  <a:lnTo>
                    <a:pt x="29" y="31"/>
                  </a:lnTo>
                  <a:lnTo>
                    <a:pt x="0" y="79"/>
                  </a:lnTo>
                  <a:lnTo>
                    <a:pt x="0" y="176"/>
                  </a:lnTo>
                  <a:lnTo>
                    <a:pt x="29" y="239"/>
                  </a:lnTo>
                </a:path>
              </a:pathLst>
            </a:custGeom>
            <a:noFill/>
            <a:ln w="12700" cap="rnd" cmpd="sng">
              <a:solidFill>
                <a:srgbClr val="000000"/>
              </a:solidFill>
              <a:prstDash val="solid"/>
              <a:round/>
              <a:headEnd type="none" w="sm" len="sm"/>
              <a:tailEnd type="none" w="sm" len="sm"/>
            </a:ln>
            <a:effectLst/>
          </p:spPr>
        </p:sp>
        <p:sp>
          <p:nvSpPr>
            <p:cNvPr id="61757" name=""/>
            <p:cNvSpPr/>
            <p:nvPr/>
          </p:nvSpPr>
          <p:spPr>
            <a:xfrm>
              <a:off x="2953" y="2567"/>
              <a:ext cx="224" cy="240"/>
            </a:xfrm>
            <a:custGeom>
              <a:pathLst>
                <a:path w="224" h="240">
                  <a:moveTo>
                    <a:pt x="28" y="238"/>
                  </a:moveTo>
                  <a:lnTo>
                    <a:pt x="154" y="224"/>
                  </a:lnTo>
                  <a:lnTo>
                    <a:pt x="217" y="165"/>
                  </a:lnTo>
                  <a:lnTo>
                    <a:pt x="223" y="139"/>
                  </a:lnTo>
                  <a:lnTo>
                    <a:pt x="213" y="66"/>
                  </a:lnTo>
                  <a:lnTo>
                    <a:pt x="165" y="19"/>
                  </a:lnTo>
                  <a:lnTo>
                    <a:pt x="73" y="0"/>
                  </a:lnTo>
                  <a:lnTo>
                    <a:pt x="29" y="31"/>
                  </a:lnTo>
                  <a:lnTo>
                    <a:pt x="0" y="79"/>
                  </a:lnTo>
                  <a:lnTo>
                    <a:pt x="0" y="176"/>
                  </a:lnTo>
                  <a:lnTo>
                    <a:pt x="29" y="239"/>
                  </a:lnTo>
                </a:path>
              </a:pathLst>
            </a:custGeom>
            <a:noFill/>
            <a:ln w="12700" cap="rnd" cmpd="sng">
              <a:solidFill>
                <a:srgbClr val="000000"/>
              </a:solidFill>
              <a:prstDash val="solid"/>
              <a:round/>
              <a:headEnd type="none" w="sm" len="sm"/>
              <a:tailEnd type="none" w="sm" len="sm"/>
            </a:ln>
            <a:effectLst/>
          </p:spPr>
        </p:sp>
        <p:cxnSp>
          <p:nvCxnSpPr>
            <p:cNvPr id="61758" name=""/>
            <p:cNvCxnSpPr/>
            <p:nvPr/>
          </p:nvCxnSpPr>
          <p:spPr>
            <a:xfrm flipH="1">
              <a:off x="2337" y="2806"/>
              <a:ext cx="646" cy="799"/>
            </a:xfrm>
            <a:prstGeom prst="line">
              <a:avLst/>
            </a:prstGeom>
            <a:noFill/>
            <a:ln w="12700">
              <a:solidFill>
                <a:prstClr val="black"/>
              </a:solidFill>
              <a:miter lim="800000"/>
            </a:ln>
            <a:effectLst/>
          </p:spPr>
        </p:cxnSp>
        <p:cxnSp>
          <p:nvCxnSpPr>
            <p:cNvPr id="61759" name=""/>
            <p:cNvCxnSpPr/>
            <p:nvPr/>
          </p:nvCxnSpPr>
          <p:spPr>
            <a:xfrm flipH="1">
              <a:off x="2337" y="2806"/>
              <a:ext cx="646" cy="799"/>
            </a:xfrm>
            <a:prstGeom prst="line">
              <a:avLst/>
            </a:prstGeom>
            <a:noFill/>
            <a:ln w="12700">
              <a:solidFill>
                <a:schemeClr val="tx1"/>
              </a:solidFill>
              <a:miter lim="800000"/>
            </a:ln>
            <a:effectLst/>
          </p:spPr>
        </p:cxnSp>
        <p:cxnSp>
          <p:nvCxnSpPr>
            <p:cNvPr id="61760" name=""/>
            <p:cNvCxnSpPr/>
            <p:nvPr/>
          </p:nvCxnSpPr>
          <p:spPr>
            <a:xfrm flipH="1">
              <a:off x="2174" y="2743"/>
              <a:ext cx="779" cy="383"/>
            </a:xfrm>
            <a:prstGeom prst="line">
              <a:avLst/>
            </a:prstGeom>
            <a:noFill/>
            <a:ln w="12700">
              <a:solidFill>
                <a:prstClr val="black"/>
              </a:solidFill>
              <a:miter lim="800000"/>
            </a:ln>
            <a:effectLst/>
          </p:spPr>
        </p:cxnSp>
        <p:cxnSp>
          <p:nvCxnSpPr>
            <p:cNvPr id="61761" name=""/>
            <p:cNvCxnSpPr/>
            <p:nvPr/>
          </p:nvCxnSpPr>
          <p:spPr>
            <a:xfrm flipH="1">
              <a:off x="2174" y="2743"/>
              <a:ext cx="779" cy="383"/>
            </a:xfrm>
            <a:prstGeom prst="line">
              <a:avLst/>
            </a:prstGeom>
            <a:noFill/>
            <a:ln w="12700">
              <a:solidFill>
                <a:schemeClr val="tx1"/>
              </a:solidFill>
              <a:miter lim="800000"/>
            </a:ln>
            <a:effectLst/>
          </p:spPr>
        </p:cxnSp>
        <p:cxnSp>
          <p:nvCxnSpPr>
            <p:cNvPr id="61762" name=""/>
            <p:cNvCxnSpPr/>
            <p:nvPr/>
          </p:nvCxnSpPr>
          <p:spPr>
            <a:xfrm flipH="1" flipV="1">
              <a:off x="2096" y="2634"/>
              <a:ext cx="857" cy="12"/>
            </a:xfrm>
            <a:prstGeom prst="line">
              <a:avLst/>
            </a:prstGeom>
            <a:noFill/>
            <a:ln w="12700">
              <a:solidFill>
                <a:prstClr val="black"/>
              </a:solidFill>
              <a:miter lim="800000"/>
            </a:ln>
            <a:effectLst/>
          </p:spPr>
        </p:cxnSp>
        <p:cxnSp>
          <p:nvCxnSpPr>
            <p:cNvPr id="61763" name=""/>
            <p:cNvCxnSpPr/>
            <p:nvPr/>
          </p:nvCxnSpPr>
          <p:spPr>
            <a:xfrm flipH="1" flipV="1">
              <a:off x="2096" y="2634"/>
              <a:ext cx="857" cy="12"/>
            </a:xfrm>
            <a:prstGeom prst="line">
              <a:avLst/>
            </a:prstGeom>
            <a:noFill/>
            <a:ln w="12700">
              <a:solidFill>
                <a:schemeClr val="tx1"/>
              </a:solidFill>
              <a:miter lim="800000"/>
            </a:ln>
            <a:effectLst/>
          </p:spPr>
        </p:cxnSp>
        <p:cxnSp>
          <p:nvCxnSpPr>
            <p:cNvPr id="61764" name=""/>
            <p:cNvCxnSpPr/>
            <p:nvPr/>
          </p:nvCxnSpPr>
          <p:spPr>
            <a:xfrm flipH="1" flipV="1">
              <a:off x="1916" y="2081"/>
              <a:ext cx="1075" cy="510"/>
            </a:xfrm>
            <a:prstGeom prst="line">
              <a:avLst/>
            </a:prstGeom>
            <a:noFill/>
            <a:ln w="12700">
              <a:solidFill>
                <a:prstClr val="black"/>
              </a:solidFill>
              <a:miter lim="800000"/>
            </a:ln>
            <a:effectLst/>
          </p:spPr>
        </p:cxnSp>
        <p:cxnSp>
          <p:nvCxnSpPr>
            <p:cNvPr id="61765" name=""/>
            <p:cNvCxnSpPr/>
            <p:nvPr/>
          </p:nvCxnSpPr>
          <p:spPr>
            <a:xfrm flipH="1" flipV="1">
              <a:off x="1916" y="2081"/>
              <a:ext cx="1075" cy="510"/>
            </a:xfrm>
            <a:prstGeom prst="line">
              <a:avLst/>
            </a:prstGeom>
            <a:noFill/>
            <a:ln w="12700">
              <a:solidFill>
                <a:schemeClr val="tx1"/>
              </a:solidFill>
              <a:miter lim="800000"/>
            </a:ln>
            <a:effectLst/>
          </p:spPr>
        </p:cxnSp>
        <p:cxnSp>
          <p:nvCxnSpPr>
            <p:cNvPr id="61766" name=""/>
            <p:cNvCxnSpPr/>
            <p:nvPr/>
          </p:nvCxnSpPr>
          <p:spPr>
            <a:xfrm flipH="1" flipV="1">
              <a:off x="2567" y="2058"/>
              <a:ext cx="422" cy="533"/>
            </a:xfrm>
            <a:prstGeom prst="line">
              <a:avLst/>
            </a:prstGeom>
            <a:noFill/>
            <a:ln w="12700">
              <a:solidFill>
                <a:prstClr val="black"/>
              </a:solidFill>
              <a:miter lim="800000"/>
            </a:ln>
            <a:effectLst/>
          </p:spPr>
        </p:cxnSp>
        <p:cxnSp>
          <p:nvCxnSpPr>
            <p:cNvPr id="61767" name=""/>
            <p:cNvCxnSpPr/>
            <p:nvPr/>
          </p:nvCxnSpPr>
          <p:spPr>
            <a:xfrm flipH="1" flipV="1">
              <a:off x="2567" y="2058"/>
              <a:ext cx="422" cy="533"/>
            </a:xfrm>
            <a:prstGeom prst="line">
              <a:avLst/>
            </a:prstGeom>
            <a:noFill/>
            <a:ln w="12700">
              <a:solidFill>
                <a:schemeClr val="tx1"/>
              </a:solidFill>
              <a:miter lim="800000"/>
            </a:ln>
            <a:effectLst/>
          </p:spPr>
        </p:cxnSp>
        <p:cxnSp>
          <p:nvCxnSpPr>
            <p:cNvPr id="61768" name=""/>
            <p:cNvCxnSpPr/>
            <p:nvPr/>
          </p:nvCxnSpPr>
          <p:spPr>
            <a:xfrm flipH="1" flipV="1">
              <a:off x="2905" y="2036"/>
              <a:ext cx="121" cy="531"/>
            </a:xfrm>
            <a:prstGeom prst="line">
              <a:avLst/>
            </a:prstGeom>
            <a:noFill/>
            <a:ln w="12700">
              <a:solidFill>
                <a:prstClr val="black"/>
              </a:solidFill>
              <a:miter lim="800000"/>
            </a:ln>
            <a:effectLst/>
          </p:spPr>
        </p:cxnSp>
        <p:cxnSp>
          <p:nvCxnSpPr>
            <p:cNvPr id="61769" name=""/>
            <p:cNvCxnSpPr/>
            <p:nvPr/>
          </p:nvCxnSpPr>
          <p:spPr>
            <a:xfrm flipH="1" flipV="1">
              <a:off x="2905" y="2036"/>
              <a:ext cx="121" cy="531"/>
            </a:xfrm>
            <a:prstGeom prst="line">
              <a:avLst/>
            </a:prstGeom>
            <a:noFill/>
            <a:ln w="12700">
              <a:solidFill>
                <a:schemeClr val="tx1"/>
              </a:solidFill>
              <a:miter lim="800000"/>
            </a:ln>
            <a:effectLst/>
          </p:spPr>
        </p:cxnSp>
        <p:cxnSp>
          <p:nvCxnSpPr>
            <p:cNvPr id="61770" name=""/>
            <p:cNvCxnSpPr/>
            <p:nvPr/>
          </p:nvCxnSpPr>
          <p:spPr>
            <a:xfrm flipV="1">
              <a:off x="3116" y="1996"/>
              <a:ext cx="175" cy="590"/>
            </a:xfrm>
            <a:prstGeom prst="line">
              <a:avLst/>
            </a:prstGeom>
            <a:noFill/>
            <a:ln w="12700">
              <a:solidFill>
                <a:prstClr val="black"/>
              </a:solidFill>
              <a:miter lim="800000"/>
            </a:ln>
            <a:effectLst/>
          </p:spPr>
        </p:cxnSp>
        <p:cxnSp>
          <p:nvCxnSpPr>
            <p:cNvPr id="61771" name=""/>
            <p:cNvCxnSpPr/>
            <p:nvPr/>
          </p:nvCxnSpPr>
          <p:spPr>
            <a:xfrm flipV="1">
              <a:off x="3116" y="1996"/>
              <a:ext cx="175" cy="590"/>
            </a:xfrm>
            <a:prstGeom prst="line">
              <a:avLst/>
            </a:prstGeom>
            <a:noFill/>
            <a:ln w="12700">
              <a:solidFill>
                <a:schemeClr val="tx1"/>
              </a:solidFill>
              <a:miter lim="800000"/>
            </a:ln>
            <a:effectLst/>
          </p:spPr>
        </p:cxnSp>
        <p:cxnSp>
          <p:nvCxnSpPr>
            <p:cNvPr id="61772" name=""/>
            <p:cNvCxnSpPr/>
            <p:nvPr/>
          </p:nvCxnSpPr>
          <p:spPr>
            <a:xfrm flipV="1">
              <a:off x="3166" y="2020"/>
              <a:ext cx="508" cy="614"/>
            </a:xfrm>
            <a:prstGeom prst="line">
              <a:avLst/>
            </a:prstGeom>
            <a:noFill/>
            <a:ln w="12700">
              <a:solidFill>
                <a:prstClr val="black"/>
              </a:solidFill>
              <a:miter lim="800000"/>
            </a:ln>
            <a:effectLst/>
          </p:spPr>
        </p:cxnSp>
        <p:cxnSp>
          <p:nvCxnSpPr>
            <p:cNvPr id="61773" name=""/>
            <p:cNvCxnSpPr/>
            <p:nvPr/>
          </p:nvCxnSpPr>
          <p:spPr>
            <a:xfrm flipV="1">
              <a:off x="3166" y="2020"/>
              <a:ext cx="508" cy="614"/>
            </a:xfrm>
            <a:prstGeom prst="line">
              <a:avLst/>
            </a:prstGeom>
            <a:noFill/>
            <a:ln w="12700">
              <a:solidFill>
                <a:schemeClr val="tx1"/>
              </a:solidFill>
              <a:miter lim="800000"/>
            </a:ln>
            <a:effectLst/>
          </p:spPr>
        </p:cxnSp>
        <p:cxnSp>
          <p:nvCxnSpPr>
            <p:cNvPr id="61774" name=""/>
            <p:cNvCxnSpPr/>
            <p:nvPr/>
          </p:nvCxnSpPr>
          <p:spPr>
            <a:xfrm flipV="1">
              <a:off x="3174" y="2472"/>
              <a:ext cx="596" cy="237"/>
            </a:xfrm>
            <a:prstGeom prst="line">
              <a:avLst/>
            </a:prstGeom>
            <a:noFill/>
            <a:ln w="12700">
              <a:solidFill>
                <a:prstClr val="black"/>
              </a:solidFill>
              <a:miter lim="800000"/>
            </a:ln>
            <a:effectLst/>
          </p:spPr>
        </p:cxnSp>
        <p:cxnSp>
          <p:nvCxnSpPr>
            <p:cNvPr id="61775" name=""/>
            <p:cNvCxnSpPr/>
            <p:nvPr/>
          </p:nvCxnSpPr>
          <p:spPr>
            <a:xfrm flipV="1">
              <a:off x="3174" y="2472"/>
              <a:ext cx="596" cy="237"/>
            </a:xfrm>
            <a:prstGeom prst="line">
              <a:avLst/>
            </a:prstGeom>
            <a:noFill/>
            <a:ln w="12700">
              <a:solidFill>
                <a:schemeClr val="tx1"/>
              </a:solidFill>
              <a:miter lim="800000"/>
            </a:ln>
            <a:effectLst/>
          </p:spPr>
        </p:cxnSp>
        <p:cxnSp>
          <p:nvCxnSpPr>
            <p:cNvPr id="61776" name=""/>
            <p:cNvCxnSpPr/>
            <p:nvPr/>
          </p:nvCxnSpPr>
          <p:spPr>
            <a:xfrm>
              <a:off x="3174" y="2732"/>
              <a:ext cx="616" cy="110"/>
            </a:xfrm>
            <a:prstGeom prst="line">
              <a:avLst/>
            </a:prstGeom>
            <a:noFill/>
            <a:ln w="12700">
              <a:solidFill>
                <a:prstClr val="black"/>
              </a:solidFill>
              <a:miter lim="800000"/>
            </a:ln>
            <a:effectLst/>
          </p:spPr>
        </p:cxnSp>
        <p:cxnSp>
          <p:nvCxnSpPr>
            <p:cNvPr id="61777" name=""/>
            <p:cNvCxnSpPr/>
            <p:nvPr/>
          </p:nvCxnSpPr>
          <p:spPr>
            <a:xfrm>
              <a:off x="3174" y="2732"/>
              <a:ext cx="616" cy="110"/>
            </a:xfrm>
            <a:prstGeom prst="line">
              <a:avLst/>
            </a:prstGeom>
            <a:noFill/>
            <a:ln w="12700">
              <a:solidFill>
                <a:schemeClr val="tx1"/>
              </a:solidFill>
              <a:miter lim="800000"/>
            </a:ln>
            <a:effectLst/>
          </p:spPr>
        </p:cxnSp>
        <p:cxnSp>
          <p:nvCxnSpPr>
            <p:cNvPr id="61778" name=""/>
            <p:cNvCxnSpPr/>
            <p:nvPr/>
          </p:nvCxnSpPr>
          <p:spPr>
            <a:xfrm>
              <a:off x="3116" y="2794"/>
              <a:ext cx="660" cy="570"/>
            </a:xfrm>
            <a:prstGeom prst="line">
              <a:avLst/>
            </a:prstGeom>
            <a:noFill/>
            <a:ln w="12700">
              <a:solidFill>
                <a:prstClr val="black"/>
              </a:solidFill>
              <a:miter lim="800000"/>
            </a:ln>
            <a:effectLst/>
          </p:spPr>
        </p:cxnSp>
        <p:cxnSp>
          <p:nvCxnSpPr>
            <p:cNvPr id="61779" name=""/>
            <p:cNvCxnSpPr/>
            <p:nvPr/>
          </p:nvCxnSpPr>
          <p:spPr>
            <a:xfrm>
              <a:off x="3116" y="2794"/>
              <a:ext cx="660" cy="570"/>
            </a:xfrm>
            <a:prstGeom prst="line">
              <a:avLst/>
            </a:prstGeom>
            <a:noFill/>
            <a:ln w="12700">
              <a:solidFill>
                <a:schemeClr val="tx1"/>
              </a:solidFill>
              <a:miter lim="800000"/>
            </a:ln>
            <a:effectLst/>
          </p:spPr>
        </p:cxnSp>
        <p:cxnSp>
          <p:nvCxnSpPr>
            <p:cNvPr id="61780" name=""/>
            <p:cNvCxnSpPr/>
            <p:nvPr/>
          </p:nvCxnSpPr>
          <p:spPr>
            <a:xfrm>
              <a:off x="3108" y="2794"/>
              <a:ext cx="345" cy="958"/>
            </a:xfrm>
            <a:prstGeom prst="line">
              <a:avLst/>
            </a:prstGeom>
            <a:noFill/>
            <a:ln w="12700">
              <a:solidFill>
                <a:prstClr val="black"/>
              </a:solidFill>
              <a:miter lim="800000"/>
            </a:ln>
            <a:effectLst/>
          </p:spPr>
        </p:cxnSp>
        <p:cxnSp>
          <p:nvCxnSpPr>
            <p:cNvPr id="61781" name=""/>
            <p:cNvCxnSpPr/>
            <p:nvPr/>
          </p:nvCxnSpPr>
          <p:spPr>
            <a:xfrm>
              <a:off x="3108" y="2794"/>
              <a:ext cx="345" cy="958"/>
            </a:xfrm>
            <a:prstGeom prst="line">
              <a:avLst/>
            </a:prstGeom>
            <a:noFill/>
            <a:ln w="12700">
              <a:solidFill>
                <a:schemeClr val="tx1"/>
              </a:solidFill>
              <a:miter lim="800000"/>
            </a:ln>
            <a:effectLst/>
          </p:spPr>
        </p:cxnSp>
        <p:cxnSp>
          <p:nvCxnSpPr>
            <p:cNvPr id="61782" name=""/>
            <p:cNvCxnSpPr/>
            <p:nvPr/>
          </p:nvCxnSpPr>
          <p:spPr>
            <a:xfrm flipH="1">
              <a:off x="2991" y="2792"/>
              <a:ext cx="80" cy="827"/>
            </a:xfrm>
            <a:prstGeom prst="line">
              <a:avLst/>
            </a:prstGeom>
            <a:noFill/>
            <a:ln w="12700">
              <a:solidFill>
                <a:prstClr val="black"/>
              </a:solidFill>
              <a:miter lim="800000"/>
            </a:ln>
            <a:effectLst/>
          </p:spPr>
        </p:cxnSp>
        <p:cxnSp>
          <p:nvCxnSpPr>
            <p:cNvPr id="61783" name=""/>
            <p:cNvCxnSpPr/>
            <p:nvPr/>
          </p:nvCxnSpPr>
          <p:spPr>
            <a:xfrm flipH="1">
              <a:off x="2991" y="2792"/>
              <a:ext cx="80" cy="827"/>
            </a:xfrm>
            <a:prstGeom prst="line">
              <a:avLst/>
            </a:prstGeom>
            <a:noFill/>
            <a:ln w="12700">
              <a:solidFill>
                <a:schemeClr val="tx1"/>
              </a:solidFill>
              <a:miter lim="800000"/>
            </a:ln>
            <a:effectLst/>
          </p:spPr>
        </p:cxnSp>
        <p:sp>
          <p:nvSpPr>
            <p:cNvPr id="61784" name=""/>
            <p:cNvSpPr/>
            <p:nvPr/>
          </p:nvSpPr>
          <p:spPr>
            <a:xfrm>
              <a:off x="2817" y="2454"/>
              <a:ext cx="552" cy="538"/>
            </a:xfrm>
            <a:custGeom>
              <a:pathLst>
                <a:path w="552" h="538">
                  <a:moveTo>
                    <a:pt x="238" y="537"/>
                  </a:moveTo>
                  <a:lnTo>
                    <a:pt x="67" y="472"/>
                  </a:lnTo>
                  <a:lnTo>
                    <a:pt x="4" y="352"/>
                  </a:lnTo>
                  <a:lnTo>
                    <a:pt x="0" y="191"/>
                  </a:lnTo>
                  <a:lnTo>
                    <a:pt x="43" y="85"/>
                  </a:lnTo>
                  <a:lnTo>
                    <a:pt x="88" y="66"/>
                  </a:lnTo>
                  <a:lnTo>
                    <a:pt x="191" y="12"/>
                  </a:lnTo>
                  <a:lnTo>
                    <a:pt x="337" y="0"/>
                  </a:lnTo>
                  <a:lnTo>
                    <a:pt x="457" y="46"/>
                  </a:lnTo>
                  <a:lnTo>
                    <a:pt x="551" y="179"/>
                  </a:lnTo>
                  <a:lnTo>
                    <a:pt x="529" y="184"/>
                  </a:lnTo>
                  <a:lnTo>
                    <a:pt x="525" y="311"/>
                  </a:lnTo>
                  <a:lnTo>
                    <a:pt x="457" y="474"/>
                  </a:lnTo>
                  <a:lnTo>
                    <a:pt x="349" y="523"/>
                  </a:lnTo>
                  <a:lnTo>
                    <a:pt x="239" y="537"/>
                  </a:lnTo>
                </a:path>
              </a:pathLst>
            </a:custGeom>
            <a:noFill/>
            <a:ln w="12700" cap="rnd" cmpd="sng">
              <a:solidFill>
                <a:srgbClr val="000000"/>
              </a:solidFill>
              <a:prstDash val="solid"/>
              <a:round/>
              <a:headEnd type="none" w="sm" len="sm"/>
              <a:tailEnd type="none" w="sm" len="sm"/>
            </a:ln>
            <a:effectLst/>
          </p:spPr>
        </p:sp>
        <p:sp>
          <p:nvSpPr>
            <p:cNvPr id="61785" name=""/>
            <p:cNvSpPr/>
            <p:nvPr/>
          </p:nvSpPr>
          <p:spPr>
            <a:xfrm>
              <a:off x="2817" y="2454"/>
              <a:ext cx="552" cy="538"/>
            </a:xfrm>
            <a:custGeom>
              <a:pathLst>
                <a:path w="552" h="538">
                  <a:moveTo>
                    <a:pt x="238" y="537"/>
                  </a:moveTo>
                  <a:lnTo>
                    <a:pt x="67" y="472"/>
                  </a:lnTo>
                  <a:lnTo>
                    <a:pt x="4" y="352"/>
                  </a:lnTo>
                  <a:lnTo>
                    <a:pt x="0" y="191"/>
                  </a:lnTo>
                  <a:lnTo>
                    <a:pt x="43" y="85"/>
                  </a:lnTo>
                  <a:lnTo>
                    <a:pt x="88" y="66"/>
                  </a:lnTo>
                  <a:lnTo>
                    <a:pt x="191" y="12"/>
                  </a:lnTo>
                  <a:lnTo>
                    <a:pt x="337" y="0"/>
                  </a:lnTo>
                  <a:lnTo>
                    <a:pt x="457" y="46"/>
                  </a:lnTo>
                  <a:lnTo>
                    <a:pt x="551" y="179"/>
                  </a:lnTo>
                  <a:lnTo>
                    <a:pt x="529" y="184"/>
                  </a:lnTo>
                  <a:lnTo>
                    <a:pt x="525" y="311"/>
                  </a:lnTo>
                  <a:lnTo>
                    <a:pt x="457" y="474"/>
                  </a:lnTo>
                  <a:lnTo>
                    <a:pt x="349" y="523"/>
                  </a:lnTo>
                  <a:lnTo>
                    <a:pt x="239" y="537"/>
                  </a:lnTo>
                </a:path>
              </a:pathLst>
            </a:custGeom>
            <a:noFill/>
            <a:ln w="12700" cap="rnd" cmpd="sng">
              <a:solidFill>
                <a:srgbClr val="000000"/>
              </a:solidFill>
              <a:prstDash val="solid"/>
              <a:round/>
              <a:headEnd type="none" w="sm" len="sm"/>
              <a:tailEnd type="none" w="sm" len="sm"/>
            </a:ln>
            <a:effectLst/>
          </p:spPr>
        </p:sp>
        <p:sp>
          <p:nvSpPr>
            <p:cNvPr id="61786" name=""/>
            <p:cNvSpPr/>
            <p:nvPr/>
          </p:nvSpPr>
          <p:spPr>
            <a:xfrm>
              <a:off x="2617" y="2215"/>
              <a:ext cx="973" cy="955"/>
            </a:xfrm>
            <a:custGeom>
              <a:pathLst>
                <a:path w="973" h="955">
                  <a:moveTo>
                    <a:pt x="419" y="947"/>
                  </a:moveTo>
                  <a:lnTo>
                    <a:pt x="153" y="855"/>
                  </a:lnTo>
                  <a:lnTo>
                    <a:pt x="13" y="683"/>
                  </a:lnTo>
                  <a:lnTo>
                    <a:pt x="51" y="669"/>
                  </a:lnTo>
                  <a:lnTo>
                    <a:pt x="0" y="431"/>
                  </a:lnTo>
                  <a:lnTo>
                    <a:pt x="97" y="248"/>
                  </a:lnTo>
                  <a:lnTo>
                    <a:pt x="164" y="114"/>
                  </a:lnTo>
                  <a:lnTo>
                    <a:pt x="182" y="136"/>
                  </a:lnTo>
                  <a:lnTo>
                    <a:pt x="336" y="27"/>
                  </a:lnTo>
                  <a:lnTo>
                    <a:pt x="610" y="0"/>
                  </a:lnTo>
                  <a:lnTo>
                    <a:pt x="802" y="114"/>
                  </a:lnTo>
                  <a:lnTo>
                    <a:pt x="953" y="345"/>
                  </a:lnTo>
                  <a:lnTo>
                    <a:pt x="972" y="591"/>
                  </a:lnTo>
                  <a:lnTo>
                    <a:pt x="830" y="859"/>
                  </a:lnTo>
                  <a:lnTo>
                    <a:pt x="624" y="954"/>
                  </a:lnTo>
                  <a:lnTo>
                    <a:pt x="419" y="947"/>
                  </a:lnTo>
                </a:path>
              </a:pathLst>
            </a:custGeom>
            <a:noFill/>
            <a:ln w="12700" cap="rnd" cmpd="sng">
              <a:solidFill>
                <a:srgbClr val="000000"/>
              </a:solidFill>
              <a:prstDash val="solid"/>
              <a:round/>
              <a:headEnd type="none" w="sm" len="sm"/>
              <a:tailEnd type="none" w="sm" len="sm"/>
            </a:ln>
            <a:effectLst/>
          </p:spPr>
        </p:sp>
        <p:sp>
          <p:nvSpPr>
            <p:cNvPr id="61787" name=""/>
            <p:cNvSpPr/>
            <p:nvPr/>
          </p:nvSpPr>
          <p:spPr>
            <a:xfrm>
              <a:off x="2617" y="2215"/>
              <a:ext cx="973" cy="955"/>
            </a:xfrm>
            <a:custGeom>
              <a:pathLst>
                <a:path w="973" h="955">
                  <a:moveTo>
                    <a:pt x="419" y="947"/>
                  </a:moveTo>
                  <a:lnTo>
                    <a:pt x="153" y="855"/>
                  </a:lnTo>
                  <a:lnTo>
                    <a:pt x="13" y="683"/>
                  </a:lnTo>
                  <a:lnTo>
                    <a:pt x="51" y="669"/>
                  </a:lnTo>
                  <a:lnTo>
                    <a:pt x="0" y="431"/>
                  </a:lnTo>
                  <a:lnTo>
                    <a:pt x="97" y="248"/>
                  </a:lnTo>
                  <a:lnTo>
                    <a:pt x="164" y="114"/>
                  </a:lnTo>
                  <a:lnTo>
                    <a:pt x="182" y="136"/>
                  </a:lnTo>
                  <a:lnTo>
                    <a:pt x="336" y="27"/>
                  </a:lnTo>
                  <a:lnTo>
                    <a:pt x="610" y="0"/>
                  </a:lnTo>
                  <a:lnTo>
                    <a:pt x="802" y="114"/>
                  </a:lnTo>
                  <a:lnTo>
                    <a:pt x="953" y="345"/>
                  </a:lnTo>
                  <a:lnTo>
                    <a:pt x="972" y="591"/>
                  </a:lnTo>
                  <a:lnTo>
                    <a:pt x="830" y="859"/>
                  </a:lnTo>
                  <a:lnTo>
                    <a:pt x="624" y="954"/>
                  </a:lnTo>
                  <a:lnTo>
                    <a:pt x="419" y="947"/>
                  </a:lnTo>
                </a:path>
              </a:pathLst>
            </a:custGeom>
            <a:noFill/>
            <a:ln w="12700" cap="rnd" cmpd="sng">
              <a:solidFill>
                <a:schemeClr val="tx1"/>
              </a:solidFill>
              <a:prstDash val="solid"/>
              <a:round/>
              <a:headEnd type="none" w="sm" len="sm"/>
              <a:tailEnd type="none" w="sm" len="sm"/>
            </a:ln>
            <a:effectLst/>
          </p:spPr>
        </p:sp>
        <p:sp>
          <p:nvSpPr>
            <p:cNvPr id="61788" name=""/>
            <p:cNvSpPr/>
            <p:nvPr/>
          </p:nvSpPr>
          <p:spPr>
            <a:xfrm>
              <a:off x="2356" y="2034"/>
              <a:ext cx="656" cy="1387"/>
            </a:xfrm>
            <a:custGeom>
              <a:pathLst>
                <a:path w="656" h="1387">
                  <a:moveTo>
                    <a:pt x="655" y="1386"/>
                  </a:moveTo>
                  <a:lnTo>
                    <a:pt x="289" y="1215"/>
                  </a:lnTo>
                  <a:lnTo>
                    <a:pt x="68" y="972"/>
                  </a:lnTo>
                  <a:lnTo>
                    <a:pt x="0" y="603"/>
                  </a:lnTo>
                  <a:lnTo>
                    <a:pt x="147" y="339"/>
                  </a:lnTo>
                  <a:lnTo>
                    <a:pt x="295" y="133"/>
                  </a:lnTo>
                  <a:lnTo>
                    <a:pt x="548" y="0"/>
                  </a:lnTo>
                </a:path>
              </a:pathLst>
            </a:custGeom>
            <a:noFill/>
            <a:ln w="12700" cap="rnd" cmpd="sng">
              <a:solidFill>
                <a:srgbClr val="000000"/>
              </a:solidFill>
              <a:prstDash val="solid"/>
              <a:round/>
              <a:headEnd type="none" w="sm" len="sm"/>
              <a:tailEnd type="none" w="sm" len="sm"/>
            </a:ln>
            <a:effectLst/>
          </p:spPr>
        </p:sp>
        <p:sp>
          <p:nvSpPr>
            <p:cNvPr id="61789" name=""/>
            <p:cNvSpPr/>
            <p:nvPr/>
          </p:nvSpPr>
          <p:spPr>
            <a:xfrm>
              <a:off x="2356" y="2034"/>
              <a:ext cx="656" cy="1387"/>
            </a:xfrm>
            <a:custGeom>
              <a:pathLst>
                <a:path w="656" h="1387">
                  <a:moveTo>
                    <a:pt x="655" y="1386"/>
                  </a:moveTo>
                  <a:lnTo>
                    <a:pt x="289" y="1215"/>
                  </a:lnTo>
                  <a:lnTo>
                    <a:pt x="68" y="972"/>
                  </a:lnTo>
                  <a:lnTo>
                    <a:pt x="0" y="603"/>
                  </a:lnTo>
                  <a:lnTo>
                    <a:pt x="147" y="339"/>
                  </a:lnTo>
                  <a:lnTo>
                    <a:pt x="295" y="133"/>
                  </a:lnTo>
                  <a:lnTo>
                    <a:pt x="548" y="0"/>
                  </a:lnTo>
                </a:path>
              </a:pathLst>
            </a:custGeom>
            <a:noFill/>
            <a:ln w="12700" cap="rnd" cmpd="sng">
              <a:solidFill>
                <a:schemeClr val="tx1"/>
              </a:solidFill>
              <a:prstDash val="solid"/>
              <a:round/>
              <a:headEnd type="none" w="sm" len="sm"/>
              <a:tailEnd type="none" w="sm" len="sm"/>
            </a:ln>
            <a:effectLst/>
          </p:spPr>
        </p:sp>
        <p:sp>
          <p:nvSpPr>
            <p:cNvPr id="61790" name=""/>
            <p:cNvSpPr/>
            <p:nvPr/>
          </p:nvSpPr>
          <p:spPr>
            <a:xfrm>
              <a:off x="3274" y="2057"/>
              <a:ext cx="501" cy="416"/>
            </a:xfrm>
            <a:custGeom>
              <a:pathLst>
                <a:path w="501" h="416">
                  <a:moveTo>
                    <a:pt x="0" y="0"/>
                  </a:moveTo>
                  <a:lnTo>
                    <a:pt x="269" y="126"/>
                  </a:lnTo>
                  <a:lnTo>
                    <a:pt x="500" y="415"/>
                  </a:lnTo>
                </a:path>
              </a:pathLst>
            </a:custGeom>
            <a:noFill/>
            <a:ln w="12700" cap="rnd" cmpd="sng">
              <a:solidFill>
                <a:srgbClr val="000000"/>
              </a:solidFill>
              <a:prstDash val="solid"/>
              <a:round/>
              <a:headEnd type="none" w="sm" len="sm"/>
              <a:tailEnd type="none" w="sm" len="sm"/>
            </a:ln>
            <a:effectLst/>
          </p:spPr>
        </p:sp>
        <p:sp>
          <p:nvSpPr>
            <p:cNvPr id="61791" name=""/>
            <p:cNvSpPr/>
            <p:nvPr/>
          </p:nvSpPr>
          <p:spPr>
            <a:xfrm>
              <a:off x="3274" y="2057"/>
              <a:ext cx="501" cy="416"/>
            </a:xfrm>
            <a:custGeom>
              <a:pathLst>
                <a:path w="501" h="416">
                  <a:moveTo>
                    <a:pt x="0" y="0"/>
                  </a:moveTo>
                  <a:lnTo>
                    <a:pt x="269" y="126"/>
                  </a:lnTo>
                  <a:lnTo>
                    <a:pt x="500" y="415"/>
                  </a:lnTo>
                </a:path>
              </a:pathLst>
            </a:custGeom>
            <a:noFill/>
            <a:ln w="12700" cap="rnd" cmpd="sng">
              <a:solidFill>
                <a:schemeClr val="tx1"/>
              </a:solidFill>
              <a:prstDash val="solid"/>
              <a:round/>
              <a:headEnd type="none" w="sm" len="sm"/>
              <a:tailEnd type="none" w="sm" len="sm"/>
            </a:ln>
            <a:effectLst/>
          </p:spPr>
        </p:sp>
        <p:sp>
          <p:nvSpPr>
            <p:cNvPr id="61792" name=""/>
            <p:cNvSpPr/>
            <p:nvPr/>
          </p:nvSpPr>
          <p:spPr>
            <a:xfrm>
              <a:off x="3008" y="2853"/>
              <a:ext cx="791" cy="562"/>
            </a:xfrm>
            <a:custGeom>
              <a:pathLst>
                <a:path w="791" h="562">
                  <a:moveTo>
                    <a:pt x="0" y="561"/>
                  </a:moveTo>
                  <a:lnTo>
                    <a:pt x="304" y="508"/>
                  </a:lnTo>
                  <a:lnTo>
                    <a:pt x="557" y="337"/>
                  </a:lnTo>
                  <a:lnTo>
                    <a:pt x="790" y="0"/>
                  </a:lnTo>
                </a:path>
              </a:pathLst>
            </a:custGeom>
            <a:noFill/>
            <a:ln w="12700" cap="rnd" cmpd="sng">
              <a:solidFill>
                <a:srgbClr val="000000"/>
              </a:solidFill>
              <a:prstDash val="solid"/>
              <a:round/>
              <a:headEnd type="none" w="sm" len="sm"/>
              <a:tailEnd type="none" w="sm" len="sm"/>
            </a:ln>
            <a:effectLst/>
          </p:spPr>
        </p:sp>
        <p:sp>
          <p:nvSpPr>
            <p:cNvPr id="61793" name=""/>
            <p:cNvSpPr/>
            <p:nvPr/>
          </p:nvSpPr>
          <p:spPr>
            <a:xfrm>
              <a:off x="3008" y="2853"/>
              <a:ext cx="791" cy="562"/>
            </a:xfrm>
            <a:custGeom>
              <a:pathLst>
                <a:path w="791" h="562">
                  <a:moveTo>
                    <a:pt x="0" y="561"/>
                  </a:moveTo>
                  <a:lnTo>
                    <a:pt x="304" y="508"/>
                  </a:lnTo>
                  <a:lnTo>
                    <a:pt x="557" y="337"/>
                  </a:lnTo>
                  <a:lnTo>
                    <a:pt x="790" y="0"/>
                  </a:lnTo>
                </a:path>
              </a:pathLst>
            </a:custGeom>
            <a:noFill/>
            <a:ln w="12700" cap="rnd" cmpd="sng">
              <a:solidFill>
                <a:schemeClr val="tx1"/>
              </a:solidFill>
              <a:prstDash val="solid"/>
              <a:round/>
              <a:headEnd type="none" w="sm" len="sm"/>
              <a:tailEnd type="none" w="sm" len="sm"/>
            </a:ln>
            <a:effectLst/>
          </p:spPr>
        </p:sp>
        <p:sp>
          <p:nvSpPr>
            <p:cNvPr id="61794" name=""/>
            <p:cNvSpPr/>
            <p:nvPr/>
          </p:nvSpPr>
          <p:spPr>
            <a:xfrm>
              <a:off x="2201" y="2062"/>
              <a:ext cx="1658" cy="1531"/>
            </a:xfrm>
            <a:custGeom>
              <a:pathLst>
                <a:path w="1658" h="1531">
                  <a:moveTo>
                    <a:pt x="1657" y="1026"/>
                  </a:moveTo>
                  <a:lnTo>
                    <a:pt x="1511" y="1237"/>
                  </a:lnTo>
                  <a:lnTo>
                    <a:pt x="1178" y="1484"/>
                  </a:lnTo>
                  <a:lnTo>
                    <a:pt x="799" y="1530"/>
                  </a:lnTo>
                  <a:lnTo>
                    <a:pt x="262" y="1396"/>
                  </a:lnTo>
                  <a:lnTo>
                    <a:pt x="20" y="1027"/>
                  </a:lnTo>
                  <a:lnTo>
                    <a:pt x="0" y="572"/>
                  </a:lnTo>
                  <a:lnTo>
                    <a:pt x="68" y="187"/>
                  </a:lnTo>
                  <a:lnTo>
                    <a:pt x="290" y="0"/>
                  </a:lnTo>
                </a:path>
              </a:pathLst>
            </a:custGeom>
            <a:noFill/>
            <a:ln w="12700" cap="rnd" cmpd="sng">
              <a:solidFill>
                <a:srgbClr val="000000"/>
              </a:solidFill>
              <a:prstDash val="solid"/>
              <a:round/>
              <a:headEnd type="none" w="sm" len="sm"/>
              <a:tailEnd type="none" w="sm" len="sm"/>
            </a:ln>
            <a:effectLst/>
          </p:spPr>
        </p:sp>
        <p:sp>
          <p:nvSpPr>
            <p:cNvPr id="61795" name=""/>
            <p:cNvSpPr/>
            <p:nvPr/>
          </p:nvSpPr>
          <p:spPr>
            <a:xfrm>
              <a:off x="2201" y="2062"/>
              <a:ext cx="1658" cy="1531"/>
            </a:xfrm>
            <a:custGeom>
              <a:pathLst>
                <a:path w="1658" h="1531">
                  <a:moveTo>
                    <a:pt x="1657" y="1026"/>
                  </a:moveTo>
                  <a:lnTo>
                    <a:pt x="1511" y="1237"/>
                  </a:lnTo>
                  <a:lnTo>
                    <a:pt x="1178" y="1484"/>
                  </a:lnTo>
                  <a:lnTo>
                    <a:pt x="799" y="1530"/>
                  </a:lnTo>
                  <a:lnTo>
                    <a:pt x="262" y="1396"/>
                  </a:lnTo>
                  <a:lnTo>
                    <a:pt x="20" y="1027"/>
                  </a:lnTo>
                  <a:lnTo>
                    <a:pt x="0" y="572"/>
                  </a:lnTo>
                  <a:lnTo>
                    <a:pt x="68" y="187"/>
                  </a:lnTo>
                  <a:lnTo>
                    <a:pt x="290" y="0"/>
                  </a:lnTo>
                </a:path>
              </a:pathLst>
            </a:custGeom>
            <a:noFill/>
            <a:ln w="12700" cap="rnd" cmpd="sng">
              <a:solidFill>
                <a:schemeClr val="tx1"/>
              </a:solidFill>
              <a:prstDash val="solid"/>
              <a:round/>
              <a:headEnd type="none" w="sm" len="sm"/>
              <a:tailEnd type="none" w="sm" len="sm"/>
            </a:ln>
            <a:effectLst/>
          </p:spPr>
        </p:sp>
        <p:sp>
          <p:nvSpPr>
            <p:cNvPr id="61796" name=""/>
            <p:cNvSpPr/>
            <p:nvPr/>
          </p:nvSpPr>
          <p:spPr>
            <a:xfrm>
              <a:off x="1914" y="2081"/>
              <a:ext cx="276" cy="1561"/>
            </a:xfrm>
            <a:custGeom>
              <a:pathLst>
                <a:path w="276" h="1561">
                  <a:moveTo>
                    <a:pt x="269" y="1560"/>
                  </a:moveTo>
                  <a:lnTo>
                    <a:pt x="274" y="1465"/>
                  </a:lnTo>
                  <a:lnTo>
                    <a:pt x="275" y="1368"/>
                  </a:lnTo>
                  <a:lnTo>
                    <a:pt x="275" y="1272"/>
                  </a:lnTo>
                  <a:lnTo>
                    <a:pt x="270" y="1174"/>
                  </a:lnTo>
                  <a:lnTo>
                    <a:pt x="263" y="1079"/>
                  </a:lnTo>
                  <a:lnTo>
                    <a:pt x="254" y="984"/>
                  </a:lnTo>
                  <a:lnTo>
                    <a:pt x="245" y="889"/>
                  </a:lnTo>
                  <a:lnTo>
                    <a:pt x="230" y="792"/>
                  </a:lnTo>
                  <a:lnTo>
                    <a:pt x="213" y="696"/>
                  </a:lnTo>
                  <a:lnTo>
                    <a:pt x="192" y="602"/>
                  </a:lnTo>
                  <a:lnTo>
                    <a:pt x="171" y="508"/>
                  </a:lnTo>
                  <a:lnTo>
                    <a:pt x="145" y="415"/>
                  </a:lnTo>
                  <a:lnTo>
                    <a:pt x="118" y="323"/>
                  </a:lnTo>
                  <a:lnTo>
                    <a:pt x="86" y="231"/>
                  </a:lnTo>
                  <a:lnTo>
                    <a:pt x="55" y="139"/>
                  </a:lnTo>
                  <a:lnTo>
                    <a:pt x="19" y="50"/>
                  </a:lnTo>
                  <a:lnTo>
                    <a:pt x="0" y="0"/>
                  </a:lnTo>
                </a:path>
              </a:pathLst>
            </a:custGeom>
            <a:noFill/>
            <a:ln w="12700" cap="rnd" cmpd="sng">
              <a:solidFill>
                <a:srgbClr val="000000"/>
              </a:solidFill>
              <a:prstDash val="solid"/>
              <a:round/>
              <a:headEnd type="none" w="sm" len="sm"/>
              <a:tailEnd type="none" w="sm" len="sm"/>
            </a:ln>
            <a:effectLst/>
          </p:spPr>
        </p:sp>
        <p:sp>
          <p:nvSpPr>
            <p:cNvPr id="61797" name=""/>
            <p:cNvSpPr/>
            <p:nvPr/>
          </p:nvSpPr>
          <p:spPr>
            <a:xfrm>
              <a:off x="1914" y="2081"/>
              <a:ext cx="276" cy="1561"/>
            </a:xfrm>
            <a:custGeom>
              <a:pathLst>
                <a:path w="276" h="1561">
                  <a:moveTo>
                    <a:pt x="269" y="1560"/>
                  </a:moveTo>
                  <a:lnTo>
                    <a:pt x="274" y="1465"/>
                  </a:lnTo>
                  <a:lnTo>
                    <a:pt x="275" y="1368"/>
                  </a:lnTo>
                  <a:lnTo>
                    <a:pt x="275" y="1272"/>
                  </a:lnTo>
                  <a:lnTo>
                    <a:pt x="270" y="1174"/>
                  </a:lnTo>
                  <a:lnTo>
                    <a:pt x="263" y="1079"/>
                  </a:lnTo>
                  <a:lnTo>
                    <a:pt x="254" y="984"/>
                  </a:lnTo>
                  <a:lnTo>
                    <a:pt x="245" y="889"/>
                  </a:lnTo>
                  <a:lnTo>
                    <a:pt x="230" y="792"/>
                  </a:lnTo>
                  <a:lnTo>
                    <a:pt x="213" y="696"/>
                  </a:lnTo>
                  <a:lnTo>
                    <a:pt x="192" y="602"/>
                  </a:lnTo>
                  <a:lnTo>
                    <a:pt x="171" y="508"/>
                  </a:lnTo>
                  <a:lnTo>
                    <a:pt x="145" y="415"/>
                  </a:lnTo>
                  <a:lnTo>
                    <a:pt x="118" y="323"/>
                  </a:lnTo>
                  <a:lnTo>
                    <a:pt x="86" y="231"/>
                  </a:lnTo>
                  <a:lnTo>
                    <a:pt x="55" y="139"/>
                  </a:lnTo>
                  <a:lnTo>
                    <a:pt x="19" y="50"/>
                  </a:lnTo>
                  <a:lnTo>
                    <a:pt x="0" y="0"/>
                  </a:lnTo>
                </a:path>
              </a:pathLst>
            </a:custGeom>
            <a:noFill/>
            <a:ln w="12700" cap="rnd" cmpd="sng">
              <a:solidFill>
                <a:schemeClr val="tx1"/>
              </a:solidFill>
              <a:prstDash val="solid"/>
              <a:round/>
              <a:headEnd type="none" w="sm" len="sm"/>
              <a:tailEnd type="none" w="sm" len="sm"/>
            </a:ln>
            <a:effectLst/>
          </p:spPr>
        </p:sp>
        <p:sp>
          <p:nvSpPr>
            <p:cNvPr id="61798" name=""/>
            <p:cNvSpPr/>
            <p:nvPr/>
          </p:nvSpPr>
          <p:spPr>
            <a:xfrm>
              <a:off x="1914" y="1960"/>
              <a:ext cx="1666" cy="122"/>
            </a:xfrm>
            <a:custGeom>
              <a:pathLst>
                <a:path w="1666" h="122">
                  <a:moveTo>
                    <a:pt x="0" y="121"/>
                  </a:moveTo>
                  <a:lnTo>
                    <a:pt x="180" y="119"/>
                  </a:lnTo>
                  <a:lnTo>
                    <a:pt x="357" y="114"/>
                  </a:lnTo>
                  <a:lnTo>
                    <a:pt x="535" y="107"/>
                  </a:lnTo>
                  <a:lnTo>
                    <a:pt x="713" y="98"/>
                  </a:lnTo>
                  <a:lnTo>
                    <a:pt x="892" y="84"/>
                  </a:lnTo>
                  <a:lnTo>
                    <a:pt x="1070" y="67"/>
                  </a:lnTo>
                  <a:lnTo>
                    <a:pt x="1246" y="53"/>
                  </a:lnTo>
                  <a:lnTo>
                    <a:pt x="1423" y="32"/>
                  </a:lnTo>
                  <a:lnTo>
                    <a:pt x="1600" y="8"/>
                  </a:lnTo>
                  <a:lnTo>
                    <a:pt x="1665" y="0"/>
                  </a:lnTo>
                </a:path>
              </a:pathLst>
            </a:custGeom>
            <a:noFill/>
            <a:ln w="12700" cap="rnd" cmpd="sng">
              <a:solidFill>
                <a:srgbClr val="000000"/>
              </a:solidFill>
              <a:prstDash val="solid"/>
              <a:round/>
              <a:headEnd type="none" w="sm" len="sm"/>
              <a:tailEnd type="none" w="sm" len="sm"/>
            </a:ln>
            <a:effectLst/>
          </p:spPr>
        </p:sp>
        <p:sp>
          <p:nvSpPr>
            <p:cNvPr id="61799" name=""/>
            <p:cNvSpPr/>
            <p:nvPr/>
          </p:nvSpPr>
          <p:spPr>
            <a:xfrm>
              <a:off x="1914" y="1960"/>
              <a:ext cx="1666" cy="122"/>
            </a:xfrm>
            <a:custGeom>
              <a:pathLst>
                <a:path w="1666" h="122">
                  <a:moveTo>
                    <a:pt x="0" y="121"/>
                  </a:moveTo>
                  <a:lnTo>
                    <a:pt x="180" y="119"/>
                  </a:lnTo>
                  <a:lnTo>
                    <a:pt x="357" y="114"/>
                  </a:lnTo>
                  <a:lnTo>
                    <a:pt x="535" y="107"/>
                  </a:lnTo>
                  <a:lnTo>
                    <a:pt x="713" y="98"/>
                  </a:lnTo>
                  <a:lnTo>
                    <a:pt x="892" y="84"/>
                  </a:lnTo>
                  <a:lnTo>
                    <a:pt x="1070" y="67"/>
                  </a:lnTo>
                  <a:lnTo>
                    <a:pt x="1246" y="53"/>
                  </a:lnTo>
                  <a:lnTo>
                    <a:pt x="1423" y="32"/>
                  </a:lnTo>
                  <a:lnTo>
                    <a:pt x="1600" y="8"/>
                  </a:lnTo>
                  <a:lnTo>
                    <a:pt x="1665" y="0"/>
                  </a:lnTo>
                </a:path>
              </a:pathLst>
            </a:custGeom>
            <a:noFill/>
            <a:ln w="12700" cap="rnd" cmpd="sng">
              <a:solidFill>
                <a:schemeClr val="tx1"/>
              </a:solidFill>
              <a:prstDash val="solid"/>
              <a:round/>
              <a:headEnd type="none" w="sm" len="sm"/>
              <a:tailEnd type="none" w="sm" len="sm"/>
            </a:ln>
            <a:effectLst/>
          </p:spPr>
        </p:sp>
        <p:sp>
          <p:nvSpPr>
            <p:cNvPr id="61800" name=""/>
            <p:cNvSpPr/>
            <p:nvPr/>
          </p:nvSpPr>
          <p:spPr>
            <a:xfrm>
              <a:off x="3576" y="1958"/>
              <a:ext cx="273" cy="100"/>
            </a:xfrm>
            <a:custGeom>
              <a:pathLst>
                <a:path w="273" h="100">
                  <a:moveTo>
                    <a:pt x="0" y="0"/>
                  </a:moveTo>
                  <a:lnTo>
                    <a:pt x="100" y="57"/>
                  </a:lnTo>
                  <a:lnTo>
                    <a:pt x="117" y="65"/>
                  </a:lnTo>
                  <a:lnTo>
                    <a:pt x="158" y="78"/>
                  </a:lnTo>
                  <a:lnTo>
                    <a:pt x="200" y="89"/>
                  </a:lnTo>
                  <a:lnTo>
                    <a:pt x="240" y="96"/>
                  </a:lnTo>
                  <a:lnTo>
                    <a:pt x="272" y="99"/>
                  </a:lnTo>
                </a:path>
              </a:pathLst>
            </a:custGeom>
            <a:noFill/>
            <a:ln w="12700" cap="rnd" cmpd="sng">
              <a:solidFill>
                <a:srgbClr val="000000"/>
              </a:solidFill>
              <a:prstDash val="solid"/>
              <a:round/>
              <a:headEnd type="none" w="sm" len="sm"/>
              <a:tailEnd type="none" w="sm" len="sm"/>
            </a:ln>
            <a:effectLst/>
          </p:spPr>
        </p:sp>
        <p:sp>
          <p:nvSpPr>
            <p:cNvPr id="61801" name=""/>
            <p:cNvSpPr/>
            <p:nvPr/>
          </p:nvSpPr>
          <p:spPr>
            <a:xfrm>
              <a:off x="3576" y="1958"/>
              <a:ext cx="273" cy="100"/>
            </a:xfrm>
            <a:custGeom>
              <a:pathLst>
                <a:path w="273" h="100">
                  <a:moveTo>
                    <a:pt x="0" y="0"/>
                  </a:moveTo>
                  <a:lnTo>
                    <a:pt x="100" y="57"/>
                  </a:lnTo>
                  <a:lnTo>
                    <a:pt x="117" y="65"/>
                  </a:lnTo>
                  <a:lnTo>
                    <a:pt x="158" y="78"/>
                  </a:lnTo>
                  <a:lnTo>
                    <a:pt x="200" y="89"/>
                  </a:lnTo>
                  <a:lnTo>
                    <a:pt x="240" y="96"/>
                  </a:lnTo>
                  <a:lnTo>
                    <a:pt x="272" y="99"/>
                  </a:lnTo>
                </a:path>
              </a:pathLst>
            </a:custGeom>
            <a:noFill/>
            <a:ln w="12700" cap="rnd" cmpd="sng">
              <a:solidFill>
                <a:schemeClr val="tx1"/>
              </a:solidFill>
              <a:prstDash val="solid"/>
              <a:round/>
              <a:headEnd type="none" w="sm" len="sm"/>
              <a:tailEnd type="none" w="sm" len="sm"/>
            </a:ln>
            <a:effectLst/>
          </p:spPr>
        </p:sp>
        <p:sp>
          <p:nvSpPr>
            <p:cNvPr id="61802" name=""/>
            <p:cNvSpPr/>
            <p:nvPr/>
          </p:nvSpPr>
          <p:spPr>
            <a:xfrm>
              <a:off x="3769" y="2057"/>
              <a:ext cx="151" cy="1192"/>
            </a:xfrm>
            <a:custGeom>
              <a:pathLst>
                <a:path w="151" h="1192">
                  <a:moveTo>
                    <a:pt x="90" y="0"/>
                  </a:moveTo>
                  <a:lnTo>
                    <a:pt x="69" y="49"/>
                  </a:lnTo>
                  <a:lnTo>
                    <a:pt x="50" y="111"/>
                  </a:lnTo>
                  <a:lnTo>
                    <a:pt x="36" y="174"/>
                  </a:lnTo>
                  <a:lnTo>
                    <a:pt x="22" y="237"/>
                  </a:lnTo>
                  <a:lnTo>
                    <a:pt x="14" y="302"/>
                  </a:lnTo>
                  <a:lnTo>
                    <a:pt x="7" y="366"/>
                  </a:lnTo>
                  <a:lnTo>
                    <a:pt x="1" y="430"/>
                  </a:lnTo>
                  <a:lnTo>
                    <a:pt x="0" y="494"/>
                  </a:lnTo>
                  <a:lnTo>
                    <a:pt x="1" y="560"/>
                  </a:lnTo>
                  <a:lnTo>
                    <a:pt x="5" y="624"/>
                  </a:lnTo>
                  <a:lnTo>
                    <a:pt x="12" y="688"/>
                  </a:lnTo>
                  <a:lnTo>
                    <a:pt x="20" y="752"/>
                  </a:lnTo>
                  <a:lnTo>
                    <a:pt x="31" y="816"/>
                  </a:lnTo>
                  <a:lnTo>
                    <a:pt x="47" y="879"/>
                  </a:lnTo>
                  <a:lnTo>
                    <a:pt x="63" y="943"/>
                  </a:lnTo>
                  <a:lnTo>
                    <a:pt x="85" y="1002"/>
                  </a:lnTo>
                  <a:lnTo>
                    <a:pt x="106" y="1064"/>
                  </a:lnTo>
                  <a:lnTo>
                    <a:pt x="150" y="1191"/>
                  </a:lnTo>
                </a:path>
              </a:pathLst>
            </a:custGeom>
            <a:noFill/>
            <a:ln w="12700" cap="rnd" cmpd="sng">
              <a:solidFill>
                <a:srgbClr val="000000"/>
              </a:solidFill>
              <a:prstDash val="solid"/>
              <a:round/>
              <a:headEnd type="none" w="sm" len="sm"/>
              <a:tailEnd type="none" w="sm" len="sm"/>
            </a:ln>
            <a:effectLst/>
          </p:spPr>
        </p:sp>
        <p:sp>
          <p:nvSpPr>
            <p:cNvPr id="61803" name=""/>
            <p:cNvSpPr/>
            <p:nvPr/>
          </p:nvSpPr>
          <p:spPr>
            <a:xfrm>
              <a:off x="3769" y="2057"/>
              <a:ext cx="151" cy="1192"/>
            </a:xfrm>
            <a:custGeom>
              <a:pathLst>
                <a:path w="151" h="1192">
                  <a:moveTo>
                    <a:pt x="90" y="0"/>
                  </a:moveTo>
                  <a:lnTo>
                    <a:pt x="69" y="49"/>
                  </a:lnTo>
                  <a:lnTo>
                    <a:pt x="50" y="111"/>
                  </a:lnTo>
                  <a:lnTo>
                    <a:pt x="36" y="174"/>
                  </a:lnTo>
                  <a:lnTo>
                    <a:pt x="22" y="237"/>
                  </a:lnTo>
                  <a:lnTo>
                    <a:pt x="14" y="302"/>
                  </a:lnTo>
                  <a:lnTo>
                    <a:pt x="7" y="366"/>
                  </a:lnTo>
                  <a:lnTo>
                    <a:pt x="1" y="430"/>
                  </a:lnTo>
                  <a:lnTo>
                    <a:pt x="0" y="494"/>
                  </a:lnTo>
                  <a:lnTo>
                    <a:pt x="1" y="560"/>
                  </a:lnTo>
                  <a:lnTo>
                    <a:pt x="5" y="624"/>
                  </a:lnTo>
                  <a:lnTo>
                    <a:pt x="12" y="688"/>
                  </a:lnTo>
                  <a:lnTo>
                    <a:pt x="20" y="752"/>
                  </a:lnTo>
                  <a:lnTo>
                    <a:pt x="31" y="816"/>
                  </a:lnTo>
                  <a:lnTo>
                    <a:pt x="47" y="879"/>
                  </a:lnTo>
                  <a:lnTo>
                    <a:pt x="63" y="943"/>
                  </a:lnTo>
                  <a:lnTo>
                    <a:pt x="85" y="1002"/>
                  </a:lnTo>
                  <a:lnTo>
                    <a:pt x="106" y="1064"/>
                  </a:lnTo>
                  <a:lnTo>
                    <a:pt x="150" y="1191"/>
                  </a:lnTo>
                </a:path>
              </a:pathLst>
            </a:custGeom>
            <a:noFill/>
            <a:ln w="12700" cap="rnd" cmpd="sng">
              <a:solidFill>
                <a:schemeClr val="tx1"/>
              </a:solidFill>
              <a:prstDash val="solid"/>
              <a:round/>
              <a:headEnd type="none" w="sm" len="sm"/>
              <a:tailEnd type="none" w="sm" len="sm"/>
            </a:ln>
            <a:effectLst/>
          </p:spPr>
        </p:sp>
        <p:sp>
          <p:nvSpPr>
            <p:cNvPr id="61804" name=""/>
            <p:cNvSpPr/>
            <p:nvPr/>
          </p:nvSpPr>
          <p:spPr>
            <a:xfrm>
              <a:off x="3453" y="3248"/>
              <a:ext cx="463" cy="505"/>
            </a:xfrm>
            <a:custGeom>
              <a:pathLst>
                <a:path w="463" h="505">
                  <a:moveTo>
                    <a:pt x="462" y="0"/>
                  </a:moveTo>
                  <a:lnTo>
                    <a:pt x="406" y="46"/>
                  </a:lnTo>
                  <a:lnTo>
                    <a:pt x="352" y="91"/>
                  </a:lnTo>
                  <a:lnTo>
                    <a:pt x="297" y="140"/>
                  </a:lnTo>
                  <a:lnTo>
                    <a:pt x="247" y="190"/>
                  </a:lnTo>
                  <a:lnTo>
                    <a:pt x="199" y="243"/>
                  </a:lnTo>
                  <a:lnTo>
                    <a:pt x="151" y="296"/>
                  </a:lnTo>
                  <a:lnTo>
                    <a:pt x="106" y="352"/>
                  </a:lnTo>
                  <a:lnTo>
                    <a:pt x="64" y="410"/>
                  </a:lnTo>
                  <a:lnTo>
                    <a:pt x="23" y="468"/>
                  </a:lnTo>
                  <a:lnTo>
                    <a:pt x="0" y="504"/>
                  </a:lnTo>
                </a:path>
              </a:pathLst>
            </a:custGeom>
            <a:noFill/>
            <a:ln w="12700" cap="rnd" cmpd="sng">
              <a:solidFill>
                <a:srgbClr val="000000"/>
              </a:solidFill>
              <a:prstDash val="solid"/>
              <a:round/>
              <a:headEnd type="none" w="sm" len="sm"/>
              <a:tailEnd type="none" w="sm" len="sm"/>
            </a:ln>
            <a:effectLst/>
          </p:spPr>
        </p:sp>
        <p:sp>
          <p:nvSpPr>
            <p:cNvPr id="61805" name=""/>
            <p:cNvSpPr/>
            <p:nvPr/>
          </p:nvSpPr>
          <p:spPr>
            <a:xfrm>
              <a:off x="3453" y="3248"/>
              <a:ext cx="463" cy="505"/>
            </a:xfrm>
            <a:custGeom>
              <a:pathLst>
                <a:path w="463" h="505">
                  <a:moveTo>
                    <a:pt x="462" y="0"/>
                  </a:moveTo>
                  <a:lnTo>
                    <a:pt x="406" y="46"/>
                  </a:lnTo>
                  <a:lnTo>
                    <a:pt x="352" y="91"/>
                  </a:lnTo>
                  <a:lnTo>
                    <a:pt x="297" y="140"/>
                  </a:lnTo>
                  <a:lnTo>
                    <a:pt x="247" y="190"/>
                  </a:lnTo>
                  <a:lnTo>
                    <a:pt x="199" y="243"/>
                  </a:lnTo>
                  <a:lnTo>
                    <a:pt x="151" y="296"/>
                  </a:lnTo>
                  <a:lnTo>
                    <a:pt x="106" y="352"/>
                  </a:lnTo>
                  <a:lnTo>
                    <a:pt x="64" y="410"/>
                  </a:lnTo>
                  <a:lnTo>
                    <a:pt x="23" y="468"/>
                  </a:lnTo>
                  <a:lnTo>
                    <a:pt x="0" y="504"/>
                  </a:lnTo>
                </a:path>
              </a:pathLst>
            </a:custGeom>
            <a:noFill/>
            <a:ln w="12700" cap="rnd" cmpd="sng">
              <a:solidFill>
                <a:schemeClr val="tx1"/>
              </a:solidFill>
              <a:prstDash val="solid"/>
              <a:round/>
              <a:headEnd type="none" w="sm" len="sm"/>
              <a:tailEnd type="none" w="sm" len="sm"/>
            </a:ln>
            <a:effectLst/>
          </p:spPr>
        </p:sp>
        <p:sp>
          <p:nvSpPr>
            <p:cNvPr id="61806" name=""/>
            <p:cNvSpPr/>
            <p:nvPr/>
          </p:nvSpPr>
          <p:spPr>
            <a:xfrm>
              <a:off x="2184" y="3597"/>
              <a:ext cx="1270" cy="156"/>
            </a:xfrm>
            <a:custGeom>
              <a:pathLst>
                <a:path w="1270" h="156">
                  <a:moveTo>
                    <a:pt x="1269" y="155"/>
                  </a:moveTo>
                  <a:lnTo>
                    <a:pt x="1196" y="127"/>
                  </a:lnTo>
                  <a:lnTo>
                    <a:pt x="1123" y="104"/>
                  </a:lnTo>
                  <a:lnTo>
                    <a:pt x="1048" y="83"/>
                  </a:lnTo>
                  <a:lnTo>
                    <a:pt x="974" y="62"/>
                  </a:lnTo>
                  <a:lnTo>
                    <a:pt x="897" y="46"/>
                  </a:lnTo>
                  <a:lnTo>
                    <a:pt x="820" y="30"/>
                  </a:lnTo>
                  <a:lnTo>
                    <a:pt x="743" y="19"/>
                  </a:lnTo>
                  <a:lnTo>
                    <a:pt x="667" y="10"/>
                  </a:lnTo>
                  <a:lnTo>
                    <a:pt x="589" y="6"/>
                  </a:lnTo>
                  <a:lnTo>
                    <a:pt x="511" y="2"/>
                  </a:lnTo>
                  <a:lnTo>
                    <a:pt x="435" y="0"/>
                  </a:lnTo>
                  <a:lnTo>
                    <a:pt x="357" y="2"/>
                  </a:lnTo>
                  <a:lnTo>
                    <a:pt x="279" y="6"/>
                  </a:lnTo>
                  <a:lnTo>
                    <a:pt x="203" y="14"/>
                  </a:lnTo>
                  <a:lnTo>
                    <a:pt x="125" y="23"/>
                  </a:lnTo>
                  <a:lnTo>
                    <a:pt x="47" y="34"/>
                  </a:lnTo>
                  <a:lnTo>
                    <a:pt x="0" y="45"/>
                  </a:lnTo>
                </a:path>
              </a:pathLst>
            </a:custGeom>
            <a:noFill/>
            <a:ln w="12700" cap="rnd" cmpd="sng">
              <a:solidFill>
                <a:srgbClr val="000000"/>
              </a:solidFill>
              <a:prstDash val="solid"/>
              <a:round/>
              <a:headEnd type="none" w="sm" len="sm"/>
              <a:tailEnd type="none" w="sm" len="sm"/>
            </a:ln>
            <a:effectLst/>
          </p:spPr>
        </p:sp>
        <p:sp>
          <p:nvSpPr>
            <p:cNvPr id="61807" name=""/>
            <p:cNvSpPr/>
            <p:nvPr/>
          </p:nvSpPr>
          <p:spPr>
            <a:xfrm>
              <a:off x="2184" y="3597"/>
              <a:ext cx="1270" cy="156"/>
            </a:xfrm>
            <a:custGeom>
              <a:pathLst>
                <a:path w="1270" h="156">
                  <a:moveTo>
                    <a:pt x="1269" y="155"/>
                  </a:moveTo>
                  <a:lnTo>
                    <a:pt x="1196" y="127"/>
                  </a:lnTo>
                  <a:lnTo>
                    <a:pt x="1123" y="104"/>
                  </a:lnTo>
                  <a:lnTo>
                    <a:pt x="1048" y="83"/>
                  </a:lnTo>
                  <a:lnTo>
                    <a:pt x="974" y="62"/>
                  </a:lnTo>
                  <a:lnTo>
                    <a:pt x="897" y="46"/>
                  </a:lnTo>
                  <a:lnTo>
                    <a:pt x="820" y="30"/>
                  </a:lnTo>
                  <a:lnTo>
                    <a:pt x="743" y="19"/>
                  </a:lnTo>
                  <a:lnTo>
                    <a:pt x="667" y="10"/>
                  </a:lnTo>
                  <a:lnTo>
                    <a:pt x="589" y="6"/>
                  </a:lnTo>
                  <a:lnTo>
                    <a:pt x="511" y="2"/>
                  </a:lnTo>
                  <a:lnTo>
                    <a:pt x="435" y="0"/>
                  </a:lnTo>
                  <a:lnTo>
                    <a:pt x="357" y="2"/>
                  </a:lnTo>
                  <a:lnTo>
                    <a:pt x="279" y="6"/>
                  </a:lnTo>
                  <a:lnTo>
                    <a:pt x="203" y="14"/>
                  </a:lnTo>
                  <a:lnTo>
                    <a:pt x="125" y="23"/>
                  </a:lnTo>
                  <a:lnTo>
                    <a:pt x="47" y="34"/>
                  </a:lnTo>
                  <a:lnTo>
                    <a:pt x="0" y="45"/>
                  </a:lnTo>
                </a:path>
              </a:pathLst>
            </a:custGeom>
            <a:noFill/>
            <a:ln w="12700" cap="rnd" cmpd="sng">
              <a:solidFill>
                <a:schemeClr val="tx1"/>
              </a:solidFill>
              <a:prstDash val="solid"/>
              <a:round/>
              <a:headEnd type="none" w="sm" len="sm"/>
              <a:tailEnd type="none" w="sm" len="sm"/>
            </a:ln>
            <a:effectLst/>
          </p:spPr>
        </p:sp>
        <p:cxnSp>
          <p:nvCxnSpPr>
            <p:cNvPr id="61808" name=""/>
            <p:cNvCxnSpPr/>
            <p:nvPr/>
          </p:nvCxnSpPr>
          <p:spPr>
            <a:xfrm flipH="1">
              <a:off x="2000" y="3631"/>
              <a:ext cx="184" cy="307"/>
            </a:xfrm>
            <a:prstGeom prst="line">
              <a:avLst/>
            </a:prstGeom>
            <a:noFill/>
            <a:ln w="12700">
              <a:solidFill>
                <a:prstClr val="black"/>
              </a:solidFill>
              <a:miter lim="800000"/>
            </a:ln>
            <a:effectLst/>
          </p:spPr>
        </p:cxnSp>
        <p:cxnSp>
          <p:nvCxnSpPr>
            <p:cNvPr id="61809" name=""/>
            <p:cNvCxnSpPr/>
            <p:nvPr/>
          </p:nvCxnSpPr>
          <p:spPr>
            <a:xfrm flipH="1">
              <a:off x="2000" y="3631"/>
              <a:ext cx="184" cy="307"/>
            </a:xfrm>
            <a:prstGeom prst="line">
              <a:avLst/>
            </a:prstGeom>
            <a:noFill/>
            <a:ln w="12700">
              <a:solidFill>
                <a:schemeClr val="tx1"/>
              </a:solidFill>
              <a:miter lim="800000"/>
            </a:ln>
            <a:effectLst/>
          </p:spPr>
        </p:cxnSp>
        <p:sp>
          <p:nvSpPr>
            <p:cNvPr id="61810" name=""/>
            <p:cNvSpPr/>
            <p:nvPr/>
          </p:nvSpPr>
          <p:spPr>
            <a:xfrm>
              <a:off x="1732" y="1886"/>
              <a:ext cx="181" cy="221"/>
            </a:xfrm>
            <a:custGeom>
              <a:pathLst>
                <a:path w="181" h="221">
                  <a:moveTo>
                    <a:pt x="7" y="220"/>
                  </a:moveTo>
                  <a:lnTo>
                    <a:pt x="180" y="195"/>
                  </a:lnTo>
                  <a:lnTo>
                    <a:pt x="0" y="0"/>
                  </a:lnTo>
                </a:path>
              </a:pathLst>
            </a:custGeom>
            <a:noFill/>
            <a:ln w="12700" cap="rnd" cmpd="sng">
              <a:solidFill>
                <a:srgbClr val="000000"/>
              </a:solidFill>
              <a:prstDash val="solid"/>
              <a:round/>
              <a:headEnd type="none" w="sm" len="sm"/>
              <a:tailEnd type="none" w="sm" len="sm"/>
            </a:ln>
            <a:effectLst/>
          </p:spPr>
        </p:sp>
        <p:sp>
          <p:nvSpPr>
            <p:cNvPr id="61811" name=""/>
            <p:cNvSpPr/>
            <p:nvPr/>
          </p:nvSpPr>
          <p:spPr>
            <a:xfrm>
              <a:off x="1732" y="1886"/>
              <a:ext cx="181" cy="221"/>
            </a:xfrm>
            <a:custGeom>
              <a:pathLst>
                <a:path w="181" h="221">
                  <a:moveTo>
                    <a:pt x="7" y="220"/>
                  </a:moveTo>
                  <a:lnTo>
                    <a:pt x="180" y="195"/>
                  </a:lnTo>
                  <a:lnTo>
                    <a:pt x="0" y="0"/>
                  </a:lnTo>
                </a:path>
              </a:pathLst>
            </a:custGeom>
            <a:noFill/>
            <a:ln w="12700" cap="rnd" cmpd="sng">
              <a:solidFill>
                <a:srgbClr val="000000"/>
              </a:solidFill>
              <a:prstDash val="solid"/>
              <a:round/>
              <a:headEnd type="none" w="sm" len="sm"/>
              <a:tailEnd type="none" w="sm" len="sm"/>
            </a:ln>
            <a:effectLst/>
          </p:spPr>
        </p:sp>
        <p:cxnSp>
          <p:nvCxnSpPr>
            <p:cNvPr id="61812" name=""/>
            <p:cNvCxnSpPr/>
            <p:nvPr/>
          </p:nvCxnSpPr>
          <p:spPr>
            <a:xfrm flipH="1">
              <a:off x="3570" y="1712"/>
              <a:ext cx="76" cy="248"/>
            </a:xfrm>
            <a:prstGeom prst="line">
              <a:avLst/>
            </a:prstGeom>
            <a:noFill/>
            <a:ln w="12700">
              <a:solidFill>
                <a:prstClr val="black"/>
              </a:solidFill>
              <a:miter lim="800000"/>
            </a:ln>
            <a:effectLst/>
          </p:spPr>
        </p:cxnSp>
        <p:cxnSp>
          <p:nvCxnSpPr>
            <p:cNvPr id="61813" name=""/>
            <p:cNvCxnSpPr/>
            <p:nvPr/>
          </p:nvCxnSpPr>
          <p:spPr>
            <a:xfrm flipH="1">
              <a:off x="3570" y="1712"/>
              <a:ext cx="76" cy="248"/>
            </a:xfrm>
            <a:prstGeom prst="line">
              <a:avLst/>
            </a:prstGeom>
            <a:noFill/>
            <a:ln w="12700">
              <a:solidFill>
                <a:schemeClr val="tx1"/>
              </a:solidFill>
              <a:miter lim="800000"/>
            </a:ln>
            <a:effectLst/>
          </p:spPr>
        </p:cxnSp>
        <p:cxnSp>
          <p:nvCxnSpPr>
            <p:cNvPr id="61814" name=""/>
            <p:cNvCxnSpPr/>
            <p:nvPr/>
          </p:nvCxnSpPr>
          <p:spPr>
            <a:xfrm flipH="1">
              <a:off x="3854" y="1970"/>
              <a:ext cx="187" cy="87"/>
            </a:xfrm>
            <a:prstGeom prst="line">
              <a:avLst/>
            </a:prstGeom>
            <a:noFill/>
            <a:ln w="12700">
              <a:solidFill>
                <a:prstClr val="black"/>
              </a:solidFill>
              <a:miter lim="800000"/>
            </a:ln>
            <a:effectLst/>
          </p:spPr>
        </p:cxnSp>
        <p:cxnSp>
          <p:nvCxnSpPr>
            <p:cNvPr id="61815" name=""/>
            <p:cNvCxnSpPr/>
            <p:nvPr/>
          </p:nvCxnSpPr>
          <p:spPr>
            <a:xfrm flipH="1">
              <a:off x="3854" y="1970"/>
              <a:ext cx="187" cy="87"/>
            </a:xfrm>
            <a:prstGeom prst="line">
              <a:avLst/>
            </a:prstGeom>
            <a:noFill/>
            <a:ln w="12700">
              <a:solidFill>
                <a:schemeClr val="tx1"/>
              </a:solidFill>
              <a:miter lim="800000"/>
            </a:ln>
            <a:effectLst/>
          </p:spPr>
        </p:cxnSp>
        <p:cxnSp>
          <p:nvCxnSpPr>
            <p:cNvPr id="61816" name=""/>
            <p:cNvCxnSpPr/>
            <p:nvPr/>
          </p:nvCxnSpPr>
          <p:spPr>
            <a:xfrm flipH="1" flipV="1">
              <a:off x="3916" y="3249"/>
              <a:ext cx="154" cy="36"/>
            </a:xfrm>
            <a:prstGeom prst="line">
              <a:avLst/>
            </a:prstGeom>
            <a:noFill/>
            <a:ln w="12700">
              <a:solidFill>
                <a:prstClr val="black"/>
              </a:solidFill>
              <a:miter lim="800000"/>
            </a:ln>
            <a:effectLst/>
          </p:spPr>
        </p:cxnSp>
        <p:cxnSp>
          <p:nvCxnSpPr>
            <p:cNvPr id="61817" name=""/>
            <p:cNvCxnSpPr/>
            <p:nvPr/>
          </p:nvCxnSpPr>
          <p:spPr>
            <a:xfrm flipH="1" flipV="1">
              <a:off x="3916" y="3249"/>
              <a:ext cx="154" cy="36"/>
            </a:xfrm>
            <a:prstGeom prst="line">
              <a:avLst/>
            </a:prstGeom>
            <a:noFill/>
            <a:ln w="12700">
              <a:solidFill>
                <a:schemeClr val="tx1"/>
              </a:solidFill>
              <a:miter lim="800000"/>
            </a:ln>
            <a:effectLst/>
          </p:spPr>
        </p:cxnSp>
        <p:cxnSp>
          <p:nvCxnSpPr>
            <p:cNvPr id="61818" name=""/>
            <p:cNvCxnSpPr/>
            <p:nvPr/>
          </p:nvCxnSpPr>
          <p:spPr>
            <a:xfrm flipH="1" flipV="1">
              <a:off x="3453" y="3751"/>
              <a:ext cx="56" cy="196"/>
            </a:xfrm>
            <a:prstGeom prst="line">
              <a:avLst/>
            </a:prstGeom>
            <a:noFill/>
            <a:ln w="12700">
              <a:solidFill>
                <a:prstClr val="black"/>
              </a:solidFill>
              <a:miter lim="800000"/>
            </a:ln>
            <a:effectLst/>
          </p:spPr>
        </p:cxnSp>
        <p:cxnSp>
          <p:nvCxnSpPr>
            <p:cNvPr id="61819" name=""/>
            <p:cNvCxnSpPr/>
            <p:nvPr/>
          </p:nvCxnSpPr>
          <p:spPr>
            <a:xfrm flipH="1" flipV="1">
              <a:off x="3453" y="3751"/>
              <a:ext cx="56" cy="196"/>
            </a:xfrm>
            <a:prstGeom prst="line">
              <a:avLst/>
            </a:prstGeom>
            <a:noFill/>
            <a:ln w="12700">
              <a:solidFill>
                <a:schemeClr val="tx1"/>
              </a:solidFill>
              <a:miter lim="800000"/>
            </a:ln>
            <a:effectLst/>
          </p:spPr>
        </p:cxnSp>
        <p:sp>
          <p:nvSpPr>
            <p:cNvPr id="61820" name=""/>
            <p:cNvSpPr/>
            <p:nvPr/>
          </p:nvSpPr>
          <p:spPr>
            <a:xfrm>
              <a:off x="4056" y="2949"/>
              <a:ext cx="796" cy="132"/>
            </a:xfrm>
            <a:custGeom>
              <a:pathLst>
                <a:path w="796" h="132">
                  <a:moveTo>
                    <a:pt x="795" y="131"/>
                  </a:moveTo>
                  <a:lnTo>
                    <a:pt x="795" y="0"/>
                  </a:lnTo>
                  <a:lnTo>
                    <a:pt x="0" y="0"/>
                  </a:lnTo>
                  <a:lnTo>
                    <a:pt x="0" y="131"/>
                  </a:lnTo>
                  <a:lnTo>
                    <a:pt x="795" y="131"/>
                  </a:lnTo>
                  <a:lnTo>
                    <a:pt x="795" y="131"/>
                  </a:lnTo>
                  <a:lnTo>
                    <a:pt x="795" y="131"/>
                  </a:lnTo>
                </a:path>
              </a:pathLst>
            </a:custGeom>
            <a:solidFill>
              <a:srgbClr val="99CCCC"/>
            </a:solidFill>
            <a:ln cap="rnd">
              <a:noFill/>
              <a:round/>
            </a:ln>
            <a:effectLst/>
          </p:spPr>
        </p:sp>
        <p:sp>
          <p:nvSpPr>
            <p:cNvPr id="61821" name=""/>
            <p:cNvSpPr/>
            <p:nvPr/>
          </p:nvSpPr>
          <p:spPr>
            <a:xfrm>
              <a:off x="4056" y="3080"/>
              <a:ext cx="796" cy="23"/>
            </a:xfrm>
            <a:custGeom>
              <a:pathLst>
                <a:path w="796" h="23">
                  <a:moveTo>
                    <a:pt x="795" y="0"/>
                  </a:moveTo>
                  <a:lnTo>
                    <a:pt x="795" y="22"/>
                  </a:lnTo>
                  <a:lnTo>
                    <a:pt x="0" y="22"/>
                  </a:lnTo>
                  <a:lnTo>
                    <a:pt x="0" y="0"/>
                  </a:lnTo>
                  <a:lnTo>
                    <a:pt x="795" y="0"/>
                  </a:lnTo>
                  <a:lnTo>
                    <a:pt x="795" y="0"/>
                  </a:lnTo>
                  <a:lnTo>
                    <a:pt x="795" y="0"/>
                  </a:lnTo>
                </a:path>
              </a:pathLst>
            </a:custGeom>
            <a:solidFill>
              <a:srgbClr val="9CCFCF"/>
            </a:solidFill>
            <a:ln cap="rnd">
              <a:noFill/>
              <a:round/>
            </a:ln>
            <a:effectLst/>
          </p:spPr>
        </p:sp>
        <p:sp>
          <p:nvSpPr>
            <p:cNvPr id="61822" name=""/>
            <p:cNvSpPr/>
            <p:nvPr/>
          </p:nvSpPr>
          <p:spPr>
            <a:xfrm>
              <a:off x="4056" y="3102"/>
              <a:ext cx="796" cy="23"/>
            </a:xfrm>
            <a:custGeom>
              <a:pathLst>
                <a:path w="796" h="23">
                  <a:moveTo>
                    <a:pt x="795" y="0"/>
                  </a:moveTo>
                  <a:lnTo>
                    <a:pt x="795" y="22"/>
                  </a:lnTo>
                  <a:lnTo>
                    <a:pt x="0" y="22"/>
                  </a:lnTo>
                  <a:lnTo>
                    <a:pt x="0" y="0"/>
                  </a:lnTo>
                  <a:lnTo>
                    <a:pt x="795" y="0"/>
                  </a:lnTo>
                  <a:lnTo>
                    <a:pt x="795" y="0"/>
                  </a:lnTo>
                  <a:lnTo>
                    <a:pt x="795" y="0"/>
                  </a:lnTo>
                </a:path>
              </a:pathLst>
            </a:custGeom>
            <a:solidFill>
              <a:srgbClr val="9FCFCF"/>
            </a:solidFill>
            <a:ln cap="rnd">
              <a:noFill/>
              <a:round/>
            </a:ln>
            <a:effectLst/>
          </p:spPr>
        </p:sp>
        <p:sp>
          <p:nvSpPr>
            <p:cNvPr id="61823" name=""/>
            <p:cNvSpPr/>
            <p:nvPr/>
          </p:nvSpPr>
          <p:spPr>
            <a:xfrm>
              <a:off x="4056" y="3124"/>
              <a:ext cx="796" cy="22"/>
            </a:xfrm>
            <a:custGeom>
              <a:pathLst>
                <a:path w="796" h="22">
                  <a:moveTo>
                    <a:pt x="795" y="0"/>
                  </a:moveTo>
                  <a:lnTo>
                    <a:pt x="795" y="21"/>
                  </a:lnTo>
                  <a:lnTo>
                    <a:pt x="0" y="21"/>
                  </a:lnTo>
                  <a:lnTo>
                    <a:pt x="0" y="0"/>
                  </a:lnTo>
                  <a:lnTo>
                    <a:pt x="795" y="0"/>
                  </a:lnTo>
                  <a:lnTo>
                    <a:pt x="795" y="0"/>
                  </a:lnTo>
                  <a:lnTo>
                    <a:pt x="795" y="0"/>
                  </a:lnTo>
                </a:path>
              </a:pathLst>
            </a:custGeom>
            <a:solidFill>
              <a:srgbClr val="A2D2D2"/>
            </a:solidFill>
            <a:ln cap="rnd">
              <a:noFill/>
              <a:round/>
            </a:ln>
            <a:effectLst/>
          </p:spPr>
        </p:sp>
        <p:sp>
          <p:nvSpPr>
            <p:cNvPr id="61824" name=""/>
            <p:cNvSpPr/>
            <p:nvPr/>
          </p:nvSpPr>
          <p:spPr>
            <a:xfrm>
              <a:off x="4056" y="3145"/>
              <a:ext cx="796" cy="23"/>
            </a:xfrm>
            <a:custGeom>
              <a:pathLst>
                <a:path w="796" h="23">
                  <a:moveTo>
                    <a:pt x="795" y="0"/>
                  </a:moveTo>
                  <a:lnTo>
                    <a:pt x="795" y="22"/>
                  </a:lnTo>
                  <a:lnTo>
                    <a:pt x="0" y="22"/>
                  </a:lnTo>
                  <a:lnTo>
                    <a:pt x="0" y="0"/>
                  </a:lnTo>
                  <a:lnTo>
                    <a:pt x="795" y="0"/>
                  </a:lnTo>
                  <a:lnTo>
                    <a:pt x="795" y="0"/>
                  </a:lnTo>
                  <a:lnTo>
                    <a:pt x="795" y="0"/>
                  </a:lnTo>
                </a:path>
              </a:pathLst>
            </a:custGeom>
            <a:solidFill>
              <a:srgbClr val="A5D2D2"/>
            </a:solidFill>
            <a:ln cap="rnd">
              <a:noFill/>
              <a:round/>
            </a:ln>
            <a:effectLst/>
          </p:spPr>
        </p:sp>
        <p:sp>
          <p:nvSpPr>
            <p:cNvPr id="61825" name=""/>
            <p:cNvSpPr/>
            <p:nvPr/>
          </p:nvSpPr>
          <p:spPr>
            <a:xfrm>
              <a:off x="4056" y="3167"/>
              <a:ext cx="796" cy="23"/>
            </a:xfrm>
            <a:custGeom>
              <a:pathLst>
                <a:path w="796" h="23">
                  <a:moveTo>
                    <a:pt x="795" y="0"/>
                  </a:moveTo>
                  <a:lnTo>
                    <a:pt x="795" y="22"/>
                  </a:lnTo>
                  <a:lnTo>
                    <a:pt x="0" y="22"/>
                  </a:lnTo>
                  <a:lnTo>
                    <a:pt x="0" y="0"/>
                  </a:lnTo>
                  <a:lnTo>
                    <a:pt x="795" y="0"/>
                  </a:lnTo>
                  <a:lnTo>
                    <a:pt x="795" y="0"/>
                  </a:lnTo>
                  <a:lnTo>
                    <a:pt x="795" y="0"/>
                  </a:lnTo>
                </a:path>
              </a:pathLst>
            </a:custGeom>
            <a:solidFill>
              <a:srgbClr val="A9D4D4"/>
            </a:solidFill>
            <a:ln cap="rnd">
              <a:noFill/>
              <a:round/>
            </a:ln>
            <a:effectLst/>
          </p:spPr>
        </p:sp>
        <p:sp>
          <p:nvSpPr>
            <p:cNvPr id="61826" name=""/>
            <p:cNvSpPr/>
            <p:nvPr/>
          </p:nvSpPr>
          <p:spPr>
            <a:xfrm>
              <a:off x="4056" y="3189"/>
              <a:ext cx="796" cy="23"/>
            </a:xfrm>
            <a:custGeom>
              <a:pathLst>
                <a:path w="796" h="23">
                  <a:moveTo>
                    <a:pt x="795" y="0"/>
                  </a:moveTo>
                  <a:lnTo>
                    <a:pt x="795" y="22"/>
                  </a:lnTo>
                  <a:lnTo>
                    <a:pt x="0" y="22"/>
                  </a:lnTo>
                  <a:lnTo>
                    <a:pt x="0" y="0"/>
                  </a:lnTo>
                  <a:lnTo>
                    <a:pt x="795" y="0"/>
                  </a:lnTo>
                  <a:lnTo>
                    <a:pt x="795" y="0"/>
                  </a:lnTo>
                  <a:lnTo>
                    <a:pt x="795" y="0"/>
                  </a:lnTo>
                </a:path>
              </a:pathLst>
            </a:custGeom>
            <a:solidFill>
              <a:srgbClr val="A9D4D4"/>
            </a:solidFill>
            <a:ln cap="rnd">
              <a:noFill/>
              <a:round/>
            </a:ln>
            <a:effectLst/>
          </p:spPr>
        </p:sp>
        <p:sp>
          <p:nvSpPr>
            <p:cNvPr id="61827" name=""/>
            <p:cNvSpPr/>
            <p:nvPr/>
          </p:nvSpPr>
          <p:spPr>
            <a:xfrm>
              <a:off x="4056" y="3211"/>
              <a:ext cx="796" cy="22"/>
            </a:xfrm>
            <a:custGeom>
              <a:pathLst>
                <a:path w="796" h="22">
                  <a:moveTo>
                    <a:pt x="795" y="0"/>
                  </a:moveTo>
                  <a:lnTo>
                    <a:pt x="795" y="21"/>
                  </a:lnTo>
                  <a:lnTo>
                    <a:pt x="0" y="21"/>
                  </a:lnTo>
                  <a:lnTo>
                    <a:pt x="0" y="0"/>
                  </a:lnTo>
                  <a:lnTo>
                    <a:pt x="795" y="0"/>
                  </a:lnTo>
                  <a:lnTo>
                    <a:pt x="795" y="0"/>
                  </a:lnTo>
                  <a:lnTo>
                    <a:pt x="795" y="0"/>
                  </a:lnTo>
                </a:path>
              </a:pathLst>
            </a:custGeom>
            <a:solidFill>
              <a:srgbClr val="AFD7D7"/>
            </a:solidFill>
            <a:ln cap="rnd">
              <a:noFill/>
              <a:round/>
            </a:ln>
            <a:effectLst/>
          </p:spPr>
        </p:sp>
        <p:sp>
          <p:nvSpPr>
            <p:cNvPr id="61828" name=""/>
            <p:cNvSpPr/>
            <p:nvPr/>
          </p:nvSpPr>
          <p:spPr>
            <a:xfrm>
              <a:off x="4056" y="3232"/>
              <a:ext cx="796" cy="23"/>
            </a:xfrm>
            <a:custGeom>
              <a:pathLst>
                <a:path w="796" h="23">
                  <a:moveTo>
                    <a:pt x="795" y="0"/>
                  </a:moveTo>
                  <a:lnTo>
                    <a:pt x="795" y="22"/>
                  </a:lnTo>
                  <a:lnTo>
                    <a:pt x="0" y="22"/>
                  </a:lnTo>
                  <a:lnTo>
                    <a:pt x="0" y="0"/>
                  </a:lnTo>
                  <a:lnTo>
                    <a:pt x="795" y="0"/>
                  </a:lnTo>
                  <a:lnTo>
                    <a:pt x="795" y="0"/>
                  </a:lnTo>
                  <a:lnTo>
                    <a:pt x="795" y="0"/>
                  </a:lnTo>
                </a:path>
              </a:pathLst>
            </a:custGeom>
            <a:solidFill>
              <a:srgbClr val="AFD7D7"/>
            </a:solidFill>
            <a:ln cap="rnd">
              <a:noFill/>
              <a:round/>
            </a:ln>
            <a:effectLst/>
          </p:spPr>
        </p:sp>
        <p:sp>
          <p:nvSpPr>
            <p:cNvPr id="61829" name=""/>
            <p:cNvSpPr/>
            <p:nvPr/>
          </p:nvSpPr>
          <p:spPr>
            <a:xfrm>
              <a:off x="4056" y="3254"/>
              <a:ext cx="796" cy="23"/>
            </a:xfrm>
            <a:custGeom>
              <a:pathLst>
                <a:path w="796" h="23">
                  <a:moveTo>
                    <a:pt x="795" y="0"/>
                  </a:moveTo>
                  <a:lnTo>
                    <a:pt x="795" y="22"/>
                  </a:lnTo>
                  <a:lnTo>
                    <a:pt x="0" y="22"/>
                  </a:lnTo>
                  <a:lnTo>
                    <a:pt x="0" y="0"/>
                  </a:lnTo>
                  <a:lnTo>
                    <a:pt x="795" y="0"/>
                  </a:lnTo>
                  <a:lnTo>
                    <a:pt x="795" y="0"/>
                  </a:lnTo>
                  <a:lnTo>
                    <a:pt x="795" y="0"/>
                  </a:lnTo>
                </a:path>
              </a:pathLst>
            </a:custGeom>
            <a:solidFill>
              <a:srgbClr val="B3D9D9"/>
            </a:solidFill>
            <a:ln cap="rnd">
              <a:noFill/>
              <a:round/>
            </a:ln>
            <a:effectLst/>
          </p:spPr>
        </p:sp>
        <p:sp>
          <p:nvSpPr>
            <p:cNvPr id="61830" name=""/>
            <p:cNvSpPr/>
            <p:nvPr/>
          </p:nvSpPr>
          <p:spPr>
            <a:xfrm>
              <a:off x="4056" y="3276"/>
              <a:ext cx="796" cy="23"/>
            </a:xfrm>
            <a:custGeom>
              <a:pathLst>
                <a:path w="796" h="23">
                  <a:moveTo>
                    <a:pt x="795" y="0"/>
                  </a:moveTo>
                  <a:lnTo>
                    <a:pt x="795" y="22"/>
                  </a:lnTo>
                  <a:lnTo>
                    <a:pt x="0" y="22"/>
                  </a:lnTo>
                  <a:lnTo>
                    <a:pt x="0" y="0"/>
                  </a:lnTo>
                  <a:lnTo>
                    <a:pt x="795" y="0"/>
                  </a:lnTo>
                  <a:lnTo>
                    <a:pt x="795" y="0"/>
                  </a:lnTo>
                  <a:lnTo>
                    <a:pt x="795" y="0"/>
                  </a:lnTo>
                </a:path>
              </a:pathLst>
            </a:custGeom>
            <a:solidFill>
              <a:srgbClr val="B6DCDC"/>
            </a:solidFill>
            <a:ln cap="rnd">
              <a:noFill/>
              <a:round/>
            </a:ln>
            <a:effectLst/>
          </p:spPr>
        </p:sp>
        <p:sp>
          <p:nvSpPr>
            <p:cNvPr id="61831" name=""/>
            <p:cNvSpPr/>
            <p:nvPr/>
          </p:nvSpPr>
          <p:spPr>
            <a:xfrm>
              <a:off x="4056" y="3298"/>
              <a:ext cx="796" cy="23"/>
            </a:xfrm>
            <a:custGeom>
              <a:pathLst>
                <a:path w="796" h="23">
                  <a:moveTo>
                    <a:pt x="795" y="0"/>
                  </a:moveTo>
                  <a:lnTo>
                    <a:pt x="795" y="22"/>
                  </a:lnTo>
                  <a:lnTo>
                    <a:pt x="0" y="22"/>
                  </a:lnTo>
                  <a:lnTo>
                    <a:pt x="0" y="0"/>
                  </a:lnTo>
                  <a:lnTo>
                    <a:pt x="795" y="0"/>
                  </a:lnTo>
                  <a:lnTo>
                    <a:pt x="795" y="0"/>
                  </a:lnTo>
                  <a:lnTo>
                    <a:pt x="795" y="0"/>
                  </a:lnTo>
                </a:path>
              </a:pathLst>
            </a:custGeom>
            <a:solidFill>
              <a:srgbClr val="B6DCDC"/>
            </a:solidFill>
            <a:ln cap="rnd">
              <a:noFill/>
              <a:round/>
            </a:ln>
            <a:effectLst/>
          </p:spPr>
        </p:sp>
        <p:sp>
          <p:nvSpPr>
            <p:cNvPr id="61832" name=""/>
            <p:cNvSpPr/>
            <p:nvPr/>
          </p:nvSpPr>
          <p:spPr>
            <a:xfrm>
              <a:off x="4056" y="3320"/>
              <a:ext cx="796" cy="22"/>
            </a:xfrm>
            <a:custGeom>
              <a:pathLst>
                <a:path w="796" h="22">
                  <a:moveTo>
                    <a:pt x="795" y="0"/>
                  </a:moveTo>
                  <a:lnTo>
                    <a:pt x="795" y="21"/>
                  </a:lnTo>
                  <a:lnTo>
                    <a:pt x="0" y="21"/>
                  </a:lnTo>
                  <a:lnTo>
                    <a:pt x="0" y="0"/>
                  </a:lnTo>
                  <a:lnTo>
                    <a:pt x="795" y="0"/>
                  </a:lnTo>
                  <a:lnTo>
                    <a:pt x="795" y="0"/>
                  </a:lnTo>
                  <a:lnTo>
                    <a:pt x="795" y="0"/>
                  </a:lnTo>
                </a:path>
              </a:pathLst>
            </a:custGeom>
            <a:solidFill>
              <a:srgbClr val="BBDCDC"/>
            </a:solidFill>
            <a:ln cap="rnd">
              <a:noFill/>
              <a:round/>
            </a:ln>
            <a:effectLst/>
          </p:spPr>
        </p:sp>
        <p:sp>
          <p:nvSpPr>
            <p:cNvPr id="61833" name=""/>
            <p:cNvSpPr/>
            <p:nvPr/>
          </p:nvSpPr>
          <p:spPr>
            <a:xfrm>
              <a:off x="4056" y="3341"/>
              <a:ext cx="796" cy="23"/>
            </a:xfrm>
            <a:custGeom>
              <a:pathLst>
                <a:path w="796" h="23">
                  <a:moveTo>
                    <a:pt x="795" y="0"/>
                  </a:moveTo>
                  <a:lnTo>
                    <a:pt x="795" y="22"/>
                  </a:lnTo>
                  <a:lnTo>
                    <a:pt x="0" y="22"/>
                  </a:lnTo>
                  <a:lnTo>
                    <a:pt x="0" y="0"/>
                  </a:lnTo>
                  <a:lnTo>
                    <a:pt x="795" y="0"/>
                  </a:lnTo>
                  <a:lnTo>
                    <a:pt x="795" y="0"/>
                  </a:lnTo>
                  <a:lnTo>
                    <a:pt x="795" y="0"/>
                  </a:lnTo>
                </a:path>
              </a:pathLst>
            </a:custGeom>
            <a:solidFill>
              <a:srgbClr val="BDDEDE"/>
            </a:solidFill>
            <a:ln cap="rnd">
              <a:noFill/>
              <a:round/>
            </a:ln>
            <a:effectLst/>
          </p:spPr>
        </p:sp>
        <p:sp>
          <p:nvSpPr>
            <p:cNvPr id="61834" name=""/>
            <p:cNvSpPr/>
            <p:nvPr/>
          </p:nvSpPr>
          <p:spPr>
            <a:xfrm>
              <a:off x="4056" y="3363"/>
              <a:ext cx="796" cy="23"/>
            </a:xfrm>
            <a:custGeom>
              <a:pathLst>
                <a:path w="796" h="23">
                  <a:moveTo>
                    <a:pt x="795" y="0"/>
                  </a:moveTo>
                  <a:lnTo>
                    <a:pt x="795" y="22"/>
                  </a:lnTo>
                  <a:lnTo>
                    <a:pt x="0" y="22"/>
                  </a:lnTo>
                  <a:lnTo>
                    <a:pt x="0" y="0"/>
                  </a:lnTo>
                  <a:lnTo>
                    <a:pt x="795" y="0"/>
                  </a:lnTo>
                  <a:lnTo>
                    <a:pt x="795" y="0"/>
                  </a:lnTo>
                  <a:lnTo>
                    <a:pt x="795" y="0"/>
                  </a:lnTo>
                </a:path>
              </a:pathLst>
            </a:custGeom>
            <a:solidFill>
              <a:srgbClr val="C0E1E1"/>
            </a:solidFill>
            <a:ln cap="rnd">
              <a:noFill/>
              <a:round/>
            </a:ln>
            <a:effectLst/>
          </p:spPr>
        </p:sp>
        <p:sp>
          <p:nvSpPr>
            <p:cNvPr id="61835" name=""/>
            <p:cNvSpPr/>
            <p:nvPr/>
          </p:nvSpPr>
          <p:spPr>
            <a:xfrm>
              <a:off x="4056" y="3385"/>
              <a:ext cx="796" cy="23"/>
            </a:xfrm>
            <a:custGeom>
              <a:pathLst>
                <a:path w="796" h="23">
                  <a:moveTo>
                    <a:pt x="795" y="0"/>
                  </a:moveTo>
                  <a:lnTo>
                    <a:pt x="795" y="22"/>
                  </a:lnTo>
                  <a:lnTo>
                    <a:pt x="0" y="22"/>
                  </a:lnTo>
                  <a:lnTo>
                    <a:pt x="0" y="0"/>
                  </a:lnTo>
                  <a:lnTo>
                    <a:pt x="795" y="0"/>
                  </a:lnTo>
                  <a:lnTo>
                    <a:pt x="795" y="0"/>
                  </a:lnTo>
                  <a:lnTo>
                    <a:pt x="795" y="0"/>
                  </a:lnTo>
                </a:path>
              </a:pathLst>
            </a:custGeom>
            <a:solidFill>
              <a:srgbClr val="C3E1E1"/>
            </a:solidFill>
            <a:ln cap="rnd">
              <a:noFill/>
              <a:round/>
            </a:ln>
            <a:effectLst/>
          </p:spPr>
        </p:sp>
        <p:sp>
          <p:nvSpPr>
            <p:cNvPr id="61836" name=""/>
            <p:cNvSpPr/>
            <p:nvPr/>
          </p:nvSpPr>
          <p:spPr>
            <a:xfrm>
              <a:off x="4056" y="3407"/>
              <a:ext cx="796" cy="22"/>
            </a:xfrm>
            <a:custGeom>
              <a:pathLst>
                <a:path w="796" h="22">
                  <a:moveTo>
                    <a:pt x="795" y="0"/>
                  </a:moveTo>
                  <a:lnTo>
                    <a:pt x="795" y="21"/>
                  </a:lnTo>
                  <a:lnTo>
                    <a:pt x="0" y="21"/>
                  </a:lnTo>
                  <a:lnTo>
                    <a:pt x="0" y="0"/>
                  </a:lnTo>
                  <a:lnTo>
                    <a:pt x="795" y="0"/>
                  </a:lnTo>
                  <a:lnTo>
                    <a:pt x="795" y="0"/>
                  </a:lnTo>
                  <a:lnTo>
                    <a:pt x="795" y="0"/>
                  </a:lnTo>
                </a:path>
              </a:pathLst>
            </a:custGeom>
            <a:solidFill>
              <a:srgbClr val="C5E1E1"/>
            </a:solidFill>
            <a:ln cap="rnd">
              <a:noFill/>
              <a:round/>
            </a:ln>
            <a:effectLst/>
          </p:spPr>
        </p:sp>
        <p:sp>
          <p:nvSpPr>
            <p:cNvPr id="61837" name=""/>
            <p:cNvSpPr/>
            <p:nvPr/>
          </p:nvSpPr>
          <p:spPr>
            <a:xfrm>
              <a:off x="4056" y="3428"/>
              <a:ext cx="796" cy="23"/>
            </a:xfrm>
            <a:custGeom>
              <a:pathLst>
                <a:path w="796" h="23">
                  <a:moveTo>
                    <a:pt x="795" y="0"/>
                  </a:moveTo>
                  <a:lnTo>
                    <a:pt x="795" y="22"/>
                  </a:lnTo>
                  <a:lnTo>
                    <a:pt x="0" y="22"/>
                  </a:lnTo>
                  <a:lnTo>
                    <a:pt x="0" y="0"/>
                  </a:lnTo>
                  <a:lnTo>
                    <a:pt x="795" y="0"/>
                  </a:lnTo>
                  <a:lnTo>
                    <a:pt x="795" y="0"/>
                  </a:lnTo>
                  <a:lnTo>
                    <a:pt x="795" y="0"/>
                  </a:lnTo>
                </a:path>
              </a:pathLst>
            </a:custGeom>
            <a:solidFill>
              <a:srgbClr val="C7E3E3"/>
            </a:solidFill>
            <a:ln cap="rnd">
              <a:noFill/>
              <a:round/>
            </a:ln>
            <a:effectLst/>
          </p:spPr>
        </p:sp>
        <p:sp>
          <p:nvSpPr>
            <p:cNvPr id="61838" name=""/>
            <p:cNvSpPr/>
            <p:nvPr/>
          </p:nvSpPr>
          <p:spPr>
            <a:xfrm>
              <a:off x="4056" y="3450"/>
              <a:ext cx="796" cy="23"/>
            </a:xfrm>
            <a:custGeom>
              <a:pathLst>
                <a:path w="796" h="23">
                  <a:moveTo>
                    <a:pt x="795" y="0"/>
                  </a:moveTo>
                  <a:lnTo>
                    <a:pt x="795" y="22"/>
                  </a:lnTo>
                  <a:lnTo>
                    <a:pt x="0" y="22"/>
                  </a:lnTo>
                  <a:lnTo>
                    <a:pt x="0" y="0"/>
                  </a:lnTo>
                  <a:lnTo>
                    <a:pt x="795" y="0"/>
                  </a:lnTo>
                  <a:lnTo>
                    <a:pt x="795" y="0"/>
                  </a:lnTo>
                  <a:lnTo>
                    <a:pt x="795" y="0"/>
                  </a:lnTo>
                </a:path>
              </a:pathLst>
            </a:custGeom>
            <a:solidFill>
              <a:srgbClr val="CAE6E6"/>
            </a:solidFill>
            <a:ln cap="rnd">
              <a:noFill/>
              <a:round/>
            </a:ln>
            <a:effectLst/>
          </p:spPr>
        </p:sp>
        <p:sp>
          <p:nvSpPr>
            <p:cNvPr id="61839" name=""/>
            <p:cNvSpPr/>
            <p:nvPr/>
          </p:nvSpPr>
          <p:spPr>
            <a:xfrm>
              <a:off x="4056" y="3472"/>
              <a:ext cx="796" cy="23"/>
            </a:xfrm>
            <a:custGeom>
              <a:pathLst>
                <a:path w="796" h="23">
                  <a:moveTo>
                    <a:pt x="795" y="0"/>
                  </a:moveTo>
                  <a:lnTo>
                    <a:pt x="795" y="22"/>
                  </a:lnTo>
                  <a:lnTo>
                    <a:pt x="0" y="22"/>
                  </a:lnTo>
                  <a:lnTo>
                    <a:pt x="0" y="0"/>
                  </a:lnTo>
                  <a:lnTo>
                    <a:pt x="795" y="0"/>
                  </a:lnTo>
                  <a:lnTo>
                    <a:pt x="795" y="0"/>
                  </a:lnTo>
                  <a:lnTo>
                    <a:pt x="795" y="0"/>
                  </a:lnTo>
                </a:path>
              </a:pathLst>
            </a:custGeom>
            <a:solidFill>
              <a:srgbClr val="CDE6E6"/>
            </a:solidFill>
            <a:ln cap="rnd">
              <a:noFill/>
              <a:round/>
            </a:ln>
            <a:effectLst/>
          </p:spPr>
        </p:sp>
        <p:sp>
          <p:nvSpPr>
            <p:cNvPr id="61840" name=""/>
            <p:cNvSpPr/>
            <p:nvPr/>
          </p:nvSpPr>
          <p:spPr>
            <a:xfrm>
              <a:off x="4056" y="3494"/>
              <a:ext cx="796" cy="22"/>
            </a:xfrm>
            <a:custGeom>
              <a:pathLst>
                <a:path w="796" h="22">
                  <a:moveTo>
                    <a:pt x="795" y="0"/>
                  </a:moveTo>
                  <a:lnTo>
                    <a:pt x="795" y="21"/>
                  </a:lnTo>
                  <a:lnTo>
                    <a:pt x="0" y="21"/>
                  </a:lnTo>
                  <a:lnTo>
                    <a:pt x="0" y="0"/>
                  </a:lnTo>
                  <a:lnTo>
                    <a:pt x="795" y="0"/>
                  </a:lnTo>
                  <a:lnTo>
                    <a:pt x="795" y="0"/>
                  </a:lnTo>
                  <a:lnTo>
                    <a:pt x="795" y="0"/>
                  </a:lnTo>
                </a:path>
              </a:pathLst>
            </a:custGeom>
            <a:solidFill>
              <a:srgbClr val="D0E9E9"/>
            </a:solidFill>
            <a:ln cap="rnd">
              <a:noFill/>
              <a:round/>
            </a:ln>
            <a:effectLst/>
          </p:spPr>
        </p:sp>
        <p:sp>
          <p:nvSpPr>
            <p:cNvPr id="61841" name=""/>
            <p:cNvSpPr/>
            <p:nvPr/>
          </p:nvSpPr>
          <p:spPr>
            <a:xfrm>
              <a:off x="4056" y="3515"/>
              <a:ext cx="796" cy="24"/>
            </a:xfrm>
            <a:custGeom>
              <a:pathLst>
                <a:path w="796" h="24">
                  <a:moveTo>
                    <a:pt x="795" y="0"/>
                  </a:moveTo>
                  <a:lnTo>
                    <a:pt x="795" y="23"/>
                  </a:lnTo>
                  <a:lnTo>
                    <a:pt x="0" y="23"/>
                  </a:lnTo>
                  <a:lnTo>
                    <a:pt x="0" y="0"/>
                  </a:lnTo>
                  <a:lnTo>
                    <a:pt x="795" y="0"/>
                  </a:lnTo>
                  <a:lnTo>
                    <a:pt x="795" y="0"/>
                  </a:lnTo>
                  <a:lnTo>
                    <a:pt x="795" y="0"/>
                  </a:lnTo>
                </a:path>
              </a:pathLst>
            </a:custGeom>
            <a:solidFill>
              <a:srgbClr val="D3E9E9"/>
            </a:solidFill>
            <a:ln cap="rnd">
              <a:noFill/>
              <a:round/>
            </a:ln>
            <a:effectLst/>
          </p:spPr>
        </p:sp>
        <p:sp>
          <p:nvSpPr>
            <p:cNvPr id="61842" name=""/>
            <p:cNvSpPr/>
            <p:nvPr/>
          </p:nvSpPr>
          <p:spPr>
            <a:xfrm>
              <a:off x="4056" y="3538"/>
              <a:ext cx="796" cy="22"/>
            </a:xfrm>
            <a:custGeom>
              <a:pathLst>
                <a:path w="796" h="22">
                  <a:moveTo>
                    <a:pt x="795" y="0"/>
                  </a:moveTo>
                  <a:lnTo>
                    <a:pt x="795" y="21"/>
                  </a:lnTo>
                  <a:lnTo>
                    <a:pt x="0" y="21"/>
                  </a:lnTo>
                  <a:lnTo>
                    <a:pt x="0" y="0"/>
                  </a:lnTo>
                  <a:lnTo>
                    <a:pt x="795" y="0"/>
                  </a:lnTo>
                  <a:lnTo>
                    <a:pt x="795" y="0"/>
                  </a:lnTo>
                  <a:lnTo>
                    <a:pt x="795" y="0"/>
                  </a:lnTo>
                </a:path>
              </a:pathLst>
            </a:custGeom>
            <a:solidFill>
              <a:srgbClr val="D5E9E9"/>
            </a:solidFill>
            <a:ln cap="rnd">
              <a:noFill/>
              <a:round/>
            </a:ln>
            <a:effectLst/>
          </p:spPr>
        </p:sp>
        <p:sp>
          <p:nvSpPr>
            <p:cNvPr id="61843" name=""/>
            <p:cNvSpPr/>
            <p:nvPr/>
          </p:nvSpPr>
          <p:spPr>
            <a:xfrm>
              <a:off x="4056" y="3559"/>
              <a:ext cx="796" cy="24"/>
            </a:xfrm>
            <a:custGeom>
              <a:pathLst>
                <a:path w="796" h="24">
                  <a:moveTo>
                    <a:pt x="795" y="0"/>
                  </a:moveTo>
                  <a:lnTo>
                    <a:pt x="795" y="23"/>
                  </a:lnTo>
                  <a:lnTo>
                    <a:pt x="0" y="23"/>
                  </a:lnTo>
                  <a:lnTo>
                    <a:pt x="0" y="0"/>
                  </a:lnTo>
                  <a:lnTo>
                    <a:pt x="795" y="0"/>
                  </a:lnTo>
                  <a:lnTo>
                    <a:pt x="795" y="0"/>
                  </a:lnTo>
                  <a:lnTo>
                    <a:pt x="795" y="0"/>
                  </a:lnTo>
                </a:path>
              </a:pathLst>
            </a:custGeom>
            <a:solidFill>
              <a:srgbClr val="D7EBEB"/>
            </a:solidFill>
            <a:ln cap="rnd">
              <a:noFill/>
              <a:round/>
            </a:ln>
            <a:effectLst/>
          </p:spPr>
        </p:sp>
        <p:sp>
          <p:nvSpPr>
            <p:cNvPr id="61844" name=""/>
            <p:cNvSpPr/>
            <p:nvPr/>
          </p:nvSpPr>
          <p:spPr>
            <a:xfrm>
              <a:off x="4056" y="3581"/>
              <a:ext cx="796" cy="23"/>
            </a:xfrm>
            <a:custGeom>
              <a:pathLst>
                <a:path w="796" h="23">
                  <a:moveTo>
                    <a:pt x="795" y="0"/>
                  </a:moveTo>
                  <a:lnTo>
                    <a:pt x="795" y="22"/>
                  </a:lnTo>
                  <a:lnTo>
                    <a:pt x="0" y="22"/>
                  </a:lnTo>
                  <a:lnTo>
                    <a:pt x="0" y="1"/>
                  </a:lnTo>
                  <a:lnTo>
                    <a:pt x="795" y="1"/>
                  </a:lnTo>
                  <a:lnTo>
                    <a:pt x="795" y="1"/>
                  </a:lnTo>
                  <a:lnTo>
                    <a:pt x="795" y="0"/>
                  </a:lnTo>
                </a:path>
              </a:pathLst>
            </a:custGeom>
            <a:solidFill>
              <a:srgbClr val="DAEEEE"/>
            </a:solidFill>
            <a:ln cap="rnd">
              <a:noFill/>
              <a:round/>
            </a:ln>
            <a:effectLst/>
          </p:spPr>
        </p:sp>
        <p:sp>
          <p:nvSpPr>
            <p:cNvPr id="61845" name=""/>
            <p:cNvSpPr/>
            <p:nvPr/>
          </p:nvSpPr>
          <p:spPr>
            <a:xfrm>
              <a:off x="4056" y="3603"/>
              <a:ext cx="796" cy="22"/>
            </a:xfrm>
            <a:custGeom>
              <a:pathLst>
                <a:path w="796" h="22">
                  <a:moveTo>
                    <a:pt x="795" y="0"/>
                  </a:moveTo>
                  <a:lnTo>
                    <a:pt x="795" y="21"/>
                  </a:lnTo>
                  <a:lnTo>
                    <a:pt x="0" y="21"/>
                  </a:lnTo>
                  <a:lnTo>
                    <a:pt x="0" y="0"/>
                  </a:lnTo>
                  <a:lnTo>
                    <a:pt x="795" y="0"/>
                  </a:lnTo>
                  <a:lnTo>
                    <a:pt x="795" y="0"/>
                  </a:lnTo>
                  <a:lnTo>
                    <a:pt x="795" y="0"/>
                  </a:lnTo>
                </a:path>
              </a:pathLst>
            </a:custGeom>
            <a:solidFill>
              <a:srgbClr val="DDEEEE"/>
            </a:solidFill>
            <a:ln cap="rnd">
              <a:noFill/>
              <a:round/>
            </a:ln>
            <a:effectLst/>
          </p:spPr>
        </p:sp>
        <p:sp>
          <p:nvSpPr>
            <p:cNvPr id="61846" name=""/>
            <p:cNvSpPr/>
            <p:nvPr/>
          </p:nvSpPr>
          <p:spPr>
            <a:xfrm>
              <a:off x="4056" y="3624"/>
              <a:ext cx="796" cy="24"/>
            </a:xfrm>
            <a:custGeom>
              <a:pathLst>
                <a:path w="796" h="24">
                  <a:moveTo>
                    <a:pt x="795" y="0"/>
                  </a:moveTo>
                  <a:lnTo>
                    <a:pt x="795" y="23"/>
                  </a:lnTo>
                  <a:lnTo>
                    <a:pt x="0" y="23"/>
                  </a:lnTo>
                  <a:lnTo>
                    <a:pt x="0" y="0"/>
                  </a:lnTo>
                  <a:lnTo>
                    <a:pt x="795" y="0"/>
                  </a:lnTo>
                  <a:lnTo>
                    <a:pt x="795" y="0"/>
                  </a:lnTo>
                  <a:lnTo>
                    <a:pt x="795" y="0"/>
                  </a:lnTo>
                </a:path>
              </a:pathLst>
            </a:custGeom>
            <a:solidFill>
              <a:srgbClr val="DFF0F0"/>
            </a:solidFill>
            <a:ln cap="rnd">
              <a:noFill/>
              <a:round/>
            </a:ln>
            <a:effectLst/>
          </p:spPr>
        </p:sp>
        <p:sp>
          <p:nvSpPr>
            <p:cNvPr id="61847" name=""/>
            <p:cNvSpPr/>
            <p:nvPr/>
          </p:nvSpPr>
          <p:spPr>
            <a:xfrm>
              <a:off x="4056" y="3647"/>
              <a:ext cx="796" cy="22"/>
            </a:xfrm>
            <a:custGeom>
              <a:pathLst>
                <a:path w="796" h="22">
                  <a:moveTo>
                    <a:pt x="795" y="0"/>
                  </a:moveTo>
                  <a:lnTo>
                    <a:pt x="795" y="21"/>
                  </a:lnTo>
                  <a:lnTo>
                    <a:pt x="0" y="21"/>
                  </a:lnTo>
                  <a:lnTo>
                    <a:pt x="0" y="0"/>
                  </a:lnTo>
                  <a:lnTo>
                    <a:pt x="795" y="0"/>
                  </a:lnTo>
                  <a:lnTo>
                    <a:pt x="795" y="0"/>
                  </a:lnTo>
                  <a:lnTo>
                    <a:pt x="795" y="0"/>
                  </a:lnTo>
                </a:path>
              </a:pathLst>
            </a:custGeom>
            <a:solidFill>
              <a:srgbClr val="E1F0F0"/>
            </a:solidFill>
            <a:ln cap="rnd">
              <a:noFill/>
              <a:round/>
            </a:ln>
            <a:effectLst/>
          </p:spPr>
        </p:sp>
        <p:sp>
          <p:nvSpPr>
            <p:cNvPr id="61848" name=""/>
            <p:cNvSpPr/>
            <p:nvPr/>
          </p:nvSpPr>
          <p:spPr>
            <a:xfrm>
              <a:off x="4056" y="3668"/>
              <a:ext cx="796" cy="23"/>
            </a:xfrm>
            <a:custGeom>
              <a:pathLst>
                <a:path w="796" h="23">
                  <a:moveTo>
                    <a:pt x="795" y="0"/>
                  </a:moveTo>
                  <a:lnTo>
                    <a:pt x="795" y="22"/>
                  </a:lnTo>
                  <a:lnTo>
                    <a:pt x="0" y="22"/>
                  </a:lnTo>
                  <a:lnTo>
                    <a:pt x="0" y="0"/>
                  </a:lnTo>
                  <a:lnTo>
                    <a:pt x="795" y="0"/>
                  </a:lnTo>
                  <a:lnTo>
                    <a:pt x="795" y="0"/>
                  </a:lnTo>
                  <a:lnTo>
                    <a:pt x="795" y="0"/>
                  </a:lnTo>
                </a:path>
              </a:pathLst>
            </a:custGeom>
            <a:solidFill>
              <a:srgbClr val="E4F3F3"/>
            </a:solidFill>
            <a:ln cap="rnd">
              <a:noFill/>
              <a:round/>
            </a:ln>
            <a:effectLst/>
          </p:spPr>
        </p:sp>
        <p:sp>
          <p:nvSpPr>
            <p:cNvPr id="61849" name=""/>
            <p:cNvSpPr/>
            <p:nvPr/>
          </p:nvSpPr>
          <p:spPr>
            <a:xfrm>
              <a:off x="4056" y="3690"/>
              <a:ext cx="796" cy="23"/>
            </a:xfrm>
            <a:custGeom>
              <a:pathLst>
                <a:path w="796" h="23">
                  <a:moveTo>
                    <a:pt x="795" y="0"/>
                  </a:moveTo>
                  <a:lnTo>
                    <a:pt x="795" y="22"/>
                  </a:lnTo>
                  <a:lnTo>
                    <a:pt x="0" y="22"/>
                  </a:lnTo>
                  <a:lnTo>
                    <a:pt x="0" y="0"/>
                  </a:lnTo>
                  <a:lnTo>
                    <a:pt x="795" y="0"/>
                  </a:lnTo>
                  <a:lnTo>
                    <a:pt x="795" y="0"/>
                  </a:lnTo>
                  <a:lnTo>
                    <a:pt x="795" y="0"/>
                  </a:lnTo>
                </a:path>
              </a:pathLst>
            </a:custGeom>
            <a:solidFill>
              <a:srgbClr val="E7F3F3"/>
            </a:solidFill>
            <a:ln cap="rnd">
              <a:noFill/>
              <a:round/>
            </a:ln>
            <a:effectLst/>
          </p:spPr>
        </p:sp>
        <p:sp>
          <p:nvSpPr>
            <p:cNvPr id="61850" name=""/>
            <p:cNvSpPr/>
            <p:nvPr/>
          </p:nvSpPr>
          <p:spPr>
            <a:xfrm>
              <a:off x="4056" y="3712"/>
              <a:ext cx="796" cy="22"/>
            </a:xfrm>
            <a:custGeom>
              <a:pathLst>
                <a:path w="796" h="22">
                  <a:moveTo>
                    <a:pt x="795" y="0"/>
                  </a:moveTo>
                  <a:lnTo>
                    <a:pt x="795" y="21"/>
                  </a:lnTo>
                  <a:lnTo>
                    <a:pt x="0" y="21"/>
                  </a:lnTo>
                  <a:lnTo>
                    <a:pt x="0" y="0"/>
                  </a:lnTo>
                  <a:lnTo>
                    <a:pt x="795" y="0"/>
                  </a:lnTo>
                  <a:lnTo>
                    <a:pt x="795" y="0"/>
                  </a:lnTo>
                  <a:lnTo>
                    <a:pt x="795" y="0"/>
                  </a:lnTo>
                </a:path>
              </a:pathLst>
            </a:custGeom>
            <a:solidFill>
              <a:srgbClr val="E9F5F5"/>
            </a:solidFill>
            <a:ln cap="rnd">
              <a:noFill/>
              <a:round/>
            </a:ln>
            <a:effectLst/>
          </p:spPr>
        </p:sp>
        <p:sp>
          <p:nvSpPr>
            <p:cNvPr id="61851" name=""/>
            <p:cNvSpPr/>
            <p:nvPr/>
          </p:nvSpPr>
          <p:spPr>
            <a:xfrm>
              <a:off x="4056" y="3733"/>
              <a:ext cx="796" cy="24"/>
            </a:xfrm>
            <a:custGeom>
              <a:pathLst>
                <a:path w="796" h="24">
                  <a:moveTo>
                    <a:pt x="795" y="0"/>
                  </a:moveTo>
                  <a:lnTo>
                    <a:pt x="795" y="23"/>
                  </a:lnTo>
                  <a:lnTo>
                    <a:pt x="0" y="23"/>
                  </a:lnTo>
                  <a:lnTo>
                    <a:pt x="0" y="0"/>
                  </a:lnTo>
                  <a:lnTo>
                    <a:pt x="795" y="0"/>
                  </a:lnTo>
                  <a:lnTo>
                    <a:pt x="795" y="0"/>
                  </a:lnTo>
                  <a:lnTo>
                    <a:pt x="795" y="0"/>
                  </a:lnTo>
                </a:path>
              </a:pathLst>
            </a:custGeom>
            <a:solidFill>
              <a:srgbClr val="EBF5F5"/>
            </a:solidFill>
            <a:ln cap="rnd">
              <a:noFill/>
              <a:round/>
            </a:ln>
            <a:effectLst/>
          </p:spPr>
        </p:sp>
        <p:sp>
          <p:nvSpPr>
            <p:cNvPr id="61852" name=""/>
            <p:cNvSpPr/>
            <p:nvPr/>
          </p:nvSpPr>
          <p:spPr>
            <a:xfrm>
              <a:off x="4056" y="3756"/>
              <a:ext cx="796" cy="22"/>
            </a:xfrm>
            <a:custGeom>
              <a:pathLst>
                <a:path w="796" h="22">
                  <a:moveTo>
                    <a:pt x="795" y="0"/>
                  </a:moveTo>
                  <a:lnTo>
                    <a:pt x="795" y="21"/>
                  </a:lnTo>
                  <a:lnTo>
                    <a:pt x="0" y="21"/>
                  </a:lnTo>
                  <a:lnTo>
                    <a:pt x="0" y="0"/>
                  </a:lnTo>
                  <a:lnTo>
                    <a:pt x="795" y="0"/>
                  </a:lnTo>
                  <a:lnTo>
                    <a:pt x="795" y="0"/>
                  </a:lnTo>
                  <a:lnTo>
                    <a:pt x="795" y="0"/>
                  </a:lnTo>
                </a:path>
              </a:pathLst>
            </a:custGeom>
            <a:solidFill>
              <a:srgbClr val="EEF8F8"/>
            </a:solidFill>
            <a:ln cap="rnd">
              <a:noFill/>
              <a:round/>
            </a:ln>
            <a:effectLst/>
          </p:spPr>
        </p:sp>
        <p:sp>
          <p:nvSpPr>
            <p:cNvPr id="61853" name=""/>
            <p:cNvSpPr/>
            <p:nvPr/>
          </p:nvSpPr>
          <p:spPr>
            <a:xfrm>
              <a:off x="4056" y="3777"/>
              <a:ext cx="796" cy="23"/>
            </a:xfrm>
            <a:custGeom>
              <a:pathLst>
                <a:path w="796" h="23">
                  <a:moveTo>
                    <a:pt x="795" y="0"/>
                  </a:moveTo>
                  <a:lnTo>
                    <a:pt x="795" y="22"/>
                  </a:lnTo>
                  <a:lnTo>
                    <a:pt x="0" y="22"/>
                  </a:lnTo>
                  <a:lnTo>
                    <a:pt x="0" y="0"/>
                  </a:lnTo>
                  <a:lnTo>
                    <a:pt x="795" y="0"/>
                  </a:lnTo>
                  <a:lnTo>
                    <a:pt x="795" y="0"/>
                  </a:lnTo>
                  <a:lnTo>
                    <a:pt x="795" y="0"/>
                  </a:lnTo>
                </a:path>
              </a:pathLst>
            </a:custGeom>
            <a:solidFill>
              <a:srgbClr val="F1F8F8"/>
            </a:solidFill>
            <a:ln cap="rnd">
              <a:noFill/>
              <a:round/>
            </a:ln>
            <a:effectLst/>
          </p:spPr>
        </p:sp>
        <p:sp>
          <p:nvSpPr>
            <p:cNvPr id="61854" name=""/>
            <p:cNvSpPr/>
            <p:nvPr/>
          </p:nvSpPr>
          <p:spPr>
            <a:xfrm>
              <a:off x="4056" y="3799"/>
              <a:ext cx="796" cy="22"/>
            </a:xfrm>
            <a:custGeom>
              <a:pathLst>
                <a:path w="796" h="22">
                  <a:moveTo>
                    <a:pt x="795" y="0"/>
                  </a:moveTo>
                  <a:lnTo>
                    <a:pt x="795" y="21"/>
                  </a:lnTo>
                  <a:lnTo>
                    <a:pt x="0" y="21"/>
                  </a:lnTo>
                  <a:lnTo>
                    <a:pt x="0" y="0"/>
                  </a:lnTo>
                  <a:lnTo>
                    <a:pt x="795" y="0"/>
                  </a:lnTo>
                  <a:lnTo>
                    <a:pt x="795" y="0"/>
                  </a:lnTo>
                  <a:lnTo>
                    <a:pt x="795" y="0"/>
                  </a:lnTo>
                </a:path>
              </a:pathLst>
            </a:custGeom>
            <a:solidFill>
              <a:srgbClr val="F3FAFA"/>
            </a:solidFill>
            <a:ln cap="rnd">
              <a:noFill/>
              <a:round/>
            </a:ln>
            <a:effectLst/>
          </p:spPr>
        </p:sp>
        <p:sp>
          <p:nvSpPr>
            <p:cNvPr id="61855" name=""/>
            <p:cNvSpPr/>
            <p:nvPr/>
          </p:nvSpPr>
          <p:spPr>
            <a:xfrm>
              <a:off x="4056" y="3820"/>
              <a:ext cx="796" cy="24"/>
            </a:xfrm>
            <a:custGeom>
              <a:pathLst>
                <a:path w="796" h="24">
                  <a:moveTo>
                    <a:pt x="795" y="0"/>
                  </a:moveTo>
                  <a:lnTo>
                    <a:pt x="795" y="23"/>
                  </a:lnTo>
                  <a:lnTo>
                    <a:pt x="0" y="23"/>
                  </a:lnTo>
                  <a:lnTo>
                    <a:pt x="0" y="0"/>
                  </a:lnTo>
                  <a:lnTo>
                    <a:pt x="795" y="0"/>
                  </a:lnTo>
                  <a:lnTo>
                    <a:pt x="795" y="0"/>
                  </a:lnTo>
                  <a:lnTo>
                    <a:pt x="795" y="0"/>
                  </a:lnTo>
                </a:path>
              </a:pathLst>
            </a:custGeom>
            <a:solidFill>
              <a:srgbClr val="F5FAFA"/>
            </a:solidFill>
            <a:ln cap="rnd">
              <a:noFill/>
              <a:round/>
            </a:ln>
            <a:effectLst/>
          </p:spPr>
        </p:sp>
        <p:sp>
          <p:nvSpPr>
            <p:cNvPr id="61856" name=""/>
            <p:cNvSpPr/>
            <p:nvPr/>
          </p:nvSpPr>
          <p:spPr>
            <a:xfrm>
              <a:off x="4056" y="3843"/>
              <a:ext cx="796" cy="23"/>
            </a:xfrm>
            <a:custGeom>
              <a:pathLst>
                <a:path w="796" h="23">
                  <a:moveTo>
                    <a:pt x="795" y="0"/>
                  </a:moveTo>
                  <a:lnTo>
                    <a:pt x="795" y="22"/>
                  </a:lnTo>
                  <a:lnTo>
                    <a:pt x="0" y="22"/>
                  </a:lnTo>
                  <a:lnTo>
                    <a:pt x="0" y="0"/>
                  </a:lnTo>
                  <a:lnTo>
                    <a:pt x="795" y="0"/>
                  </a:lnTo>
                  <a:lnTo>
                    <a:pt x="795" y="0"/>
                  </a:lnTo>
                  <a:lnTo>
                    <a:pt x="795" y="0"/>
                  </a:lnTo>
                </a:path>
              </a:pathLst>
            </a:custGeom>
            <a:solidFill>
              <a:srgbClr val="F8FDFD"/>
            </a:solidFill>
            <a:ln cap="rnd">
              <a:noFill/>
              <a:round/>
            </a:ln>
            <a:effectLst/>
          </p:spPr>
        </p:sp>
        <p:sp>
          <p:nvSpPr>
            <p:cNvPr id="61857" name=""/>
            <p:cNvSpPr/>
            <p:nvPr/>
          </p:nvSpPr>
          <p:spPr>
            <a:xfrm>
              <a:off x="4056" y="3865"/>
              <a:ext cx="796" cy="22"/>
            </a:xfrm>
            <a:custGeom>
              <a:pathLst>
                <a:path w="796" h="22">
                  <a:moveTo>
                    <a:pt x="795" y="0"/>
                  </a:moveTo>
                  <a:lnTo>
                    <a:pt x="795" y="21"/>
                  </a:lnTo>
                  <a:lnTo>
                    <a:pt x="0" y="21"/>
                  </a:lnTo>
                  <a:lnTo>
                    <a:pt x="0" y="0"/>
                  </a:lnTo>
                  <a:lnTo>
                    <a:pt x="795" y="0"/>
                  </a:lnTo>
                  <a:lnTo>
                    <a:pt x="795" y="0"/>
                  </a:lnTo>
                  <a:lnTo>
                    <a:pt x="795" y="0"/>
                  </a:lnTo>
                </a:path>
              </a:pathLst>
            </a:custGeom>
            <a:solidFill>
              <a:srgbClr val="FBFDFD"/>
            </a:solidFill>
            <a:ln cap="rnd">
              <a:noFill/>
              <a:round/>
            </a:ln>
            <a:effectLst/>
          </p:spPr>
        </p:sp>
        <p:sp>
          <p:nvSpPr>
            <p:cNvPr id="61858" name=""/>
            <p:cNvSpPr/>
            <p:nvPr/>
          </p:nvSpPr>
          <p:spPr>
            <a:xfrm>
              <a:off x="4056" y="3886"/>
              <a:ext cx="796" cy="23"/>
            </a:xfrm>
            <a:custGeom>
              <a:pathLst>
                <a:path w="796" h="23">
                  <a:moveTo>
                    <a:pt x="795" y="0"/>
                  </a:moveTo>
                  <a:lnTo>
                    <a:pt x="795" y="22"/>
                  </a:lnTo>
                  <a:lnTo>
                    <a:pt x="0" y="22"/>
                  </a:lnTo>
                  <a:lnTo>
                    <a:pt x="0" y="0"/>
                  </a:lnTo>
                  <a:lnTo>
                    <a:pt x="795" y="0"/>
                  </a:lnTo>
                  <a:lnTo>
                    <a:pt x="795" y="0"/>
                  </a:lnTo>
                  <a:lnTo>
                    <a:pt x="795" y="0"/>
                  </a:lnTo>
                </a:path>
              </a:pathLst>
            </a:custGeom>
            <a:solidFill>
              <a:srgbClr val="FDFFFF"/>
            </a:solidFill>
            <a:ln cap="rnd">
              <a:noFill/>
              <a:round/>
            </a:ln>
            <a:effectLst/>
          </p:spPr>
        </p:sp>
        <p:sp>
          <p:nvSpPr>
            <p:cNvPr id="61859" name=""/>
            <p:cNvSpPr/>
            <p:nvPr/>
          </p:nvSpPr>
          <p:spPr>
            <a:xfrm>
              <a:off x="4056" y="3908"/>
              <a:ext cx="796" cy="132"/>
            </a:xfrm>
            <a:custGeom>
              <a:pathLst>
                <a:path w="796" h="132">
                  <a:moveTo>
                    <a:pt x="795" y="0"/>
                  </a:moveTo>
                  <a:lnTo>
                    <a:pt x="795" y="131"/>
                  </a:lnTo>
                  <a:lnTo>
                    <a:pt x="0" y="131"/>
                  </a:lnTo>
                  <a:lnTo>
                    <a:pt x="0" y="0"/>
                  </a:lnTo>
                  <a:lnTo>
                    <a:pt x="795" y="0"/>
                  </a:lnTo>
                  <a:lnTo>
                    <a:pt x="795" y="0"/>
                  </a:lnTo>
                  <a:lnTo>
                    <a:pt x="795" y="0"/>
                  </a:lnTo>
                </a:path>
              </a:pathLst>
            </a:custGeom>
            <a:solidFill>
              <a:srgbClr val="FFFFFF"/>
            </a:solidFill>
            <a:ln cap="rnd">
              <a:noFill/>
              <a:round/>
            </a:ln>
            <a:effectLst/>
          </p:spPr>
        </p:sp>
        <p:sp>
          <p:nvSpPr>
            <p:cNvPr id="61860" name=""/>
            <p:cNvSpPr/>
            <p:nvPr/>
          </p:nvSpPr>
          <p:spPr>
            <a:xfrm>
              <a:off x="4056" y="4014"/>
              <a:ext cx="238" cy="26"/>
            </a:xfrm>
            <a:custGeom>
              <a:pathLst>
                <a:path w="238" h="26">
                  <a:moveTo>
                    <a:pt x="0" y="25"/>
                  </a:moveTo>
                  <a:lnTo>
                    <a:pt x="237" y="25"/>
                  </a:lnTo>
                  <a:lnTo>
                    <a:pt x="237" y="25"/>
                  </a:lnTo>
                  <a:lnTo>
                    <a:pt x="237" y="24"/>
                  </a:lnTo>
                  <a:lnTo>
                    <a:pt x="235" y="24"/>
                  </a:lnTo>
                  <a:lnTo>
                    <a:pt x="234" y="23"/>
                  </a:lnTo>
                  <a:lnTo>
                    <a:pt x="234" y="23"/>
                  </a:lnTo>
                  <a:lnTo>
                    <a:pt x="233" y="23"/>
                  </a:lnTo>
                  <a:lnTo>
                    <a:pt x="232" y="23"/>
                  </a:lnTo>
                  <a:lnTo>
                    <a:pt x="231" y="22"/>
                  </a:lnTo>
                  <a:lnTo>
                    <a:pt x="229" y="22"/>
                  </a:lnTo>
                  <a:lnTo>
                    <a:pt x="226" y="21"/>
                  </a:lnTo>
                  <a:lnTo>
                    <a:pt x="222" y="21"/>
                  </a:lnTo>
                  <a:lnTo>
                    <a:pt x="219" y="20"/>
                  </a:lnTo>
                  <a:lnTo>
                    <a:pt x="216" y="20"/>
                  </a:lnTo>
                  <a:lnTo>
                    <a:pt x="212" y="20"/>
                  </a:lnTo>
                  <a:lnTo>
                    <a:pt x="209" y="20"/>
                  </a:lnTo>
                  <a:lnTo>
                    <a:pt x="206" y="19"/>
                  </a:lnTo>
                  <a:lnTo>
                    <a:pt x="203" y="19"/>
                  </a:lnTo>
                  <a:lnTo>
                    <a:pt x="199" y="18"/>
                  </a:lnTo>
                  <a:lnTo>
                    <a:pt x="196" y="18"/>
                  </a:lnTo>
                  <a:lnTo>
                    <a:pt x="193" y="18"/>
                  </a:lnTo>
                  <a:lnTo>
                    <a:pt x="189" y="17"/>
                  </a:lnTo>
                  <a:lnTo>
                    <a:pt x="186" y="17"/>
                  </a:lnTo>
                  <a:lnTo>
                    <a:pt x="183" y="17"/>
                  </a:lnTo>
                  <a:lnTo>
                    <a:pt x="179" y="17"/>
                  </a:lnTo>
                  <a:lnTo>
                    <a:pt x="178" y="16"/>
                  </a:lnTo>
                  <a:lnTo>
                    <a:pt x="177" y="16"/>
                  </a:lnTo>
                  <a:lnTo>
                    <a:pt x="175" y="16"/>
                  </a:lnTo>
                  <a:lnTo>
                    <a:pt x="174" y="16"/>
                  </a:lnTo>
                  <a:lnTo>
                    <a:pt x="172" y="16"/>
                  </a:lnTo>
                  <a:lnTo>
                    <a:pt x="171" y="15"/>
                  </a:lnTo>
                  <a:lnTo>
                    <a:pt x="170" y="15"/>
                  </a:lnTo>
                  <a:lnTo>
                    <a:pt x="168" y="15"/>
                  </a:lnTo>
                  <a:lnTo>
                    <a:pt x="158" y="11"/>
                  </a:lnTo>
                  <a:lnTo>
                    <a:pt x="149" y="11"/>
                  </a:lnTo>
                  <a:lnTo>
                    <a:pt x="149" y="10"/>
                  </a:lnTo>
                  <a:lnTo>
                    <a:pt x="147" y="9"/>
                  </a:lnTo>
                  <a:lnTo>
                    <a:pt x="146" y="8"/>
                  </a:lnTo>
                  <a:lnTo>
                    <a:pt x="145" y="7"/>
                  </a:lnTo>
                  <a:lnTo>
                    <a:pt x="142" y="7"/>
                  </a:lnTo>
                  <a:lnTo>
                    <a:pt x="140" y="7"/>
                  </a:lnTo>
                  <a:lnTo>
                    <a:pt x="138" y="7"/>
                  </a:lnTo>
                  <a:lnTo>
                    <a:pt x="135" y="6"/>
                  </a:lnTo>
                  <a:lnTo>
                    <a:pt x="133" y="6"/>
                  </a:lnTo>
                  <a:lnTo>
                    <a:pt x="131" y="6"/>
                  </a:lnTo>
                  <a:lnTo>
                    <a:pt x="128" y="6"/>
                  </a:lnTo>
                  <a:lnTo>
                    <a:pt x="126" y="5"/>
                  </a:lnTo>
                  <a:lnTo>
                    <a:pt x="125" y="5"/>
                  </a:lnTo>
                  <a:lnTo>
                    <a:pt x="123" y="5"/>
                  </a:lnTo>
                  <a:lnTo>
                    <a:pt x="122" y="5"/>
                  </a:lnTo>
                  <a:lnTo>
                    <a:pt x="120" y="5"/>
                  </a:lnTo>
                  <a:lnTo>
                    <a:pt x="118" y="5"/>
                  </a:lnTo>
                  <a:lnTo>
                    <a:pt x="116" y="5"/>
                  </a:lnTo>
                  <a:lnTo>
                    <a:pt x="115" y="5"/>
                  </a:lnTo>
                  <a:lnTo>
                    <a:pt x="113" y="5"/>
                  </a:lnTo>
                  <a:lnTo>
                    <a:pt x="111" y="5"/>
                  </a:lnTo>
                  <a:lnTo>
                    <a:pt x="110" y="5"/>
                  </a:lnTo>
                  <a:lnTo>
                    <a:pt x="108" y="5"/>
                  </a:lnTo>
                  <a:lnTo>
                    <a:pt x="107" y="6"/>
                  </a:lnTo>
                  <a:lnTo>
                    <a:pt x="105" y="6"/>
                  </a:lnTo>
                  <a:lnTo>
                    <a:pt x="104" y="6"/>
                  </a:lnTo>
                  <a:lnTo>
                    <a:pt x="102" y="6"/>
                  </a:lnTo>
                  <a:lnTo>
                    <a:pt x="101" y="7"/>
                  </a:lnTo>
                  <a:lnTo>
                    <a:pt x="99" y="7"/>
                  </a:lnTo>
                  <a:lnTo>
                    <a:pt x="98" y="7"/>
                  </a:lnTo>
                  <a:lnTo>
                    <a:pt x="97" y="7"/>
                  </a:lnTo>
                  <a:lnTo>
                    <a:pt x="97" y="8"/>
                  </a:lnTo>
                  <a:lnTo>
                    <a:pt x="95" y="8"/>
                  </a:lnTo>
                  <a:lnTo>
                    <a:pt x="94" y="9"/>
                  </a:lnTo>
                  <a:lnTo>
                    <a:pt x="94" y="9"/>
                  </a:lnTo>
                  <a:lnTo>
                    <a:pt x="92" y="9"/>
                  </a:lnTo>
                  <a:lnTo>
                    <a:pt x="14" y="5"/>
                  </a:lnTo>
                  <a:lnTo>
                    <a:pt x="14" y="5"/>
                  </a:lnTo>
                  <a:lnTo>
                    <a:pt x="13" y="4"/>
                  </a:lnTo>
                  <a:lnTo>
                    <a:pt x="12" y="3"/>
                  </a:lnTo>
                  <a:lnTo>
                    <a:pt x="12" y="3"/>
                  </a:lnTo>
                  <a:lnTo>
                    <a:pt x="11" y="3"/>
                  </a:lnTo>
                  <a:lnTo>
                    <a:pt x="11" y="3"/>
                  </a:lnTo>
                  <a:lnTo>
                    <a:pt x="10" y="2"/>
                  </a:lnTo>
                  <a:lnTo>
                    <a:pt x="10" y="2"/>
                  </a:lnTo>
                  <a:lnTo>
                    <a:pt x="7" y="2"/>
                  </a:lnTo>
                  <a:lnTo>
                    <a:pt x="6" y="2"/>
                  </a:lnTo>
                  <a:lnTo>
                    <a:pt x="5" y="1"/>
                  </a:lnTo>
                  <a:lnTo>
                    <a:pt x="4" y="0"/>
                  </a:lnTo>
                  <a:lnTo>
                    <a:pt x="4" y="0"/>
                  </a:lnTo>
                  <a:lnTo>
                    <a:pt x="0" y="0"/>
                  </a:lnTo>
                  <a:lnTo>
                    <a:pt x="0" y="25"/>
                  </a:lnTo>
                  <a:lnTo>
                    <a:pt x="0" y="25"/>
                  </a:lnTo>
                  <a:lnTo>
                    <a:pt x="0" y="25"/>
                  </a:lnTo>
                </a:path>
              </a:pathLst>
            </a:custGeom>
            <a:solidFill>
              <a:srgbClr val="339966"/>
            </a:solidFill>
            <a:ln cap="rnd">
              <a:noFill/>
              <a:round/>
            </a:ln>
            <a:effectLst/>
          </p:spPr>
        </p:sp>
        <p:sp>
          <p:nvSpPr>
            <p:cNvPr id="61861" name=""/>
            <p:cNvSpPr/>
            <p:nvPr/>
          </p:nvSpPr>
          <p:spPr>
            <a:xfrm>
              <a:off x="4686" y="4014"/>
              <a:ext cx="164" cy="26"/>
            </a:xfrm>
            <a:custGeom>
              <a:pathLst>
                <a:path w="164" h="26">
                  <a:moveTo>
                    <a:pt x="163" y="25"/>
                  </a:moveTo>
                  <a:lnTo>
                    <a:pt x="0" y="25"/>
                  </a:lnTo>
                  <a:lnTo>
                    <a:pt x="1" y="24"/>
                  </a:lnTo>
                  <a:lnTo>
                    <a:pt x="1" y="23"/>
                  </a:lnTo>
                  <a:lnTo>
                    <a:pt x="3" y="23"/>
                  </a:lnTo>
                  <a:lnTo>
                    <a:pt x="4" y="22"/>
                  </a:lnTo>
                  <a:lnTo>
                    <a:pt x="6" y="22"/>
                  </a:lnTo>
                  <a:lnTo>
                    <a:pt x="8" y="21"/>
                  </a:lnTo>
                  <a:lnTo>
                    <a:pt x="10" y="21"/>
                  </a:lnTo>
                  <a:lnTo>
                    <a:pt x="13" y="20"/>
                  </a:lnTo>
                  <a:lnTo>
                    <a:pt x="14" y="20"/>
                  </a:lnTo>
                  <a:lnTo>
                    <a:pt x="17" y="20"/>
                  </a:lnTo>
                  <a:lnTo>
                    <a:pt x="19" y="20"/>
                  </a:lnTo>
                  <a:lnTo>
                    <a:pt x="21" y="19"/>
                  </a:lnTo>
                  <a:lnTo>
                    <a:pt x="24" y="19"/>
                  </a:lnTo>
                  <a:lnTo>
                    <a:pt x="25" y="18"/>
                  </a:lnTo>
                  <a:lnTo>
                    <a:pt x="28" y="18"/>
                  </a:lnTo>
                  <a:lnTo>
                    <a:pt x="30" y="18"/>
                  </a:lnTo>
                  <a:lnTo>
                    <a:pt x="32" y="17"/>
                  </a:lnTo>
                  <a:lnTo>
                    <a:pt x="35" y="17"/>
                  </a:lnTo>
                  <a:lnTo>
                    <a:pt x="37" y="17"/>
                  </a:lnTo>
                  <a:lnTo>
                    <a:pt x="39" y="17"/>
                  </a:lnTo>
                  <a:lnTo>
                    <a:pt x="40" y="16"/>
                  </a:lnTo>
                  <a:lnTo>
                    <a:pt x="41" y="16"/>
                  </a:lnTo>
                  <a:lnTo>
                    <a:pt x="42" y="16"/>
                  </a:lnTo>
                  <a:lnTo>
                    <a:pt x="44" y="16"/>
                  </a:lnTo>
                  <a:lnTo>
                    <a:pt x="44" y="16"/>
                  </a:lnTo>
                  <a:lnTo>
                    <a:pt x="45" y="15"/>
                  </a:lnTo>
                  <a:lnTo>
                    <a:pt x="46" y="15"/>
                  </a:lnTo>
                  <a:lnTo>
                    <a:pt x="47" y="15"/>
                  </a:lnTo>
                  <a:lnTo>
                    <a:pt x="54" y="11"/>
                  </a:lnTo>
                  <a:lnTo>
                    <a:pt x="61" y="11"/>
                  </a:lnTo>
                  <a:lnTo>
                    <a:pt x="61" y="10"/>
                  </a:lnTo>
                  <a:lnTo>
                    <a:pt x="62" y="9"/>
                  </a:lnTo>
                  <a:lnTo>
                    <a:pt x="63" y="8"/>
                  </a:lnTo>
                  <a:lnTo>
                    <a:pt x="63" y="7"/>
                  </a:lnTo>
                  <a:lnTo>
                    <a:pt x="65" y="7"/>
                  </a:lnTo>
                  <a:lnTo>
                    <a:pt x="67" y="7"/>
                  </a:lnTo>
                  <a:lnTo>
                    <a:pt x="68" y="7"/>
                  </a:lnTo>
                  <a:lnTo>
                    <a:pt x="70" y="6"/>
                  </a:lnTo>
                  <a:lnTo>
                    <a:pt x="72" y="6"/>
                  </a:lnTo>
                  <a:lnTo>
                    <a:pt x="73" y="6"/>
                  </a:lnTo>
                  <a:lnTo>
                    <a:pt x="75" y="6"/>
                  </a:lnTo>
                  <a:lnTo>
                    <a:pt x="76" y="5"/>
                  </a:lnTo>
                  <a:lnTo>
                    <a:pt x="78" y="5"/>
                  </a:lnTo>
                  <a:lnTo>
                    <a:pt x="81" y="5"/>
                  </a:lnTo>
                  <a:lnTo>
                    <a:pt x="83" y="5"/>
                  </a:lnTo>
                  <a:lnTo>
                    <a:pt x="85" y="5"/>
                  </a:lnTo>
                  <a:lnTo>
                    <a:pt x="88" y="5"/>
                  </a:lnTo>
                  <a:lnTo>
                    <a:pt x="89" y="6"/>
                  </a:lnTo>
                  <a:lnTo>
                    <a:pt x="91" y="6"/>
                  </a:lnTo>
                  <a:lnTo>
                    <a:pt x="94" y="7"/>
                  </a:lnTo>
                  <a:lnTo>
                    <a:pt x="95" y="7"/>
                  </a:lnTo>
                  <a:lnTo>
                    <a:pt x="96" y="7"/>
                  </a:lnTo>
                  <a:lnTo>
                    <a:pt x="96" y="7"/>
                  </a:lnTo>
                  <a:lnTo>
                    <a:pt x="97" y="8"/>
                  </a:lnTo>
                  <a:lnTo>
                    <a:pt x="98" y="8"/>
                  </a:lnTo>
                  <a:lnTo>
                    <a:pt x="98" y="9"/>
                  </a:lnTo>
                  <a:lnTo>
                    <a:pt x="98" y="9"/>
                  </a:lnTo>
                  <a:lnTo>
                    <a:pt x="100" y="9"/>
                  </a:lnTo>
                  <a:lnTo>
                    <a:pt x="153" y="5"/>
                  </a:lnTo>
                  <a:lnTo>
                    <a:pt x="154" y="5"/>
                  </a:lnTo>
                  <a:lnTo>
                    <a:pt x="155" y="4"/>
                  </a:lnTo>
                  <a:lnTo>
                    <a:pt x="155" y="3"/>
                  </a:lnTo>
                  <a:lnTo>
                    <a:pt x="155" y="3"/>
                  </a:lnTo>
                  <a:lnTo>
                    <a:pt x="155" y="3"/>
                  </a:lnTo>
                  <a:lnTo>
                    <a:pt x="155" y="3"/>
                  </a:lnTo>
                  <a:lnTo>
                    <a:pt x="156" y="2"/>
                  </a:lnTo>
                  <a:lnTo>
                    <a:pt x="157" y="2"/>
                  </a:lnTo>
                  <a:lnTo>
                    <a:pt x="159" y="2"/>
                  </a:lnTo>
                  <a:lnTo>
                    <a:pt x="160" y="2"/>
                  </a:lnTo>
                  <a:lnTo>
                    <a:pt x="160" y="1"/>
                  </a:lnTo>
                  <a:lnTo>
                    <a:pt x="160" y="0"/>
                  </a:lnTo>
                  <a:lnTo>
                    <a:pt x="161" y="0"/>
                  </a:lnTo>
                  <a:lnTo>
                    <a:pt x="163" y="0"/>
                  </a:lnTo>
                  <a:lnTo>
                    <a:pt x="163" y="25"/>
                  </a:lnTo>
                  <a:lnTo>
                    <a:pt x="163" y="25"/>
                  </a:lnTo>
                  <a:lnTo>
                    <a:pt x="163" y="25"/>
                  </a:lnTo>
                </a:path>
              </a:pathLst>
            </a:custGeom>
            <a:solidFill>
              <a:srgbClr val="339966"/>
            </a:solidFill>
            <a:ln cap="rnd">
              <a:noFill/>
              <a:round/>
            </a:ln>
            <a:effectLst/>
          </p:spPr>
        </p:sp>
        <p:sp>
          <p:nvSpPr>
            <p:cNvPr id="61862" name=""/>
            <p:cNvSpPr/>
            <p:nvPr/>
          </p:nvSpPr>
          <p:spPr>
            <a:xfrm>
              <a:off x="4308" y="3070"/>
              <a:ext cx="21" cy="118"/>
            </a:xfrm>
            <a:custGeom>
              <a:pathLst>
                <a:path w="21" h="118">
                  <a:moveTo>
                    <a:pt x="0" y="117"/>
                  </a:moveTo>
                  <a:lnTo>
                    <a:pt x="20" y="117"/>
                  </a:lnTo>
                  <a:lnTo>
                    <a:pt x="20" y="0"/>
                  </a:lnTo>
                  <a:lnTo>
                    <a:pt x="0" y="0"/>
                  </a:lnTo>
                  <a:lnTo>
                    <a:pt x="0" y="117"/>
                  </a:lnTo>
                  <a:lnTo>
                    <a:pt x="0" y="117"/>
                  </a:lnTo>
                  <a:lnTo>
                    <a:pt x="0" y="117"/>
                  </a:lnTo>
                </a:path>
              </a:pathLst>
            </a:custGeom>
            <a:solidFill>
              <a:srgbClr val="000000"/>
            </a:solidFill>
            <a:ln cap="rnd">
              <a:noFill/>
              <a:round/>
            </a:ln>
            <a:effectLst/>
          </p:spPr>
        </p:sp>
        <p:sp>
          <p:nvSpPr>
            <p:cNvPr id="61863" name=""/>
            <p:cNvSpPr/>
            <p:nvPr/>
          </p:nvSpPr>
          <p:spPr>
            <a:xfrm>
              <a:off x="4349" y="3133"/>
              <a:ext cx="21" cy="51"/>
            </a:xfrm>
            <a:custGeom>
              <a:pathLst>
                <a:path w="21" h="51">
                  <a:moveTo>
                    <a:pt x="20" y="49"/>
                  </a:moveTo>
                  <a:lnTo>
                    <a:pt x="0" y="50"/>
                  </a:lnTo>
                  <a:lnTo>
                    <a:pt x="0" y="0"/>
                  </a:lnTo>
                  <a:lnTo>
                    <a:pt x="20" y="0"/>
                  </a:lnTo>
                  <a:lnTo>
                    <a:pt x="20" y="50"/>
                  </a:lnTo>
                  <a:lnTo>
                    <a:pt x="20" y="50"/>
                  </a:lnTo>
                  <a:lnTo>
                    <a:pt x="20" y="49"/>
                  </a:lnTo>
                </a:path>
              </a:pathLst>
            </a:custGeom>
            <a:solidFill>
              <a:srgbClr val="000000"/>
            </a:solidFill>
            <a:ln cap="rnd">
              <a:noFill/>
              <a:round/>
            </a:ln>
            <a:effectLst/>
          </p:spPr>
        </p:sp>
        <p:sp>
          <p:nvSpPr>
            <p:cNvPr id="61864" name=""/>
            <p:cNvSpPr/>
            <p:nvPr/>
          </p:nvSpPr>
          <p:spPr>
            <a:xfrm>
              <a:off x="4383" y="3070"/>
              <a:ext cx="21" cy="139"/>
            </a:xfrm>
            <a:custGeom>
              <a:pathLst>
                <a:path w="21" h="139">
                  <a:moveTo>
                    <a:pt x="20" y="138"/>
                  </a:moveTo>
                  <a:lnTo>
                    <a:pt x="0" y="138"/>
                  </a:lnTo>
                  <a:lnTo>
                    <a:pt x="0" y="0"/>
                  </a:lnTo>
                  <a:lnTo>
                    <a:pt x="20" y="0"/>
                  </a:lnTo>
                  <a:lnTo>
                    <a:pt x="20" y="138"/>
                  </a:lnTo>
                  <a:lnTo>
                    <a:pt x="20" y="138"/>
                  </a:lnTo>
                  <a:lnTo>
                    <a:pt x="20" y="138"/>
                  </a:lnTo>
                </a:path>
              </a:pathLst>
            </a:custGeom>
            <a:solidFill>
              <a:srgbClr val="000000"/>
            </a:solidFill>
            <a:ln cap="rnd">
              <a:noFill/>
              <a:round/>
            </a:ln>
            <a:effectLst/>
          </p:spPr>
        </p:sp>
        <p:sp>
          <p:nvSpPr>
            <p:cNvPr id="61865" name=""/>
            <p:cNvSpPr/>
            <p:nvPr/>
          </p:nvSpPr>
          <p:spPr>
            <a:xfrm>
              <a:off x="4403" y="3112"/>
              <a:ext cx="21" cy="43"/>
            </a:xfrm>
            <a:custGeom>
              <a:pathLst>
                <a:path w="21" h="43">
                  <a:moveTo>
                    <a:pt x="20" y="42"/>
                  </a:moveTo>
                  <a:lnTo>
                    <a:pt x="0" y="42"/>
                  </a:lnTo>
                  <a:lnTo>
                    <a:pt x="0" y="0"/>
                  </a:lnTo>
                  <a:lnTo>
                    <a:pt x="20" y="0"/>
                  </a:lnTo>
                  <a:lnTo>
                    <a:pt x="20" y="42"/>
                  </a:lnTo>
                  <a:lnTo>
                    <a:pt x="20" y="42"/>
                  </a:lnTo>
                  <a:lnTo>
                    <a:pt x="20" y="42"/>
                  </a:lnTo>
                </a:path>
              </a:pathLst>
            </a:custGeom>
            <a:solidFill>
              <a:srgbClr val="000000"/>
            </a:solidFill>
            <a:ln cap="rnd">
              <a:noFill/>
              <a:round/>
            </a:ln>
            <a:effectLst/>
          </p:spPr>
        </p:sp>
        <p:sp>
          <p:nvSpPr>
            <p:cNvPr id="61866" name=""/>
            <p:cNvSpPr/>
            <p:nvPr/>
          </p:nvSpPr>
          <p:spPr>
            <a:xfrm>
              <a:off x="4410" y="3061"/>
              <a:ext cx="21" cy="107"/>
            </a:xfrm>
            <a:custGeom>
              <a:pathLst>
                <a:path w="21" h="107">
                  <a:moveTo>
                    <a:pt x="0" y="106"/>
                  </a:moveTo>
                  <a:lnTo>
                    <a:pt x="20" y="106"/>
                  </a:lnTo>
                  <a:lnTo>
                    <a:pt x="20" y="0"/>
                  </a:lnTo>
                  <a:lnTo>
                    <a:pt x="0" y="0"/>
                  </a:lnTo>
                  <a:lnTo>
                    <a:pt x="0" y="106"/>
                  </a:lnTo>
                  <a:lnTo>
                    <a:pt x="0" y="106"/>
                  </a:lnTo>
                  <a:lnTo>
                    <a:pt x="0" y="106"/>
                  </a:lnTo>
                </a:path>
              </a:pathLst>
            </a:custGeom>
            <a:solidFill>
              <a:srgbClr val="000000"/>
            </a:solidFill>
            <a:ln cap="rnd">
              <a:noFill/>
              <a:round/>
            </a:ln>
            <a:effectLst/>
          </p:spPr>
        </p:sp>
        <p:sp>
          <p:nvSpPr>
            <p:cNvPr id="61867" name=""/>
            <p:cNvSpPr/>
            <p:nvPr/>
          </p:nvSpPr>
          <p:spPr>
            <a:xfrm>
              <a:off x="4480" y="3122"/>
              <a:ext cx="21" cy="81"/>
            </a:xfrm>
            <a:custGeom>
              <a:pathLst>
                <a:path w="21" h="81">
                  <a:moveTo>
                    <a:pt x="20" y="80"/>
                  </a:moveTo>
                  <a:lnTo>
                    <a:pt x="0" y="80"/>
                  </a:lnTo>
                  <a:lnTo>
                    <a:pt x="0" y="0"/>
                  </a:lnTo>
                  <a:lnTo>
                    <a:pt x="20" y="0"/>
                  </a:lnTo>
                  <a:lnTo>
                    <a:pt x="20" y="80"/>
                  </a:lnTo>
                  <a:lnTo>
                    <a:pt x="20" y="80"/>
                  </a:lnTo>
                </a:path>
              </a:pathLst>
            </a:custGeom>
            <a:solidFill>
              <a:srgbClr val="000000"/>
            </a:solidFill>
            <a:ln cap="rnd">
              <a:noFill/>
              <a:round/>
            </a:ln>
            <a:effectLst/>
          </p:spPr>
        </p:sp>
        <p:sp>
          <p:nvSpPr>
            <p:cNvPr id="61868" name=""/>
            <p:cNvSpPr/>
            <p:nvPr/>
          </p:nvSpPr>
          <p:spPr>
            <a:xfrm>
              <a:off x="4518" y="3100"/>
              <a:ext cx="21" cy="135"/>
            </a:xfrm>
            <a:custGeom>
              <a:pathLst>
                <a:path w="21" h="135">
                  <a:moveTo>
                    <a:pt x="20" y="134"/>
                  </a:moveTo>
                  <a:lnTo>
                    <a:pt x="0" y="134"/>
                  </a:lnTo>
                  <a:lnTo>
                    <a:pt x="0" y="0"/>
                  </a:lnTo>
                  <a:lnTo>
                    <a:pt x="20" y="0"/>
                  </a:lnTo>
                  <a:lnTo>
                    <a:pt x="20" y="134"/>
                  </a:lnTo>
                  <a:lnTo>
                    <a:pt x="20" y="134"/>
                  </a:lnTo>
                  <a:lnTo>
                    <a:pt x="20" y="134"/>
                  </a:lnTo>
                </a:path>
              </a:pathLst>
            </a:custGeom>
            <a:solidFill>
              <a:srgbClr val="000000"/>
            </a:solidFill>
            <a:ln cap="rnd">
              <a:noFill/>
              <a:round/>
            </a:ln>
            <a:effectLst/>
          </p:spPr>
        </p:sp>
        <p:sp>
          <p:nvSpPr>
            <p:cNvPr id="61869" name=""/>
            <p:cNvSpPr/>
            <p:nvPr/>
          </p:nvSpPr>
          <p:spPr>
            <a:xfrm>
              <a:off x="4261" y="3643"/>
              <a:ext cx="255" cy="87"/>
            </a:xfrm>
            <a:custGeom>
              <a:pathLst>
                <a:path w="255" h="87">
                  <a:moveTo>
                    <a:pt x="32" y="8"/>
                  </a:moveTo>
                  <a:lnTo>
                    <a:pt x="254" y="86"/>
                  </a:lnTo>
                  <a:lnTo>
                    <a:pt x="250" y="85"/>
                  </a:lnTo>
                  <a:lnTo>
                    <a:pt x="245" y="84"/>
                  </a:lnTo>
                  <a:lnTo>
                    <a:pt x="241" y="82"/>
                  </a:lnTo>
                  <a:lnTo>
                    <a:pt x="237" y="82"/>
                  </a:lnTo>
                  <a:lnTo>
                    <a:pt x="232" y="80"/>
                  </a:lnTo>
                  <a:lnTo>
                    <a:pt x="229" y="79"/>
                  </a:lnTo>
                  <a:lnTo>
                    <a:pt x="0" y="0"/>
                  </a:lnTo>
                  <a:lnTo>
                    <a:pt x="5" y="1"/>
                  </a:lnTo>
                  <a:lnTo>
                    <a:pt x="10" y="2"/>
                  </a:lnTo>
                  <a:lnTo>
                    <a:pt x="15" y="5"/>
                  </a:lnTo>
                  <a:lnTo>
                    <a:pt x="21" y="5"/>
                  </a:lnTo>
                  <a:lnTo>
                    <a:pt x="26" y="7"/>
                  </a:lnTo>
                  <a:lnTo>
                    <a:pt x="32" y="8"/>
                  </a:lnTo>
                  <a:lnTo>
                    <a:pt x="32" y="8"/>
                  </a:lnTo>
                </a:path>
              </a:pathLst>
            </a:custGeom>
            <a:solidFill>
              <a:srgbClr val="B3B3B3"/>
            </a:solidFill>
            <a:ln cap="rnd">
              <a:noFill/>
              <a:round/>
            </a:ln>
            <a:effectLst/>
          </p:spPr>
        </p:sp>
        <p:sp>
          <p:nvSpPr>
            <p:cNvPr id="61870" name=""/>
            <p:cNvSpPr/>
            <p:nvPr/>
          </p:nvSpPr>
          <p:spPr>
            <a:xfrm>
              <a:off x="4266" y="3748"/>
              <a:ext cx="250" cy="118"/>
            </a:xfrm>
            <a:custGeom>
              <a:pathLst>
                <a:path w="250" h="118">
                  <a:moveTo>
                    <a:pt x="0" y="0"/>
                  </a:moveTo>
                  <a:lnTo>
                    <a:pt x="228" y="58"/>
                  </a:lnTo>
                  <a:lnTo>
                    <a:pt x="229" y="63"/>
                  </a:lnTo>
                  <a:lnTo>
                    <a:pt x="230" y="67"/>
                  </a:lnTo>
                  <a:lnTo>
                    <a:pt x="230" y="72"/>
                  </a:lnTo>
                  <a:lnTo>
                    <a:pt x="232" y="77"/>
                  </a:lnTo>
                  <a:lnTo>
                    <a:pt x="232" y="81"/>
                  </a:lnTo>
                  <a:lnTo>
                    <a:pt x="233" y="85"/>
                  </a:lnTo>
                  <a:lnTo>
                    <a:pt x="234" y="88"/>
                  </a:lnTo>
                  <a:lnTo>
                    <a:pt x="236" y="93"/>
                  </a:lnTo>
                  <a:lnTo>
                    <a:pt x="237" y="96"/>
                  </a:lnTo>
                  <a:lnTo>
                    <a:pt x="239" y="100"/>
                  </a:lnTo>
                  <a:lnTo>
                    <a:pt x="240" y="103"/>
                  </a:lnTo>
                  <a:lnTo>
                    <a:pt x="242" y="106"/>
                  </a:lnTo>
                  <a:lnTo>
                    <a:pt x="244" y="110"/>
                  </a:lnTo>
                  <a:lnTo>
                    <a:pt x="246" y="112"/>
                  </a:lnTo>
                  <a:lnTo>
                    <a:pt x="248" y="114"/>
                  </a:lnTo>
                  <a:lnTo>
                    <a:pt x="249" y="117"/>
                  </a:lnTo>
                  <a:lnTo>
                    <a:pt x="27" y="74"/>
                  </a:lnTo>
                  <a:lnTo>
                    <a:pt x="24" y="70"/>
                  </a:lnTo>
                  <a:lnTo>
                    <a:pt x="22" y="67"/>
                  </a:lnTo>
                  <a:lnTo>
                    <a:pt x="20" y="63"/>
                  </a:lnTo>
                  <a:lnTo>
                    <a:pt x="17" y="59"/>
                  </a:lnTo>
                  <a:lnTo>
                    <a:pt x="16" y="55"/>
                  </a:lnTo>
                  <a:lnTo>
                    <a:pt x="14" y="51"/>
                  </a:lnTo>
                  <a:lnTo>
                    <a:pt x="12" y="47"/>
                  </a:lnTo>
                  <a:lnTo>
                    <a:pt x="10" y="42"/>
                  </a:lnTo>
                  <a:lnTo>
                    <a:pt x="9" y="38"/>
                  </a:lnTo>
                  <a:lnTo>
                    <a:pt x="7" y="32"/>
                  </a:lnTo>
                  <a:lnTo>
                    <a:pt x="6" y="27"/>
                  </a:lnTo>
                  <a:lnTo>
                    <a:pt x="5" y="22"/>
                  </a:lnTo>
                  <a:lnTo>
                    <a:pt x="3" y="17"/>
                  </a:lnTo>
                  <a:lnTo>
                    <a:pt x="2" y="11"/>
                  </a:lnTo>
                  <a:lnTo>
                    <a:pt x="2" y="6"/>
                  </a:lnTo>
                  <a:lnTo>
                    <a:pt x="0" y="0"/>
                  </a:lnTo>
                  <a:lnTo>
                    <a:pt x="0" y="0"/>
                  </a:lnTo>
                  <a:lnTo>
                    <a:pt x="0" y="0"/>
                  </a:lnTo>
                </a:path>
              </a:pathLst>
            </a:custGeom>
            <a:solidFill>
              <a:srgbClr val="808080"/>
            </a:solidFill>
            <a:ln cap="rnd">
              <a:noFill/>
              <a:round/>
            </a:ln>
            <a:effectLst/>
          </p:spPr>
        </p:sp>
        <p:sp>
          <p:nvSpPr>
            <p:cNvPr id="61871" name=""/>
            <p:cNvSpPr/>
            <p:nvPr/>
          </p:nvSpPr>
          <p:spPr>
            <a:xfrm>
              <a:off x="4460" y="3582"/>
              <a:ext cx="56" cy="28"/>
            </a:xfrm>
            <a:custGeom>
              <a:pathLst>
                <a:path w="56" h="28">
                  <a:moveTo>
                    <a:pt x="0" y="0"/>
                  </a:moveTo>
                  <a:lnTo>
                    <a:pt x="55" y="27"/>
                  </a:lnTo>
                  <a:lnTo>
                    <a:pt x="53" y="25"/>
                  </a:lnTo>
                  <a:lnTo>
                    <a:pt x="50" y="23"/>
                  </a:lnTo>
                  <a:lnTo>
                    <a:pt x="48" y="21"/>
                  </a:lnTo>
                  <a:lnTo>
                    <a:pt x="46" y="20"/>
                  </a:lnTo>
                  <a:lnTo>
                    <a:pt x="44" y="18"/>
                  </a:lnTo>
                  <a:lnTo>
                    <a:pt x="43" y="15"/>
                  </a:lnTo>
                  <a:lnTo>
                    <a:pt x="41" y="13"/>
                  </a:lnTo>
                  <a:lnTo>
                    <a:pt x="40" y="11"/>
                  </a:lnTo>
                  <a:lnTo>
                    <a:pt x="38" y="9"/>
                  </a:lnTo>
                  <a:lnTo>
                    <a:pt x="38" y="6"/>
                  </a:lnTo>
                  <a:lnTo>
                    <a:pt x="36" y="4"/>
                  </a:lnTo>
                  <a:lnTo>
                    <a:pt x="36" y="1"/>
                  </a:lnTo>
                  <a:lnTo>
                    <a:pt x="36" y="0"/>
                  </a:lnTo>
                  <a:lnTo>
                    <a:pt x="0" y="0"/>
                  </a:lnTo>
                  <a:lnTo>
                    <a:pt x="0" y="0"/>
                  </a:lnTo>
                </a:path>
              </a:pathLst>
            </a:custGeom>
            <a:solidFill>
              <a:srgbClr val="808080"/>
            </a:solidFill>
            <a:ln cap="rnd">
              <a:noFill/>
              <a:round/>
            </a:ln>
            <a:effectLst/>
          </p:spPr>
        </p:sp>
        <p:sp>
          <p:nvSpPr>
            <p:cNvPr id="61872" name=""/>
            <p:cNvSpPr/>
            <p:nvPr/>
          </p:nvSpPr>
          <p:spPr>
            <a:xfrm>
              <a:off x="4451" y="3578"/>
              <a:ext cx="46" cy="17"/>
            </a:xfrm>
            <a:custGeom>
              <a:pathLst>
                <a:path w="46" h="17">
                  <a:moveTo>
                    <a:pt x="9" y="16"/>
                  </a:moveTo>
                  <a:lnTo>
                    <a:pt x="0" y="0"/>
                  </a:lnTo>
                  <a:lnTo>
                    <a:pt x="44" y="0"/>
                  </a:lnTo>
                  <a:lnTo>
                    <a:pt x="44" y="0"/>
                  </a:lnTo>
                  <a:lnTo>
                    <a:pt x="44" y="8"/>
                  </a:lnTo>
                  <a:lnTo>
                    <a:pt x="45" y="16"/>
                  </a:lnTo>
                  <a:lnTo>
                    <a:pt x="9" y="16"/>
                  </a:lnTo>
                  <a:lnTo>
                    <a:pt x="9" y="16"/>
                  </a:lnTo>
                </a:path>
              </a:pathLst>
            </a:custGeom>
            <a:solidFill>
              <a:srgbClr val="808080"/>
            </a:solidFill>
            <a:ln cap="rnd">
              <a:noFill/>
              <a:round/>
            </a:ln>
            <a:effectLst/>
          </p:spPr>
        </p:sp>
        <p:sp>
          <p:nvSpPr>
            <p:cNvPr id="61873" name=""/>
            <p:cNvSpPr/>
            <p:nvPr/>
          </p:nvSpPr>
          <p:spPr>
            <a:xfrm>
              <a:off x="4441" y="3573"/>
              <a:ext cx="55" cy="17"/>
            </a:xfrm>
            <a:custGeom>
              <a:pathLst>
                <a:path w="55" h="17">
                  <a:moveTo>
                    <a:pt x="10" y="12"/>
                  </a:moveTo>
                  <a:lnTo>
                    <a:pt x="0" y="0"/>
                  </a:lnTo>
                  <a:lnTo>
                    <a:pt x="53" y="0"/>
                  </a:lnTo>
                  <a:lnTo>
                    <a:pt x="53" y="6"/>
                  </a:lnTo>
                  <a:lnTo>
                    <a:pt x="54" y="16"/>
                  </a:lnTo>
                  <a:lnTo>
                    <a:pt x="10" y="16"/>
                  </a:lnTo>
                  <a:lnTo>
                    <a:pt x="10" y="16"/>
                  </a:lnTo>
                  <a:lnTo>
                    <a:pt x="10" y="12"/>
                  </a:lnTo>
                </a:path>
              </a:pathLst>
            </a:custGeom>
            <a:solidFill>
              <a:srgbClr val="7D7D7D"/>
            </a:solidFill>
            <a:ln cap="rnd">
              <a:noFill/>
              <a:round/>
            </a:ln>
            <a:effectLst/>
          </p:spPr>
        </p:sp>
        <p:sp>
          <p:nvSpPr>
            <p:cNvPr id="61874" name=""/>
            <p:cNvSpPr/>
            <p:nvPr/>
          </p:nvSpPr>
          <p:spPr>
            <a:xfrm>
              <a:off x="4433" y="3569"/>
              <a:ext cx="62" cy="17"/>
            </a:xfrm>
            <a:custGeom>
              <a:pathLst>
                <a:path w="62" h="17">
                  <a:moveTo>
                    <a:pt x="8" y="16"/>
                  </a:moveTo>
                  <a:lnTo>
                    <a:pt x="0" y="0"/>
                  </a:lnTo>
                  <a:lnTo>
                    <a:pt x="61" y="0"/>
                  </a:lnTo>
                  <a:lnTo>
                    <a:pt x="61" y="12"/>
                  </a:lnTo>
                  <a:lnTo>
                    <a:pt x="61" y="16"/>
                  </a:lnTo>
                  <a:lnTo>
                    <a:pt x="8" y="16"/>
                  </a:lnTo>
                  <a:lnTo>
                    <a:pt x="8" y="16"/>
                  </a:lnTo>
                  <a:lnTo>
                    <a:pt x="8" y="16"/>
                  </a:lnTo>
                </a:path>
              </a:pathLst>
            </a:custGeom>
            <a:solidFill>
              <a:srgbClr val="7B7B7B"/>
            </a:solidFill>
            <a:ln cap="rnd">
              <a:noFill/>
              <a:round/>
            </a:ln>
            <a:effectLst/>
          </p:spPr>
        </p:sp>
        <p:sp>
          <p:nvSpPr>
            <p:cNvPr id="61875" name=""/>
            <p:cNvSpPr/>
            <p:nvPr/>
          </p:nvSpPr>
          <p:spPr>
            <a:xfrm>
              <a:off x="4423" y="3564"/>
              <a:ext cx="73" cy="17"/>
            </a:xfrm>
            <a:custGeom>
              <a:pathLst>
                <a:path w="73" h="17">
                  <a:moveTo>
                    <a:pt x="9" y="16"/>
                  </a:moveTo>
                  <a:lnTo>
                    <a:pt x="0" y="0"/>
                  </a:lnTo>
                  <a:lnTo>
                    <a:pt x="72" y="0"/>
                  </a:lnTo>
                  <a:lnTo>
                    <a:pt x="71" y="16"/>
                  </a:lnTo>
                  <a:lnTo>
                    <a:pt x="9" y="16"/>
                  </a:lnTo>
                  <a:lnTo>
                    <a:pt x="9" y="16"/>
                  </a:lnTo>
                  <a:lnTo>
                    <a:pt x="9" y="16"/>
                  </a:lnTo>
                </a:path>
              </a:pathLst>
            </a:custGeom>
            <a:solidFill>
              <a:srgbClr val="7B7B7B"/>
            </a:solidFill>
            <a:ln cap="rnd">
              <a:noFill/>
              <a:round/>
            </a:ln>
            <a:effectLst/>
          </p:spPr>
        </p:sp>
        <p:sp>
          <p:nvSpPr>
            <p:cNvPr id="61876" name=""/>
            <p:cNvSpPr/>
            <p:nvPr/>
          </p:nvSpPr>
          <p:spPr>
            <a:xfrm>
              <a:off x="4413" y="3560"/>
              <a:ext cx="83" cy="17"/>
            </a:xfrm>
            <a:custGeom>
              <a:pathLst>
                <a:path w="83" h="17">
                  <a:moveTo>
                    <a:pt x="10" y="16"/>
                  </a:moveTo>
                  <a:lnTo>
                    <a:pt x="0" y="0"/>
                  </a:lnTo>
                  <a:lnTo>
                    <a:pt x="82" y="0"/>
                  </a:lnTo>
                  <a:lnTo>
                    <a:pt x="82" y="16"/>
                  </a:lnTo>
                  <a:lnTo>
                    <a:pt x="82" y="16"/>
                  </a:lnTo>
                  <a:lnTo>
                    <a:pt x="10" y="16"/>
                  </a:lnTo>
                  <a:lnTo>
                    <a:pt x="10" y="16"/>
                  </a:lnTo>
                </a:path>
              </a:pathLst>
            </a:custGeom>
            <a:solidFill>
              <a:srgbClr val="787878"/>
            </a:solidFill>
            <a:ln cap="rnd">
              <a:noFill/>
              <a:round/>
            </a:ln>
            <a:effectLst/>
          </p:spPr>
        </p:sp>
        <p:sp>
          <p:nvSpPr>
            <p:cNvPr id="61877" name=""/>
            <p:cNvSpPr/>
            <p:nvPr/>
          </p:nvSpPr>
          <p:spPr>
            <a:xfrm>
              <a:off x="4404" y="3555"/>
              <a:ext cx="93" cy="17"/>
            </a:xfrm>
            <a:custGeom>
              <a:pathLst>
                <a:path w="93" h="17">
                  <a:moveTo>
                    <a:pt x="9" y="16"/>
                  </a:moveTo>
                  <a:lnTo>
                    <a:pt x="0" y="0"/>
                  </a:lnTo>
                  <a:lnTo>
                    <a:pt x="92" y="0"/>
                  </a:lnTo>
                  <a:lnTo>
                    <a:pt x="92" y="3"/>
                  </a:lnTo>
                  <a:lnTo>
                    <a:pt x="91" y="16"/>
                  </a:lnTo>
                  <a:lnTo>
                    <a:pt x="9" y="16"/>
                  </a:lnTo>
                  <a:lnTo>
                    <a:pt x="9" y="16"/>
                  </a:lnTo>
                  <a:lnTo>
                    <a:pt x="9" y="16"/>
                  </a:lnTo>
                </a:path>
              </a:pathLst>
            </a:custGeom>
            <a:solidFill>
              <a:srgbClr val="767676"/>
            </a:solidFill>
            <a:ln cap="rnd">
              <a:noFill/>
              <a:round/>
            </a:ln>
            <a:effectLst/>
          </p:spPr>
        </p:sp>
        <p:sp>
          <p:nvSpPr>
            <p:cNvPr id="61878" name=""/>
            <p:cNvSpPr/>
            <p:nvPr/>
          </p:nvSpPr>
          <p:spPr>
            <a:xfrm>
              <a:off x="4395" y="3551"/>
              <a:ext cx="104" cy="17"/>
            </a:xfrm>
            <a:custGeom>
              <a:pathLst>
                <a:path w="104" h="17">
                  <a:moveTo>
                    <a:pt x="9" y="16"/>
                  </a:moveTo>
                  <a:lnTo>
                    <a:pt x="0" y="0"/>
                  </a:lnTo>
                  <a:lnTo>
                    <a:pt x="103" y="0"/>
                  </a:lnTo>
                  <a:lnTo>
                    <a:pt x="101" y="16"/>
                  </a:lnTo>
                  <a:lnTo>
                    <a:pt x="9" y="16"/>
                  </a:lnTo>
                  <a:lnTo>
                    <a:pt x="9" y="16"/>
                  </a:lnTo>
                  <a:lnTo>
                    <a:pt x="9" y="16"/>
                  </a:lnTo>
                </a:path>
              </a:pathLst>
            </a:custGeom>
            <a:solidFill>
              <a:srgbClr val="737373"/>
            </a:solidFill>
            <a:ln cap="rnd">
              <a:noFill/>
              <a:round/>
            </a:ln>
            <a:effectLst/>
          </p:spPr>
        </p:sp>
        <p:sp>
          <p:nvSpPr>
            <p:cNvPr id="61879" name=""/>
            <p:cNvSpPr/>
            <p:nvPr/>
          </p:nvSpPr>
          <p:spPr>
            <a:xfrm>
              <a:off x="4386" y="3546"/>
              <a:ext cx="113" cy="17"/>
            </a:xfrm>
            <a:custGeom>
              <a:pathLst>
                <a:path w="113" h="17">
                  <a:moveTo>
                    <a:pt x="9" y="16"/>
                  </a:moveTo>
                  <a:lnTo>
                    <a:pt x="0" y="0"/>
                  </a:lnTo>
                  <a:lnTo>
                    <a:pt x="112" y="0"/>
                  </a:lnTo>
                  <a:lnTo>
                    <a:pt x="111" y="6"/>
                  </a:lnTo>
                  <a:lnTo>
                    <a:pt x="111" y="16"/>
                  </a:lnTo>
                  <a:lnTo>
                    <a:pt x="9" y="16"/>
                  </a:lnTo>
                  <a:lnTo>
                    <a:pt x="9" y="16"/>
                  </a:lnTo>
                </a:path>
              </a:pathLst>
            </a:custGeom>
            <a:solidFill>
              <a:srgbClr val="717171"/>
            </a:solidFill>
            <a:ln cap="rnd">
              <a:noFill/>
              <a:round/>
            </a:ln>
            <a:effectLst/>
          </p:spPr>
        </p:sp>
        <p:sp>
          <p:nvSpPr>
            <p:cNvPr id="61880" name=""/>
            <p:cNvSpPr/>
            <p:nvPr/>
          </p:nvSpPr>
          <p:spPr>
            <a:xfrm>
              <a:off x="4376" y="3541"/>
              <a:ext cx="124" cy="17"/>
            </a:xfrm>
            <a:custGeom>
              <a:pathLst>
                <a:path w="124" h="17">
                  <a:moveTo>
                    <a:pt x="10" y="16"/>
                  </a:moveTo>
                  <a:lnTo>
                    <a:pt x="0" y="0"/>
                  </a:lnTo>
                  <a:lnTo>
                    <a:pt x="123" y="0"/>
                  </a:lnTo>
                  <a:lnTo>
                    <a:pt x="122" y="16"/>
                  </a:lnTo>
                  <a:lnTo>
                    <a:pt x="10" y="16"/>
                  </a:lnTo>
                  <a:lnTo>
                    <a:pt x="10" y="16"/>
                  </a:lnTo>
                  <a:lnTo>
                    <a:pt x="10" y="16"/>
                  </a:lnTo>
                </a:path>
              </a:pathLst>
            </a:custGeom>
            <a:solidFill>
              <a:srgbClr val="717171"/>
            </a:solidFill>
            <a:ln cap="rnd">
              <a:noFill/>
              <a:round/>
            </a:ln>
            <a:effectLst/>
          </p:spPr>
        </p:sp>
        <p:sp>
          <p:nvSpPr>
            <p:cNvPr id="61881" name=""/>
            <p:cNvSpPr/>
            <p:nvPr/>
          </p:nvSpPr>
          <p:spPr>
            <a:xfrm>
              <a:off x="4368" y="3537"/>
              <a:ext cx="134" cy="17"/>
            </a:xfrm>
            <a:custGeom>
              <a:pathLst>
                <a:path w="134" h="17">
                  <a:moveTo>
                    <a:pt x="8" y="16"/>
                  </a:moveTo>
                  <a:lnTo>
                    <a:pt x="0" y="0"/>
                  </a:lnTo>
                  <a:lnTo>
                    <a:pt x="133" y="0"/>
                  </a:lnTo>
                  <a:lnTo>
                    <a:pt x="131" y="16"/>
                  </a:lnTo>
                  <a:lnTo>
                    <a:pt x="8" y="16"/>
                  </a:lnTo>
                  <a:lnTo>
                    <a:pt x="8" y="16"/>
                  </a:lnTo>
                  <a:lnTo>
                    <a:pt x="8" y="16"/>
                  </a:lnTo>
                </a:path>
              </a:pathLst>
            </a:custGeom>
            <a:solidFill>
              <a:srgbClr val="6E6E6E"/>
            </a:solidFill>
            <a:ln cap="rnd">
              <a:noFill/>
              <a:round/>
            </a:ln>
            <a:effectLst/>
          </p:spPr>
        </p:sp>
        <p:sp>
          <p:nvSpPr>
            <p:cNvPr id="61882" name=""/>
            <p:cNvSpPr/>
            <p:nvPr/>
          </p:nvSpPr>
          <p:spPr>
            <a:xfrm>
              <a:off x="4358" y="3532"/>
              <a:ext cx="146" cy="17"/>
            </a:xfrm>
            <a:custGeom>
              <a:pathLst>
                <a:path w="146" h="17">
                  <a:moveTo>
                    <a:pt x="9" y="16"/>
                  </a:moveTo>
                  <a:lnTo>
                    <a:pt x="0" y="0"/>
                  </a:lnTo>
                  <a:lnTo>
                    <a:pt x="145" y="0"/>
                  </a:lnTo>
                  <a:lnTo>
                    <a:pt x="144" y="9"/>
                  </a:lnTo>
                  <a:lnTo>
                    <a:pt x="143" y="16"/>
                  </a:lnTo>
                  <a:lnTo>
                    <a:pt x="9" y="16"/>
                  </a:lnTo>
                  <a:lnTo>
                    <a:pt x="9" y="16"/>
                  </a:lnTo>
                  <a:lnTo>
                    <a:pt x="9" y="16"/>
                  </a:lnTo>
                </a:path>
              </a:pathLst>
            </a:custGeom>
            <a:solidFill>
              <a:srgbClr val="6C6C6C"/>
            </a:solidFill>
            <a:ln cap="rnd">
              <a:noFill/>
              <a:round/>
            </a:ln>
            <a:effectLst/>
          </p:spPr>
        </p:sp>
        <p:sp>
          <p:nvSpPr>
            <p:cNvPr id="61883" name=""/>
            <p:cNvSpPr/>
            <p:nvPr/>
          </p:nvSpPr>
          <p:spPr>
            <a:xfrm>
              <a:off x="4349" y="3528"/>
              <a:ext cx="158" cy="17"/>
            </a:xfrm>
            <a:custGeom>
              <a:pathLst>
                <a:path w="158" h="17">
                  <a:moveTo>
                    <a:pt x="9" y="16"/>
                  </a:moveTo>
                  <a:lnTo>
                    <a:pt x="0" y="0"/>
                  </a:lnTo>
                  <a:lnTo>
                    <a:pt x="157" y="0"/>
                  </a:lnTo>
                  <a:lnTo>
                    <a:pt x="156" y="4"/>
                  </a:lnTo>
                  <a:lnTo>
                    <a:pt x="154" y="16"/>
                  </a:lnTo>
                  <a:lnTo>
                    <a:pt x="9" y="16"/>
                  </a:lnTo>
                  <a:lnTo>
                    <a:pt x="9" y="16"/>
                  </a:lnTo>
                </a:path>
              </a:pathLst>
            </a:custGeom>
            <a:solidFill>
              <a:srgbClr val="696969"/>
            </a:solidFill>
            <a:ln cap="rnd">
              <a:noFill/>
              <a:round/>
            </a:ln>
            <a:effectLst/>
          </p:spPr>
        </p:sp>
        <p:sp>
          <p:nvSpPr>
            <p:cNvPr id="61884" name=""/>
            <p:cNvSpPr/>
            <p:nvPr/>
          </p:nvSpPr>
          <p:spPr>
            <a:xfrm>
              <a:off x="4339" y="3523"/>
              <a:ext cx="171" cy="17"/>
            </a:xfrm>
            <a:custGeom>
              <a:pathLst>
                <a:path w="171" h="17">
                  <a:moveTo>
                    <a:pt x="9" y="16"/>
                  </a:moveTo>
                  <a:lnTo>
                    <a:pt x="0" y="0"/>
                  </a:lnTo>
                  <a:lnTo>
                    <a:pt x="170" y="0"/>
                  </a:lnTo>
                  <a:lnTo>
                    <a:pt x="167" y="16"/>
                  </a:lnTo>
                  <a:lnTo>
                    <a:pt x="10" y="16"/>
                  </a:lnTo>
                  <a:lnTo>
                    <a:pt x="10" y="16"/>
                  </a:lnTo>
                  <a:lnTo>
                    <a:pt x="9" y="16"/>
                  </a:lnTo>
                </a:path>
              </a:pathLst>
            </a:custGeom>
            <a:solidFill>
              <a:srgbClr val="666666"/>
            </a:solidFill>
            <a:ln cap="rnd">
              <a:noFill/>
              <a:round/>
            </a:ln>
            <a:effectLst/>
          </p:spPr>
        </p:sp>
        <p:sp>
          <p:nvSpPr>
            <p:cNvPr id="61885" name=""/>
            <p:cNvSpPr/>
            <p:nvPr/>
          </p:nvSpPr>
          <p:spPr>
            <a:xfrm>
              <a:off x="4330" y="3519"/>
              <a:ext cx="184" cy="17"/>
            </a:xfrm>
            <a:custGeom>
              <a:pathLst>
                <a:path w="184" h="17">
                  <a:moveTo>
                    <a:pt x="9" y="16"/>
                  </a:moveTo>
                  <a:lnTo>
                    <a:pt x="0" y="0"/>
                  </a:lnTo>
                  <a:lnTo>
                    <a:pt x="183" y="0"/>
                  </a:lnTo>
                  <a:lnTo>
                    <a:pt x="179" y="16"/>
                  </a:lnTo>
                  <a:lnTo>
                    <a:pt x="179" y="16"/>
                  </a:lnTo>
                  <a:lnTo>
                    <a:pt x="9" y="16"/>
                  </a:lnTo>
                  <a:lnTo>
                    <a:pt x="9" y="16"/>
                  </a:lnTo>
                </a:path>
              </a:pathLst>
            </a:custGeom>
            <a:solidFill>
              <a:srgbClr val="666666"/>
            </a:solidFill>
            <a:ln cap="rnd">
              <a:noFill/>
              <a:round/>
            </a:ln>
            <a:effectLst/>
          </p:spPr>
        </p:sp>
        <p:sp>
          <p:nvSpPr>
            <p:cNvPr id="61886" name=""/>
            <p:cNvSpPr/>
            <p:nvPr/>
          </p:nvSpPr>
          <p:spPr>
            <a:xfrm>
              <a:off x="4321" y="3514"/>
              <a:ext cx="195" cy="17"/>
            </a:xfrm>
            <a:custGeom>
              <a:pathLst>
                <a:path w="195" h="17">
                  <a:moveTo>
                    <a:pt x="9" y="16"/>
                  </a:moveTo>
                  <a:lnTo>
                    <a:pt x="0" y="0"/>
                  </a:lnTo>
                  <a:lnTo>
                    <a:pt x="194" y="0"/>
                  </a:lnTo>
                  <a:lnTo>
                    <a:pt x="194" y="3"/>
                  </a:lnTo>
                  <a:lnTo>
                    <a:pt x="194" y="3"/>
                  </a:lnTo>
                  <a:lnTo>
                    <a:pt x="194" y="6"/>
                  </a:lnTo>
                  <a:lnTo>
                    <a:pt x="193" y="9"/>
                  </a:lnTo>
                  <a:lnTo>
                    <a:pt x="192" y="12"/>
                  </a:lnTo>
                  <a:lnTo>
                    <a:pt x="191" y="16"/>
                  </a:lnTo>
                  <a:lnTo>
                    <a:pt x="9" y="16"/>
                  </a:lnTo>
                  <a:lnTo>
                    <a:pt x="9" y="16"/>
                  </a:lnTo>
                </a:path>
              </a:pathLst>
            </a:custGeom>
            <a:solidFill>
              <a:srgbClr val="646464"/>
            </a:solidFill>
            <a:ln cap="rnd">
              <a:noFill/>
              <a:round/>
            </a:ln>
            <a:effectLst/>
          </p:spPr>
        </p:sp>
        <p:sp>
          <p:nvSpPr>
            <p:cNvPr id="61887" name=""/>
            <p:cNvSpPr/>
            <p:nvPr/>
          </p:nvSpPr>
          <p:spPr>
            <a:xfrm>
              <a:off x="4311" y="3510"/>
              <a:ext cx="205" cy="17"/>
            </a:xfrm>
            <a:custGeom>
              <a:pathLst>
                <a:path w="205" h="17">
                  <a:moveTo>
                    <a:pt x="10" y="16"/>
                  </a:moveTo>
                  <a:lnTo>
                    <a:pt x="0" y="0"/>
                  </a:lnTo>
                  <a:lnTo>
                    <a:pt x="196" y="0"/>
                  </a:lnTo>
                  <a:lnTo>
                    <a:pt x="204" y="16"/>
                  </a:lnTo>
                  <a:lnTo>
                    <a:pt x="10" y="16"/>
                  </a:lnTo>
                  <a:lnTo>
                    <a:pt x="10" y="16"/>
                  </a:lnTo>
                  <a:lnTo>
                    <a:pt x="10" y="16"/>
                  </a:lnTo>
                </a:path>
              </a:pathLst>
            </a:custGeom>
            <a:solidFill>
              <a:srgbClr val="616161"/>
            </a:solidFill>
            <a:ln cap="rnd">
              <a:noFill/>
              <a:round/>
            </a:ln>
            <a:effectLst/>
          </p:spPr>
        </p:sp>
        <p:sp>
          <p:nvSpPr>
            <p:cNvPr id="61888" name=""/>
            <p:cNvSpPr/>
            <p:nvPr/>
          </p:nvSpPr>
          <p:spPr>
            <a:xfrm>
              <a:off x="4303" y="3506"/>
              <a:ext cx="206" cy="17"/>
            </a:xfrm>
            <a:custGeom>
              <a:pathLst>
                <a:path w="206" h="17">
                  <a:moveTo>
                    <a:pt x="9" y="16"/>
                  </a:moveTo>
                  <a:lnTo>
                    <a:pt x="0" y="0"/>
                  </a:lnTo>
                  <a:lnTo>
                    <a:pt x="197" y="0"/>
                  </a:lnTo>
                  <a:lnTo>
                    <a:pt x="205" y="16"/>
                  </a:lnTo>
                  <a:lnTo>
                    <a:pt x="9" y="16"/>
                  </a:lnTo>
                  <a:lnTo>
                    <a:pt x="9" y="16"/>
                  </a:lnTo>
                  <a:lnTo>
                    <a:pt x="9" y="16"/>
                  </a:lnTo>
                </a:path>
              </a:pathLst>
            </a:custGeom>
            <a:solidFill>
              <a:srgbClr val="5F5F5F"/>
            </a:solidFill>
            <a:ln cap="rnd">
              <a:noFill/>
              <a:round/>
            </a:ln>
            <a:effectLst/>
          </p:spPr>
        </p:sp>
        <p:sp>
          <p:nvSpPr>
            <p:cNvPr id="61889" name=""/>
            <p:cNvSpPr/>
            <p:nvPr/>
          </p:nvSpPr>
          <p:spPr>
            <a:xfrm>
              <a:off x="4293" y="3501"/>
              <a:ext cx="207" cy="17"/>
            </a:xfrm>
            <a:custGeom>
              <a:pathLst>
                <a:path w="207" h="17">
                  <a:moveTo>
                    <a:pt x="9" y="12"/>
                  </a:moveTo>
                  <a:lnTo>
                    <a:pt x="0" y="0"/>
                  </a:lnTo>
                  <a:lnTo>
                    <a:pt x="0" y="0"/>
                  </a:lnTo>
                  <a:lnTo>
                    <a:pt x="198" y="0"/>
                  </a:lnTo>
                  <a:lnTo>
                    <a:pt x="206" y="16"/>
                  </a:lnTo>
                  <a:lnTo>
                    <a:pt x="9" y="16"/>
                  </a:lnTo>
                  <a:lnTo>
                    <a:pt x="9" y="16"/>
                  </a:lnTo>
                  <a:lnTo>
                    <a:pt x="9" y="12"/>
                  </a:lnTo>
                </a:path>
              </a:pathLst>
            </a:custGeom>
            <a:solidFill>
              <a:srgbClr val="5F5F5F"/>
            </a:solidFill>
            <a:ln cap="rnd">
              <a:noFill/>
              <a:round/>
            </a:ln>
            <a:effectLst/>
          </p:spPr>
        </p:sp>
        <p:sp>
          <p:nvSpPr>
            <p:cNvPr id="61890" name=""/>
            <p:cNvSpPr/>
            <p:nvPr/>
          </p:nvSpPr>
          <p:spPr>
            <a:xfrm>
              <a:off x="4288" y="3497"/>
              <a:ext cx="204" cy="17"/>
            </a:xfrm>
            <a:custGeom>
              <a:pathLst>
                <a:path w="204" h="17">
                  <a:moveTo>
                    <a:pt x="4" y="16"/>
                  </a:moveTo>
                  <a:lnTo>
                    <a:pt x="2" y="8"/>
                  </a:lnTo>
                  <a:lnTo>
                    <a:pt x="0" y="0"/>
                  </a:lnTo>
                  <a:lnTo>
                    <a:pt x="0" y="0"/>
                  </a:lnTo>
                  <a:lnTo>
                    <a:pt x="196" y="0"/>
                  </a:lnTo>
                  <a:lnTo>
                    <a:pt x="203" y="16"/>
                  </a:lnTo>
                  <a:lnTo>
                    <a:pt x="4" y="16"/>
                  </a:lnTo>
                  <a:lnTo>
                    <a:pt x="4" y="16"/>
                  </a:lnTo>
                </a:path>
              </a:pathLst>
            </a:custGeom>
            <a:solidFill>
              <a:srgbClr val="5C5C5C"/>
            </a:solidFill>
            <a:ln cap="rnd">
              <a:noFill/>
              <a:round/>
            </a:ln>
            <a:effectLst/>
          </p:spPr>
        </p:sp>
        <p:sp>
          <p:nvSpPr>
            <p:cNvPr id="61891" name=""/>
            <p:cNvSpPr/>
            <p:nvPr/>
          </p:nvSpPr>
          <p:spPr>
            <a:xfrm>
              <a:off x="4283" y="3492"/>
              <a:ext cx="202" cy="17"/>
            </a:xfrm>
            <a:custGeom>
              <a:pathLst>
                <a:path w="202" h="17">
                  <a:moveTo>
                    <a:pt x="4" y="16"/>
                  </a:moveTo>
                  <a:lnTo>
                    <a:pt x="1" y="6"/>
                  </a:lnTo>
                  <a:lnTo>
                    <a:pt x="0" y="0"/>
                  </a:lnTo>
                  <a:lnTo>
                    <a:pt x="194" y="0"/>
                  </a:lnTo>
                  <a:lnTo>
                    <a:pt x="201" y="16"/>
                  </a:lnTo>
                  <a:lnTo>
                    <a:pt x="4" y="16"/>
                  </a:lnTo>
                  <a:lnTo>
                    <a:pt x="4" y="16"/>
                  </a:lnTo>
                </a:path>
              </a:pathLst>
            </a:custGeom>
            <a:solidFill>
              <a:srgbClr val="5A5A5A"/>
            </a:solidFill>
            <a:ln cap="rnd">
              <a:noFill/>
              <a:round/>
            </a:ln>
            <a:effectLst/>
          </p:spPr>
        </p:sp>
        <p:sp>
          <p:nvSpPr>
            <p:cNvPr id="61892" name=""/>
            <p:cNvSpPr/>
            <p:nvPr/>
          </p:nvSpPr>
          <p:spPr>
            <a:xfrm>
              <a:off x="4278" y="3487"/>
              <a:ext cx="201" cy="17"/>
            </a:xfrm>
            <a:custGeom>
              <a:pathLst>
                <a:path w="201" h="17">
                  <a:moveTo>
                    <a:pt x="4" y="16"/>
                  </a:moveTo>
                  <a:lnTo>
                    <a:pt x="4" y="16"/>
                  </a:lnTo>
                  <a:lnTo>
                    <a:pt x="1" y="6"/>
                  </a:lnTo>
                  <a:lnTo>
                    <a:pt x="0" y="0"/>
                  </a:lnTo>
                  <a:lnTo>
                    <a:pt x="191" y="0"/>
                  </a:lnTo>
                  <a:lnTo>
                    <a:pt x="200" y="16"/>
                  </a:lnTo>
                  <a:lnTo>
                    <a:pt x="4" y="16"/>
                  </a:lnTo>
                  <a:lnTo>
                    <a:pt x="4" y="16"/>
                  </a:lnTo>
                </a:path>
              </a:pathLst>
            </a:custGeom>
            <a:solidFill>
              <a:srgbClr val="5A5A5A"/>
            </a:solidFill>
            <a:ln cap="rnd">
              <a:noFill/>
              <a:round/>
            </a:ln>
            <a:effectLst/>
          </p:spPr>
        </p:sp>
        <p:sp>
          <p:nvSpPr>
            <p:cNvPr id="61893" name=""/>
            <p:cNvSpPr/>
            <p:nvPr/>
          </p:nvSpPr>
          <p:spPr>
            <a:xfrm>
              <a:off x="4275" y="3482"/>
              <a:ext cx="195" cy="17"/>
            </a:xfrm>
            <a:custGeom>
              <a:pathLst>
                <a:path w="195" h="17">
                  <a:moveTo>
                    <a:pt x="3" y="16"/>
                  </a:moveTo>
                  <a:lnTo>
                    <a:pt x="2" y="16"/>
                  </a:lnTo>
                  <a:lnTo>
                    <a:pt x="1" y="6"/>
                  </a:lnTo>
                  <a:lnTo>
                    <a:pt x="0" y="0"/>
                  </a:lnTo>
                  <a:lnTo>
                    <a:pt x="186" y="0"/>
                  </a:lnTo>
                  <a:lnTo>
                    <a:pt x="194" y="16"/>
                  </a:lnTo>
                  <a:lnTo>
                    <a:pt x="3" y="16"/>
                  </a:lnTo>
                  <a:lnTo>
                    <a:pt x="3" y="16"/>
                  </a:lnTo>
                  <a:lnTo>
                    <a:pt x="3" y="16"/>
                  </a:lnTo>
                </a:path>
              </a:pathLst>
            </a:custGeom>
            <a:solidFill>
              <a:srgbClr val="575757"/>
            </a:solidFill>
            <a:ln cap="rnd">
              <a:noFill/>
              <a:round/>
            </a:ln>
            <a:effectLst/>
          </p:spPr>
        </p:sp>
        <p:sp>
          <p:nvSpPr>
            <p:cNvPr id="61894" name=""/>
            <p:cNvSpPr/>
            <p:nvPr/>
          </p:nvSpPr>
          <p:spPr>
            <a:xfrm>
              <a:off x="4273" y="3478"/>
              <a:ext cx="189" cy="17"/>
            </a:xfrm>
            <a:custGeom>
              <a:pathLst>
                <a:path w="189" h="17">
                  <a:moveTo>
                    <a:pt x="2" y="16"/>
                  </a:moveTo>
                  <a:lnTo>
                    <a:pt x="0" y="12"/>
                  </a:lnTo>
                  <a:lnTo>
                    <a:pt x="0" y="0"/>
                  </a:lnTo>
                  <a:lnTo>
                    <a:pt x="180" y="0"/>
                  </a:lnTo>
                  <a:lnTo>
                    <a:pt x="188" y="16"/>
                  </a:lnTo>
                  <a:lnTo>
                    <a:pt x="2" y="16"/>
                  </a:lnTo>
                  <a:lnTo>
                    <a:pt x="2" y="16"/>
                  </a:lnTo>
                  <a:lnTo>
                    <a:pt x="2" y="16"/>
                  </a:lnTo>
                </a:path>
              </a:pathLst>
            </a:custGeom>
            <a:solidFill>
              <a:srgbClr val="555555"/>
            </a:solidFill>
            <a:ln cap="rnd">
              <a:noFill/>
              <a:round/>
            </a:ln>
            <a:effectLst/>
          </p:spPr>
        </p:sp>
        <p:sp>
          <p:nvSpPr>
            <p:cNvPr id="61895" name=""/>
            <p:cNvSpPr/>
            <p:nvPr/>
          </p:nvSpPr>
          <p:spPr>
            <a:xfrm>
              <a:off x="4270" y="3473"/>
              <a:ext cx="184" cy="17"/>
            </a:xfrm>
            <a:custGeom>
              <a:pathLst>
                <a:path w="184" h="17">
                  <a:moveTo>
                    <a:pt x="2" y="16"/>
                  </a:moveTo>
                  <a:lnTo>
                    <a:pt x="2" y="16"/>
                  </a:lnTo>
                  <a:lnTo>
                    <a:pt x="1" y="6"/>
                  </a:lnTo>
                  <a:lnTo>
                    <a:pt x="0" y="0"/>
                  </a:lnTo>
                  <a:lnTo>
                    <a:pt x="176" y="0"/>
                  </a:lnTo>
                  <a:lnTo>
                    <a:pt x="183" y="16"/>
                  </a:lnTo>
                  <a:lnTo>
                    <a:pt x="2" y="16"/>
                  </a:lnTo>
                  <a:lnTo>
                    <a:pt x="2" y="16"/>
                  </a:lnTo>
                  <a:lnTo>
                    <a:pt x="2" y="16"/>
                  </a:lnTo>
                </a:path>
              </a:pathLst>
            </a:custGeom>
            <a:solidFill>
              <a:srgbClr val="525252"/>
            </a:solidFill>
            <a:ln cap="rnd">
              <a:noFill/>
              <a:round/>
            </a:ln>
            <a:effectLst/>
          </p:spPr>
        </p:sp>
        <p:sp>
          <p:nvSpPr>
            <p:cNvPr id="61896" name=""/>
            <p:cNvSpPr/>
            <p:nvPr/>
          </p:nvSpPr>
          <p:spPr>
            <a:xfrm>
              <a:off x="4268" y="3469"/>
              <a:ext cx="179" cy="17"/>
            </a:xfrm>
            <a:custGeom>
              <a:pathLst>
                <a:path w="179" h="17">
                  <a:moveTo>
                    <a:pt x="2" y="16"/>
                  </a:moveTo>
                  <a:lnTo>
                    <a:pt x="1" y="8"/>
                  </a:lnTo>
                  <a:lnTo>
                    <a:pt x="0" y="0"/>
                  </a:lnTo>
                  <a:lnTo>
                    <a:pt x="170" y="0"/>
                  </a:lnTo>
                  <a:lnTo>
                    <a:pt x="178" y="16"/>
                  </a:lnTo>
                  <a:lnTo>
                    <a:pt x="2" y="16"/>
                  </a:lnTo>
                  <a:lnTo>
                    <a:pt x="2" y="16"/>
                  </a:lnTo>
                </a:path>
              </a:pathLst>
            </a:custGeom>
            <a:solidFill>
              <a:srgbClr val="505050"/>
            </a:solidFill>
            <a:ln cap="rnd">
              <a:noFill/>
              <a:round/>
            </a:ln>
            <a:effectLst/>
          </p:spPr>
        </p:sp>
        <p:sp>
          <p:nvSpPr>
            <p:cNvPr id="61897" name=""/>
            <p:cNvSpPr/>
            <p:nvPr/>
          </p:nvSpPr>
          <p:spPr>
            <a:xfrm>
              <a:off x="4268" y="3464"/>
              <a:ext cx="171" cy="17"/>
            </a:xfrm>
            <a:custGeom>
              <a:pathLst>
                <a:path w="171" h="17">
                  <a:moveTo>
                    <a:pt x="0" y="16"/>
                  </a:moveTo>
                  <a:lnTo>
                    <a:pt x="0" y="12"/>
                  </a:lnTo>
                  <a:lnTo>
                    <a:pt x="0" y="3"/>
                  </a:lnTo>
                  <a:lnTo>
                    <a:pt x="0" y="0"/>
                  </a:lnTo>
                  <a:lnTo>
                    <a:pt x="163" y="0"/>
                  </a:lnTo>
                  <a:lnTo>
                    <a:pt x="170" y="16"/>
                  </a:lnTo>
                  <a:lnTo>
                    <a:pt x="0" y="16"/>
                  </a:lnTo>
                  <a:lnTo>
                    <a:pt x="0" y="16"/>
                  </a:lnTo>
                  <a:lnTo>
                    <a:pt x="0" y="16"/>
                  </a:lnTo>
                </a:path>
              </a:pathLst>
            </a:custGeom>
            <a:solidFill>
              <a:srgbClr val="505050"/>
            </a:solidFill>
            <a:ln cap="rnd">
              <a:noFill/>
              <a:round/>
            </a:ln>
            <a:effectLst/>
          </p:spPr>
        </p:sp>
        <p:sp>
          <p:nvSpPr>
            <p:cNvPr id="61898" name=""/>
            <p:cNvSpPr/>
            <p:nvPr/>
          </p:nvSpPr>
          <p:spPr>
            <a:xfrm>
              <a:off x="4268" y="3460"/>
              <a:ext cx="164" cy="17"/>
            </a:xfrm>
            <a:custGeom>
              <a:pathLst>
                <a:path w="164" h="17">
                  <a:moveTo>
                    <a:pt x="0" y="16"/>
                  </a:moveTo>
                  <a:lnTo>
                    <a:pt x="0" y="8"/>
                  </a:lnTo>
                  <a:lnTo>
                    <a:pt x="0" y="0"/>
                  </a:lnTo>
                  <a:lnTo>
                    <a:pt x="155" y="0"/>
                  </a:lnTo>
                  <a:lnTo>
                    <a:pt x="163" y="16"/>
                  </a:lnTo>
                  <a:lnTo>
                    <a:pt x="0" y="16"/>
                  </a:lnTo>
                  <a:lnTo>
                    <a:pt x="0" y="16"/>
                  </a:lnTo>
                  <a:lnTo>
                    <a:pt x="0" y="16"/>
                  </a:lnTo>
                </a:path>
              </a:pathLst>
            </a:custGeom>
            <a:solidFill>
              <a:srgbClr val="4D4D4D"/>
            </a:solidFill>
            <a:ln cap="rnd">
              <a:noFill/>
              <a:round/>
            </a:ln>
            <a:effectLst/>
          </p:spPr>
        </p:sp>
        <p:sp>
          <p:nvSpPr>
            <p:cNvPr id="61899" name=""/>
            <p:cNvSpPr/>
            <p:nvPr/>
          </p:nvSpPr>
          <p:spPr>
            <a:xfrm>
              <a:off x="4266" y="3456"/>
              <a:ext cx="158" cy="17"/>
            </a:xfrm>
            <a:custGeom>
              <a:pathLst>
                <a:path w="158" h="17">
                  <a:moveTo>
                    <a:pt x="1" y="16"/>
                  </a:moveTo>
                  <a:lnTo>
                    <a:pt x="1" y="12"/>
                  </a:lnTo>
                  <a:lnTo>
                    <a:pt x="0" y="0"/>
                  </a:lnTo>
                  <a:lnTo>
                    <a:pt x="149" y="0"/>
                  </a:lnTo>
                  <a:lnTo>
                    <a:pt x="157" y="16"/>
                  </a:lnTo>
                  <a:lnTo>
                    <a:pt x="1" y="16"/>
                  </a:lnTo>
                  <a:lnTo>
                    <a:pt x="1" y="16"/>
                  </a:lnTo>
                  <a:lnTo>
                    <a:pt x="1" y="16"/>
                  </a:lnTo>
                </a:path>
              </a:pathLst>
            </a:custGeom>
            <a:solidFill>
              <a:srgbClr val="4A4A4A"/>
            </a:solidFill>
            <a:ln cap="rnd">
              <a:noFill/>
              <a:round/>
            </a:ln>
            <a:effectLst/>
          </p:spPr>
        </p:sp>
        <p:sp>
          <p:nvSpPr>
            <p:cNvPr id="61900" name=""/>
            <p:cNvSpPr/>
            <p:nvPr/>
          </p:nvSpPr>
          <p:spPr>
            <a:xfrm>
              <a:off x="4266" y="3451"/>
              <a:ext cx="150" cy="17"/>
            </a:xfrm>
            <a:custGeom>
              <a:pathLst>
                <a:path w="150" h="17">
                  <a:moveTo>
                    <a:pt x="0" y="16"/>
                  </a:moveTo>
                  <a:lnTo>
                    <a:pt x="0" y="12"/>
                  </a:lnTo>
                  <a:lnTo>
                    <a:pt x="1" y="0"/>
                  </a:lnTo>
                  <a:lnTo>
                    <a:pt x="142" y="0"/>
                  </a:lnTo>
                  <a:lnTo>
                    <a:pt x="149" y="16"/>
                  </a:lnTo>
                  <a:lnTo>
                    <a:pt x="0" y="16"/>
                  </a:lnTo>
                  <a:lnTo>
                    <a:pt x="0" y="16"/>
                  </a:lnTo>
                </a:path>
              </a:pathLst>
            </a:custGeom>
            <a:solidFill>
              <a:srgbClr val="484848"/>
            </a:solidFill>
            <a:ln cap="rnd">
              <a:noFill/>
              <a:round/>
            </a:ln>
            <a:effectLst/>
          </p:spPr>
        </p:sp>
        <p:sp>
          <p:nvSpPr>
            <p:cNvPr id="61901" name=""/>
            <p:cNvSpPr/>
            <p:nvPr/>
          </p:nvSpPr>
          <p:spPr>
            <a:xfrm>
              <a:off x="4268" y="3447"/>
              <a:ext cx="141" cy="17"/>
            </a:xfrm>
            <a:custGeom>
              <a:pathLst>
                <a:path w="141" h="17">
                  <a:moveTo>
                    <a:pt x="0" y="16"/>
                  </a:moveTo>
                  <a:lnTo>
                    <a:pt x="0" y="0"/>
                  </a:lnTo>
                  <a:lnTo>
                    <a:pt x="132" y="0"/>
                  </a:lnTo>
                  <a:lnTo>
                    <a:pt x="140" y="16"/>
                  </a:lnTo>
                  <a:lnTo>
                    <a:pt x="0" y="16"/>
                  </a:lnTo>
                  <a:lnTo>
                    <a:pt x="0" y="16"/>
                  </a:lnTo>
                  <a:lnTo>
                    <a:pt x="0" y="16"/>
                  </a:lnTo>
                </a:path>
              </a:pathLst>
            </a:custGeom>
            <a:solidFill>
              <a:srgbClr val="484848"/>
            </a:solidFill>
            <a:ln cap="rnd">
              <a:noFill/>
              <a:round/>
            </a:ln>
            <a:effectLst/>
          </p:spPr>
        </p:sp>
        <p:sp>
          <p:nvSpPr>
            <p:cNvPr id="61902" name=""/>
            <p:cNvSpPr/>
            <p:nvPr/>
          </p:nvSpPr>
          <p:spPr>
            <a:xfrm>
              <a:off x="4268" y="3442"/>
              <a:ext cx="133" cy="17"/>
            </a:xfrm>
            <a:custGeom>
              <a:pathLst>
                <a:path w="133" h="17">
                  <a:moveTo>
                    <a:pt x="0" y="16"/>
                  </a:moveTo>
                  <a:lnTo>
                    <a:pt x="0" y="9"/>
                  </a:lnTo>
                  <a:lnTo>
                    <a:pt x="0" y="0"/>
                  </a:lnTo>
                  <a:lnTo>
                    <a:pt x="124" y="0"/>
                  </a:lnTo>
                  <a:lnTo>
                    <a:pt x="132" y="16"/>
                  </a:lnTo>
                  <a:lnTo>
                    <a:pt x="0" y="16"/>
                  </a:lnTo>
                  <a:lnTo>
                    <a:pt x="0" y="16"/>
                  </a:lnTo>
                  <a:lnTo>
                    <a:pt x="0" y="16"/>
                  </a:lnTo>
                </a:path>
              </a:pathLst>
            </a:custGeom>
            <a:solidFill>
              <a:srgbClr val="454545"/>
            </a:solidFill>
            <a:ln cap="rnd">
              <a:noFill/>
              <a:round/>
            </a:ln>
            <a:effectLst/>
          </p:spPr>
        </p:sp>
        <p:sp>
          <p:nvSpPr>
            <p:cNvPr id="61903" name=""/>
            <p:cNvSpPr/>
            <p:nvPr/>
          </p:nvSpPr>
          <p:spPr>
            <a:xfrm>
              <a:off x="4268" y="3438"/>
              <a:ext cx="126" cy="17"/>
            </a:xfrm>
            <a:custGeom>
              <a:pathLst>
                <a:path w="126" h="17">
                  <a:moveTo>
                    <a:pt x="0" y="16"/>
                  </a:moveTo>
                  <a:lnTo>
                    <a:pt x="0" y="0"/>
                  </a:lnTo>
                  <a:lnTo>
                    <a:pt x="116" y="0"/>
                  </a:lnTo>
                  <a:lnTo>
                    <a:pt x="125" y="16"/>
                  </a:lnTo>
                  <a:lnTo>
                    <a:pt x="0" y="16"/>
                  </a:lnTo>
                  <a:lnTo>
                    <a:pt x="0" y="16"/>
                  </a:lnTo>
                </a:path>
              </a:pathLst>
            </a:custGeom>
            <a:solidFill>
              <a:srgbClr val="434343"/>
            </a:solidFill>
            <a:ln cap="rnd">
              <a:noFill/>
              <a:round/>
            </a:ln>
            <a:effectLst/>
          </p:spPr>
        </p:sp>
        <p:sp>
          <p:nvSpPr>
            <p:cNvPr id="61904" name=""/>
            <p:cNvSpPr/>
            <p:nvPr/>
          </p:nvSpPr>
          <p:spPr>
            <a:xfrm>
              <a:off x="4268" y="3433"/>
              <a:ext cx="117" cy="17"/>
            </a:xfrm>
            <a:custGeom>
              <a:pathLst>
                <a:path w="117" h="17">
                  <a:moveTo>
                    <a:pt x="0" y="16"/>
                  </a:moveTo>
                  <a:lnTo>
                    <a:pt x="0" y="3"/>
                  </a:lnTo>
                  <a:lnTo>
                    <a:pt x="0" y="0"/>
                  </a:lnTo>
                  <a:lnTo>
                    <a:pt x="109" y="0"/>
                  </a:lnTo>
                  <a:lnTo>
                    <a:pt x="116" y="16"/>
                  </a:lnTo>
                  <a:lnTo>
                    <a:pt x="0" y="16"/>
                  </a:lnTo>
                  <a:lnTo>
                    <a:pt x="0" y="16"/>
                  </a:lnTo>
                  <a:lnTo>
                    <a:pt x="0" y="16"/>
                  </a:lnTo>
                </a:path>
              </a:pathLst>
            </a:custGeom>
            <a:solidFill>
              <a:srgbClr val="404040"/>
            </a:solidFill>
            <a:ln cap="rnd">
              <a:noFill/>
              <a:round/>
            </a:ln>
            <a:effectLst/>
          </p:spPr>
        </p:sp>
        <p:sp>
          <p:nvSpPr>
            <p:cNvPr id="61905" name=""/>
            <p:cNvSpPr/>
            <p:nvPr/>
          </p:nvSpPr>
          <p:spPr>
            <a:xfrm>
              <a:off x="4268" y="3428"/>
              <a:ext cx="111" cy="17"/>
            </a:xfrm>
            <a:custGeom>
              <a:pathLst>
                <a:path w="111" h="17">
                  <a:moveTo>
                    <a:pt x="0" y="16"/>
                  </a:moveTo>
                  <a:lnTo>
                    <a:pt x="1" y="0"/>
                  </a:lnTo>
                  <a:lnTo>
                    <a:pt x="102" y="0"/>
                  </a:lnTo>
                  <a:lnTo>
                    <a:pt x="110" y="16"/>
                  </a:lnTo>
                  <a:lnTo>
                    <a:pt x="0" y="16"/>
                  </a:lnTo>
                  <a:lnTo>
                    <a:pt x="0" y="16"/>
                  </a:lnTo>
                </a:path>
              </a:pathLst>
            </a:custGeom>
            <a:solidFill>
              <a:srgbClr val="3E3E3E"/>
            </a:solidFill>
            <a:ln cap="rnd">
              <a:noFill/>
              <a:round/>
            </a:ln>
            <a:effectLst/>
          </p:spPr>
        </p:sp>
        <p:sp>
          <p:nvSpPr>
            <p:cNvPr id="61906" name=""/>
            <p:cNvSpPr/>
            <p:nvPr/>
          </p:nvSpPr>
          <p:spPr>
            <a:xfrm>
              <a:off x="4269" y="3424"/>
              <a:ext cx="102" cy="17"/>
            </a:xfrm>
            <a:custGeom>
              <a:pathLst>
                <a:path w="102" h="17">
                  <a:moveTo>
                    <a:pt x="0" y="16"/>
                  </a:moveTo>
                  <a:lnTo>
                    <a:pt x="2" y="4"/>
                  </a:lnTo>
                  <a:lnTo>
                    <a:pt x="2" y="0"/>
                  </a:lnTo>
                  <a:lnTo>
                    <a:pt x="93" y="0"/>
                  </a:lnTo>
                  <a:lnTo>
                    <a:pt x="101" y="16"/>
                  </a:lnTo>
                  <a:lnTo>
                    <a:pt x="0" y="16"/>
                  </a:lnTo>
                  <a:lnTo>
                    <a:pt x="0" y="16"/>
                  </a:lnTo>
                  <a:lnTo>
                    <a:pt x="0" y="16"/>
                  </a:lnTo>
                </a:path>
              </a:pathLst>
            </a:custGeom>
            <a:solidFill>
              <a:srgbClr val="3E3E3E"/>
            </a:solidFill>
            <a:ln cap="rnd">
              <a:noFill/>
              <a:round/>
            </a:ln>
            <a:effectLst/>
          </p:spPr>
        </p:sp>
        <p:sp>
          <p:nvSpPr>
            <p:cNvPr id="61907" name=""/>
            <p:cNvSpPr/>
            <p:nvPr/>
          </p:nvSpPr>
          <p:spPr>
            <a:xfrm>
              <a:off x="4271" y="3419"/>
              <a:ext cx="93" cy="17"/>
            </a:xfrm>
            <a:custGeom>
              <a:pathLst>
                <a:path w="93" h="17">
                  <a:moveTo>
                    <a:pt x="0" y="16"/>
                  </a:moveTo>
                  <a:lnTo>
                    <a:pt x="1" y="0"/>
                  </a:lnTo>
                  <a:lnTo>
                    <a:pt x="83" y="0"/>
                  </a:lnTo>
                  <a:lnTo>
                    <a:pt x="92" y="16"/>
                  </a:lnTo>
                  <a:lnTo>
                    <a:pt x="0" y="16"/>
                  </a:lnTo>
                  <a:lnTo>
                    <a:pt x="0" y="16"/>
                  </a:lnTo>
                </a:path>
              </a:pathLst>
            </a:custGeom>
            <a:solidFill>
              <a:srgbClr val="3B3B3B"/>
            </a:solidFill>
            <a:ln cap="rnd">
              <a:noFill/>
              <a:round/>
            </a:ln>
            <a:effectLst/>
          </p:spPr>
        </p:sp>
        <p:sp>
          <p:nvSpPr>
            <p:cNvPr id="61908" name=""/>
            <p:cNvSpPr/>
            <p:nvPr/>
          </p:nvSpPr>
          <p:spPr>
            <a:xfrm>
              <a:off x="4273" y="3415"/>
              <a:ext cx="82" cy="17"/>
            </a:xfrm>
            <a:custGeom>
              <a:pathLst>
                <a:path w="82" h="17">
                  <a:moveTo>
                    <a:pt x="0" y="16"/>
                  </a:moveTo>
                  <a:lnTo>
                    <a:pt x="0" y="4"/>
                  </a:lnTo>
                  <a:lnTo>
                    <a:pt x="0" y="0"/>
                  </a:lnTo>
                  <a:lnTo>
                    <a:pt x="74" y="0"/>
                  </a:lnTo>
                  <a:lnTo>
                    <a:pt x="81" y="16"/>
                  </a:lnTo>
                  <a:lnTo>
                    <a:pt x="0" y="16"/>
                  </a:lnTo>
                  <a:lnTo>
                    <a:pt x="0" y="16"/>
                  </a:lnTo>
                  <a:lnTo>
                    <a:pt x="0" y="16"/>
                  </a:lnTo>
                </a:path>
              </a:pathLst>
            </a:custGeom>
            <a:solidFill>
              <a:srgbClr val="393939"/>
            </a:solidFill>
            <a:ln cap="rnd">
              <a:noFill/>
              <a:round/>
            </a:ln>
            <a:effectLst/>
          </p:spPr>
        </p:sp>
        <p:sp>
          <p:nvSpPr>
            <p:cNvPr id="61909" name=""/>
            <p:cNvSpPr/>
            <p:nvPr/>
          </p:nvSpPr>
          <p:spPr>
            <a:xfrm>
              <a:off x="4273" y="3410"/>
              <a:ext cx="76" cy="17"/>
            </a:xfrm>
            <a:custGeom>
              <a:pathLst>
                <a:path w="76" h="17">
                  <a:moveTo>
                    <a:pt x="0" y="16"/>
                  </a:moveTo>
                  <a:lnTo>
                    <a:pt x="3" y="0"/>
                  </a:lnTo>
                  <a:lnTo>
                    <a:pt x="66" y="0"/>
                  </a:lnTo>
                  <a:lnTo>
                    <a:pt x="75" y="16"/>
                  </a:lnTo>
                  <a:lnTo>
                    <a:pt x="0" y="16"/>
                  </a:lnTo>
                  <a:lnTo>
                    <a:pt x="0" y="16"/>
                  </a:lnTo>
                  <a:lnTo>
                    <a:pt x="0" y="16"/>
                  </a:lnTo>
                </a:path>
              </a:pathLst>
            </a:custGeom>
            <a:solidFill>
              <a:srgbClr val="363636"/>
            </a:solidFill>
            <a:ln cap="rnd">
              <a:noFill/>
              <a:round/>
            </a:ln>
            <a:effectLst/>
          </p:spPr>
        </p:sp>
        <p:sp>
          <p:nvSpPr>
            <p:cNvPr id="61910" name=""/>
            <p:cNvSpPr/>
            <p:nvPr/>
          </p:nvSpPr>
          <p:spPr>
            <a:xfrm>
              <a:off x="4276" y="3383"/>
              <a:ext cx="64" cy="28"/>
            </a:xfrm>
            <a:custGeom>
              <a:pathLst>
                <a:path w="64" h="28">
                  <a:moveTo>
                    <a:pt x="0" y="27"/>
                  </a:moveTo>
                  <a:lnTo>
                    <a:pt x="0" y="25"/>
                  </a:lnTo>
                  <a:lnTo>
                    <a:pt x="4" y="17"/>
                  </a:lnTo>
                  <a:lnTo>
                    <a:pt x="9" y="10"/>
                  </a:lnTo>
                  <a:lnTo>
                    <a:pt x="14" y="3"/>
                  </a:lnTo>
                  <a:lnTo>
                    <a:pt x="15" y="3"/>
                  </a:lnTo>
                  <a:lnTo>
                    <a:pt x="16" y="2"/>
                  </a:lnTo>
                  <a:lnTo>
                    <a:pt x="16" y="1"/>
                  </a:lnTo>
                  <a:lnTo>
                    <a:pt x="17" y="0"/>
                  </a:lnTo>
                  <a:lnTo>
                    <a:pt x="63" y="27"/>
                  </a:lnTo>
                  <a:lnTo>
                    <a:pt x="0" y="27"/>
                  </a:lnTo>
                  <a:lnTo>
                    <a:pt x="0" y="27"/>
                  </a:lnTo>
                  <a:lnTo>
                    <a:pt x="0" y="27"/>
                  </a:lnTo>
                </a:path>
              </a:pathLst>
            </a:custGeom>
            <a:solidFill>
              <a:srgbClr val="333333"/>
            </a:solidFill>
            <a:ln cap="rnd">
              <a:noFill/>
              <a:round/>
            </a:ln>
            <a:effectLst/>
          </p:spPr>
        </p:sp>
        <p:sp>
          <p:nvSpPr>
            <p:cNvPr id="61911" name=""/>
            <p:cNvSpPr/>
            <p:nvPr/>
          </p:nvSpPr>
          <p:spPr>
            <a:xfrm>
              <a:off x="4335" y="3162"/>
              <a:ext cx="214" cy="240"/>
            </a:xfrm>
            <a:custGeom>
              <a:pathLst>
                <a:path w="214" h="240">
                  <a:moveTo>
                    <a:pt x="0" y="0"/>
                  </a:moveTo>
                  <a:lnTo>
                    <a:pt x="213" y="176"/>
                  </a:lnTo>
                  <a:lnTo>
                    <a:pt x="213" y="191"/>
                  </a:lnTo>
                  <a:lnTo>
                    <a:pt x="213" y="207"/>
                  </a:lnTo>
                  <a:lnTo>
                    <a:pt x="213" y="223"/>
                  </a:lnTo>
                  <a:lnTo>
                    <a:pt x="213" y="239"/>
                  </a:lnTo>
                  <a:lnTo>
                    <a:pt x="0" y="79"/>
                  </a:lnTo>
                  <a:lnTo>
                    <a:pt x="0" y="59"/>
                  </a:lnTo>
                  <a:lnTo>
                    <a:pt x="0" y="40"/>
                  </a:lnTo>
                  <a:lnTo>
                    <a:pt x="0" y="20"/>
                  </a:lnTo>
                  <a:lnTo>
                    <a:pt x="0" y="0"/>
                  </a:lnTo>
                  <a:lnTo>
                    <a:pt x="0" y="0"/>
                  </a:lnTo>
                  <a:lnTo>
                    <a:pt x="0" y="0"/>
                  </a:lnTo>
                </a:path>
              </a:pathLst>
            </a:custGeom>
            <a:solidFill>
              <a:srgbClr val="808080"/>
            </a:solidFill>
            <a:ln cap="rnd">
              <a:noFill/>
              <a:round/>
            </a:ln>
            <a:effectLst/>
          </p:spPr>
        </p:sp>
        <p:sp>
          <p:nvSpPr>
            <p:cNvPr id="61912" name=""/>
            <p:cNvSpPr/>
            <p:nvPr/>
          </p:nvSpPr>
          <p:spPr>
            <a:xfrm>
              <a:off x="4335" y="3975"/>
              <a:ext cx="214" cy="63"/>
            </a:xfrm>
            <a:custGeom>
              <a:pathLst>
                <a:path w="214" h="63">
                  <a:moveTo>
                    <a:pt x="0" y="0"/>
                  </a:moveTo>
                  <a:lnTo>
                    <a:pt x="213" y="13"/>
                  </a:lnTo>
                  <a:lnTo>
                    <a:pt x="213" y="26"/>
                  </a:lnTo>
                  <a:lnTo>
                    <a:pt x="213" y="38"/>
                  </a:lnTo>
                  <a:lnTo>
                    <a:pt x="213" y="50"/>
                  </a:lnTo>
                  <a:lnTo>
                    <a:pt x="213" y="62"/>
                  </a:lnTo>
                  <a:lnTo>
                    <a:pt x="0" y="61"/>
                  </a:lnTo>
                  <a:lnTo>
                    <a:pt x="0" y="45"/>
                  </a:lnTo>
                  <a:lnTo>
                    <a:pt x="0" y="31"/>
                  </a:lnTo>
                  <a:lnTo>
                    <a:pt x="0" y="16"/>
                  </a:lnTo>
                  <a:lnTo>
                    <a:pt x="0" y="0"/>
                  </a:lnTo>
                  <a:lnTo>
                    <a:pt x="0" y="0"/>
                  </a:lnTo>
                  <a:lnTo>
                    <a:pt x="0" y="0"/>
                  </a:lnTo>
                </a:path>
              </a:pathLst>
            </a:custGeom>
            <a:solidFill>
              <a:srgbClr val="808080"/>
            </a:solidFill>
            <a:ln cap="rnd">
              <a:noFill/>
              <a:round/>
            </a:ln>
            <a:effectLst/>
          </p:spPr>
        </p:sp>
        <p:sp>
          <p:nvSpPr>
            <p:cNvPr id="61913" name=""/>
            <p:cNvSpPr/>
            <p:nvPr/>
          </p:nvSpPr>
          <p:spPr>
            <a:xfrm>
              <a:off x="4398" y="3859"/>
              <a:ext cx="151" cy="28"/>
            </a:xfrm>
            <a:custGeom>
              <a:pathLst>
                <a:path w="151" h="28">
                  <a:moveTo>
                    <a:pt x="0" y="0"/>
                  </a:moveTo>
                  <a:lnTo>
                    <a:pt x="150" y="27"/>
                  </a:lnTo>
                  <a:lnTo>
                    <a:pt x="150" y="0"/>
                  </a:lnTo>
                  <a:lnTo>
                    <a:pt x="0" y="0"/>
                  </a:lnTo>
                  <a:lnTo>
                    <a:pt x="0" y="0"/>
                  </a:lnTo>
                  <a:lnTo>
                    <a:pt x="0" y="0"/>
                  </a:lnTo>
                </a:path>
              </a:pathLst>
            </a:custGeom>
            <a:solidFill>
              <a:srgbClr val="808080"/>
            </a:solidFill>
            <a:ln cap="rnd">
              <a:noFill/>
              <a:round/>
            </a:ln>
            <a:effectLst/>
          </p:spPr>
        </p:sp>
        <p:sp>
          <p:nvSpPr>
            <p:cNvPr id="61914" name=""/>
            <p:cNvSpPr/>
            <p:nvPr/>
          </p:nvSpPr>
          <p:spPr>
            <a:xfrm>
              <a:off x="4373" y="3855"/>
              <a:ext cx="176" cy="17"/>
            </a:xfrm>
            <a:custGeom>
              <a:pathLst>
                <a:path w="176" h="17">
                  <a:moveTo>
                    <a:pt x="25" y="16"/>
                  </a:moveTo>
                  <a:lnTo>
                    <a:pt x="0" y="0"/>
                  </a:lnTo>
                  <a:lnTo>
                    <a:pt x="175" y="0"/>
                  </a:lnTo>
                  <a:lnTo>
                    <a:pt x="175" y="16"/>
                  </a:lnTo>
                  <a:lnTo>
                    <a:pt x="25" y="16"/>
                  </a:lnTo>
                  <a:lnTo>
                    <a:pt x="25" y="16"/>
                  </a:lnTo>
                  <a:lnTo>
                    <a:pt x="25" y="16"/>
                  </a:lnTo>
                </a:path>
              </a:pathLst>
            </a:custGeom>
            <a:solidFill>
              <a:srgbClr val="808080"/>
            </a:solidFill>
            <a:ln cap="rnd">
              <a:noFill/>
              <a:round/>
            </a:ln>
            <a:effectLst/>
          </p:spPr>
        </p:sp>
        <p:sp>
          <p:nvSpPr>
            <p:cNvPr id="61915" name=""/>
            <p:cNvSpPr/>
            <p:nvPr/>
          </p:nvSpPr>
          <p:spPr>
            <a:xfrm>
              <a:off x="4348" y="3850"/>
              <a:ext cx="201" cy="17"/>
            </a:xfrm>
            <a:custGeom>
              <a:pathLst>
                <a:path w="201" h="17">
                  <a:moveTo>
                    <a:pt x="25" y="16"/>
                  </a:moveTo>
                  <a:lnTo>
                    <a:pt x="0" y="0"/>
                  </a:lnTo>
                  <a:lnTo>
                    <a:pt x="200" y="0"/>
                  </a:lnTo>
                  <a:lnTo>
                    <a:pt x="200" y="16"/>
                  </a:lnTo>
                  <a:lnTo>
                    <a:pt x="25" y="16"/>
                  </a:lnTo>
                  <a:lnTo>
                    <a:pt x="25" y="16"/>
                  </a:lnTo>
                  <a:lnTo>
                    <a:pt x="25" y="16"/>
                  </a:lnTo>
                </a:path>
              </a:pathLst>
            </a:custGeom>
            <a:solidFill>
              <a:srgbClr val="7D7D7D"/>
            </a:solidFill>
            <a:ln cap="rnd">
              <a:noFill/>
              <a:round/>
            </a:ln>
            <a:effectLst/>
          </p:spPr>
        </p:sp>
        <p:sp>
          <p:nvSpPr>
            <p:cNvPr id="61916" name=""/>
            <p:cNvSpPr/>
            <p:nvPr/>
          </p:nvSpPr>
          <p:spPr>
            <a:xfrm>
              <a:off x="4335" y="3846"/>
              <a:ext cx="214" cy="17"/>
            </a:xfrm>
            <a:custGeom>
              <a:pathLst>
                <a:path w="214" h="17">
                  <a:moveTo>
                    <a:pt x="12" y="16"/>
                  </a:moveTo>
                  <a:lnTo>
                    <a:pt x="0" y="8"/>
                  </a:lnTo>
                  <a:lnTo>
                    <a:pt x="0" y="0"/>
                  </a:lnTo>
                  <a:lnTo>
                    <a:pt x="213" y="0"/>
                  </a:lnTo>
                  <a:lnTo>
                    <a:pt x="213" y="8"/>
                  </a:lnTo>
                  <a:lnTo>
                    <a:pt x="213" y="16"/>
                  </a:lnTo>
                  <a:lnTo>
                    <a:pt x="12" y="16"/>
                  </a:lnTo>
                  <a:lnTo>
                    <a:pt x="12" y="16"/>
                  </a:lnTo>
                  <a:lnTo>
                    <a:pt x="12" y="16"/>
                  </a:lnTo>
                </a:path>
              </a:pathLst>
            </a:custGeom>
            <a:solidFill>
              <a:srgbClr val="7B7B7B"/>
            </a:solidFill>
            <a:ln cap="rnd">
              <a:noFill/>
              <a:round/>
            </a:ln>
            <a:effectLst/>
          </p:spPr>
        </p:sp>
        <p:sp>
          <p:nvSpPr>
            <p:cNvPr id="61917" name=""/>
            <p:cNvSpPr/>
            <p:nvPr/>
          </p:nvSpPr>
          <p:spPr>
            <a:xfrm>
              <a:off x="4335" y="3841"/>
              <a:ext cx="214" cy="17"/>
            </a:xfrm>
            <a:custGeom>
              <a:pathLst>
                <a:path w="214" h="17">
                  <a:moveTo>
                    <a:pt x="0" y="16"/>
                  </a:moveTo>
                  <a:lnTo>
                    <a:pt x="0" y="0"/>
                  </a:lnTo>
                  <a:lnTo>
                    <a:pt x="213" y="0"/>
                  </a:lnTo>
                  <a:lnTo>
                    <a:pt x="213" y="16"/>
                  </a:lnTo>
                  <a:lnTo>
                    <a:pt x="0" y="16"/>
                  </a:lnTo>
                  <a:lnTo>
                    <a:pt x="0" y="16"/>
                  </a:lnTo>
                  <a:lnTo>
                    <a:pt x="0" y="16"/>
                  </a:lnTo>
                </a:path>
              </a:pathLst>
            </a:custGeom>
            <a:solidFill>
              <a:srgbClr val="7B7B7B"/>
            </a:solidFill>
            <a:ln cap="rnd">
              <a:noFill/>
              <a:round/>
            </a:ln>
            <a:effectLst/>
          </p:spPr>
        </p:sp>
        <p:sp>
          <p:nvSpPr>
            <p:cNvPr id="61918" name=""/>
            <p:cNvSpPr/>
            <p:nvPr/>
          </p:nvSpPr>
          <p:spPr>
            <a:xfrm>
              <a:off x="4335" y="3836"/>
              <a:ext cx="214" cy="17"/>
            </a:xfrm>
            <a:custGeom>
              <a:pathLst>
                <a:path w="214" h="17">
                  <a:moveTo>
                    <a:pt x="0" y="16"/>
                  </a:moveTo>
                  <a:lnTo>
                    <a:pt x="0" y="0"/>
                  </a:lnTo>
                  <a:lnTo>
                    <a:pt x="213" y="0"/>
                  </a:lnTo>
                  <a:lnTo>
                    <a:pt x="213" y="16"/>
                  </a:lnTo>
                  <a:lnTo>
                    <a:pt x="0" y="16"/>
                  </a:lnTo>
                  <a:lnTo>
                    <a:pt x="0" y="16"/>
                  </a:lnTo>
                </a:path>
              </a:pathLst>
            </a:custGeom>
            <a:solidFill>
              <a:srgbClr val="787878"/>
            </a:solidFill>
            <a:ln cap="rnd">
              <a:noFill/>
              <a:round/>
            </a:ln>
            <a:effectLst/>
          </p:spPr>
        </p:sp>
        <p:sp>
          <p:nvSpPr>
            <p:cNvPr id="61919" name=""/>
            <p:cNvSpPr/>
            <p:nvPr/>
          </p:nvSpPr>
          <p:spPr>
            <a:xfrm>
              <a:off x="4335" y="3832"/>
              <a:ext cx="214" cy="17"/>
            </a:xfrm>
            <a:custGeom>
              <a:pathLst>
                <a:path w="214" h="17">
                  <a:moveTo>
                    <a:pt x="0" y="16"/>
                  </a:moveTo>
                  <a:lnTo>
                    <a:pt x="0" y="0"/>
                  </a:lnTo>
                  <a:lnTo>
                    <a:pt x="213" y="0"/>
                  </a:lnTo>
                  <a:lnTo>
                    <a:pt x="213" y="16"/>
                  </a:lnTo>
                  <a:lnTo>
                    <a:pt x="0" y="16"/>
                  </a:lnTo>
                  <a:lnTo>
                    <a:pt x="0" y="16"/>
                  </a:lnTo>
                </a:path>
              </a:pathLst>
            </a:custGeom>
            <a:solidFill>
              <a:srgbClr val="767676"/>
            </a:solidFill>
            <a:ln cap="rnd">
              <a:noFill/>
              <a:round/>
            </a:ln>
            <a:effectLst/>
          </p:spPr>
        </p:sp>
        <p:sp>
          <p:nvSpPr>
            <p:cNvPr id="61920" name=""/>
            <p:cNvSpPr/>
            <p:nvPr/>
          </p:nvSpPr>
          <p:spPr>
            <a:xfrm>
              <a:off x="4335" y="3827"/>
              <a:ext cx="214" cy="17"/>
            </a:xfrm>
            <a:custGeom>
              <a:pathLst>
                <a:path w="214" h="17">
                  <a:moveTo>
                    <a:pt x="0" y="16"/>
                  </a:moveTo>
                  <a:lnTo>
                    <a:pt x="0" y="0"/>
                  </a:lnTo>
                  <a:lnTo>
                    <a:pt x="213" y="0"/>
                  </a:lnTo>
                  <a:lnTo>
                    <a:pt x="213" y="16"/>
                  </a:lnTo>
                  <a:lnTo>
                    <a:pt x="0" y="16"/>
                  </a:lnTo>
                  <a:lnTo>
                    <a:pt x="0" y="16"/>
                  </a:lnTo>
                  <a:lnTo>
                    <a:pt x="0" y="16"/>
                  </a:lnTo>
                </a:path>
              </a:pathLst>
            </a:custGeom>
            <a:solidFill>
              <a:srgbClr val="737373"/>
            </a:solidFill>
            <a:ln cap="rnd">
              <a:noFill/>
              <a:round/>
            </a:ln>
            <a:effectLst/>
          </p:spPr>
        </p:sp>
        <p:sp>
          <p:nvSpPr>
            <p:cNvPr id="61921" name=""/>
            <p:cNvSpPr/>
            <p:nvPr/>
          </p:nvSpPr>
          <p:spPr>
            <a:xfrm>
              <a:off x="4335" y="3823"/>
              <a:ext cx="214" cy="17"/>
            </a:xfrm>
            <a:custGeom>
              <a:pathLst>
                <a:path w="214" h="17">
                  <a:moveTo>
                    <a:pt x="0" y="16"/>
                  </a:moveTo>
                  <a:lnTo>
                    <a:pt x="0" y="0"/>
                  </a:lnTo>
                  <a:lnTo>
                    <a:pt x="213" y="0"/>
                  </a:lnTo>
                  <a:lnTo>
                    <a:pt x="213" y="16"/>
                  </a:lnTo>
                  <a:lnTo>
                    <a:pt x="0" y="16"/>
                  </a:lnTo>
                  <a:lnTo>
                    <a:pt x="0" y="16"/>
                  </a:lnTo>
                  <a:lnTo>
                    <a:pt x="0" y="16"/>
                  </a:lnTo>
                </a:path>
              </a:pathLst>
            </a:custGeom>
            <a:solidFill>
              <a:srgbClr val="717171"/>
            </a:solidFill>
            <a:ln cap="rnd">
              <a:noFill/>
              <a:round/>
            </a:ln>
            <a:effectLst/>
          </p:spPr>
        </p:sp>
        <p:sp>
          <p:nvSpPr>
            <p:cNvPr id="61922" name=""/>
            <p:cNvSpPr/>
            <p:nvPr/>
          </p:nvSpPr>
          <p:spPr>
            <a:xfrm>
              <a:off x="4335" y="3818"/>
              <a:ext cx="214" cy="17"/>
            </a:xfrm>
            <a:custGeom>
              <a:pathLst>
                <a:path w="214" h="17">
                  <a:moveTo>
                    <a:pt x="0" y="16"/>
                  </a:moveTo>
                  <a:lnTo>
                    <a:pt x="0" y="0"/>
                  </a:lnTo>
                  <a:lnTo>
                    <a:pt x="213" y="0"/>
                  </a:lnTo>
                  <a:lnTo>
                    <a:pt x="213" y="16"/>
                  </a:lnTo>
                  <a:lnTo>
                    <a:pt x="0" y="16"/>
                  </a:lnTo>
                  <a:lnTo>
                    <a:pt x="0" y="16"/>
                  </a:lnTo>
                  <a:lnTo>
                    <a:pt x="0" y="16"/>
                  </a:lnTo>
                </a:path>
              </a:pathLst>
            </a:custGeom>
            <a:solidFill>
              <a:srgbClr val="717171"/>
            </a:solidFill>
            <a:ln cap="rnd">
              <a:noFill/>
              <a:round/>
            </a:ln>
            <a:effectLst/>
          </p:spPr>
        </p:sp>
        <p:sp>
          <p:nvSpPr>
            <p:cNvPr id="61923" name=""/>
            <p:cNvSpPr/>
            <p:nvPr/>
          </p:nvSpPr>
          <p:spPr>
            <a:xfrm>
              <a:off x="4335" y="3813"/>
              <a:ext cx="214" cy="17"/>
            </a:xfrm>
            <a:custGeom>
              <a:pathLst>
                <a:path w="214" h="17">
                  <a:moveTo>
                    <a:pt x="0" y="16"/>
                  </a:moveTo>
                  <a:lnTo>
                    <a:pt x="0" y="0"/>
                  </a:lnTo>
                  <a:lnTo>
                    <a:pt x="213" y="0"/>
                  </a:lnTo>
                  <a:lnTo>
                    <a:pt x="213" y="16"/>
                  </a:lnTo>
                  <a:lnTo>
                    <a:pt x="0" y="16"/>
                  </a:lnTo>
                  <a:lnTo>
                    <a:pt x="0" y="16"/>
                  </a:lnTo>
                </a:path>
              </a:pathLst>
            </a:custGeom>
            <a:solidFill>
              <a:srgbClr val="6E6E6E"/>
            </a:solidFill>
            <a:ln cap="rnd">
              <a:noFill/>
              <a:round/>
            </a:ln>
            <a:effectLst/>
          </p:spPr>
        </p:sp>
        <p:sp>
          <p:nvSpPr>
            <p:cNvPr id="61924" name=""/>
            <p:cNvSpPr/>
            <p:nvPr/>
          </p:nvSpPr>
          <p:spPr>
            <a:xfrm>
              <a:off x="4335" y="3809"/>
              <a:ext cx="214" cy="17"/>
            </a:xfrm>
            <a:custGeom>
              <a:pathLst>
                <a:path w="214" h="17">
                  <a:moveTo>
                    <a:pt x="0" y="16"/>
                  </a:moveTo>
                  <a:lnTo>
                    <a:pt x="0" y="0"/>
                  </a:lnTo>
                  <a:lnTo>
                    <a:pt x="213" y="0"/>
                  </a:lnTo>
                  <a:lnTo>
                    <a:pt x="213" y="8"/>
                  </a:lnTo>
                  <a:lnTo>
                    <a:pt x="213" y="16"/>
                  </a:lnTo>
                  <a:lnTo>
                    <a:pt x="0" y="16"/>
                  </a:lnTo>
                  <a:lnTo>
                    <a:pt x="0" y="16"/>
                  </a:lnTo>
                  <a:lnTo>
                    <a:pt x="0" y="16"/>
                  </a:lnTo>
                </a:path>
              </a:pathLst>
            </a:custGeom>
            <a:solidFill>
              <a:srgbClr val="6C6C6C"/>
            </a:solidFill>
            <a:ln cap="rnd">
              <a:noFill/>
              <a:round/>
            </a:ln>
            <a:effectLst/>
          </p:spPr>
        </p:sp>
        <p:sp>
          <p:nvSpPr>
            <p:cNvPr id="61925" name=""/>
            <p:cNvSpPr/>
            <p:nvPr/>
          </p:nvSpPr>
          <p:spPr>
            <a:xfrm>
              <a:off x="4335" y="3805"/>
              <a:ext cx="214" cy="17"/>
            </a:xfrm>
            <a:custGeom>
              <a:pathLst>
                <a:path w="214" h="17">
                  <a:moveTo>
                    <a:pt x="0" y="16"/>
                  </a:moveTo>
                  <a:lnTo>
                    <a:pt x="0" y="0"/>
                  </a:lnTo>
                  <a:lnTo>
                    <a:pt x="213" y="0"/>
                  </a:lnTo>
                  <a:lnTo>
                    <a:pt x="213" y="16"/>
                  </a:lnTo>
                  <a:lnTo>
                    <a:pt x="0" y="16"/>
                  </a:lnTo>
                  <a:lnTo>
                    <a:pt x="0" y="16"/>
                  </a:lnTo>
                </a:path>
              </a:pathLst>
            </a:custGeom>
            <a:solidFill>
              <a:srgbClr val="696969"/>
            </a:solidFill>
            <a:ln cap="rnd">
              <a:noFill/>
              <a:round/>
            </a:ln>
            <a:effectLst/>
          </p:spPr>
        </p:sp>
        <p:sp>
          <p:nvSpPr>
            <p:cNvPr id="61926" name=""/>
            <p:cNvSpPr/>
            <p:nvPr/>
          </p:nvSpPr>
          <p:spPr>
            <a:xfrm>
              <a:off x="4335" y="3800"/>
              <a:ext cx="214" cy="17"/>
            </a:xfrm>
            <a:custGeom>
              <a:pathLst>
                <a:path w="214" h="17">
                  <a:moveTo>
                    <a:pt x="0" y="12"/>
                  </a:moveTo>
                  <a:lnTo>
                    <a:pt x="0" y="3"/>
                  </a:lnTo>
                  <a:lnTo>
                    <a:pt x="0" y="0"/>
                  </a:lnTo>
                  <a:lnTo>
                    <a:pt x="213" y="0"/>
                  </a:lnTo>
                  <a:lnTo>
                    <a:pt x="213" y="16"/>
                  </a:lnTo>
                  <a:lnTo>
                    <a:pt x="0" y="16"/>
                  </a:lnTo>
                  <a:lnTo>
                    <a:pt x="0" y="16"/>
                  </a:lnTo>
                  <a:lnTo>
                    <a:pt x="0" y="12"/>
                  </a:lnTo>
                </a:path>
              </a:pathLst>
            </a:custGeom>
            <a:solidFill>
              <a:srgbClr val="666666"/>
            </a:solidFill>
            <a:ln cap="rnd">
              <a:noFill/>
              <a:round/>
            </a:ln>
            <a:effectLst/>
          </p:spPr>
        </p:sp>
        <p:sp>
          <p:nvSpPr>
            <p:cNvPr id="61927" name=""/>
            <p:cNvSpPr/>
            <p:nvPr/>
          </p:nvSpPr>
          <p:spPr>
            <a:xfrm>
              <a:off x="4335" y="3796"/>
              <a:ext cx="214" cy="17"/>
            </a:xfrm>
            <a:custGeom>
              <a:pathLst>
                <a:path w="214" h="17">
                  <a:moveTo>
                    <a:pt x="0" y="16"/>
                  </a:moveTo>
                  <a:lnTo>
                    <a:pt x="0" y="0"/>
                  </a:lnTo>
                  <a:lnTo>
                    <a:pt x="213" y="0"/>
                  </a:lnTo>
                  <a:lnTo>
                    <a:pt x="213" y="16"/>
                  </a:lnTo>
                  <a:lnTo>
                    <a:pt x="0" y="16"/>
                  </a:lnTo>
                  <a:lnTo>
                    <a:pt x="0" y="16"/>
                  </a:lnTo>
                  <a:lnTo>
                    <a:pt x="0" y="16"/>
                  </a:lnTo>
                </a:path>
              </a:pathLst>
            </a:custGeom>
            <a:solidFill>
              <a:srgbClr val="666666"/>
            </a:solidFill>
            <a:ln cap="rnd">
              <a:noFill/>
              <a:round/>
            </a:ln>
            <a:effectLst/>
          </p:spPr>
        </p:sp>
        <p:sp>
          <p:nvSpPr>
            <p:cNvPr id="61928" name=""/>
            <p:cNvSpPr/>
            <p:nvPr/>
          </p:nvSpPr>
          <p:spPr>
            <a:xfrm>
              <a:off x="4335" y="3791"/>
              <a:ext cx="214" cy="17"/>
            </a:xfrm>
            <a:custGeom>
              <a:pathLst>
                <a:path w="214" h="17">
                  <a:moveTo>
                    <a:pt x="0" y="12"/>
                  </a:moveTo>
                  <a:lnTo>
                    <a:pt x="0" y="0"/>
                  </a:lnTo>
                  <a:lnTo>
                    <a:pt x="213" y="0"/>
                  </a:lnTo>
                  <a:lnTo>
                    <a:pt x="213" y="16"/>
                  </a:lnTo>
                  <a:lnTo>
                    <a:pt x="0" y="16"/>
                  </a:lnTo>
                  <a:lnTo>
                    <a:pt x="0" y="16"/>
                  </a:lnTo>
                  <a:lnTo>
                    <a:pt x="0" y="12"/>
                  </a:lnTo>
                </a:path>
              </a:pathLst>
            </a:custGeom>
            <a:solidFill>
              <a:srgbClr val="646464"/>
            </a:solidFill>
            <a:ln cap="rnd">
              <a:noFill/>
              <a:round/>
            </a:ln>
            <a:effectLst/>
          </p:spPr>
        </p:sp>
        <p:sp>
          <p:nvSpPr>
            <p:cNvPr id="61929" name=""/>
            <p:cNvSpPr/>
            <p:nvPr/>
          </p:nvSpPr>
          <p:spPr>
            <a:xfrm>
              <a:off x="4335" y="3787"/>
              <a:ext cx="214" cy="17"/>
            </a:xfrm>
            <a:custGeom>
              <a:pathLst>
                <a:path w="214" h="17">
                  <a:moveTo>
                    <a:pt x="0" y="16"/>
                  </a:moveTo>
                  <a:lnTo>
                    <a:pt x="0" y="0"/>
                  </a:lnTo>
                  <a:lnTo>
                    <a:pt x="213" y="0"/>
                  </a:lnTo>
                  <a:lnTo>
                    <a:pt x="213" y="16"/>
                  </a:lnTo>
                  <a:lnTo>
                    <a:pt x="0" y="16"/>
                  </a:lnTo>
                  <a:lnTo>
                    <a:pt x="0" y="16"/>
                  </a:lnTo>
                  <a:lnTo>
                    <a:pt x="0" y="16"/>
                  </a:lnTo>
                </a:path>
              </a:pathLst>
            </a:custGeom>
            <a:solidFill>
              <a:srgbClr val="616161"/>
            </a:solidFill>
            <a:ln cap="rnd">
              <a:noFill/>
              <a:round/>
            </a:ln>
            <a:effectLst/>
          </p:spPr>
        </p:sp>
        <p:sp>
          <p:nvSpPr>
            <p:cNvPr id="61930" name=""/>
            <p:cNvSpPr/>
            <p:nvPr/>
          </p:nvSpPr>
          <p:spPr>
            <a:xfrm>
              <a:off x="4335" y="3782"/>
              <a:ext cx="214" cy="17"/>
            </a:xfrm>
            <a:custGeom>
              <a:pathLst>
                <a:path w="214" h="17">
                  <a:moveTo>
                    <a:pt x="0" y="16"/>
                  </a:moveTo>
                  <a:lnTo>
                    <a:pt x="0" y="0"/>
                  </a:lnTo>
                  <a:lnTo>
                    <a:pt x="213" y="0"/>
                  </a:lnTo>
                  <a:lnTo>
                    <a:pt x="213" y="16"/>
                  </a:lnTo>
                  <a:lnTo>
                    <a:pt x="0" y="16"/>
                  </a:lnTo>
                  <a:lnTo>
                    <a:pt x="0" y="16"/>
                  </a:lnTo>
                </a:path>
              </a:pathLst>
            </a:custGeom>
            <a:solidFill>
              <a:srgbClr val="5F5F5F"/>
            </a:solidFill>
            <a:ln cap="rnd">
              <a:noFill/>
              <a:round/>
            </a:ln>
            <a:effectLst/>
          </p:spPr>
        </p:sp>
        <p:sp>
          <p:nvSpPr>
            <p:cNvPr id="61931" name=""/>
            <p:cNvSpPr/>
            <p:nvPr/>
          </p:nvSpPr>
          <p:spPr>
            <a:xfrm>
              <a:off x="4335" y="3777"/>
              <a:ext cx="214" cy="17"/>
            </a:xfrm>
            <a:custGeom>
              <a:pathLst>
                <a:path w="214" h="17">
                  <a:moveTo>
                    <a:pt x="0" y="16"/>
                  </a:moveTo>
                  <a:lnTo>
                    <a:pt x="0" y="0"/>
                  </a:lnTo>
                  <a:lnTo>
                    <a:pt x="213" y="0"/>
                  </a:lnTo>
                  <a:lnTo>
                    <a:pt x="213" y="16"/>
                  </a:lnTo>
                  <a:lnTo>
                    <a:pt x="0" y="16"/>
                  </a:lnTo>
                  <a:lnTo>
                    <a:pt x="0" y="16"/>
                  </a:lnTo>
                  <a:lnTo>
                    <a:pt x="0" y="16"/>
                  </a:lnTo>
                </a:path>
              </a:pathLst>
            </a:custGeom>
            <a:solidFill>
              <a:srgbClr val="5F5F5F"/>
            </a:solidFill>
            <a:ln cap="rnd">
              <a:noFill/>
              <a:round/>
            </a:ln>
            <a:effectLst/>
          </p:spPr>
        </p:sp>
        <p:sp>
          <p:nvSpPr>
            <p:cNvPr id="61932" name=""/>
            <p:cNvSpPr/>
            <p:nvPr/>
          </p:nvSpPr>
          <p:spPr>
            <a:xfrm>
              <a:off x="4335" y="3773"/>
              <a:ext cx="214" cy="17"/>
            </a:xfrm>
            <a:custGeom>
              <a:pathLst>
                <a:path w="214" h="17">
                  <a:moveTo>
                    <a:pt x="0" y="16"/>
                  </a:moveTo>
                  <a:lnTo>
                    <a:pt x="0" y="0"/>
                  </a:lnTo>
                  <a:lnTo>
                    <a:pt x="213" y="0"/>
                  </a:lnTo>
                  <a:lnTo>
                    <a:pt x="213" y="0"/>
                  </a:lnTo>
                  <a:lnTo>
                    <a:pt x="213" y="16"/>
                  </a:lnTo>
                  <a:lnTo>
                    <a:pt x="0" y="16"/>
                  </a:lnTo>
                  <a:lnTo>
                    <a:pt x="0" y="16"/>
                  </a:lnTo>
                </a:path>
              </a:pathLst>
            </a:custGeom>
            <a:solidFill>
              <a:srgbClr val="5C5C5C"/>
            </a:solidFill>
            <a:ln cap="rnd">
              <a:noFill/>
              <a:round/>
            </a:ln>
            <a:effectLst/>
          </p:spPr>
        </p:sp>
        <p:sp>
          <p:nvSpPr>
            <p:cNvPr id="61933" name=""/>
            <p:cNvSpPr/>
            <p:nvPr/>
          </p:nvSpPr>
          <p:spPr>
            <a:xfrm>
              <a:off x="4335" y="3768"/>
              <a:ext cx="214" cy="17"/>
            </a:xfrm>
            <a:custGeom>
              <a:pathLst>
                <a:path w="214" h="17">
                  <a:moveTo>
                    <a:pt x="0" y="16"/>
                  </a:moveTo>
                  <a:lnTo>
                    <a:pt x="0" y="0"/>
                  </a:lnTo>
                  <a:lnTo>
                    <a:pt x="213" y="0"/>
                  </a:lnTo>
                  <a:lnTo>
                    <a:pt x="213" y="16"/>
                  </a:lnTo>
                  <a:lnTo>
                    <a:pt x="0" y="16"/>
                  </a:lnTo>
                  <a:lnTo>
                    <a:pt x="0" y="16"/>
                  </a:lnTo>
                </a:path>
              </a:pathLst>
            </a:custGeom>
            <a:solidFill>
              <a:srgbClr val="5A5A5A"/>
            </a:solidFill>
            <a:ln cap="rnd">
              <a:noFill/>
              <a:round/>
            </a:ln>
            <a:effectLst/>
          </p:spPr>
        </p:sp>
        <p:sp>
          <p:nvSpPr>
            <p:cNvPr id="61934" name=""/>
            <p:cNvSpPr/>
            <p:nvPr/>
          </p:nvSpPr>
          <p:spPr>
            <a:xfrm>
              <a:off x="4335" y="3763"/>
              <a:ext cx="214" cy="17"/>
            </a:xfrm>
            <a:custGeom>
              <a:pathLst>
                <a:path w="214" h="17">
                  <a:moveTo>
                    <a:pt x="0" y="16"/>
                  </a:moveTo>
                  <a:lnTo>
                    <a:pt x="0" y="0"/>
                  </a:lnTo>
                  <a:lnTo>
                    <a:pt x="213" y="0"/>
                  </a:lnTo>
                  <a:lnTo>
                    <a:pt x="213" y="16"/>
                  </a:lnTo>
                  <a:lnTo>
                    <a:pt x="0" y="16"/>
                  </a:lnTo>
                  <a:lnTo>
                    <a:pt x="0" y="16"/>
                  </a:lnTo>
                  <a:lnTo>
                    <a:pt x="0" y="16"/>
                  </a:lnTo>
                </a:path>
              </a:pathLst>
            </a:custGeom>
            <a:solidFill>
              <a:srgbClr val="5A5A5A"/>
            </a:solidFill>
            <a:ln cap="rnd">
              <a:noFill/>
              <a:round/>
            </a:ln>
            <a:effectLst/>
          </p:spPr>
        </p:sp>
        <p:sp>
          <p:nvSpPr>
            <p:cNvPr id="61935" name=""/>
            <p:cNvSpPr/>
            <p:nvPr/>
          </p:nvSpPr>
          <p:spPr>
            <a:xfrm>
              <a:off x="4335" y="3759"/>
              <a:ext cx="214" cy="17"/>
            </a:xfrm>
            <a:custGeom>
              <a:pathLst>
                <a:path w="214" h="17">
                  <a:moveTo>
                    <a:pt x="0" y="16"/>
                  </a:moveTo>
                  <a:lnTo>
                    <a:pt x="0" y="0"/>
                  </a:lnTo>
                  <a:lnTo>
                    <a:pt x="213" y="0"/>
                  </a:lnTo>
                  <a:lnTo>
                    <a:pt x="213" y="16"/>
                  </a:lnTo>
                  <a:lnTo>
                    <a:pt x="0" y="16"/>
                  </a:lnTo>
                  <a:lnTo>
                    <a:pt x="0" y="16"/>
                  </a:lnTo>
                </a:path>
              </a:pathLst>
            </a:custGeom>
            <a:solidFill>
              <a:srgbClr val="575757"/>
            </a:solidFill>
            <a:ln cap="rnd">
              <a:noFill/>
              <a:round/>
            </a:ln>
            <a:effectLst/>
          </p:spPr>
        </p:sp>
        <p:sp>
          <p:nvSpPr>
            <p:cNvPr id="61936" name=""/>
            <p:cNvSpPr/>
            <p:nvPr/>
          </p:nvSpPr>
          <p:spPr>
            <a:xfrm>
              <a:off x="4335" y="3754"/>
              <a:ext cx="214" cy="17"/>
            </a:xfrm>
            <a:custGeom>
              <a:pathLst>
                <a:path w="214" h="17">
                  <a:moveTo>
                    <a:pt x="0" y="16"/>
                  </a:moveTo>
                  <a:lnTo>
                    <a:pt x="0" y="0"/>
                  </a:lnTo>
                  <a:lnTo>
                    <a:pt x="213" y="0"/>
                  </a:lnTo>
                  <a:lnTo>
                    <a:pt x="213" y="16"/>
                  </a:lnTo>
                  <a:lnTo>
                    <a:pt x="0" y="16"/>
                  </a:lnTo>
                  <a:lnTo>
                    <a:pt x="0" y="16"/>
                  </a:lnTo>
                  <a:lnTo>
                    <a:pt x="0" y="16"/>
                  </a:lnTo>
                </a:path>
              </a:pathLst>
            </a:custGeom>
            <a:solidFill>
              <a:srgbClr val="555555"/>
            </a:solidFill>
            <a:ln cap="rnd">
              <a:noFill/>
              <a:round/>
            </a:ln>
            <a:effectLst/>
          </p:spPr>
        </p:sp>
        <p:sp>
          <p:nvSpPr>
            <p:cNvPr id="61937" name=""/>
            <p:cNvSpPr/>
            <p:nvPr/>
          </p:nvSpPr>
          <p:spPr>
            <a:xfrm>
              <a:off x="4335" y="3750"/>
              <a:ext cx="214" cy="17"/>
            </a:xfrm>
            <a:custGeom>
              <a:pathLst>
                <a:path w="214" h="17">
                  <a:moveTo>
                    <a:pt x="0" y="16"/>
                  </a:moveTo>
                  <a:lnTo>
                    <a:pt x="0" y="12"/>
                  </a:lnTo>
                  <a:lnTo>
                    <a:pt x="0" y="0"/>
                  </a:lnTo>
                  <a:lnTo>
                    <a:pt x="213" y="0"/>
                  </a:lnTo>
                  <a:lnTo>
                    <a:pt x="213" y="16"/>
                  </a:lnTo>
                  <a:lnTo>
                    <a:pt x="0" y="16"/>
                  </a:lnTo>
                  <a:lnTo>
                    <a:pt x="0" y="16"/>
                  </a:lnTo>
                </a:path>
              </a:pathLst>
            </a:custGeom>
            <a:solidFill>
              <a:srgbClr val="525252"/>
            </a:solidFill>
            <a:ln cap="rnd">
              <a:noFill/>
              <a:round/>
            </a:ln>
            <a:effectLst/>
          </p:spPr>
        </p:sp>
        <p:sp>
          <p:nvSpPr>
            <p:cNvPr id="61938" name=""/>
            <p:cNvSpPr/>
            <p:nvPr/>
          </p:nvSpPr>
          <p:spPr>
            <a:xfrm>
              <a:off x="4335" y="3745"/>
              <a:ext cx="214" cy="17"/>
            </a:xfrm>
            <a:custGeom>
              <a:pathLst>
                <a:path w="214" h="17">
                  <a:moveTo>
                    <a:pt x="0" y="16"/>
                  </a:moveTo>
                  <a:lnTo>
                    <a:pt x="0" y="0"/>
                  </a:lnTo>
                  <a:lnTo>
                    <a:pt x="213" y="0"/>
                  </a:lnTo>
                  <a:lnTo>
                    <a:pt x="213" y="16"/>
                  </a:lnTo>
                  <a:lnTo>
                    <a:pt x="0" y="16"/>
                  </a:lnTo>
                  <a:lnTo>
                    <a:pt x="0" y="16"/>
                  </a:lnTo>
                  <a:lnTo>
                    <a:pt x="0" y="16"/>
                  </a:lnTo>
                </a:path>
              </a:pathLst>
            </a:custGeom>
            <a:solidFill>
              <a:srgbClr val="505050"/>
            </a:solidFill>
            <a:ln cap="rnd">
              <a:noFill/>
              <a:round/>
            </a:ln>
            <a:effectLst/>
          </p:spPr>
        </p:sp>
        <p:sp>
          <p:nvSpPr>
            <p:cNvPr id="61939" name=""/>
            <p:cNvSpPr/>
            <p:nvPr/>
          </p:nvSpPr>
          <p:spPr>
            <a:xfrm>
              <a:off x="4335" y="3741"/>
              <a:ext cx="214" cy="17"/>
            </a:xfrm>
            <a:custGeom>
              <a:pathLst>
                <a:path w="214" h="17">
                  <a:moveTo>
                    <a:pt x="0" y="16"/>
                  </a:moveTo>
                  <a:lnTo>
                    <a:pt x="0" y="0"/>
                  </a:lnTo>
                  <a:lnTo>
                    <a:pt x="213" y="0"/>
                  </a:lnTo>
                  <a:lnTo>
                    <a:pt x="213" y="16"/>
                  </a:lnTo>
                  <a:lnTo>
                    <a:pt x="0" y="16"/>
                  </a:lnTo>
                  <a:lnTo>
                    <a:pt x="0" y="16"/>
                  </a:lnTo>
                </a:path>
              </a:pathLst>
            </a:custGeom>
            <a:solidFill>
              <a:srgbClr val="505050"/>
            </a:solidFill>
            <a:ln cap="rnd">
              <a:noFill/>
              <a:round/>
            </a:ln>
            <a:effectLst/>
          </p:spPr>
        </p:sp>
        <p:sp>
          <p:nvSpPr>
            <p:cNvPr id="61940" name=""/>
            <p:cNvSpPr/>
            <p:nvPr/>
          </p:nvSpPr>
          <p:spPr>
            <a:xfrm>
              <a:off x="4335" y="3736"/>
              <a:ext cx="214" cy="17"/>
            </a:xfrm>
            <a:custGeom>
              <a:pathLst>
                <a:path w="214" h="17">
                  <a:moveTo>
                    <a:pt x="0" y="16"/>
                  </a:moveTo>
                  <a:lnTo>
                    <a:pt x="0" y="0"/>
                  </a:lnTo>
                  <a:lnTo>
                    <a:pt x="213" y="0"/>
                  </a:lnTo>
                  <a:lnTo>
                    <a:pt x="213" y="16"/>
                  </a:lnTo>
                  <a:lnTo>
                    <a:pt x="0" y="16"/>
                  </a:lnTo>
                  <a:lnTo>
                    <a:pt x="0" y="16"/>
                  </a:lnTo>
                </a:path>
              </a:pathLst>
            </a:custGeom>
            <a:solidFill>
              <a:srgbClr val="4D4D4D"/>
            </a:solidFill>
            <a:ln cap="rnd">
              <a:noFill/>
              <a:round/>
            </a:ln>
            <a:effectLst/>
          </p:spPr>
        </p:sp>
        <p:sp>
          <p:nvSpPr>
            <p:cNvPr id="61941" name=""/>
            <p:cNvSpPr/>
            <p:nvPr/>
          </p:nvSpPr>
          <p:spPr>
            <a:xfrm>
              <a:off x="4335" y="3732"/>
              <a:ext cx="214" cy="17"/>
            </a:xfrm>
            <a:custGeom>
              <a:pathLst>
                <a:path w="214" h="17">
                  <a:moveTo>
                    <a:pt x="0" y="16"/>
                  </a:moveTo>
                  <a:lnTo>
                    <a:pt x="0" y="0"/>
                  </a:lnTo>
                  <a:lnTo>
                    <a:pt x="203" y="0"/>
                  </a:lnTo>
                  <a:lnTo>
                    <a:pt x="213" y="12"/>
                  </a:lnTo>
                  <a:lnTo>
                    <a:pt x="213" y="16"/>
                  </a:lnTo>
                  <a:lnTo>
                    <a:pt x="0" y="16"/>
                  </a:lnTo>
                  <a:lnTo>
                    <a:pt x="0" y="16"/>
                  </a:lnTo>
                </a:path>
              </a:pathLst>
            </a:custGeom>
            <a:solidFill>
              <a:srgbClr val="4A4A4A"/>
            </a:solidFill>
            <a:ln cap="rnd">
              <a:noFill/>
              <a:round/>
            </a:ln>
            <a:effectLst/>
          </p:spPr>
        </p:sp>
        <p:sp>
          <p:nvSpPr>
            <p:cNvPr id="61942" name=""/>
            <p:cNvSpPr/>
            <p:nvPr/>
          </p:nvSpPr>
          <p:spPr>
            <a:xfrm>
              <a:off x="4335" y="3727"/>
              <a:ext cx="204" cy="17"/>
            </a:xfrm>
            <a:custGeom>
              <a:pathLst>
                <a:path w="204" h="17">
                  <a:moveTo>
                    <a:pt x="0" y="16"/>
                  </a:moveTo>
                  <a:lnTo>
                    <a:pt x="0" y="0"/>
                  </a:lnTo>
                  <a:lnTo>
                    <a:pt x="191" y="0"/>
                  </a:lnTo>
                  <a:lnTo>
                    <a:pt x="203" y="16"/>
                  </a:lnTo>
                  <a:lnTo>
                    <a:pt x="0" y="16"/>
                  </a:lnTo>
                  <a:lnTo>
                    <a:pt x="0" y="16"/>
                  </a:lnTo>
                  <a:lnTo>
                    <a:pt x="0" y="16"/>
                  </a:lnTo>
                </a:path>
              </a:pathLst>
            </a:custGeom>
            <a:solidFill>
              <a:srgbClr val="484848"/>
            </a:solidFill>
            <a:ln cap="rnd">
              <a:noFill/>
              <a:round/>
            </a:ln>
            <a:effectLst/>
          </p:spPr>
        </p:sp>
        <p:sp>
          <p:nvSpPr>
            <p:cNvPr id="61943" name=""/>
            <p:cNvSpPr/>
            <p:nvPr/>
          </p:nvSpPr>
          <p:spPr>
            <a:xfrm>
              <a:off x="4335" y="3723"/>
              <a:ext cx="192" cy="17"/>
            </a:xfrm>
            <a:custGeom>
              <a:pathLst>
                <a:path w="192" h="17">
                  <a:moveTo>
                    <a:pt x="0" y="16"/>
                  </a:moveTo>
                  <a:lnTo>
                    <a:pt x="0" y="0"/>
                  </a:lnTo>
                  <a:lnTo>
                    <a:pt x="177" y="0"/>
                  </a:lnTo>
                  <a:lnTo>
                    <a:pt x="191" y="16"/>
                  </a:lnTo>
                  <a:lnTo>
                    <a:pt x="0" y="16"/>
                  </a:lnTo>
                  <a:lnTo>
                    <a:pt x="0" y="16"/>
                  </a:lnTo>
                  <a:lnTo>
                    <a:pt x="0" y="16"/>
                  </a:lnTo>
                </a:path>
              </a:pathLst>
            </a:custGeom>
            <a:solidFill>
              <a:srgbClr val="484848"/>
            </a:solidFill>
            <a:ln cap="rnd">
              <a:noFill/>
              <a:round/>
            </a:ln>
            <a:effectLst/>
          </p:spPr>
        </p:sp>
        <p:sp>
          <p:nvSpPr>
            <p:cNvPr id="61944" name=""/>
            <p:cNvSpPr/>
            <p:nvPr/>
          </p:nvSpPr>
          <p:spPr>
            <a:xfrm>
              <a:off x="4335" y="3718"/>
              <a:ext cx="179" cy="17"/>
            </a:xfrm>
            <a:custGeom>
              <a:pathLst>
                <a:path w="179" h="17">
                  <a:moveTo>
                    <a:pt x="0" y="16"/>
                  </a:moveTo>
                  <a:lnTo>
                    <a:pt x="0" y="0"/>
                  </a:lnTo>
                  <a:lnTo>
                    <a:pt x="165" y="0"/>
                  </a:lnTo>
                  <a:lnTo>
                    <a:pt x="178" y="16"/>
                  </a:lnTo>
                  <a:lnTo>
                    <a:pt x="0" y="16"/>
                  </a:lnTo>
                  <a:lnTo>
                    <a:pt x="0" y="16"/>
                  </a:lnTo>
                </a:path>
              </a:pathLst>
            </a:custGeom>
            <a:solidFill>
              <a:srgbClr val="454545"/>
            </a:solidFill>
            <a:ln cap="rnd">
              <a:noFill/>
              <a:round/>
            </a:ln>
            <a:effectLst/>
          </p:spPr>
        </p:sp>
        <p:sp>
          <p:nvSpPr>
            <p:cNvPr id="61945" name=""/>
            <p:cNvSpPr/>
            <p:nvPr/>
          </p:nvSpPr>
          <p:spPr>
            <a:xfrm>
              <a:off x="4335" y="3714"/>
              <a:ext cx="166" cy="17"/>
            </a:xfrm>
            <a:custGeom>
              <a:pathLst>
                <a:path w="166" h="17">
                  <a:moveTo>
                    <a:pt x="0" y="16"/>
                  </a:moveTo>
                  <a:lnTo>
                    <a:pt x="0" y="0"/>
                  </a:lnTo>
                  <a:lnTo>
                    <a:pt x="152" y="0"/>
                  </a:lnTo>
                  <a:lnTo>
                    <a:pt x="165" y="16"/>
                  </a:lnTo>
                  <a:lnTo>
                    <a:pt x="0" y="16"/>
                  </a:lnTo>
                  <a:lnTo>
                    <a:pt x="0" y="16"/>
                  </a:lnTo>
                  <a:lnTo>
                    <a:pt x="0" y="16"/>
                  </a:lnTo>
                </a:path>
              </a:pathLst>
            </a:custGeom>
            <a:solidFill>
              <a:srgbClr val="434343"/>
            </a:solidFill>
            <a:ln cap="rnd">
              <a:noFill/>
              <a:round/>
            </a:ln>
            <a:effectLst/>
          </p:spPr>
        </p:sp>
        <p:sp>
          <p:nvSpPr>
            <p:cNvPr id="61946" name=""/>
            <p:cNvSpPr/>
            <p:nvPr/>
          </p:nvSpPr>
          <p:spPr>
            <a:xfrm>
              <a:off x="4335" y="3709"/>
              <a:ext cx="154" cy="17"/>
            </a:xfrm>
            <a:custGeom>
              <a:pathLst>
                <a:path w="154" h="17">
                  <a:moveTo>
                    <a:pt x="0" y="16"/>
                  </a:moveTo>
                  <a:lnTo>
                    <a:pt x="0" y="0"/>
                  </a:lnTo>
                  <a:lnTo>
                    <a:pt x="139" y="0"/>
                  </a:lnTo>
                  <a:lnTo>
                    <a:pt x="153" y="16"/>
                  </a:lnTo>
                  <a:lnTo>
                    <a:pt x="0" y="16"/>
                  </a:lnTo>
                  <a:lnTo>
                    <a:pt x="0" y="16"/>
                  </a:lnTo>
                </a:path>
              </a:pathLst>
            </a:custGeom>
            <a:solidFill>
              <a:srgbClr val="404040"/>
            </a:solidFill>
            <a:ln cap="rnd">
              <a:noFill/>
              <a:round/>
            </a:ln>
            <a:effectLst/>
          </p:spPr>
        </p:sp>
        <p:sp>
          <p:nvSpPr>
            <p:cNvPr id="61947" name=""/>
            <p:cNvSpPr/>
            <p:nvPr/>
          </p:nvSpPr>
          <p:spPr>
            <a:xfrm>
              <a:off x="4335" y="3704"/>
              <a:ext cx="140" cy="17"/>
            </a:xfrm>
            <a:custGeom>
              <a:pathLst>
                <a:path w="140" h="17">
                  <a:moveTo>
                    <a:pt x="0" y="16"/>
                  </a:moveTo>
                  <a:lnTo>
                    <a:pt x="0" y="6"/>
                  </a:lnTo>
                  <a:lnTo>
                    <a:pt x="0" y="0"/>
                  </a:lnTo>
                  <a:lnTo>
                    <a:pt x="127" y="0"/>
                  </a:lnTo>
                  <a:lnTo>
                    <a:pt x="139" y="16"/>
                  </a:lnTo>
                  <a:lnTo>
                    <a:pt x="0" y="16"/>
                  </a:lnTo>
                  <a:lnTo>
                    <a:pt x="0" y="16"/>
                  </a:lnTo>
                </a:path>
              </a:pathLst>
            </a:custGeom>
            <a:solidFill>
              <a:srgbClr val="3E3E3E"/>
            </a:solidFill>
            <a:ln cap="rnd">
              <a:noFill/>
              <a:round/>
            </a:ln>
            <a:effectLst/>
          </p:spPr>
        </p:sp>
        <p:sp>
          <p:nvSpPr>
            <p:cNvPr id="61948" name=""/>
            <p:cNvSpPr/>
            <p:nvPr/>
          </p:nvSpPr>
          <p:spPr>
            <a:xfrm>
              <a:off x="4335" y="3699"/>
              <a:ext cx="129" cy="17"/>
            </a:xfrm>
            <a:custGeom>
              <a:pathLst>
                <a:path w="129" h="17">
                  <a:moveTo>
                    <a:pt x="0" y="16"/>
                  </a:moveTo>
                  <a:lnTo>
                    <a:pt x="0" y="0"/>
                  </a:lnTo>
                  <a:lnTo>
                    <a:pt x="114" y="0"/>
                  </a:lnTo>
                  <a:lnTo>
                    <a:pt x="128" y="16"/>
                  </a:lnTo>
                  <a:lnTo>
                    <a:pt x="0" y="16"/>
                  </a:lnTo>
                  <a:lnTo>
                    <a:pt x="0" y="16"/>
                  </a:lnTo>
                </a:path>
              </a:pathLst>
            </a:custGeom>
            <a:solidFill>
              <a:srgbClr val="3E3E3E"/>
            </a:solidFill>
            <a:ln cap="rnd">
              <a:noFill/>
              <a:round/>
            </a:ln>
            <a:effectLst/>
          </p:spPr>
        </p:sp>
        <p:sp>
          <p:nvSpPr>
            <p:cNvPr id="61949" name=""/>
            <p:cNvSpPr/>
            <p:nvPr/>
          </p:nvSpPr>
          <p:spPr>
            <a:xfrm>
              <a:off x="4335" y="3695"/>
              <a:ext cx="115" cy="17"/>
            </a:xfrm>
            <a:custGeom>
              <a:pathLst>
                <a:path w="115" h="17">
                  <a:moveTo>
                    <a:pt x="0" y="16"/>
                  </a:moveTo>
                  <a:lnTo>
                    <a:pt x="0" y="0"/>
                  </a:lnTo>
                  <a:lnTo>
                    <a:pt x="102" y="0"/>
                  </a:lnTo>
                  <a:lnTo>
                    <a:pt x="114" y="16"/>
                  </a:lnTo>
                  <a:lnTo>
                    <a:pt x="0" y="16"/>
                  </a:lnTo>
                  <a:lnTo>
                    <a:pt x="0" y="16"/>
                  </a:lnTo>
                </a:path>
              </a:pathLst>
            </a:custGeom>
            <a:solidFill>
              <a:srgbClr val="3B3B3B"/>
            </a:solidFill>
            <a:ln cap="rnd">
              <a:noFill/>
              <a:round/>
            </a:ln>
            <a:effectLst/>
          </p:spPr>
        </p:sp>
        <p:sp>
          <p:nvSpPr>
            <p:cNvPr id="61950" name=""/>
            <p:cNvSpPr/>
            <p:nvPr/>
          </p:nvSpPr>
          <p:spPr>
            <a:xfrm>
              <a:off x="4335" y="3690"/>
              <a:ext cx="104" cy="17"/>
            </a:xfrm>
            <a:custGeom>
              <a:pathLst>
                <a:path w="104" h="17">
                  <a:moveTo>
                    <a:pt x="0" y="16"/>
                  </a:moveTo>
                  <a:lnTo>
                    <a:pt x="0" y="0"/>
                  </a:lnTo>
                  <a:lnTo>
                    <a:pt x="88" y="0"/>
                  </a:lnTo>
                  <a:lnTo>
                    <a:pt x="103" y="16"/>
                  </a:lnTo>
                  <a:lnTo>
                    <a:pt x="0" y="16"/>
                  </a:lnTo>
                  <a:lnTo>
                    <a:pt x="0" y="16"/>
                  </a:lnTo>
                </a:path>
              </a:pathLst>
            </a:custGeom>
            <a:solidFill>
              <a:srgbClr val="393939"/>
            </a:solidFill>
            <a:ln cap="rnd">
              <a:noFill/>
              <a:round/>
            </a:ln>
            <a:effectLst/>
          </p:spPr>
        </p:sp>
        <p:sp>
          <p:nvSpPr>
            <p:cNvPr id="61951" name=""/>
            <p:cNvSpPr/>
            <p:nvPr/>
          </p:nvSpPr>
          <p:spPr>
            <a:xfrm>
              <a:off x="4335" y="3686"/>
              <a:ext cx="89" cy="17"/>
            </a:xfrm>
            <a:custGeom>
              <a:pathLst>
                <a:path w="89" h="17">
                  <a:moveTo>
                    <a:pt x="0" y="16"/>
                  </a:moveTo>
                  <a:lnTo>
                    <a:pt x="0" y="0"/>
                  </a:lnTo>
                  <a:lnTo>
                    <a:pt x="75" y="0"/>
                  </a:lnTo>
                  <a:lnTo>
                    <a:pt x="88" y="16"/>
                  </a:lnTo>
                  <a:lnTo>
                    <a:pt x="0" y="16"/>
                  </a:lnTo>
                  <a:lnTo>
                    <a:pt x="0" y="16"/>
                  </a:lnTo>
                </a:path>
              </a:pathLst>
            </a:custGeom>
            <a:solidFill>
              <a:srgbClr val="363636"/>
            </a:solidFill>
            <a:ln cap="rnd">
              <a:noFill/>
              <a:round/>
            </a:ln>
            <a:effectLst/>
          </p:spPr>
        </p:sp>
        <p:sp>
          <p:nvSpPr>
            <p:cNvPr id="61952" name=""/>
            <p:cNvSpPr/>
            <p:nvPr/>
          </p:nvSpPr>
          <p:spPr>
            <a:xfrm>
              <a:off x="4335" y="3659"/>
              <a:ext cx="76" cy="28"/>
            </a:xfrm>
            <a:custGeom>
              <a:pathLst>
                <a:path w="76" h="28">
                  <a:moveTo>
                    <a:pt x="0" y="27"/>
                  </a:moveTo>
                  <a:lnTo>
                    <a:pt x="0" y="0"/>
                  </a:lnTo>
                  <a:lnTo>
                    <a:pt x="75" y="27"/>
                  </a:lnTo>
                  <a:lnTo>
                    <a:pt x="0" y="27"/>
                  </a:lnTo>
                  <a:lnTo>
                    <a:pt x="0" y="27"/>
                  </a:lnTo>
                </a:path>
              </a:pathLst>
            </a:custGeom>
            <a:solidFill>
              <a:srgbClr val="333333"/>
            </a:solidFill>
            <a:ln cap="rnd">
              <a:noFill/>
              <a:round/>
            </a:ln>
            <a:effectLst/>
          </p:spPr>
        </p:sp>
        <p:sp>
          <p:nvSpPr>
            <p:cNvPr id="61953" name=""/>
            <p:cNvSpPr/>
            <p:nvPr/>
          </p:nvSpPr>
          <p:spPr>
            <a:xfrm>
              <a:off x="4484" y="3591"/>
              <a:ext cx="65" cy="32"/>
            </a:xfrm>
            <a:custGeom>
              <a:pathLst>
                <a:path w="65" h="32">
                  <a:moveTo>
                    <a:pt x="0" y="0"/>
                  </a:moveTo>
                  <a:lnTo>
                    <a:pt x="64" y="31"/>
                  </a:lnTo>
                  <a:lnTo>
                    <a:pt x="64" y="0"/>
                  </a:lnTo>
                  <a:lnTo>
                    <a:pt x="0" y="0"/>
                  </a:lnTo>
                  <a:lnTo>
                    <a:pt x="0" y="0"/>
                  </a:lnTo>
                  <a:lnTo>
                    <a:pt x="0" y="0"/>
                  </a:lnTo>
                </a:path>
              </a:pathLst>
            </a:custGeom>
            <a:solidFill>
              <a:srgbClr val="808080"/>
            </a:solidFill>
            <a:ln cap="rnd">
              <a:noFill/>
              <a:round/>
            </a:ln>
            <a:effectLst/>
          </p:spPr>
        </p:sp>
        <p:sp>
          <p:nvSpPr>
            <p:cNvPr id="61954" name=""/>
            <p:cNvSpPr/>
            <p:nvPr/>
          </p:nvSpPr>
          <p:spPr>
            <a:xfrm>
              <a:off x="4473" y="3586"/>
              <a:ext cx="76" cy="17"/>
            </a:xfrm>
            <a:custGeom>
              <a:pathLst>
                <a:path w="76" h="17">
                  <a:moveTo>
                    <a:pt x="11" y="16"/>
                  </a:moveTo>
                  <a:lnTo>
                    <a:pt x="0" y="0"/>
                  </a:lnTo>
                  <a:lnTo>
                    <a:pt x="75" y="0"/>
                  </a:lnTo>
                  <a:lnTo>
                    <a:pt x="75" y="12"/>
                  </a:lnTo>
                  <a:lnTo>
                    <a:pt x="75" y="16"/>
                  </a:lnTo>
                  <a:lnTo>
                    <a:pt x="11" y="16"/>
                  </a:lnTo>
                  <a:lnTo>
                    <a:pt x="11" y="16"/>
                  </a:lnTo>
                  <a:lnTo>
                    <a:pt x="11" y="16"/>
                  </a:lnTo>
                </a:path>
              </a:pathLst>
            </a:custGeom>
            <a:solidFill>
              <a:srgbClr val="808080"/>
            </a:solidFill>
            <a:ln cap="rnd">
              <a:noFill/>
              <a:round/>
            </a:ln>
            <a:effectLst/>
          </p:spPr>
        </p:sp>
        <p:sp>
          <p:nvSpPr>
            <p:cNvPr id="61955" name=""/>
            <p:cNvSpPr/>
            <p:nvPr/>
          </p:nvSpPr>
          <p:spPr>
            <a:xfrm>
              <a:off x="4463" y="3580"/>
              <a:ext cx="86" cy="17"/>
            </a:xfrm>
            <a:custGeom>
              <a:pathLst>
                <a:path w="86" h="17">
                  <a:moveTo>
                    <a:pt x="10" y="16"/>
                  </a:moveTo>
                  <a:lnTo>
                    <a:pt x="0" y="0"/>
                  </a:lnTo>
                  <a:lnTo>
                    <a:pt x="85" y="0"/>
                  </a:lnTo>
                  <a:lnTo>
                    <a:pt x="85" y="16"/>
                  </a:lnTo>
                  <a:lnTo>
                    <a:pt x="10" y="16"/>
                  </a:lnTo>
                  <a:lnTo>
                    <a:pt x="10" y="16"/>
                  </a:lnTo>
                </a:path>
              </a:pathLst>
            </a:custGeom>
            <a:solidFill>
              <a:srgbClr val="7D7D7D"/>
            </a:solidFill>
            <a:ln cap="rnd">
              <a:noFill/>
              <a:round/>
            </a:ln>
            <a:effectLst/>
          </p:spPr>
        </p:sp>
        <p:sp>
          <p:nvSpPr>
            <p:cNvPr id="61956" name=""/>
            <p:cNvSpPr/>
            <p:nvPr/>
          </p:nvSpPr>
          <p:spPr>
            <a:xfrm>
              <a:off x="4451" y="3574"/>
              <a:ext cx="98" cy="17"/>
            </a:xfrm>
            <a:custGeom>
              <a:pathLst>
                <a:path w="98" h="17">
                  <a:moveTo>
                    <a:pt x="11" y="16"/>
                  </a:moveTo>
                  <a:lnTo>
                    <a:pt x="0" y="0"/>
                  </a:lnTo>
                  <a:lnTo>
                    <a:pt x="97" y="0"/>
                  </a:lnTo>
                  <a:lnTo>
                    <a:pt x="97" y="16"/>
                  </a:lnTo>
                  <a:lnTo>
                    <a:pt x="11" y="16"/>
                  </a:lnTo>
                  <a:lnTo>
                    <a:pt x="11" y="16"/>
                  </a:lnTo>
                  <a:lnTo>
                    <a:pt x="11" y="16"/>
                  </a:lnTo>
                </a:path>
              </a:pathLst>
            </a:custGeom>
            <a:solidFill>
              <a:srgbClr val="7B7B7B"/>
            </a:solidFill>
            <a:ln cap="rnd">
              <a:noFill/>
              <a:round/>
            </a:ln>
            <a:effectLst/>
          </p:spPr>
        </p:sp>
        <p:sp>
          <p:nvSpPr>
            <p:cNvPr id="61957" name=""/>
            <p:cNvSpPr/>
            <p:nvPr/>
          </p:nvSpPr>
          <p:spPr>
            <a:xfrm>
              <a:off x="4440" y="3570"/>
              <a:ext cx="109" cy="17"/>
            </a:xfrm>
            <a:custGeom>
              <a:pathLst>
                <a:path w="109" h="17">
                  <a:moveTo>
                    <a:pt x="11" y="16"/>
                  </a:moveTo>
                  <a:lnTo>
                    <a:pt x="0" y="0"/>
                  </a:lnTo>
                  <a:lnTo>
                    <a:pt x="108" y="0"/>
                  </a:lnTo>
                  <a:lnTo>
                    <a:pt x="108" y="16"/>
                  </a:lnTo>
                  <a:lnTo>
                    <a:pt x="11" y="16"/>
                  </a:lnTo>
                  <a:lnTo>
                    <a:pt x="11" y="16"/>
                  </a:lnTo>
                </a:path>
              </a:pathLst>
            </a:custGeom>
            <a:solidFill>
              <a:srgbClr val="7B7B7B"/>
            </a:solidFill>
            <a:ln cap="rnd">
              <a:noFill/>
              <a:round/>
            </a:ln>
            <a:effectLst/>
          </p:spPr>
        </p:sp>
        <p:sp>
          <p:nvSpPr>
            <p:cNvPr id="61958" name=""/>
            <p:cNvSpPr/>
            <p:nvPr/>
          </p:nvSpPr>
          <p:spPr>
            <a:xfrm>
              <a:off x="4429" y="3564"/>
              <a:ext cx="120" cy="17"/>
            </a:xfrm>
            <a:custGeom>
              <a:pathLst>
                <a:path w="120" h="17">
                  <a:moveTo>
                    <a:pt x="11" y="16"/>
                  </a:moveTo>
                  <a:lnTo>
                    <a:pt x="0" y="0"/>
                  </a:lnTo>
                  <a:lnTo>
                    <a:pt x="119" y="0"/>
                  </a:lnTo>
                  <a:lnTo>
                    <a:pt x="119" y="16"/>
                  </a:lnTo>
                  <a:lnTo>
                    <a:pt x="11" y="16"/>
                  </a:lnTo>
                  <a:lnTo>
                    <a:pt x="11" y="16"/>
                  </a:lnTo>
                  <a:lnTo>
                    <a:pt x="11" y="16"/>
                  </a:lnTo>
                </a:path>
              </a:pathLst>
            </a:custGeom>
            <a:solidFill>
              <a:srgbClr val="787878"/>
            </a:solidFill>
            <a:ln cap="rnd">
              <a:noFill/>
              <a:round/>
            </a:ln>
            <a:effectLst/>
          </p:spPr>
        </p:sp>
        <p:sp>
          <p:nvSpPr>
            <p:cNvPr id="61959" name=""/>
            <p:cNvSpPr/>
            <p:nvPr/>
          </p:nvSpPr>
          <p:spPr>
            <a:xfrm>
              <a:off x="4418" y="3559"/>
              <a:ext cx="131" cy="17"/>
            </a:xfrm>
            <a:custGeom>
              <a:pathLst>
                <a:path w="131" h="17">
                  <a:moveTo>
                    <a:pt x="11" y="16"/>
                  </a:moveTo>
                  <a:lnTo>
                    <a:pt x="0" y="0"/>
                  </a:lnTo>
                  <a:lnTo>
                    <a:pt x="130" y="0"/>
                  </a:lnTo>
                  <a:lnTo>
                    <a:pt x="130" y="16"/>
                  </a:lnTo>
                  <a:lnTo>
                    <a:pt x="11" y="16"/>
                  </a:lnTo>
                  <a:lnTo>
                    <a:pt x="11" y="16"/>
                  </a:lnTo>
                  <a:lnTo>
                    <a:pt x="11" y="16"/>
                  </a:lnTo>
                </a:path>
              </a:pathLst>
            </a:custGeom>
            <a:solidFill>
              <a:srgbClr val="767676"/>
            </a:solidFill>
            <a:ln cap="rnd">
              <a:noFill/>
              <a:round/>
            </a:ln>
            <a:effectLst/>
          </p:spPr>
        </p:sp>
        <p:sp>
          <p:nvSpPr>
            <p:cNvPr id="61960" name=""/>
            <p:cNvSpPr/>
            <p:nvPr/>
          </p:nvSpPr>
          <p:spPr>
            <a:xfrm>
              <a:off x="4408" y="3553"/>
              <a:ext cx="141" cy="17"/>
            </a:xfrm>
            <a:custGeom>
              <a:pathLst>
                <a:path w="141" h="17">
                  <a:moveTo>
                    <a:pt x="10" y="16"/>
                  </a:moveTo>
                  <a:lnTo>
                    <a:pt x="0" y="0"/>
                  </a:lnTo>
                  <a:lnTo>
                    <a:pt x="140" y="0"/>
                  </a:lnTo>
                  <a:lnTo>
                    <a:pt x="140" y="13"/>
                  </a:lnTo>
                  <a:lnTo>
                    <a:pt x="140" y="16"/>
                  </a:lnTo>
                  <a:lnTo>
                    <a:pt x="10" y="16"/>
                  </a:lnTo>
                  <a:lnTo>
                    <a:pt x="10" y="16"/>
                  </a:lnTo>
                </a:path>
              </a:pathLst>
            </a:custGeom>
            <a:solidFill>
              <a:srgbClr val="737373"/>
            </a:solidFill>
            <a:ln cap="rnd">
              <a:noFill/>
              <a:round/>
            </a:ln>
            <a:effectLst/>
          </p:spPr>
        </p:sp>
        <p:sp>
          <p:nvSpPr>
            <p:cNvPr id="61961" name=""/>
            <p:cNvSpPr/>
            <p:nvPr/>
          </p:nvSpPr>
          <p:spPr>
            <a:xfrm>
              <a:off x="4396" y="3548"/>
              <a:ext cx="153" cy="17"/>
            </a:xfrm>
            <a:custGeom>
              <a:pathLst>
                <a:path w="153" h="17">
                  <a:moveTo>
                    <a:pt x="11" y="16"/>
                  </a:moveTo>
                  <a:lnTo>
                    <a:pt x="0" y="0"/>
                  </a:lnTo>
                  <a:lnTo>
                    <a:pt x="152" y="0"/>
                  </a:lnTo>
                  <a:lnTo>
                    <a:pt x="152" y="16"/>
                  </a:lnTo>
                  <a:lnTo>
                    <a:pt x="12" y="16"/>
                  </a:lnTo>
                  <a:lnTo>
                    <a:pt x="12" y="16"/>
                  </a:lnTo>
                  <a:lnTo>
                    <a:pt x="11" y="16"/>
                  </a:lnTo>
                </a:path>
              </a:pathLst>
            </a:custGeom>
            <a:solidFill>
              <a:srgbClr val="717171"/>
            </a:solidFill>
            <a:ln cap="rnd">
              <a:noFill/>
              <a:round/>
            </a:ln>
            <a:effectLst/>
          </p:spPr>
        </p:sp>
        <p:sp>
          <p:nvSpPr>
            <p:cNvPr id="61962" name=""/>
            <p:cNvSpPr/>
            <p:nvPr/>
          </p:nvSpPr>
          <p:spPr>
            <a:xfrm>
              <a:off x="4386" y="3542"/>
              <a:ext cx="163" cy="17"/>
            </a:xfrm>
            <a:custGeom>
              <a:pathLst>
                <a:path w="163" h="17">
                  <a:moveTo>
                    <a:pt x="10" y="16"/>
                  </a:moveTo>
                  <a:lnTo>
                    <a:pt x="0" y="0"/>
                  </a:lnTo>
                  <a:lnTo>
                    <a:pt x="162" y="0"/>
                  </a:lnTo>
                  <a:lnTo>
                    <a:pt x="162" y="16"/>
                  </a:lnTo>
                  <a:lnTo>
                    <a:pt x="10" y="16"/>
                  </a:lnTo>
                  <a:lnTo>
                    <a:pt x="10" y="16"/>
                  </a:lnTo>
                </a:path>
              </a:pathLst>
            </a:custGeom>
            <a:solidFill>
              <a:srgbClr val="717171"/>
            </a:solidFill>
            <a:ln cap="rnd">
              <a:noFill/>
              <a:round/>
            </a:ln>
            <a:effectLst/>
          </p:spPr>
        </p:sp>
        <p:sp>
          <p:nvSpPr>
            <p:cNvPr id="61963" name=""/>
            <p:cNvSpPr/>
            <p:nvPr/>
          </p:nvSpPr>
          <p:spPr>
            <a:xfrm>
              <a:off x="4375" y="3537"/>
              <a:ext cx="174" cy="17"/>
            </a:xfrm>
            <a:custGeom>
              <a:pathLst>
                <a:path w="174" h="17">
                  <a:moveTo>
                    <a:pt x="11" y="16"/>
                  </a:moveTo>
                  <a:lnTo>
                    <a:pt x="0" y="0"/>
                  </a:lnTo>
                  <a:lnTo>
                    <a:pt x="173" y="0"/>
                  </a:lnTo>
                  <a:lnTo>
                    <a:pt x="173" y="16"/>
                  </a:lnTo>
                  <a:lnTo>
                    <a:pt x="11" y="16"/>
                  </a:lnTo>
                  <a:lnTo>
                    <a:pt x="11" y="16"/>
                  </a:lnTo>
                </a:path>
              </a:pathLst>
            </a:custGeom>
            <a:solidFill>
              <a:srgbClr val="6E6E6E"/>
            </a:solidFill>
            <a:ln cap="rnd">
              <a:noFill/>
              <a:round/>
            </a:ln>
            <a:effectLst/>
          </p:spPr>
        </p:sp>
        <p:sp>
          <p:nvSpPr>
            <p:cNvPr id="61964" name=""/>
            <p:cNvSpPr/>
            <p:nvPr/>
          </p:nvSpPr>
          <p:spPr>
            <a:xfrm>
              <a:off x="4364" y="3532"/>
              <a:ext cx="185" cy="17"/>
            </a:xfrm>
            <a:custGeom>
              <a:pathLst>
                <a:path w="185" h="17">
                  <a:moveTo>
                    <a:pt x="11" y="16"/>
                  </a:moveTo>
                  <a:lnTo>
                    <a:pt x="0" y="0"/>
                  </a:lnTo>
                  <a:lnTo>
                    <a:pt x="184" y="0"/>
                  </a:lnTo>
                  <a:lnTo>
                    <a:pt x="184" y="16"/>
                  </a:lnTo>
                  <a:lnTo>
                    <a:pt x="11" y="16"/>
                  </a:lnTo>
                  <a:lnTo>
                    <a:pt x="11" y="16"/>
                  </a:lnTo>
                  <a:lnTo>
                    <a:pt x="11" y="16"/>
                  </a:lnTo>
                </a:path>
              </a:pathLst>
            </a:custGeom>
            <a:solidFill>
              <a:srgbClr val="6C6C6C"/>
            </a:solidFill>
            <a:ln cap="rnd">
              <a:noFill/>
              <a:round/>
            </a:ln>
            <a:effectLst/>
          </p:spPr>
        </p:sp>
        <p:sp>
          <p:nvSpPr>
            <p:cNvPr id="61965" name=""/>
            <p:cNvSpPr/>
            <p:nvPr/>
          </p:nvSpPr>
          <p:spPr>
            <a:xfrm>
              <a:off x="4353" y="3527"/>
              <a:ext cx="196" cy="17"/>
            </a:xfrm>
            <a:custGeom>
              <a:pathLst>
                <a:path w="196" h="17">
                  <a:moveTo>
                    <a:pt x="11" y="16"/>
                  </a:moveTo>
                  <a:lnTo>
                    <a:pt x="0" y="0"/>
                  </a:lnTo>
                  <a:lnTo>
                    <a:pt x="195" y="0"/>
                  </a:lnTo>
                  <a:lnTo>
                    <a:pt x="195" y="16"/>
                  </a:lnTo>
                  <a:lnTo>
                    <a:pt x="11" y="16"/>
                  </a:lnTo>
                  <a:lnTo>
                    <a:pt x="11" y="16"/>
                  </a:lnTo>
                </a:path>
              </a:pathLst>
            </a:custGeom>
            <a:solidFill>
              <a:srgbClr val="696969"/>
            </a:solidFill>
            <a:ln cap="rnd">
              <a:noFill/>
              <a:round/>
            </a:ln>
            <a:effectLst/>
          </p:spPr>
        </p:sp>
        <p:sp>
          <p:nvSpPr>
            <p:cNvPr id="61966" name=""/>
            <p:cNvSpPr/>
            <p:nvPr/>
          </p:nvSpPr>
          <p:spPr>
            <a:xfrm>
              <a:off x="4343" y="3522"/>
              <a:ext cx="206" cy="17"/>
            </a:xfrm>
            <a:custGeom>
              <a:pathLst>
                <a:path w="206" h="17">
                  <a:moveTo>
                    <a:pt x="10" y="16"/>
                  </a:moveTo>
                  <a:lnTo>
                    <a:pt x="0" y="0"/>
                  </a:lnTo>
                  <a:lnTo>
                    <a:pt x="205" y="0"/>
                  </a:lnTo>
                  <a:lnTo>
                    <a:pt x="205" y="9"/>
                  </a:lnTo>
                  <a:lnTo>
                    <a:pt x="205" y="16"/>
                  </a:lnTo>
                  <a:lnTo>
                    <a:pt x="10" y="16"/>
                  </a:lnTo>
                  <a:lnTo>
                    <a:pt x="10" y="16"/>
                  </a:lnTo>
                </a:path>
              </a:pathLst>
            </a:custGeom>
            <a:solidFill>
              <a:srgbClr val="666666"/>
            </a:solidFill>
            <a:ln cap="rnd">
              <a:noFill/>
              <a:round/>
            </a:ln>
            <a:effectLst/>
          </p:spPr>
        </p:sp>
        <p:sp>
          <p:nvSpPr>
            <p:cNvPr id="61967" name=""/>
            <p:cNvSpPr/>
            <p:nvPr/>
          </p:nvSpPr>
          <p:spPr>
            <a:xfrm>
              <a:off x="4335" y="3516"/>
              <a:ext cx="214" cy="17"/>
            </a:xfrm>
            <a:custGeom>
              <a:pathLst>
                <a:path w="214" h="17">
                  <a:moveTo>
                    <a:pt x="7" y="16"/>
                  </a:moveTo>
                  <a:lnTo>
                    <a:pt x="0" y="5"/>
                  </a:lnTo>
                  <a:lnTo>
                    <a:pt x="0" y="0"/>
                  </a:lnTo>
                  <a:lnTo>
                    <a:pt x="213" y="0"/>
                  </a:lnTo>
                  <a:lnTo>
                    <a:pt x="213" y="16"/>
                  </a:lnTo>
                  <a:lnTo>
                    <a:pt x="7" y="16"/>
                  </a:lnTo>
                  <a:lnTo>
                    <a:pt x="7" y="16"/>
                  </a:lnTo>
                  <a:lnTo>
                    <a:pt x="7" y="16"/>
                  </a:lnTo>
                </a:path>
              </a:pathLst>
            </a:custGeom>
            <a:solidFill>
              <a:srgbClr val="666666"/>
            </a:solidFill>
            <a:ln cap="rnd">
              <a:noFill/>
              <a:round/>
            </a:ln>
            <a:effectLst/>
          </p:spPr>
        </p:sp>
        <p:sp>
          <p:nvSpPr>
            <p:cNvPr id="61968" name=""/>
            <p:cNvSpPr/>
            <p:nvPr/>
          </p:nvSpPr>
          <p:spPr>
            <a:xfrm>
              <a:off x="4335" y="3511"/>
              <a:ext cx="214" cy="17"/>
            </a:xfrm>
            <a:custGeom>
              <a:pathLst>
                <a:path w="214" h="17">
                  <a:moveTo>
                    <a:pt x="0" y="12"/>
                  </a:moveTo>
                  <a:lnTo>
                    <a:pt x="0" y="0"/>
                  </a:lnTo>
                  <a:lnTo>
                    <a:pt x="213" y="0"/>
                  </a:lnTo>
                  <a:lnTo>
                    <a:pt x="213" y="16"/>
                  </a:lnTo>
                  <a:lnTo>
                    <a:pt x="0" y="16"/>
                  </a:lnTo>
                  <a:lnTo>
                    <a:pt x="0" y="16"/>
                  </a:lnTo>
                  <a:lnTo>
                    <a:pt x="0" y="12"/>
                  </a:lnTo>
                </a:path>
              </a:pathLst>
            </a:custGeom>
            <a:solidFill>
              <a:srgbClr val="646464"/>
            </a:solidFill>
            <a:ln cap="rnd">
              <a:noFill/>
              <a:round/>
            </a:ln>
            <a:effectLst/>
          </p:spPr>
        </p:sp>
        <p:sp>
          <p:nvSpPr>
            <p:cNvPr id="61969" name=""/>
            <p:cNvSpPr/>
            <p:nvPr/>
          </p:nvSpPr>
          <p:spPr>
            <a:xfrm>
              <a:off x="4335" y="3506"/>
              <a:ext cx="214" cy="17"/>
            </a:xfrm>
            <a:custGeom>
              <a:pathLst>
                <a:path w="214" h="17">
                  <a:moveTo>
                    <a:pt x="0" y="16"/>
                  </a:moveTo>
                  <a:lnTo>
                    <a:pt x="0" y="0"/>
                  </a:lnTo>
                  <a:lnTo>
                    <a:pt x="213" y="0"/>
                  </a:lnTo>
                  <a:lnTo>
                    <a:pt x="213" y="16"/>
                  </a:lnTo>
                  <a:lnTo>
                    <a:pt x="0" y="16"/>
                  </a:lnTo>
                  <a:lnTo>
                    <a:pt x="0" y="16"/>
                  </a:lnTo>
                </a:path>
              </a:pathLst>
            </a:custGeom>
            <a:solidFill>
              <a:srgbClr val="616161"/>
            </a:solidFill>
            <a:ln cap="rnd">
              <a:noFill/>
              <a:round/>
            </a:ln>
            <a:effectLst/>
          </p:spPr>
        </p:sp>
        <p:sp>
          <p:nvSpPr>
            <p:cNvPr id="61970" name=""/>
            <p:cNvSpPr/>
            <p:nvPr/>
          </p:nvSpPr>
          <p:spPr>
            <a:xfrm>
              <a:off x="4335" y="3500"/>
              <a:ext cx="214" cy="17"/>
            </a:xfrm>
            <a:custGeom>
              <a:pathLst>
                <a:path w="214" h="17">
                  <a:moveTo>
                    <a:pt x="0" y="13"/>
                  </a:moveTo>
                  <a:lnTo>
                    <a:pt x="0" y="0"/>
                  </a:lnTo>
                  <a:lnTo>
                    <a:pt x="213" y="0"/>
                  </a:lnTo>
                  <a:lnTo>
                    <a:pt x="213" y="16"/>
                  </a:lnTo>
                  <a:lnTo>
                    <a:pt x="0" y="16"/>
                  </a:lnTo>
                  <a:lnTo>
                    <a:pt x="0" y="16"/>
                  </a:lnTo>
                  <a:lnTo>
                    <a:pt x="0" y="13"/>
                  </a:lnTo>
                </a:path>
              </a:pathLst>
            </a:custGeom>
            <a:solidFill>
              <a:srgbClr val="5F5F5F"/>
            </a:solidFill>
            <a:ln cap="rnd">
              <a:noFill/>
              <a:round/>
            </a:ln>
            <a:effectLst/>
          </p:spPr>
        </p:sp>
        <p:sp>
          <p:nvSpPr>
            <p:cNvPr id="61971" name=""/>
            <p:cNvSpPr/>
            <p:nvPr/>
          </p:nvSpPr>
          <p:spPr>
            <a:xfrm>
              <a:off x="4335" y="3495"/>
              <a:ext cx="214" cy="17"/>
            </a:xfrm>
            <a:custGeom>
              <a:pathLst>
                <a:path w="214" h="17">
                  <a:moveTo>
                    <a:pt x="0" y="16"/>
                  </a:moveTo>
                  <a:lnTo>
                    <a:pt x="0" y="0"/>
                  </a:lnTo>
                  <a:lnTo>
                    <a:pt x="213" y="0"/>
                  </a:lnTo>
                  <a:lnTo>
                    <a:pt x="213" y="16"/>
                  </a:lnTo>
                  <a:lnTo>
                    <a:pt x="0" y="16"/>
                  </a:lnTo>
                  <a:lnTo>
                    <a:pt x="0" y="16"/>
                  </a:lnTo>
                  <a:lnTo>
                    <a:pt x="0" y="16"/>
                  </a:lnTo>
                </a:path>
              </a:pathLst>
            </a:custGeom>
            <a:solidFill>
              <a:srgbClr val="5F5F5F"/>
            </a:solidFill>
            <a:ln cap="rnd">
              <a:noFill/>
              <a:round/>
            </a:ln>
            <a:effectLst/>
          </p:spPr>
        </p:sp>
        <p:sp>
          <p:nvSpPr>
            <p:cNvPr id="61972" name=""/>
            <p:cNvSpPr/>
            <p:nvPr/>
          </p:nvSpPr>
          <p:spPr>
            <a:xfrm>
              <a:off x="4335" y="3490"/>
              <a:ext cx="214" cy="17"/>
            </a:xfrm>
            <a:custGeom>
              <a:pathLst>
                <a:path w="214" h="17">
                  <a:moveTo>
                    <a:pt x="0" y="16"/>
                  </a:moveTo>
                  <a:lnTo>
                    <a:pt x="0" y="0"/>
                  </a:lnTo>
                  <a:lnTo>
                    <a:pt x="208" y="0"/>
                  </a:lnTo>
                  <a:lnTo>
                    <a:pt x="213" y="9"/>
                  </a:lnTo>
                  <a:lnTo>
                    <a:pt x="213" y="16"/>
                  </a:lnTo>
                  <a:lnTo>
                    <a:pt x="0" y="16"/>
                  </a:lnTo>
                  <a:lnTo>
                    <a:pt x="0" y="16"/>
                  </a:lnTo>
                </a:path>
              </a:pathLst>
            </a:custGeom>
            <a:solidFill>
              <a:srgbClr val="5C5C5C"/>
            </a:solidFill>
            <a:ln cap="rnd">
              <a:noFill/>
              <a:round/>
            </a:ln>
            <a:effectLst/>
          </p:spPr>
        </p:sp>
        <p:sp>
          <p:nvSpPr>
            <p:cNvPr id="61973" name=""/>
            <p:cNvSpPr/>
            <p:nvPr/>
          </p:nvSpPr>
          <p:spPr>
            <a:xfrm>
              <a:off x="4335" y="3484"/>
              <a:ext cx="209" cy="17"/>
            </a:xfrm>
            <a:custGeom>
              <a:pathLst>
                <a:path w="209" h="17">
                  <a:moveTo>
                    <a:pt x="0" y="16"/>
                  </a:moveTo>
                  <a:lnTo>
                    <a:pt x="0" y="0"/>
                  </a:lnTo>
                  <a:lnTo>
                    <a:pt x="199" y="0"/>
                  </a:lnTo>
                  <a:lnTo>
                    <a:pt x="208" y="16"/>
                  </a:lnTo>
                  <a:lnTo>
                    <a:pt x="0" y="16"/>
                  </a:lnTo>
                  <a:lnTo>
                    <a:pt x="0" y="16"/>
                  </a:lnTo>
                </a:path>
              </a:pathLst>
            </a:custGeom>
            <a:solidFill>
              <a:srgbClr val="5A5A5A"/>
            </a:solidFill>
            <a:ln cap="rnd">
              <a:noFill/>
              <a:round/>
            </a:ln>
            <a:effectLst/>
          </p:spPr>
        </p:sp>
        <p:sp>
          <p:nvSpPr>
            <p:cNvPr id="61974" name=""/>
            <p:cNvSpPr/>
            <p:nvPr/>
          </p:nvSpPr>
          <p:spPr>
            <a:xfrm>
              <a:off x="4335" y="3479"/>
              <a:ext cx="200" cy="17"/>
            </a:xfrm>
            <a:custGeom>
              <a:pathLst>
                <a:path w="200" h="17">
                  <a:moveTo>
                    <a:pt x="0" y="16"/>
                  </a:moveTo>
                  <a:lnTo>
                    <a:pt x="0" y="0"/>
                  </a:lnTo>
                  <a:lnTo>
                    <a:pt x="191" y="0"/>
                  </a:lnTo>
                  <a:lnTo>
                    <a:pt x="199" y="16"/>
                  </a:lnTo>
                  <a:lnTo>
                    <a:pt x="0" y="16"/>
                  </a:lnTo>
                  <a:lnTo>
                    <a:pt x="0" y="16"/>
                  </a:lnTo>
                  <a:lnTo>
                    <a:pt x="0" y="16"/>
                  </a:lnTo>
                </a:path>
              </a:pathLst>
            </a:custGeom>
            <a:solidFill>
              <a:srgbClr val="5A5A5A"/>
            </a:solidFill>
            <a:ln cap="rnd">
              <a:noFill/>
              <a:round/>
            </a:ln>
            <a:effectLst/>
          </p:spPr>
        </p:sp>
        <p:sp>
          <p:nvSpPr>
            <p:cNvPr id="61975" name=""/>
            <p:cNvSpPr/>
            <p:nvPr/>
          </p:nvSpPr>
          <p:spPr>
            <a:xfrm>
              <a:off x="4335" y="3473"/>
              <a:ext cx="192" cy="17"/>
            </a:xfrm>
            <a:custGeom>
              <a:pathLst>
                <a:path w="192" h="17">
                  <a:moveTo>
                    <a:pt x="0" y="16"/>
                  </a:moveTo>
                  <a:lnTo>
                    <a:pt x="0" y="13"/>
                  </a:lnTo>
                  <a:lnTo>
                    <a:pt x="0" y="0"/>
                  </a:lnTo>
                  <a:lnTo>
                    <a:pt x="182" y="0"/>
                  </a:lnTo>
                  <a:lnTo>
                    <a:pt x="191" y="16"/>
                  </a:lnTo>
                  <a:lnTo>
                    <a:pt x="0" y="16"/>
                  </a:lnTo>
                  <a:lnTo>
                    <a:pt x="0" y="16"/>
                  </a:lnTo>
                </a:path>
              </a:pathLst>
            </a:custGeom>
            <a:solidFill>
              <a:srgbClr val="575757"/>
            </a:solidFill>
            <a:ln cap="rnd">
              <a:noFill/>
              <a:round/>
            </a:ln>
            <a:effectLst/>
          </p:spPr>
        </p:sp>
        <p:sp>
          <p:nvSpPr>
            <p:cNvPr id="61976" name=""/>
            <p:cNvSpPr/>
            <p:nvPr/>
          </p:nvSpPr>
          <p:spPr>
            <a:xfrm>
              <a:off x="4335" y="3468"/>
              <a:ext cx="184" cy="17"/>
            </a:xfrm>
            <a:custGeom>
              <a:pathLst>
                <a:path w="184" h="17">
                  <a:moveTo>
                    <a:pt x="0" y="16"/>
                  </a:moveTo>
                  <a:lnTo>
                    <a:pt x="0" y="0"/>
                  </a:lnTo>
                  <a:lnTo>
                    <a:pt x="174" y="0"/>
                  </a:lnTo>
                  <a:lnTo>
                    <a:pt x="183" y="16"/>
                  </a:lnTo>
                  <a:lnTo>
                    <a:pt x="0" y="16"/>
                  </a:lnTo>
                  <a:lnTo>
                    <a:pt x="0" y="16"/>
                  </a:lnTo>
                </a:path>
              </a:pathLst>
            </a:custGeom>
            <a:solidFill>
              <a:srgbClr val="555555"/>
            </a:solidFill>
            <a:ln cap="rnd">
              <a:noFill/>
              <a:round/>
            </a:ln>
            <a:effectLst/>
          </p:spPr>
        </p:sp>
        <p:sp>
          <p:nvSpPr>
            <p:cNvPr id="61977" name=""/>
            <p:cNvSpPr/>
            <p:nvPr/>
          </p:nvSpPr>
          <p:spPr>
            <a:xfrm>
              <a:off x="4335" y="3463"/>
              <a:ext cx="175" cy="17"/>
            </a:xfrm>
            <a:custGeom>
              <a:pathLst>
                <a:path w="175" h="17">
                  <a:moveTo>
                    <a:pt x="0" y="16"/>
                  </a:moveTo>
                  <a:lnTo>
                    <a:pt x="0" y="0"/>
                  </a:lnTo>
                  <a:lnTo>
                    <a:pt x="166" y="0"/>
                  </a:lnTo>
                  <a:lnTo>
                    <a:pt x="174" y="16"/>
                  </a:lnTo>
                  <a:lnTo>
                    <a:pt x="0" y="16"/>
                  </a:lnTo>
                  <a:lnTo>
                    <a:pt x="0" y="16"/>
                  </a:lnTo>
                  <a:lnTo>
                    <a:pt x="0" y="16"/>
                  </a:lnTo>
                </a:path>
              </a:pathLst>
            </a:custGeom>
            <a:solidFill>
              <a:srgbClr val="525252"/>
            </a:solidFill>
            <a:ln cap="rnd">
              <a:noFill/>
              <a:round/>
            </a:ln>
            <a:effectLst/>
          </p:spPr>
        </p:sp>
        <p:sp>
          <p:nvSpPr>
            <p:cNvPr id="61978" name=""/>
            <p:cNvSpPr/>
            <p:nvPr/>
          </p:nvSpPr>
          <p:spPr>
            <a:xfrm>
              <a:off x="4335" y="3457"/>
              <a:ext cx="167" cy="17"/>
            </a:xfrm>
            <a:custGeom>
              <a:pathLst>
                <a:path w="167" h="17">
                  <a:moveTo>
                    <a:pt x="0" y="16"/>
                  </a:moveTo>
                  <a:lnTo>
                    <a:pt x="0" y="0"/>
                  </a:lnTo>
                  <a:lnTo>
                    <a:pt x="157" y="0"/>
                  </a:lnTo>
                  <a:lnTo>
                    <a:pt x="166" y="16"/>
                  </a:lnTo>
                  <a:lnTo>
                    <a:pt x="0" y="16"/>
                  </a:lnTo>
                  <a:lnTo>
                    <a:pt x="0" y="16"/>
                  </a:lnTo>
                </a:path>
              </a:pathLst>
            </a:custGeom>
            <a:solidFill>
              <a:srgbClr val="505050"/>
            </a:solidFill>
            <a:ln cap="rnd">
              <a:noFill/>
              <a:round/>
            </a:ln>
            <a:effectLst/>
          </p:spPr>
        </p:sp>
        <p:sp>
          <p:nvSpPr>
            <p:cNvPr id="61979" name=""/>
            <p:cNvSpPr/>
            <p:nvPr/>
          </p:nvSpPr>
          <p:spPr>
            <a:xfrm>
              <a:off x="4335" y="3452"/>
              <a:ext cx="159" cy="17"/>
            </a:xfrm>
            <a:custGeom>
              <a:pathLst>
                <a:path w="159" h="17">
                  <a:moveTo>
                    <a:pt x="0" y="16"/>
                  </a:moveTo>
                  <a:lnTo>
                    <a:pt x="0" y="0"/>
                  </a:lnTo>
                  <a:lnTo>
                    <a:pt x="149" y="0"/>
                  </a:lnTo>
                  <a:lnTo>
                    <a:pt x="158" y="16"/>
                  </a:lnTo>
                  <a:lnTo>
                    <a:pt x="0" y="16"/>
                  </a:lnTo>
                  <a:lnTo>
                    <a:pt x="0" y="16"/>
                  </a:lnTo>
                </a:path>
              </a:pathLst>
            </a:custGeom>
            <a:solidFill>
              <a:srgbClr val="505050"/>
            </a:solidFill>
            <a:ln cap="rnd">
              <a:noFill/>
              <a:round/>
            </a:ln>
            <a:effectLst/>
          </p:spPr>
        </p:sp>
        <p:sp>
          <p:nvSpPr>
            <p:cNvPr id="61980" name=""/>
            <p:cNvSpPr/>
            <p:nvPr/>
          </p:nvSpPr>
          <p:spPr>
            <a:xfrm>
              <a:off x="4335" y="3447"/>
              <a:ext cx="150" cy="17"/>
            </a:xfrm>
            <a:custGeom>
              <a:pathLst>
                <a:path w="150" h="17">
                  <a:moveTo>
                    <a:pt x="0" y="16"/>
                  </a:moveTo>
                  <a:lnTo>
                    <a:pt x="0" y="0"/>
                  </a:lnTo>
                  <a:lnTo>
                    <a:pt x="141" y="0"/>
                  </a:lnTo>
                  <a:lnTo>
                    <a:pt x="149" y="16"/>
                  </a:lnTo>
                  <a:lnTo>
                    <a:pt x="0" y="16"/>
                  </a:lnTo>
                  <a:lnTo>
                    <a:pt x="0" y="16"/>
                  </a:lnTo>
                  <a:lnTo>
                    <a:pt x="0" y="16"/>
                  </a:lnTo>
                </a:path>
              </a:pathLst>
            </a:custGeom>
            <a:solidFill>
              <a:srgbClr val="4D4D4D"/>
            </a:solidFill>
            <a:ln cap="rnd">
              <a:noFill/>
              <a:round/>
            </a:ln>
            <a:effectLst/>
          </p:spPr>
        </p:sp>
        <p:sp>
          <p:nvSpPr>
            <p:cNvPr id="61981" name=""/>
            <p:cNvSpPr/>
            <p:nvPr/>
          </p:nvSpPr>
          <p:spPr>
            <a:xfrm>
              <a:off x="4335" y="3441"/>
              <a:ext cx="142" cy="17"/>
            </a:xfrm>
            <a:custGeom>
              <a:pathLst>
                <a:path w="142" h="17">
                  <a:moveTo>
                    <a:pt x="0" y="16"/>
                  </a:moveTo>
                  <a:lnTo>
                    <a:pt x="0" y="0"/>
                  </a:lnTo>
                  <a:lnTo>
                    <a:pt x="132" y="0"/>
                  </a:lnTo>
                  <a:lnTo>
                    <a:pt x="141" y="16"/>
                  </a:lnTo>
                  <a:lnTo>
                    <a:pt x="0" y="16"/>
                  </a:lnTo>
                  <a:lnTo>
                    <a:pt x="0" y="16"/>
                  </a:lnTo>
                  <a:lnTo>
                    <a:pt x="0" y="16"/>
                  </a:lnTo>
                </a:path>
              </a:pathLst>
            </a:custGeom>
            <a:solidFill>
              <a:srgbClr val="4A4A4A"/>
            </a:solidFill>
            <a:ln cap="rnd">
              <a:noFill/>
              <a:round/>
            </a:ln>
            <a:effectLst/>
          </p:spPr>
        </p:sp>
        <p:sp>
          <p:nvSpPr>
            <p:cNvPr id="61982" name=""/>
            <p:cNvSpPr/>
            <p:nvPr/>
          </p:nvSpPr>
          <p:spPr>
            <a:xfrm>
              <a:off x="4335" y="3436"/>
              <a:ext cx="134" cy="17"/>
            </a:xfrm>
            <a:custGeom>
              <a:pathLst>
                <a:path w="134" h="17">
                  <a:moveTo>
                    <a:pt x="0" y="16"/>
                  </a:moveTo>
                  <a:lnTo>
                    <a:pt x="0" y="3"/>
                  </a:lnTo>
                  <a:lnTo>
                    <a:pt x="0" y="0"/>
                  </a:lnTo>
                  <a:lnTo>
                    <a:pt x="124" y="0"/>
                  </a:lnTo>
                  <a:lnTo>
                    <a:pt x="133" y="16"/>
                  </a:lnTo>
                  <a:lnTo>
                    <a:pt x="0" y="16"/>
                  </a:lnTo>
                  <a:lnTo>
                    <a:pt x="0" y="16"/>
                  </a:lnTo>
                </a:path>
              </a:pathLst>
            </a:custGeom>
            <a:solidFill>
              <a:srgbClr val="484848"/>
            </a:solidFill>
            <a:ln cap="rnd">
              <a:noFill/>
              <a:round/>
            </a:ln>
            <a:effectLst/>
          </p:spPr>
        </p:sp>
        <p:sp>
          <p:nvSpPr>
            <p:cNvPr id="61983" name=""/>
            <p:cNvSpPr/>
            <p:nvPr/>
          </p:nvSpPr>
          <p:spPr>
            <a:xfrm>
              <a:off x="4335" y="3431"/>
              <a:ext cx="125" cy="17"/>
            </a:xfrm>
            <a:custGeom>
              <a:pathLst>
                <a:path w="125" h="17">
                  <a:moveTo>
                    <a:pt x="0" y="16"/>
                  </a:moveTo>
                  <a:lnTo>
                    <a:pt x="0" y="0"/>
                  </a:lnTo>
                  <a:lnTo>
                    <a:pt x="116" y="0"/>
                  </a:lnTo>
                  <a:lnTo>
                    <a:pt x="124" y="16"/>
                  </a:lnTo>
                  <a:lnTo>
                    <a:pt x="0" y="16"/>
                  </a:lnTo>
                  <a:lnTo>
                    <a:pt x="0" y="16"/>
                  </a:lnTo>
                  <a:lnTo>
                    <a:pt x="0" y="16"/>
                  </a:lnTo>
                </a:path>
              </a:pathLst>
            </a:custGeom>
            <a:solidFill>
              <a:srgbClr val="484848"/>
            </a:solidFill>
            <a:ln cap="rnd">
              <a:noFill/>
              <a:round/>
            </a:ln>
            <a:effectLst/>
          </p:spPr>
        </p:sp>
        <p:sp>
          <p:nvSpPr>
            <p:cNvPr id="61984" name=""/>
            <p:cNvSpPr/>
            <p:nvPr/>
          </p:nvSpPr>
          <p:spPr>
            <a:xfrm>
              <a:off x="4335" y="3426"/>
              <a:ext cx="117" cy="17"/>
            </a:xfrm>
            <a:custGeom>
              <a:pathLst>
                <a:path w="117" h="17">
                  <a:moveTo>
                    <a:pt x="0" y="16"/>
                  </a:moveTo>
                  <a:lnTo>
                    <a:pt x="0" y="0"/>
                  </a:lnTo>
                  <a:lnTo>
                    <a:pt x="108" y="0"/>
                  </a:lnTo>
                  <a:lnTo>
                    <a:pt x="116" y="16"/>
                  </a:lnTo>
                  <a:lnTo>
                    <a:pt x="0" y="16"/>
                  </a:lnTo>
                  <a:lnTo>
                    <a:pt x="0" y="16"/>
                  </a:lnTo>
                  <a:lnTo>
                    <a:pt x="0" y="16"/>
                  </a:lnTo>
                </a:path>
              </a:pathLst>
            </a:custGeom>
            <a:solidFill>
              <a:srgbClr val="454545"/>
            </a:solidFill>
            <a:ln cap="rnd">
              <a:noFill/>
              <a:round/>
            </a:ln>
            <a:effectLst/>
          </p:spPr>
        </p:sp>
        <p:sp>
          <p:nvSpPr>
            <p:cNvPr id="61985" name=""/>
            <p:cNvSpPr/>
            <p:nvPr/>
          </p:nvSpPr>
          <p:spPr>
            <a:xfrm>
              <a:off x="4335" y="3420"/>
              <a:ext cx="109" cy="17"/>
            </a:xfrm>
            <a:custGeom>
              <a:pathLst>
                <a:path w="109" h="17">
                  <a:moveTo>
                    <a:pt x="0" y="16"/>
                  </a:moveTo>
                  <a:lnTo>
                    <a:pt x="0" y="0"/>
                  </a:lnTo>
                  <a:lnTo>
                    <a:pt x="99" y="0"/>
                  </a:lnTo>
                  <a:lnTo>
                    <a:pt x="108" y="16"/>
                  </a:lnTo>
                  <a:lnTo>
                    <a:pt x="0" y="16"/>
                  </a:lnTo>
                  <a:lnTo>
                    <a:pt x="0" y="16"/>
                  </a:lnTo>
                </a:path>
              </a:pathLst>
            </a:custGeom>
            <a:solidFill>
              <a:srgbClr val="434343"/>
            </a:solidFill>
            <a:ln cap="rnd">
              <a:noFill/>
              <a:round/>
            </a:ln>
            <a:effectLst/>
          </p:spPr>
        </p:sp>
        <p:sp>
          <p:nvSpPr>
            <p:cNvPr id="61986" name=""/>
            <p:cNvSpPr/>
            <p:nvPr/>
          </p:nvSpPr>
          <p:spPr>
            <a:xfrm>
              <a:off x="4335" y="3415"/>
              <a:ext cx="100" cy="17"/>
            </a:xfrm>
            <a:custGeom>
              <a:pathLst>
                <a:path w="100" h="17">
                  <a:moveTo>
                    <a:pt x="0" y="16"/>
                  </a:moveTo>
                  <a:lnTo>
                    <a:pt x="0" y="0"/>
                  </a:lnTo>
                  <a:lnTo>
                    <a:pt x="91" y="0"/>
                  </a:lnTo>
                  <a:lnTo>
                    <a:pt x="99" y="16"/>
                  </a:lnTo>
                  <a:lnTo>
                    <a:pt x="0" y="16"/>
                  </a:lnTo>
                  <a:lnTo>
                    <a:pt x="0" y="16"/>
                  </a:lnTo>
                </a:path>
              </a:pathLst>
            </a:custGeom>
            <a:solidFill>
              <a:srgbClr val="404040"/>
            </a:solidFill>
            <a:ln cap="rnd">
              <a:noFill/>
              <a:round/>
            </a:ln>
            <a:effectLst/>
          </p:spPr>
        </p:sp>
        <p:sp>
          <p:nvSpPr>
            <p:cNvPr id="61987" name=""/>
            <p:cNvSpPr/>
            <p:nvPr/>
          </p:nvSpPr>
          <p:spPr>
            <a:xfrm>
              <a:off x="4335" y="3409"/>
              <a:ext cx="92" cy="17"/>
            </a:xfrm>
            <a:custGeom>
              <a:pathLst>
                <a:path w="92" h="17">
                  <a:moveTo>
                    <a:pt x="0" y="13"/>
                  </a:moveTo>
                  <a:lnTo>
                    <a:pt x="0" y="0"/>
                  </a:lnTo>
                  <a:lnTo>
                    <a:pt x="83" y="0"/>
                  </a:lnTo>
                  <a:lnTo>
                    <a:pt x="91" y="16"/>
                  </a:lnTo>
                  <a:lnTo>
                    <a:pt x="0" y="16"/>
                  </a:lnTo>
                  <a:lnTo>
                    <a:pt x="0" y="16"/>
                  </a:lnTo>
                  <a:lnTo>
                    <a:pt x="0" y="13"/>
                  </a:lnTo>
                </a:path>
              </a:pathLst>
            </a:custGeom>
            <a:solidFill>
              <a:srgbClr val="3E3E3E"/>
            </a:solidFill>
            <a:ln cap="rnd">
              <a:noFill/>
              <a:round/>
            </a:ln>
            <a:effectLst/>
          </p:spPr>
        </p:sp>
        <p:sp>
          <p:nvSpPr>
            <p:cNvPr id="61988" name=""/>
            <p:cNvSpPr/>
            <p:nvPr/>
          </p:nvSpPr>
          <p:spPr>
            <a:xfrm>
              <a:off x="4335" y="3404"/>
              <a:ext cx="84" cy="17"/>
            </a:xfrm>
            <a:custGeom>
              <a:pathLst>
                <a:path w="84" h="17">
                  <a:moveTo>
                    <a:pt x="0" y="16"/>
                  </a:moveTo>
                  <a:lnTo>
                    <a:pt x="0" y="0"/>
                  </a:lnTo>
                  <a:lnTo>
                    <a:pt x="74" y="0"/>
                  </a:lnTo>
                  <a:lnTo>
                    <a:pt x="83" y="16"/>
                  </a:lnTo>
                  <a:lnTo>
                    <a:pt x="0" y="16"/>
                  </a:lnTo>
                  <a:lnTo>
                    <a:pt x="0" y="16"/>
                  </a:lnTo>
                </a:path>
              </a:pathLst>
            </a:custGeom>
            <a:solidFill>
              <a:srgbClr val="3E3E3E"/>
            </a:solidFill>
            <a:ln cap="rnd">
              <a:noFill/>
              <a:round/>
            </a:ln>
            <a:effectLst/>
          </p:spPr>
        </p:sp>
        <p:sp>
          <p:nvSpPr>
            <p:cNvPr id="61989" name=""/>
            <p:cNvSpPr/>
            <p:nvPr/>
          </p:nvSpPr>
          <p:spPr>
            <a:xfrm>
              <a:off x="4335" y="3399"/>
              <a:ext cx="75" cy="17"/>
            </a:xfrm>
            <a:custGeom>
              <a:pathLst>
                <a:path w="75" h="17">
                  <a:moveTo>
                    <a:pt x="0" y="16"/>
                  </a:moveTo>
                  <a:lnTo>
                    <a:pt x="0" y="0"/>
                  </a:lnTo>
                  <a:lnTo>
                    <a:pt x="66" y="0"/>
                  </a:lnTo>
                  <a:lnTo>
                    <a:pt x="74" y="16"/>
                  </a:lnTo>
                  <a:lnTo>
                    <a:pt x="0" y="16"/>
                  </a:lnTo>
                  <a:lnTo>
                    <a:pt x="0" y="16"/>
                  </a:lnTo>
                </a:path>
              </a:pathLst>
            </a:custGeom>
            <a:solidFill>
              <a:srgbClr val="3B3B3B"/>
            </a:solidFill>
            <a:ln cap="rnd">
              <a:noFill/>
              <a:round/>
            </a:ln>
            <a:effectLst/>
          </p:spPr>
        </p:sp>
        <p:sp>
          <p:nvSpPr>
            <p:cNvPr id="61990" name=""/>
            <p:cNvSpPr/>
            <p:nvPr/>
          </p:nvSpPr>
          <p:spPr>
            <a:xfrm>
              <a:off x="4335" y="3393"/>
              <a:ext cx="67" cy="17"/>
            </a:xfrm>
            <a:custGeom>
              <a:pathLst>
                <a:path w="67" h="17">
                  <a:moveTo>
                    <a:pt x="0" y="16"/>
                  </a:moveTo>
                  <a:lnTo>
                    <a:pt x="0" y="10"/>
                  </a:lnTo>
                  <a:lnTo>
                    <a:pt x="0" y="0"/>
                  </a:lnTo>
                  <a:lnTo>
                    <a:pt x="58" y="0"/>
                  </a:lnTo>
                  <a:lnTo>
                    <a:pt x="66" y="16"/>
                  </a:lnTo>
                  <a:lnTo>
                    <a:pt x="0" y="16"/>
                  </a:lnTo>
                  <a:lnTo>
                    <a:pt x="0" y="16"/>
                  </a:lnTo>
                  <a:lnTo>
                    <a:pt x="0" y="16"/>
                  </a:lnTo>
                </a:path>
              </a:pathLst>
            </a:custGeom>
            <a:solidFill>
              <a:srgbClr val="393939"/>
            </a:solidFill>
            <a:ln cap="rnd">
              <a:noFill/>
              <a:round/>
            </a:ln>
            <a:effectLst/>
          </p:spPr>
        </p:sp>
        <p:sp>
          <p:nvSpPr>
            <p:cNvPr id="61991" name=""/>
            <p:cNvSpPr/>
            <p:nvPr/>
          </p:nvSpPr>
          <p:spPr>
            <a:xfrm>
              <a:off x="4335" y="3388"/>
              <a:ext cx="59" cy="17"/>
            </a:xfrm>
            <a:custGeom>
              <a:pathLst>
                <a:path w="59" h="17">
                  <a:moveTo>
                    <a:pt x="0" y="16"/>
                  </a:moveTo>
                  <a:lnTo>
                    <a:pt x="0" y="0"/>
                  </a:lnTo>
                  <a:lnTo>
                    <a:pt x="49" y="0"/>
                  </a:lnTo>
                  <a:lnTo>
                    <a:pt x="58" y="16"/>
                  </a:lnTo>
                  <a:lnTo>
                    <a:pt x="0" y="16"/>
                  </a:lnTo>
                  <a:lnTo>
                    <a:pt x="0" y="16"/>
                  </a:lnTo>
                  <a:lnTo>
                    <a:pt x="0" y="16"/>
                  </a:lnTo>
                </a:path>
              </a:pathLst>
            </a:custGeom>
            <a:solidFill>
              <a:srgbClr val="363636"/>
            </a:solidFill>
            <a:ln cap="rnd">
              <a:noFill/>
              <a:round/>
            </a:ln>
            <a:effectLst/>
          </p:spPr>
        </p:sp>
        <p:sp>
          <p:nvSpPr>
            <p:cNvPr id="61992" name=""/>
            <p:cNvSpPr/>
            <p:nvPr/>
          </p:nvSpPr>
          <p:spPr>
            <a:xfrm>
              <a:off x="4335" y="3356"/>
              <a:ext cx="50" cy="33"/>
            </a:xfrm>
            <a:custGeom>
              <a:pathLst>
                <a:path w="50" h="33">
                  <a:moveTo>
                    <a:pt x="0" y="32"/>
                  </a:moveTo>
                  <a:lnTo>
                    <a:pt x="0" y="0"/>
                  </a:lnTo>
                  <a:lnTo>
                    <a:pt x="49" y="32"/>
                  </a:lnTo>
                  <a:lnTo>
                    <a:pt x="0" y="32"/>
                  </a:lnTo>
                  <a:lnTo>
                    <a:pt x="0" y="32"/>
                  </a:lnTo>
                </a:path>
              </a:pathLst>
            </a:custGeom>
            <a:solidFill>
              <a:srgbClr val="333333"/>
            </a:solidFill>
            <a:ln cap="rnd">
              <a:noFill/>
              <a:round/>
            </a:ln>
            <a:effectLst/>
          </p:spPr>
        </p:sp>
        <p:sp>
          <p:nvSpPr>
            <p:cNvPr id="61993" name=""/>
            <p:cNvSpPr/>
            <p:nvPr/>
          </p:nvSpPr>
          <p:spPr>
            <a:xfrm>
              <a:off x="4335" y="3659"/>
              <a:ext cx="219" cy="77"/>
            </a:xfrm>
            <a:custGeom>
              <a:pathLst>
                <a:path w="219" h="77">
                  <a:moveTo>
                    <a:pt x="4" y="0"/>
                  </a:moveTo>
                  <a:lnTo>
                    <a:pt x="218" y="76"/>
                  </a:lnTo>
                  <a:lnTo>
                    <a:pt x="216" y="76"/>
                  </a:lnTo>
                  <a:lnTo>
                    <a:pt x="215" y="76"/>
                  </a:lnTo>
                  <a:lnTo>
                    <a:pt x="215" y="76"/>
                  </a:lnTo>
                  <a:lnTo>
                    <a:pt x="214" y="76"/>
                  </a:lnTo>
                  <a:lnTo>
                    <a:pt x="213" y="76"/>
                  </a:lnTo>
                  <a:lnTo>
                    <a:pt x="0" y="0"/>
                  </a:lnTo>
                  <a:lnTo>
                    <a:pt x="0" y="0"/>
                  </a:lnTo>
                  <a:lnTo>
                    <a:pt x="1" y="0"/>
                  </a:lnTo>
                  <a:lnTo>
                    <a:pt x="2" y="0"/>
                  </a:lnTo>
                  <a:lnTo>
                    <a:pt x="2" y="0"/>
                  </a:lnTo>
                  <a:lnTo>
                    <a:pt x="4" y="0"/>
                  </a:lnTo>
                  <a:lnTo>
                    <a:pt x="4" y="0"/>
                  </a:lnTo>
                </a:path>
              </a:pathLst>
            </a:custGeom>
            <a:solidFill>
              <a:srgbClr val="B3B3B3"/>
            </a:solidFill>
            <a:ln cap="rnd">
              <a:noFill/>
              <a:round/>
            </a:ln>
            <a:effectLst/>
          </p:spPr>
        </p:sp>
        <p:sp>
          <p:nvSpPr>
            <p:cNvPr id="61994" name=""/>
            <p:cNvSpPr/>
            <p:nvPr/>
          </p:nvSpPr>
          <p:spPr>
            <a:xfrm>
              <a:off x="4343" y="3976"/>
              <a:ext cx="216" cy="17"/>
            </a:xfrm>
            <a:custGeom>
              <a:pathLst>
                <a:path w="216" h="17">
                  <a:moveTo>
                    <a:pt x="2" y="0"/>
                  </a:moveTo>
                  <a:lnTo>
                    <a:pt x="215" y="16"/>
                  </a:lnTo>
                  <a:lnTo>
                    <a:pt x="213" y="16"/>
                  </a:lnTo>
                  <a:lnTo>
                    <a:pt x="0" y="0"/>
                  </a:lnTo>
                  <a:lnTo>
                    <a:pt x="2" y="0"/>
                  </a:lnTo>
                  <a:lnTo>
                    <a:pt x="2" y="0"/>
                  </a:lnTo>
                  <a:lnTo>
                    <a:pt x="2" y="0"/>
                  </a:lnTo>
                </a:path>
              </a:pathLst>
            </a:custGeom>
            <a:solidFill>
              <a:srgbClr val="B3B3B3"/>
            </a:solidFill>
            <a:ln cap="rnd">
              <a:noFill/>
              <a:round/>
            </a:ln>
            <a:effectLst/>
          </p:spPr>
        </p:sp>
        <p:sp>
          <p:nvSpPr>
            <p:cNvPr id="61995" name=""/>
            <p:cNvSpPr/>
            <p:nvPr/>
          </p:nvSpPr>
          <p:spPr>
            <a:xfrm>
              <a:off x="4335" y="3848"/>
              <a:ext cx="229" cy="43"/>
            </a:xfrm>
            <a:custGeom>
              <a:pathLst>
                <a:path w="229" h="43">
                  <a:moveTo>
                    <a:pt x="0" y="0"/>
                  </a:moveTo>
                  <a:lnTo>
                    <a:pt x="213" y="38"/>
                  </a:lnTo>
                  <a:lnTo>
                    <a:pt x="215" y="39"/>
                  </a:lnTo>
                  <a:lnTo>
                    <a:pt x="218" y="40"/>
                  </a:lnTo>
                  <a:lnTo>
                    <a:pt x="220" y="40"/>
                  </a:lnTo>
                  <a:lnTo>
                    <a:pt x="223" y="41"/>
                  </a:lnTo>
                  <a:lnTo>
                    <a:pt x="225" y="42"/>
                  </a:lnTo>
                  <a:lnTo>
                    <a:pt x="228" y="42"/>
                  </a:lnTo>
                  <a:lnTo>
                    <a:pt x="17" y="5"/>
                  </a:lnTo>
                  <a:lnTo>
                    <a:pt x="14" y="4"/>
                  </a:lnTo>
                  <a:lnTo>
                    <a:pt x="11" y="3"/>
                  </a:lnTo>
                  <a:lnTo>
                    <a:pt x="8" y="2"/>
                  </a:lnTo>
                  <a:lnTo>
                    <a:pt x="5" y="2"/>
                  </a:lnTo>
                  <a:lnTo>
                    <a:pt x="2" y="0"/>
                  </a:lnTo>
                  <a:lnTo>
                    <a:pt x="0" y="0"/>
                  </a:lnTo>
                  <a:lnTo>
                    <a:pt x="0" y="0"/>
                  </a:lnTo>
                </a:path>
              </a:pathLst>
            </a:custGeom>
            <a:solidFill>
              <a:srgbClr val="B3B3B3"/>
            </a:solidFill>
            <a:ln cap="rnd">
              <a:noFill/>
              <a:round/>
            </a:ln>
            <a:effectLst/>
          </p:spPr>
        </p:sp>
        <p:sp>
          <p:nvSpPr>
            <p:cNvPr id="61996" name=""/>
            <p:cNvSpPr/>
            <p:nvPr/>
          </p:nvSpPr>
          <p:spPr>
            <a:xfrm>
              <a:off x="4348" y="3977"/>
              <a:ext cx="217" cy="17"/>
            </a:xfrm>
            <a:custGeom>
              <a:pathLst>
                <a:path w="217" h="17">
                  <a:moveTo>
                    <a:pt x="7" y="0"/>
                  </a:moveTo>
                  <a:lnTo>
                    <a:pt x="216" y="16"/>
                  </a:lnTo>
                  <a:lnTo>
                    <a:pt x="214" y="16"/>
                  </a:lnTo>
                  <a:lnTo>
                    <a:pt x="213" y="16"/>
                  </a:lnTo>
                  <a:lnTo>
                    <a:pt x="210" y="16"/>
                  </a:lnTo>
                  <a:lnTo>
                    <a:pt x="0" y="0"/>
                  </a:lnTo>
                  <a:lnTo>
                    <a:pt x="1" y="0"/>
                  </a:lnTo>
                  <a:lnTo>
                    <a:pt x="4" y="0"/>
                  </a:lnTo>
                  <a:lnTo>
                    <a:pt x="7" y="1"/>
                  </a:lnTo>
                  <a:lnTo>
                    <a:pt x="7" y="1"/>
                  </a:lnTo>
                  <a:lnTo>
                    <a:pt x="7" y="0"/>
                  </a:lnTo>
                </a:path>
              </a:pathLst>
            </a:custGeom>
            <a:solidFill>
              <a:srgbClr val="B3B3B3"/>
            </a:solidFill>
            <a:ln cap="rnd">
              <a:noFill/>
              <a:round/>
            </a:ln>
            <a:effectLst/>
          </p:spPr>
        </p:sp>
        <p:sp>
          <p:nvSpPr>
            <p:cNvPr id="61997" name=""/>
            <p:cNvSpPr/>
            <p:nvPr/>
          </p:nvSpPr>
          <p:spPr>
            <a:xfrm>
              <a:off x="4358" y="3977"/>
              <a:ext cx="236" cy="17"/>
            </a:xfrm>
            <a:custGeom>
              <a:pathLst>
                <a:path w="236" h="17">
                  <a:moveTo>
                    <a:pt x="31" y="0"/>
                  </a:moveTo>
                  <a:lnTo>
                    <a:pt x="235" y="16"/>
                  </a:lnTo>
                  <a:lnTo>
                    <a:pt x="233" y="16"/>
                  </a:lnTo>
                  <a:lnTo>
                    <a:pt x="232" y="16"/>
                  </a:lnTo>
                  <a:lnTo>
                    <a:pt x="230" y="16"/>
                  </a:lnTo>
                  <a:lnTo>
                    <a:pt x="230" y="16"/>
                  </a:lnTo>
                  <a:lnTo>
                    <a:pt x="228" y="16"/>
                  </a:lnTo>
                  <a:lnTo>
                    <a:pt x="227" y="16"/>
                  </a:lnTo>
                  <a:lnTo>
                    <a:pt x="225" y="16"/>
                  </a:lnTo>
                  <a:lnTo>
                    <a:pt x="224" y="16"/>
                  </a:lnTo>
                  <a:lnTo>
                    <a:pt x="221" y="16"/>
                  </a:lnTo>
                  <a:lnTo>
                    <a:pt x="219" y="16"/>
                  </a:lnTo>
                  <a:lnTo>
                    <a:pt x="217" y="16"/>
                  </a:lnTo>
                  <a:lnTo>
                    <a:pt x="215" y="16"/>
                  </a:lnTo>
                  <a:lnTo>
                    <a:pt x="213" y="16"/>
                  </a:lnTo>
                  <a:lnTo>
                    <a:pt x="211" y="16"/>
                  </a:lnTo>
                  <a:lnTo>
                    <a:pt x="209" y="16"/>
                  </a:lnTo>
                  <a:lnTo>
                    <a:pt x="0" y="1"/>
                  </a:lnTo>
                  <a:lnTo>
                    <a:pt x="2" y="1"/>
                  </a:lnTo>
                  <a:lnTo>
                    <a:pt x="5" y="1"/>
                  </a:lnTo>
                  <a:lnTo>
                    <a:pt x="8" y="1"/>
                  </a:lnTo>
                  <a:lnTo>
                    <a:pt x="10" y="1"/>
                  </a:lnTo>
                  <a:lnTo>
                    <a:pt x="12" y="1"/>
                  </a:lnTo>
                  <a:lnTo>
                    <a:pt x="15" y="1"/>
                  </a:lnTo>
                  <a:lnTo>
                    <a:pt x="18" y="1"/>
                  </a:lnTo>
                  <a:lnTo>
                    <a:pt x="19" y="1"/>
                  </a:lnTo>
                  <a:lnTo>
                    <a:pt x="22" y="1"/>
                  </a:lnTo>
                  <a:lnTo>
                    <a:pt x="23" y="1"/>
                  </a:lnTo>
                  <a:lnTo>
                    <a:pt x="25" y="1"/>
                  </a:lnTo>
                  <a:lnTo>
                    <a:pt x="26" y="1"/>
                  </a:lnTo>
                  <a:lnTo>
                    <a:pt x="29" y="1"/>
                  </a:lnTo>
                  <a:lnTo>
                    <a:pt x="30" y="1"/>
                  </a:lnTo>
                  <a:lnTo>
                    <a:pt x="31" y="0"/>
                  </a:lnTo>
                  <a:lnTo>
                    <a:pt x="31" y="0"/>
                  </a:lnTo>
                </a:path>
              </a:pathLst>
            </a:custGeom>
            <a:solidFill>
              <a:srgbClr val="B3B3B3"/>
            </a:solidFill>
            <a:ln cap="rnd">
              <a:noFill/>
              <a:round/>
            </a:ln>
            <a:effectLst/>
          </p:spPr>
        </p:sp>
        <p:sp>
          <p:nvSpPr>
            <p:cNvPr id="61998" name=""/>
            <p:cNvSpPr/>
            <p:nvPr/>
          </p:nvSpPr>
          <p:spPr>
            <a:xfrm>
              <a:off x="4343" y="3661"/>
              <a:ext cx="251" cy="86"/>
            </a:xfrm>
            <a:custGeom>
              <a:pathLst>
                <a:path w="251" h="86">
                  <a:moveTo>
                    <a:pt x="46" y="11"/>
                  </a:moveTo>
                  <a:lnTo>
                    <a:pt x="250" y="85"/>
                  </a:lnTo>
                  <a:lnTo>
                    <a:pt x="247" y="84"/>
                  </a:lnTo>
                  <a:lnTo>
                    <a:pt x="245" y="83"/>
                  </a:lnTo>
                  <a:lnTo>
                    <a:pt x="243" y="83"/>
                  </a:lnTo>
                  <a:lnTo>
                    <a:pt x="241" y="82"/>
                  </a:lnTo>
                  <a:lnTo>
                    <a:pt x="238" y="81"/>
                  </a:lnTo>
                  <a:lnTo>
                    <a:pt x="236" y="81"/>
                  </a:lnTo>
                  <a:lnTo>
                    <a:pt x="234" y="81"/>
                  </a:lnTo>
                  <a:lnTo>
                    <a:pt x="231" y="80"/>
                  </a:lnTo>
                  <a:lnTo>
                    <a:pt x="229" y="79"/>
                  </a:lnTo>
                  <a:lnTo>
                    <a:pt x="226" y="79"/>
                  </a:lnTo>
                  <a:lnTo>
                    <a:pt x="224" y="79"/>
                  </a:lnTo>
                  <a:lnTo>
                    <a:pt x="221" y="78"/>
                  </a:lnTo>
                  <a:lnTo>
                    <a:pt x="219" y="78"/>
                  </a:lnTo>
                  <a:lnTo>
                    <a:pt x="217" y="77"/>
                  </a:lnTo>
                  <a:lnTo>
                    <a:pt x="214" y="76"/>
                  </a:lnTo>
                  <a:lnTo>
                    <a:pt x="212" y="76"/>
                  </a:lnTo>
                  <a:lnTo>
                    <a:pt x="0" y="0"/>
                  </a:lnTo>
                  <a:lnTo>
                    <a:pt x="2" y="1"/>
                  </a:lnTo>
                  <a:lnTo>
                    <a:pt x="6" y="1"/>
                  </a:lnTo>
                  <a:lnTo>
                    <a:pt x="8" y="2"/>
                  </a:lnTo>
                  <a:lnTo>
                    <a:pt x="11" y="3"/>
                  </a:lnTo>
                  <a:lnTo>
                    <a:pt x="15" y="3"/>
                  </a:lnTo>
                  <a:lnTo>
                    <a:pt x="18" y="3"/>
                  </a:lnTo>
                  <a:lnTo>
                    <a:pt x="21" y="4"/>
                  </a:lnTo>
                  <a:lnTo>
                    <a:pt x="24" y="5"/>
                  </a:lnTo>
                  <a:lnTo>
                    <a:pt x="27" y="5"/>
                  </a:lnTo>
                  <a:lnTo>
                    <a:pt x="30" y="7"/>
                  </a:lnTo>
                  <a:lnTo>
                    <a:pt x="33" y="7"/>
                  </a:lnTo>
                  <a:lnTo>
                    <a:pt x="36" y="8"/>
                  </a:lnTo>
                  <a:lnTo>
                    <a:pt x="39" y="9"/>
                  </a:lnTo>
                  <a:lnTo>
                    <a:pt x="41" y="10"/>
                  </a:lnTo>
                  <a:lnTo>
                    <a:pt x="44" y="10"/>
                  </a:lnTo>
                  <a:lnTo>
                    <a:pt x="46" y="11"/>
                  </a:lnTo>
                  <a:lnTo>
                    <a:pt x="46" y="11"/>
                  </a:lnTo>
                  <a:lnTo>
                    <a:pt x="46" y="11"/>
                  </a:lnTo>
                </a:path>
              </a:pathLst>
            </a:custGeom>
            <a:solidFill>
              <a:srgbClr val="666666"/>
            </a:solidFill>
            <a:ln cap="rnd">
              <a:noFill/>
              <a:round/>
            </a:ln>
            <a:effectLst/>
          </p:spPr>
        </p:sp>
        <p:sp>
          <p:nvSpPr>
            <p:cNvPr id="61999" name=""/>
            <p:cNvSpPr/>
            <p:nvPr/>
          </p:nvSpPr>
          <p:spPr>
            <a:xfrm>
              <a:off x="4335" y="3346"/>
              <a:ext cx="259" cy="148"/>
            </a:xfrm>
            <a:custGeom>
              <a:pathLst>
                <a:path w="259" h="148">
                  <a:moveTo>
                    <a:pt x="54" y="0"/>
                  </a:moveTo>
                  <a:lnTo>
                    <a:pt x="258" y="139"/>
                  </a:lnTo>
                  <a:lnTo>
                    <a:pt x="257" y="139"/>
                  </a:lnTo>
                  <a:lnTo>
                    <a:pt x="255" y="139"/>
                  </a:lnTo>
                  <a:lnTo>
                    <a:pt x="253" y="139"/>
                  </a:lnTo>
                  <a:lnTo>
                    <a:pt x="252" y="139"/>
                  </a:lnTo>
                  <a:lnTo>
                    <a:pt x="251" y="139"/>
                  </a:lnTo>
                  <a:lnTo>
                    <a:pt x="249" y="139"/>
                  </a:lnTo>
                  <a:lnTo>
                    <a:pt x="248" y="140"/>
                  </a:lnTo>
                  <a:lnTo>
                    <a:pt x="246" y="140"/>
                  </a:lnTo>
                  <a:lnTo>
                    <a:pt x="245" y="140"/>
                  </a:lnTo>
                  <a:lnTo>
                    <a:pt x="244" y="140"/>
                  </a:lnTo>
                  <a:lnTo>
                    <a:pt x="241" y="141"/>
                  </a:lnTo>
                  <a:lnTo>
                    <a:pt x="240" y="141"/>
                  </a:lnTo>
                  <a:lnTo>
                    <a:pt x="239" y="141"/>
                  </a:lnTo>
                  <a:lnTo>
                    <a:pt x="237" y="141"/>
                  </a:lnTo>
                  <a:lnTo>
                    <a:pt x="236" y="141"/>
                  </a:lnTo>
                  <a:lnTo>
                    <a:pt x="234" y="142"/>
                  </a:lnTo>
                  <a:lnTo>
                    <a:pt x="233" y="142"/>
                  </a:lnTo>
                  <a:lnTo>
                    <a:pt x="231" y="142"/>
                  </a:lnTo>
                  <a:lnTo>
                    <a:pt x="230" y="143"/>
                  </a:lnTo>
                  <a:lnTo>
                    <a:pt x="229" y="143"/>
                  </a:lnTo>
                  <a:lnTo>
                    <a:pt x="227" y="144"/>
                  </a:lnTo>
                  <a:lnTo>
                    <a:pt x="226" y="144"/>
                  </a:lnTo>
                  <a:lnTo>
                    <a:pt x="225" y="144"/>
                  </a:lnTo>
                  <a:lnTo>
                    <a:pt x="223" y="144"/>
                  </a:lnTo>
                  <a:lnTo>
                    <a:pt x="222" y="145"/>
                  </a:lnTo>
                  <a:lnTo>
                    <a:pt x="220" y="145"/>
                  </a:lnTo>
                  <a:lnTo>
                    <a:pt x="220" y="146"/>
                  </a:lnTo>
                  <a:lnTo>
                    <a:pt x="218" y="146"/>
                  </a:lnTo>
                  <a:lnTo>
                    <a:pt x="217" y="146"/>
                  </a:lnTo>
                  <a:lnTo>
                    <a:pt x="216" y="146"/>
                  </a:lnTo>
                  <a:lnTo>
                    <a:pt x="215" y="147"/>
                  </a:lnTo>
                  <a:lnTo>
                    <a:pt x="213" y="147"/>
                  </a:lnTo>
                  <a:lnTo>
                    <a:pt x="0" y="10"/>
                  </a:lnTo>
                  <a:lnTo>
                    <a:pt x="1" y="10"/>
                  </a:lnTo>
                  <a:lnTo>
                    <a:pt x="2" y="9"/>
                  </a:lnTo>
                  <a:lnTo>
                    <a:pt x="4" y="9"/>
                  </a:lnTo>
                  <a:lnTo>
                    <a:pt x="5" y="9"/>
                  </a:lnTo>
                  <a:lnTo>
                    <a:pt x="7" y="8"/>
                  </a:lnTo>
                  <a:lnTo>
                    <a:pt x="9" y="7"/>
                  </a:lnTo>
                  <a:lnTo>
                    <a:pt x="10" y="7"/>
                  </a:lnTo>
                  <a:lnTo>
                    <a:pt x="12" y="7"/>
                  </a:lnTo>
                  <a:lnTo>
                    <a:pt x="14" y="7"/>
                  </a:lnTo>
                  <a:lnTo>
                    <a:pt x="15" y="6"/>
                  </a:lnTo>
                  <a:lnTo>
                    <a:pt x="16" y="5"/>
                  </a:lnTo>
                  <a:lnTo>
                    <a:pt x="18" y="5"/>
                  </a:lnTo>
                  <a:lnTo>
                    <a:pt x="20" y="4"/>
                  </a:lnTo>
                  <a:lnTo>
                    <a:pt x="21" y="4"/>
                  </a:lnTo>
                  <a:lnTo>
                    <a:pt x="23" y="4"/>
                  </a:lnTo>
                  <a:lnTo>
                    <a:pt x="25" y="3"/>
                  </a:lnTo>
                  <a:lnTo>
                    <a:pt x="27" y="3"/>
                  </a:lnTo>
                  <a:lnTo>
                    <a:pt x="29" y="3"/>
                  </a:lnTo>
                  <a:lnTo>
                    <a:pt x="31" y="2"/>
                  </a:lnTo>
                  <a:lnTo>
                    <a:pt x="33" y="2"/>
                  </a:lnTo>
                  <a:lnTo>
                    <a:pt x="35" y="2"/>
                  </a:lnTo>
                  <a:lnTo>
                    <a:pt x="37" y="2"/>
                  </a:lnTo>
                  <a:lnTo>
                    <a:pt x="38" y="2"/>
                  </a:lnTo>
                  <a:lnTo>
                    <a:pt x="40" y="1"/>
                  </a:lnTo>
                  <a:lnTo>
                    <a:pt x="42" y="1"/>
                  </a:lnTo>
                  <a:lnTo>
                    <a:pt x="44" y="0"/>
                  </a:lnTo>
                  <a:lnTo>
                    <a:pt x="46" y="0"/>
                  </a:lnTo>
                  <a:lnTo>
                    <a:pt x="48" y="0"/>
                  </a:lnTo>
                  <a:lnTo>
                    <a:pt x="49" y="0"/>
                  </a:lnTo>
                  <a:lnTo>
                    <a:pt x="52" y="0"/>
                  </a:lnTo>
                  <a:lnTo>
                    <a:pt x="53" y="0"/>
                  </a:lnTo>
                  <a:lnTo>
                    <a:pt x="54" y="0"/>
                  </a:lnTo>
                  <a:lnTo>
                    <a:pt x="54" y="0"/>
                  </a:lnTo>
                </a:path>
              </a:pathLst>
            </a:custGeom>
            <a:solidFill>
              <a:srgbClr val="666666"/>
            </a:solidFill>
            <a:ln cap="rnd">
              <a:noFill/>
              <a:round/>
            </a:ln>
            <a:effectLst/>
          </p:spPr>
        </p:sp>
        <p:sp>
          <p:nvSpPr>
            <p:cNvPr id="62000" name=""/>
            <p:cNvSpPr/>
            <p:nvPr/>
          </p:nvSpPr>
          <p:spPr>
            <a:xfrm>
              <a:off x="4434" y="3136"/>
              <a:ext cx="195" cy="252"/>
            </a:xfrm>
            <a:custGeom>
              <a:pathLst>
                <a:path w="195" h="252">
                  <a:moveTo>
                    <a:pt x="0" y="0"/>
                  </a:moveTo>
                  <a:lnTo>
                    <a:pt x="194" y="181"/>
                  </a:lnTo>
                  <a:lnTo>
                    <a:pt x="194" y="199"/>
                  </a:lnTo>
                  <a:lnTo>
                    <a:pt x="194" y="217"/>
                  </a:lnTo>
                  <a:lnTo>
                    <a:pt x="194" y="233"/>
                  </a:lnTo>
                  <a:lnTo>
                    <a:pt x="194" y="251"/>
                  </a:lnTo>
                  <a:lnTo>
                    <a:pt x="0" y="87"/>
                  </a:lnTo>
                  <a:lnTo>
                    <a:pt x="0" y="66"/>
                  </a:lnTo>
                  <a:lnTo>
                    <a:pt x="0" y="44"/>
                  </a:lnTo>
                  <a:lnTo>
                    <a:pt x="0" y="22"/>
                  </a:lnTo>
                  <a:lnTo>
                    <a:pt x="0" y="0"/>
                  </a:lnTo>
                  <a:lnTo>
                    <a:pt x="0" y="0"/>
                  </a:lnTo>
                  <a:lnTo>
                    <a:pt x="0" y="0"/>
                  </a:lnTo>
                </a:path>
              </a:pathLst>
            </a:custGeom>
            <a:solidFill>
              <a:srgbClr val="808080"/>
            </a:solidFill>
            <a:ln cap="rnd">
              <a:noFill/>
              <a:round/>
            </a:ln>
            <a:effectLst/>
          </p:spPr>
        </p:sp>
        <p:sp>
          <p:nvSpPr>
            <p:cNvPr id="62001" name=""/>
            <p:cNvSpPr/>
            <p:nvPr/>
          </p:nvSpPr>
          <p:spPr>
            <a:xfrm>
              <a:off x="4564" y="3603"/>
              <a:ext cx="65" cy="34"/>
            </a:xfrm>
            <a:custGeom>
              <a:pathLst>
                <a:path w="65" h="34">
                  <a:moveTo>
                    <a:pt x="0" y="0"/>
                  </a:moveTo>
                  <a:lnTo>
                    <a:pt x="64" y="33"/>
                  </a:lnTo>
                  <a:lnTo>
                    <a:pt x="64" y="0"/>
                  </a:lnTo>
                  <a:lnTo>
                    <a:pt x="0" y="0"/>
                  </a:lnTo>
                  <a:lnTo>
                    <a:pt x="0" y="0"/>
                  </a:lnTo>
                  <a:lnTo>
                    <a:pt x="0" y="0"/>
                  </a:lnTo>
                </a:path>
              </a:pathLst>
            </a:custGeom>
            <a:solidFill>
              <a:srgbClr val="808080"/>
            </a:solidFill>
            <a:ln cap="rnd">
              <a:noFill/>
              <a:round/>
            </a:ln>
            <a:effectLst/>
          </p:spPr>
        </p:sp>
        <p:sp>
          <p:nvSpPr>
            <p:cNvPr id="62002" name=""/>
            <p:cNvSpPr/>
            <p:nvPr/>
          </p:nvSpPr>
          <p:spPr>
            <a:xfrm>
              <a:off x="4553" y="3597"/>
              <a:ext cx="76" cy="17"/>
            </a:xfrm>
            <a:custGeom>
              <a:pathLst>
                <a:path w="76" h="17">
                  <a:moveTo>
                    <a:pt x="11" y="16"/>
                  </a:moveTo>
                  <a:lnTo>
                    <a:pt x="0" y="0"/>
                  </a:lnTo>
                  <a:lnTo>
                    <a:pt x="75" y="0"/>
                  </a:lnTo>
                  <a:lnTo>
                    <a:pt x="75" y="8"/>
                  </a:lnTo>
                  <a:lnTo>
                    <a:pt x="75" y="16"/>
                  </a:lnTo>
                  <a:lnTo>
                    <a:pt x="11" y="16"/>
                  </a:lnTo>
                  <a:lnTo>
                    <a:pt x="11" y="16"/>
                  </a:lnTo>
                  <a:lnTo>
                    <a:pt x="11" y="16"/>
                  </a:lnTo>
                </a:path>
              </a:pathLst>
            </a:custGeom>
            <a:solidFill>
              <a:srgbClr val="808080"/>
            </a:solidFill>
            <a:ln cap="rnd">
              <a:noFill/>
              <a:round/>
            </a:ln>
            <a:effectLst/>
          </p:spPr>
        </p:sp>
        <p:sp>
          <p:nvSpPr>
            <p:cNvPr id="62003" name=""/>
            <p:cNvSpPr/>
            <p:nvPr/>
          </p:nvSpPr>
          <p:spPr>
            <a:xfrm>
              <a:off x="4543" y="3592"/>
              <a:ext cx="86" cy="17"/>
            </a:xfrm>
            <a:custGeom>
              <a:pathLst>
                <a:path w="86" h="17">
                  <a:moveTo>
                    <a:pt x="10" y="16"/>
                  </a:moveTo>
                  <a:lnTo>
                    <a:pt x="0" y="0"/>
                  </a:lnTo>
                  <a:lnTo>
                    <a:pt x="85" y="0"/>
                  </a:lnTo>
                  <a:lnTo>
                    <a:pt x="85" y="16"/>
                  </a:lnTo>
                  <a:lnTo>
                    <a:pt x="10" y="16"/>
                  </a:lnTo>
                  <a:lnTo>
                    <a:pt x="10" y="16"/>
                  </a:lnTo>
                  <a:lnTo>
                    <a:pt x="10" y="16"/>
                  </a:lnTo>
                </a:path>
              </a:pathLst>
            </a:custGeom>
            <a:solidFill>
              <a:srgbClr val="7D7D7D"/>
            </a:solidFill>
            <a:ln cap="rnd">
              <a:noFill/>
              <a:round/>
            </a:ln>
            <a:effectLst/>
          </p:spPr>
        </p:sp>
        <p:sp>
          <p:nvSpPr>
            <p:cNvPr id="62004" name=""/>
            <p:cNvSpPr/>
            <p:nvPr/>
          </p:nvSpPr>
          <p:spPr>
            <a:xfrm>
              <a:off x="4533" y="3586"/>
              <a:ext cx="96" cy="17"/>
            </a:xfrm>
            <a:custGeom>
              <a:pathLst>
                <a:path w="96" h="17">
                  <a:moveTo>
                    <a:pt x="10" y="13"/>
                  </a:moveTo>
                  <a:lnTo>
                    <a:pt x="0" y="0"/>
                  </a:lnTo>
                  <a:lnTo>
                    <a:pt x="95" y="0"/>
                  </a:lnTo>
                  <a:lnTo>
                    <a:pt x="95" y="16"/>
                  </a:lnTo>
                  <a:lnTo>
                    <a:pt x="10" y="16"/>
                  </a:lnTo>
                  <a:lnTo>
                    <a:pt x="10" y="16"/>
                  </a:lnTo>
                  <a:lnTo>
                    <a:pt x="10" y="13"/>
                  </a:lnTo>
                </a:path>
              </a:pathLst>
            </a:custGeom>
            <a:solidFill>
              <a:srgbClr val="7B7B7B"/>
            </a:solidFill>
            <a:ln cap="rnd">
              <a:noFill/>
              <a:round/>
            </a:ln>
            <a:effectLst/>
          </p:spPr>
        </p:sp>
        <p:sp>
          <p:nvSpPr>
            <p:cNvPr id="62005" name=""/>
            <p:cNvSpPr/>
            <p:nvPr/>
          </p:nvSpPr>
          <p:spPr>
            <a:xfrm>
              <a:off x="4521" y="3581"/>
              <a:ext cx="108" cy="17"/>
            </a:xfrm>
            <a:custGeom>
              <a:pathLst>
                <a:path w="108" h="17">
                  <a:moveTo>
                    <a:pt x="10" y="16"/>
                  </a:moveTo>
                  <a:lnTo>
                    <a:pt x="0" y="0"/>
                  </a:lnTo>
                  <a:lnTo>
                    <a:pt x="107" y="0"/>
                  </a:lnTo>
                  <a:lnTo>
                    <a:pt x="107" y="16"/>
                  </a:lnTo>
                  <a:lnTo>
                    <a:pt x="11" y="16"/>
                  </a:lnTo>
                  <a:lnTo>
                    <a:pt x="11" y="16"/>
                  </a:lnTo>
                  <a:lnTo>
                    <a:pt x="10" y="16"/>
                  </a:lnTo>
                </a:path>
              </a:pathLst>
            </a:custGeom>
            <a:solidFill>
              <a:srgbClr val="7B7B7B"/>
            </a:solidFill>
            <a:ln cap="rnd">
              <a:noFill/>
              <a:round/>
            </a:ln>
            <a:effectLst/>
          </p:spPr>
        </p:sp>
        <p:sp>
          <p:nvSpPr>
            <p:cNvPr id="62006" name=""/>
            <p:cNvSpPr/>
            <p:nvPr/>
          </p:nvSpPr>
          <p:spPr>
            <a:xfrm>
              <a:off x="4510" y="3575"/>
              <a:ext cx="119" cy="17"/>
            </a:xfrm>
            <a:custGeom>
              <a:pathLst>
                <a:path w="119" h="17">
                  <a:moveTo>
                    <a:pt x="11" y="16"/>
                  </a:moveTo>
                  <a:lnTo>
                    <a:pt x="0" y="0"/>
                  </a:lnTo>
                  <a:lnTo>
                    <a:pt x="118" y="0"/>
                  </a:lnTo>
                  <a:lnTo>
                    <a:pt x="118" y="16"/>
                  </a:lnTo>
                  <a:lnTo>
                    <a:pt x="11" y="16"/>
                  </a:lnTo>
                  <a:lnTo>
                    <a:pt x="11" y="16"/>
                  </a:lnTo>
                </a:path>
              </a:pathLst>
            </a:custGeom>
            <a:solidFill>
              <a:srgbClr val="787878"/>
            </a:solidFill>
            <a:ln cap="rnd">
              <a:noFill/>
              <a:round/>
            </a:ln>
            <a:effectLst/>
          </p:spPr>
        </p:sp>
        <p:sp>
          <p:nvSpPr>
            <p:cNvPr id="62007" name=""/>
            <p:cNvSpPr/>
            <p:nvPr/>
          </p:nvSpPr>
          <p:spPr>
            <a:xfrm>
              <a:off x="4500" y="3570"/>
              <a:ext cx="129" cy="17"/>
            </a:xfrm>
            <a:custGeom>
              <a:pathLst>
                <a:path w="129" h="17">
                  <a:moveTo>
                    <a:pt x="10" y="16"/>
                  </a:moveTo>
                  <a:lnTo>
                    <a:pt x="0" y="0"/>
                  </a:lnTo>
                  <a:lnTo>
                    <a:pt x="128" y="0"/>
                  </a:lnTo>
                  <a:lnTo>
                    <a:pt x="128" y="16"/>
                  </a:lnTo>
                  <a:lnTo>
                    <a:pt x="10" y="16"/>
                  </a:lnTo>
                  <a:lnTo>
                    <a:pt x="10" y="16"/>
                  </a:lnTo>
                </a:path>
              </a:pathLst>
            </a:custGeom>
            <a:solidFill>
              <a:srgbClr val="767676"/>
            </a:solidFill>
            <a:ln cap="rnd">
              <a:noFill/>
              <a:round/>
            </a:ln>
            <a:effectLst/>
          </p:spPr>
        </p:sp>
        <p:sp>
          <p:nvSpPr>
            <p:cNvPr id="62008" name=""/>
            <p:cNvSpPr/>
            <p:nvPr/>
          </p:nvSpPr>
          <p:spPr>
            <a:xfrm>
              <a:off x="4489" y="3564"/>
              <a:ext cx="140" cy="17"/>
            </a:xfrm>
            <a:custGeom>
              <a:pathLst>
                <a:path w="140" h="17">
                  <a:moveTo>
                    <a:pt x="11" y="16"/>
                  </a:moveTo>
                  <a:lnTo>
                    <a:pt x="0" y="0"/>
                  </a:lnTo>
                  <a:lnTo>
                    <a:pt x="139" y="0"/>
                  </a:lnTo>
                  <a:lnTo>
                    <a:pt x="139" y="2"/>
                  </a:lnTo>
                  <a:lnTo>
                    <a:pt x="139" y="16"/>
                  </a:lnTo>
                  <a:lnTo>
                    <a:pt x="11" y="16"/>
                  </a:lnTo>
                  <a:lnTo>
                    <a:pt x="11" y="16"/>
                  </a:lnTo>
                </a:path>
              </a:pathLst>
            </a:custGeom>
            <a:solidFill>
              <a:srgbClr val="737373"/>
            </a:solidFill>
            <a:ln cap="rnd">
              <a:noFill/>
              <a:round/>
            </a:ln>
            <a:effectLst/>
          </p:spPr>
        </p:sp>
        <p:sp>
          <p:nvSpPr>
            <p:cNvPr id="62009" name=""/>
            <p:cNvSpPr/>
            <p:nvPr/>
          </p:nvSpPr>
          <p:spPr>
            <a:xfrm>
              <a:off x="4478" y="3558"/>
              <a:ext cx="151" cy="17"/>
            </a:xfrm>
            <a:custGeom>
              <a:pathLst>
                <a:path w="151" h="17">
                  <a:moveTo>
                    <a:pt x="11" y="16"/>
                  </a:moveTo>
                  <a:lnTo>
                    <a:pt x="0" y="0"/>
                  </a:lnTo>
                  <a:lnTo>
                    <a:pt x="150" y="0"/>
                  </a:lnTo>
                  <a:lnTo>
                    <a:pt x="150" y="16"/>
                  </a:lnTo>
                  <a:lnTo>
                    <a:pt x="11" y="16"/>
                  </a:lnTo>
                  <a:lnTo>
                    <a:pt x="11" y="16"/>
                  </a:lnTo>
                  <a:lnTo>
                    <a:pt x="11" y="16"/>
                  </a:lnTo>
                </a:path>
              </a:pathLst>
            </a:custGeom>
            <a:solidFill>
              <a:srgbClr val="717171"/>
            </a:solidFill>
            <a:ln cap="rnd">
              <a:noFill/>
              <a:round/>
            </a:ln>
            <a:effectLst/>
          </p:spPr>
        </p:sp>
        <p:sp>
          <p:nvSpPr>
            <p:cNvPr id="62010" name=""/>
            <p:cNvSpPr/>
            <p:nvPr/>
          </p:nvSpPr>
          <p:spPr>
            <a:xfrm>
              <a:off x="4468" y="3553"/>
              <a:ext cx="161" cy="17"/>
            </a:xfrm>
            <a:custGeom>
              <a:pathLst>
                <a:path w="161" h="17">
                  <a:moveTo>
                    <a:pt x="10" y="16"/>
                  </a:moveTo>
                  <a:lnTo>
                    <a:pt x="0" y="0"/>
                  </a:lnTo>
                  <a:lnTo>
                    <a:pt x="160" y="0"/>
                  </a:lnTo>
                  <a:lnTo>
                    <a:pt x="160" y="16"/>
                  </a:lnTo>
                  <a:lnTo>
                    <a:pt x="10" y="16"/>
                  </a:lnTo>
                  <a:lnTo>
                    <a:pt x="10" y="16"/>
                  </a:lnTo>
                </a:path>
              </a:pathLst>
            </a:custGeom>
            <a:solidFill>
              <a:srgbClr val="717171"/>
            </a:solidFill>
            <a:ln cap="rnd">
              <a:noFill/>
              <a:round/>
            </a:ln>
            <a:effectLst/>
          </p:spPr>
        </p:sp>
        <p:sp>
          <p:nvSpPr>
            <p:cNvPr id="62011" name=""/>
            <p:cNvSpPr/>
            <p:nvPr/>
          </p:nvSpPr>
          <p:spPr>
            <a:xfrm>
              <a:off x="4458" y="3547"/>
              <a:ext cx="171" cy="17"/>
            </a:xfrm>
            <a:custGeom>
              <a:pathLst>
                <a:path w="171" h="17">
                  <a:moveTo>
                    <a:pt x="9" y="16"/>
                  </a:moveTo>
                  <a:lnTo>
                    <a:pt x="0" y="0"/>
                  </a:lnTo>
                  <a:lnTo>
                    <a:pt x="170" y="0"/>
                  </a:lnTo>
                  <a:lnTo>
                    <a:pt x="170" y="16"/>
                  </a:lnTo>
                  <a:lnTo>
                    <a:pt x="9" y="16"/>
                  </a:lnTo>
                  <a:lnTo>
                    <a:pt x="9" y="16"/>
                  </a:lnTo>
                </a:path>
              </a:pathLst>
            </a:custGeom>
            <a:solidFill>
              <a:srgbClr val="6E6E6E"/>
            </a:solidFill>
            <a:ln cap="rnd">
              <a:noFill/>
              <a:round/>
            </a:ln>
            <a:effectLst/>
          </p:spPr>
        </p:sp>
        <p:sp>
          <p:nvSpPr>
            <p:cNvPr id="62012" name=""/>
            <p:cNvSpPr/>
            <p:nvPr/>
          </p:nvSpPr>
          <p:spPr>
            <a:xfrm>
              <a:off x="4446" y="3541"/>
              <a:ext cx="183" cy="17"/>
            </a:xfrm>
            <a:custGeom>
              <a:pathLst>
                <a:path w="183" h="17">
                  <a:moveTo>
                    <a:pt x="11" y="16"/>
                  </a:moveTo>
                  <a:lnTo>
                    <a:pt x="0" y="0"/>
                  </a:lnTo>
                  <a:lnTo>
                    <a:pt x="182" y="0"/>
                  </a:lnTo>
                  <a:lnTo>
                    <a:pt x="182" y="16"/>
                  </a:lnTo>
                  <a:lnTo>
                    <a:pt x="11" y="16"/>
                  </a:lnTo>
                  <a:lnTo>
                    <a:pt x="11" y="16"/>
                  </a:lnTo>
                  <a:lnTo>
                    <a:pt x="11" y="16"/>
                  </a:lnTo>
                </a:path>
              </a:pathLst>
            </a:custGeom>
            <a:solidFill>
              <a:srgbClr val="6C6C6C"/>
            </a:solidFill>
            <a:ln cap="rnd">
              <a:noFill/>
              <a:round/>
            </a:ln>
            <a:effectLst/>
          </p:spPr>
        </p:sp>
        <p:sp>
          <p:nvSpPr>
            <p:cNvPr id="62013" name=""/>
            <p:cNvSpPr/>
            <p:nvPr/>
          </p:nvSpPr>
          <p:spPr>
            <a:xfrm>
              <a:off x="4435" y="3536"/>
              <a:ext cx="194" cy="17"/>
            </a:xfrm>
            <a:custGeom>
              <a:pathLst>
                <a:path w="194" h="17">
                  <a:moveTo>
                    <a:pt x="11" y="16"/>
                  </a:moveTo>
                  <a:lnTo>
                    <a:pt x="0" y="0"/>
                  </a:lnTo>
                  <a:lnTo>
                    <a:pt x="193" y="0"/>
                  </a:lnTo>
                  <a:lnTo>
                    <a:pt x="193" y="16"/>
                  </a:lnTo>
                  <a:lnTo>
                    <a:pt x="11" y="16"/>
                  </a:lnTo>
                  <a:lnTo>
                    <a:pt x="11" y="16"/>
                  </a:lnTo>
                </a:path>
              </a:pathLst>
            </a:custGeom>
            <a:solidFill>
              <a:srgbClr val="696969"/>
            </a:solidFill>
            <a:ln cap="rnd">
              <a:noFill/>
              <a:round/>
            </a:ln>
            <a:effectLst/>
          </p:spPr>
        </p:sp>
        <p:sp>
          <p:nvSpPr>
            <p:cNvPr id="62014" name=""/>
            <p:cNvSpPr/>
            <p:nvPr/>
          </p:nvSpPr>
          <p:spPr>
            <a:xfrm>
              <a:off x="4434" y="3530"/>
              <a:ext cx="195" cy="17"/>
            </a:xfrm>
            <a:custGeom>
              <a:pathLst>
                <a:path w="195" h="17">
                  <a:moveTo>
                    <a:pt x="1" y="16"/>
                  </a:moveTo>
                  <a:lnTo>
                    <a:pt x="0" y="13"/>
                  </a:lnTo>
                  <a:lnTo>
                    <a:pt x="0" y="0"/>
                  </a:lnTo>
                  <a:lnTo>
                    <a:pt x="194" y="0"/>
                  </a:lnTo>
                  <a:lnTo>
                    <a:pt x="194" y="16"/>
                  </a:lnTo>
                  <a:lnTo>
                    <a:pt x="1" y="16"/>
                  </a:lnTo>
                  <a:lnTo>
                    <a:pt x="1" y="16"/>
                  </a:lnTo>
                  <a:lnTo>
                    <a:pt x="1" y="16"/>
                  </a:lnTo>
                </a:path>
              </a:pathLst>
            </a:custGeom>
            <a:solidFill>
              <a:srgbClr val="666666"/>
            </a:solidFill>
            <a:ln cap="rnd">
              <a:noFill/>
              <a:round/>
            </a:ln>
            <a:effectLst/>
          </p:spPr>
        </p:sp>
        <p:sp>
          <p:nvSpPr>
            <p:cNvPr id="62015" name=""/>
            <p:cNvSpPr/>
            <p:nvPr/>
          </p:nvSpPr>
          <p:spPr>
            <a:xfrm>
              <a:off x="4434" y="3525"/>
              <a:ext cx="195" cy="17"/>
            </a:xfrm>
            <a:custGeom>
              <a:pathLst>
                <a:path w="195" h="17">
                  <a:moveTo>
                    <a:pt x="0" y="16"/>
                  </a:moveTo>
                  <a:lnTo>
                    <a:pt x="0" y="0"/>
                  </a:lnTo>
                  <a:lnTo>
                    <a:pt x="194" y="0"/>
                  </a:lnTo>
                  <a:lnTo>
                    <a:pt x="194" y="16"/>
                  </a:lnTo>
                  <a:lnTo>
                    <a:pt x="194" y="16"/>
                  </a:lnTo>
                  <a:lnTo>
                    <a:pt x="0" y="16"/>
                  </a:lnTo>
                  <a:lnTo>
                    <a:pt x="0" y="16"/>
                  </a:lnTo>
                  <a:lnTo>
                    <a:pt x="0" y="16"/>
                  </a:lnTo>
                </a:path>
              </a:pathLst>
            </a:custGeom>
            <a:solidFill>
              <a:srgbClr val="666666"/>
            </a:solidFill>
            <a:ln cap="rnd">
              <a:noFill/>
              <a:round/>
            </a:ln>
            <a:effectLst/>
          </p:spPr>
        </p:sp>
        <p:sp>
          <p:nvSpPr>
            <p:cNvPr id="62016" name=""/>
            <p:cNvSpPr/>
            <p:nvPr/>
          </p:nvSpPr>
          <p:spPr>
            <a:xfrm>
              <a:off x="4434" y="3519"/>
              <a:ext cx="195" cy="17"/>
            </a:xfrm>
            <a:custGeom>
              <a:pathLst>
                <a:path w="195" h="17">
                  <a:moveTo>
                    <a:pt x="0" y="16"/>
                  </a:moveTo>
                  <a:lnTo>
                    <a:pt x="0" y="0"/>
                  </a:lnTo>
                  <a:lnTo>
                    <a:pt x="194" y="0"/>
                  </a:lnTo>
                  <a:lnTo>
                    <a:pt x="194" y="16"/>
                  </a:lnTo>
                  <a:lnTo>
                    <a:pt x="0" y="16"/>
                  </a:lnTo>
                  <a:lnTo>
                    <a:pt x="0" y="16"/>
                  </a:lnTo>
                </a:path>
              </a:pathLst>
            </a:custGeom>
            <a:solidFill>
              <a:srgbClr val="646464"/>
            </a:solidFill>
            <a:ln cap="rnd">
              <a:noFill/>
              <a:round/>
            </a:ln>
            <a:effectLst/>
          </p:spPr>
        </p:sp>
        <p:sp>
          <p:nvSpPr>
            <p:cNvPr id="62017" name=""/>
            <p:cNvSpPr/>
            <p:nvPr/>
          </p:nvSpPr>
          <p:spPr>
            <a:xfrm>
              <a:off x="4434" y="3513"/>
              <a:ext cx="195" cy="17"/>
            </a:xfrm>
            <a:custGeom>
              <a:pathLst>
                <a:path w="195" h="17">
                  <a:moveTo>
                    <a:pt x="0" y="16"/>
                  </a:moveTo>
                  <a:lnTo>
                    <a:pt x="0" y="0"/>
                  </a:lnTo>
                  <a:lnTo>
                    <a:pt x="194" y="0"/>
                  </a:lnTo>
                  <a:lnTo>
                    <a:pt x="194" y="16"/>
                  </a:lnTo>
                  <a:lnTo>
                    <a:pt x="0" y="16"/>
                  </a:lnTo>
                  <a:lnTo>
                    <a:pt x="0" y="16"/>
                  </a:lnTo>
                  <a:lnTo>
                    <a:pt x="0" y="16"/>
                  </a:lnTo>
                </a:path>
              </a:pathLst>
            </a:custGeom>
            <a:solidFill>
              <a:srgbClr val="616161"/>
            </a:solidFill>
            <a:ln cap="rnd">
              <a:noFill/>
              <a:round/>
            </a:ln>
            <a:effectLst/>
          </p:spPr>
        </p:sp>
        <p:sp>
          <p:nvSpPr>
            <p:cNvPr id="62018" name=""/>
            <p:cNvSpPr/>
            <p:nvPr/>
          </p:nvSpPr>
          <p:spPr>
            <a:xfrm>
              <a:off x="4434" y="3508"/>
              <a:ext cx="195" cy="17"/>
            </a:xfrm>
            <a:custGeom>
              <a:pathLst>
                <a:path w="195" h="17">
                  <a:moveTo>
                    <a:pt x="0" y="16"/>
                  </a:moveTo>
                  <a:lnTo>
                    <a:pt x="0" y="0"/>
                  </a:lnTo>
                  <a:lnTo>
                    <a:pt x="194" y="0"/>
                  </a:lnTo>
                  <a:lnTo>
                    <a:pt x="194" y="16"/>
                  </a:lnTo>
                  <a:lnTo>
                    <a:pt x="0" y="16"/>
                  </a:lnTo>
                  <a:lnTo>
                    <a:pt x="0" y="16"/>
                  </a:lnTo>
                </a:path>
              </a:pathLst>
            </a:custGeom>
            <a:solidFill>
              <a:srgbClr val="5F5F5F"/>
            </a:solidFill>
            <a:ln cap="rnd">
              <a:noFill/>
              <a:round/>
            </a:ln>
            <a:effectLst/>
          </p:spPr>
        </p:sp>
        <p:sp>
          <p:nvSpPr>
            <p:cNvPr id="62019" name=""/>
            <p:cNvSpPr/>
            <p:nvPr/>
          </p:nvSpPr>
          <p:spPr>
            <a:xfrm>
              <a:off x="4434" y="3502"/>
              <a:ext cx="195" cy="17"/>
            </a:xfrm>
            <a:custGeom>
              <a:pathLst>
                <a:path w="195" h="17">
                  <a:moveTo>
                    <a:pt x="0" y="16"/>
                  </a:moveTo>
                  <a:lnTo>
                    <a:pt x="0" y="0"/>
                  </a:lnTo>
                  <a:lnTo>
                    <a:pt x="194" y="0"/>
                  </a:lnTo>
                  <a:lnTo>
                    <a:pt x="194" y="16"/>
                  </a:lnTo>
                  <a:lnTo>
                    <a:pt x="0" y="16"/>
                  </a:lnTo>
                  <a:lnTo>
                    <a:pt x="0" y="16"/>
                  </a:lnTo>
                </a:path>
              </a:pathLst>
            </a:custGeom>
            <a:solidFill>
              <a:srgbClr val="5F5F5F"/>
            </a:solidFill>
            <a:ln cap="rnd">
              <a:noFill/>
              <a:round/>
            </a:ln>
            <a:effectLst/>
          </p:spPr>
        </p:sp>
        <p:sp>
          <p:nvSpPr>
            <p:cNvPr id="62020" name=""/>
            <p:cNvSpPr/>
            <p:nvPr/>
          </p:nvSpPr>
          <p:spPr>
            <a:xfrm>
              <a:off x="4434" y="3497"/>
              <a:ext cx="195" cy="17"/>
            </a:xfrm>
            <a:custGeom>
              <a:pathLst>
                <a:path w="195" h="17">
                  <a:moveTo>
                    <a:pt x="0" y="16"/>
                  </a:moveTo>
                  <a:lnTo>
                    <a:pt x="0" y="0"/>
                  </a:lnTo>
                  <a:lnTo>
                    <a:pt x="194" y="0"/>
                  </a:lnTo>
                  <a:lnTo>
                    <a:pt x="194" y="16"/>
                  </a:lnTo>
                  <a:lnTo>
                    <a:pt x="0" y="16"/>
                  </a:lnTo>
                  <a:lnTo>
                    <a:pt x="0" y="16"/>
                  </a:lnTo>
                  <a:lnTo>
                    <a:pt x="0" y="16"/>
                  </a:lnTo>
                </a:path>
              </a:pathLst>
            </a:custGeom>
            <a:solidFill>
              <a:srgbClr val="5C5C5C"/>
            </a:solidFill>
            <a:ln cap="rnd">
              <a:noFill/>
              <a:round/>
            </a:ln>
            <a:effectLst/>
          </p:spPr>
        </p:sp>
        <p:sp>
          <p:nvSpPr>
            <p:cNvPr id="62021" name=""/>
            <p:cNvSpPr/>
            <p:nvPr/>
          </p:nvSpPr>
          <p:spPr>
            <a:xfrm>
              <a:off x="4434" y="3492"/>
              <a:ext cx="195" cy="17"/>
            </a:xfrm>
            <a:custGeom>
              <a:pathLst>
                <a:path w="195" h="17">
                  <a:moveTo>
                    <a:pt x="0" y="16"/>
                  </a:moveTo>
                  <a:lnTo>
                    <a:pt x="0" y="0"/>
                  </a:lnTo>
                  <a:lnTo>
                    <a:pt x="189" y="0"/>
                  </a:lnTo>
                  <a:lnTo>
                    <a:pt x="194" y="6"/>
                  </a:lnTo>
                  <a:lnTo>
                    <a:pt x="194" y="16"/>
                  </a:lnTo>
                  <a:lnTo>
                    <a:pt x="0" y="16"/>
                  </a:lnTo>
                  <a:lnTo>
                    <a:pt x="0" y="16"/>
                  </a:lnTo>
                </a:path>
              </a:pathLst>
            </a:custGeom>
            <a:solidFill>
              <a:srgbClr val="5A5A5A"/>
            </a:solidFill>
            <a:ln cap="rnd">
              <a:noFill/>
              <a:round/>
            </a:ln>
            <a:effectLst/>
          </p:spPr>
        </p:sp>
        <p:sp>
          <p:nvSpPr>
            <p:cNvPr id="62022" name=""/>
            <p:cNvSpPr/>
            <p:nvPr/>
          </p:nvSpPr>
          <p:spPr>
            <a:xfrm>
              <a:off x="4434" y="3485"/>
              <a:ext cx="190" cy="17"/>
            </a:xfrm>
            <a:custGeom>
              <a:pathLst>
                <a:path w="190" h="17">
                  <a:moveTo>
                    <a:pt x="0" y="16"/>
                  </a:moveTo>
                  <a:lnTo>
                    <a:pt x="0" y="13"/>
                  </a:lnTo>
                  <a:lnTo>
                    <a:pt x="0" y="0"/>
                  </a:lnTo>
                  <a:lnTo>
                    <a:pt x="182" y="0"/>
                  </a:lnTo>
                  <a:lnTo>
                    <a:pt x="189" y="16"/>
                  </a:lnTo>
                  <a:lnTo>
                    <a:pt x="0" y="16"/>
                  </a:lnTo>
                  <a:lnTo>
                    <a:pt x="0" y="16"/>
                  </a:lnTo>
                  <a:lnTo>
                    <a:pt x="0" y="16"/>
                  </a:lnTo>
                </a:path>
              </a:pathLst>
            </a:custGeom>
            <a:solidFill>
              <a:srgbClr val="5A5A5A"/>
            </a:solidFill>
            <a:ln cap="rnd">
              <a:noFill/>
              <a:round/>
            </a:ln>
            <a:effectLst/>
          </p:spPr>
        </p:sp>
        <p:sp>
          <p:nvSpPr>
            <p:cNvPr id="62023" name=""/>
            <p:cNvSpPr/>
            <p:nvPr/>
          </p:nvSpPr>
          <p:spPr>
            <a:xfrm>
              <a:off x="4434" y="3480"/>
              <a:ext cx="183" cy="17"/>
            </a:xfrm>
            <a:custGeom>
              <a:pathLst>
                <a:path w="183" h="17">
                  <a:moveTo>
                    <a:pt x="0" y="16"/>
                  </a:moveTo>
                  <a:lnTo>
                    <a:pt x="0" y="0"/>
                  </a:lnTo>
                  <a:lnTo>
                    <a:pt x="173" y="0"/>
                  </a:lnTo>
                  <a:lnTo>
                    <a:pt x="182" y="16"/>
                  </a:lnTo>
                  <a:lnTo>
                    <a:pt x="0" y="16"/>
                  </a:lnTo>
                  <a:lnTo>
                    <a:pt x="0" y="16"/>
                  </a:lnTo>
                </a:path>
              </a:pathLst>
            </a:custGeom>
            <a:solidFill>
              <a:srgbClr val="575757"/>
            </a:solidFill>
            <a:ln cap="rnd">
              <a:noFill/>
              <a:round/>
            </a:ln>
            <a:effectLst/>
          </p:spPr>
        </p:sp>
        <p:sp>
          <p:nvSpPr>
            <p:cNvPr id="62024" name=""/>
            <p:cNvSpPr/>
            <p:nvPr/>
          </p:nvSpPr>
          <p:spPr>
            <a:xfrm>
              <a:off x="4434" y="3475"/>
              <a:ext cx="175" cy="17"/>
            </a:xfrm>
            <a:custGeom>
              <a:pathLst>
                <a:path w="175" h="17">
                  <a:moveTo>
                    <a:pt x="0" y="16"/>
                  </a:moveTo>
                  <a:lnTo>
                    <a:pt x="0" y="0"/>
                  </a:lnTo>
                  <a:lnTo>
                    <a:pt x="166" y="0"/>
                  </a:lnTo>
                  <a:lnTo>
                    <a:pt x="174" y="16"/>
                  </a:lnTo>
                  <a:lnTo>
                    <a:pt x="0" y="16"/>
                  </a:lnTo>
                  <a:lnTo>
                    <a:pt x="0" y="16"/>
                  </a:lnTo>
                </a:path>
              </a:pathLst>
            </a:custGeom>
            <a:solidFill>
              <a:srgbClr val="555555"/>
            </a:solidFill>
            <a:ln cap="rnd">
              <a:noFill/>
              <a:round/>
            </a:ln>
            <a:effectLst/>
          </p:spPr>
        </p:sp>
        <p:sp>
          <p:nvSpPr>
            <p:cNvPr id="62025" name=""/>
            <p:cNvSpPr/>
            <p:nvPr/>
          </p:nvSpPr>
          <p:spPr>
            <a:xfrm>
              <a:off x="4434" y="3469"/>
              <a:ext cx="167" cy="17"/>
            </a:xfrm>
            <a:custGeom>
              <a:pathLst>
                <a:path w="167" h="17">
                  <a:moveTo>
                    <a:pt x="0" y="16"/>
                  </a:moveTo>
                  <a:lnTo>
                    <a:pt x="0" y="0"/>
                  </a:lnTo>
                  <a:lnTo>
                    <a:pt x="158" y="0"/>
                  </a:lnTo>
                  <a:lnTo>
                    <a:pt x="166" y="16"/>
                  </a:lnTo>
                  <a:lnTo>
                    <a:pt x="0" y="16"/>
                  </a:lnTo>
                  <a:lnTo>
                    <a:pt x="0" y="16"/>
                  </a:lnTo>
                </a:path>
              </a:pathLst>
            </a:custGeom>
            <a:solidFill>
              <a:srgbClr val="525252"/>
            </a:solidFill>
            <a:ln cap="rnd">
              <a:noFill/>
              <a:round/>
            </a:ln>
            <a:effectLst/>
          </p:spPr>
        </p:sp>
        <p:sp>
          <p:nvSpPr>
            <p:cNvPr id="62026" name=""/>
            <p:cNvSpPr/>
            <p:nvPr/>
          </p:nvSpPr>
          <p:spPr>
            <a:xfrm>
              <a:off x="4434" y="3464"/>
              <a:ext cx="160" cy="17"/>
            </a:xfrm>
            <a:custGeom>
              <a:pathLst>
                <a:path w="160" h="17">
                  <a:moveTo>
                    <a:pt x="0" y="16"/>
                  </a:moveTo>
                  <a:lnTo>
                    <a:pt x="0" y="0"/>
                  </a:lnTo>
                  <a:lnTo>
                    <a:pt x="150" y="0"/>
                  </a:lnTo>
                  <a:lnTo>
                    <a:pt x="159" y="16"/>
                  </a:lnTo>
                  <a:lnTo>
                    <a:pt x="0" y="16"/>
                  </a:lnTo>
                  <a:lnTo>
                    <a:pt x="0" y="16"/>
                  </a:lnTo>
                </a:path>
              </a:pathLst>
            </a:custGeom>
            <a:solidFill>
              <a:srgbClr val="505050"/>
            </a:solidFill>
            <a:ln cap="rnd">
              <a:noFill/>
              <a:round/>
            </a:ln>
            <a:effectLst/>
          </p:spPr>
        </p:sp>
        <p:sp>
          <p:nvSpPr>
            <p:cNvPr id="62027" name=""/>
            <p:cNvSpPr/>
            <p:nvPr/>
          </p:nvSpPr>
          <p:spPr>
            <a:xfrm>
              <a:off x="4434" y="3458"/>
              <a:ext cx="151" cy="17"/>
            </a:xfrm>
            <a:custGeom>
              <a:pathLst>
                <a:path w="151" h="17">
                  <a:moveTo>
                    <a:pt x="0" y="16"/>
                  </a:moveTo>
                  <a:lnTo>
                    <a:pt x="0" y="0"/>
                  </a:lnTo>
                  <a:lnTo>
                    <a:pt x="142" y="0"/>
                  </a:lnTo>
                  <a:lnTo>
                    <a:pt x="150" y="16"/>
                  </a:lnTo>
                  <a:lnTo>
                    <a:pt x="0" y="16"/>
                  </a:lnTo>
                  <a:lnTo>
                    <a:pt x="0" y="16"/>
                  </a:lnTo>
                  <a:lnTo>
                    <a:pt x="0" y="16"/>
                  </a:lnTo>
                </a:path>
              </a:pathLst>
            </a:custGeom>
            <a:solidFill>
              <a:srgbClr val="505050"/>
            </a:solidFill>
            <a:ln cap="rnd">
              <a:noFill/>
              <a:round/>
            </a:ln>
            <a:effectLst/>
          </p:spPr>
        </p:sp>
        <p:sp>
          <p:nvSpPr>
            <p:cNvPr id="62028" name=""/>
            <p:cNvSpPr/>
            <p:nvPr/>
          </p:nvSpPr>
          <p:spPr>
            <a:xfrm>
              <a:off x="4434" y="3452"/>
              <a:ext cx="143" cy="17"/>
            </a:xfrm>
            <a:custGeom>
              <a:pathLst>
                <a:path w="143" h="17">
                  <a:moveTo>
                    <a:pt x="0" y="16"/>
                  </a:moveTo>
                  <a:lnTo>
                    <a:pt x="0" y="0"/>
                  </a:lnTo>
                  <a:lnTo>
                    <a:pt x="134" y="0"/>
                  </a:lnTo>
                  <a:lnTo>
                    <a:pt x="142" y="16"/>
                  </a:lnTo>
                  <a:lnTo>
                    <a:pt x="0" y="16"/>
                  </a:lnTo>
                  <a:lnTo>
                    <a:pt x="0" y="16"/>
                  </a:lnTo>
                  <a:lnTo>
                    <a:pt x="0" y="16"/>
                  </a:lnTo>
                </a:path>
              </a:pathLst>
            </a:custGeom>
            <a:solidFill>
              <a:srgbClr val="4D4D4D"/>
            </a:solidFill>
            <a:ln cap="rnd">
              <a:noFill/>
              <a:round/>
            </a:ln>
            <a:effectLst/>
          </p:spPr>
        </p:sp>
        <p:sp>
          <p:nvSpPr>
            <p:cNvPr id="62029" name=""/>
            <p:cNvSpPr/>
            <p:nvPr/>
          </p:nvSpPr>
          <p:spPr>
            <a:xfrm>
              <a:off x="4434" y="3447"/>
              <a:ext cx="135" cy="17"/>
            </a:xfrm>
            <a:custGeom>
              <a:pathLst>
                <a:path w="135" h="17">
                  <a:moveTo>
                    <a:pt x="0" y="16"/>
                  </a:moveTo>
                  <a:lnTo>
                    <a:pt x="0" y="0"/>
                  </a:lnTo>
                  <a:lnTo>
                    <a:pt x="126" y="0"/>
                  </a:lnTo>
                  <a:lnTo>
                    <a:pt x="134" y="16"/>
                  </a:lnTo>
                  <a:lnTo>
                    <a:pt x="0" y="16"/>
                  </a:lnTo>
                  <a:lnTo>
                    <a:pt x="0" y="16"/>
                  </a:lnTo>
                </a:path>
              </a:pathLst>
            </a:custGeom>
            <a:solidFill>
              <a:srgbClr val="4A4A4A"/>
            </a:solidFill>
            <a:ln cap="rnd">
              <a:noFill/>
              <a:round/>
            </a:ln>
            <a:effectLst/>
          </p:spPr>
        </p:sp>
        <p:sp>
          <p:nvSpPr>
            <p:cNvPr id="62030" name=""/>
            <p:cNvSpPr/>
            <p:nvPr/>
          </p:nvSpPr>
          <p:spPr>
            <a:xfrm>
              <a:off x="4434" y="3441"/>
              <a:ext cx="127" cy="17"/>
            </a:xfrm>
            <a:custGeom>
              <a:pathLst>
                <a:path w="127" h="17">
                  <a:moveTo>
                    <a:pt x="0" y="16"/>
                  </a:moveTo>
                  <a:lnTo>
                    <a:pt x="0" y="16"/>
                  </a:lnTo>
                  <a:lnTo>
                    <a:pt x="0" y="0"/>
                  </a:lnTo>
                  <a:lnTo>
                    <a:pt x="118" y="0"/>
                  </a:lnTo>
                  <a:lnTo>
                    <a:pt x="126" y="16"/>
                  </a:lnTo>
                  <a:lnTo>
                    <a:pt x="0" y="16"/>
                  </a:lnTo>
                  <a:lnTo>
                    <a:pt x="0" y="16"/>
                  </a:lnTo>
                  <a:lnTo>
                    <a:pt x="0" y="16"/>
                  </a:lnTo>
                </a:path>
              </a:pathLst>
            </a:custGeom>
            <a:solidFill>
              <a:srgbClr val="484848"/>
            </a:solidFill>
            <a:ln cap="rnd">
              <a:noFill/>
              <a:round/>
            </a:ln>
            <a:effectLst/>
          </p:spPr>
        </p:sp>
        <p:sp>
          <p:nvSpPr>
            <p:cNvPr id="62031" name=""/>
            <p:cNvSpPr/>
            <p:nvPr/>
          </p:nvSpPr>
          <p:spPr>
            <a:xfrm>
              <a:off x="4434" y="3435"/>
              <a:ext cx="120" cy="17"/>
            </a:xfrm>
            <a:custGeom>
              <a:pathLst>
                <a:path w="120" h="17">
                  <a:moveTo>
                    <a:pt x="0" y="16"/>
                  </a:moveTo>
                  <a:lnTo>
                    <a:pt x="0" y="0"/>
                  </a:lnTo>
                  <a:lnTo>
                    <a:pt x="110" y="0"/>
                  </a:lnTo>
                  <a:lnTo>
                    <a:pt x="119" y="16"/>
                  </a:lnTo>
                  <a:lnTo>
                    <a:pt x="0" y="16"/>
                  </a:lnTo>
                  <a:lnTo>
                    <a:pt x="0" y="16"/>
                  </a:lnTo>
                </a:path>
              </a:pathLst>
            </a:custGeom>
            <a:solidFill>
              <a:srgbClr val="484848"/>
            </a:solidFill>
            <a:ln cap="rnd">
              <a:noFill/>
              <a:round/>
            </a:ln>
            <a:effectLst/>
          </p:spPr>
        </p:sp>
        <p:sp>
          <p:nvSpPr>
            <p:cNvPr id="62032" name=""/>
            <p:cNvSpPr/>
            <p:nvPr/>
          </p:nvSpPr>
          <p:spPr>
            <a:xfrm>
              <a:off x="4434" y="3430"/>
              <a:ext cx="111" cy="17"/>
            </a:xfrm>
            <a:custGeom>
              <a:pathLst>
                <a:path w="111" h="17">
                  <a:moveTo>
                    <a:pt x="0" y="16"/>
                  </a:moveTo>
                  <a:lnTo>
                    <a:pt x="0" y="0"/>
                  </a:lnTo>
                  <a:lnTo>
                    <a:pt x="102" y="0"/>
                  </a:lnTo>
                  <a:lnTo>
                    <a:pt x="110" y="16"/>
                  </a:lnTo>
                  <a:lnTo>
                    <a:pt x="0" y="16"/>
                  </a:lnTo>
                  <a:lnTo>
                    <a:pt x="0" y="16"/>
                  </a:lnTo>
                  <a:lnTo>
                    <a:pt x="0" y="16"/>
                  </a:lnTo>
                </a:path>
              </a:pathLst>
            </a:custGeom>
            <a:solidFill>
              <a:srgbClr val="454545"/>
            </a:solidFill>
            <a:ln cap="rnd">
              <a:noFill/>
              <a:round/>
            </a:ln>
            <a:effectLst/>
          </p:spPr>
        </p:sp>
        <p:sp>
          <p:nvSpPr>
            <p:cNvPr id="62033" name=""/>
            <p:cNvSpPr/>
            <p:nvPr/>
          </p:nvSpPr>
          <p:spPr>
            <a:xfrm>
              <a:off x="4434" y="3424"/>
              <a:ext cx="103" cy="17"/>
            </a:xfrm>
            <a:custGeom>
              <a:pathLst>
                <a:path w="103" h="17">
                  <a:moveTo>
                    <a:pt x="0" y="16"/>
                  </a:moveTo>
                  <a:lnTo>
                    <a:pt x="0" y="0"/>
                  </a:lnTo>
                  <a:lnTo>
                    <a:pt x="95" y="0"/>
                  </a:lnTo>
                  <a:lnTo>
                    <a:pt x="102" y="16"/>
                  </a:lnTo>
                  <a:lnTo>
                    <a:pt x="0" y="16"/>
                  </a:lnTo>
                  <a:lnTo>
                    <a:pt x="0" y="16"/>
                  </a:lnTo>
                </a:path>
              </a:pathLst>
            </a:custGeom>
            <a:solidFill>
              <a:srgbClr val="434343"/>
            </a:solidFill>
            <a:ln cap="rnd">
              <a:noFill/>
              <a:round/>
            </a:ln>
            <a:effectLst/>
          </p:spPr>
        </p:sp>
        <p:sp>
          <p:nvSpPr>
            <p:cNvPr id="62034" name=""/>
            <p:cNvSpPr/>
            <p:nvPr/>
          </p:nvSpPr>
          <p:spPr>
            <a:xfrm>
              <a:off x="4434" y="3419"/>
              <a:ext cx="96" cy="17"/>
            </a:xfrm>
            <a:custGeom>
              <a:pathLst>
                <a:path w="96" h="17">
                  <a:moveTo>
                    <a:pt x="0" y="16"/>
                  </a:moveTo>
                  <a:lnTo>
                    <a:pt x="0" y="0"/>
                  </a:lnTo>
                  <a:lnTo>
                    <a:pt x="87" y="0"/>
                  </a:lnTo>
                  <a:lnTo>
                    <a:pt x="95" y="16"/>
                  </a:lnTo>
                  <a:lnTo>
                    <a:pt x="0" y="16"/>
                  </a:lnTo>
                  <a:lnTo>
                    <a:pt x="0" y="16"/>
                  </a:lnTo>
                </a:path>
              </a:pathLst>
            </a:custGeom>
            <a:solidFill>
              <a:srgbClr val="404040"/>
            </a:solidFill>
            <a:ln cap="rnd">
              <a:noFill/>
              <a:round/>
            </a:ln>
            <a:effectLst/>
          </p:spPr>
        </p:sp>
        <p:sp>
          <p:nvSpPr>
            <p:cNvPr id="62035" name=""/>
            <p:cNvSpPr/>
            <p:nvPr/>
          </p:nvSpPr>
          <p:spPr>
            <a:xfrm>
              <a:off x="4434" y="3413"/>
              <a:ext cx="88" cy="17"/>
            </a:xfrm>
            <a:custGeom>
              <a:pathLst>
                <a:path w="88" h="17">
                  <a:moveTo>
                    <a:pt x="0" y="16"/>
                  </a:moveTo>
                  <a:lnTo>
                    <a:pt x="0" y="0"/>
                  </a:lnTo>
                  <a:lnTo>
                    <a:pt x="78" y="0"/>
                  </a:lnTo>
                  <a:lnTo>
                    <a:pt x="87" y="16"/>
                  </a:lnTo>
                  <a:lnTo>
                    <a:pt x="0" y="16"/>
                  </a:lnTo>
                  <a:lnTo>
                    <a:pt x="0" y="16"/>
                  </a:lnTo>
                </a:path>
              </a:pathLst>
            </a:custGeom>
            <a:solidFill>
              <a:srgbClr val="3E3E3E"/>
            </a:solidFill>
            <a:ln cap="rnd">
              <a:noFill/>
              <a:round/>
            </a:ln>
            <a:effectLst/>
          </p:spPr>
        </p:sp>
        <p:sp>
          <p:nvSpPr>
            <p:cNvPr id="62036" name=""/>
            <p:cNvSpPr/>
            <p:nvPr/>
          </p:nvSpPr>
          <p:spPr>
            <a:xfrm>
              <a:off x="4434" y="3407"/>
              <a:ext cx="80" cy="17"/>
            </a:xfrm>
            <a:custGeom>
              <a:pathLst>
                <a:path w="80" h="17">
                  <a:moveTo>
                    <a:pt x="0" y="16"/>
                  </a:moveTo>
                  <a:lnTo>
                    <a:pt x="0" y="0"/>
                  </a:lnTo>
                  <a:lnTo>
                    <a:pt x="71" y="0"/>
                  </a:lnTo>
                  <a:lnTo>
                    <a:pt x="79" y="16"/>
                  </a:lnTo>
                  <a:lnTo>
                    <a:pt x="0" y="16"/>
                  </a:lnTo>
                  <a:lnTo>
                    <a:pt x="0" y="16"/>
                  </a:lnTo>
                </a:path>
              </a:pathLst>
            </a:custGeom>
            <a:solidFill>
              <a:srgbClr val="3E3E3E"/>
            </a:solidFill>
            <a:ln cap="rnd">
              <a:noFill/>
              <a:round/>
            </a:ln>
            <a:effectLst/>
          </p:spPr>
        </p:sp>
        <p:sp>
          <p:nvSpPr>
            <p:cNvPr id="62037" name=""/>
            <p:cNvSpPr/>
            <p:nvPr/>
          </p:nvSpPr>
          <p:spPr>
            <a:xfrm>
              <a:off x="4434" y="3402"/>
              <a:ext cx="72" cy="17"/>
            </a:xfrm>
            <a:custGeom>
              <a:pathLst>
                <a:path w="72" h="17">
                  <a:moveTo>
                    <a:pt x="0" y="16"/>
                  </a:moveTo>
                  <a:lnTo>
                    <a:pt x="0" y="0"/>
                  </a:lnTo>
                  <a:lnTo>
                    <a:pt x="63" y="0"/>
                  </a:lnTo>
                  <a:lnTo>
                    <a:pt x="71" y="16"/>
                  </a:lnTo>
                  <a:lnTo>
                    <a:pt x="0" y="16"/>
                  </a:lnTo>
                  <a:lnTo>
                    <a:pt x="0" y="16"/>
                  </a:lnTo>
                  <a:lnTo>
                    <a:pt x="0" y="16"/>
                  </a:lnTo>
                </a:path>
              </a:pathLst>
            </a:custGeom>
            <a:solidFill>
              <a:srgbClr val="3B3B3B"/>
            </a:solidFill>
            <a:ln cap="rnd">
              <a:noFill/>
              <a:round/>
            </a:ln>
            <a:effectLst/>
          </p:spPr>
        </p:sp>
        <p:sp>
          <p:nvSpPr>
            <p:cNvPr id="62038" name=""/>
            <p:cNvSpPr/>
            <p:nvPr/>
          </p:nvSpPr>
          <p:spPr>
            <a:xfrm>
              <a:off x="4434" y="3397"/>
              <a:ext cx="65" cy="17"/>
            </a:xfrm>
            <a:custGeom>
              <a:pathLst>
                <a:path w="65" h="17">
                  <a:moveTo>
                    <a:pt x="0" y="16"/>
                  </a:moveTo>
                  <a:lnTo>
                    <a:pt x="0" y="16"/>
                  </a:lnTo>
                  <a:lnTo>
                    <a:pt x="0" y="0"/>
                  </a:lnTo>
                  <a:lnTo>
                    <a:pt x="55" y="0"/>
                  </a:lnTo>
                  <a:lnTo>
                    <a:pt x="64" y="16"/>
                  </a:lnTo>
                  <a:lnTo>
                    <a:pt x="0" y="16"/>
                  </a:lnTo>
                  <a:lnTo>
                    <a:pt x="0" y="16"/>
                  </a:lnTo>
                </a:path>
              </a:pathLst>
            </a:custGeom>
            <a:solidFill>
              <a:srgbClr val="393939"/>
            </a:solidFill>
            <a:ln cap="rnd">
              <a:noFill/>
              <a:round/>
            </a:ln>
            <a:effectLst/>
          </p:spPr>
        </p:sp>
        <p:sp>
          <p:nvSpPr>
            <p:cNvPr id="62039" name=""/>
            <p:cNvSpPr/>
            <p:nvPr/>
          </p:nvSpPr>
          <p:spPr>
            <a:xfrm>
              <a:off x="4434" y="3390"/>
              <a:ext cx="56" cy="17"/>
            </a:xfrm>
            <a:custGeom>
              <a:pathLst>
                <a:path w="56" h="17">
                  <a:moveTo>
                    <a:pt x="0" y="16"/>
                  </a:moveTo>
                  <a:lnTo>
                    <a:pt x="0" y="0"/>
                  </a:lnTo>
                  <a:lnTo>
                    <a:pt x="47" y="0"/>
                  </a:lnTo>
                  <a:lnTo>
                    <a:pt x="55" y="16"/>
                  </a:lnTo>
                  <a:lnTo>
                    <a:pt x="0" y="16"/>
                  </a:lnTo>
                  <a:lnTo>
                    <a:pt x="0" y="16"/>
                  </a:lnTo>
                </a:path>
              </a:pathLst>
            </a:custGeom>
            <a:solidFill>
              <a:srgbClr val="363636"/>
            </a:solidFill>
            <a:ln cap="rnd">
              <a:noFill/>
              <a:round/>
            </a:ln>
            <a:effectLst/>
          </p:spPr>
        </p:sp>
        <p:sp>
          <p:nvSpPr>
            <p:cNvPr id="62040" name=""/>
            <p:cNvSpPr/>
            <p:nvPr/>
          </p:nvSpPr>
          <p:spPr>
            <a:xfrm>
              <a:off x="4434" y="3357"/>
              <a:ext cx="48" cy="34"/>
            </a:xfrm>
            <a:custGeom>
              <a:pathLst>
                <a:path w="48" h="34">
                  <a:moveTo>
                    <a:pt x="0" y="33"/>
                  </a:moveTo>
                  <a:lnTo>
                    <a:pt x="0" y="0"/>
                  </a:lnTo>
                  <a:lnTo>
                    <a:pt x="47" y="33"/>
                  </a:lnTo>
                  <a:lnTo>
                    <a:pt x="0" y="33"/>
                  </a:lnTo>
                  <a:lnTo>
                    <a:pt x="0" y="33"/>
                  </a:lnTo>
                </a:path>
              </a:pathLst>
            </a:custGeom>
            <a:solidFill>
              <a:srgbClr val="333333"/>
            </a:solidFill>
            <a:ln cap="rnd">
              <a:noFill/>
              <a:round/>
            </a:ln>
            <a:effectLst/>
          </p:spPr>
        </p:sp>
        <p:sp>
          <p:nvSpPr>
            <p:cNvPr id="62041" name=""/>
            <p:cNvSpPr/>
            <p:nvPr/>
          </p:nvSpPr>
          <p:spPr>
            <a:xfrm>
              <a:off x="4434" y="3972"/>
              <a:ext cx="195" cy="66"/>
            </a:xfrm>
            <a:custGeom>
              <a:pathLst>
                <a:path w="195" h="66">
                  <a:moveTo>
                    <a:pt x="0" y="0"/>
                  </a:moveTo>
                  <a:lnTo>
                    <a:pt x="194" y="13"/>
                  </a:lnTo>
                  <a:lnTo>
                    <a:pt x="194" y="26"/>
                  </a:lnTo>
                  <a:lnTo>
                    <a:pt x="194" y="39"/>
                  </a:lnTo>
                  <a:lnTo>
                    <a:pt x="194" y="52"/>
                  </a:lnTo>
                  <a:lnTo>
                    <a:pt x="194" y="65"/>
                  </a:lnTo>
                  <a:lnTo>
                    <a:pt x="0" y="64"/>
                  </a:lnTo>
                  <a:lnTo>
                    <a:pt x="0" y="48"/>
                  </a:lnTo>
                  <a:lnTo>
                    <a:pt x="0" y="32"/>
                  </a:lnTo>
                  <a:lnTo>
                    <a:pt x="0" y="16"/>
                  </a:lnTo>
                  <a:lnTo>
                    <a:pt x="0" y="0"/>
                  </a:lnTo>
                  <a:lnTo>
                    <a:pt x="0" y="0"/>
                  </a:lnTo>
                  <a:lnTo>
                    <a:pt x="0" y="0"/>
                  </a:lnTo>
                </a:path>
              </a:pathLst>
            </a:custGeom>
            <a:solidFill>
              <a:srgbClr val="808080"/>
            </a:solidFill>
            <a:ln cap="rnd">
              <a:noFill/>
              <a:round/>
            </a:ln>
            <a:effectLst/>
          </p:spPr>
        </p:sp>
        <p:sp>
          <p:nvSpPr>
            <p:cNvPr id="62042" name=""/>
            <p:cNvSpPr/>
            <p:nvPr/>
          </p:nvSpPr>
          <p:spPr>
            <a:xfrm>
              <a:off x="4513" y="3860"/>
              <a:ext cx="116" cy="24"/>
            </a:xfrm>
            <a:custGeom>
              <a:pathLst>
                <a:path w="116" h="24">
                  <a:moveTo>
                    <a:pt x="0" y="0"/>
                  </a:moveTo>
                  <a:lnTo>
                    <a:pt x="115" y="23"/>
                  </a:lnTo>
                  <a:lnTo>
                    <a:pt x="115" y="0"/>
                  </a:lnTo>
                  <a:lnTo>
                    <a:pt x="0" y="0"/>
                  </a:lnTo>
                  <a:lnTo>
                    <a:pt x="0" y="0"/>
                  </a:lnTo>
                </a:path>
              </a:pathLst>
            </a:custGeom>
            <a:solidFill>
              <a:srgbClr val="808080"/>
            </a:solidFill>
            <a:ln cap="rnd">
              <a:noFill/>
              <a:round/>
            </a:ln>
            <a:effectLst/>
          </p:spPr>
        </p:sp>
        <p:sp>
          <p:nvSpPr>
            <p:cNvPr id="62043" name=""/>
            <p:cNvSpPr/>
            <p:nvPr/>
          </p:nvSpPr>
          <p:spPr>
            <a:xfrm>
              <a:off x="4493" y="3857"/>
              <a:ext cx="136" cy="17"/>
            </a:xfrm>
            <a:custGeom>
              <a:pathLst>
                <a:path w="136" h="17">
                  <a:moveTo>
                    <a:pt x="19" y="16"/>
                  </a:moveTo>
                  <a:lnTo>
                    <a:pt x="0" y="0"/>
                  </a:lnTo>
                  <a:lnTo>
                    <a:pt x="135" y="0"/>
                  </a:lnTo>
                  <a:lnTo>
                    <a:pt x="135" y="16"/>
                  </a:lnTo>
                  <a:lnTo>
                    <a:pt x="19" y="16"/>
                  </a:lnTo>
                  <a:lnTo>
                    <a:pt x="19" y="16"/>
                  </a:lnTo>
                </a:path>
              </a:pathLst>
            </a:custGeom>
            <a:solidFill>
              <a:srgbClr val="808080"/>
            </a:solidFill>
            <a:ln cap="rnd">
              <a:noFill/>
              <a:round/>
            </a:ln>
            <a:effectLst/>
          </p:spPr>
        </p:sp>
        <p:sp>
          <p:nvSpPr>
            <p:cNvPr id="62044" name=""/>
            <p:cNvSpPr/>
            <p:nvPr/>
          </p:nvSpPr>
          <p:spPr>
            <a:xfrm>
              <a:off x="4474" y="3853"/>
              <a:ext cx="155" cy="17"/>
            </a:xfrm>
            <a:custGeom>
              <a:pathLst>
                <a:path w="155" h="17">
                  <a:moveTo>
                    <a:pt x="19" y="16"/>
                  </a:moveTo>
                  <a:lnTo>
                    <a:pt x="0" y="0"/>
                  </a:lnTo>
                  <a:lnTo>
                    <a:pt x="154" y="0"/>
                  </a:lnTo>
                  <a:lnTo>
                    <a:pt x="154" y="16"/>
                  </a:lnTo>
                  <a:lnTo>
                    <a:pt x="19" y="16"/>
                  </a:lnTo>
                  <a:lnTo>
                    <a:pt x="19" y="16"/>
                  </a:lnTo>
                  <a:lnTo>
                    <a:pt x="19" y="16"/>
                  </a:lnTo>
                </a:path>
              </a:pathLst>
            </a:custGeom>
            <a:solidFill>
              <a:srgbClr val="7D7D7D"/>
            </a:solidFill>
            <a:ln cap="rnd">
              <a:noFill/>
              <a:round/>
            </a:ln>
            <a:effectLst/>
          </p:spPr>
        </p:sp>
        <p:sp>
          <p:nvSpPr>
            <p:cNvPr id="62045" name=""/>
            <p:cNvSpPr/>
            <p:nvPr/>
          </p:nvSpPr>
          <p:spPr>
            <a:xfrm>
              <a:off x="4455" y="3848"/>
              <a:ext cx="174" cy="17"/>
            </a:xfrm>
            <a:custGeom>
              <a:pathLst>
                <a:path w="174" h="17">
                  <a:moveTo>
                    <a:pt x="19" y="16"/>
                  </a:moveTo>
                  <a:lnTo>
                    <a:pt x="0" y="0"/>
                  </a:lnTo>
                  <a:lnTo>
                    <a:pt x="173" y="0"/>
                  </a:lnTo>
                  <a:lnTo>
                    <a:pt x="173" y="16"/>
                  </a:lnTo>
                  <a:lnTo>
                    <a:pt x="173" y="16"/>
                  </a:lnTo>
                  <a:lnTo>
                    <a:pt x="19" y="16"/>
                  </a:lnTo>
                  <a:lnTo>
                    <a:pt x="19" y="16"/>
                  </a:lnTo>
                  <a:lnTo>
                    <a:pt x="19" y="16"/>
                  </a:lnTo>
                </a:path>
              </a:pathLst>
            </a:custGeom>
            <a:solidFill>
              <a:srgbClr val="7B7B7B"/>
            </a:solidFill>
            <a:ln cap="rnd">
              <a:noFill/>
              <a:round/>
            </a:ln>
            <a:effectLst/>
          </p:spPr>
        </p:sp>
        <p:sp>
          <p:nvSpPr>
            <p:cNvPr id="62046" name=""/>
            <p:cNvSpPr/>
            <p:nvPr/>
          </p:nvSpPr>
          <p:spPr>
            <a:xfrm>
              <a:off x="4436" y="3845"/>
              <a:ext cx="193" cy="17"/>
            </a:xfrm>
            <a:custGeom>
              <a:pathLst>
                <a:path w="193" h="17">
                  <a:moveTo>
                    <a:pt x="19" y="16"/>
                  </a:moveTo>
                  <a:lnTo>
                    <a:pt x="0" y="0"/>
                  </a:lnTo>
                  <a:lnTo>
                    <a:pt x="192" y="0"/>
                  </a:lnTo>
                  <a:lnTo>
                    <a:pt x="192" y="16"/>
                  </a:lnTo>
                  <a:lnTo>
                    <a:pt x="19" y="16"/>
                  </a:lnTo>
                  <a:lnTo>
                    <a:pt x="19" y="16"/>
                  </a:lnTo>
                </a:path>
              </a:pathLst>
            </a:custGeom>
            <a:solidFill>
              <a:srgbClr val="7B7B7B"/>
            </a:solidFill>
            <a:ln cap="rnd">
              <a:noFill/>
              <a:round/>
            </a:ln>
            <a:effectLst/>
          </p:spPr>
        </p:sp>
        <p:sp>
          <p:nvSpPr>
            <p:cNvPr id="62047" name=""/>
            <p:cNvSpPr/>
            <p:nvPr/>
          </p:nvSpPr>
          <p:spPr>
            <a:xfrm>
              <a:off x="4434" y="3841"/>
              <a:ext cx="195" cy="17"/>
            </a:xfrm>
            <a:custGeom>
              <a:pathLst>
                <a:path w="195" h="17">
                  <a:moveTo>
                    <a:pt x="2" y="16"/>
                  </a:moveTo>
                  <a:lnTo>
                    <a:pt x="0" y="12"/>
                  </a:lnTo>
                  <a:lnTo>
                    <a:pt x="0" y="0"/>
                  </a:lnTo>
                  <a:lnTo>
                    <a:pt x="194" y="0"/>
                  </a:lnTo>
                  <a:lnTo>
                    <a:pt x="194" y="16"/>
                  </a:lnTo>
                  <a:lnTo>
                    <a:pt x="2" y="16"/>
                  </a:lnTo>
                  <a:lnTo>
                    <a:pt x="2" y="16"/>
                  </a:lnTo>
                </a:path>
              </a:pathLst>
            </a:custGeom>
            <a:solidFill>
              <a:srgbClr val="787878"/>
            </a:solidFill>
            <a:ln cap="rnd">
              <a:noFill/>
              <a:round/>
            </a:ln>
            <a:effectLst/>
          </p:spPr>
        </p:sp>
        <p:sp>
          <p:nvSpPr>
            <p:cNvPr id="62048" name=""/>
            <p:cNvSpPr/>
            <p:nvPr/>
          </p:nvSpPr>
          <p:spPr>
            <a:xfrm>
              <a:off x="4434" y="3837"/>
              <a:ext cx="195" cy="17"/>
            </a:xfrm>
            <a:custGeom>
              <a:pathLst>
                <a:path w="195" h="17">
                  <a:moveTo>
                    <a:pt x="0" y="16"/>
                  </a:moveTo>
                  <a:lnTo>
                    <a:pt x="0" y="0"/>
                  </a:lnTo>
                  <a:lnTo>
                    <a:pt x="194" y="0"/>
                  </a:lnTo>
                  <a:lnTo>
                    <a:pt x="194" y="16"/>
                  </a:lnTo>
                  <a:lnTo>
                    <a:pt x="0" y="16"/>
                  </a:lnTo>
                  <a:lnTo>
                    <a:pt x="0" y="16"/>
                  </a:lnTo>
                </a:path>
              </a:pathLst>
            </a:custGeom>
            <a:solidFill>
              <a:srgbClr val="767676"/>
            </a:solidFill>
            <a:ln cap="rnd">
              <a:noFill/>
              <a:round/>
            </a:ln>
            <a:effectLst/>
          </p:spPr>
        </p:sp>
        <p:sp>
          <p:nvSpPr>
            <p:cNvPr id="62049" name=""/>
            <p:cNvSpPr/>
            <p:nvPr/>
          </p:nvSpPr>
          <p:spPr>
            <a:xfrm>
              <a:off x="4434" y="3833"/>
              <a:ext cx="195" cy="17"/>
            </a:xfrm>
            <a:custGeom>
              <a:pathLst>
                <a:path w="195" h="17">
                  <a:moveTo>
                    <a:pt x="0" y="16"/>
                  </a:moveTo>
                  <a:lnTo>
                    <a:pt x="0" y="0"/>
                  </a:lnTo>
                  <a:lnTo>
                    <a:pt x="194" y="0"/>
                  </a:lnTo>
                  <a:lnTo>
                    <a:pt x="194" y="16"/>
                  </a:lnTo>
                  <a:lnTo>
                    <a:pt x="0" y="16"/>
                  </a:lnTo>
                  <a:lnTo>
                    <a:pt x="0" y="16"/>
                  </a:lnTo>
                  <a:lnTo>
                    <a:pt x="0" y="16"/>
                  </a:lnTo>
                </a:path>
              </a:pathLst>
            </a:custGeom>
            <a:solidFill>
              <a:srgbClr val="737373"/>
            </a:solidFill>
            <a:ln cap="rnd">
              <a:noFill/>
              <a:round/>
            </a:ln>
            <a:effectLst/>
          </p:spPr>
        </p:sp>
        <p:sp>
          <p:nvSpPr>
            <p:cNvPr id="62050" name=""/>
            <p:cNvSpPr/>
            <p:nvPr/>
          </p:nvSpPr>
          <p:spPr>
            <a:xfrm>
              <a:off x="4434" y="3829"/>
              <a:ext cx="195" cy="17"/>
            </a:xfrm>
            <a:custGeom>
              <a:pathLst>
                <a:path w="195" h="17">
                  <a:moveTo>
                    <a:pt x="0" y="16"/>
                  </a:moveTo>
                  <a:lnTo>
                    <a:pt x="0" y="0"/>
                  </a:lnTo>
                  <a:lnTo>
                    <a:pt x="194" y="0"/>
                  </a:lnTo>
                  <a:lnTo>
                    <a:pt x="194" y="16"/>
                  </a:lnTo>
                  <a:lnTo>
                    <a:pt x="0" y="16"/>
                  </a:lnTo>
                  <a:lnTo>
                    <a:pt x="0" y="16"/>
                  </a:lnTo>
                  <a:lnTo>
                    <a:pt x="0" y="16"/>
                  </a:lnTo>
                </a:path>
              </a:pathLst>
            </a:custGeom>
            <a:solidFill>
              <a:srgbClr val="717171"/>
            </a:solidFill>
            <a:ln cap="rnd">
              <a:noFill/>
              <a:round/>
            </a:ln>
            <a:effectLst/>
          </p:spPr>
        </p:sp>
        <p:sp>
          <p:nvSpPr>
            <p:cNvPr id="62051" name=""/>
            <p:cNvSpPr/>
            <p:nvPr/>
          </p:nvSpPr>
          <p:spPr>
            <a:xfrm>
              <a:off x="4434" y="3825"/>
              <a:ext cx="195" cy="17"/>
            </a:xfrm>
            <a:custGeom>
              <a:pathLst>
                <a:path w="195" h="17">
                  <a:moveTo>
                    <a:pt x="0" y="16"/>
                  </a:moveTo>
                  <a:lnTo>
                    <a:pt x="0" y="0"/>
                  </a:lnTo>
                  <a:lnTo>
                    <a:pt x="194" y="0"/>
                  </a:lnTo>
                  <a:lnTo>
                    <a:pt x="194" y="16"/>
                  </a:lnTo>
                  <a:lnTo>
                    <a:pt x="0" y="16"/>
                  </a:lnTo>
                  <a:lnTo>
                    <a:pt x="0" y="16"/>
                  </a:lnTo>
                </a:path>
              </a:pathLst>
            </a:custGeom>
            <a:solidFill>
              <a:srgbClr val="717171"/>
            </a:solidFill>
            <a:ln cap="rnd">
              <a:noFill/>
              <a:round/>
            </a:ln>
            <a:effectLst/>
          </p:spPr>
        </p:sp>
        <p:sp>
          <p:nvSpPr>
            <p:cNvPr id="62052" name=""/>
            <p:cNvSpPr/>
            <p:nvPr/>
          </p:nvSpPr>
          <p:spPr>
            <a:xfrm>
              <a:off x="4434" y="3821"/>
              <a:ext cx="195" cy="17"/>
            </a:xfrm>
            <a:custGeom>
              <a:pathLst>
                <a:path w="195" h="17">
                  <a:moveTo>
                    <a:pt x="0" y="16"/>
                  </a:moveTo>
                  <a:lnTo>
                    <a:pt x="0" y="0"/>
                  </a:lnTo>
                  <a:lnTo>
                    <a:pt x="194" y="0"/>
                  </a:lnTo>
                  <a:lnTo>
                    <a:pt x="194" y="16"/>
                  </a:lnTo>
                  <a:lnTo>
                    <a:pt x="0" y="16"/>
                  </a:lnTo>
                  <a:lnTo>
                    <a:pt x="0" y="16"/>
                  </a:lnTo>
                </a:path>
              </a:pathLst>
            </a:custGeom>
            <a:solidFill>
              <a:srgbClr val="6E6E6E"/>
            </a:solidFill>
            <a:ln cap="rnd">
              <a:noFill/>
              <a:round/>
            </a:ln>
            <a:effectLst/>
          </p:spPr>
        </p:sp>
        <p:sp>
          <p:nvSpPr>
            <p:cNvPr id="62053" name=""/>
            <p:cNvSpPr/>
            <p:nvPr/>
          </p:nvSpPr>
          <p:spPr>
            <a:xfrm>
              <a:off x="4434" y="3817"/>
              <a:ext cx="195" cy="17"/>
            </a:xfrm>
            <a:custGeom>
              <a:pathLst>
                <a:path w="195" h="17">
                  <a:moveTo>
                    <a:pt x="0" y="16"/>
                  </a:moveTo>
                  <a:lnTo>
                    <a:pt x="0" y="0"/>
                  </a:lnTo>
                  <a:lnTo>
                    <a:pt x="194" y="0"/>
                  </a:lnTo>
                  <a:lnTo>
                    <a:pt x="194" y="16"/>
                  </a:lnTo>
                  <a:lnTo>
                    <a:pt x="0" y="16"/>
                  </a:lnTo>
                  <a:lnTo>
                    <a:pt x="0" y="16"/>
                  </a:lnTo>
                  <a:lnTo>
                    <a:pt x="0" y="16"/>
                  </a:lnTo>
                </a:path>
              </a:pathLst>
            </a:custGeom>
            <a:solidFill>
              <a:srgbClr val="6C6C6C"/>
            </a:solidFill>
            <a:ln cap="rnd">
              <a:noFill/>
              <a:round/>
            </a:ln>
            <a:effectLst/>
          </p:spPr>
        </p:sp>
        <p:sp>
          <p:nvSpPr>
            <p:cNvPr id="62054" name=""/>
            <p:cNvSpPr/>
            <p:nvPr/>
          </p:nvSpPr>
          <p:spPr>
            <a:xfrm>
              <a:off x="4434" y="3813"/>
              <a:ext cx="195" cy="17"/>
            </a:xfrm>
            <a:custGeom>
              <a:pathLst>
                <a:path w="195" h="17">
                  <a:moveTo>
                    <a:pt x="0" y="16"/>
                  </a:moveTo>
                  <a:lnTo>
                    <a:pt x="0" y="0"/>
                  </a:lnTo>
                  <a:lnTo>
                    <a:pt x="194" y="0"/>
                  </a:lnTo>
                  <a:lnTo>
                    <a:pt x="194" y="16"/>
                  </a:lnTo>
                  <a:lnTo>
                    <a:pt x="0" y="16"/>
                  </a:lnTo>
                  <a:lnTo>
                    <a:pt x="0" y="16"/>
                  </a:lnTo>
                  <a:lnTo>
                    <a:pt x="0" y="16"/>
                  </a:lnTo>
                </a:path>
              </a:pathLst>
            </a:custGeom>
            <a:solidFill>
              <a:srgbClr val="696969"/>
            </a:solidFill>
            <a:ln cap="rnd">
              <a:noFill/>
              <a:round/>
            </a:ln>
            <a:effectLst/>
          </p:spPr>
        </p:sp>
        <p:sp>
          <p:nvSpPr>
            <p:cNvPr id="62055" name=""/>
            <p:cNvSpPr/>
            <p:nvPr/>
          </p:nvSpPr>
          <p:spPr>
            <a:xfrm>
              <a:off x="4434" y="3810"/>
              <a:ext cx="195" cy="17"/>
            </a:xfrm>
            <a:custGeom>
              <a:pathLst>
                <a:path w="195" h="17">
                  <a:moveTo>
                    <a:pt x="0" y="16"/>
                  </a:moveTo>
                  <a:lnTo>
                    <a:pt x="0" y="0"/>
                  </a:lnTo>
                  <a:lnTo>
                    <a:pt x="194" y="0"/>
                  </a:lnTo>
                  <a:lnTo>
                    <a:pt x="194" y="16"/>
                  </a:lnTo>
                  <a:lnTo>
                    <a:pt x="0" y="16"/>
                  </a:lnTo>
                  <a:lnTo>
                    <a:pt x="0" y="16"/>
                  </a:lnTo>
                </a:path>
              </a:pathLst>
            </a:custGeom>
            <a:solidFill>
              <a:srgbClr val="666666"/>
            </a:solidFill>
            <a:ln cap="rnd">
              <a:noFill/>
              <a:round/>
            </a:ln>
            <a:effectLst/>
          </p:spPr>
        </p:sp>
        <p:sp>
          <p:nvSpPr>
            <p:cNvPr id="62056" name=""/>
            <p:cNvSpPr/>
            <p:nvPr/>
          </p:nvSpPr>
          <p:spPr>
            <a:xfrm>
              <a:off x="4434" y="3806"/>
              <a:ext cx="195" cy="17"/>
            </a:xfrm>
            <a:custGeom>
              <a:pathLst>
                <a:path w="195" h="17">
                  <a:moveTo>
                    <a:pt x="0" y="16"/>
                  </a:moveTo>
                  <a:lnTo>
                    <a:pt x="0" y="0"/>
                  </a:lnTo>
                  <a:lnTo>
                    <a:pt x="194" y="0"/>
                  </a:lnTo>
                  <a:lnTo>
                    <a:pt x="194" y="16"/>
                  </a:lnTo>
                  <a:lnTo>
                    <a:pt x="0" y="16"/>
                  </a:lnTo>
                  <a:lnTo>
                    <a:pt x="0" y="16"/>
                  </a:lnTo>
                </a:path>
              </a:pathLst>
            </a:custGeom>
            <a:solidFill>
              <a:srgbClr val="666666"/>
            </a:solidFill>
            <a:ln cap="rnd">
              <a:noFill/>
              <a:round/>
            </a:ln>
            <a:effectLst/>
          </p:spPr>
        </p:sp>
        <p:sp>
          <p:nvSpPr>
            <p:cNvPr id="62057" name=""/>
            <p:cNvSpPr/>
            <p:nvPr/>
          </p:nvSpPr>
          <p:spPr>
            <a:xfrm>
              <a:off x="4434" y="3801"/>
              <a:ext cx="195" cy="17"/>
            </a:xfrm>
            <a:custGeom>
              <a:pathLst>
                <a:path w="195" h="17">
                  <a:moveTo>
                    <a:pt x="0" y="16"/>
                  </a:moveTo>
                  <a:lnTo>
                    <a:pt x="0" y="12"/>
                  </a:lnTo>
                  <a:lnTo>
                    <a:pt x="0" y="0"/>
                  </a:lnTo>
                  <a:lnTo>
                    <a:pt x="194" y="0"/>
                  </a:lnTo>
                  <a:lnTo>
                    <a:pt x="194" y="16"/>
                  </a:lnTo>
                  <a:lnTo>
                    <a:pt x="0" y="16"/>
                  </a:lnTo>
                  <a:lnTo>
                    <a:pt x="0" y="16"/>
                  </a:lnTo>
                </a:path>
              </a:pathLst>
            </a:custGeom>
            <a:solidFill>
              <a:srgbClr val="646464"/>
            </a:solidFill>
            <a:ln cap="rnd">
              <a:noFill/>
              <a:round/>
            </a:ln>
            <a:effectLst/>
          </p:spPr>
        </p:sp>
        <p:sp>
          <p:nvSpPr>
            <p:cNvPr id="62058" name=""/>
            <p:cNvSpPr/>
            <p:nvPr/>
          </p:nvSpPr>
          <p:spPr>
            <a:xfrm>
              <a:off x="4434" y="3798"/>
              <a:ext cx="195" cy="17"/>
            </a:xfrm>
            <a:custGeom>
              <a:pathLst>
                <a:path w="195" h="17">
                  <a:moveTo>
                    <a:pt x="0" y="16"/>
                  </a:moveTo>
                  <a:lnTo>
                    <a:pt x="0" y="0"/>
                  </a:lnTo>
                  <a:lnTo>
                    <a:pt x="194" y="0"/>
                  </a:lnTo>
                  <a:lnTo>
                    <a:pt x="194" y="16"/>
                  </a:lnTo>
                  <a:lnTo>
                    <a:pt x="0" y="16"/>
                  </a:lnTo>
                  <a:lnTo>
                    <a:pt x="0" y="16"/>
                  </a:lnTo>
                </a:path>
              </a:pathLst>
            </a:custGeom>
            <a:solidFill>
              <a:srgbClr val="616161"/>
            </a:solidFill>
            <a:ln cap="rnd">
              <a:noFill/>
              <a:round/>
            </a:ln>
            <a:effectLst/>
          </p:spPr>
        </p:sp>
        <p:sp>
          <p:nvSpPr>
            <p:cNvPr id="62059" name=""/>
            <p:cNvSpPr/>
            <p:nvPr/>
          </p:nvSpPr>
          <p:spPr>
            <a:xfrm>
              <a:off x="4434" y="3794"/>
              <a:ext cx="195" cy="17"/>
            </a:xfrm>
            <a:custGeom>
              <a:pathLst>
                <a:path w="195" h="17">
                  <a:moveTo>
                    <a:pt x="0" y="16"/>
                  </a:moveTo>
                  <a:lnTo>
                    <a:pt x="0" y="0"/>
                  </a:lnTo>
                  <a:lnTo>
                    <a:pt x="194" y="0"/>
                  </a:lnTo>
                  <a:lnTo>
                    <a:pt x="194" y="16"/>
                  </a:lnTo>
                  <a:lnTo>
                    <a:pt x="0" y="16"/>
                  </a:lnTo>
                  <a:lnTo>
                    <a:pt x="0" y="16"/>
                  </a:lnTo>
                </a:path>
              </a:pathLst>
            </a:custGeom>
            <a:solidFill>
              <a:srgbClr val="5F5F5F"/>
            </a:solidFill>
            <a:ln cap="rnd">
              <a:noFill/>
              <a:round/>
            </a:ln>
            <a:effectLst/>
          </p:spPr>
        </p:sp>
        <p:sp>
          <p:nvSpPr>
            <p:cNvPr id="62060" name=""/>
            <p:cNvSpPr/>
            <p:nvPr/>
          </p:nvSpPr>
          <p:spPr>
            <a:xfrm>
              <a:off x="4434" y="3789"/>
              <a:ext cx="195" cy="17"/>
            </a:xfrm>
            <a:custGeom>
              <a:pathLst>
                <a:path w="195" h="17">
                  <a:moveTo>
                    <a:pt x="0" y="16"/>
                  </a:moveTo>
                  <a:lnTo>
                    <a:pt x="0" y="0"/>
                  </a:lnTo>
                  <a:lnTo>
                    <a:pt x="194" y="0"/>
                  </a:lnTo>
                  <a:lnTo>
                    <a:pt x="194" y="3"/>
                  </a:lnTo>
                  <a:lnTo>
                    <a:pt x="194" y="16"/>
                  </a:lnTo>
                  <a:lnTo>
                    <a:pt x="0" y="16"/>
                  </a:lnTo>
                  <a:lnTo>
                    <a:pt x="0" y="16"/>
                  </a:lnTo>
                  <a:lnTo>
                    <a:pt x="0" y="16"/>
                  </a:lnTo>
                </a:path>
              </a:pathLst>
            </a:custGeom>
            <a:solidFill>
              <a:srgbClr val="5F5F5F"/>
            </a:solidFill>
            <a:ln cap="rnd">
              <a:noFill/>
              <a:round/>
            </a:ln>
            <a:effectLst/>
          </p:spPr>
        </p:sp>
        <p:sp>
          <p:nvSpPr>
            <p:cNvPr id="62061" name=""/>
            <p:cNvSpPr/>
            <p:nvPr/>
          </p:nvSpPr>
          <p:spPr>
            <a:xfrm>
              <a:off x="4434" y="3786"/>
              <a:ext cx="195" cy="17"/>
            </a:xfrm>
            <a:custGeom>
              <a:pathLst>
                <a:path w="195" h="17">
                  <a:moveTo>
                    <a:pt x="0" y="16"/>
                  </a:moveTo>
                  <a:lnTo>
                    <a:pt x="0" y="0"/>
                  </a:lnTo>
                  <a:lnTo>
                    <a:pt x="194" y="0"/>
                  </a:lnTo>
                  <a:lnTo>
                    <a:pt x="194" y="16"/>
                  </a:lnTo>
                  <a:lnTo>
                    <a:pt x="0" y="16"/>
                  </a:lnTo>
                  <a:lnTo>
                    <a:pt x="0" y="16"/>
                  </a:lnTo>
                  <a:lnTo>
                    <a:pt x="0" y="16"/>
                  </a:lnTo>
                </a:path>
              </a:pathLst>
            </a:custGeom>
            <a:solidFill>
              <a:srgbClr val="5C5C5C"/>
            </a:solidFill>
            <a:ln cap="rnd">
              <a:noFill/>
              <a:round/>
            </a:ln>
            <a:effectLst/>
          </p:spPr>
        </p:sp>
        <p:sp>
          <p:nvSpPr>
            <p:cNvPr id="62062" name=""/>
            <p:cNvSpPr/>
            <p:nvPr/>
          </p:nvSpPr>
          <p:spPr>
            <a:xfrm>
              <a:off x="4434" y="3782"/>
              <a:ext cx="195" cy="17"/>
            </a:xfrm>
            <a:custGeom>
              <a:pathLst>
                <a:path w="195" h="17">
                  <a:moveTo>
                    <a:pt x="0" y="16"/>
                  </a:moveTo>
                  <a:lnTo>
                    <a:pt x="0" y="0"/>
                  </a:lnTo>
                  <a:lnTo>
                    <a:pt x="194" y="0"/>
                  </a:lnTo>
                  <a:lnTo>
                    <a:pt x="194" y="16"/>
                  </a:lnTo>
                  <a:lnTo>
                    <a:pt x="0" y="16"/>
                  </a:lnTo>
                  <a:lnTo>
                    <a:pt x="0" y="16"/>
                  </a:lnTo>
                </a:path>
              </a:pathLst>
            </a:custGeom>
            <a:solidFill>
              <a:srgbClr val="5A5A5A"/>
            </a:solidFill>
            <a:ln cap="rnd">
              <a:noFill/>
              <a:round/>
            </a:ln>
            <a:effectLst/>
          </p:spPr>
        </p:sp>
        <p:sp>
          <p:nvSpPr>
            <p:cNvPr id="62063" name=""/>
            <p:cNvSpPr/>
            <p:nvPr/>
          </p:nvSpPr>
          <p:spPr>
            <a:xfrm>
              <a:off x="4434" y="3778"/>
              <a:ext cx="195" cy="17"/>
            </a:xfrm>
            <a:custGeom>
              <a:pathLst>
                <a:path w="195" h="17">
                  <a:moveTo>
                    <a:pt x="0" y="16"/>
                  </a:moveTo>
                  <a:lnTo>
                    <a:pt x="0" y="0"/>
                  </a:lnTo>
                  <a:lnTo>
                    <a:pt x="194" y="0"/>
                  </a:lnTo>
                  <a:lnTo>
                    <a:pt x="194" y="16"/>
                  </a:lnTo>
                  <a:lnTo>
                    <a:pt x="0" y="16"/>
                  </a:lnTo>
                  <a:lnTo>
                    <a:pt x="0" y="16"/>
                  </a:lnTo>
                  <a:lnTo>
                    <a:pt x="0" y="16"/>
                  </a:lnTo>
                </a:path>
              </a:pathLst>
            </a:custGeom>
            <a:solidFill>
              <a:srgbClr val="5A5A5A"/>
            </a:solidFill>
            <a:ln cap="rnd">
              <a:noFill/>
              <a:round/>
            </a:ln>
            <a:effectLst/>
          </p:spPr>
        </p:sp>
        <p:sp>
          <p:nvSpPr>
            <p:cNvPr id="62064" name=""/>
            <p:cNvSpPr/>
            <p:nvPr/>
          </p:nvSpPr>
          <p:spPr>
            <a:xfrm>
              <a:off x="4434" y="3774"/>
              <a:ext cx="195" cy="17"/>
            </a:xfrm>
            <a:custGeom>
              <a:pathLst>
                <a:path w="195" h="17">
                  <a:moveTo>
                    <a:pt x="0" y="16"/>
                  </a:moveTo>
                  <a:lnTo>
                    <a:pt x="0" y="0"/>
                  </a:lnTo>
                  <a:lnTo>
                    <a:pt x="194" y="0"/>
                  </a:lnTo>
                  <a:lnTo>
                    <a:pt x="194" y="16"/>
                  </a:lnTo>
                  <a:lnTo>
                    <a:pt x="0" y="16"/>
                  </a:lnTo>
                  <a:lnTo>
                    <a:pt x="0" y="16"/>
                  </a:lnTo>
                  <a:lnTo>
                    <a:pt x="0" y="16"/>
                  </a:lnTo>
                </a:path>
              </a:pathLst>
            </a:custGeom>
            <a:solidFill>
              <a:srgbClr val="575757"/>
            </a:solidFill>
            <a:ln cap="rnd">
              <a:noFill/>
              <a:round/>
            </a:ln>
            <a:effectLst/>
          </p:spPr>
        </p:sp>
        <p:sp>
          <p:nvSpPr>
            <p:cNvPr id="62065" name=""/>
            <p:cNvSpPr/>
            <p:nvPr/>
          </p:nvSpPr>
          <p:spPr>
            <a:xfrm>
              <a:off x="4434" y="3770"/>
              <a:ext cx="195" cy="17"/>
            </a:xfrm>
            <a:custGeom>
              <a:pathLst>
                <a:path w="195" h="17">
                  <a:moveTo>
                    <a:pt x="0" y="16"/>
                  </a:moveTo>
                  <a:lnTo>
                    <a:pt x="0" y="0"/>
                  </a:lnTo>
                  <a:lnTo>
                    <a:pt x="194" y="0"/>
                  </a:lnTo>
                  <a:lnTo>
                    <a:pt x="194" y="16"/>
                  </a:lnTo>
                  <a:lnTo>
                    <a:pt x="0" y="16"/>
                  </a:lnTo>
                  <a:lnTo>
                    <a:pt x="0" y="16"/>
                  </a:lnTo>
                </a:path>
              </a:pathLst>
            </a:custGeom>
            <a:solidFill>
              <a:srgbClr val="555555"/>
            </a:solidFill>
            <a:ln cap="rnd">
              <a:noFill/>
              <a:round/>
            </a:ln>
            <a:effectLst/>
          </p:spPr>
        </p:sp>
        <p:sp>
          <p:nvSpPr>
            <p:cNvPr id="62066" name=""/>
            <p:cNvSpPr/>
            <p:nvPr/>
          </p:nvSpPr>
          <p:spPr>
            <a:xfrm>
              <a:off x="4434" y="3766"/>
              <a:ext cx="195" cy="17"/>
            </a:xfrm>
            <a:custGeom>
              <a:pathLst>
                <a:path w="195" h="17">
                  <a:moveTo>
                    <a:pt x="0" y="16"/>
                  </a:moveTo>
                  <a:lnTo>
                    <a:pt x="0" y="0"/>
                  </a:lnTo>
                  <a:lnTo>
                    <a:pt x="194" y="0"/>
                  </a:lnTo>
                  <a:lnTo>
                    <a:pt x="194" y="16"/>
                  </a:lnTo>
                  <a:lnTo>
                    <a:pt x="0" y="16"/>
                  </a:lnTo>
                  <a:lnTo>
                    <a:pt x="0" y="16"/>
                  </a:lnTo>
                  <a:lnTo>
                    <a:pt x="0" y="16"/>
                  </a:lnTo>
                </a:path>
              </a:pathLst>
            </a:custGeom>
            <a:solidFill>
              <a:srgbClr val="525252"/>
            </a:solidFill>
            <a:ln cap="rnd">
              <a:noFill/>
              <a:round/>
            </a:ln>
            <a:effectLst/>
          </p:spPr>
        </p:sp>
        <p:sp>
          <p:nvSpPr>
            <p:cNvPr id="62067" name=""/>
            <p:cNvSpPr/>
            <p:nvPr/>
          </p:nvSpPr>
          <p:spPr>
            <a:xfrm>
              <a:off x="4434" y="3763"/>
              <a:ext cx="195" cy="17"/>
            </a:xfrm>
            <a:custGeom>
              <a:pathLst>
                <a:path w="195" h="17">
                  <a:moveTo>
                    <a:pt x="0" y="16"/>
                  </a:moveTo>
                  <a:lnTo>
                    <a:pt x="0" y="16"/>
                  </a:lnTo>
                  <a:lnTo>
                    <a:pt x="0" y="0"/>
                  </a:lnTo>
                  <a:lnTo>
                    <a:pt x="194" y="0"/>
                  </a:lnTo>
                  <a:lnTo>
                    <a:pt x="194" y="16"/>
                  </a:lnTo>
                  <a:lnTo>
                    <a:pt x="0" y="16"/>
                  </a:lnTo>
                  <a:lnTo>
                    <a:pt x="0" y="16"/>
                  </a:lnTo>
                </a:path>
              </a:pathLst>
            </a:custGeom>
            <a:solidFill>
              <a:srgbClr val="505050"/>
            </a:solidFill>
            <a:ln cap="rnd">
              <a:noFill/>
              <a:round/>
            </a:ln>
            <a:effectLst/>
          </p:spPr>
        </p:sp>
        <p:sp>
          <p:nvSpPr>
            <p:cNvPr id="62068" name=""/>
            <p:cNvSpPr/>
            <p:nvPr/>
          </p:nvSpPr>
          <p:spPr>
            <a:xfrm>
              <a:off x="4434" y="3758"/>
              <a:ext cx="195" cy="17"/>
            </a:xfrm>
            <a:custGeom>
              <a:pathLst>
                <a:path w="195" h="17">
                  <a:moveTo>
                    <a:pt x="0" y="16"/>
                  </a:moveTo>
                  <a:lnTo>
                    <a:pt x="0" y="0"/>
                  </a:lnTo>
                  <a:lnTo>
                    <a:pt x="193" y="0"/>
                  </a:lnTo>
                  <a:lnTo>
                    <a:pt x="194" y="0"/>
                  </a:lnTo>
                  <a:lnTo>
                    <a:pt x="194" y="16"/>
                  </a:lnTo>
                  <a:lnTo>
                    <a:pt x="0" y="16"/>
                  </a:lnTo>
                  <a:lnTo>
                    <a:pt x="0" y="16"/>
                  </a:lnTo>
                </a:path>
              </a:pathLst>
            </a:custGeom>
            <a:solidFill>
              <a:srgbClr val="505050"/>
            </a:solidFill>
            <a:ln cap="rnd">
              <a:noFill/>
              <a:round/>
            </a:ln>
            <a:effectLst/>
          </p:spPr>
        </p:sp>
        <p:sp>
          <p:nvSpPr>
            <p:cNvPr id="62069" name=""/>
            <p:cNvSpPr/>
            <p:nvPr/>
          </p:nvSpPr>
          <p:spPr>
            <a:xfrm>
              <a:off x="4434" y="3755"/>
              <a:ext cx="195" cy="17"/>
            </a:xfrm>
            <a:custGeom>
              <a:pathLst>
                <a:path w="195" h="17">
                  <a:moveTo>
                    <a:pt x="0" y="16"/>
                  </a:moveTo>
                  <a:lnTo>
                    <a:pt x="0" y="0"/>
                  </a:lnTo>
                  <a:lnTo>
                    <a:pt x="182" y="0"/>
                  </a:lnTo>
                  <a:lnTo>
                    <a:pt x="194" y="16"/>
                  </a:lnTo>
                  <a:lnTo>
                    <a:pt x="0" y="16"/>
                  </a:lnTo>
                  <a:lnTo>
                    <a:pt x="0" y="16"/>
                  </a:lnTo>
                  <a:lnTo>
                    <a:pt x="0" y="16"/>
                  </a:lnTo>
                </a:path>
              </a:pathLst>
            </a:custGeom>
            <a:solidFill>
              <a:srgbClr val="4D4D4D"/>
            </a:solidFill>
            <a:ln cap="rnd">
              <a:noFill/>
              <a:round/>
            </a:ln>
            <a:effectLst/>
          </p:spPr>
        </p:sp>
        <p:sp>
          <p:nvSpPr>
            <p:cNvPr id="62070" name=""/>
            <p:cNvSpPr/>
            <p:nvPr/>
          </p:nvSpPr>
          <p:spPr>
            <a:xfrm>
              <a:off x="4434" y="3751"/>
              <a:ext cx="183" cy="17"/>
            </a:xfrm>
            <a:custGeom>
              <a:pathLst>
                <a:path w="183" h="17">
                  <a:moveTo>
                    <a:pt x="0" y="12"/>
                  </a:moveTo>
                  <a:lnTo>
                    <a:pt x="0" y="0"/>
                  </a:lnTo>
                  <a:lnTo>
                    <a:pt x="171" y="0"/>
                  </a:lnTo>
                  <a:lnTo>
                    <a:pt x="182" y="16"/>
                  </a:lnTo>
                  <a:lnTo>
                    <a:pt x="0" y="16"/>
                  </a:lnTo>
                  <a:lnTo>
                    <a:pt x="0" y="16"/>
                  </a:lnTo>
                  <a:lnTo>
                    <a:pt x="0" y="12"/>
                  </a:lnTo>
                </a:path>
              </a:pathLst>
            </a:custGeom>
            <a:solidFill>
              <a:srgbClr val="4A4A4A"/>
            </a:solidFill>
            <a:ln cap="rnd">
              <a:noFill/>
              <a:round/>
            </a:ln>
            <a:effectLst/>
          </p:spPr>
        </p:sp>
        <p:sp>
          <p:nvSpPr>
            <p:cNvPr id="62071" name=""/>
            <p:cNvSpPr/>
            <p:nvPr/>
          </p:nvSpPr>
          <p:spPr>
            <a:xfrm>
              <a:off x="4434" y="3747"/>
              <a:ext cx="172" cy="17"/>
            </a:xfrm>
            <a:custGeom>
              <a:pathLst>
                <a:path w="172" h="17">
                  <a:moveTo>
                    <a:pt x="0" y="16"/>
                  </a:moveTo>
                  <a:lnTo>
                    <a:pt x="0" y="0"/>
                  </a:lnTo>
                  <a:lnTo>
                    <a:pt x="161" y="0"/>
                  </a:lnTo>
                  <a:lnTo>
                    <a:pt x="171" y="16"/>
                  </a:lnTo>
                  <a:lnTo>
                    <a:pt x="0" y="16"/>
                  </a:lnTo>
                  <a:lnTo>
                    <a:pt x="0" y="16"/>
                  </a:lnTo>
                  <a:lnTo>
                    <a:pt x="0" y="16"/>
                  </a:lnTo>
                </a:path>
              </a:pathLst>
            </a:custGeom>
            <a:solidFill>
              <a:srgbClr val="484848"/>
            </a:solidFill>
            <a:ln cap="rnd">
              <a:noFill/>
              <a:round/>
            </a:ln>
            <a:effectLst/>
          </p:spPr>
        </p:sp>
        <p:sp>
          <p:nvSpPr>
            <p:cNvPr id="62072" name=""/>
            <p:cNvSpPr/>
            <p:nvPr/>
          </p:nvSpPr>
          <p:spPr>
            <a:xfrm>
              <a:off x="4434" y="3742"/>
              <a:ext cx="162" cy="17"/>
            </a:xfrm>
            <a:custGeom>
              <a:pathLst>
                <a:path w="162" h="17">
                  <a:moveTo>
                    <a:pt x="0" y="16"/>
                  </a:moveTo>
                  <a:lnTo>
                    <a:pt x="0" y="0"/>
                  </a:lnTo>
                  <a:lnTo>
                    <a:pt x="150" y="0"/>
                  </a:lnTo>
                  <a:lnTo>
                    <a:pt x="161" y="16"/>
                  </a:lnTo>
                  <a:lnTo>
                    <a:pt x="0" y="16"/>
                  </a:lnTo>
                  <a:lnTo>
                    <a:pt x="0" y="16"/>
                  </a:lnTo>
                </a:path>
              </a:pathLst>
            </a:custGeom>
            <a:solidFill>
              <a:srgbClr val="484848"/>
            </a:solidFill>
            <a:ln cap="rnd">
              <a:noFill/>
              <a:round/>
            </a:ln>
            <a:effectLst/>
          </p:spPr>
        </p:sp>
        <p:sp>
          <p:nvSpPr>
            <p:cNvPr id="62073" name=""/>
            <p:cNvSpPr/>
            <p:nvPr/>
          </p:nvSpPr>
          <p:spPr>
            <a:xfrm>
              <a:off x="4434" y="3739"/>
              <a:ext cx="151" cy="17"/>
            </a:xfrm>
            <a:custGeom>
              <a:pathLst>
                <a:path w="151" h="17">
                  <a:moveTo>
                    <a:pt x="0" y="16"/>
                  </a:moveTo>
                  <a:lnTo>
                    <a:pt x="0" y="0"/>
                  </a:lnTo>
                  <a:lnTo>
                    <a:pt x="140" y="0"/>
                  </a:lnTo>
                  <a:lnTo>
                    <a:pt x="150" y="16"/>
                  </a:lnTo>
                  <a:lnTo>
                    <a:pt x="0" y="16"/>
                  </a:lnTo>
                  <a:lnTo>
                    <a:pt x="0" y="16"/>
                  </a:lnTo>
                </a:path>
              </a:pathLst>
            </a:custGeom>
            <a:solidFill>
              <a:srgbClr val="454545"/>
            </a:solidFill>
            <a:ln cap="rnd">
              <a:noFill/>
              <a:round/>
            </a:ln>
            <a:effectLst/>
          </p:spPr>
        </p:sp>
        <p:sp>
          <p:nvSpPr>
            <p:cNvPr id="62074" name=""/>
            <p:cNvSpPr/>
            <p:nvPr/>
          </p:nvSpPr>
          <p:spPr>
            <a:xfrm>
              <a:off x="4434" y="3735"/>
              <a:ext cx="141" cy="17"/>
            </a:xfrm>
            <a:custGeom>
              <a:pathLst>
                <a:path w="141" h="17">
                  <a:moveTo>
                    <a:pt x="0" y="16"/>
                  </a:moveTo>
                  <a:lnTo>
                    <a:pt x="0" y="0"/>
                  </a:lnTo>
                  <a:lnTo>
                    <a:pt x="128" y="0"/>
                  </a:lnTo>
                  <a:lnTo>
                    <a:pt x="140" y="16"/>
                  </a:lnTo>
                  <a:lnTo>
                    <a:pt x="0" y="16"/>
                  </a:lnTo>
                  <a:lnTo>
                    <a:pt x="0" y="16"/>
                  </a:lnTo>
                  <a:lnTo>
                    <a:pt x="0" y="16"/>
                  </a:lnTo>
                </a:path>
              </a:pathLst>
            </a:custGeom>
            <a:solidFill>
              <a:srgbClr val="434343"/>
            </a:solidFill>
            <a:ln cap="rnd">
              <a:noFill/>
              <a:round/>
            </a:ln>
            <a:effectLst/>
          </p:spPr>
        </p:sp>
        <p:sp>
          <p:nvSpPr>
            <p:cNvPr id="62075" name=""/>
            <p:cNvSpPr/>
            <p:nvPr/>
          </p:nvSpPr>
          <p:spPr>
            <a:xfrm>
              <a:off x="4434" y="3731"/>
              <a:ext cx="130" cy="17"/>
            </a:xfrm>
            <a:custGeom>
              <a:pathLst>
                <a:path w="130" h="17">
                  <a:moveTo>
                    <a:pt x="0" y="16"/>
                  </a:moveTo>
                  <a:lnTo>
                    <a:pt x="0" y="0"/>
                  </a:lnTo>
                  <a:lnTo>
                    <a:pt x="118" y="0"/>
                  </a:lnTo>
                  <a:lnTo>
                    <a:pt x="129" y="16"/>
                  </a:lnTo>
                  <a:lnTo>
                    <a:pt x="0" y="16"/>
                  </a:lnTo>
                  <a:lnTo>
                    <a:pt x="0" y="16"/>
                  </a:lnTo>
                </a:path>
              </a:pathLst>
            </a:custGeom>
            <a:solidFill>
              <a:srgbClr val="404040"/>
            </a:solidFill>
            <a:ln cap="rnd">
              <a:noFill/>
              <a:round/>
            </a:ln>
            <a:effectLst/>
          </p:spPr>
        </p:sp>
        <p:sp>
          <p:nvSpPr>
            <p:cNvPr id="62076" name=""/>
            <p:cNvSpPr/>
            <p:nvPr/>
          </p:nvSpPr>
          <p:spPr>
            <a:xfrm>
              <a:off x="4434" y="3727"/>
              <a:ext cx="120" cy="17"/>
            </a:xfrm>
            <a:custGeom>
              <a:pathLst>
                <a:path w="120" h="17">
                  <a:moveTo>
                    <a:pt x="0" y="16"/>
                  </a:moveTo>
                  <a:lnTo>
                    <a:pt x="0" y="0"/>
                  </a:lnTo>
                  <a:lnTo>
                    <a:pt x="107" y="0"/>
                  </a:lnTo>
                  <a:lnTo>
                    <a:pt x="119" y="16"/>
                  </a:lnTo>
                  <a:lnTo>
                    <a:pt x="0" y="16"/>
                  </a:lnTo>
                  <a:lnTo>
                    <a:pt x="0" y="16"/>
                  </a:lnTo>
                </a:path>
              </a:pathLst>
            </a:custGeom>
            <a:solidFill>
              <a:srgbClr val="3E3E3E"/>
            </a:solidFill>
            <a:ln cap="rnd">
              <a:noFill/>
              <a:round/>
            </a:ln>
            <a:effectLst/>
          </p:spPr>
        </p:sp>
        <p:sp>
          <p:nvSpPr>
            <p:cNvPr id="62077" name=""/>
            <p:cNvSpPr/>
            <p:nvPr/>
          </p:nvSpPr>
          <p:spPr>
            <a:xfrm>
              <a:off x="4434" y="3723"/>
              <a:ext cx="108" cy="17"/>
            </a:xfrm>
            <a:custGeom>
              <a:pathLst>
                <a:path w="108" h="17">
                  <a:moveTo>
                    <a:pt x="0" y="16"/>
                  </a:moveTo>
                  <a:lnTo>
                    <a:pt x="0" y="0"/>
                  </a:lnTo>
                  <a:lnTo>
                    <a:pt x="96" y="0"/>
                  </a:lnTo>
                  <a:lnTo>
                    <a:pt x="107" y="16"/>
                  </a:lnTo>
                  <a:lnTo>
                    <a:pt x="0" y="16"/>
                  </a:lnTo>
                  <a:lnTo>
                    <a:pt x="0" y="16"/>
                  </a:lnTo>
                  <a:lnTo>
                    <a:pt x="0" y="16"/>
                  </a:lnTo>
                </a:path>
              </a:pathLst>
            </a:custGeom>
            <a:solidFill>
              <a:srgbClr val="3E3E3E"/>
            </a:solidFill>
            <a:ln cap="rnd">
              <a:noFill/>
              <a:round/>
            </a:ln>
            <a:effectLst/>
          </p:spPr>
        </p:sp>
        <p:sp>
          <p:nvSpPr>
            <p:cNvPr id="62078" name=""/>
            <p:cNvSpPr/>
            <p:nvPr/>
          </p:nvSpPr>
          <p:spPr>
            <a:xfrm>
              <a:off x="4434" y="3719"/>
              <a:ext cx="97" cy="17"/>
            </a:xfrm>
            <a:custGeom>
              <a:pathLst>
                <a:path w="97" h="17">
                  <a:moveTo>
                    <a:pt x="0" y="16"/>
                  </a:moveTo>
                  <a:lnTo>
                    <a:pt x="0" y="0"/>
                  </a:lnTo>
                  <a:lnTo>
                    <a:pt x="85" y="0"/>
                  </a:lnTo>
                  <a:lnTo>
                    <a:pt x="96" y="16"/>
                  </a:lnTo>
                  <a:lnTo>
                    <a:pt x="0" y="16"/>
                  </a:lnTo>
                  <a:lnTo>
                    <a:pt x="0" y="16"/>
                  </a:lnTo>
                </a:path>
              </a:pathLst>
            </a:custGeom>
            <a:solidFill>
              <a:srgbClr val="3B3B3B"/>
            </a:solidFill>
            <a:ln cap="rnd">
              <a:noFill/>
              <a:round/>
            </a:ln>
            <a:effectLst/>
          </p:spPr>
        </p:sp>
        <p:sp>
          <p:nvSpPr>
            <p:cNvPr id="62079" name=""/>
            <p:cNvSpPr/>
            <p:nvPr/>
          </p:nvSpPr>
          <p:spPr>
            <a:xfrm>
              <a:off x="4434" y="3716"/>
              <a:ext cx="86" cy="17"/>
            </a:xfrm>
            <a:custGeom>
              <a:pathLst>
                <a:path w="86" h="17">
                  <a:moveTo>
                    <a:pt x="0" y="16"/>
                  </a:moveTo>
                  <a:lnTo>
                    <a:pt x="0" y="0"/>
                  </a:lnTo>
                  <a:lnTo>
                    <a:pt x="74" y="0"/>
                  </a:lnTo>
                  <a:lnTo>
                    <a:pt x="85" y="16"/>
                  </a:lnTo>
                  <a:lnTo>
                    <a:pt x="0" y="16"/>
                  </a:lnTo>
                  <a:lnTo>
                    <a:pt x="0" y="16"/>
                  </a:lnTo>
                </a:path>
              </a:pathLst>
            </a:custGeom>
            <a:solidFill>
              <a:srgbClr val="393939"/>
            </a:solidFill>
            <a:ln cap="rnd">
              <a:noFill/>
              <a:round/>
            </a:ln>
            <a:effectLst/>
          </p:spPr>
        </p:sp>
        <p:sp>
          <p:nvSpPr>
            <p:cNvPr id="62080" name=""/>
            <p:cNvSpPr/>
            <p:nvPr/>
          </p:nvSpPr>
          <p:spPr>
            <a:xfrm>
              <a:off x="4434" y="3711"/>
              <a:ext cx="75" cy="17"/>
            </a:xfrm>
            <a:custGeom>
              <a:pathLst>
                <a:path w="75" h="17">
                  <a:moveTo>
                    <a:pt x="0" y="12"/>
                  </a:moveTo>
                  <a:lnTo>
                    <a:pt x="0" y="0"/>
                  </a:lnTo>
                  <a:lnTo>
                    <a:pt x="64" y="0"/>
                  </a:lnTo>
                  <a:lnTo>
                    <a:pt x="74" y="16"/>
                  </a:lnTo>
                  <a:lnTo>
                    <a:pt x="0" y="16"/>
                  </a:lnTo>
                  <a:lnTo>
                    <a:pt x="0" y="16"/>
                  </a:lnTo>
                  <a:lnTo>
                    <a:pt x="0" y="12"/>
                  </a:lnTo>
                </a:path>
              </a:pathLst>
            </a:custGeom>
            <a:solidFill>
              <a:srgbClr val="363636"/>
            </a:solidFill>
            <a:ln cap="rnd">
              <a:noFill/>
              <a:round/>
            </a:ln>
            <a:effectLst/>
          </p:spPr>
        </p:sp>
        <p:sp>
          <p:nvSpPr>
            <p:cNvPr id="62081" name=""/>
            <p:cNvSpPr/>
            <p:nvPr/>
          </p:nvSpPr>
          <p:spPr>
            <a:xfrm>
              <a:off x="4434" y="3688"/>
              <a:ext cx="65" cy="24"/>
            </a:xfrm>
            <a:custGeom>
              <a:pathLst>
                <a:path w="65" h="24">
                  <a:moveTo>
                    <a:pt x="0" y="23"/>
                  </a:moveTo>
                  <a:lnTo>
                    <a:pt x="0" y="0"/>
                  </a:lnTo>
                  <a:lnTo>
                    <a:pt x="64" y="23"/>
                  </a:lnTo>
                  <a:lnTo>
                    <a:pt x="0" y="23"/>
                  </a:lnTo>
                  <a:lnTo>
                    <a:pt x="0" y="23"/>
                  </a:lnTo>
                  <a:lnTo>
                    <a:pt x="0" y="23"/>
                  </a:lnTo>
                </a:path>
              </a:pathLst>
            </a:custGeom>
            <a:solidFill>
              <a:srgbClr val="333333"/>
            </a:solidFill>
            <a:ln cap="rnd">
              <a:noFill/>
              <a:round/>
            </a:ln>
            <a:effectLst/>
          </p:spPr>
        </p:sp>
        <p:sp>
          <p:nvSpPr>
            <p:cNvPr id="62082" name=""/>
            <p:cNvSpPr/>
            <p:nvPr/>
          </p:nvSpPr>
          <p:spPr>
            <a:xfrm>
              <a:off x="4434" y="3357"/>
              <a:ext cx="197" cy="140"/>
            </a:xfrm>
            <a:custGeom>
              <a:pathLst>
                <a:path w="197" h="140">
                  <a:moveTo>
                    <a:pt x="3" y="3"/>
                  </a:moveTo>
                  <a:lnTo>
                    <a:pt x="196" y="139"/>
                  </a:lnTo>
                  <a:lnTo>
                    <a:pt x="195" y="138"/>
                  </a:lnTo>
                  <a:lnTo>
                    <a:pt x="194" y="138"/>
                  </a:lnTo>
                  <a:lnTo>
                    <a:pt x="194" y="137"/>
                  </a:lnTo>
                  <a:lnTo>
                    <a:pt x="0" y="0"/>
                  </a:lnTo>
                  <a:lnTo>
                    <a:pt x="0" y="1"/>
                  </a:lnTo>
                  <a:lnTo>
                    <a:pt x="2" y="2"/>
                  </a:lnTo>
                  <a:lnTo>
                    <a:pt x="3" y="3"/>
                  </a:lnTo>
                  <a:lnTo>
                    <a:pt x="3" y="3"/>
                  </a:lnTo>
                  <a:lnTo>
                    <a:pt x="3" y="3"/>
                  </a:lnTo>
                </a:path>
              </a:pathLst>
            </a:custGeom>
            <a:solidFill>
              <a:srgbClr val="B3B3B3"/>
            </a:solidFill>
            <a:ln cap="rnd">
              <a:noFill/>
              <a:round/>
            </a:ln>
            <a:effectLst/>
          </p:spPr>
        </p:sp>
        <p:sp>
          <p:nvSpPr>
            <p:cNvPr id="62083" name=""/>
            <p:cNvSpPr/>
            <p:nvPr/>
          </p:nvSpPr>
          <p:spPr>
            <a:xfrm>
              <a:off x="4439" y="3361"/>
              <a:ext cx="195" cy="137"/>
            </a:xfrm>
            <a:custGeom>
              <a:pathLst>
                <a:path w="195" h="137">
                  <a:moveTo>
                    <a:pt x="1" y="1"/>
                  </a:moveTo>
                  <a:lnTo>
                    <a:pt x="194" y="136"/>
                  </a:lnTo>
                  <a:lnTo>
                    <a:pt x="193" y="136"/>
                  </a:lnTo>
                  <a:lnTo>
                    <a:pt x="0" y="0"/>
                  </a:lnTo>
                  <a:lnTo>
                    <a:pt x="1" y="1"/>
                  </a:lnTo>
                  <a:lnTo>
                    <a:pt x="1" y="1"/>
                  </a:lnTo>
                  <a:lnTo>
                    <a:pt x="1" y="1"/>
                  </a:lnTo>
                </a:path>
              </a:pathLst>
            </a:custGeom>
            <a:solidFill>
              <a:srgbClr val="B3B3B3"/>
            </a:solidFill>
            <a:ln cap="rnd">
              <a:noFill/>
              <a:round/>
            </a:ln>
            <a:effectLst/>
          </p:spPr>
        </p:sp>
        <p:sp>
          <p:nvSpPr>
            <p:cNvPr id="62084" name=""/>
            <p:cNvSpPr/>
            <p:nvPr/>
          </p:nvSpPr>
          <p:spPr>
            <a:xfrm>
              <a:off x="4538" y="3261"/>
              <a:ext cx="117" cy="106"/>
            </a:xfrm>
            <a:custGeom>
              <a:pathLst>
                <a:path w="117" h="106">
                  <a:moveTo>
                    <a:pt x="116" y="105"/>
                  </a:moveTo>
                  <a:lnTo>
                    <a:pt x="0" y="0"/>
                  </a:lnTo>
                  <a:lnTo>
                    <a:pt x="7" y="7"/>
                  </a:lnTo>
                  <a:lnTo>
                    <a:pt x="13" y="15"/>
                  </a:lnTo>
                  <a:lnTo>
                    <a:pt x="19" y="23"/>
                  </a:lnTo>
                  <a:lnTo>
                    <a:pt x="24" y="31"/>
                  </a:lnTo>
                  <a:lnTo>
                    <a:pt x="30" y="40"/>
                  </a:lnTo>
                  <a:lnTo>
                    <a:pt x="33" y="47"/>
                  </a:lnTo>
                  <a:lnTo>
                    <a:pt x="116" y="105"/>
                  </a:lnTo>
                  <a:lnTo>
                    <a:pt x="116" y="105"/>
                  </a:lnTo>
                </a:path>
              </a:pathLst>
            </a:custGeom>
            <a:solidFill>
              <a:srgbClr val="CCCCCC"/>
            </a:solidFill>
            <a:ln cap="rnd">
              <a:noFill/>
              <a:round/>
            </a:ln>
            <a:effectLst/>
          </p:spPr>
        </p:sp>
        <p:sp>
          <p:nvSpPr>
            <p:cNvPr id="62085" name=""/>
            <p:cNvSpPr/>
            <p:nvPr/>
          </p:nvSpPr>
          <p:spPr>
            <a:xfrm>
              <a:off x="4571" y="3308"/>
              <a:ext cx="94" cy="69"/>
            </a:xfrm>
            <a:custGeom>
              <a:pathLst>
                <a:path w="94" h="69">
                  <a:moveTo>
                    <a:pt x="83" y="58"/>
                  </a:moveTo>
                  <a:lnTo>
                    <a:pt x="93" y="68"/>
                  </a:lnTo>
                  <a:lnTo>
                    <a:pt x="1" y="2"/>
                  </a:lnTo>
                  <a:lnTo>
                    <a:pt x="0" y="0"/>
                  </a:lnTo>
                  <a:lnTo>
                    <a:pt x="83" y="58"/>
                  </a:lnTo>
                  <a:lnTo>
                    <a:pt x="83" y="58"/>
                  </a:lnTo>
                </a:path>
              </a:pathLst>
            </a:custGeom>
            <a:solidFill>
              <a:srgbClr val="CCCCCC"/>
            </a:solidFill>
            <a:ln cap="rnd">
              <a:noFill/>
              <a:round/>
            </a:ln>
            <a:effectLst/>
          </p:spPr>
        </p:sp>
        <p:sp>
          <p:nvSpPr>
            <p:cNvPr id="62086" name=""/>
            <p:cNvSpPr/>
            <p:nvPr/>
          </p:nvSpPr>
          <p:spPr>
            <a:xfrm>
              <a:off x="4573" y="3310"/>
              <a:ext cx="104" cy="77"/>
            </a:xfrm>
            <a:custGeom>
              <a:pathLst>
                <a:path w="104" h="77">
                  <a:moveTo>
                    <a:pt x="91" y="66"/>
                  </a:moveTo>
                  <a:lnTo>
                    <a:pt x="103" y="76"/>
                  </a:lnTo>
                  <a:lnTo>
                    <a:pt x="1" y="4"/>
                  </a:lnTo>
                  <a:lnTo>
                    <a:pt x="0" y="1"/>
                  </a:lnTo>
                  <a:lnTo>
                    <a:pt x="0" y="0"/>
                  </a:lnTo>
                  <a:lnTo>
                    <a:pt x="91" y="66"/>
                  </a:lnTo>
                  <a:lnTo>
                    <a:pt x="91" y="66"/>
                  </a:lnTo>
                  <a:lnTo>
                    <a:pt x="91" y="66"/>
                  </a:lnTo>
                </a:path>
              </a:pathLst>
            </a:custGeom>
            <a:solidFill>
              <a:srgbClr val="CACACA"/>
            </a:solidFill>
            <a:ln cap="rnd">
              <a:noFill/>
              <a:round/>
            </a:ln>
            <a:effectLst/>
          </p:spPr>
        </p:sp>
        <p:sp>
          <p:nvSpPr>
            <p:cNvPr id="62087" name=""/>
            <p:cNvSpPr/>
            <p:nvPr/>
          </p:nvSpPr>
          <p:spPr>
            <a:xfrm>
              <a:off x="4574" y="3314"/>
              <a:ext cx="115" cy="82"/>
            </a:xfrm>
            <a:custGeom>
              <a:pathLst>
                <a:path w="115" h="82">
                  <a:moveTo>
                    <a:pt x="102" y="72"/>
                  </a:moveTo>
                  <a:lnTo>
                    <a:pt x="114" y="81"/>
                  </a:lnTo>
                  <a:lnTo>
                    <a:pt x="1" y="3"/>
                  </a:lnTo>
                  <a:lnTo>
                    <a:pt x="0" y="0"/>
                  </a:lnTo>
                  <a:lnTo>
                    <a:pt x="102" y="72"/>
                  </a:lnTo>
                  <a:lnTo>
                    <a:pt x="102" y="72"/>
                  </a:lnTo>
                </a:path>
              </a:pathLst>
            </a:custGeom>
            <a:solidFill>
              <a:srgbClr val="CACACA"/>
            </a:solidFill>
            <a:ln cap="rnd">
              <a:noFill/>
              <a:round/>
            </a:ln>
            <a:effectLst/>
          </p:spPr>
        </p:sp>
        <p:sp>
          <p:nvSpPr>
            <p:cNvPr id="62088" name=""/>
            <p:cNvSpPr/>
            <p:nvPr/>
          </p:nvSpPr>
          <p:spPr>
            <a:xfrm>
              <a:off x="4575" y="3317"/>
              <a:ext cx="125" cy="91"/>
            </a:xfrm>
            <a:custGeom>
              <a:pathLst>
                <a:path w="125" h="91">
                  <a:moveTo>
                    <a:pt x="112" y="78"/>
                  </a:moveTo>
                  <a:lnTo>
                    <a:pt x="124" y="90"/>
                  </a:lnTo>
                  <a:lnTo>
                    <a:pt x="1" y="3"/>
                  </a:lnTo>
                  <a:lnTo>
                    <a:pt x="0" y="0"/>
                  </a:lnTo>
                  <a:lnTo>
                    <a:pt x="112" y="78"/>
                  </a:lnTo>
                  <a:lnTo>
                    <a:pt x="112" y="78"/>
                  </a:lnTo>
                  <a:lnTo>
                    <a:pt x="112" y="78"/>
                  </a:lnTo>
                </a:path>
              </a:pathLst>
            </a:custGeom>
            <a:solidFill>
              <a:srgbClr val="C7C7C7"/>
            </a:solidFill>
            <a:ln cap="rnd">
              <a:noFill/>
              <a:round/>
            </a:ln>
            <a:effectLst/>
          </p:spPr>
        </p:sp>
        <p:sp>
          <p:nvSpPr>
            <p:cNvPr id="62089" name=""/>
            <p:cNvSpPr/>
            <p:nvPr/>
          </p:nvSpPr>
          <p:spPr>
            <a:xfrm>
              <a:off x="4576" y="3320"/>
              <a:ext cx="135" cy="98"/>
            </a:xfrm>
            <a:custGeom>
              <a:pathLst>
                <a:path w="135" h="98">
                  <a:moveTo>
                    <a:pt x="123" y="87"/>
                  </a:moveTo>
                  <a:lnTo>
                    <a:pt x="134" y="97"/>
                  </a:lnTo>
                  <a:lnTo>
                    <a:pt x="2" y="3"/>
                  </a:lnTo>
                  <a:lnTo>
                    <a:pt x="0" y="1"/>
                  </a:lnTo>
                  <a:lnTo>
                    <a:pt x="0" y="0"/>
                  </a:lnTo>
                  <a:lnTo>
                    <a:pt x="123" y="87"/>
                  </a:lnTo>
                  <a:lnTo>
                    <a:pt x="123" y="87"/>
                  </a:lnTo>
                  <a:lnTo>
                    <a:pt x="123" y="87"/>
                  </a:lnTo>
                </a:path>
              </a:pathLst>
            </a:custGeom>
            <a:solidFill>
              <a:srgbClr val="C5C5C5"/>
            </a:solidFill>
            <a:ln cap="rnd">
              <a:noFill/>
              <a:round/>
            </a:ln>
            <a:effectLst/>
          </p:spPr>
        </p:sp>
        <p:sp>
          <p:nvSpPr>
            <p:cNvPr id="62090" name=""/>
            <p:cNvSpPr/>
            <p:nvPr/>
          </p:nvSpPr>
          <p:spPr>
            <a:xfrm>
              <a:off x="4578" y="3323"/>
              <a:ext cx="141" cy="101"/>
            </a:xfrm>
            <a:custGeom>
              <a:pathLst>
                <a:path w="141" h="101">
                  <a:moveTo>
                    <a:pt x="132" y="94"/>
                  </a:moveTo>
                  <a:lnTo>
                    <a:pt x="133" y="94"/>
                  </a:lnTo>
                  <a:lnTo>
                    <a:pt x="138" y="100"/>
                  </a:lnTo>
                  <a:lnTo>
                    <a:pt x="140" y="100"/>
                  </a:lnTo>
                  <a:lnTo>
                    <a:pt x="1" y="3"/>
                  </a:lnTo>
                  <a:lnTo>
                    <a:pt x="0" y="0"/>
                  </a:lnTo>
                  <a:lnTo>
                    <a:pt x="132" y="94"/>
                  </a:lnTo>
                  <a:lnTo>
                    <a:pt x="132" y="94"/>
                  </a:lnTo>
                </a:path>
              </a:pathLst>
            </a:custGeom>
            <a:solidFill>
              <a:srgbClr val="C2C2C2"/>
            </a:solidFill>
            <a:ln cap="rnd">
              <a:noFill/>
              <a:round/>
            </a:ln>
            <a:effectLst/>
          </p:spPr>
        </p:sp>
        <p:sp>
          <p:nvSpPr>
            <p:cNvPr id="62091" name=""/>
            <p:cNvSpPr/>
            <p:nvPr/>
          </p:nvSpPr>
          <p:spPr>
            <a:xfrm>
              <a:off x="4579" y="3326"/>
              <a:ext cx="145" cy="105"/>
            </a:xfrm>
            <a:custGeom>
              <a:pathLst>
                <a:path w="145" h="105">
                  <a:moveTo>
                    <a:pt x="138" y="97"/>
                  </a:moveTo>
                  <a:lnTo>
                    <a:pt x="144" y="103"/>
                  </a:lnTo>
                  <a:lnTo>
                    <a:pt x="144" y="104"/>
                  </a:lnTo>
                  <a:lnTo>
                    <a:pt x="0" y="3"/>
                  </a:lnTo>
                  <a:lnTo>
                    <a:pt x="0" y="0"/>
                  </a:lnTo>
                  <a:lnTo>
                    <a:pt x="138" y="97"/>
                  </a:lnTo>
                  <a:lnTo>
                    <a:pt x="138" y="97"/>
                  </a:lnTo>
                </a:path>
              </a:pathLst>
            </a:custGeom>
            <a:solidFill>
              <a:srgbClr val="C0C0C0"/>
            </a:solidFill>
            <a:ln cap="rnd">
              <a:noFill/>
              <a:round/>
            </a:ln>
            <a:effectLst/>
          </p:spPr>
        </p:sp>
        <p:sp>
          <p:nvSpPr>
            <p:cNvPr id="62092" name=""/>
            <p:cNvSpPr/>
            <p:nvPr/>
          </p:nvSpPr>
          <p:spPr>
            <a:xfrm>
              <a:off x="4579" y="3329"/>
              <a:ext cx="148" cy="106"/>
            </a:xfrm>
            <a:custGeom>
              <a:pathLst>
                <a:path w="148" h="106">
                  <a:moveTo>
                    <a:pt x="143" y="101"/>
                  </a:moveTo>
                  <a:lnTo>
                    <a:pt x="147" y="105"/>
                  </a:lnTo>
                  <a:lnTo>
                    <a:pt x="2" y="2"/>
                  </a:lnTo>
                  <a:lnTo>
                    <a:pt x="0" y="0"/>
                  </a:lnTo>
                  <a:lnTo>
                    <a:pt x="143" y="101"/>
                  </a:lnTo>
                  <a:lnTo>
                    <a:pt x="143" y="101"/>
                  </a:lnTo>
                </a:path>
              </a:pathLst>
            </a:custGeom>
            <a:solidFill>
              <a:srgbClr val="C0C0C0"/>
            </a:solidFill>
            <a:ln cap="rnd">
              <a:noFill/>
              <a:round/>
            </a:ln>
            <a:effectLst/>
          </p:spPr>
        </p:sp>
        <p:sp>
          <p:nvSpPr>
            <p:cNvPr id="62093" name=""/>
            <p:cNvSpPr/>
            <p:nvPr/>
          </p:nvSpPr>
          <p:spPr>
            <a:xfrm>
              <a:off x="4581" y="3331"/>
              <a:ext cx="149" cy="108"/>
            </a:xfrm>
            <a:custGeom>
              <a:pathLst>
                <a:path w="149" h="108">
                  <a:moveTo>
                    <a:pt x="144" y="103"/>
                  </a:moveTo>
                  <a:lnTo>
                    <a:pt x="146" y="104"/>
                  </a:lnTo>
                  <a:lnTo>
                    <a:pt x="148" y="107"/>
                  </a:lnTo>
                  <a:lnTo>
                    <a:pt x="0" y="4"/>
                  </a:lnTo>
                  <a:lnTo>
                    <a:pt x="0" y="0"/>
                  </a:lnTo>
                  <a:lnTo>
                    <a:pt x="145" y="103"/>
                  </a:lnTo>
                  <a:lnTo>
                    <a:pt x="145" y="103"/>
                  </a:lnTo>
                  <a:lnTo>
                    <a:pt x="144" y="103"/>
                  </a:lnTo>
                </a:path>
              </a:pathLst>
            </a:custGeom>
            <a:solidFill>
              <a:srgbClr val="BDBDBD"/>
            </a:solidFill>
            <a:ln cap="rnd">
              <a:noFill/>
              <a:round/>
            </a:ln>
            <a:effectLst/>
          </p:spPr>
        </p:sp>
        <p:sp>
          <p:nvSpPr>
            <p:cNvPr id="62094" name=""/>
            <p:cNvSpPr/>
            <p:nvPr/>
          </p:nvSpPr>
          <p:spPr>
            <a:xfrm>
              <a:off x="4581" y="3335"/>
              <a:ext cx="153" cy="108"/>
            </a:xfrm>
            <a:custGeom>
              <a:pathLst>
                <a:path w="153" h="108">
                  <a:moveTo>
                    <a:pt x="148" y="103"/>
                  </a:moveTo>
                  <a:lnTo>
                    <a:pt x="150" y="107"/>
                  </a:lnTo>
                  <a:lnTo>
                    <a:pt x="152" y="107"/>
                  </a:lnTo>
                  <a:lnTo>
                    <a:pt x="1" y="3"/>
                  </a:lnTo>
                  <a:lnTo>
                    <a:pt x="0" y="0"/>
                  </a:lnTo>
                  <a:lnTo>
                    <a:pt x="148" y="103"/>
                  </a:lnTo>
                  <a:lnTo>
                    <a:pt x="148" y="103"/>
                  </a:lnTo>
                  <a:lnTo>
                    <a:pt x="148" y="103"/>
                  </a:lnTo>
                </a:path>
              </a:pathLst>
            </a:custGeom>
            <a:solidFill>
              <a:srgbClr val="BBBBBB"/>
            </a:solidFill>
            <a:ln cap="rnd">
              <a:noFill/>
              <a:round/>
            </a:ln>
            <a:effectLst/>
          </p:spPr>
        </p:sp>
        <p:sp>
          <p:nvSpPr>
            <p:cNvPr id="62095" name=""/>
            <p:cNvSpPr/>
            <p:nvPr/>
          </p:nvSpPr>
          <p:spPr>
            <a:xfrm>
              <a:off x="4583" y="3338"/>
              <a:ext cx="151" cy="110"/>
            </a:xfrm>
            <a:custGeom>
              <a:pathLst>
                <a:path w="151" h="110">
                  <a:moveTo>
                    <a:pt x="148" y="104"/>
                  </a:moveTo>
                  <a:lnTo>
                    <a:pt x="150" y="109"/>
                  </a:lnTo>
                  <a:lnTo>
                    <a:pt x="0" y="2"/>
                  </a:lnTo>
                  <a:lnTo>
                    <a:pt x="0" y="0"/>
                  </a:lnTo>
                  <a:lnTo>
                    <a:pt x="149" y="104"/>
                  </a:lnTo>
                  <a:lnTo>
                    <a:pt x="149" y="104"/>
                  </a:lnTo>
                  <a:lnTo>
                    <a:pt x="148" y="104"/>
                  </a:lnTo>
                </a:path>
              </a:pathLst>
            </a:custGeom>
            <a:solidFill>
              <a:srgbClr val="B8B8B8"/>
            </a:solidFill>
            <a:ln cap="rnd">
              <a:noFill/>
              <a:round/>
            </a:ln>
            <a:effectLst/>
          </p:spPr>
        </p:sp>
        <p:sp>
          <p:nvSpPr>
            <p:cNvPr id="62096" name=""/>
            <p:cNvSpPr/>
            <p:nvPr/>
          </p:nvSpPr>
          <p:spPr>
            <a:xfrm>
              <a:off x="4583" y="3340"/>
              <a:ext cx="153" cy="111"/>
            </a:xfrm>
            <a:custGeom>
              <a:pathLst>
                <a:path w="153" h="111">
                  <a:moveTo>
                    <a:pt x="150" y="106"/>
                  </a:moveTo>
                  <a:lnTo>
                    <a:pt x="152" y="109"/>
                  </a:lnTo>
                  <a:lnTo>
                    <a:pt x="152" y="110"/>
                  </a:lnTo>
                  <a:lnTo>
                    <a:pt x="1" y="3"/>
                  </a:lnTo>
                  <a:lnTo>
                    <a:pt x="1" y="3"/>
                  </a:lnTo>
                  <a:lnTo>
                    <a:pt x="0" y="0"/>
                  </a:lnTo>
                  <a:lnTo>
                    <a:pt x="150" y="107"/>
                  </a:lnTo>
                  <a:lnTo>
                    <a:pt x="150" y="107"/>
                  </a:lnTo>
                  <a:lnTo>
                    <a:pt x="150" y="106"/>
                  </a:lnTo>
                </a:path>
              </a:pathLst>
            </a:custGeom>
            <a:solidFill>
              <a:srgbClr val="B6B6B6"/>
            </a:solidFill>
            <a:ln cap="rnd">
              <a:noFill/>
              <a:round/>
            </a:ln>
            <a:effectLst/>
          </p:spPr>
        </p:sp>
        <p:sp>
          <p:nvSpPr>
            <p:cNvPr id="62097" name=""/>
            <p:cNvSpPr/>
            <p:nvPr/>
          </p:nvSpPr>
          <p:spPr>
            <a:xfrm>
              <a:off x="4584" y="3343"/>
              <a:ext cx="155" cy="111"/>
            </a:xfrm>
            <a:custGeom>
              <a:pathLst>
                <a:path w="155" h="111">
                  <a:moveTo>
                    <a:pt x="151" y="107"/>
                  </a:moveTo>
                  <a:lnTo>
                    <a:pt x="154" y="110"/>
                  </a:lnTo>
                  <a:lnTo>
                    <a:pt x="1" y="3"/>
                  </a:lnTo>
                  <a:lnTo>
                    <a:pt x="0" y="0"/>
                  </a:lnTo>
                  <a:lnTo>
                    <a:pt x="151" y="107"/>
                  </a:lnTo>
                  <a:lnTo>
                    <a:pt x="151" y="107"/>
                  </a:lnTo>
                  <a:lnTo>
                    <a:pt x="151" y="107"/>
                  </a:lnTo>
                </a:path>
              </a:pathLst>
            </a:custGeom>
            <a:solidFill>
              <a:srgbClr val="B6B6B6"/>
            </a:solidFill>
            <a:ln cap="rnd">
              <a:noFill/>
              <a:round/>
            </a:ln>
            <a:effectLst/>
          </p:spPr>
        </p:sp>
        <p:sp>
          <p:nvSpPr>
            <p:cNvPr id="62098" name=""/>
            <p:cNvSpPr/>
            <p:nvPr/>
          </p:nvSpPr>
          <p:spPr>
            <a:xfrm>
              <a:off x="4585" y="3346"/>
              <a:ext cx="155" cy="111"/>
            </a:xfrm>
            <a:custGeom>
              <a:pathLst>
                <a:path w="155" h="111">
                  <a:moveTo>
                    <a:pt x="152" y="107"/>
                  </a:moveTo>
                  <a:lnTo>
                    <a:pt x="154" y="110"/>
                  </a:lnTo>
                  <a:lnTo>
                    <a:pt x="0" y="2"/>
                  </a:lnTo>
                  <a:lnTo>
                    <a:pt x="0" y="0"/>
                  </a:lnTo>
                  <a:lnTo>
                    <a:pt x="152" y="107"/>
                  </a:lnTo>
                  <a:lnTo>
                    <a:pt x="152" y="107"/>
                  </a:lnTo>
                </a:path>
              </a:pathLst>
            </a:custGeom>
            <a:solidFill>
              <a:srgbClr val="B3B3B3"/>
            </a:solidFill>
            <a:ln cap="rnd">
              <a:noFill/>
              <a:round/>
            </a:ln>
            <a:effectLst/>
          </p:spPr>
        </p:sp>
        <p:sp>
          <p:nvSpPr>
            <p:cNvPr id="62099" name=""/>
            <p:cNvSpPr/>
            <p:nvPr/>
          </p:nvSpPr>
          <p:spPr>
            <a:xfrm>
              <a:off x="4585" y="3348"/>
              <a:ext cx="156" cy="112"/>
            </a:xfrm>
            <a:custGeom>
              <a:pathLst>
                <a:path w="156" h="112">
                  <a:moveTo>
                    <a:pt x="154" y="108"/>
                  </a:moveTo>
                  <a:lnTo>
                    <a:pt x="154" y="109"/>
                  </a:lnTo>
                  <a:lnTo>
                    <a:pt x="155" y="111"/>
                  </a:lnTo>
                  <a:lnTo>
                    <a:pt x="1" y="3"/>
                  </a:lnTo>
                  <a:lnTo>
                    <a:pt x="0" y="0"/>
                  </a:lnTo>
                  <a:lnTo>
                    <a:pt x="154" y="108"/>
                  </a:lnTo>
                  <a:lnTo>
                    <a:pt x="154" y="108"/>
                  </a:lnTo>
                  <a:lnTo>
                    <a:pt x="154" y="108"/>
                  </a:lnTo>
                </a:path>
              </a:pathLst>
            </a:custGeom>
            <a:solidFill>
              <a:srgbClr val="B0B0B0"/>
            </a:solidFill>
            <a:ln cap="rnd">
              <a:noFill/>
              <a:round/>
            </a:ln>
            <a:effectLst/>
          </p:spPr>
        </p:sp>
        <p:sp>
          <p:nvSpPr>
            <p:cNvPr id="62100" name=""/>
            <p:cNvSpPr/>
            <p:nvPr/>
          </p:nvSpPr>
          <p:spPr>
            <a:xfrm>
              <a:off x="4586" y="3351"/>
              <a:ext cx="156" cy="112"/>
            </a:xfrm>
            <a:custGeom>
              <a:pathLst>
                <a:path w="156" h="112">
                  <a:moveTo>
                    <a:pt x="154" y="108"/>
                  </a:moveTo>
                  <a:lnTo>
                    <a:pt x="155" y="111"/>
                  </a:lnTo>
                  <a:lnTo>
                    <a:pt x="0" y="2"/>
                  </a:lnTo>
                  <a:lnTo>
                    <a:pt x="0" y="0"/>
                  </a:lnTo>
                  <a:lnTo>
                    <a:pt x="154" y="108"/>
                  </a:lnTo>
                  <a:lnTo>
                    <a:pt x="154" y="108"/>
                  </a:lnTo>
                  <a:lnTo>
                    <a:pt x="154" y="108"/>
                  </a:lnTo>
                </a:path>
              </a:pathLst>
            </a:custGeom>
            <a:solidFill>
              <a:srgbClr val="AEAEAE"/>
            </a:solidFill>
            <a:ln cap="rnd">
              <a:noFill/>
              <a:round/>
            </a:ln>
            <a:effectLst/>
          </p:spPr>
        </p:sp>
        <p:sp>
          <p:nvSpPr>
            <p:cNvPr id="62101" name=""/>
            <p:cNvSpPr/>
            <p:nvPr/>
          </p:nvSpPr>
          <p:spPr>
            <a:xfrm>
              <a:off x="4586" y="3353"/>
              <a:ext cx="158" cy="114"/>
            </a:xfrm>
            <a:custGeom>
              <a:pathLst>
                <a:path w="158" h="114">
                  <a:moveTo>
                    <a:pt x="155" y="109"/>
                  </a:moveTo>
                  <a:lnTo>
                    <a:pt x="157" y="112"/>
                  </a:lnTo>
                  <a:lnTo>
                    <a:pt x="157" y="113"/>
                  </a:lnTo>
                  <a:lnTo>
                    <a:pt x="1" y="3"/>
                  </a:lnTo>
                  <a:lnTo>
                    <a:pt x="0" y="1"/>
                  </a:lnTo>
                  <a:lnTo>
                    <a:pt x="0" y="0"/>
                  </a:lnTo>
                  <a:lnTo>
                    <a:pt x="155" y="109"/>
                  </a:lnTo>
                  <a:lnTo>
                    <a:pt x="155" y="109"/>
                  </a:lnTo>
                </a:path>
              </a:pathLst>
            </a:custGeom>
            <a:solidFill>
              <a:srgbClr val="AEAEAE"/>
            </a:solidFill>
            <a:ln cap="rnd">
              <a:noFill/>
              <a:round/>
            </a:ln>
            <a:effectLst/>
          </p:spPr>
        </p:sp>
        <p:sp>
          <p:nvSpPr>
            <p:cNvPr id="62102" name=""/>
            <p:cNvSpPr/>
            <p:nvPr/>
          </p:nvSpPr>
          <p:spPr>
            <a:xfrm>
              <a:off x="4588" y="3356"/>
              <a:ext cx="157" cy="113"/>
            </a:xfrm>
            <a:custGeom>
              <a:pathLst>
                <a:path w="157" h="113">
                  <a:moveTo>
                    <a:pt x="154" y="110"/>
                  </a:moveTo>
                  <a:lnTo>
                    <a:pt x="156" y="112"/>
                  </a:lnTo>
                  <a:lnTo>
                    <a:pt x="0" y="3"/>
                  </a:lnTo>
                  <a:lnTo>
                    <a:pt x="0" y="0"/>
                  </a:lnTo>
                  <a:lnTo>
                    <a:pt x="154" y="110"/>
                  </a:lnTo>
                  <a:lnTo>
                    <a:pt x="154" y="110"/>
                  </a:lnTo>
                  <a:lnTo>
                    <a:pt x="154" y="110"/>
                  </a:lnTo>
                </a:path>
              </a:pathLst>
            </a:custGeom>
            <a:solidFill>
              <a:srgbClr val="ABABAB"/>
            </a:solidFill>
            <a:ln cap="rnd">
              <a:noFill/>
              <a:round/>
            </a:ln>
            <a:effectLst/>
          </p:spPr>
        </p:sp>
        <p:sp>
          <p:nvSpPr>
            <p:cNvPr id="62103" name=""/>
            <p:cNvSpPr/>
            <p:nvPr/>
          </p:nvSpPr>
          <p:spPr>
            <a:xfrm>
              <a:off x="4588" y="3359"/>
              <a:ext cx="157" cy="113"/>
            </a:xfrm>
            <a:custGeom>
              <a:pathLst>
                <a:path w="157" h="113">
                  <a:moveTo>
                    <a:pt x="156" y="109"/>
                  </a:moveTo>
                  <a:lnTo>
                    <a:pt x="156" y="112"/>
                  </a:lnTo>
                  <a:lnTo>
                    <a:pt x="0" y="2"/>
                  </a:lnTo>
                  <a:lnTo>
                    <a:pt x="0" y="0"/>
                  </a:lnTo>
                  <a:lnTo>
                    <a:pt x="156" y="109"/>
                  </a:lnTo>
                  <a:lnTo>
                    <a:pt x="156" y="109"/>
                  </a:lnTo>
                  <a:lnTo>
                    <a:pt x="156" y="109"/>
                  </a:lnTo>
                </a:path>
              </a:pathLst>
            </a:custGeom>
            <a:solidFill>
              <a:srgbClr val="A9A9A9"/>
            </a:solidFill>
            <a:ln cap="rnd">
              <a:noFill/>
              <a:round/>
            </a:ln>
            <a:effectLst/>
          </p:spPr>
        </p:sp>
        <p:sp>
          <p:nvSpPr>
            <p:cNvPr id="62104" name=""/>
            <p:cNvSpPr/>
            <p:nvPr/>
          </p:nvSpPr>
          <p:spPr>
            <a:xfrm>
              <a:off x="4588" y="3361"/>
              <a:ext cx="159" cy="115"/>
            </a:xfrm>
            <a:custGeom>
              <a:pathLst>
                <a:path w="159" h="115">
                  <a:moveTo>
                    <a:pt x="156" y="110"/>
                  </a:moveTo>
                  <a:lnTo>
                    <a:pt x="157" y="112"/>
                  </a:lnTo>
                  <a:lnTo>
                    <a:pt x="158" y="114"/>
                  </a:lnTo>
                  <a:lnTo>
                    <a:pt x="0" y="3"/>
                  </a:lnTo>
                  <a:lnTo>
                    <a:pt x="0" y="0"/>
                  </a:lnTo>
                  <a:lnTo>
                    <a:pt x="156" y="110"/>
                  </a:lnTo>
                  <a:lnTo>
                    <a:pt x="156" y="110"/>
                  </a:lnTo>
                </a:path>
              </a:pathLst>
            </a:custGeom>
            <a:solidFill>
              <a:srgbClr val="A6A6A6"/>
            </a:solidFill>
            <a:ln cap="rnd">
              <a:noFill/>
              <a:round/>
            </a:ln>
            <a:effectLst/>
          </p:spPr>
        </p:sp>
        <p:sp>
          <p:nvSpPr>
            <p:cNvPr id="62105" name=""/>
            <p:cNvSpPr/>
            <p:nvPr/>
          </p:nvSpPr>
          <p:spPr>
            <a:xfrm>
              <a:off x="4588" y="3364"/>
              <a:ext cx="161" cy="114"/>
            </a:xfrm>
            <a:custGeom>
              <a:pathLst>
                <a:path w="161" h="114">
                  <a:moveTo>
                    <a:pt x="158" y="111"/>
                  </a:moveTo>
                  <a:lnTo>
                    <a:pt x="160" y="113"/>
                  </a:lnTo>
                  <a:lnTo>
                    <a:pt x="1" y="2"/>
                  </a:lnTo>
                  <a:lnTo>
                    <a:pt x="0" y="0"/>
                  </a:lnTo>
                  <a:lnTo>
                    <a:pt x="158" y="111"/>
                  </a:lnTo>
                  <a:lnTo>
                    <a:pt x="158" y="111"/>
                  </a:lnTo>
                  <a:lnTo>
                    <a:pt x="158" y="111"/>
                  </a:lnTo>
                </a:path>
              </a:pathLst>
            </a:custGeom>
            <a:solidFill>
              <a:srgbClr val="A4A4A4"/>
            </a:solidFill>
            <a:ln cap="rnd">
              <a:noFill/>
              <a:round/>
            </a:ln>
            <a:effectLst/>
          </p:spPr>
        </p:sp>
        <p:sp>
          <p:nvSpPr>
            <p:cNvPr id="62106" name=""/>
            <p:cNvSpPr/>
            <p:nvPr/>
          </p:nvSpPr>
          <p:spPr>
            <a:xfrm>
              <a:off x="4589" y="3366"/>
              <a:ext cx="160" cy="115"/>
            </a:xfrm>
            <a:custGeom>
              <a:pathLst>
                <a:path w="160" h="115">
                  <a:moveTo>
                    <a:pt x="159" y="111"/>
                  </a:moveTo>
                  <a:lnTo>
                    <a:pt x="159" y="114"/>
                  </a:lnTo>
                  <a:lnTo>
                    <a:pt x="0" y="3"/>
                  </a:lnTo>
                  <a:lnTo>
                    <a:pt x="0" y="0"/>
                  </a:lnTo>
                  <a:lnTo>
                    <a:pt x="0" y="0"/>
                  </a:lnTo>
                  <a:lnTo>
                    <a:pt x="159" y="111"/>
                  </a:lnTo>
                  <a:lnTo>
                    <a:pt x="159" y="111"/>
                  </a:lnTo>
                  <a:lnTo>
                    <a:pt x="159" y="111"/>
                  </a:lnTo>
                </a:path>
              </a:pathLst>
            </a:custGeom>
            <a:solidFill>
              <a:srgbClr val="A4A4A4"/>
            </a:solidFill>
            <a:ln cap="rnd">
              <a:noFill/>
              <a:round/>
            </a:ln>
            <a:effectLst/>
          </p:spPr>
        </p:sp>
        <p:sp>
          <p:nvSpPr>
            <p:cNvPr id="62107" name=""/>
            <p:cNvSpPr/>
            <p:nvPr/>
          </p:nvSpPr>
          <p:spPr>
            <a:xfrm>
              <a:off x="4589" y="3369"/>
              <a:ext cx="160" cy="114"/>
            </a:xfrm>
            <a:custGeom>
              <a:pathLst>
                <a:path w="160" h="114">
                  <a:moveTo>
                    <a:pt x="158" y="111"/>
                  </a:moveTo>
                  <a:lnTo>
                    <a:pt x="159" y="113"/>
                  </a:lnTo>
                  <a:lnTo>
                    <a:pt x="1" y="2"/>
                  </a:lnTo>
                  <a:lnTo>
                    <a:pt x="0" y="0"/>
                  </a:lnTo>
                  <a:lnTo>
                    <a:pt x="158" y="111"/>
                  </a:lnTo>
                  <a:lnTo>
                    <a:pt x="158" y="111"/>
                  </a:lnTo>
                </a:path>
              </a:pathLst>
            </a:custGeom>
            <a:solidFill>
              <a:srgbClr val="A1A1A1"/>
            </a:solidFill>
            <a:ln cap="rnd">
              <a:noFill/>
              <a:round/>
            </a:ln>
            <a:effectLst/>
          </p:spPr>
        </p:sp>
        <p:sp>
          <p:nvSpPr>
            <p:cNvPr id="62108" name=""/>
            <p:cNvSpPr/>
            <p:nvPr/>
          </p:nvSpPr>
          <p:spPr>
            <a:xfrm>
              <a:off x="4590" y="3371"/>
              <a:ext cx="160" cy="115"/>
            </a:xfrm>
            <a:custGeom>
              <a:pathLst>
                <a:path w="160" h="115">
                  <a:moveTo>
                    <a:pt x="158" y="111"/>
                  </a:moveTo>
                  <a:lnTo>
                    <a:pt x="159" y="114"/>
                  </a:lnTo>
                  <a:lnTo>
                    <a:pt x="0" y="3"/>
                  </a:lnTo>
                  <a:lnTo>
                    <a:pt x="0" y="0"/>
                  </a:lnTo>
                  <a:lnTo>
                    <a:pt x="158" y="111"/>
                  </a:lnTo>
                  <a:lnTo>
                    <a:pt x="158" y="111"/>
                  </a:lnTo>
                  <a:lnTo>
                    <a:pt x="158" y="111"/>
                  </a:lnTo>
                </a:path>
              </a:pathLst>
            </a:custGeom>
            <a:solidFill>
              <a:srgbClr val="9F9F9F"/>
            </a:solidFill>
            <a:ln cap="rnd">
              <a:noFill/>
              <a:round/>
            </a:ln>
            <a:effectLst/>
          </p:spPr>
        </p:sp>
        <p:sp>
          <p:nvSpPr>
            <p:cNvPr id="62109" name=""/>
            <p:cNvSpPr/>
            <p:nvPr/>
          </p:nvSpPr>
          <p:spPr>
            <a:xfrm>
              <a:off x="4590" y="3374"/>
              <a:ext cx="160" cy="115"/>
            </a:xfrm>
            <a:custGeom>
              <a:pathLst>
                <a:path w="160" h="115">
                  <a:moveTo>
                    <a:pt x="159" y="111"/>
                  </a:moveTo>
                  <a:lnTo>
                    <a:pt x="159" y="114"/>
                  </a:lnTo>
                  <a:lnTo>
                    <a:pt x="0" y="2"/>
                  </a:lnTo>
                  <a:lnTo>
                    <a:pt x="0" y="0"/>
                  </a:lnTo>
                  <a:lnTo>
                    <a:pt x="159" y="111"/>
                  </a:lnTo>
                  <a:lnTo>
                    <a:pt x="159" y="111"/>
                  </a:lnTo>
                </a:path>
              </a:pathLst>
            </a:custGeom>
            <a:solidFill>
              <a:srgbClr val="9C9C9C"/>
            </a:solidFill>
            <a:ln cap="rnd">
              <a:noFill/>
              <a:round/>
            </a:ln>
            <a:effectLst/>
          </p:spPr>
        </p:sp>
        <p:sp>
          <p:nvSpPr>
            <p:cNvPr id="62110" name=""/>
            <p:cNvSpPr/>
            <p:nvPr/>
          </p:nvSpPr>
          <p:spPr>
            <a:xfrm>
              <a:off x="4590" y="3376"/>
              <a:ext cx="161" cy="116"/>
            </a:xfrm>
            <a:custGeom>
              <a:pathLst>
                <a:path w="161" h="116">
                  <a:moveTo>
                    <a:pt x="159" y="112"/>
                  </a:moveTo>
                  <a:lnTo>
                    <a:pt x="160" y="115"/>
                  </a:lnTo>
                  <a:lnTo>
                    <a:pt x="1" y="3"/>
                  </a:lnTo>
                  <a:lnTo>
                    <a:pt x="0" y="0"/>
                  </a:lnTo>
                  <a:lnTo>
                    <a:pt x="159" y="112"/>
                  </a:lnTo>
                  <a:lnTo>
                    <a:pt x="159" y="112"/>
                  </a:lnTo>
                  <a:lnTo>
                    <a:pt x="159" y="112"/>
                  </a:lnTo>
                </a:path>
              </a:pathLst>
            </a:custGeom>
            <a:solidFill>
              <a:srgbClr val="999999"/>
            </a:solidFill>
            <a:ln cap="rnd">
              <a:noFill/>
              <a:round/>
            </a:ln>
            <a:effectLst/>
          </p:spPr>
        </p:sp>
        <p:sp>
          <p:nvSpPr>
            <p:cNvPr id="62111" name=""/>
            <p:cNvSpPr/>
            <p:nvPr/>
          </p:nvSpPr>
          <p:spPr>
            <a:xfrm>
              <a:off x="4591" y="3379"/>
              <a:ext cx="161" cy="115"/>
            </a:xfrm>
            <a:custGeom>
              <a:pathLst>
                <a:path w="161" h="115">
                  <a:moveTo>
                    <a:pt x="159" y="112"/>
                  </a:moveTo>
                  <a:lnTo>
                    <a:pt x="159" y="113"/>
                  </a:lnTo>
                  <a:lnTo>
                    <a:pt x="160" y="114"/>
                  </a:lnTo>
                  <a:lnTo>
                    <a:pt x="0" y="2"/>
                  </a:lnTo>
                  <a:lnTo>
                    <a:pt x="0" y="0"/>
                  </a:lnTo>
                  <a:lnTo>
                    <a:pt x="0" y="0"/>
                  </a:lnTo>
                  <a:lnTo>
                    <a:pt x="159" y="112"/>
                  </a:lnTo>
                  <a:lnTo>
                    <a:pt x="159" y="112"/>
                  </a:lnTo>
                </a:path>
              </a:pathLst>
            </a:custGeom>
            <a:solidFill>
              <a:srgbClr val="999999"/>
            </a:solidFill>
            <a:ln cap="rnd">
              <a:noFill/>
              <a:round/>
            </a:ln>
            <a:effectLst/>
          </p:spPr>
        </p:sp>
        <p:sp>
          <p:nvSpPr>
            <p:cNvPr id="62112" name=""/>
            <p:cNvSpPr/>
            <p:nvPr/>
          </p:nvSpPr>
          <p:spPr>
            <a:xfrm>
              <a:off x="4591" y="3381"/>
              <a:ext cx="161" cy="115"/>
            </a:xfrm>
            <a:custGeom>
              <a:pathLst>
                <a:path w="161" h="115">
                  <a:moveTo>
                    <a:pt x="159" y="112"/>
                  </a:moveTo>
                  <a:lnTo>
                    <a:pt x="160" y="114"/>
                  </a:lnTo>
                  <a:lnTo>
                    <a:pt x="1" y="2"/>
                  </a:lnTo>
                  <a:lnTo>
                    <a:pt x="0" y="0"/>
                  </a:lnTo>
                  <a:lnTo>
                    <a:pt x="160" y="112"/>
                  </a:lnTo>
                  <a:lnTo>
                    <a:pt x="160" y="112"/>
                  </a:lnTo>
                  <a:lnTo>
                    <a:pt x="159" y="112"/>
                  </a:lnTo>
                </a:path>
              </a:pathLst>
            </a:custGeom>
            <a:solidFill>
              <a:srgbClr val="979797"/>
            </a:solidFill>
            <a:ln cap="rnd">
              <a:noFill/>
              <a:round/>
            </a:ln>
            <a:effectLst/>
          </p:spPr>
        </p:sp>
        <p:sp>
          <p:nvSpPr>
            <p:cNvPr id="62113" name=""/>
            <p:cNvSpPr/>
            <p:nvPr/>
          </p:nvSpPr>
          <p:spPr>
            <a:xfrm>
              <a:off x="4593" y="3383"/>
              <a:ext cx="159" cy="117"/>
            </a:xfrm>
            <a:custGeom>
              <a:pathLst>
                <a:path w="159" h="117">
                  <a:moveTo>
                    <a:pt x="158" y="112"/>
                  </a:moveTo>
                  <a:lnTo>
                    <a:pt x="158" y="116"/>
                  </a:lnTo>
                  <a:lnTo>
                    <a:pt x="0" y="3"/>
                  </a:lnTo>
                  <a:lnTo>
                    <a:pt x="0" y="0"/>
                  </a:lnTo>
                  <a:lnTo>
                    <a:pt x="158" y="112"/>
                  </a:lnTo>
                  <a:lnTo>
                    <a:pt x="158" y="112"/>
                  </a:lnTo>
                  <a:lnTo>
                    <a:pt x="158" y="112"/>
                  </a:lnTo>
                </a:path>
              </a:pathLst>
            </a:custGeom>
            <a:solidFill>
              <a:srgbClr val="949494"/>
            </a:solidFill>
            <a:ln cap="rnd">
              <a:noFill/>
              <a:round/>
            </a:ln>
            <a:effectLst/>
          </p:spPr>
        </p:sp>
        <p:sp>
          <p:nvSpPr>
            <p:cNvPr id="62114" name=""/>
            <p:cNvSpPr/>
            <p:nvPr/>
          </p:nvSpPr>
          <p:spPr>
            <a:xfrm>
              <a:off x="4593" y="3386"/>
              <a:ext cx="161" cy="116"/>
            </a:xfrm>
            <a:custGeom>
              <a:pathLst>
                <a:path w="161" h="116">
                  <a:moveTo>
                    <a:pt x="159" y="112"/>
                  </a:moveTo>
                  <a:lnTo>
                    <a:pt x="160" y="115"/>
                  </a:lnTo>
                  <a:lnTo>
                    <a:pt x="0" y="2"/>
                  </a:lnTo>
                  <a:lnTo>
                    <a:pt x="0" y="0"/>
                  </a:lnTo>
                  <a:lnTo>
                    <a:pt x="159" y="113"/>
                  </a:lnTo>
                  <a:lnTo>
                    <a:pt x="159" y="113"/>
                  </a:lnTo>
                  <a:lnTo>
                    <a:pt x="159" y="112"/>
                  </a:lnTo>
                </a:path>
              </a:pathLst>
            </a:custGeom>
            <a:solidFill>
              <a:srgbClr val="929292"/>
            </a:solidFill>
            <a:ln cap="rnd">
              <a:noFill/>
              <a:round/>
            </a:ln>
            <a:effectLst/>
          </p:spPr>
        </p:sp>
        <p:sp>
          <p:nvSpPr>
            <p:cNvPr id="62115" name=""/>
            <p:cNvSpPr/>
            <p:nvPr/>
          </p:nvSpPr>
          <p:spPr>
            <a:xfrm>
              <a:off x="4593" y="3388"/>
              <a:ext cx="161" cy="117"/>
            </a:xfrm>
            <a:custGeom>
              <a:pathLst>
                <a:path w="161" h="117">
                  <a:moveTo>
                    <a:pt x="160" y="113"/>
                  </a:moveTo>
                  <a:lnTo>
                    <a:pt x="160" y="113"/>
                  </a:lnTo>
                  <a:lnTo>
                    <a:pt x="160" y="116"/>
                  </a:lnTo>
                  <a:lnTo>
                    <a:pt x="1" y="2"/>
                  </a:lnTo>
                  <a:lnTo>
                    <a:pt x="0" y="0"/>
                  </a:lnTo>
                  <a:lnTo>
                    <a:pt x="160" y="113"/>
                  </a:lnTo>
                  <a:lnTo>
                    <a:pt x="160" y="113"/>
                  </a:lnTo>
                </a:path>
              </a:pathLst>
            </a:custGeom>
            <a:solidFill>
              <a:srgbClr val="929292"/>
            </a:solidFill>
            <a:ln cap="rnd">
              <a:noFill/>
              <a:round/>
            </a:ln>
            <a:effectLst/>
          </p:spPr>
        </p:sp>
        <p:sp>
          <p:nvSpPr>
            <p:cNvPr id="62116" name=""/>
            <p:cNvSpPr/>
            <p:nvPr/>
          </p:nvSpPr>
          <p:spPr>
            <a:xfrm>
              <a:off x="4593" y="3390"/>
              <a:ext cx="161" cy="117"/>
            </a:xfrm>
            <a:custGeom>
              <a:pathLst>
                <a:path w="161" h="117">
                  <a:moveTo>
                    <a:pt x="159" y="113"/>
                  </a:moveTo>
                  <a:lnTo>
                    <a:pt x="160" y="116"/>
                  </a:lnTo>
                  <a:lnTo>
                    <a:pt x="0" y="3"/>
                  </a:lnTo>
                  <a:lnTo>
                    <a:pt x="0" y="2"/>
                  </a:lnTo>
                  <a:lnTo>
                    <a:pt x="0" y="0"/>
                  </a:lnTo>
                  <a:lnTo>
                    <a:pt x="159" y="114"/>
                  </a:lnTo>
                  <a:lnTo>
                    <a:pt x="159" y="114"/>
                  </a:lnTo>
                  <a:lnTo>
                    <a:pt x="159" y="113"/>
                  </a:lnTo>
                </a:path>
              </a:pathLst>
            </a:custGeom>
            <a:solidFill>
              <a:srgbClr val="8F8F8F"/>
            </a:solidFill>
            <a:ln cap="rnd">
              <a:noFill/>
              <a:round/>
            </a:ln>
            <a:effectLst/>
          </p:spPr>
        </p:sp>
        <p:sp>
          <p:nvSpPr>
            <p:cNvPr id="62117" name=""/>
            <p:cNvSpPr/>
            <p:nvPr/>
          </p:nvSpPr>
          <p:spPr>
            <a:xfrm>
              <a:off x="4593" y="3393"/>
              <a:ext cx="162" cy="116"/>
            </a:xfrm>
            <a:custGeom>
              <a:pathLst>
                <a:path w="162" h="116">
                  <a:moveTo>
                    <a:pt x="160" y="113"/>
                  </a:moveTo>
                  <a:lnTo>
                    <a:pt x="161" y="115"/>
                  </a:lnTo>
                  <a:lnTo>
                    <a:pt x="0" y="2"/>
                  </a:lnTo>
                  <a:lnTo>
                    <a:pt x="0" y="0"/>
                  </a:lnTo>
                  <a:lnTo>
                    <a:pt x="160" y="113"/>
                  </a:lnTo>
                  <a:lnTo>
                    <a:pt x="160" y="113"/>
                  </a:lnTo>
                  <a:lnTo>
                    <a:pt x="160" y="113"/>
                  </a:lnTo>
                </a:path>
              </a:pathLst>
            </a:custGeom>
            <a:solidFill>
              <a:srgbClr val="8D8D8D"/>
            </a:solidFill>
            <a:ln cap="rnd">
              <a:noFill/>
              <a:round/>
            </a:ln>
            <a:effectLst/>
          </p:spPr>
        </p:sp>
        <p:sp>
          <p:nvSpPr>
            <p:cNvPr id="62118" name=""/>
            <p:cNvSpPr/>
            <p:nvPr/>
          </p:nvSpPr>
          <p:spPr>
            <a:xfrm>
              <a:off x="4593" y="3395"/>
              <a:ext cx="162" cy="117"/>
            </a:xfrm>
            <a:custGeom>
              <a:pathLst>
                <a:path w="162" h="117">
                  <a:moveTo>
                    <a:pt x="161" y="113"/>
                  </a:moveTo>
                  <a:lnTo>
                    <a:pt x="161" y="116"/>
                  </a:lnTo>
                  <a:lnTo>
                    <a:pt x="0" y="3"/>
                  </a:lnTo>
                  <a:lnTo>
                    <a:pt x="0" y="0"/>
                  </a:lnTo>
                  <a:lnTo>
                    <a:pt x="161" y="113"/>
                  </a:lnTo>
                  <a:lnTo>
                    <a:pt x="161" y="113"/>
                  </a:lnTo>
                  <a:lnTo>
                    <a:pt x="161" y="113"/>
                  </a:lnTo>
                </a:path>
              </a:pathLst>
            </a:custGeom>
            <a:solidFill>
              <a:srgbClr val="8A8A8A"/>
            </a:solidFill>
            <a:ln cap="rnd">
              <a:noFill/>
              <a:round/>
            </a:ln>
            <a:effectLst/>
          </p:spPr>
        </p:sp>
        <p:sp>
          <p:nvSpPr>
            <p:cNvPr id="62119" name=""/>
            <p:cNvSpPr/>
            <p:nvPr/>
          </p:nvSpPr>
          <p:spPr>
            <a:xfrm>
              <a:off x="4593" y="3398"/>
              <a:ext cx="162" cy="116"/>
            </a:xfrm>
            <a:custGeom>
              <a:pathLst>
                <a:path w="162" h="116">
                  <a:moveTo>
                    <a:pt x="161" y="113"/>
                  </a:moveTo>
                  <a:lnTo>
                    <a:pt x="161" y="113"/>
                  </a:lnTo>
                  <a:lnTo>
                    <a:pt x="161" y="115"/>
                  </a:lnTo>
                  <a:lnTo>
                    <a:pt x="0" y="2"/>
                  </a:lnTo>
                  <a:lnTo>
                    <a:pt x="0" y="0"/>
                  </a:lnTo>
                  <a:lnTo>
                    <a:pt x="161" y="113"/>
                  </a:lnTo>
                  <a:lnTo>
                    <a:pt x="161" y="113"/>
                  </a:lnTo>
                  <a:lnTo>
                    <a:pt x="161" y="113"/>
                  </a:lnTo>
                </a:path>
              </a:pathLst>
            </a:custGeom>
            <a:solidFill>
              <a:srgbClr val="888888"/>
            </a:solidFill>
            <a:ln cap="rnd">
              <a:noFill/>
              <a:round/>
            </a:ln>
            <a:effectLst/>
          </p:spPr>
        </p:sp>
        <p:sp>
          <p:nvSpPr>
            <p:cNvPr id="62120" name=""/>
            <p:cNvSpPr/>
            <p:nvPr/>
          </p:nvSpPr>
          <p:spPr>
            <a:xfrm>
              <a:off x="4593" y="3400"/>
              <a:ext cx="162" cy="116"/>
            </a:xfrm>
            <a:custGeom>
              <a:pathLst>
                <a:path w="162" h="116">
                  <a:moveTo>
                    <a:pt x="161" y="113"/>
                  </a:moveTo>
                  <a:lnTo>
                    <a:pt x="161" y="115"/>
                  </a:lnTo>
                  <a:lnTo>
                    <a:pt x="0" y="2"/>
                  </a:lnTo>
                  <a:lnTo>
                    <a:pt x="0" y="0"/>
                  </a:lnTo>
                  <a:lnTo>
                    <a:pt x="161" y="113"/>
                  </a:lnTo>
                  <a:lnTo>
                    <a:pt x="161" y="113"/>
                  </a:lnTo>
                  <a:lnTo>
                    <a:pt x="161" y="113"/>
                  </a:lnTo>
                </a:path>
              </a:pathLst>
            </a:custGeom>
            <a:solidFill>
              <a:srgbClr val="888888"/>
            </a:solidFill>
            <a:ln cap="rnd">
              <a:noFill/>
              <a:round/>
            </a:ln>
            <a:effectLst/>
          </p:spPr>
        </p:sp>
        <p:sp>
          <p:nvSpPr>
            <p:cNvPr id="62121" name=""/>
            <p:cNvSpPr/>
            <p:nvPr/>
          </p:nvSpPr>
          <p:spPr>
            <a:xfrm>
              <a:off x="4593" y="3402"/>
              <a:ext cx="162" cy="117"/>
            </a:xfrm>
            <a:custGeom>
              <a:pathLst>
                <a:path w="162" h="117">
                  <a:moveTo>
                    <a:pt x="161" y="113"/>
                  </a:moveTo>
                  <a:lnTo>
                    <a:pt x="161" y="116"/>
                  </a:lnTo>
                  <a:lnTo>
                    <a:pt x="0" y="3"/>
                  </a:lnTo>
                  <a:lnTo>
                    <a:pt x="0" y="0"/>
                  </a:lnTo>
                  <a:lnTo>
                    <a:pt x="161" y="113"/>
                  </a:lnTo>
                  <a:lnTo>
                    <a:pt x="161" y="113"/>
                  </a:lnTo>
                  <a:lnTo>
                    <a:pt x="161" y="113"/>
                  </a:lnTo>
                </a:path>
              </a:pathLst>
            </a:custGeom>
            <a:solidFill>
              <a:srgbClr val="858585"/>
            </a:solidFill>
            <a:ln cap="rnd">
              <a:noFill/>
              <a:round/>
            </a:ln>
            <a:effectLst/>
          </p:spPr>
        </p:sp>
        <p:sp>
          <p:nvSpPr>
            <p:cNvPr id="62122" name=""/>
            <p:cNvSpPr/>
            <p:nvPr/>
          </p:nvSpPr>
          <p:spPr>
            <a:xfrm>
              <a:off x="4593" y="3405"/>
              <a:ext cx="163" cy="116"/>
            </a:xfrm>
            <a:custGeom>
              <a:pathLst>
                <a:path w="163" h="116">
                  <a:moveTo>
                    <a:pt x="161" y="113"/>
                  </a:moveTo>
                  <a:lnTo>
                    <a:pt x="162" y="115"/>
                  </a:lnTo>
                  <a:lnTo>
                    <a:pt x="1" y="2"/>
                  </a:lnTo>
                  <a:lnTo>
                    <a:pt x="1" y="0"/>
                  </a:lnTo>
                  <a:lnTo>
                    <a:pt x="0" y="0"/>
                  </a:lnTo>
                  <a:lnTo>
                    <a:pt x="161" y="113"/>
                  </a:lnTo>
                  <a:lnTo>
                    <a:pt x="161" y="113"/>
                  </a:lnTo>
                  <a:lnTo>
                    <a:pt x="161" y="113"/>
                  </a:lnTo>
                </a:path>
              </a:pathLst>
            </a:custGeom>
            <a:solidFill>
              <a:srgbClr val="838383"/>
            </a:solidFill>
            <a:ln cap="rnd">
              <a:noFill/>
              <a:round/>
            </a:ln>
            <a:effectLst/>
          </p:spPr>
        </p:sp>
        <p:sp>
          <p:nvSpPr>
            <p:cNvPr id="62123" name=""/>
            <p:cNvSpPr/>
            <p:nvPr/>
          </p:nvSpPr>
          <p:spPr>
            <a:xfrm>
              <a:off x="4594" y="3407"/>
              <a:ext cx="163" cy="138"/>
            </a:xfrm>
            <a:custGeom>
              <a:pathLst>
                <a:path w="163" h="138">
                  <a:moveTo>
                    <a:pt x="161" y="113"/>
                  </a:moveTo>
                  <a:lnTo>
                    <a:pt x="161" y="115"/>
                  </a:lnTo>
                  <a:lnTo>
                    <a:pt x="162" y="125"/>
                  </a:lnTo>
                  <a:lnTo>
                    <a:pt x="162" y="137"/>
                  </a:lnTo>
                  <a:lnTo>
                    <a:pt x="1" y="13"/>
                  </a:lnTo>
                  <a:lnTo>
                    <a:pt x="0" y="0"/>
                  </a:lnTo>
                  <a:lnTo>
                    <a:pt x="161" y="113"/>
                  </a:lnTo>
                  <a:lnTo>
                    <a:pt x="161" y="113"/>
                  </a:lnTo>
                </a:path>
              </a:pathLst>
            </a:custGeom>
            <a:solidFill>
              <a:srgbClr val="808080"/>
            </a:solidFill>
            <a:ln cap="rnd">
              <a:noFill/>
              <a:round/>
            </a:ln>
            <a:effectLst/>
          </p:spPr>
        </p:sp>
        <p:sp>
          <p:nvSpPr>
            <p:cNvPr id="62124" name=""/>
            <p:cNvSpPr/>
            <p:nvPr/>
          </p:nvSpPr>
          <p:spPr>
            <a:xfrm>
              <a:off x="4476" y="3420"/>
              <a:ext cx="281" cy="141"/>
            </a:xfrm>
            <a:custGeom>
              <a:pathLst>
                <a:path w="281" h="141">
                  <a:moveTo>
                    <a:pt x="119" y="0"/>
                  </a:moveTo>
                  <a:lnTo>
                    <a:pt x="280" y="124"/>
                  </a:lnTo>
                  <a:lnTo>
                    <a:pt x="278" y="124"/>
                  </a:lnTo>
                  <a:lnTo>
                    <a:pt x="274" y="125"/>
                  </a:lnTo>
                  <a:lnTo>
                    <a:pt x="271" y="126"/>
                  </a:lnTo>
                  <a:lnTo>
                    <a:pt x="268" y="126"/>
                  </a:lnTo>
                  <a:lnTo>
                    <a:pt x="266" y="126"/>
                  </a:lnTo>
                  <a:lnTo>
                    <a:pt x="262" y="127"/>
                  </a:lnTo>
                  <a:lnTo>
                    <a:pt x="259" y="128"/>
                  </a:lnTo>
                  <a:lnTo>
                    <a:pt x="256" y="128"/>
                  </a:lnTo>
                  <a:lnTo>
                    <a:pt x="254" y="128"/>
                  </a:lnTo>
                  <a:lnTo>
                    <a:pt x="250" y="129"/>
                  </a:lnTo>
                  <a:lnTo>
                    <a:pt x="247" y="129"/>
                  </a:lnTo>
                  <a:lnTo>
                    <a:pt x="245" y="130"/>
                  </a:lnTo>
                  <a:lnTo>
                    <a:pt x="241" y="131"/>
                  </a:lnTo>
                  <a:lnTo>
                    <a:pt x="238" y="131"/>
                  </a:lnTo>
                  <a:lnTo>
                    <a:pt x="235" y="131"/>
                  </a:lnTo>
                  <a:lnTo>
                    <a:pt x="233" y="132"/>
                  </a:lnTo>
                  <a:lnTo>
                    <a:pt x="230" y="133"/>
                  </a:lnTo>
                  <a:lnTo>
                    <a:pt x="226" y="133"/>
                  </a:lnTo>
                  <a:lnTo>
                    <a:pt x="223" y="133"/>
                  </a:lnTo>
                  <a:lnTo>
                    <a:pt x="221" y="134"/>
                  </a:lnTo>
                  <a:lnTo>
                    <a:pt x="217" y="135"/>
                  </a:lnTo>
                  <a:lnTo>
                    <a:pt x="215" y="136"/>
                  </a:lnTo>
                  <a:lnTo>
                    <a:pt x="211" y="136"/>
                  </a:lnTo>
                  <a:lnTo>
                    <a:pt x="209" y="136"/>
                  </a:lnTo>
                  <a:lnTo>
                    <a:pt x="206" y="136"/>
                  </a:lnTo>
                  <a:lnTo>
                    <a:pt x="203" y="137"/>
                  </a:lnTo>
                  <a:lnTo>
                    <a:pt x="200" y="138"/>
                  </a:lnTo>
                  <a:lnTo>
                    <a:pt x="197" y="138"/>
                  </a:lnTo>
                  <a:lnTo>
                    <a:pt x="194" y="138"/>
                  </a:lnTo>
                  <a:lnTo>
                    <a:pt x="191" y="139"/>
                  </a:lnTo>
                  <a:lnTo>
                    <a:pt x="188" y="139"/>
                  </a:lnTo>
                  <a:lnTo>
                    <a:pt x="185" y="140"/>
                  </a:lnTo>
                  <a:lnTo>
                    <a:pt x="0" y="20"/>
                  </a:lnTo>
                  <a:lnTo>
                    <a:pt x="3" y="19"/>
                  </a:lnTo>
                  <a:lnTo>
                    <a:pt x="7" y="18"/>
                  </a:lnTo>
                  <a:lnTo>
                    <a:pt x="10" y="18"/>
                  </a:lnTo>
                  <a:lnTo>
                    <a:pt x="15" y="18"/>
                  </a:lnTo>
                  <a:lnTo>
                    <a:pt x="18" y="17"/>
                  </a:lnTo>
                  <a:lnTo>
                    <a:pt x="22" y="16"/>
                  </a:lnTo>
                  <a:lnTo>
                    <a:pt x="25" y="15"/>
                  </a:lnTo>
                  <a:lnTo>
                    <a:pt x="29" y="15"/>
                  </a:lnTo>
                  <a:lnTo>
                    <a:pt x="32" y="14"/>
                  </a:lnTo>
                  <a:lnTo>
                    <a:pt x="36" y="14"/>
                  </a:lnTo>
                  <a:lnTo>
                    <a:pt x="40" y="13"/>
                  </a:lnTo>
                  <a:lnTo>
                    <a:pt x="43" y="13"/>
                  </a:lnTo>
                  <a:lnTo>
                    <a:pt x="47" y="12"/>
                  </a:lnTo>
                  <a:lnTo>
                    <a:pt x="51" y="11"/>
                  </a:lnTo>
                  <a:lnTo>
                    <a:pt x="55" y="11"/>
                  </a:lnTo>
                  <a:lnTo>
                    <a:pt x="58" y="10"/>
                  </a:lnTo>
                  <a:lnTo>
                    <a:pt x="62" y="9"/>
                  </a:lnTo>
                  <a:lnTo>
                    <a:pt x="66" y="8"/>
                  </a:lnTo>
                  <a:lnTo>
                    <a:pt x="69" y="8"/>
                  </a:lnTo>
                  <a:lnTo>
                    <a:pt x="73" y="7"/>
                  </a:lnTo>
                  <a:lnTo>
                    <a:pt x="77" y="7"/>
                  </a:lnTo>
                  <a:lnTo>
                    <a:pt x="81" y="6"/>
                  </a:lnTo>
                  <a:lnTo>
                    <a:pt x="85" y="5"/>
                  </a:lnTo>
                  <a:lnTo>
                    <a:pt x="88" y="5"/>
                  </a:lnTo>
                  <a:lnTo>
                    <a:pt x="92" y="4"/>
                  </a:lnTo>
                  <a:lnTo>
                    <a:pt x="95" y="3"/>
                  </a:lnTo>
                  <a:lnTo>
                    <a:pt x="99" y="3"/>
                  </a:lnTo>
                  <a:lnTo>
                    <a:pt x="103" y="2"/>
                  </a:lnTo>
                  <a:lnTo>
                    <a:pt x="107" y="1"/>
                  </a:lnTo>
                  <a:lnTo>
                    <a:pt x="111" y="1"/>
                  </a:lnTo>
                  <a:lnTo>
                    <a:pt x="114" y="1"/>
                  </a:lnTo>
                  <a:lnTo>
                    <a:pt x="119" y="0"/>
                  </a:lnTo>
                  <a:lnTo>
                    <a:pt x="119" y="0"/>
                  </a:lnTo>
                </a:path>
              </a:pathLst>
            </a:custGeom>
            <a:solidFill>
              <a:srgbClr val="666666"/>
            </a:solidFill>
            <a:ln cap="rnd">
              <a:noFill/>
              <a:round/>
            </a:ln>
            <a:effectLst/>
          </p:spPr>
        </p:sp>
        <p:sp>
          <p:nvSpPr>
            <p:cNvPr id="62125" name=""/>
            <p:cNvSpPr/>
            <p:nvPr/>
          </p:nvSpPr>
          <p:spPr>
            <a:xfrm>
              <a:off x="4538" y="3567"/>
              <a:ext cx="226" cy="158"/>
            </a:xfrm>
            <a:custGeom>
              <a:pathLst>
                <a:path w="226" h="158">
                  <a:moveTo>
                    <a:pt x="225" y="157"/>
                  </a:moveTo>
                  <a:lnTo>
                    <a:pt x="222" y="151"/>
                  </a:lnTo>
                  <a:lnTo>
                    <a:pt x="218" y="142"/>
                  </a:lnTo>
                  <a:lnTo>
                    <a:pt x="216" y="139"/>
                  </a:lnTo>
                  <a:lnTo>
                    <a:pt x="215" y="135"/>
                  </a:lnTo>
                  <a:lnTo>
                    <a:pt x="213" y="131"/>
                  </a:lnTo>
                  <a:lnTo>
                    <a:pt x="211" y="128"/>
                  </a:lnTo>
                  <a:lnTo>
                    <a:pt x="208" y="124"/>
                  </a:lnTo>
                  <a:lnTo>
                    <a:pt x="206" y="121"/>
                  </a:lnTo>
                  <a:lnTo>
                    <a:pt x="203" y="118"/>
                  </a:lnTo>
                  <a:lnTo>
                    <a:pt x="200" y="114"/>
                  </a:lnTo>
                  <a:lnTo>
                    <a:pt x="197" y="111"/>
                  </a:lnTo>
                  <a:lnTo>
                    <a:pt x="194" y="109"/>
                  </a:lnTo>
                  <a:lnTo>
                    <a:pt x="191" y="107"/>
                  </a:lnTo>
                  <a:lnTo>
                    <a:pt x="187" y="104"/>
                  </a:lnTo>
                  <a:lnTo>
                    <a:pt x="184" y="102"/>
                  </a:lnTo>
                  <a:lnTo>
                    <a:pt x="180" y="99"/>
                  </a:lnTo>
                  <a:lnTo>
                    <a:pt x="177" y="97"/>
                  </a:lnTo>
                  <a:lnTo>
                    <a:pt x="173" y="95"/>
                  </a:lnTo>
                  <a:lnTo>
                    <a:pt x="0" y="0"/>
                  </a:lnTo>
                  <a:lnTo>
                    <a:pt x="5" y="3"/>
                  </a:lnTo>
                  <a:lnTo>
                    <a:pt x="9" y="5"/>
                  </a:lnTo>
                  <a:lnTo>
                    <a:pt x="13" y="8"/>
                  </a:lnTo>
                  <a:lnTo>
                    <a:pt x="17" y="11"/>
                  </a:lnTo>
                  <a:lnTo>
                    <a:pt x="22" y="15"/>
                  </a:lnTo>
                  <a:lnTo>
                    <a:pt x="26" y="17"/>
                  </a:lnTo>
                  <a:lnTo>
                    <a:pt x="30" y="21"/>
                  </a:lnTo>
                  <a:lnTo>
                    <a:pt x="33" y="25"/>
                  </a:lnTo>
                  <a:lnTo>
                    <a:pt x="37" y="29"/>
                  </a:lnTo>
                  <a:lnTo>
                    <a:pt x="41" y="33"/>
                  </a:lnTo>
                  <a:lnTo>
                    <a:pt x="43" y="36"/>
                  </a:lnTo>
                  <a:lnTo>
                    <a:pt x="46" y="40"/>
                  </a:lnTo>
                  <a:lnTo>
                    <a:pt x="49" y="45"/>
                  </a:lnTo>
                  <a:lnTo>
                    <a:pt x="52" y="50"/>
                  </a:lnTo>
                  <a:lnTo>
                    <a:pt x="54" y="55"/>
                  </a:lnTo>
                  <a:lnTo>
                    <a:pt x="57" y="60"/>
                  </a:lnTo>
                  <a:lnTo>
                    <a:pt x="61" y="70"/>
                  </a:lnTo>
                  <a:lnTo>
                    <a:pt x="64" y="81"/>
                  </a:lnTo>
                  <a:lnTo>
                    <a:pt x="68" y="92"/>
                  </a:lnTo>
                  <a:lnTo>
                    <a:pt x="71" y="104"/>
                  </a:lnTo>
                  <a:lnTo>
                    <a:pt x="74" y="114"/>
                  </a:lnTo>
                  <a:lnTo>
                    <a:pt x="225" y="157"/>
                  </a:lnTo>
                  <a:lnTo>
                    <a:pt x="225" y="157"/>
                  </a:lnTo>
                </a:path>
              </a:pathLst>
            </a:custGeom>
            <a:solidFill>
              <a:srgbClr val="CCCCCC"/>
            </a:solidFill>
            <a:ln cap="rnd">
              <a:noFill/>
              <a:round/>
            </a:ln>
            <a:effectLst/>
          </p:spPr>
        </p:sp>
        <p:sp>
          <p:nvSpPr>
            <p:cNvPr id="62126" name=""/>
            <p:cNvSpPr/>
            <p:nvPr/>
          </p:nvSpPr>
          <p:spPr>
            <a:xfrm>
              <a:off x="4613" y="3681"/>
              <a:ext cx="152" cy="50"/>
            </a:xfrm>
            <a:custGeom>
              <a:pathLst>
                <a:path w="152" h="50">
                  <a:moveTo>
                    <a:pt x="149" y="43"/>
                  </a:moveTo>
                  <a:lnTo>
                    <a:pt x="150" y="46"/>
                  </a:lnTo>
                  <a:lnTo>
                    <a:pt x="151" y="49"/>
                  </a:lnTo>
                  <a:lnTo>
                    <a:pt x="0" y="4"/>
                  </a:lnTo>
                  <a:lnTo>
                    <a:pt x="0" y="3"/>
                  </a:lnTo>
                  <a:lnTo>
                    <a:pt x="0" y="0"/>
                  </a:lnTo>
                  <a:lnTo>
                    <a:pt x="149" y="43"/>
                  </a:lnTo>
                  <a:lnTo>
                    <a:pt x="149" y="43"/>
                  </a:lnTo>
                </a:path>
              </a:pathLst>
            </a:custGeom>
            <a:solidFill>
              <a:srgbClr val="CACACA"/>
            </a:solidFill>
            <a:ln cap="rnd">
              <a:noFill/>
              <a:round/>
            </a:ln>
            <a:effectLst/>
          </p:spPr>
        </p:sp>
        <p:sp>
          <p:nvSpPr>
            <p:cNvPr id="62127" name=""/>
            <p:cNvSpPr/>
            <p:nvPr/>
          </p:nvSpPr>
          <p:spPr>
            <a:xfrm>
              <a:off x="4613" y="3685"/>
              <a:ext cx="153" cy="51"/>
            </a:xfrm>
            <a:custGeom>
              <a:pathLst>
                <a:path w="153" h="51">
                  <a:moveTo>
                    <a:pt x="151" y="45"/>
                  </a:moveTo>
                  <a:lnTo>
                    <a:pt x="152" y="50"/>
                  </a:lnTo>
                  <a:lnTo>
                    <a:pt x="0" y="6"/>
                  </a:lnTo>
                  <a:lnTo>
                    <a:pt x="0" y="0"/>
                  </a:lnTo>
                  <a:lnTo>
                    <a:pt x="151" y="45"/>
                  </a:lnTo>
                  <a:lnTo>
                    <a:pt x="151" y="45"/>
                  </a:lnTo>
                  <a:lnTo>
                    <a:pt x="151" y="45"/>
                  </a:lnTo>
                </a:path>
              </a:pathLst>
            </a:custGeom>
            <a:solidFill>
              <a:srgbClr val="C7C7C7"/>
            </a:solidFill>
            <a:ln cap="rnd">
              <a:noFill/>
              <a:round/>
            </a:ln>
            <a:effectLst/>
          </p:spPr>
        </p:sp>
        <p:sp>
          <p:nvSpPr>
            <p:cNvPr id="62128" name=""/>
            <p:cNvSpPr/>
            <p:nvPr/>
          </p:nvSpPr>
          <p:spPr>
            <a:xfrm>
              <a:off x="4613" y="3691"/>
              <a:ext cx="156" cy="51"/>
            </a:xfrm>
            <a:custGeom>
              <a:pathLst>
                <a:path w="156" h="51">
                  <a:moveTo>
                    <a:pt x="152" y="44"/>
                  </a:moveTo>
                  <a:lnTo>
                    <a:pt x="153" y="45"/>
                  </a:lnTo>
                  <a:lnTo>
                    <a:pt x="155" y="50"/>
                  </a:lnTo>
                  <a:lnTo>
                    <a:pt x="1" y="6"/>
                  </a:lnTo>
                  <a:lnTo>
                    <a:pt x="0" y="0"/>
                  </a:lnTo>
                  <a:lnTo>
                    <a:pt x="152" y="44"/>
                  </a:lnTo>
                  <a:lnTo>
                    <a:pt x="152" y="44"/>
                  </a:lnTo>
                </a:path>
              </a:pathLst>
            </a:custGeom>
            <a:solidFill>
              <a:srgbClr val="C5C5C5"/>
            </a:solidFill>
            <a:ln cap="rnd">
              <a:noFill/>
              <a:round/>
            </a:ln>
            <a:effectLst/>
          </p:spPr>
        </p:sp>
        <p:sp>
          <p:nvSpPr>
            <p:cNvPr id="62129" name=""/>
            <p:cNvSpPr/>
            <p:nvPr/>
          </p:nvSpPr>
          <p:spPr>
            <a:xfrm>
              <a:off x="4614" y="3697"/>
              <a:ext cx="155" cy="51"/>
            </a:xfrm>
            <a:custGeom>
              <a:pathLst>
                <a:path w="155" h="51">
                  <a:moveTo>
                    <a:pt x="153" y="44"/>
                  </a:moveTo>
                  <a:lnTo>
                    <a:pt x="154" y="49"/>
                  </a:lnTo>
                  <a:lnTo>
                    <a:pt x="154" y="50"/>
                  </a:lnTo>
                  <a:lnTo>
                    <a:pt x="0" y="5"/>
                  </a:lnTo>
                  <a:lnTo>
                    <a:pt x="0" y="0"/>
                  </a:lnTo>
                  <a:lnTo>
                    <a:pt x="0" y="0"/>
                  </a:lnTo>
                  <a:lnTo>
                    <a:pt x="153" y="44"/>
                  </a:lnTo>
                  <a:lnTo>
                    <a:pt x="153" y="44"/>
                  </a:lnTo>
                  <a:lnTo>
                    <a:pt x="153" y="44"/>
                  </a:lnTo>
                </a:path>
              </a:pathLst>
            </a:custGeom>
            <a:solidFill>
              <a:srgbClr val="C0C0C0"/>
            </a:solidFill>
            <a:ln cap="rnd">
              <a:noFill/>
              <a:round/>
            </a:ln>
            <a:effectLst/>
          </p:spPr>
        </p:sp>
        <p:sp>
          <p:nvSpPr>
            <p:cNvPr id="62130" name=""/>
            <p:cNvSpPr/>
            <p:nvPr/>
          </p:nvSpPr>
          <p:spPr>
            <a:xfrm>
              <a:off x="4614" y="3702"/>
              <a:ext cx="157" cy="51"/>
            </a:xfrm>
            <a:custGeom>
              <a:pathLst>
                <a:path w="157" h="51">
                  <a:moveTo>
                    <a:pt x="154" y="45"/>
                  </a:moveTo>
                  <a:lnTo>
                    <a:pt x="156" y="50"/>
                  </a:lnTo>
                  <a:lnTo>
                    <a:pt x="0" y="5"/>
                  </a:lnTo>
                  <a:lnTo>
                    <a:pt x="0" y="0"/>
                  </a:lnTo>
                  <a:lnTo>
                    <a:pt x="154" y="45"/>
                  </a:lnTo>
                  <a:lnTo>
                    <a:pt x="154" y="45"/>
                  </a:lnTo>
                </a:path>
              </a:pathLst>
            </a:custGeom>
            <a:solidFill>
              <a:srgbClr val="BDBDBD"/>
            </a:solidFill>
            <a:ln cap="rnd">
              <a:noFill/>
              <a:round/>
            </a:ln>
            <a:effectLst/>
          </p:spPr>
        </p:sp>
        <p:sp>
          <p:nvSpPr>
            <p:cNvPr id="62131" name=""/>
            <p:cNvSpPr/>
            <p:nvPr/>
          </p:nvSpPr>
          <p:spPr>
            <a:xfrm>
              <a:off x="4614" y="3707"/>
              <a:ext cx="158" cy="51"/>
            </a:xfrm>
            <a:custGeom>
              <a:pathLst>
                <a:path w="158" h="51">
                  <a:moveTo>
                    <a:pt x="156" y="45"/>
                  </a:moveTo>
                  <a:lnTo>
                    <a:pt x="156" y="49"/>
                  </a:lnTo>
                  <a:lnTo>
                    <a:pt x="157" y="50"/>
                  </a:lnTo>
                  <a:lnTo>
                    <a:pt x="1" y="5"/>
                  </a:lnTo>
                  <a:lnTo>
                    <a:pt x="1" y="5"/>
                  </a:lnTo>
                  <a:lnTo>
                    <a:pt x="0" y="0"/>
                  </a:lnTo>
                  <a:lnTo>
                    <a:pt x="156" y="45"/>
                  </a:lnTo>
                  <a:lnTo>
                    <a:pt x="156" y="45"/>
                  </a:lnTo>
                </a:path>
              </a:pathLst>
            </a:custGeom>
            <a:solidFill>
              <a:srgbClr val="BBBBBB"/>
            </a:solidFill>
            <a:ln cap="rnd">
              <a:noFill/>
              <a:round/>
            </a:ln>
            <a:effectLst/>
          </p:spPr>
        </p:sp>
        <p:sp>
          <p:nvSpPr>
            <p:cNvPr id="62132" name=""/>
            <p:cNvSpPr/>
            <p:nvPr/>
          </p:nvSpPr>
          <p:spPr>
            <a:xfrm>
              <a:off x="4615" y="3712"/>
              <a:ext cx="157" cy="52"/>
            </a:xfrm>
            <a:custGeom>
              <a:pathLst>
                <a:path w="157" h="52">
                  <a:moveTo>
                    <a:pt x="155" y="45"/>
                  </a:moveTo>
                  <a:lnTo>
                    <a:pt x="156" y="51"/>
                  </a:lnTo>
                  <a:lnTo>
                    <a:pt x="0" y="6"/>
                  </a:lnTo>
                  <a:lnTo>
                    <a:pt x="0" y="0"/>
                  </a:lnTo>
                  <a:lnTo>
                    <a:pt x="156" y="45"/>
                  </a:lnTo>
                  <a:lnTo>
                    <a:pt x="156" y="45"/>
                  </a:lnTo>
                  <a:lnTo>
                    <a:pt x="155" y="45"/>
                  </a:lnTo>
                </a:path>
              </a:pathLst>
            </a:custGeom>
            <a:solidFill>
              <a:srgbClr val="B8B8B8"/>
            </a:solidFill>
            <a:ln cap="rnd">
              <a:noFill/>
              <a:round/>
            </a:ln>
            <a:effectLst/>
          </p:spPr>
        </p:sp>
        <p:sp>
          <p:nvSpPr>
            <p:cNvPr id="62133" name=""/>
            <p:cNvSpPr/>
            <p:nvPr/>
          </p:nvSpPr>
          <p:spPr>
            <a:xfrm>
              <a:off x="4615" y="3718"/>
              <a:ext cx="159" cy="51"/>
            </a:xfrm>
            <a:custGeom>
              <a:pathLst>
                <a:path w="159" h="51">
                  <a:moveTo>
                    <a:pt x="156" y="45"/>
                  </a:moveTo>
                  <a:lnTo>
                    <a:pt x="158" y="48"/>
                  </a:lnTo>
                  <a:lnTo>
                    <a:pt x="158" y="50"/>
                  </a:lnTo>
                  <a:lnTo>
                    <a:pt x="1" y="5"/>
                  </a:lnTo>
                  <a:lnTo>
                    <a:pt x="0" y="0"/>
                  </a:lnTo>
                  <a:lnTo>
                    <a:pt x="156" y="45"/>
                  </a:lnTo>
                  <a:lnTo>
                    <a:pt x="156" y="45"/>
                  </a:lnTo>
                </a:path>
              </a:pathLst>
            </a:custGeom>
            <a:solidFill>
              <a:srgbClr val="B3B3B3"/>
            </a:solidFill>
            <a:ln cap="rnd">
              <a:noFill/>
              <a:round/>
            </a:ln>
            <a:effectLst/>
          </p:spPr>
        </p:sp>
        <p:sp>
          <p:nvSpPr>
            <p:cNvPr id="62134" name=""/>
            <p:cNvSpPr/>
            <p:nvPr/>
          </p:nvSpPr>
          <p:spPr>
            <a:xfrm>
              <a:off x="4616" y="3723"/>
              <a:ext cx="158" cy="51"/>
            </a:xfrm>
            <a:custGeom>
              <a:pathLst>
                <a:path w="158" h="51">
                  <a:moveTo>
                    <a:pt x="156" y="45"/>
                  </a:moveTo>
                  <a:lnTo>
                    <a:pt x="157" y="50"/>
                  </a:lnTo>
                  <a:lnTo>
                    <a:pt x="0" y="5"/>
                  </a:lnTo>
                  <a:lnTo>
                    <a:pt x="0" y="4"/>
                  </a:lnTo>
                  <a:lnTo>
                    <a:pt x="0" y="0"/>
                  </a:lnTo>
                  <a:lnTo>
                    <a:pt x="156" y="45"/>
                  </a:lnTo>
                  <a:lnTo>
                    <a:pt x="156" y="45"/>
                  </a:lnTo>
                  <a:lnTo>
                    <a:pt x="156" y="45"/>
                  </a:lnTo>
                </a:path>
              </a:pathLst>
            </a:custGeom>
            <a:solidFill>
              <a:srgbClr val="B0B0B0"/>
            </a:solidFill>
            <a:ln cap="rnd">
              <a:noFill/>
              <a:round/>
            </a:ln>
            <a:effectLst/>
          </p:spPr>
        </p:sp>
        <p:sp>
          <p:nvSpPr>
            <p:cNvPr id="62135" name=""/>
            <p:cNvSpPr/>
            <p:nvPr/>
          </p:nvSpPr>
          <p:spPr>
            <a:xfrm>
              <a:off x="4616" y="3728"/>
              <a:ext cx="158" cy="52"/>
            </a:xfrm>
            <a:custGeom>
              <a:pathLst>
                <a:path w="158" h="52">
                  <a:moveTo>
                    <a:pt x="157" y="45"/>
                  </a:moveTo>
                  <a:lnTo>
                    <a:pt x="157" y="49"/>
                  </a:lnTo>
                  <a:lnTo>
                    <a:pt x="157" y="51"/>
                  </a:lnTo>
                  <a:lnTo>
                    <a:pt x="0" y="5"/>
                  </a:lnTo>
                  <a:lnTo>
                    <a:pt x="0" y="0"/>
                  </a:lnTo>
                  <a:lnTo>
                    <a:pt x="157" y="45"/>
                  </a:lnTo>
                  <a:lnTo>
                    <a:pt x="157" y="45"/>
                  </a:lnTo>
                  <a:lnTo>
                    <a:pt x="157" y="45"/>
                  </a:lnTo>
                </a:path>
              </a:pathLst>
            </a:custGeom>
            <a:solidFill>
              <a:srgbClr val="AEAEAE"/>
            </a:solidFill>
            <a:ln cap="rnd">
              <a:noFill/>
              <a:round/>
            </a:ln>
            <a:effectLst/>
          </p:spPr>
        </p:sp>
        <p:sp>
          <p:nvSpPr>
            <p:cNvPr id="62136" name=""/>
            <p:cNvSpPr/>
            <p:nvPr/>
          </p:nvSpPr>
          <p:spPr>
            <a:xfrm>
              <a:off x="4615" y="3733"/>
              <a:ext cx="159" cy="52"/>
            </a:xfrm>
            <a:custGeom>
              <a:pathLst>
                <a:path w="159" h="52">
                  <a:moveTo>
                    <a:pt x="158" y="46"/>
                  </a:moveTo>
                  <a:lnTo>
                    <a:pt x="158" y="51"/>
                  </a:lnTo>
                  <a:lnTo>
                    <a:pt x="0" y="5"/>
                  </a:lnTo>
                  <a:lnTo>
                    <a:pt x="1" y="0"/>
                  </a:lnTo>
                  <a:lnTo>
                    <a:pt x="158" y="46"/>
                  </a:lnTo>
                  <a:lnTo>
                    <a:pt x="158" y="46"/>
                  </a:lnTo>
                </a:path>
              </a:pathLst>
            </a:custGeom>
            <a:solidFill>
              <a:srgbClr val="A9A9A9"/>
            </a:solidFill>
            <a:ln cap="rnd">
              <a:noFill/>
              <a:round/>
            </a:ln>
            <a:effectLst/>
          </p:spPr>
        </p:sp>
        <p:sp>
          <p:nvSpPr>
            <p:cNvPr id="62137" name=""/>
            <p:cNvSpPr/>
            <p:nvPr/>
          </p:nvSpPr>
          <p:spPr>
            <a:xfrm>
              <a:off x="4615" y="3738"/>
              <a:ext cx="159" cy="52"/>
            </a:xfrm>
            <a:custGeom>
              <a:pathLst>
                <a:path w="159" h="52">
                  <a:moveTo>
                    <a:pt x="158" y="46"/>
                  </a:moveTo>
                  <a:lnTo>
                    <a:pt x="158" y="51"/>
                  </a:lnTo>
                  <a:lnTo>
                    <a:pt x="0" y="5"/>
                  </a:lnTo>
                  <a:lnTo>
                    <a:pt x="0" y="3"/>
                  </a:lnTo>
                  <a:lnTo>
                    <a:pt x="0" y="0"/>
                  </a:lnTo>
                  <a:lnTo>
                    <a:pt x="158" y="46"/>
                  </a:lnTo>
                  <a:lnTo>
                    <a:pt x="158" y="46"/>
                  </a:lnTo>
                  <a:lnTo>
                    <a:pt x="158" y="46"/>
                  </a:lnTo>
                </a:path>
              </a:pathLst>
            </a:custGeom>
            <a:solidFill>
              <a:srgbClr val="A6A6A6"/>
            </a:solidFill>
            <a:ln cap="rnd">
              <a:noFill/>
              <a:round/>
            </a:ln>
            <a:effectLst/>
          </p:spPr>
        </p:sp>
        <p:sp>
          <p:nvSpPr>
            <p:cNvPr id="62138" name=""/>
            <p:cNvSpPr/>
            <p:nvPr/>
          </p:nvSpPr>
          <p:spPr>
            <a:xfrm>
              <a:off x="4615" y="3743"/>
              <a:ext cx="159" cy="52"/>
            </a:xfrm>
            <a:custGeom>
              <a:pathLst>
                <a:path w="159" h="52">
                  <a:moveTo>
                    <a:pt x="158" y="46"/>
                  </a:moveTo>
                  <a:lnTo>
                    <a:pt x="158" y="46"/>
                  </a:lnTo>
                  <a:lnTo>
                    <a:pt x="158" y="51"/>
                  </a:lnTo>
                  <a:lnTo>
                    <a:pt x="0" y="6"/>
                  </a:lnTo>
                  <a:lnTo>
                    <a:pt x="0" y="0"/>
                  </a:lnTo>
                  <a:lnTo>
                    <a:pt x="158" y="46"/>
                  </a:lnTo>
                  <a:lnTo>
                    <a:pt x="158" y="46"/>
                  </a:lnTo>
                  <a:lnTo>
                    <a:pt x="158" y="46"/>
                  </a:lnTo>
                </a:path>
              </a:pathLst>
            </a:custGeom>
            <a:solidFill>
              <a:srgbClr val="A4A4A4"/>
            </a:solidFill>
            <a:ln cap="rnd">
              <a:noFill/>
              <a:round/>
            </a:ln>
            <a:effectLst/>
          </p:spPr>
        </p:sp>
        <p:sp>
          <p:nvSpPr>
            <p:cNvPr id="62139" name=""/>
            <p:cNvSpPr/>
            <p:nvPr/>
          </p:nvSpPr>
          <p:spPr>
            <a:xfrm>
              <a:off x="4614" y="3749"/>
              <a:ext cx="160" cy="51"/>
            </a:xfrm>
            <a:custGeom>
              <a:pathLst>
                <a:path w="160" h="51">
                  <a:moveTo>
                    <a:pt x="159" y="45"/>
                  </a:moveTo>
                  <a:lnTo>
                    <a:pt x="159" y="50"/>
                  </a:lnTo>
                  <a:lnTo>
                    <a:pt x="0" y="5"/>
                  </a:lnTo>
                  <a:lnTo>
                    <a:pt x="1" y="0"/>
                  </a:lnTo>
                  <a:lnTo>
                    <a:pt x="159" y="45"/>
                  </a:lnTo>
                  <a:lnTo>
                    <a:pt x="159" y="45"/>
                  </a:lnTo>
                  <a:lnTo>
                    <a:pt x="159" y="45"/>
                  </a:lnTo>
                </a:path>
              </a:pathLst>
            </a:custGeom>
            <a:solidFill>
              <a:srgbClr val="A1A1A1"/>
            </a:solidFill>
            <a:ln cap="rnd">
              <a:noFill/>
              <a:round/>
            </a:ln>
            <a:effectLst/>
          </p:spPr>
        </p:sp>
        <p:sp>
          <p:nvSpPr>
            <p:cNvPr id="62140" name=""/>
            <p:cNvSpPr/>
            <p:nvPr/>
          </p:nvSpPr>
          <p:spPr>
            <a:xfrm>
              <a:off x="4614" y="3754"/>
              <a:ext cx="160" cy="51"/>
            </a:xfrm>
            <a:custGeom>
              <a:pathLst>
                <a:path w="160" h="51">
                  <a:moveTo>
                    <a:pt x="159" y="45"/>
                  </a:moveTo>
                  <a:lnTo>
                    <a:pt x="159" y="47"/>
                  </a:lnTo>
                  <a:lnTo>
                    <a:pt x="159" y="50"/>
                  </a:lnTo>
                  <a:lnTo>
                    <a:pt x="0" y="4"/>
                  </a:lnTo>
                  <a:lnTo>
                    <a:pt x="0" y="1"/>
                  </a:lnTo>
                  <a:lnTo>
                    <a:pt x="0" y="0"/>
                  </a:lnTo>
                  <a:lnTo>
                    <a:pt x="159" y="45"/>
                  </a:lnTo>
                  <a:lnTo>
                    <a:pt x="159" y="45"/>
                  </a:lnTo>
                </a:path>
              </a:pathLst>
            </a:custGeom>
            <a:solidFill>
              <a:srgbClr val="9C9C9C"/>
            </a:solidFill>
            <a:ln cap="rnd">
              <a:noFill/>
              <a:round/>
            </a:ln>
            <a:effectLst/>
          </p:spPr>
        </p:sp>
        <p:sp>
          <p:nvSpPr>
            <p:cNvPr id="62141" name=""/>
            <p:cNvSpPr/>
            <p:nvPr/>
          </p:nvSpPr>
          <p:spPr>
            <a:xfrm>
              <a:off x="4614" y="3758"/>
              <a:ext cx="160" cy="53"/>
            </a:xfrm>
            <a:custGeom>
              <a:pathLst>
                <a:path w="160" h="53">
                  <a:moveTo>
                    <a:pt x="159" y="46"/>
                  </a:moveTo>
                  <a:lnTo>
                    <a:pt x="159" y="52"/>
                  </a:lnTo>
                  <a:lnTo>
                    <a:pt x="0" y="5"/>
                  </a:lnTo>
                  <a:lnTo>
                    <a:pt x="0" y="0"/>
                  </a:lnTo>
                  <a:lnTo>
                    <a:pt x="159" y="46"/>
                  </a:lnTo>
                  <a:lnTo>
                    <a:pt x="159" y="46"/>
                  </a:lnTo>
                </a:path>
              </a:pathLst>
            </a:custGeom>
            <a:solidFill>
              <a:srgbClr val="999999"/>
            </a:solidFill>
            <a:ln cap="rnd">
              <a:noFill/>
              <a:round/>
            </a:ln>
            <a:effectLst/>
          </p:spPr>
        </p:sp>
        <p:sp>
          <p:nvSpPr>
            <p:cNvPr id="62142" name=""/>
            <p:cNvSpPr/>
            <p:nvPr/>
          </p:nvSpPr>
          <p:spPr>
            <a:xfrm>
              <a:off x="4613" y="3763"/>
              <a:ext cx="161" cy="53"/>
            </a:xfrm>
            <a:custGeom>
              <a:pathLst>
                <a:path w="161" h="53">
                  <a:moveTo>
                    <a:pt x="160" y="47"/>
                  </a:moveTo>
                  <a:lnTo>
                    <a:pt x="160" y="50"/>
                  </a:lnTo>
                  <a:lnTo>
                    <a:pt x="159" y="52"/>
                  </a:lnTo>
                  <a:lnTo>
                    <a:pt x="0" y="6"/>
                  </a:lnTo>
                  <a:lnTo>
                    <a:pt x="1" y="0"/>
                  </a:lnTo>
                  <a:lnTo>
                    <a:pt x="160" y="47"/>
                  </a:lnTo>
                  <a:lnTo>
                    <a:pt x="160" y="47"/>
                  </a:lnTo>
                  <a:lnTo>
                    <a:pt x="160" y="47"/>
                  </a:lnTo>
                </a:path>
              </a:pathLst>
            </a:custGeom>
            <a:solidFill>
              <a:srgbClr val="979797"/>
            </a:solidFill>
            <a:ln cap="rnd">
              <a:noFill/>
              <a:round/>
            </a:ln>
            <a:effectLst/>
          </p:spPr>
        </p:sp>
        <p:sp>
          <p:nvSpPr>
            <p:cNvPr id="62143" name=""/>
            <p:cNvSpPr/>
            <p:nvPr/>
          </p:nvSpPr>
          <p:spPr>
            <a:xfrm>
              <a:off x="4613" y="3769"/>
              <a:ext cx="161" cy="52"/>
            </a:xfrm>
            <a:custGeom>
              <a:pathLst>
                <a:path w="161" h="52">
                  <a:moveTo>
                    <a:pt x="160" y="46"/>
                  </a:moveTo>
                  <a:lnTo>
                    <a:pt x="160" y="51"/>
                  </a:lnTo>
                  <a:lnTo>
                    <a:pt x="0" y="4"/>
                  </a:lnTo>
                  <a:lnTo>
                    <a:pt x="1" y="0"/>
                  </a:lnTo>
                  <a:lnTo>
                    <a:pt x="1" y="0"/>
                  </a:lnTo>
                  <a:lnTo>
                    <a:pt x="160" y="46"/>
                  </a:lnTo>
                  <a:lnTo>
                    <a:pt x="160" y="46"/>
                  </a:lnTo>
                  <a:lnTo>
                    <a:pt x="160" y="46"/>
                  </a:lnTo>
                </a:path>
              </a:pathLst>
            </a:custGeom>
            <a:solidFill>
              <a:srgbClr val="929292"/>
            </a:solidFill>
            <a:ln cap="rnd">
              <a:noFill/>
              <a:round/>
            </a:ln>
            <a:effectLst/>
          </p:spPr>
        </p:sp>
        <p:sp>
          <p:nvSpPr>
            <p:cNvPr id="62144" name=""/>
            <p:cNvSpPr/>
            <p:nvPr/>
          </p:nvSpPr>
          <p:spPr>
            <a:xfrm>
              <a:off x="4613" y="3773"/>
              <a:ext cx="161" cy="53"/>
            </a:xfrm>
            <a:custGeom>
              <a:pathLst>
                <a:path w="161" h="53">
                  <a:moveTo>
                    <a:pt x="160" y="47"/>
                  </a:moveTo>
                  <a:lnTo>
                    <a:pt x="159" y="50"/>
                  </a:lnTo>
                  <a:lnTo>
                    <a:pt x="159" y="52"/>
                  </a:lnTo>
                  <a:lnTo>
                    <a:pt x="0" y="6"/>
                  </a:lnTo>
                  <a:lnTo>
                    <a:pt x="0" y="0"/>
                  </a:lnTo>
                  <a:lnTo>
                    <a:pt x="160" y="47"/>
                  </a:lnTo>
                  <a:lnTo>
                    <a:pt x="160" y="47"/>
                  </a:lnTo>
                  <a:lnTo>
                    <a:pt x="160" y="47"/>
                  </a:lnTo>
                </a:path>
              </a:pathLst>
            </a:custGeom>
            <a:solidFill>
              <a:srgbClr val="8F8F8F"/>
            </a:solidFill>
            <a:ln cap="rnd">
              <a:noFill/>
              <a:round/>
            </a:ln>
            <a:effectLst/>
          </p:spPr>
        </p:sp>
        <p:sp>
          <p:nvSpPr>
            <p:cNvPr id="62145" name=""/>
            <p:cNvSpPr/>
            <p:nvPr/>
          </p:nvSpPr>
          <p:spPr>
            <a:xfrm>
              <a:off x="4611" y="3779"/>
              <a:ext cx="161" cy="51"/>
            </a:xfrm>
            <a:custGeom>
              <a:pathLst>
                <a:path w="161" h="51">
                  <a:moveTo>
                    <a:pt x="160" y="46"/>
                  </a:moveTo>
                  <a:lnTo>
                    <a:pt x="159" y="50"/>
                  </a:lnTo>
                  <a:lnTo>
                    <a:pt x="0" y="5"/>
                  </a:lnTo>
                  <a:lnTo>
                    <a:pt x="1" y="3"/>
                  </a:lnTo>
                  <a:lnTo>
                    <a:pt x="1" y="0"/>
                  </a:lnTo>
                  <a:lnTo>
                    <a:pt x="160" y="46"/>
                  </a:lnTo>
                  <a:lnTo>
                    <a:pt x="160" y="46"/>
                  </a:lnTo>
                  <a:lnTo>
                    <a:pt x="160" y="46"/>
                  </a:lnTo>
                </a:path>
              </a:pathLst>
            </a:custGeom>
            <a:solidFill>
              <a:srgbClr val="8D8D8D"/>
            </a:solidFill>
            <a:ln cap="rnd">
              <a:noFill/>
              <a:round/>
            </a:ln>
            <a:effectLst/>
          </p:spPr>
        </p:sp>
        <p:sp>
          <p:nvSpPr>
            <p:cNvPr id="62146" name=""/>
            <p:cNvSpPr/>
            <p:nvPr/>
          </p:nvSpPr>
          <p:spPr>
            <a:xfrm>
              <a:off x="4610" y="3784"/>
              <a:ext cx="161" cy="51"/>
            </a:xfrm>
            <a:custGeom>
              <a:pathLst>
                <a:path w="161" h="51">
                  <a:moveTo>
                    <a:pt x="160" y="45"/>
                  </a:moveTo>
                  <a:lnTo>
                    <a:pt x="160" y="50"/>
                  </a:lnTo>
                  <a:lnTo>
                    <a:pt x="160" y="50"/>
                  </a:lnTo>
                  <a:lnTo>
                    <a:pt x="0" y="5"/>
                  </a:lnTo>
                  <a:lnTo>
                    <a:pt x="1" y="0"/>
                  </a:lnTo>
                  <a:lnTo>
                    <a:pt x="160" y="45"/>
                  </a:lnTo>
                  <a:lnTo>
                    <a:pt x="160" y="45"/>
                  </a:lnTo>
                  <a:lnTo>
                    <a:pt x="160" y="45"/>
                  </a:lnTo>
                </a:path>
              </a:pathLst>
            </a:custGeom>
            <a:solidFill>
              <a:srgbClr val="8A8A8A"/>
            </a:solidFill>
            <a:ln cap="rnd">
              <a:noFill/>
              <a:round/>
            </a:ln>
            <a:effectLst/>
          </p:spPr>
        </p:sp>
        <p:sp>
          <p:nvSpPr>
            <p:cNvPr id="62147" name=""/>
            <p:cNvSpPr/>
            <p:nvPr/>
          </p:nvSpPr>
          <p:spPr>
            <a:xfrm>
              <a:off x="4609" y="3789"/>
              <a:ext cx="162" cy="52"/>
            </a:xfrm>
            <a:custGeom>
              <a:pathLst>
                <a:path w="162" h="52">
                  <a:moveTo>
                    <a:pt x="161" y="45"/>
                  </a:moveTo>
                  <a:lnTo>
                    <a:pt x="160" y="51"/>
                  </a:lnTo>
                  <a:lnTo>
                    <a:pt x="0" y="5"/>
                  </a:lnTo>
                  <a:lnTo>
                    <a:pt x="1" y="0"/>
                  </a:lnTo>
                  <a:lnTo>
                    <a:pt x="161" y="45"/>
                  </a:lnTo>
                  <a:lnTo>
                    <a:pt x="161" y="45"/>
                  </a:lnTo>
                </a:path>
              </a:pathLst>
            </a:custGeom>
            <a:solidFill>
              <a:srgbClr val="858585"/>
            </a:solidFill>
            <a:ln cap="rnd">
              <a:noFill/>
              <a:round/>
            </a:ln>
            <a:effectLst/>
          </p:spPr>
        </p:sp>
        <p:sp>
          <p:nvSpPr>
            <p:cNvPr id="62148" name=""/>
            <p:cNvSpPr/>
            <p:nvPr/>
          </p:nvSpPr>
          <p:spPr>
            <a:xfrm>
              <a:off x="4608" y="3794"/>
              <a:ext cx="162" cy="51"/>
            </a:xfrm>
            <a:custGeom>
              <a:pathLst>
                <a:path w="162" h="51">
                  <a:moveTo>
                    <a:pt x="161" y="46"/>
                  </a:moveTo>
                  <a:lnTo>
                    <a:pt x="160" y="50"/>
                  </a:lnTo>
                  <a:lnTo>
                    <a:pt x="0" y="5"/>
                  </a:lnTo>
                  <a:lnTo>
                    <a:pt x="1" y="2"/>
                  </a:lnTo>
                  <a:lnTo>
                    <a:pt x="1" y="0"/>
                  </a:lnTo>
                  <a:lnTo>
                    <a:pt x="161" y="46"/>
                  </a:lnTo>
                  <a:lnTo>
                    <a:pt x="161" y="46"/>
                  </a:lnTo>
                </a:path>
              </a:pathLst>
            </a:custGeom>
            <a:solidFill>
              <a:srgbClr val="838383"/>
            </a:solidFill>
            <a:ln cap="rnd">
              <a:noFill/>
              <a:round/>
            </a:ln>
            <a:effectLst/>
          </p:spPr>
        </p:sp>
        <p:sp>
          <p:nvSpPr>
            <p:cNvPr id="62149" name=""/>
            <p:cNvSpPr/>
            <p:nvPr/>
          </p:nvSpPr>
          <p:spPr>
            <a:xfrm>
              <a:off x="4608" y="3799"/>
              <a:ext cx="161" cy="51"/>
            </a:xfrm>
            <a:custGeom>
              <a:pathLst>
                <a:path w="161" h="51">
                  <a:moveTo>
                    <a:pt x="160" y="45"/>
                  </a:moveTo>
                  <a:lnTo>
                    <a:pt x="159" y="50"/>
                  </a:lnTo>
                  <a:lnTo>
                    <a:pt x="0" y="4"/>
                  </a:lnTo>
                  <a:lnTo>
                    <a:pt x="0" y="0"/>
                  </a:lnTo>
                  <a:lnTo>
                    <a:pt x="160" y="45"/>
                  </a:lnTo>
                  <a:lnTo>
                    <a:pt x="160" y="45"/>
                  </a:lnTo>
                  <a:lnTo>
                    <a:pt x="160" y="45"/>
                  </a:lnTo>
                </a:path>
              </a:pathLst>
            </a:custGeom>
            <a:solidFill>
              <a:srgbClr val="808080"/>
            </a:solidFill>
            <a:ln cap="rnd">
              <a:noFill/>
              <a:round/>
            </a:ln>
            <a:effectLst/>
          </p:spPr>
        </p:sp>
        <p:sp>
          <p:nvSpPr>
            <p:cNvPr id="62150" name=""/>
            <p:cNvSpPr/>
            <p:nvPr/>
          </p:nvSpPr>
          <p:spPr>
            <a:xfrm>
              <a:off x="4606" y="3803"/>
              <a:ext cx="163" cy="52"/>
            </a:xfrm>
            <a:custGeom>
              <a:pathLst>
                <a:path w="163" h="52">
                  <a:moveTo>
                    <a:pt x="162" y="46"/>
                  </a:moveTo>
                  <a:lnTo>
                    <a:pt x="159" y="51"/>
                  </a:lnTo>
                  <a:lnTo>
                    <a:pt x="0" y="5"/>
                  </a:lnTo>
                  <a:lnTo>
                    <a:pt x="1" y="0"/>
                  </a:lnTo>
                  <a:lnTo>
                    <a:pt x="162" y="46"/>
                  </a:lnTo>
                  <a:lnTo>
                    <a:pt x="162" y="46"/>
                  </a:lnTo>
                  <a:lnTo>
                    <a:pt x="162" y="46"/>
                  </a:lnTo>
                </a:path>
              </a:pathLst>
            </a:custGeom>
            <a:solidFill>
              <a:srgbClr val="7B7B7B"/>
            </a:solidFill>
            <a:ln cap="rnd">
              <a:noFill/>
              <a:round/>
            </a:ln>
            <a:effectLst/>
          </p:spPr>
        </p:sp>
        <p:sp>
          <p:nvSpPr>
            <p:cNvPr id="62151" name=""/>
            <p:cNvSpPr/>
            <p:nvPr/>
          </p:nvSpPr>
          <p:spPr>
            <a:xfrm>
              <a:off x="4605" y="3808"/>
              <a:ext cx="161" cy="52"/>
            </a:xfrm>
            <a:custGeom>
              <a:pathLst>
                <a:path w="161" h="52">
                  <a:moveTo>
                    <a:pt x="160" y="46"/>
                  </a:moveTo>
                  <a:lnTo>
                    <a:pt x="160" y="47"/>
                  </a:lnTo>
                  <a:lnTo>
                    <a:pt x="160" y="51"/>
                  </a:lnTo>
                  <a:lnTo>
                    <a:pt x="0" y="5"/>
                  </a:lnTo>
                  <a:lnTo>
                    <a:pt x="1" y="0"/>
                  </a:lnTo>
                  <a:lnTo>
                    <a:pt x="160" y="46"/>
                  </a:lnTo>
                  <a:lnTo>
                    <a:pt x="160" y="46"/>
                  </a:lnTo>
                </a:path>
              </a:pathLst>
            </a:custGeom>
            <a:solidFill>
              <a:srgbClr val="787878"/>
            </a:solidFill>
            <a:ln cap="rnd">
              <a:noFill/>
              <a:round/>
            </a:ln>
            <a:effectLst/>
          </p:spPr>
        </p:sp>
        <p:sp>
          <p:nvSpPr>
            <p:cNvPr id="62152" name=""/>
            <p:cNvSpPr/>
            <p:nvPr/>
          </p:nvSpPr>
          <p:spPr>
            <a:xfrm>
              <a:off x="4603" y="3813"/>
              <a:ext cx="163" cy="52"/>
            </a:xfrm>
            <a:custGeom>
              <a:pathLst>
                <a:path w="163" h="52">
                  <a:moveTo>
                    <a:pt x="162" y="46"/>
                  </a:moveTo>
                  <a:lnTo>
                    <a:pt x="160" y="51"/>
                  </a:lnTo>
                  <a:lnTo>
                    <a:pt x="0" y="4"/>
                  </a:lnTo>
                  <a:lnTo>
                    <a:pt x="2" y="0"/>
                  </a:lnTo>
                  <a:lnTo>
                    <a:pt x="162" y="46"/>
                  </a:lnTo>
                  <a:lnTo>
                    <a:pt x="162" y="46"/>
                  </a:lnTo>
                </a:path>
              </a:pathLst>
            </a:custGeom>
            <a:solidFill>
              <a:srgbClr val="767676"/>
            </a:solidFill>
            <a:ln cap="rnd">
              <a:noFill/>
              <a:round/>
            </a:ln>
            <a:effectLst/>
          </p:spPr>
        </p:sp>
        <p:sp>
          <p:nvSpPr>
            <p:cNvPr id="62153" name=""/>
            <p:cNvSpPr/>
            <p:nvPr/>
          </p:nvSpPr>
          <p:spPr>
            <a:xfrm>
              <a:off x="4603" y="3817"/>
              <a:ext cx="161" cy="52"/>
            </a:xfrm>
            <a:custGeom>
              <a:pathLst>
                <a:path w="161" h="52">
                  <a:moveTo>
                    <a:pt x="160" y="47"/>
                  </a:moveTo>
                  <a:lnTo>
                    <a:pt x="160" y="48"/>
                  </a:lnTo>
                  <a:lnTo>
                    <a:pt x="159" y="51"/>
                  </a:lnTo>
                  <a:lnTo>
                    <a:pt x="0" y="5"/>
                  </a:lnTo>
                  <a:lnTo>
                    <a:pt x="0" y="3"/>
                  </a:lnTo>
                  <a:lnTo>
                    <a:pt x="0" y="0"/>
                  </a:lnTo>
                  <a:lnTo>
                    <a:pt x="160" y="47"/>
                  </a:lnTo>
                  <a:lnTo>
                    <a:pt x="160" y="47"/>
                  </a:lnTo>
                </a:path>
              </a:pathLst>
            </a:custGeom>
            <a:solidFill>
              <a:srgbClr val="737373"/>
            </a:solidFill>
            <a:ln cap="rnd">
              <a:noFill/>
              <a:round/>
            </a:ln>
            <a:effectLst/>
          </p:spPr>
        </p:sp>
        <p:sp>
          <p:nvSpPr>
            <p:cNvPr id="62154" name=""/>
            <p:cNvSpPr/>
            <p:nvPr/>
          </p:nvSpPr>
          <p:spPr>
            <a:xfrm>
              <a:off x="4600" y="3822"/>
              <a:ext cx="164" cy="52"/>
            </a:xfrm>
            <a:custGeom>
              <a:pathLst>
                <a:path w="164" h="52">
                  <a:moveTo>
                    <a:pt x="163" y="46"/>
                  </a:moveTo>
                  <a:lnTo>
                    <a:pt x="161" y="51"/>
                  </a:lnTo>
                  <a:lnTo>
                    <a:pt x="0" y="5"/>
                  </a:lnTo>
                  <a:lnTo>
                    <a:pt x="2" y="0"/>
                  </a:lnTo>
                  <a:lnTo>
                    <a:pt x="163" y="46"/>
                  </a:lnTo>
                  <a:lnTo>
                    <a:pt x="163" y="46"/>
                  </a:lnTo>
                </a:path>
              </a:pathLst>
            </a:custGeom>
            <a:solidFill>
              <a:srgbClr val="6E6E6E"/>
            </a:solidFill>
            <a:ln cap="rnd">
              <a:noFill/>
              <a:round/>
            </a:ln>
            <a:effectLst/>
          </p:spPr>
        </p:sp>
        <p:sp>
          <p:nvSpPr>
            <p:cNvPr id="62155" name=""/>
            <p:cNvSpPr/>
            <p:nvPr/>
          </p:nvSpPr>
          <p:spPr>
            <a:xfrm>
              <a:off x="4599" y="3827"/>
              <a:ext cx="163" cy="52"/>
            </a:xfrm>
            <a:custGeom>
              <a:pathLst>
                <a:path w="163" h="52">
                  <a:moveTo>
                    <a:pt x="162" y="46"/>
                  </a:moveTo>
                  <a:lnTo>
                    <a:pt x="161" y="47"/>
                  </a:lnTo>
                  <a:lnTo>
                    <a:pt x="159" y="51"/>
                  </a:lnTo>
                  <a:lnTo>
                    <a:pt x="0" y="5"/>
                  </a:lnTo>
                  <a:lnTo>
                    <a:pt x="1" y="0"/>
                  </a:lnTo>
                  <a:lnTo>
                    <a:pt x="162" y="46"/>
                  </a:lnTo>
                  <a:lnTo>
                    <a:pt x="162" y="46"/>
                  </a:lnTo>
                </a:path>
              </a:pathLst>
            </a:custGeom>
            <a:solidFill>
              <a:srgbClr val="6C6C6C"/>
            </a:solidFill>
            <a:ln cap="rnd">
              <a:noFill/>
              <a:round/>
            </a:ln>
            <a:effectLst/>
          </p:spPr>
        </p:sp>
        <p:sp>
          <p:nvSpPr>
            <p:cNvPr id="62156" name=""/>
            <p:cNvSpPr/>
            <p:nvPr/>
          </p:nvSpPr>
          <p:spPr>
            <a:xfrm>
              <a:off x="4598" y="3832"/>
              <a:ext cx="161" cy="51"/>
            </a:xfrm>
            <a:custGeom>
              <a:pathLst>
                <a:path w="161" h="51">
                  <a:moveTo>
                    <a:pt x="160" y="46"/>
                  </a:moveTo>
                  <a:lnTo>
                    <a:pt x="159" y="50"/>
                  </a:lnTo>
                  <a:lnTo>
                    <a:pt x="0" y="4"/>
                  </a:lnTo>
                  <a:lnTo>
                    <a:pt x="1" y="0"/>
                  </a:lnTo>
                  <a:lnTo>
                    <a:pt x="1" y="0"/>
                  </a:lnTo>
                  <a:lnTo>
                    <a:pt x="160" y="46"/>
                  </a:lnTo>
                  <a:lnTo>
                    <a:pt x="160" y="46"/>
                  </a:lnTo>
                  <a:lnTo>
                    <a:pt x="160" y="46"/>
                  </a:lnTo>
                </a:path>
              </a:pathLst>
            </a:custGeom>
            <a:solidFill>
              <a:srgbClr val="696969"/>
            </a:solidFill>
            <a:ln cap="rnd">
              <a:noFill/>
              <a:round/>
            </a:ln>
            <a:effectLst/>
          </p:spPr>
        </p:sp>
        <p:sp>
          <p:nvSpPr>
            <p:cNvPr id="62157" name=""/>
            <p:cNvSpPr/>
            <p:nvPr/>
          </p:nvSpPr>
          <p:spPr>
            <a:xfrm>
              <a:off x="4595" y="3836"/>
              <a:ext cx="164" cy="52"/>
            </a:xfrm>
            <a:custGeom>
              <a:pathLst>
                <a:path w="164" h="52">
                  <a:moveTo>
                    <a:pt x="163" y="46"/>
                  </a:moveTo>
                  <a:lnTo>
                    <a:pt x="161" y="47"/>
                  </a:lnTo>
                  <a:lnTo>
                    <a:pt x="160" y="51"/>
                  </a:lnTo>
                  <a:lnTo>
                    <a:pt x="0" y="5"/>
                  </a:lnTo>
                  <a:lnTo>
                    <a:pt x="2" y="0"/>
                  </a:lnTo>
                  <a:lnTo>
                    <a:pt x="163" y="46"/>
                  </a:lnTo>
                  <a:lnTo>
                    <a:pt x="163" y="46"/>
                  </a:lnTo>
                </a:path>
              </a:pathLst>
            </a:custGeom>
            <a:solidFill>
              <a:srgbClr val="646464"/>
            </a:solidFill>
            <a:ln cap="rnd">
              <a:noFill/>
              <a:round/>
            </a:ln>
            <a:effectLst/>
          </p:spPr>
        </p:sp>
        <p:sp>
          <p:nvSpPr>
            <p:cNvPr id="62158" name=""/>
            <p:cNvSpPr/>
            <p:nvPr/>
          </p:nvSpPr>
          <p:spPr>
            <a:xfrm>
              <a:off x="4593" y="3841"/>
              <a:ext cx="163" cy="52"/>
            </a:xfrm>
            <a:custGeom>
              <a:pathLst>
                <a:path w="163" h="52">
                  <a:moveTo>
                    <a:pt x="162" y="46"/>
                  </a:moveTo>
                  <a:lnTo>
                    <a:pt x="160" y="51"/>
                  </a:lnTo>
                  <a:lnTo>
                    <a:pt x="0" y="5"/>
                  </a:lnTo>
                  <a:lnTo>
                    <a:pt x="2" y="3"/>
                  </a:lnTo>
                  <a:lnTo>
                    <a:pt x="2" y="0"/>
                  </a:lnTo>
                  <a:lnTo>
                    <a:pt x="162" y="46"/>
                  </a:lnTo>
                  <a:lnTo>
                    <a:pt x="162" y="46"/>
                  </a:lnTo>
                </a:path>
              </a:pathLst>
            </a:custGeom>
            <a:solidFill>
              <a:srgbClr val="616161"/>
            </a:solidFill>
            <a:ln cap="rnd">
              <a:noFill/>
              <a:round/>
            </a:ln>
            <a:effectLst/>
          </p:spPr>
        </p:sp>
        <p:sp>
          <p:nvSpPr>
            <p:cNvPr id="62159" name=""/>
            <p:cNvSpPr/>
            <p:nvPr/>
          </p:nvSpPr>
          <p:spPr>
            <a:xfrm>
              <a:off x="4593" y="3846"/>
              <a:ext cx="161" cy="51"/>
            </a:xfrm>
            <a:custGeom>
              <a:pathLst>
                <a:path w="161" h="51">
                  <a:moveTo>
                    <a:pt x="160" y="45"/>
                  </a:moveTo>
                  <a:lnTo>
                    <a:pt x="160" y="46"/>
                  </a:lnTo>
                  <a:lnTo>
                    <a:pt x="157" y="50"/>
                  </a:lnTo>
                  <a:lnTo>
                    <a:pt x="0" y="4"/>
                  </a:lnTo>
                  <a:lnTo>
                    <a:pt x="0" y="0"/>
                  </a:lnTo>
                  <a:lnTo>
                    <a:pt x="160" y="46"/>
                  </a:lnTo>
                  <a:lnTo>
                    <a:pt x="160" y="46"/>
                  </a:lnTo>
                  <a:lnTo>
                    <a:pt x="160" y="45"/>
                  </a:lnTo>
                </a:path>
              </a:pathLst>
            </a:custGeom>
            <a:solidFill>
              <a:srgbClr val="5F5F5F"/>
            </a:solidFill>
            <a:ln cap="rnd">
              <a:noFill/>
              <a:round/>
            </a:ln>
            <a:effectLst/>
          </p:spPr>
        </p:sp>
        <p:sp>
          <p:nvSpPr>
            <p:cNvPr id="62160" name=""/>
            <p:cNvSpPr/>
            <p:nvPr/>
          </p:nvSpPr>
          <p:spPr>
            <a:xfrm>
              <a:off x="4590" y="3850"/>
              <a:ext cx="161" cy="52"/>
            </a:xfrm>
            <a:custGeom>
              <a:pathLst>
                <a:path w="161" h="52">
                  <a:moveTo>
                    <a:pt x="160" y="46"/>
                  </a:moveTo>
                  <a:lnTo>
                    <a:pt x="158" y="50"/>
                  </a:lnTo>
                  <a:lnTo>
                    <a:pt x="158" y="51"/>
                  </a:lnTo>
                  <a:lnTo>
                    <a:pt x="0" y="5"/>
                  </a:lnTo>
                  <a:lnTo>
                    <a:pt x="2" y="0"/>
                  </a:lnTo>
                  <a:lnTo>
                    <a:pt x="160" y="46"/>
                  </a:lnTo>
                  <a:lnTo>
                    <a:pt x="160" y="46"/>
                  </a:lnTo>
                </a:path>
              </a:pathLst>
            </a:custGeom>
            <a:solidFill>
              <a:srgbClr val="5C5C5C"/>
            </a:solidFill>
            <a:ln cap="rnd">
              <a:noFill/>
              <a:round/>
            </a:ln>
            <a:effectLst/>
          </p:spPr>
        </p:sp>
        <p:sp>
          <p:nvSpPr>
            <p:cNvPr id="62161" name=""/>
            <p:cNvSpPr/>
            <p:nvPr/>
          </p:nvSpPr>
          <p:spPr>
            <a:xfrm>
              <a:off x="4588" y="3855"/>
              <a:ext cx="161" cy="51"/>
            </a:xfrm>
            <a:custGeom>
              <a:pathLst>
                <a:path w="161" h="51">
                  <a:moveTo>
                    <a:pt x="160" y="46"/>
                  </a:moveTo>
                  <a:lnTo>
                    <a:pt x="158" y="50"/>
                  </a:lnTo>
                  <a:lnTo>
                    <a:pt x="0" y="5"/>
                  </a:lnTo>
                  <a:lnTo>
                    <a:pt x="2" y="0"/>
                  </a:lnTo>
                  <a:lnTo>
                    <a:pt x="160" y="46"/>
                  </a:lnTo>
                  <a:lnTo>
                    <a:pt x="160" y="46"/>
                  </a:lnTo>
                  <a:lnTo>
                    <a:pt x="160" y="46"/>
                  </a:lnTo>
                </a:path>
              </a:pathLst>
            </a:custGeom>
            <a:solidFill>
              <a:srgbClr val="575757"/>
            </a:solidFill>
            <a:ln cap="rnd">
              <a:noFill/>
              <a:round/>
            </a:ln>
            <a:effectLst/>
          </p:spPr>
        </p:sp>
        <p:sp>
          <p:nvSpPr>
            <p:cNvPr id="62162" name=""/>
            <p:cNvSpPr/>
            <p:nvPr/>
          </p:nvSpPr>
          <p:spPr>
            <a:xfrm>
              <a:off x="4585" y="3860"/>
              <a:ext cx="162" cy="50"/>
            </a:xfrm>
            <a:custGeom>
              <a:pathLst>
                <a:path w="162" h="50">
                  <a:moveTo>
                    <a:pt x="161" y="45"/>
                  </a:moveTo>
                  <a:lnTo>
                    <a:pt x="159" y="49"/>
                  </a:lnTo>
                  <a:lnTo>
                    <a:pt x="158" y="49"/>
                  </a:lnTo>
                  <a:lnTo>
                    <a:pt x="0" y="4"/>
                  </a:lnTo>
                  <a:lnTo>
                    <a:pt x="2" y="0"/>
                  </a:lnTo>
                  <a:lnTo>
                    <a:pt x="161" y="45"/>
                  </a:lnTo>
                  <a:lnTo>
                    <a:pt x="161" y="45"/>
                  </a:lnTo>
                  <a:lnTo>
                    <a:pt x="161" y="45"/>
                  </a:lnTo>
                </a:path>
              </a:pathLst>
            </a:custGeom>
            <a:solidFill>
              <a:srgbClr val="555555"/>
            </a:solidFill>
            <a:ln cap="rnd">
              <a:noFill/>
              <a:round/>
            </a:ln>
            <a:effectLst/>
          </p:spPr>
        </p:sp>
        <p:sp>
          <p:nvSpPr>
            <p:cNvPr id="62163" name=""/>
            <p:cNvSpPr/>
            <p:nvPr/>
          </p:nvSpPr>
          <p:spPr>
            <a:xfrm>
              <a:off x="4583" y="3864"/>
              <a:ext cx="161" cy="51"/>
            </a:xfrm>
            <a:custGeom>
              <a:pathLst>
                <a:path w="161" h="51">
                  <a:moveTo>
                    <a:pt x="160" y="45"/>
                  </a:moveTo>
                  <a:lnTo>
                    <a:pt x="157" y="50"/>
                  </a:lnTo>
                  <a:lnTo>
                    <a:pt x="0" y="5"/>
                  </a:lnTo>
                  <a:lnTo>
                    <a:pt x="1" y="2"/>
                  </a:lnTo>
                  <a:lnTo>
                    <a:pt x="2" y="0"/>
                  </a:lnTo>
                  <a:lnTo>
                    <a:pt x="160" y="45"/>
                  </a:lnTo>
                  <a:lnTo>
                    <a:pt x="160" y="45"/>
                  </a:lnTo>
                  <a:lnTo>
                    <a:pt x="160" y="45"/>
                  </a:lnTo>
                </a:path>
              </a:pathLst>
            </a:custGeom>
            <a:solidFill>
              <a:srgbClr val="525252"/>
            </a:solidFill>
            <a:ln cap="rnd">
              <a:noFill/>
              <a:round/>
            </a:ln>
            <a:effectLst/>
          </p:spPr>
        </p:sp>
        <p:sp>
          <p:nvSpPr>
            <p:cNvPr id="62164" name=""/>
            <p:cNvSpPr/>
            <p:nvPr/>
          </p:nvSpPr>
          <p:spPr>
            <a:xfrm>
              <a:off x="4434" y="3869"/>
              <a:ext cx="307" cy="117"/>
            </a:xfrm>
            <a:custGeom>
              <a:pathLst>
                <a:path w="307" h="117">
                  <a:moveTo>
                    <a:pt x="306" y="45"/>
                  </a:moveTo>
                  <a:lnTo>
                    <a:pt x="305" y="48"/>
                  </a:lnTo>
                  <a:lnTo>
                    <a:pt x="299" y="55"/>
                  </a:lnTo>
                  <a:lnTo>
                    <a:pt x="294" y="62"/>
                  </a:lnTo>
                  <a:lnTo>
                    <a:pt x="287" y="69"/>
                  </a:lnTo>
                  <a:lnTo>
                    <a:pt x="285" y="71"/>
                  </a:lnTo>
                  <a:lnTo>
                    <a:pt x="282" y="73"/>
                  </a:lnTo>
                  <a:lnTo>
                    <a:pt x="280" y="76"/>
                  </a:lnTo>
                  <a:lnTo>
                    <a:pt x="278" y="77"/>
                  </a:lnTo>
                  <a:lnTo>
                    <a:pt x="276" y="80"/>
                  </a:lnTo>
                  <a:lnTo>
                    <a:pt x="272" y="81"/>
                  </a:lnTo>
                  <a:lnTo>
                    <a:pt x="270" y="83"/>
                  </a:lnTo>
                  <a:lnTo>
                    <a:pt x="268" y="85"/>
                  </a:lnTo>
                  <a:lnTo>
                    <a:pt x="265" y="87"/>
                  </a:lnTo>
                  <a:lnTo>
                    <a:pt x="263" y="89"/>
                  </a:lnTo>
                  <a:lnTo>
                    <a:pt x="260" y="90"/>
                  </a:lnTo>
                  <a:lnTo>
                    <a:pt x="257" y="92"/>
                  </a:lnTo>
                  <a:lnTo>
                    <a:pt x="254" y="94"/>
                  </a:lnTo>
                  <a:lnTo>
                    <a:pt x="251" y="96"/>
                  </a:lnTo>
                  <a:lnTo>
                    <a:pt x="249" y="97"/>
                  </a:lnTo>
                  <a:lnTo>
                    <a:pt x="246" y="99"/>
                  </a:lnTo>
                  <a:lnTo>
                    <a:pt x="242" y="100"/>
                  </a:lnTo>
                  <a:lnTo>
                    <a:pt x="239" y="102"/>
                  </a:lnTo>
                  <a:lnTo>
                    <a:pt x="236" y="103"/>
                  </a:lnTo>
                  <a:lnTo>
                    <a:pt x="233" y="104"/>
                  </a:lnTo>
                  <a:lnTo>
                    <a:pt x="230" y="106"/>
                  </a:lnTo>
                  <a:lnTo>
                    <a:pt x="227" y="107"/>
                  </a:lnTo>
                  <a:lnTo>
                    <a:pt x="224" y="108"/>
                  </a:lnTo>
                  <a:lnTo>
                    <a:pt x="220" y="109"/>
                  </a:lnTo>
                  <a:lnTo>
                    <a:pt x="218" y="111"/>
                  </a:lnTo>
                  <a:lnTo>
                    <a:pt x="214" y="111"/>
                  </a:lnTo>
                  <a:lnTo>
                    <a:pt x="211" y="112"/>
                  </a:lnTo>
                  <a:lnTo>
                    <a:pt x="208" y="114"/>
                  </a:lnTo>
                  <a:lnTo>
                    <a:pt x="204" y="114"/>
                  </a:lnTo>
                  <a:lnTo>
                    <a:pt x="201" y="115"/>
                  </a:lnTo>
                  <a:lnTo>
                    <a:pt x="197" y="116"/>
                  </a:lnTo>
                  <a:lnTo>
                    <a:pt x="194" y="116"/>
                  </a:lnTo>
                  <a:lnTo>
                    <a:pt x="0" y="103"/>
                  </a:lnTo>
                  <a:lnTo>
                    <a:pt x="3" y="102"/>
                  </a:lnTo>
                  <a:lnTo>
                    <a:pt x="8" y="101"/>
                  </a:lnTo>
                  <a:lnTo>
                    <a:pt x="12" y="100"/>
                  </a:lnTo>
                  <a:lnTo>
                    <a:pt x="17" y="99"/>
                  </a:lnTo>
                  <a:lnTo>
                    <a:pt x="21" y="97"/>
                  </a:lnTo>
                  <a:lnTo>
                    <a:pt x="25" y="97"/>
                  </a:lnTo>
                  <a:lnTo>
                    <a:pt x="29" y="95"/>
                  </a:lnTo>
                  <a:lnTo>
                    <a:pt x="33" y="94"/>
                  </a:lnTo>
                  <a:lnTo>
                    <a:pt x="37" y="92"/>
                  </a:lnTo>
                  <a:lnTo>
                    <a:pt x="41" y="90"/>
                  </a:lnTo>
                  <a:lnTo>
                    <a:pt x="45" y="89"/>
                  </a:lnTo>
                  <a:lnTo>
                    <a:pt x="49" y="88"/>
                  </a:lnTo>
                  <a:lnTo>
                    <a:pt x="53" y="86"/>
                  </a:lnTo>
                  <a:lnTo>
                    <a:pt x="57" y="84"/>
                  </a:lnTo>
                  <a:lnTo>
                    <a:pt x="60" y="83"/>
                  </a:lnTo>
                  <a:lnTo>
                    <a:pt x="64" y="81"/>
                  </a:lnTo>
                  <a:lnTo>
                    <a:pt x="68" y="79"/>
                  </a:lnTo>
                  <a:lnTo>
                    <a:pt x="71" y="77"/>
                  </a:lnTo>
                  <a:lnTo>
                    <a:pt x="75" y="75"/>
                  </a:lnTo>
                  <a:lnTo>
                    <a:pt x="78" y="73"/>
                  </a:lnTo>
                  <a:lnTo>
                    <a:pt x="82" y="71"/>
                  </a:lnTo>
                  <a:lnTo>
                    <a:pt x="85" y="69"/>
                  </a:lnTo>
                  <a:lnTo>
                    <a:pt x="89" y="66"/>
                  </a:lnTo>
                  <a:lnTo>
                    <a:pt x="92" y="64"/>
                  </a:lnTo>
                  <a:lnTo>
                    <a:pt x="95" y="62"/>
                  </a:lnTo>
                  <a:lnTo>
                    <a:pt x="98" y="59"/>
                  </a:lnTo>
                  <a:lnTo>
                    <a:pt x="102" y="56"/>
                  </a:lnTo>
                  <a:lnTo>
                    <a:pt x="104" y="54"/>
                  </a:lnTo>
                  <a:lnTo>
                    <a:pt x="107" y="51"/>
                  </a:lnTo>
                  <a:lnTo>
                    <a:pt x="111" y="48"/>
                  </a:lnTo>
                  <a:lnTo>
                    <a:pt x="114" y="46"/>
                  </a:lnTo>
                  <a:lnTo>
                    <a:pt x="116" y="43"/>
                  </a:lnTo>
                  <a:lnTo>
                    <a:pt x="124" y="35"/>
                  </a:lnTo>
                  <a:lnTo>
                    <a:pt x="131" y="26"/>
                  </a:lnTo>
                  <a:lnTo>
                    <a:pt x="138" y="17"/>
                  </a:lnTo>
                  <a:lnTo>
                    <a:pt x="145" y="7"/>
                  </a:lnTo>
                  <a:lnTo>
                    <a:pt x="148" y="0"/>
                  </a:lnTo>
                  <a:lnTo>
                    <a:pt x="306" y="45"/>
                  </a:lnTo>
                  <a:lnTo>
                    <a:pt x="306" y="45"/>
                  </a:lnTo>
                </a:path>
              </a:pathLst>
            </a:custGeom>
            <a:solidFill>
              <a:srgbClr val="4D4D4D"/>
            </a:solidFill>
            <a:ln cap="rnd">
              <a:noFill/>
              <a:round/>
            </a:ln>
            <a:effectLst/>
          </p:spPr>
        </p:sp>
        <p:sp>
          <p:nvSpPr>
            <p:cNvPr id="62165" name=""/>
            <p:cNvSpPr/>
            <p:nvPr/>
          </p:nvSpPr>
          <p:spPr>
            <a:xfrm>
              <a:off x="4171" y="3136"/>
              <a:ext cx="425" cy="302"/>
            </a:xfrm>
            <a:custGeom>
              <a:pathLst>
                <a:path w="425" h="302">
                  <a:moveTo>
                    <a:pt x="0" y="300"/>
                  </a:moveTo>
                  <a:lnTo>
                    <a:pt x="0" y="298"/>
                  </a:lnTo>
                  <a:lnTo>
                    <a:pt x="2" y="287"/>
                  </a:lnTo>
                  <a:lnTo>
                    <a:pt x="4" y="277"/>
                  </a:lnTo>
                  <a:lnTo>
                    <a:pt x="7" y="266"/>
                  </a:lnTo>
                  <a:lnTo>
                    <a:pt x="10" y="256"/>
                  </a:lnTo>
                  <a:lnTo>
                    <a:pt x="13" y="246"/>
                  </a:lnTo>
                  <a:lnTo>
                    <a:pt x="17" y="236"/>
                  </a:lnTo>
                  <a:lnTo>
                    <a:pt x="20" y="227"/>
                  </a:lnTo>
                  <a:lnTo>
                    <a:pt x="25" y="218"/>
                  </a:lnTo>
                  <a:lnTo>
                    <a:pt x="30" y="210"/>
                  </a:lnTo>
                  <a:lnTo>
                    <a:pt x="35" y="200"/>
                  </a:lnTo>
                  <a:lnTo>
                    <a:pt x="41" y="193"/>
                  </a:lnTo>
                  <a:lnTo>
                    <a:pt x="47" y="185"/>
                  </a:lnTo>
                  <a:lnTo>
                    <a:pt x="50" y="180"/>
                  </a:lnTo>
                  <a:lnTo>
                    <a:pt x="54" y="176"/>
                  </a:lnTo>
                  <a:lnTo>
                    <a:pt x="58" y="172"/>
                  </a:lnTo>
                  <a:lnTo>
                    <a:pt x="62" y="167"/>
                  </a:lnTo>
                  <a:lnTo>
                    <a:pt x="67" y="162"/>
                  </a:lnTo>
                  <a:lnTo>
                    <a:pt x="71" y="159"/>
                  </a:lnTo>
                  <a:lnTo>
                    <a:pt x="76" y="155"/>
                  </a:lnTo>
                  <a:lnTo>
                    <a:pt x="81" y="151"/>
                  </a:lnTo>
                  <a:lnTo>
                    <a:pt x="85" y="147"/>
                  </a:lnTo>
                  <a:lnTo>
                    <a:pt x="90" y="144"/>
                  </a:lnTo>
                  <a:lnTo>
                    <a:pt x="95" y="139"/>
                  </a:lnTo>
                  <a:lnTo>
                    <a:pt x="100" y="136"/>
                  </a:lnTo>
                  <a:lnTo>
                    <a:pt x="105" y="132"/>
                  </a:lnTo>
                  <a:lnTo>
                    <a:pt x="111" y="129"/>
                  </a:lnTo>
                  <a:lnTo>
                    <a:pt x="116" y="126"/>
                  </a:lnTo>
                  <a:lnTo>
                    <a:pt x="122" y="122"/>
                  </a:lnTo>
                  <a:lnTo>
                    <a:pt x="122" y="101"/>
                  </a:lnTo>
                  <a:lnTo>
                    <a:pt x="122" y="80"/>
                  </a:lnTo>
                  <a:lnTo>
                    <a:pt x="122" y="58"/>
                  </a:lnTo>
                  <a:lnTo>
                    <a:pt x="122" y="36"/>
                  </a:lnTo>
                  <a:lnTo>
                    <a:pt x="125" y="36"/>
                  </a:lnTo>
                  <a:lnTo>
                    <a:pt x="128" y="35"/>
                  </a:lnTo>
                  <a:lnTo>
                    <a:pt x="130" y="35"/>
                  </a:lnTo>
                  <a:lnTo>
                    <a:pt x="133" y="34"/>
                  </a:lnTo>
                  <a:lnTo>
                    <a:pt x="135" y="33"/>
                  </a:lnTo>
                  <a:lnTo>
                    <a:pt x="138" y="33"/>
                  </a:lnTo>
                  <a:lnTo>
                    <a:pt x="140" y="32"/>
                  </a:lnTo>
                  <a:lnTo>
                    <a:pt x="142" y="31"/>
                  </a:lnTo>
                  <a:lnTo>
                    <a:pt x="145" y="30"/>
                  </a:lnTo>
                  <a:lnTo>
                    <a:pt x="148" y="30"/>
                  </a:lnTo>
                  <a:lnTo>
                    <a:pt x="151" y="29"/>
                  </a:lnTo>
                  <a:lnTo>
                    <a:pt x="153" y="28"/>
                  </a:lnTo>
                  <a:lnTo>
                    <a:pt x="155" y="28"/>
                  </a:lnTo>
                  <a:lnTo>
                    <a:pt x="158" y="27"/>
                  </a:lnTo>
                  <a:lnTo>
                    <a:pt x="161" y="26"/>
                  </a:lnTo>
                  <a:lnTo>
                    <a:pt x="164" y="26"/>
                  </a:lnTo>
                  <a:lnTo>
                    <a:pt x="164" y="46"/>
                  </a:lnTo>
                  <a:lnTo>
                    <a:pt x="164" y="66"/>
                  </a:lnTo>
                  <a:lnTo>
                    <a:pt x="164" y="85"/>
                  </a:lnTo>
                  <a:lnTo>
                    <a:pt x="164" y="105"/>
                  </a:lnTo>
                  <a:lnTo>
                    <a:pt x="166" y="104"/>
                  </a:lnTo>
                  <a:lnTo>
                    <a:pt x="168" y="103"/>
                  </a:lnTo>
                  <a:lnTo>
                    <a:pt x="170" y="103"/>
                  </a:lnTo>
                  <a:lnTo>
                    <a:pt x="171" y="102"/>
                  </a:lnTo>
                  <a:lnTo>
                    <a:pt x="174" y="101"/>
                  </a:lnTo>
                  <a:lnTo>
                    <a:pt x="176" y="101"/>
                  </a:lnTo>
                  <a:lnTo>
                    <a:pt x="178" y="101"/>
                  </a:lnTo>
                  <a:lnTo>
                    <a:pt x="180" y="99"/>
                  </a:lnTo>
                  <a:lnTo>
                    <a:pt x="183" y="99"/>
                  </a:lnTo>
                  <a:lnTo>
                    <a:pt x="185" y="98"/>
                  </a:lnTo>
                  <a:lnTo>
                    <a:pt x="187" y="98"/>
                  </a:lnTo>
                  <a:lnTo>
                    <a:pt x="189" y="97"/>
                  </a:lnTo>
                  <a:lnTo>
                    <a:pt x="192" y="96"/>
                  </a:lnTo>
                  <a:lnTo>
                    <a:pt x="194" y="96"/>
                  </a:lnTo>
                  <a:lnTo>
                    <a:pt x="196" y="95"/>
                  </a:lnTo>
                  <a:lnTo>
                    <a:pt x="198" y="95"/>
                  </a:lnTo>
                  <a:lnTo>
                    <a:pt x="201" y="94"/>
                  </a:lnTo>
                  <a:lnTo>
                    <a:pt x="203" y="94"/>
                  </a:lnTo>
                  <a:lnTo>
                    <a:pt x="206" y="94"/>
                  </a:lnTo>
                  <a:lnTo>
                    <a:pt x="209" y="93"/>
                  </a:lnTo>
                  <a:lnTo>
                    <a:pt x="211" y="92"/>
                  </a:lnTo>
                  <a:lnTo>
                    <a:pt x="213" y="92"/>
                  </a:lnTo>
                  <a:lnTo>
                    <a:pt x="216" y="92"/>
                  </a:lnTo>
                  <a:lnTo>
                    <a:pt x="218" y="91"/>
                  </a:lnTo>
                  <a:lnTo>
                    <a:pt x="218" y="71"/>
                  </a:lnTo>
                  <a:lnTo>
                    <a:pt x="218" y="51"/>
                  </a:lnTo>
                  <a:lnTo>
                    <a:pt x="218" y="31"/>
                  </a:lnTo>
                  <a:lnTo>
                    <a:pt x="218" y="11"/>
                  </a:lnTo>
                  <a:lnTo>
                    <a:pt x="221" y="11"/>
                  </a:lnTo>
                  <a:lnTo>
                    <a:pt x="224" y="10"/>
                  </a:lnTo>
                  <a:lnTo>
                    <a:pt x="227" y="9"/>
                  </a:lnTo>
                  <a:lnTo>
                    <a:pt x="230" y="9"/>
                  </a:lnTo>
                  <a:lnTo>
                    <a:pt x="232" y="8"/>
                  </a:lnTo>
                  <a:lnTo>
                    <a:pt x="235" y="7"/>
                  </a:lnTo>
                  <a:lnTo>
                    <a:pt x="237" y="7"/>
                  </a:lnTo>
                  <a:lnTo>
                    <a:pt x="240" y="6"/>
                  </a:lnTo>
                  <a:lnTo>
                    <a:pt x="243" y="5"/>
                  </a:lnTo>
                  <a:lnTo>
                    <a:pt x="246" y="4"/>
                  </a:lnTo>
                  <a:lnTo>
                    <a:pt x="249" y="4"/>
                  </a:lnTo>
                  <a:lnTo>
                    <a:pt x="251" y="3"/>
                  </a:lnTo>
                  <a:lnTo>
                    <a:pt x="254" y="2"/>
                  </a:lnTo>
                  <a:lnTo>
                    <a:pt x="256" y="2"/>
                  </a:lnTo>
                  <a:lnTo>
                    <a:pt x="259" y="1"/>
                  </a:lnTo>
                  <a:lnTo>
                    <a:pt x="263" y="0"/>
                  </a:lnTo>
                  <a:lnTo>
                    <a:pt x="263" y="22"/>
                  </a:lnTo>
                  <a:lnTo>
                    <a:pt x="263" y="44"/>
                  </a:lnTo>
                  <a:lnTo>
                    <a:pt x="263" y="66"/>
                  </a:lnTo>
                  <a:lnTo>
                    <a:pt x="263" y="87"/>
                  </a:lnTo>
                  <a:lnTo>
                    <a:pt x="269" y="87"/>
                  </a:lnTo>
                  <a:lnTo>
                    <a:pt x="276" y="88"/>
                  </a:lnTo>
                  <a:lnTo>
                    <a:pt x="283" y="88"/>
                  </a:lnTo>
                  <a:lnTo>
                    <a:pt x="289" y="89"/>
                  </a:lnTo>
                  <a:lnTo>
                    <a:pt x="296" y="91"/>
                  </a:lnTo>
                  <a:lnTo>
                    <a:pt x="303" y="92"/>
                  </a:lnTo>
                  <a:lnTo>
                    <a:pt x="309" y="94"/>
                  </a:lnTo>
                  <a:lnTo>
                    <a:pt x="315" y="96"/>
                  </a:lnTo>
                  <a:lnTo>
                    <a:pt x="321" y="98"/>
                  </a:lnTo>
                  <a:lnTo>
                    <a:pt x="327" y="101"/>
                  </a:lnTo>
                  <a:lnTo>
                    <a:pt x="333" y="103"/>
                  </a:lnTo>
                  <a:lnTo>
                    <a:pt x="339" y="106"/>
                  </a:lnTo>
                  <a:lnTo>
                    <a:pt x="344" y="108"/>
                  </a:lnTo>
                  <a:lnTo>
                    <a:pt x="349" y="112"/>
                  </a:lnTo>
                  <a:lnTo>
                    <a:pt x="354" y="115"/>
                  </a:lnTo>
                  <a:lnTo>
                    <a:pt x="360" y="119"/>
                  </a:lnTo>
                  <a:lnTo>
                    <a:pt x="367" y="125"/>
                  </a:lnTo>
                  <a:lnTo>
                    <a:pt x="374" y="132"/>
                  </a:lnTo>
                  <a:lnTo>
                    <a:pt x="380" y="140"/>
                  </a:lnTo>
                  <a:lnTo>
                    <a:pt x="386" y="148"/>
                  </a:lnTo>
                  <a:lnTo>
                    <a:pt x="391" y="156"/>
                  </a:lnTo>
                  <a:lnTo>
                    <a:pt x="397" y="165"/>
                  </a:lnTo>
                  <a:lnTo>
                    <a:pt x="401" y="175"/>
                  </a:lnTo>
                  <a:lnTo>
                    <a:pt x="405" y="185"/>
                  </a:lnTo>
                  <a:lnTo>
                    <a:pt x="410" y="195"/>
                  </a:lnTo>
                  <a:lnTo>
                    <a:pt x="413" y="207"/>
                  </a:lnTo>
                  <a:lnTo>
                    <a:pt x="415" y="218"/>
                  </a:lnTo>
                  <a:lnTo>
                    <a:pt x="418" y="230"/>
                  </a:lnTo>
                  <a:lnTo>
                    <a:pt x="420" y="243"/>
                  </a:lnTo>
                  <a:lnTo>
                    <a:pt x="422" y="256"/>
                  </a:lnTo>
                  <a:lnTo>
                    <a:pt x="423" y="269"/>
                  </a:lnTo>
                  <a:lnTo>
                    <a:pt x="424" y="284"/>
                  </a:lnTo>
                  <a:lnTo>
                    <a:pt x="419" y="285"/>
                  </a:lnTo>
                  <a:lnTo>
                    <a:pt x="416" y="285"/>
                  </a:lnTo>
                  <a:lnTo>
                    <a:pt x="412" y="285"/>
                  </a:lnTo>
                  <a:lnTo>
                    <a:pt x="408" y="286"/>
                  </a:lnTo>
                  <a:lnTo>
                    <a:pt x="404" y="287"/>
                  </a:lnTo>
                  <a:lnTo>
                    <a:pt x="400" y="287"/>
                  </a:lnTo>
                  <a:lnTo>
                    <a:pt x="397" y="288"/>
                  </a:lnTo>
                  <a:lnTo>
                    <a:pt x="393" y="289"/>
                  </a:lnTo>
                  <a:lnTo>
                    <a:pt x="390" y="289"/>
                  </a:lnTo>
                  <a:lnTo>
                    <a:pt x="386" y="290"/>
                  </a:lnTo>
                  <a:lnTo>
                    <a:pt x="382" y="291"/>
                  </a:lnTo>
                  <a:lnTo>
                    <a:pt x="378" y="291"/>
                  </a:lnTo>
                  <a:lnTo>
                    <a:pt x="374" y="292"/>
                  </a:lnTo>
                  <a:lnTo>
                    <a:pt x="371" y="292"/>
                  </a:lnTo>
                  <a:lnTo>
                    <a:pt x="367" y="293"/>
                  </a:lnTo>
                  <a:lnTo>
                    <a:pt x="363" y="294"/>
                  </a:lnTo>
                  <a:lnTo>
                    <a:pt x="360" y="295"/>
                  </a:lnTo>
                  <a:lnTo>
                    <a:pt x="356" y="295"/>
                  </a:lnTo>
                  <a:lnTo>
                    <a:pt x="352" y="296"/>
                  </a:lnTo>
                  <a:lnTo>
                    <a:pt x="348" y="297"/>
                  </a:lnTo>
                  <a:lnTo>
                    <a:pt x="345" y="297"/>
                  </a:lnTo>
                  <a:lnTo>
                    <a:pt x="341" y="298"/>
                  </a:lnTo>
                  <a:lnTo>
                    <a:pt x="337" y="298"/>
                  </a:lnTo>
                  <a:lnTo>
                    <a:pt x="334" y="299"/>
                  </a:lnTo>
                  <a:lnTo>
                    <a:pt x="330" y="299"/>
                  </a:lnTo>
                  <a:lnTo>
                    <a:pt x="327" y="300"/>
                  </a:lnTo>
                  <a:lnTo>
                    <a:pt x="325" y="301"/>
                  </a:lnTo>
                  <a:lnTo>
                    <a:pt x="304" y="301"/>
                  </a:lnTo>
                  <a:lnTo>
                    <a:pt x="304" y="297"/>
                  </a:lnTo>
                  <a:lnTo>
                    <a:pt x="303" y="291"/>
                  </a:lnTo>
                  <a:lnTo>
                    <a:pt x="302" y="285"/>
                  </a:lnTo>
                  <a:lnTo>
                    <a:pt x="301" y="278"/>
                  </a:lnTo>
                  <a:lnTo>
                    <a:pt x="299" y="273"/>
                  </a:lnTo>
                  <a:lnTo>
                    <a:pt x="298" y="267"/>
                  </a:lnTo>
                  <a:lnTo>
                    <a:pt x="296" y="262"/>
                  </a:lnTo>
                  <a:lnTo>
                    <a:pt x="294" y="257"/>
                  </a:lnTo>
                  <a:lnTo>
                    <a:pt x="292" y="252"/>
                  </a:lnTo>
                  <a:lnTo>
                    <a:pt x="289" y="248"/>
                  </a:lnTo>
                  <a:lnTo>
                    <a:pt x="287" y="244"/>
                  </a:lnTo>
                  <a:lnTo>
                    <a:pt x="284" y="240"/>
                  </a:lnTo>
                  <a:lnTo>
                    <a:pt x="281" y="236"/>
                  </a:lnTo>
                  <a:lnTo>
                    <a:pt x="277" y="233"/>
                  </a:lnTo>
                  <a:lnTo>
                    <a:pt x="275" y="230"/>
                  </a:lnTo>
                  <a:lnTo>
                    <a:pt x="271" y="227"/>
                  </a:lnTo>
                  <a:lnTo>
                    <a:pt x="270" y="226"/>
                  </a:lnTo>
                  <a:lnTo>
                    <a:pt x="269" y="226"/>
                  </a:lnTo>
                  <a:lnTo>
                    <a:pt x="268" y="225"/>
                  </a:lnTo>
                  <a:lnTo>
                    <a:pt x="266" y="224"/>
                  </a:lnTo>
                  <a:lnTo>
                    <a:pt x="266" y="224"/>
                  </a:lnTo>
                  <a:lnTo>
                    <a:pt x="265" y="223"/>
                  </a:lnTo>
                  <a:lnTo>
                    <a:pt x="263" y="222"/>
                  </a:lnTo>
                  <a:lnTo>
                    <a:pt x="263" y="221"/>
                  </a:lnTo>
                  <a:lnTo>
                    <a:pt x="263" y="266"/>
                  </a:lnTo>
                  <a:lnTo>
                    <a:pt x="263" y="301"/>
                  </a:lnTo>
                  <a:lnTo>
                    <a:pt x="218" y="301"/>
                  </a:lnTo>
                  <a:lnTo>
                    <a:pt x="218" y="300"/>
                  </a:lnTo>
                  <a:lnTo>
                    <a:pt x="218" y="255"/>
                  </a:lnTo>
                  <a:lnTo>
                    <a:pt x="218" y="210"/>
                  </a:lnTo>
                  <a:lnTo>
                    <a:pt x="217" y="210"/>
                  </a:lnTo>
                  <a:lnTo>
                    <a:pt x="216" y="210"/>
                  </a:lnTo>
                  <a:lnTo>
                    <a:pt x="213" y="210"/>
                  </a:lnTo>
                  <a:lnTo>
                    <a:pt x="212" y="210"/>
                  </a:lnTo>
                  <a:lnTo>
                    <a:pt x="210" y="210"/>
                  </a:lnTo>
                  <a:lnTo>
                    <a:pt x="208" y="210"/>
                  </a:lnTo>
                  <a:lnTo>
                    <a:pt x="206" y="211"/>
                  </a:lnTo>
                  <a:lnTo>
                    <a:pt x="204" y="211"/>
                  </a:lnTo>
                  <a:lnTo>
                    <a:pt x="202" y="212"/>
                  </a:lnTo>
                  <a:lnTo>
                    <a:pt x="201" y="212"/>
                  </a:lnTo>
                  <a:lnTo>
                    <a:pt x="199" y="212"/>
                  </a:lnTo>
                  <a:lnTo>
                    <a:pt x="197" y="212"/>
                  </a:lnTo>
                  <a:lnTo>
                    <a:pt x="195" y="212"/>
                  </a:lnTo>
                  <a:lnTo>
                    <a:pt x="193" y="213"/>
                  </a:lnTo>
                  <a:lnTo>
                    <a:pt x="191" y="213"/>
                  </a:lnTo>
                  <a:lnTo>
                    <a:pt x="189" y="213"/>
                  </a:lnTo>
                  <a:lnTo>
                    <a:pt x="187" y="214"/>
                  </a:lnTo>
                  <a:lnTo>
                    <a:pt x="185" y="214"/>
                  </a:lnTo>
                  <a:lnTo>
                    <a:pt x="184" y="214"/>
                  </a:lnTo>
                  <a:lnTo>
                    <a:pt x="182" y="215"/>
                  </a:lnTo>
                  <a:lnTo>
                    <a:pt x="180" y="215"/>
                  </a:lnTo>
                  <a:lnTo>
                    <a:pt x="179" y="216"/>
                  </a:lnTo>
                  <a:lnTo>
                    <a:pt x="178" y="217"/>
                  </a:lnTo>
                  <a:lnTo>
                    <a:pt x="176" y="217"/>
                  </a:lnTo>
                  <a:lnTo>
                    <a:pt x="174" y="217"/>
                  </a:lnTo>
                  <a:lnTo>
                    <a:pt x="173" y="217"/>
                  </a:lnTo>
                  <a:lnTo>
                    <a:pt x="171" y="218"/>
                  </a:lnTo>
                  <a:lnTo>
                    <a:pt x="169" y="219"/>
                  </a:lnTo>
                  <a:lnTo>
                    <a:pt x="168" y="219"/>
                  </a:lnTo>
                  <a:lnTo>
                    <a:pt x="166" y="219"/>
                  </a:lnTo>
                  <a:lnTo>
                    <a:pt x="165" y="220"/>
                  </a:lnTo>
                  <a:lnTo>
                    <a:pt x="164" y="220"/>
                  </a:lnTo>
                  <a:lnTo>
                    <a:pt x="164" y="261"/>
                  </a:lnTo>
                  <a:lnTo>
                    <a:pt x="164" y="301"/>
                  </a:lnTo>
                  <a:lnTo>
                    <a:pt x="122" y="301"/>
                  </a:lnTo>
                  <a:lnTo>
                    <a:pt x="122" y="277"/>
                  </a:lnTo>
                  <a:lnTo>
                    <a:pt x="122" y="247"/>
                  </a:lnTo>
                  <a:lnTo>
                    <a:pt x="121" y="248"/>
                  </a:lnTo>
                  <a:lnTo>
                    <a:pt x="121" y="249"/>
                  </a:lnTo>
                  <a:lnTo>
                    <a:pt x="120" y="250"/>
                  </a:lnTo>
                  <a:lnTo>
                    <a:pt x="119" y="250"/>
                  </a:lnTo>
                  <a:lnTo>
                    <a:pt x="114" y="257"/>
                  </a:lnTo>
                  <a:lnTo>
                    <a:pt x="109" y="264"/>
                  </a:lnTo>
                  <a:lnTo>
                    <a:pt x="105" y="272"/>
                  </a:lnTo>
                  <a:lnTo>
                    <a:pt x="102" y="280"/>
                  </a:lnTo>
                  <a:lnTo>
                    <a:pt x="100" y="289"/>
                  </a:lnTo>
                  <a:lnTo>
                    <a:pt x="97" y="298"/>
                  </a:lnTo>
                  <a:lnTo>
                    <a:pt x="97" y="301"/>
                  </a:lnTo>
                  <a:lnTo>
                    <a:pt x="0" y="301"/>
                  </a:lnTo>
                  <a:lnTo>
                    <a:pt x="0" y="301"/>
                  </a:lnTo>
                  <a:lnTo>
                    <a:pt x="0" y="300"/>
                  </a:lnTo>
                </a:path>
              </a:pathLst>
            </a:custGeom>
            <a:solidFill>
              <a:srgbClr val="B3B3B3"/>
            </a:solidFill>
            <a:ln cap="rnd">
              <a:noFill/>
              <a:round/>
            </a:ln>
            <a:effectLst/>
          </p:spPr>
        </p:sp>
        <p:sp>
          <p:nvSpPr>
            <p:cNvPr id="62166" name=""/>
            <p:cNvSpPr/>
            <p:nvPr/>
          </p:nvSpPr>
          <p:spPr>
            <a:xfrm>
              <a:off x="4164" y="3748"/>
              <a:ext cx="105" cy="17"/>
            </a:xfrm>
            <a:custGeom>
              <a:pathLst>
                <a:path w="105" h="17">
                  <a:moveTo>
                    <a:pt x="0" y="16"/>
                  </a:moveTo>
                  <a:lnTo>
                    <a:pt x="3" y="16"/>
                  </a:lnTo>
                  <a:lnTo>
                    <a:pt x="7" y="16"/>
                  </a:lnTo>
                  <a:lnTo>
                    <a:pt x="10" y="16"/>
                  </a:lnTo>
                  <a:lnTo>
                    <a:pt x="12" y="16"/>
                  </a:lnTo>
                  <a:lnTo>
                    <a:pt x="16" y="16"/>
                  </a:lnTo>
                  <a:lnTo>
                    <a:pt x="19" y="14"/>
                  </a:lnTo>
                  <a:lnTo>
                    <a:pt x="22" y="14"/>
                  </a:lnTo>
                  <a:lnTo>
                    <a:pt x="25" y="12"/>
                  </a:lnTo>
                  <a:lnTo>
                    <a:pt x="29" y="12"/>
                  </a:lnTo>
                  <a:lnTo>
                    <a:pt x="31" y="12"/>
                  </a:lnTo>
                  <a:lnTo>
                    <a:pt x="35" y="12"/>
                  </a:lnTo>
                  <a:lnTo>
                    <a:pt x="38" y="10"/>
                  </a:lnTo>
                  <a:lnTo>
                    <a:pt x="41" y="10"/>
                  </a:lnTo>
                  <a:lnTo>
                    <a:pt x="44" y="10"/>
                  </a:lnTo>
                  <a:lnTo>
                    <a:pt x="47" y="8"/>
                  </a:lnTo>
                  <a:lnTo>
                    <a:pt x="50" y="8"/>
                  </a:lnTo>
                  <a:lnTo>
                    <a:pt x="54" y="8"/>
                  </a:lnTo>
                  <a:lnTo>
                    <a:pt x="57" y="6"/>
                  </a:lnTo>
                  <a:lnTo>
                    <a:pt x="60" y="6"/>
                  </a:lnTo>
                  <a:lnTo>
                    <a:pt x="64" y="6"/>
                  </a:lnTo>
                  <a:lnTo>
                    <a:pt x="67" y="6"/>
                  </a:lnTo>
                  <a:lnTo>
                    <a:pt x="70" y="6"/>
                  </a:lnTo>
                  <a:lnTo>
                    <a:pt x="73" y="4"/>
                  </a:lnTo>
                  <a:lnTo>
                    <a:pt x="76" y="4"/>
                  </a:lnTo>
                  <a:lnTo>
                    <a:pt x="80" y="2"/>
                  </a:lnTo>
                  <a:lnTo>
                    <a:pt x="83" y="2"/>
                  </a:lnTo>
                  <a:lnTo>
                    <a:pt x="86" y="2"/>
                  </a:lnTo>
                  <a:lnTo>
                    <a:pt x="90" y="2"/>
                  </a:lnTo>
                  <a:lnTo>
                    <a:pt x="93" y="2"/>
                  </a:lnTo>
                  <a:lnTo>
                    <a:pt x="96" y="0"/>
                  </a:lnTo>
                  <a:lnTo>
                    <a:pt x="100" y="0"/>
                  </a:lnTo>
                  <a:lnTo>
                    <a:pt x="102" y="0"/>
                  </a:lnTo>
                  <a:lnTo>
                    <a:pt x="104" y="12"/>
                  </a:lnTo>
                  <a:lnTo>
                    <a:pt x="104" y="16"/>
                  </a:lnTo>
                  <a:lnTo>
                    <a:pt x="0" y="16"/>
                  </a:lnTo>
                  <a:lnTo>
                    <a:pt x="0" y="16"/>
                  </a:lnTo>
                </a:path>
              </a:pathLst>
            </a:custGeom>
            <a:solidFill>
              <a:srgbClr val="B3B3B3"/>
            </a:solidFill>
            <a:ln cap="rnd">
              <a:noFill/>
              <a:round/>
            </a:ln>
            <a:effectLst/>
          </p:spPr>
        </p:sp>
        <p:sp>
          <p:nvSpPr>
            <p:cNvPr id="62167" name=""/>
            <p:cNvSpPr/>
            <p:nvPr/>
          </p:nvSpPr>
          <p:spPr>
            <a:xfrm>
              <a:off x="4168" y="3437"/>
              <a:ext cx="449" cy="320"/>
            </a:xfrm>
            <a:custGeom>
              <a:pathLst>
                <a:path w="449" h="320">
                  <a:moveTo>
                    <a:pt x="125" y="319"/>
                  </a:moveTo>
                  <a:lnTo>
                    <a:pt x="125" y="299"/>
                  </a:lnTo>
                  <a:lnTo>
                    <a:pt x="125" y="257"/>
                  </a:lnTo>
                  <a:lnTo>
                    <a:pt x="125" y="214"/>
                  </a:lnTo>
                  <a:lnTo>
                    <a:pt x="119" y="213"/>
                  </a:lnTo>
                  <a:lnTo>
                    <a:pt x="114" y="211"/>
                  </a:lnTo>
                  <a:lnTo>
                    <a:pt x="108" y="211"/>
                  </a:lnTo>
                  <a:lnTo>
                    <a:pt x="103" y="208"/>
                  </a:lnTo>
                  <a:lnTo>
                    <a:pt x="98" y="207"/>
                  </a:lnTo>
                  <a:lnTo>
                    <a:pt x="93" y="206"/>
                  </a:lnTo>
                  <a:lnTo>
                    <a:pt x="88" y="204"/>
                  </a:lnTo>
                  <a:lnTo>
                    <a:pt x="84" y="202"/>
                  </a:lnTo>
                  <a:lnTo>
                    <a:pt x="79" y="200"/>
                  </a:lnTo>
                  <a:lnTo>
                    <a:pt x="75" y="198"/>
                  </a:lnTo>
                  <a:lnTo>
                    <a:pt x="71" y="196"/>
                  </a:lnTo>
                  <a:lnTo>
                    <a:pt x="67" y="194"/>
                  </a:lnTo>
                  <a:lnTo>
                    <a:pt x="63" y="192"/>
                  </a:lnTo>
                  <a:lnTo>
                    <a:pt x="60" y="190"/>
                  </a:lnTo>
                  <a:lnTo>
                    <a:pt x="57" y="188"/>
                  </a:lnTo>
                  <a:lnTo>
                    <a:pt x="54" y="186"/>
                  </a:lnTo>
                  <a:lnTo>
                    <a:pt x="51" y="184"/>
                  </a:lnTo>
                  <a:lnTo>
                    <a:pt x="48" y="181"/>
                  </a:lnTo>
                  <a:lnTo>
                    <a:pt x="45" y="178"/>
                  </a:lnTo>
                  <a:lnTo>
                    <a:pt x="42" y="175"/>
                  </a:lnTo>
                  <a:lnTo>
                    <a:pt x="39" y="173"/>
                  </a:lnTo>
                  <a:lnTo>
                    <a:pt x="37" y="169"/>
                  </a:lnTo>
                  <a:lnTo>
                    <a:pt x="33" y="166"/>
                  </a:lnTo>
                  <a:lnTo>
                    <a:pt x="31" y="163"/>
                  </a:lnTo>
                  <a:lnTo>
                    <a:pt x="29" y="159"/>
                  </a:lnTo>
                  <a:lnTo>
                    <a:pt x="26" y="155"/>
                  </a:lnTo>
                  <a:lnTo>
                    <a:pt x="24" y="152"/>
                  </a:lnTo>
                  <a:lnTo>
                    <a:pt x="22" y="147"/>
                  </a:lnTo>
                  <a:lnTo>
                    <a:pt x="20" y="144"/>
                  </a:lnTo>
                  <a:lnTo>
                    <a:pt x="18" y="140"/>
                  </a:lnTo>
                  <a:lnTo>
                    <a:pt x="16" y="136"/>
                  </a:lnTo>
                  <a:lnTo>
                    <a:pt x="15" y="132"/>
                  </a:lnTo>
                  <a:lnTo>
                    <a:pt x="11" y="122"/>
                  </a:lnTo>
                  <a:lnTo>
                    <a:pt x="8" y="112"/>
                  </a:lnTo>
                  <a:lnTo>
                    <a:pt x="6" y="102"/>
                  </a:lnTo>
                  <a:lnTo>
                    <a:pt x="3" y="92"/>
                  </a:lnTo>
                  <a:lnTo>
                    <a:pt x="2" y="80"/>
                  </a:lnTo>
                  <a:lnTo>
                    <a:pt x="1" y="69"/>
                  </a:lnTo>
                  <a:lnTo>
                    <a:pt x="1" y="57"/>
                  </a:lnTo>
                  <a:lnTo>
                    <a:pt x="0" y="44"/>
                  </a:lnTo>
                  <a:lnTo>
                    <a:pt x="1" y="32"/>
                  </a:lnTo>
                  <a:lnTo>
                    <a:pt x="1" y="20"/>
                  </a:lnTo>
                  <a:lnTo>
                    <a:pt x="2" y="9"/>
                  </a:lnTo>
                  <a:lnTo>
                    <a:pt x="3" y="0"/>
                  </a:lnTo>
                  <a:lnTo>
                    <a:pt x="100" y="0"/>
                  </a:lnTo>
                  <a:lnTo>
                    <a:pt x="99" y="8"/>
                  </a:lnTo>
                  <a:lnTo>
                    <a:pt x="98" y="18"/>
                  </a:lnTo>
                  <a:lnTo>
                    <a:pt x="99" y="22"/>
                  </a:lnTo>
                  <a:lnTo>
                    <a:pt x="99" y="25"/>
                  </a:lnTo>
                  <a:lnTo>
                    <a:pt x="100" y="28"/>
                  </a:lnTo>
                  <a:lnTo>
                    <a:pt x="100" y="31"/>
                  </a:lnTo>
                  <a:lnTo>
                    <a:pt x="101" y="34"/>
                  </a:lnTo>
                  <a:lnTo>
                    <a:pt x="103" y="38"/>
                  </a:lnTo>
                  <a:lnTo>
                    <a:pt x="104" y="41"/>
                  </a:lnTo>
                  <a:lnTo>
                    <a:pt x="105" y="44"/>
                  </a:lnTo>
                  <a:lnTo>
                    <a:pt x="108" y="47"/>
                  </a:lnTo>
                  <a:lnTo>
                    <a:pt x="109" y="50"/>
                  </a:lnTo>
                  <a:lnTo>
                    <a:pt x="111" y="52"/>
                  </a:lnTo>
                  <a:lnTo>
                    <a:pt x="114" y="55"/>
                  </a:lnTo>
                  <a:lnTo>
                    <a:pt x="116" y="57"/>
                  </a:lnTo>
                  <a:lnTo>
                    <a:pt x="119" y="60"/>
                  </a:lnTo>
                  <a:lnTo>
                    <a:pt x="122" y="62"/>
                  </a:lnTo>
                  <a:lnTo>
                    <a:pt x="125" y="64"/>
                  </a:lnTo>
                  <a:lnTo>
                    <a:pt x="125" y="35"/>
                  </a:lnTo>
                  <a:lnTo>
                    <a:pt x="125" y="5"/>
                  </a:lnTo>
                  <a:lnTo>
                    <a:pt x="125" y="0"/>
                  </a:lnTo>
                  <a:lnTo>
                    <a:pt x="167" y="0"/>
                  </a:lnTo>
                  <a:lnTo>
                    <a:pt x="167" y="0"/>
                  </a:lnTo>
                  <a:lnTo>
                    <a:pt x="167" y="41"/>
                  </a:lnTo>
                  <a:lnTo>
                    <a:pt x="167" y="81"/>
                  </a:lnTo>
                  <a:lnTo>
                    <a:pt x="168" y="81"/>
                  </a:lnTo>
                  <a:lnTo>
                    <a:pt x="169" y="81"/>
                  </a:lnTo>
                  <a:lnTo>
                    <a:pt x="171" y="82"/>
                  </a:lnTo>
                  <a:lnTo>
                    <a:pt x="172" y="82"/>
                  </a:lnTo>
                  <a:lnTo>
                    <a:pt x="174" y="82"/>
                  </a:lnTo>
                  <a:lnTo>
                    <a:pt x="176" y="83"/>
                  </a:lnTo>
                  <a:lnTo>
                    <a:pt x="177" y="83"/>
                  </a:lnTo>
                  <a:lnTo>
                    <a:pt x="179" y="83"/>
                  </a:lnTo>
                  <a:lnTo>
                    <a:pt x="181" y="83"/>
                  </a:lnTo>
                  <a:lnTo>
                    <a:pt x="182" y="83"/>
                  </a:lnTo>
                  <a:lnTo>
                    <a:pt x="183" y="84"/>
                  </a:lnTo>
                  <a:lnTo>
                    <a:pt x="185" y="84"/>
                  </a:lnTo>
                  <a:lnTo>
                    <a:pt x="187" y="85"/>
                  </a:lnTo>
                  <a:lnTo>
                    <a:pt x="188" y="85"/>
                  </a:lnTo>
                  <a:lnTo>
                    <a:pt x="190" y="85"/>
                  </a:lnTo>
                  <a:lnTo>
                    <a:pt x="192" y="85"/>
                  </a:lnTo>
                  <a:lnTo>
                    <a:pt x="194" y="86"/>
                  </a:lnTo>
                  <a:lnTo>
                    <a:pt x="196" y="86"/>
                  </a:lnTo>
                  <a:lnTo>
                    <a:pt x="198" y="86"/>
                  </a:lnTo>
                  <a:lnTo>
                    <a:pt x="200" y="86"/>
                  </a:lnTo>
                  <a:lnTo>
                    <a:pt x="202" y="87"/>
                  </a:lnTo>
                  <a:lnTo>
                    <a:pt x="205" y="87"/>
                  </a:lnTo>
                  <a:lnTo>
                    <a:pt x="207" y="87"/>
                  </a:lnTo>
                  <a:lnTo>
                    <a:pt x="208" y="88"/>
                  </a:lnTo>
                  <a:lnTo>
                    <a:pt x="210" y="88"/>
                  </a:lnTo>
                  <a:lnTo>
                    <a:pt x="212" y="88"/>
                  </a:lnTo>
                  <a:lnTo>
                    <a:pt x="214" y="88"/>
                  </a:lnTo>
                  <a:lnTo>
                    <a:pt x="215" y="88"/>
                  </a:lnTo>
                  <a:lnTo>
                    <a:pt x="217" y="88"/>
                  </a:lnTo>
                  <a:lnTo>
                    <a:pt x="219" y="89"/>
                  </a:lnTo>
                  <a:lnTo>
                    <a:pt x="220" y="89"/>
                  </a:lnTo>
                  <a:lnTo>
                    <a:pt x="221" y="89"/>
                  </a:lnTo>
                  <a:lnTo>
                    <a:pt x="221" y="44"/>
                  </a:lnTo>
                  <a:lnTo>
                    <a:pt x="221" y="0"/>
                  </a:lnTo>
                  <a:lnTo>
                    <a:pt x="266" y="0"/>
                  </a:lnTo>
                  <a:lnTo>
                    <a:pt x="266" y="10"/>
                  </a:lnTo>
                  <a:lnTo>
                    <a:pt x="266" y="54"/>
                  </a:lnTo>
                  <a:lnTo>
                    <a:pt x="266" y="98"/>
                  </a:lnTo>
                  <a:lnTo>
                    <a:pt x="270" y="99"/>
                  </a:lnTo>
                  <a:lnTo>
                    <a:pt x="275" y="100"/>
                  </a:lnTo>
                  <a:lnTo>
                    <a:pt x="279" y="101"/>
                  </a:lnTo>
                  <a:lnTo>
                    <a:pt x="283" y="102"/>
                  </a:lnTo>
                  <a:lnTo>
                    <a:pt x="287" y="102"/>
                  </a:lnTo>
                  <a:lnTo>
                    <a:pt x="291" y="103"/>
                  </a:lnTo>
                  <a:lnTo>
                    <a:pt x="295" y="104"/>
                  </a:lnTo>
                  <a:lnTo>
                    <a:pt x="299" y="105"/>
                  </a:lnTo>
                  <a:lnTo>
                    <a:pt x="302" y="106"/>
                  </a:lnTo>
                  <a:lnTo>
                    <a:pt x="305" y="107"/>
                  </a:lnTo>
                  <a:lnTo>
                    <a:pt x="309" y="108"/>
                  </a:lnTo>
                  <a:lnTo>
                    <a:pt x="311" y="109"/>
                  </a:lnTo>
                  <a:lnTo>
                    <a:pt x="315" y="109"/>
                  </a:lnTo>
                  <a:lnTo>
                    <a:pt x="317" y="110"/>
                  </a:lnTo>
                  <a:lnTo>
                    <a:pt x="320" y="111"/>
                  </a:lnTo>
                  <a:lnTo>
                    <a:pt x="323" y="111"/>
                  </a:lnTo>
                  <a:lnTo>
                    <a:pt x="325" y="112"/>
                  </a:lnTo>
                  <a:lnTo>
                    <a:pt x="329" y="114"/>
                  </a:lnTo>
                  <a:lnTo>
                    <a:pt x="332" y="114"/>
                  </a:lnTo>
                  <a:lnTo>
                    <a:pt x="335" y="116"/>
                  </a:lnTo>
                  <a:lnTo>
                    <a:pt x="339" y="116"/>
                  </a:lnTo>
                  <a:lnTo>
                    <a:pt x="342" y="118"/>
                  </a:lnTo>
                  <a:lnTo>
                    <a:pt x="344" y="119"/>
                  </a:lnTo>
                  <a:lnTo>
                    <a:pt x="348" y="120"/>
                  </a:lnTo>
                  <a:lnTo>
                    <a:pt x="351" y="121"/>
                  </a:lnTo>
                  <a:lnTo>
                    <a:pt x="354" y="122"/>
                  </a:lnTo>
                  <a:lnTo>
                    <a:pt x="356" y="123"/>
                  </a:lnTo>
                  <a:lnTo>
                    <a:pt x="359" y="125"/>
                  </a:lnTo>
                  <a:lnTo>
                    <a:pt x="362" y="126"/>
                  </a:lnTo>
                  <a:lnTo>
                    <a:pt x="365" y="128"/>
                  </a:lnTo>
                  <a:lnTo>
                    <a:pt x="367" y="129"/>
                  </a:lnTo>
                  <a:lnTo>
                    <a:pt x="370" y="130"/>
                  </a:lnTo>
                  <a:lnTo>
                    <a:pt x="375" y="133"/>
                  </a:lnTo>
                  <a:lnTo>
                    <a:pt x="379" y="135"/>
                  </a:lnTo>
                  <a:lnTo>
                    <a:pt x="383" y="138"/>
                  </a:lnTo>
                  <a:lnTo>
                    <a:pt x="387" y="141"/>
                  </a:lnTo>
                  <a:lnTo>
                    <a:pt x="392" y="145"/>
                  </a:lnTo>
                  <a:lnTo>
                    <a:pt x="396" y="147"/>
                  </a:lnTo>
                  <a:lnTo>
                    <a:pt x="400" y="151"/>
                  </a:lnTo>
                  <a:lnTo>
                    <a:pt x="403" y="155"/>
                  </a:lnTo>
                  <a:lnTo>
                    <a:pt x="407" y="159"/>
                  </a:lnTo>
                  <a:lnTo>
                    <a:pt x="411" y="163"/>
                  </a:lnTo>
                  <a:lnTo>
                    <a:pt x="413" y="166"/>
                  </a:lnTo>
                  <a:lnTo>
                    <a:pt x="416" y="170"/>
                  </a:lnTo>
                  <a:lnTo>
                    <a:pt x="419" y="175"/>
                  </a:lnTo>
                  <a:lnTo>
                    <a:pt x="422" y="180"/>
                  </a:lnTo>
                  <a:lnTo>
                    <a:pt x="424" y="185"/>
                  </a:lnTo>
                  <a:lnTo>
                    <a:pt x="427" y="190"/>
                  </a:lnTo>
                  <a:lnTo>
                    <a:pt x="431" y="200"/>
                  </a:lnTo>
                  <a:lnTo>
                    <a:pt x="434" y="211"/>
                  </a:lnTo>
                  <a:lnTo>
                    <a:pt x="438" y="222"/>
                  </a:lnTo>
                  <a:lnTo>
                    <a:pt x="441" y="234"/>
                  </a:lnTo>
                  <a:lnTo>
                    <a:pt x="444" y="247"/>
                  </a:lnTo>
                  <a:lnTo>
                    <a:pt x="446" y="260"/>
                  </a:lnTo>
                  <a:lnTo>
                    <a:pt x="447" y="275"/>
                  </a:lnTo>
                  <a:lnTo>
                    <a:pt x="448" y="290"/>
                  </a:lnTo>
                  <a:lnTo>
                    <a:pt x="447" y="304"/>
                  </a:lnTo>
                  <a:lnTo>
                    <a:pt x="446" y="318"/>
                  </a:lnTo>
                  <a:lnTo>
                    <a:pt x="446" y="319"/>
                  </a:lnTo>
                  <a:lnTo>
                    <a:pt x="320" y="319"/>
                  </a:lnTo>
                  <a:lnTo>
                    <a:pt x="320" y="319"/>
                  </a:lnTo>
                  <a:lnTo>
                    <a:pt x="320" y="314"/>
                  </a:lnTo>
                  <a:lnTo>
                    <a:pt x="319" y="309"/>
                  </a:lnTo>
                  <a:lnTo>
                    <a:pt x="318" y="304"/>
                  </a:lnTo>
                  <a:lnTo>
                    <a:pt x="316" y="299"/>
                  </a:lnTo>
                  <a:lnTo>
                    <a:pt x="315" y="295"/>
                  </a:lnTo>
                  <a:lnTo>
                    <a:pt x="313" y="290"/>
                  </a:lnTo>
                  <a:lnTo>
                    <a:pt x="309" y="286"/>
                  </a:lnTo>
                  <a:lnTo>
                    <a:pt x="306" y="281"/>
                  </a:lnTo>
                  <a:lnTo>
                    <a:pt x="302" y="277"/>
                  </a:lnTo>
                  <a:lnTo>
                    <a:pt x="299" y="273"/>
                  </a:lnTo>
                  <a:lnTo>
                    <a:pt x="294" y="269"/>
                  </a:lnTo>
                  <a:lnTo>
                    <a:pt x="289" y="265"/>
                  </a:lnTo>
                  <a:lnTo>
                    <a:pt x="284" y="261"/>
                  </a:lnTo>
                  <a:lnTo>
                    <a:pt x="278" y="258"/>
                  </a:lnTo>
                  <a:lnTo>
                    <a:pt x="272" y="255"/>
                  </a:lnTo>
                  <a:lnTo>
                    <a:pt x="266" y="251"/>
                  </a:lnTo>
                  <a:lnTo>
                    <a:pt x="266" y="290"/>
                  </a:lnTo>
                  <a:lnTo>
                    <a:pt x="266" y="319"/>
                  </a:lnTo>
                  <a:lnTo>
                    <a:pt x="221" y="319"/>
                  </a:lnTo>
                  <a:lnTo>
                    <a:pt x="221" y="281"/>
                  </a:lnTo>
                  <a:lnTo>
                    <a:pt x="221" y="235"/>
                  </a:lnTo>
                  <a:lnTo>
                    <a:pt x="219" y="234"/>
                  </a:lnTo>
                  <a:lnTo>
                    <a:pt x="216" y="234"/>
                  </a:lnTo>
                  <a:lnTo>
                    <a:pt x="214" y="233"/>
                  </a:lnTo>
                  <a:lnTo>
                    <a:pt x="211" y="232"/>
                  </a:lnTo>
                  <a:lnTo>
                    <a:pt x="208" y="231"/>
                  </a:lnTo>
                  <a:lnTo>
                    <a:pt x="205" y="231"/>
                  </a:lnTo>
                  <a:lnTo>
                    <a:pt x="202" y="229"/>
                  </a:lnTo>
                  <a:lnTo>
                    <a:pt x="199" y="229"/>
                  </a:lnTo>
                  <a:lnTo>
                    <a:pt x="196" y="228"/>
                  </a:lnTo>
                  <a:lnTo>
                    <a:pt x="193" y="227"/>
                  </a:lnTo>
                  <a:lnTo>
                    <a:pt x="190" y="227"/>
                  </a:lnTo>
                  <a:lnTo>
                    <a:pt x="186" y="227"/>
                  </a:lnTo>
                  <a:lnTo>
                    <a:pt x="183" y="226"/>
                  </a:lnTo>
                  <a:lnTo>
                    <a:pt x="181" y="225"/>
                  </a:lnTo>
                  <a:lnTo>
                    <a:pt x="177" y="225"/>
                  </a:lnTo>
                  <a:lnTo>
                    <a:pt x="174" y="224"/>
                  </a:lnTo>
                  <a:lnTo>
                    <a:pt x="173" y="224"/>
                  </a:lnTo>
                  <a:lnTo>
                    <a:pt x="171" y="222"/>
                  </a:lnTo>
                  <a:lnTo>
                    <a:pt x="171" y="222"/>
                  </a:lnTo>
                  <a:lnTo>
                    <a:pt x="169" y="222"/>
                  </a:lnTo>
                  <a:lnTo>
                    <a:pt x="169" y="222"/>
                  </a:lnTo>
                  <a:lnTo>
                    <a:pt x="168" y="222"/>
                  </a:lnTo>
                  <a:lnTo>
                    <a:pt x="167" y="222"/>
                  </a:lnTo>
                  <a:lnTo>
                    <a:pt x="167" y="222"/>
                  </a:lnTo>
                  <a:lnTo>
                    <a:pt x="167" y="269"/>
                  </a:lnTo>
                  <a:lnTo>
                    <a:pt x="167" y="316"/>
                  </a:lnTo>
                  <a:lnTo>
                    <a:pt x="167" y="319"/>
                  </a:lnTo>
                  <a:lnTo>
                    <a:pt x="125" y="319"/>
                  </a:lnTo>
                  <a:lnTo>
                    <a:pt x="125" y="319"/>
                  </a:lnTo>
                </a:path>
              </a:pathLst>
            </a:custGeom>
            <a:solidFill>
              <a:srgbClr val="B3B3B3"/>
            </a:solidFill>
            <a:ln cap="rnd">
              <a:noFill/>
              <a:round/>
            </a:ln>
            <a:effectLst/>
          </p:spPr>
        </p:sp>
        <p:sp>
          <p:nvSpPr>
            <p:cNvPr id="62168" name=""/>
            <p:cNvSpPr/>
            <p:nvPr/>
          </p:nvSpPr>
          <p:spPr>
            <a:xfrm>
              <a:off x="4475" y="3436"/>
              <a:ext cx="22" cy="17"/>
            </a:xfrm>
            <a:custGeom>
              <a:pathLst>
                <a:path w="22" h="17">
                  <a:moveTo>
                    <a:pt x="0" y="0"/>
                  </a:moveTo>
                  <a:lnTo>
                    <a:pt x="1" y="16"/>
                  </a:lnTo>
                  <a:lnTo>
                    <a:pt x="4" y="12"/>
                  </a:lnTo>
                  <a:lnTo>
                    <a:pt x="8" y="8"/>
                  </a:lnTo>
                  <a:lnTo>
                    <a:pt x="11" y="8"/>
                  </a:lnTo>
                  <a:lnTo>
                    <a:pt x="16" y="8"/>
                  </a:lnTo>
                  <a:lnTo>
                    <a:pt x="19" y="4"/>
                  </a:lnTo>
                  <a:lnTo>
                    <a:pt x="21" y="4"/>
                  </a:lnTo>
                  <a:lnTo>
                    <a:pt x="0" y="4"/>
                  </a:lnTo>
                  <a:lnTo>
                    <a:pt x="0" y="4"/>
                  </a:lnTo>
                  <a:lnTo>
                    <a:pt x="0" y="0"/>
                  </a:lnTo>
                </a:path>
              </a:pathLst>
            </a:custGeom>
            <a:solidFill>
              <a:srgbClr val="B3B3B3"/>
            </a:solidFill>
            <a:ln cap="rnd">
              <a:noFill/>
              <a:round/>
            </a:ln>
            <a:effectLst/>
          </p:spPr>
        </p:sp>
        <p:sp>
          <p:nvSpPr>
            <p:cNvPr id="62169" name=""/>
            <p:cNvSpPr/>
            <p:nvPr/>
          </p:nvSpPr>
          <p:spPr>
            <a:xfrm>
              <a:off x="4164" y="3756"/>
              <a:ext cx="451" cy="105"/>
            </a:xfrm>
            <a:custGeom>
              <a:pathLst>
                <a:path w="451" h="105">
                  <a:moveTo>
                    <a:pt x="19" y="104"/>
                  </a:moveTo>
                  <a:lnTo>
                    <a:pt x="15" y="94"/>
                  </a:lnTo>
                  <a:lnTo>
                    <a:pt x="12" y="84"/>
                  </a:lnTo>
                  <a:lnTo>
                    <a:pt x="10" y="73"/>
                  </a:lnTo>
                  <a:lnTo>
                    <a:pt x="7" y="62"/>
                  </a:lnTo>
                  <a:lnTo>
                    <a:pt x="5" y="51"/>
                  </a:lnTo>
                  <a:lnTo>
                    <a:pt x="3" y="38"/>
                  </a:lnTo>
                  <a:lnTo>
                    <a:pt x="2" y="26"/>
                  </a:lnTo>
                  <a:lnTo>
                    <a:pt x="0" y="14"/>
                  </a:lnTo>
                  <a:lnTo>
                    <a:pt x="0" y="0"/>
                  </a:lnTo>
                  <a:lnTo>
                    <a:pt x="104" y="0"/>
                  </a:lnTo>
                  <a:lnTo>
                    <a:pt x="104" y="3"/>
                  </a:lnTo>
                  <a:lnTo>
                    <a:pt x="105" y="9"/>
                  </a:lnTo>
                  <a:lnTo>
                    <a:pt x="107" y="14"/>
                  </a:lnTo>
                  <a:lnTo>
                    <a:pt x="108" y="19"/>
                  </a:lnTo>
                  <a:lnTo>
                    <a:pt x="109" y="24"/>
                  </a:lnTo>
                  <a:lnTo>
                    <a:pt x="111" y="30"/>
                  </a:lnTo>
                  <a:lnTo>
                    <a:pt x="112" y="34"/>
                  </a:lnTo>
                  <a:lnTo>
                    <a:pt x="114" y="39"/>
                  </a:lnTo>
                  <a:lnTo>
                    <a:pt x="116" y="43"/>
                  </a:lnTo>
                  <a:lnTo>
                    <a:pt x="118" y="47"/>
                  </a:lnTo>
                  <a:lnTo>
                    <a:pt x="119" y="51"/>
                  </a:lnTo>
                  <a:lnTo>
                    <a:pt x="122" y="55"/>
                  </a:lnTo>
                  <a:lnTo>
                    <a:pt x="124" y="59"/>
                  </a:lnTo>
                  <a:lnTo>
                    <a:pt x="126" y="62"/>
                  </a:lnTo>
                  <a:lnTo>
                    <a:pt x="129" y="66"/>
                  </a:lnTo>
                  <a:lnTo>
                    <a:pt x="129" y="23"/>
                  </a:lnTo>
                  <a:lnTo>
                    <a:pt x="129" y="0"/>
                  </a:lnTo>
                  <a:lnTo>
                    <a:pt x="171" y="0"/>
                  </a:lnTo>
                  <a:lnTo>
                    <a:pt x="171" y="45"/>
                  </a:lnTo>
                  <a:lnTo>
                    <a:pt x="171" y="92"/>
                  </a:lnTo>
                  <a:lnTo>
                    <a:pt x="173" y="92"/>
                  </a:lnTo>
                  <a:lnTo>
                    <a:pt x="176" y="94"/>
                  </a:lnTo>
                  <a:lnTo>
                    <a:pt x="179" y="94"/>
                  </a:lnTo>
                  <a:lnTo>
                    <a:pt x="182" y="95"/>
                  </a:lnTo>
                  <a:lnTo>
                    <a:pt x="185" y="96"/>
                  </a:lnTo>
                  <a:lnTo>
                    <a:pt x="188" y="97"/>
                  </a:lnTo>
                  <a:lnTo>
                    <a:pt x="192" y="97"/>
                  </a:lnTo>
                  <a:lnTo>
                    <a:pt x="194" y="97"/>
                  </a:lnTo>
                  <a:lnTo>
                    <a:pt x="198" y="98"/>
                  </a:lnTo>
                  <a:lnTo>
                    <a:pt x="202" y="98"/>
                  </a:lnTo>
                  <a:lnTo>
                    <a:pt x="205" y="98"/>
                  </a:lnTo>
                  <a:lnTo>
                    <a:pt x="209" y="98"/>
                  </a:lnTo>
                  <a:lnTo>
                    <a:pt x="212" y="98"/>
                  </a:lnTo>
                  <a:lnTo>
                    <a:pt x="216" y="98"/>
                  </a:lnTo>
                  <a:lnTo>
                    <a:pt x="220" y="98"/>
                  </a:lnTo>
                  <a:lnTo>
                    <a:pt x="223" y="98"/>
                  </a:lnTo>
                  <a:lnTo>
                    <a:pt x="224" y="98"/>
                  </a:lnTo>
                  <a:lnTo>
                    <a:pt x="225" y="98"/>
                  </a:lnTo>
                  <a:lnTo>
                    <a:pt x="225" y="98"/>
                  </a:lnTo>
                  <a:lnTo>
                    <a:pt x="225" y="98"/>
                  </a:lnTo>
                  <a:lnTo>
                    <a:pt x="225" y="52"/>
                  </a:lnTo>
                  <a:lnTo>
                    <a:pt x="225" y="7"/>
                  </a:lnTo>
                  <a:lnTo>
                    <a:pt x="225" y="0"/>
                  </a:lnTo>
                  <a:lnTo>
                    <a:pt x="270" y="0"/>
                  </a:lnTo>
                  <a:lnTo>
                    <a:pt x="270" y="10"/>
                  </a:lnTo>
                  <a:lnTo>
                    <a:pt x="270" y="49"/>
                  </a:lnTo>
                  <a:lnTo>
                    <a:pt x="270" y="88"/>
                  </a:lnTo>
                  <a:lnTo>
                    <a:pt x="272" y="87"/>
                  </a:lnTo>
                  <a:lnTo>
                    <a:pt x="273" y="87"/>
                  </a:lnTo>
                  <a:lnTo>
                    <a:pt x="275" y="85"/>
                  </a:lnTo>
                  <a:lnTo>
                    <a:pt x="277" y="85"/>
                  </a:lnTo>
                  <a:lnTo>
                    <a:pt x="280" y="84"/>
                  </a:lnTo>
                  <a:lnTo>
                    <a:pt x="282" y="83"/>
                  </a:lnTo>
                  <a:lnTo>
                    <a:pt x="283" y="81"/>
                  </a:lnTo>
                  <a:lnTo>
                    <a:pt x="286" y="80"/>
                  </a:lnTo>
                  <a:lnTo>
                    <a:pt x="287" y="79"/>
                  </a:lnTo>
                  <a:lnTo>
                    <a:pt x="289" y="78"/>
                  </a:lnTo>
                  <a:lnTo>
                    <a:pt x="291" y="77"/>
                  </a:lnTo>
                  <a:lnTo>
                    <a:pt x="293" y="75"/>
                  </a:lnTo>
                  <a:lnTo>
                    <a:pt x="294" y="74"/>
                  </a:lnTo>
                  <a:lnTo>
                    <a:pt x="296" y="73"/>
                  </a:lnTo>
                  <a:lnTo>
                    <a:pt x="298" y="71"/>
                  </a:lnTo>
                  <a:lnTo>
                    <a:pt x="300" y="70"/>
                  </a:lnTo>
                  <a:lnTo>
                    <a:pt x="306" y="63"/>
                  </a:lnTo>
                  <a:lnTo>
                    <a:pt x="310" y="56"/>
                  </a:lnTo>
                  <a:lnTo>
                    <a:pt x="315" y="48"/>
                  </a:lnTo>
                  <a:lnTo>
                    <a:pt x="318" y="39"/>
                  </a:lnTo>
                  <a:lnTo>
                    <a:pt x="321" y="31"/>
                  </a:lnTo>
                  <a:lnTo>
                    <a:pt x="322" y="20"/>
                  </a:lnTo>
                  <a:lnTo>
                    <a:pt x="324" y="10"/>
                  </a:lnTo>
                  <a:lnTo>
                    <a:pt x="324" y="0"/>
                  </a:lnTo>
                  <a:lnTo>
                    <a:pt x="450" y="0"/>
                  </a:lnTo>
                  <a:lnTo>
                    <a:pt x="449" y="13"/>
                  </a:lnTo>
                  <a:lnTo>
                    <a:pt x="448" y="26"/>
                  </a:lnTo>
                  <a:lnTo>
                    <a:pt x="445" y="40"/>
                  </a:lnTo>
                  <a:lnTo>
                    <a:pt x="442" y="52"/>
                  </a:lnTo>
                  <a:lnTo>
                    <a:pt x="438" y="64"/>
                  </a:lnTo>
                  <a:lnTo>
                    <a:pt x="435" y="76"/>
                  </a:lnTo>
                  <a:lnTo>
                    <a:pt x="431" y="88"/>
                  </a:lnTo>
                  <a:lnTo>
                    <a:pt x="426" y="99"/>
                  </a:lnTo>
                  <a:lnTo>
                    <a:pt x="423" y="104"/>
                  </a:lnTo>
                  <a:lnTo>
                    <a:pt x="19" y="104"/>
                  </a:lnTo>
                  <a:lnTo>
                    <a:pt x="19" y="104"/>
                  </a:lnTo>
                  <a:lnTo>
                    <a:pt x="19" y="104"/>
                  </a:lnTo>
                </a:path>
              </a:pathLst>
            </a:custGeom>
            <a:solidFill>
              <a:srgbClr val="B3B3B3"/>
            </a:solidFill>
            <a:ln cap="rnd">
              <a:noFill/>
              <a:round/>
            </a:ln>
            <a:effectLst/>
          </p:spPr>
        </p:sp>
        <p:sp>
          <p:nvSpPr>
            <p:cNvPr id="62170" name=""/>
            <p:cNvSpPr/>
            <p:nvPr/>
          </p:nvSpPr>
          <p:spPr>
            <a:xfrm>
              <a:off x="4183" y="3860"/>
              <a:ext cx="406" cy="177"/>
            </a:xfrm>
            <a:custGeom>
              <a:pathLst>
                <a:path w="406" h="177">
                  <a:moveTo>
                    <a:pt x="0" y="0"/>
                  </a:moveTo>
                  <a:lnTo>
                    <a:pt x="0" y="1"/>
                  </a:lnTo>
                  <a:lnTo>
                    <a:pt x="5" y="10"/>
                  </a:lnTo>
                  <a:lnTo>
                    <a:pt x="8" y="19"/>
                  </a:lnTo>
                  <a:lnTo>
                    <a:pt x="14" y="28"/>
                  </a:lnTo>
                  <a:lnTo>
                    <a:pt x="19" y="38"/>
                  </a:lnTo>
                  <a:lnTo>
                    <a:pt x="24" y="45"/>
                  </a:lnTo>
                  <a:lnTo>
                    <a:pt x="31" y="53"/>
                  </a:lnTo>
                  <a:lnTo>
                    <a:pt x="37" y="61"/>
                  </a:lnTo>
                  <a:lnTo>
                    <a:pt x="41" y="65"/>
                  </a:lnTo>
                  <a:lnTo>
                    <a:pt x="45" y="68"/>
                  </a:lnTo>
                  <a:lnTo>
                    <a:pt x="48" y="72"/>
                  </a:lnTo>
                  <a:lnTo>
                    <a:pt x="52" y="75"/>
                  </a:lnTo>
                  <a:lnTo>
                    <a:pt x="57" y="79"/>
                  </a:lnTo>
                  <a:lnTo>
                    <a:pt x="61" y="82"/>
                  </a:lnTo>
                  <a:lnTo>
                    <a:pt x="65" y="85"/>
                  </a:lnTo>
                  <a:lnTo>
                    <a:pt x="70" y="88"/>
                  </a:lnTo>
                  <a:lnTo>
                    <a:pt x="75" y="91"/>
                  </a:lnTo>
                  <a:lnTo>
                    <a:pt x="79" y="94"/>
                  </a:lnTo>
                  <a:lnTo>
                    <a:pt x="84" y="96"/>
                  </a:lnTo>
                  <a:lnTo>
                    <a:pt x="89" y="99"/>
                  </a:lnTo>
                  <a:lnTo>
                    <a:pt x="95" y="101"/>
                  </a:lnTo>
                  <a:lnTo>
                    <a:pt x="100" y="103"/>
                  </a:lnTo>
                  <a:lnTo>
                    <a:pt x="105" y="105"/>
                  </a:lnTo>
                  <a:lnTo>
                    <a:pt x="110" y="107"/>
                  </a:lnTo>
                  <a:lnTo>
                    <a:pt x="110" y="124"/>
                  </a:lnTo>
                  <a:lnTo>
                    <a:pt x="110" y="141"/>
                  </a:lnTo>
                  <a:lnTo>
                    <a:pt x="110" y="158"/>
                  </a:lnTo>
                  <a:lnTo>
                    <a:pt x="110" y="176"/>
                  </a:lnTo>
                  <a:lnTo>
                    <a:pt x="113" y="176"/>
                  </a:lnTo>
                  <a:lnTo>
                    <a:pt x="116" y="176"/>
                  </a:lnTo>
                  <a:lnTo>
                    <a:pt x="118" y="176"/>
                  </a:lnTo>
                  <a:lnTo>
                    <a:pt x="121" y="176"/>
                  </a:lnTo>
                  <a:lnTo>
                    <a:pt x="123" y="176"/>
                  </a:lnTo>
                  <a:lnTo>
                    <a:pt x="126" y="176"/>
                  </a:lnTo>
                  <a:lnTo>
                    <a:pt x="128" y="176"/>
                  </a:lnTo>
                  <a:lnTo>
                    <a:pt x="130" y="176"/>
                  </a:lnTo>
                  <a:lnTo>
                    <a:pt x="133" y="176"/>
                  </a:lnTo>
                  <a:lnTo>
                    <a:pt x="136" y="176"/>
                  </a:lnTo>
                  <a:lnTo>
                    <a:pt x="139" y="176"/>
                  </a:lnTo>
                  <a:lnTo>
                    <a:pt x="141" y="176"/>
                  </a:lnTo>
                  <a:lnTo>
                    <a:pt x="143" y="176"/>
                  </a:lnTo>
                  <a:lnTo>
                    <a:pt x="146" y="176"/>
                  </a:lnTo>
                  <a:lnTo>
                    <a:pt x="149" y="176"/>
                  </a:lnTo>
                  <a:lnTo>
                    <a:pt x="152" y="176"/>
                  </a:lnTo>
                  <a:lnTo>
                    <a:pt x="152" y="160"/>
                  </a:lnTo>
                  <a:lnTo>
                    <a:pt x="152" y="146"/>
                  </a:lnTo>
                  <a:lnTo>
                    <a:pt x="152" y="131"/>
                  </a:lnTo>
                  <a:lnTo>
                    <a:pt x="152" y="115"/>
                  </a:lnTo>
                  <a:lnTo>
                    <a:pt x="154" y="116"/>
                  </a:lnTo>
                  <a:lnTo>
                    <a:pt x="156" y="116"/>
                  </a:lnTo>
                  <a:lnTo>
                    <a:pt x="159" y="116"/>
                  </a:lnTo>
                  <a:lnTo>
                    <a:pt x="161" y="116"/>
                  </a:lnTo>
                  <a:lnTo>
                    <a:pt x="164" y="117"/>
                  </a:lnTo>
                  <a:lnTo>
                    <a:pt x="166" y="117"/>
                  </a:lnTo>
                  <a:lnTo>
                    <a:pt x="169" y="117"/>
                  </a:lnTo>
                  <a:lnTo>
                    <a:pt x="172" y="118"/>
                  </a:lnTo>
                  <a:lnTo>
                    <a:pt x="174" y="118"/>
                  </a:lnTo>
                  <a:lnTo>
                    <a:pt x="177" y="118"/>
                  </a:lnTo>
                  <a:lnTo>
                    <a:pt x="180" y="118"/>
                  </a:lnTo>
                  <a:lnTo>
                    <a:pt x="183" y="118"/>
                  </a:lnTo>
                  <a:lnTo>
                    <a:pt x="185" y="118"/>
                  </a:lnTo>
                  <a:lnTo>
                    <a:pt x="187" y="118"/>
                  </a:lnTo>
                  <a:lnTo>
                    <a:pt x="190" y="118"/>
                  </a:lnTo>
                  <a:lnTo>
                    <a:pt x="193" y="118"/>
                  </a:lnTo>
                  <a:lnTo>
                    <a:pt x="194" y="118"/>
                  </a:lnTo>
                  <a:lnTo>
                    <a:pt x="197" y="118"/>
                  </a:lnTo>
                  <a:lnTo>
                    <a:pt x="198" y="118"/>
                  </a:lnTo>
                  <a:lnTo>
                    <a:pt x="200" y="118"/>
                  </a:lnTo>
                  <a:lnTo>
                    <a:pt x="201" y="118"/>
                  </a:lnTo>
                  <a:lnTo>
                    <a:pt x="204" y="118"/>
                  </a:lnTo>
                  <a:lnTo>
                    <a:pt x="205" y="118"/>
                  </a:lnTo>
                  <a:lnTo>
                    <a:pt x="206" y="117"/>
                  </a:lnTo>
                  <a:lnTo>
                    <a:pt x="206" y="132"/>
                  </a:lnTo>
                  <a:lnTo>
                    <a:pt x="206" y="146"/>
                  </a:lnTo>
                  <a:lnTo>
                    <a:pt x="206" y="161"/>
                  </a:lnTo>
                  <a:lnTo>
                    <a:pt x="206" y="176"/>
                  </a:lnTo>
                  <a:lnTo>
                    <a:pt x="209" y="176"/>
                  </a:lnTo>
                  <a:lnTo>
                    <a:pt x="212" y="176"/>
                  </a:lnTo>
                  <a:lnTo>
                    <a:pt x="215" y="176"/>
                  </a:lnTo>
                  <a:lnTo>
                    <a:pt x="218" y="176"/>
                  </a:lnTo>
                  <a:lnTo>
                    <a:pt x="220" y="176"/>
                  </a:lnTo>
                  <a:lnTo>
                    <a:pt x="223" y="176"/>
                  </a:lnTo>
                  <a:lnTo>
                    <a:pt x="225" y="176"/>
                  </a:lnTo>
                  <a:lnTo>
                    <a:pt x="228" y="176"/>
                  </a:lnTo>
                  <a:lnTo>
                    <a:pt x="231" y="176"/>
                  </a:lnTo>
                  <a:lnTo>
                    <a:pt x="234" y="176"/>
                  </a:lnTo>
                  <a:lnTo>
                    <a:pt x="237" y="176"/>
                  </a:lnTo>
                  <a:lnTo>
                    <a:pt x="239" y="176"/>
                  </a:lnTo>
                  <a:lnTo>
                    <a:pt x="242" y="176"/>
                  </a:lnTo>
                  <a:lnTo>
                    <a:pt x="244" y="176"/>
                  </a:lnTo>
                  <a:lnTo>
                    <a:pt x="247" y="176"/>
                  </a:lnTo>
                  <a:lnTo>
                    <a:pt x="251" y="176"/>
                  </a:lnTo>
                  <a:lnTo>
                    <a:pt x="251" y="160"/>
                  </a:lnTo>
                  <a:lnTo>
                    <a:pt x="251" y="144"/>
                  </a:lnTo>
                  <a:lnTo>
                    <a:pt x="251" y="128"/>
                  </a:lnTo>
                  <a:lnTo>
                    <a:pt x="251" y="112"/>
                  </a:lnTo>
                  <a:lnTo>
                    <a:pt x="254" y="111"/>
                  </a:lnTo>
                  <a:lnTo>
                    <a:pt x="259" y="110"/>
                  </a:lnTo>
                  <a:lnTo>
                    <a:pt x="263" y="109"/>
                  </a:lnTo>
                  <a:lnTo>
                    <a:pt x="268" y="108"/>
                  </a:lnTo>
                  <a:lnTo>
                    <a:pt x="272" y="106"/>
                  </a:lnTo>
                  <a:lnTo>
                    <a:pt x="276" y="106"/>
                  </a:lnTo>
                  <a:lnTo>
                    <a:pt x="280" y="104"/>
                  </a:lnTo>
                  <a:lnTo>
                    <a:pt x="284" y="103"/>
                  </a:lnTo>
                  <a:lnTo>
                    <a:pt x="288" y="101"/>
                  </a:lnTo>
                  <a:lnTo>
                    <a:pt x="292" y="99"/>
                  </a:lnTo>
                  <a:lnTo>
                    <a:pt x="296" y="98"/>
                  </a:lnTo>
                  <a:lnTo>
                    <a:pt x="300" y="97"/>
                  </a:lnTo>
                  <a:lnTo>
                    <a:pt x="304" y="95"/>
                  </a:lnTo>
                  <a:lnTo>
                    <a:pt x="308" y="93"/>
                  </a:lnTo>
                  <a:lnTo>
                    <a:pt x="311" y="92"/>
                  </a:lnTo>
                  <a:lnTo>
                    <a:pt x="315" y="90"/>
                  </a:lnTo>
                  <a:lnTo>
                    <a:pt x="319" y="88"/>
                  </a:lnTo>
                  <a:lnTo>
                    <a:pt x="322" y="86"/>
                  </a:lnTo>
                  <a:lnTo>
                    <a:pt x="326" y="84"/>
                  </a:lnTo>
                  <a:lnTo>
                    <a:pt x="329" y="82"/>
                  </a:lnTo>
                  <a:lnTo>
                    <a:pt x="333" y="80"/>
                  </a:lnTo>
                  <a:lnTo>
                    <a:pt x="336" y="78"/>
                  </a:lnTo>
                  <a:lnTo>
                    <a:pt x="340" y="75"/>
                  </a:lnTo>
                  <a:lnTo>
                    <a:pt x="343" y="73"/>
                  </a:lnTo>
                  <a:lnTo>
                    <a:pt x="346" y="71"/>
                  </a:lnTo>
                  <a:lnTo>
                    <a:pt x="349" y="68"/>
                  </a:lnTo>
                  <a:lnTo>
                    <a:pt x="353" y="65"/>
                  </a:lnTo>
                  <a:lnTo>
                    <a:pt x="355" y="63"/>
                  </a:lnTo>
                  <a:lnTo>
                    <a:pt x="358" y="60"/>
                  </a:lnTo>
                  <a:lnTo>
                    <a:pt x="362" y="57"/>
                  </a:lnTo>
                  <a:lnTo>
                    <a:pt x="365" y="55"/>
                  </a:lnTo>
                  <a:lnTo>
                    <a:pt x="367" y="52"/>
                  </a:lnTo>
                  <a:lnTo>
                    <a:pt x="375" y="44"/>
                  </a:lnTo>
                  <a:lnTo>
                    <a:pt x="382" y="35"/>
                  </a:lnTo>
                  <a:lnTo>
                    <a:pt x="389" y="26"/>
                  </a:lnTo>
                  <a:lnTo>
                    <a:pt x="396" y="16"/>
                  </a:lnTo>
                  <a:lnTo>
                    <a:pt x="401" y="6"/>
                  </a:lnTo>
                  <a:lnTo>
                    <a:pt x="405" y="0"/>
                  </a:lnTo>
                  <a:lnTo>
                    <a:pt x="0" y="0"/>
                  </a:lnTo>
                  <a:lnTo>
                    <a:pt x="0" y="0"/>
                  </a:lnTo>
                  <a:lnTo>
                    <a:pt x="0" y="0"/>
                  </a:lnTo>
                </a:path>
              </a:pathLst>
            </a:custGeom>
            <a:solidFill>
              <a:srgbClr val="B3B3B3"/>
            </a:solidFill>
            <a:ln cap="rnd">
              <a:noFill/>
              <a:round/>
            </a:ln>
            <a:effectLst/>
          </p:spPr>
        </p:sp>
        <p:sp>
          <p:nvSpPr>
            <p:cNvPr id="62171" name=""/>
            <p:cNvSpPr/>
            <p:nvPr/>
          </p:nvSpPr>
          <p:spPr>
            <a:xfrm>
              <a:off x="4256" y="3242"/>
              <a:ext cx="216" cy="77"/>
            </a:xfrm>
            <a:custGeom>
              <a:pathLst>
                <a:path w="216" h="77">
                  <a:moveTo>
                    <a:pt x="0" y="57"/>
                  </a:moveTo>
                  <a:lnTo>
                    <a:pt x="215" y="0"/>
                  </a:lnTo>
                  <a:lnTo>
                    <a:pt x="215" y="21"/>
                  </a:lnTo>
                  <a:lnTo>
                    <a:pt x="0" y="76"/>
                  </a:lnTo>
                  <a:lnTo>
                    <a:pt x="0" y="57"/>
                  </a:lnTo>
                  <a:lnTo>
                    <a:pt x="0" y="57"/>
                  </a:lnTo>
                  <a:lnTo>
                    <a:pt x="0" y="57"/>
                  </a:lnTo>
                </a:path>
              </a:pathLst>
            </a:custGeom>
            <a:solidFill>
              <a:srgbClr val="808080"/>
            </a:solidFill>
            <a:ln cap="rnd">
              <a:noFill/>
              <a:round/>
            </a:ln>
            <a:effectLst/>
          </p:spPr>
        </p:sp>
        <p:sp>
          <p:nvSpPr>
            <p:cNvPr id="62172" name=""/>
            <p:cNvSpPr/>
            <p:nvPr/>
          </p:nvSpPr>
          <p:spPr>
            <a:xfrm>
              <a:off x="4223" y="3264"/>
              <a:ext cx="296" cy="94"/>
            </a:xfrm>
            <a:custGeom>
              <a:pathLst>
                <a:path w="296" h="94">
                  <a:moveTo>
                    <a:pt x="0" y="74"/>
                  </a:moveTo>
                  <a:lnTo>
                    <a:pt x="295" y="0"/>
                  </a:lnTo>
                  <a:lnTo>
                    <a:pt x="295" y="22"/>
                  </a:lnTo>
                  <a:lnTo>
                    <a:pt x="1" y="93"/>
                  </a:lnTo>
                  <a:lnTo>
                    <a:pt x="1" y="74"/>
                  </a:lnTo>
                  <a:lnTo>
                    <a:pt x="1" y="74"/>
                  </a:lnTo>
                  <a:lnTo>
                    <a:pt x="0" y="74"/>
                  </a:lnTo>
                </a:path>
              </a:pathLst>
            </a:custGeom>
            <a:solidFill>
              <a:srgbClr val="808080"/>
            </a:solidFill>
            <a:ln cap="rnd">
              <a:noFill/>
              <a:round/>
            </a:ln>
            <a:effectLst/>
          </p:spPr>
        </p:sp>
        <p:sp>
          <p:nvSpPr>
            <p:cNvPr id="62173" name=""/>
            <p:cNvSpPr/>
            <p:nvPr/>
          </p:nvSpPr>
          <p:spPr>
            <a:xfrm>
              <a:off x="4195" y="3187"/>
              <a:ext cx="21" cy="23"/>
            </a:xfrm>
            <a:custGeom>
              <a:pathLst>
                <a:path w="21" h="23">
                  <a:moveTo>
                    <a:pt x="4" y="0"/>
                  </a:moveTo>
                  <a:lnTo>
                    <a:pt x="18" y="1"/>
                  </a:lnTo>
                  <a:lnTo>
                    <a:pt x="20" y="1"/>
                  </a:lnTo>
                  <a:lnTo>
                    <a:pt x="20" y="1"/>
                  </a:lnTo>
                  <a:lnTo>
                    <a:pt x="20" y="1"/>
                  </a:lnTo>
                  <a:lnTo>
                    <a:pt x="20" y="2"/>
                  </a:lnTo>
                  <a:lnTo>
                    <a:pt x="16" y="20"/>
                  </a:lnTo>
                  <a:lnTo>
                    <a:pt x="16" y="21"/>
                  </a:lnTo>
                  <a:lnTo>
                    <a:pt x="14" y="21"/>
                  </a:lnTo>
                  <a:lnTo>
                    <a:pt x="14" y="22"/>
                  </a:lnTo>
                  <a:lnTo>
                    <a:pt x="14" y="22"/>
                  </a:lnTo>
                  <a:lnTo>
                    <a:pt x="10" y="21"/>
                  </a:lnTo>
                  <a:lnTo>
                    <a:pt x="10" y="21"/>
                  </a:lnTo>
                  <a:lnTo>
                    <a:pt x="8" y="21"/>
                  </a:lnTo>
                  <a:lnTo>
                    <a:pt x="6" y="20"/>
                  </a:lnTo>
                  <a:lnTo>
                    <a:pt x="6" y="20"/>
                  </a:lnTo>
                  <a:lnTo>
                    <a:pt x="0" y="2"/>
                  </a:lnTo>
                  <a:lnTo>
                    <a:pt x="0" y="1"/>
                  </a:lnTo>
                  <a:lnTo>
                    <a:pt x="2" y="1"/>
                  </a:lnTo>
                  <a:lnTo>
                    <a:pt x="2" y="1"/>
                  </a:lnTo>
                  <a:lnTo>
                    <a:pt x="4" y="1"/>
                  </a:lnTo>
                  <a:lnTo>
                    <a:pt x="4" y="1"/>
                  </a:lnTo>
                  <a:lnTo>
                    <a:pt x="4" y="0"/>
                  </a:lnTo>
                </a:path>
              </a:pathLst>
            </a:custGeom>
            <a:solidFill>
              <a:srgbClr val="FFFFFF"/>
            </a:solidFill>
            <a:ln cap="rnd">
              <a:noFill/>
              <a:round/>
            </a:ln>
            <a:effectLst/>
          </p:spPr>
        </p:sp>
        <p:sp>
          <p:nvSpPr>
            <p:cNvPr id="62174" name=""/>
            <p:cNvSpPr/>
            <p:nvPr/>
          </p:nvSpPr>
          <p:spPr>
            <a:xfrm>
              <a:off x="4195" y="3188"/>
              <a:ext cx="21" cy="22"/>
            </a:xfrm>
            <a:custGeom>
              <a:pathLst>
                <a:path w="21" h="22">
                  <a:moveTo>
                    <a:pt x="4" y="0"/>
                  </a:moveTo>
                  <a:lnTo>
                    <a:pt x="4" y="0"/>
                  </a:lnTo>
                  <a:lnTo>
                    <a:pt x="6" y="0"/>
                  </a:lnTo>
                  <a:lnTo>
                    <a:pt x="8" y="0"/>
                  </a:lnTo>
                  <a:lnTo>
                    <a:pt x="8" y="0"/>
                  </a:lnTo>
                  <a:lnTo>
                    <a:pt x="10" y="0"/>
                  </a:lnTo>
                  <a:lnTo>
                    <a:pt x="12" y="0"/>
                  </a:lnTo>
                  <a:lnTo>
                    <a:pt x="14" y="0"/>
                  </a:lnTo>
                  <a:lnTo>
                    <a:pt x="18" y="0"/>
                  </a:lnTo>
                  <a:lnTo>
                    <a:pt x="20" y="0"/>
                  </a:lnTo>
                  <a:lnTo>
                    <a:pt x="20" y="0"/>
                  </a:lnTo>
                  <a:lnTo>
                    <a:pt x="20" y="0"/>
                  </a:lnTo>
                  <a:lnTo>
                    <a:pt x="20" y="1"/>
                  </a:lnTo>
                  <a:lnTo>
                    <a:pt x="20" y="4"/>
                  </a:lnTo>
                  <a:lnTo>
                    <a:pt x="20" y="7"/>
                  </a:lnTo>
                  <a:lnTo>
                    <a:pt x="18" y="11"/>
                  </a:lnTo>
                  <a:lnTo>
                    <a:pt x="16" y="19"/>
                  </a:lnTo>
                  <a:lnTo>
                    <a:pt x="16" y="20"/>
                  </a:lnTo>
                  <a:lnTo>
                    <a:pt x="14" y="20"/>
                  </a:lnTo>
                  <a:lnTo>
                    <a:pt x="14" y="21"/>
                  </a:lnTo>
                  <a:lnTo>
                    <a:pt x="14" y="21"/>
                  </a:lnTo>
                  <a:lnTo>
                    <a:pt x="12" y="21"/>
                  </a:lnTo>
                  <a:lnTo>
                    <a:pt x="12" y="21"/>
                  </a:lnTo>
                  <a:lnTo>
                    <a:pt x="12" y="21"/>
                  </a:lnTo>
                  <a:lnTo>
                    <a:pt x="10" y="20"/>
                  </a:lnTo>
                  <a:lnTo>
                    <a:pt x="10" y="20"/>
                  </a:lnTo>
                  <a:lnTo>
                    <a:pt x="8" y="20"/>
                  </a:lnTo>
                  <a:lnTo>
                    <a:pt x="6" y="19"/>
                  </a:lnTo>
                  <a:lnTo>
                    <a:pt x="6" y="19"/>
                  </a:lnTo>
                  <a:lnTo>
                    <a:pt x="4" y="16"/>
                  </a:lnTo>
                  <a:lnTo>
                    <a:pt x="4" y="13"/>
                  </a:lnTo>
                  <a:lnTo>
                    <a:pt x="4" y="9"/>
                  </a:lnTo>
                  <a:lnTo>
                    <a:pt x="0" y="1"/>
                  </a:lnTo>
                  <a:lnTo>
                    <a:pt x="0" y="0"/>
                  </a:lnTo>
                  <a:lnTo>
                    <a:pt x="2" y="0"/>
                  </a:lnTo>
                  <a:lnTo>
                    <a:pt x="4" y="0"/>
                  </a:lnTo>
                  <a:lnTo>
                    <a:pt x="4" y="0"/>
                  </a:lnTo>
                  <a:lnTo>
                    <a:pt x="4" y="0"/>
                  </a:lnTo>
                </a:path>
              </a:pathLst>
            </a:custGeom>
            <a:solidFill>
              <a:srgbClr val="F5F5F5"/>
            </a:solidFill>
            <a:ln cap="rnd">
              <a:noFill/>
              <a:round/>
            </a:ln>
            <a:effectLst/>
          </p:spPr>
        </p:sp>
        <p:sp>
          <p:nvSpPr>
            <p:cNvPr id="62175" name=""/>
            <p:cNvSpPr/>
            <p:nvPr/>
          </p:nvSpPr>
          <p:spPr>
            <a:xfrm>
              <a:off x="4196" y="3188"/>
              <a:ext cx="21" cy="22"/>
            </a:xfrm>
            <a:custGeom>
              <a:pathLst>
                <a:path w="21" h="22">
                  <a:moveTo>
                    <a:pt x="2" y="0"/>
                  </a:moveTo>
                  <a:lnTo>
                    <a:pt x="2" y="0"/>
                  </a:lnTo>
                  <a:lnTo>
                    <a:pt x="4" y="0"/>
                  </a:lnTo>
                  <a:lnTo>
                    <a:pt x="6" y="0"/>
                  </a:lnTo>
                  <a:lnTo>
                    <a:pt x="6" y="0"/>
                  </a:lnTo>
                  <a:lnTo>
                    <a:pt x="8" y="0"/>
                  </a:lnTo>
                  <a:lnTo>
                    <a:pt x="11" y="0"/>
                  </a:lnTo>
                  <a:lnTo>
                    <a:pt x="13" y="0"/>
                  </a:lnTo>
                  <a:lnTo>
                    <a:pt x="17" y="0"/>
                  </a:lnTo>
                  <a:lnTo>
                    <a:pt x="17" y="0"/>
                  </a:lnTo>
                  <a:lnTo>
                    <a:pt x="20" y="0"/>
                  </a:lnTo>
                  <a:lnTo>
                    <a:pt x="20" y="1"/>
                  </a:lnTo>
                  <a:lnTo>
                    <a:pt x="20" y="2"/>
                  </a:lnTo>
                  <a:lnTo>
                    <a:pt x="20" y="4"/>
                  </a:lnTo>
                  <a:lnTo>
                    <a:pt x="20" y="7"/>
                  </a:lnTo>
                  <a:lnTo>
                    <a:pt x="17" y="11"/>
                  </a:lnTo>
                  <a:lnTo>
                    <a:pt x="15" y="19"/>
                  </a:lnTo>
                  <a:lnTo>
                    <a:pt x="15" y="20"/>
                  </a:lnTo>
                  <a:lnTo>
                    <a:pt x="13" y="20"/>
                  </a:lnTo>
                  <a:lnTo>
                    <a:pt x="13" y="21"/>
                  </a:lnTo>
                  <a:lnTo>
                    <a:pt x="11" y="21"/>
                  </a:lnTo>
                  <a:lnTo>
                    <a:pt x="11" y="21"/>
                  </a:lnTo>
                  <a:lnTo>
                    <a:pt x="11" y="21"/>
                  </a:lnTo>
                  <a:lnTo>
                    <a:pt x="11" y="21"/>
                  </a:lnTo>
                  <a:lnTo>
                    <a:pt x="8" y="20"/>
                  </a:lnTo>
                  <a:lnTo>
                    <a:pt x="8" y="20"/>
                  </a:lnTo>
                  <a:lnTo>
                    <a:pt x="6" y="20"/>
                  </a:lnTo>
                  <a:lnTo>
                    <a:pt x="6" y="19"/>
                  </a:lnTo>
                  <a:lnTo>
                    <a:pt x="4" y="19"/>
                  </a:lnTo>
                  <a:lnTo>
                    <a:pt x="4" y="16"/>
                  </a:lnTo>
                  <a:lnTo>
                    <a:pt x="2" y="13"/>
                  </a:lnTo>
                  <a:lnTo>
                    <a:pt x="2" y="9"/>
                  </a:lnTo>
                  <a:lnTo>
                    <a:pt x="0" y="2"/>
                  </a:lnTo>
                  <a:lnTo>
                    <a:pt x="0" y="1"/>
                  </a:lnTo>
                  <a:lnTo>
                    <a:pt x="0" y="0"/>
                  </a:lnTo>
                  <a:lnTo>
                    <a:pt x="2" y="0"/>
                  </a:lnTo>
                  <a:lnTo>
                    <a:pt x="2" y="0"/>
                  </a:lnTo>
                  <a:lnTo>
                    <a:pt x="2" y="0"/>
                  </a:lnTo>
                  <a:lnTo>
                    <a:pt x="2" y="0"/>
                  </a:lnTo>
                </a:path>
              </a:pathLst>
            </a:custGeom>
            <a:solidFill>
              <a:srgbClr val="E9E9E9"/>
            </a:solidFill>
            <a:ln cap="rnd">
              <a:noFill/>
              <a:round/>
            </a:ln>
            <a:effectLst/>
          </p:spPr>
        </p:sp>
        <p:sp>
          <p:nvSpPr>
            <p:cNvPr id="62176" name=""/>
            <p:cNvSpPr/>
            <p:nvPr/>
          </p:nvSpPr>
          <p:spPr>
            <a:xfrm>
              <a:off x="4196" y="3188"/>
              <a:ext cx="21" cy="22"/>
            </a:xfrm>
            <a:custGeom>
              <a:pathLst>
                <a:path w="21" h="22">
                  <a:moveTo>
                    <a:pt x="2" y="0"/>
                  </a:moveTo>
                  <a:lnTo>
                    <a:pt x="2" y="0"/>
                  </a:lnTo>
                  <a:lnTo>
                    <a:pt x="4" y="0"/>
                  </a:lnTo>
                  <a:lnTo>
                    <a:pt x="6" y="0"/>
                  </a:lnTo>
                  <a:lnTo>
                    <a:pt x="6" y="0"/>
                  </a:lnTo>
                  <a:lnTo>
                    <a:pt x="8" y="0"/>
                  </a:lnTo>
                  <a:lnTo>
                    <a:pt x="11" y="0"/>
                  </a:lnTo>
                  <a:lnTo>
                    <a:pt x="13" y="0"/>
                  </a:lnTo>
                  <a:lnTo>
                    <a:pt x="15" y="0"/>
                  </a:lnTo>
                  <a:lnTo>
                    <a:pt x="17" y="0"/>
                  </a:lnTo>
                  <a:lnTo>
                    <a:pt x="20" y="1"/>
                  </a:lnTo>
                  <a:lnTo>
                    <a:pt x="20" y="2"/>
                  </a:lnTo>
                  <a:lnTo>
                    <a:pt x="20" y="2"/>
                  </a:lnTo>
                  <a:lnTo>
                    <a:pt x="20" y="5"/>
                  </a:lnTo>
                  <a:lnTo>
                    <a:pt x="17" y="7"/>
                  </a:lnTo>
                  <a:lnTo>
                    <a:pt x="17" y="11"/>
                  </a:lnTo>
                  <a:lnTo>
                    <a:pt x="15" y="19"/>
                  </a:lnTo>
                  <a:lnTo>
                    <a:pt x="13" y="20"/>
                  </a:lnTo>
                  <a:lnTo>
                    <a:pt x="13" y="20"/>
                  </a:lnTo>
                  <a:lnTo>
                    <a:pt x="13" y="21"/>
                  </a:lnTo>
                  <a:lnTo>
                    <a:pt x="11" y="21"/>
                  </a:lnTo>
                  <a:lnTo>
                    <a:pt x="11" y="21"/>
                  </a:lnTo>
                  <a:lnTo>
                    <a:pt x="11" y="21"/>
                  </a:lnTo>
                  <a:lnTo>
                    <a:pt x="11" y="21"/>
                  </a:lnTo>
                  <a:lnTo>
                    <a:pt x="8" y="20"/>
                  </a:lnTo>
                  <a:lnTo>
                    <a:pt x="8" y="20"/>
                  </a:lnTo>
                  <a:lnTo>
                    <a:pt x="6" y="20"/>
                  </a:lnTo>
                  <a:lnTo>
                    <a:pt x="6" y="19"/>
                  </a:lnTo>
                  <a:lnTo>
                    <a:pt x="4" y="19"/>
                  </a:lnTo>
                  <a:lnTo>
                    <a:pt x="4" y="16"/>
                  </a:lnTo>
                  <a:lnTo>
                    <a:pt x="2" y="13"/>
                  </a:lnTo>
                  <a:lnTo>
                    <a:pt x="2" y="9"/>
                  </a:lnTo>
                  <a:lnTo>
                    <a:pt x="0" y="2"/>
                  </a:lnTo>
                  <a:lnTo>
                    <a:pt x="0" y="1"/>
                  </a:lnTo>
                  <a:lnTo>
                    <a:pt x="0" y="1"/>
                  </a:lnTo>
                  <a:lnTo>
                    <a:pt x="2" y="0"/>
                  </a:lnTo>
                  <a:lnTo>
                    <a:pt x="2" y="0"/>
                  </a:lnTo>
                  <a:lnTo>
                    <a:pt x="2" y="0"/>
                  </a:lnTo>
                  <a:lnTo>
                    <a:pt x="2" y="0"/>
                  </a:lnTo>
                </a:path>
              </a:pathLst>
            </a:custGeom>
            <a:solidFill>
              <a:srgbClr val="DEDEDE"/>
            </a:solidFill>
            <a:ln cap="rnd">
              <a:noFill/>
              <a:round/>
            </a:ln>
            <a:effectLst/>
          </p:spPr>
        </p:sp>
        <p:sp>
          <p:nvSpPr>
            <p:cNvPr id="62177" name=""/>
            <p:cNvSpPr/>
            <p:nvPr/>
          </p:nvSpPr>
          <p:spPr>
            <a:xfrm>
              <a:off x="4196" y="3189"/>
              <a:ext cx="21" cy="21"/>
            </a:xfrm>
            <a:custGeom>
              <a:pathLst>
                <a:path w="21" h="21">
                  <a:moveTo>
                    <a:pt x="2" y="0"/>
                  </a:moveTo>
                  <a:lnTo>
                    <a:pt x="2" y="0"/>
                  </a:lnTo>
                  <a:lnTo>
                    <a:pt x="4" y="0"/>
                  </a:lnTo>
                  <a:lnTo>
                    <a:pt x="6" y="0"/>
                  </a:lnTo>
                  <a:lnTo>
                    <a:pt x="6" y="0"/>
                  </a:lnTo>
                  <a:lnTo>
                    <a:pt x="8" y="0"/>
                  </a:lnTo>
                  <a:lnTo>
                    <a:pt x="11" y="0"/>
                  </a:lnTo>
                  <a:lnTo>
                    <a:pt x="13" y="0"/>
                  </a:lnTo>
                  <a:lnTo>
                    <a:pt x="15" y="0"/>
                  </a:lnTo>
                  <a:lnTo>
                    <a:pt x="17" y="0"/>
                  </a:lnTo>
                  <a:lnTo>
                    <a:pt x="17" y="1"/>
                  </a:lnTo>
                  <a:lnTo>
                    <a:pt x="20" y="1"/>
                  </a:lnTo>
                  <a:lnTo>
                    <a:pt x="20" y="1"/>
                  </a:lnTo>
                  <a:lnTo>
                    <a:pt x="20" y="4"/>
                  </a:lnTo>
                  <a:lnTo>
                    <a:pt x="17" y="7"/>
                  </a:lnTo>
                  <a:lnTo>
                    <a:pt x="17" y="11"/>
                  </a:lnTo>
                  <a:lnTo>
                    <a:pt x="15" y="18"/>
                  </a:lnTo>
                  <a:lnTo>
                    <a:pt x="13" y="19"/>
                  </a:lnTo>
                  <a:lnTo>
                    <a:pt x="13" y="19"/>
                  </a:lnTo>
                  <a:lnTo>
                    <a:pt x="13" y="20"/>
                  </a:lnTo>
                  <a:lnTo>
                    <a:pt x="11" y="20"/>
                  </a:lnTo>
                  <a:lnTo>
                    <a:pt x="11" y="20"/>
                  </a:lnTo>
                  <a:lnTo>
                    <a:pt x="11" y="20"/>
                  </a:lnTo>
                  <a:lnTo>
                    <a:pt x="11" y="20"/>
                  </a:lnTo>
                  <a:lnTo>
                    <a:pt x="8" y="19"/>
                  </a:lnTo>
                  <a:lnTo>
                    <a:pt x="8" y="19"/>
                  </a:lnTo>
                  <a:lnTo>
                    <a:pt x="6" y="19"/>
                  </a:lnTo>
                  <a:lnTo>
                    <a:pt x="6" y="18"/>
                  </a:lnTo>
                  <a:lnTo>
                    <a:pt x="6" y="18"/>
                  </a:lnTo>
                  <a:lnTo>
                    <a:pt x="4" y="15"/>
                  </a:lnTo>
                  <a:lnTo>
                    <a:pt x="2" y="12"/>
                  </a:lnTo>
                  <a:lnTo>
                    <a:pt x="2" y="8"/>
                  </a:lnTo>
                  <a:lnTo>
                    <a:pt x="0" y="1"/>
                  </a:lnTo>
                  <a:lnTo>
                    <a:pt x="0" y="1"/>
                  </a:lnTo>
                  <a:lnTo>
                    <a:pt x="0" y="1"/>
                  </a:lnTo>
                  <a:lnTo>
                    <a:pt x="2" y="0"/>
                  </a:lnTo>
                  <a:lnTo>
                    <a:pt x="2" y="0"/>
                  </a:lnTo>
                  <a:lnTo>
                    <a:pt x="2" y="0"/>
                  </a:lnTo>
                  <a:lnTo>
                    <a:pt x="2" y="0"/>
                  </a:lnTo>
                </a:path>
              </a:pathLst>
            </a:custGeom>
            <a:solidFill>
              <a:srgbClr val="D4D4D4"/>
            </a:solidFill>
            <a:ln cap="rnd">
              <a:noFill/>
              <a:round/>
            </a:ln>
            <a:effectLst/>
          </p:spPr>
        </p:sp>
        <p:sp>
          <p:nvSpPr>
            <p:cNvPr id="62178" name=""/>
            <p:cNvSpPr/>
            <p:nvPr/>
          </p:nvSpPr>
          <p:spPr>
            <a:xfrm>
              <a:off x="4196" y="3190"/>
              <a:ext cx="21" cy="20"/>
            </a:xfrm>
            <a:custGeom>
              <a:pathLst>
                <a:path w="21" h="20">
                  <a:moveTo>
                    <a:pt x="2" y="0"/>
                  </a:moveTo>
                  <a:lnTo>
                    <a:pt x="2" y="0"/>
                  </a:lnTo>
                  <a:lnTo>
                    <a:pt x="5" y="0"/>
                  </a:lnTo>
                  <a:lnTo>
                    <a:pt x="7" y="0"/>
                  </a:lnTo>
                  <a:lnTo>
                    <a:pt x="7" y="0"/>
                  </a:lnTo>
                  <a:lnTo>
                    <a:pt x="10" y="0"/>
                  </a:lnTo>
                  <a:lnTo>
                    <a:pt x="12" y="0"/>
                  </a:lnTo>
                  <a:lnTo>
                    <a:pt x="12" y="0"/>
                  </a:lnTo>
                  <a:lnTo>
                    <a:pt x="17" y="0"/>
                  </a:lnTo>
                  <a:lnTo>
                    <a:pt x="17" y="0"/>
                  </a:lnTo>
                  <a:lnTo>
                    <a:pt x="20" y="0"/>
                  </a:lnTo>
                  <a:lnTo>
                    <a:pt x="20" y="0"/>
                  </a:lnTo>
                  <a:lnTo>
                    <a:pt x="20" y="0"/>
                  </a:lnTo>
                  <a:lnTo>
                    <a:pt x="20" y="4"/>
                  </a:lnTo>
                  <a:lnTo>
                    <a:pt x="20" y="6"/>
                  </a:lnTo>
                  <a:lnTo>
                    <a:pt x="17" y="10"/>
                  </a:lnTo>
                  <a:lnTo>
                    <a:pt x="15" y="17"/>
                  </a:lnTo>
                  <a:lnTo>
                    <a:pt x="15" y="18"/>
                  </a:lnTo>
                  <a:lnTo>
                    <a:pt x="15" y="18"/>
                  </a:lnTo>
                  <a:lnTo>
                    <a:pt x="15" y="19"/>
                  </a:lnTo>
                  <a:lnTo>
                    <a:pt x="12" y="19"/>
                  </a:lnTo>
                  <a:lnTo>
                    <a:pt x="12" y="19"/>
                  </a:lnTo>
                  <a:lnTo>
                    <a:pt x="12" y="19"/>
                  </a:lnTo>
                  <a:lnTo>
                    <a:pt x="12" y="19"/>
                  </a:lnTo>
                  <a:lnTo>
                    <a:pt x="10" y="18"/>
                  </a:lnTo>
                  <a:lnTo>
                    <a:pt x="10" y="18"/>
                  </a:lnTo>
                  <a:lnTo>
                    <a:pt x="7" y="18"/>
                  </a:lnTo>
                  <a:lnTo>
                    <a:pt x="7" y="17"/>
                  </a:lnTo>
                  <a:lnTo>
                    <a:pt x="7" y="17"/>
                  </a:lnTo>
                  <a:lnTo>
                    <a:pt x="5" y="14"/>
                  </a:lnTo>
                  <a:lnTo>
                    <a:pt x="2" y="12"/>
                  </a:lnTo>
                  <a:lnTo>
                    <a:pt x="2" y="8"/>
                  </a:lnTo>
                  <a:lnTo>
                    <a:pt x="0" y="0"/>
                  </a:lnTo>
                  <a:lnTo>
                    <a:pt x="0" y="0"/>
                  </a:lnTo>
                  <a:lnTo>
                    <a:pt x="2" y="0"/>
                  </a:lnTo>
                  <a:lnTo>
                    <a:pt x="2" y="0"/>
                  </a:lnTo>
                  <a:lnTo>
                    <a:pt x="2" y="0"/>
                  </a:lnTo>
                  <a:lnTo>
                    <a:pt x="2" y="0"/>
                  </a:lnTo>
                </a:path>
              </a:pathLst>
            </a:custGeom>
            <a:solidFill>
              <a:srgbClr val="CACACA"/>
            </a:solidFill>
            <a:ln cap="rnd">
              <a:noFill/>
              <a:round/>
            </a:ln>
            <a:effectLst/>
          </p:spPr>
        </p:sp>
        <p:sp>
          <p:nvSpPr>
            <p:cNvPr id="62179" name=""/>
            <p:cNvSpPr/>
            <p:nvPr/>
          </p:nvSpPr>
          <p:spPr>
            <a:xfrm>
              <a:off x="4196" y="3190"/>
              <a:ext cx="21" cy="20"/>
            </a:xfrm>
            <a:custGeom>
              <a:pathLst>
                <a:path w="21" h="20">
                  <a:moveTo>
                    <a:pt x="2" y="0"/>
                  </a:moveTo>
                  <a:lnTo>
                    <a:pt x="5" y="0"/>
                  </a:lnTo>
                  <a:lnTo>
                    <a:pt x="5" y="0"/>
                  </a:lnTo>
                  <a:lnTo>
                    <a:pt x="7" y="0"/>
                  </a:lnTo>
                  <a:lnTo>
                    <a:pt x="7" y="0"/>
                  </a:lnTo>
                  <a:lnTo>
                    <a:pt x="10" y="0"/>
                  </a:lnTo>
                  <a:lnTo>
                    <a:pt x="12" y="0"/>
                  </a:lnTo>
                  <a:lnTo>
                    <a:pt x="12" y="0"/>
                  </a:lnTo>
                  <a:lnTo>
                    <a:pt x="17" y="0"/>
                  </a:lnTo>
                  <a:lnTo>
                    <a:pt x="17" y="0"/>
                  </a:lnTo>
                  <a:lnTo>
                    <a:pt x="20" y="0"/>
                  </a:lnTo>
                  <a:lnTo>
                    <a:pt x="20" y="0"/>
                  </a:lnTo>
                  <a:lnTo>
                    <a:pt x="20" y="1"/>
                  </a:lnTo>
                  <a:lnTo>
                    <a:pt x="20" y="4"/>
                  </a:lnTo>
                  <a:lnTo>
                    <a:pt x="20" y="7"/>
                  </a:lnTo>
                  <a:lnTo>
                    <a:pt x="17" y="10"/>
                  </a:lnTo>
                  <a:lnTo>
                    <a:pt x="15" y="17"/>
                  </a:lnTo>
                  <a:lnTo>
                    <a:pt x="15" y="18"/>
                  </a:lnTo>
                  <a:lnTo>
                    <a:pt x="15" y="18"/>
                  </a:lnTo>
                  <a:lnTo>
                    <a:pt x="15" y="19"/>
                  </a:lnTo>
                  <a:lnTo>
                    <a:pt x="12" y="19"/>
                  </a:lnTo>
                  <a:lnTo>
                    <a:pt x="12" y="19"/>
                  </a:lnTo>
                  <a:lnTo>
                    <a:pt x="12" y="19"/>
                  </a:lnTo>
                  <a:lnTo>
                    <a:pt x="12" y="19"/>
                  </a:lnTo>
                  <a:lnTo>
                    <a:pt x="10" y="18"/>
                  </a:lnTo>
                  <a:lnTo>
                    <a:pt x="10" y="18"/>
                  </a:lnTo>
                  <a:lnTo>
                    <a:pt x="7" y="18"/>
                  </a:lnTo>
                  <a:lnTo>
                    <a:pt x="7" y="17"/>
                  </a:lnTo>
                  <a:lnTo>
                    <a:pt x="7" y="17"/>
                  </a:lnTo>
                  <a:lnTo>
                    <a:pt x="5" y="14"/>
                  </a:lnTo>
                  <a:lnTo>
                    <a:pt x="2" y="12"/>
                  </a:lnTo>
                  <a:lnTo>
                    <a:pt x="2" y="8"/>
                  </a:lnTo>
                  <a:lnTo>
                    <a:pt x="0" y="1"/>
                  </a:lnTo>
                  <a:lnTo>
                    <a:pt x="0" y="0"/>
                  </a:lnTo>
                  <a:lnTo>
                    <a:pt x="2" y="0"/>
                  </a:lnTo>
                  <a:lnTo>
                    <a:pt x="2" y="0"/>
                  </a:lnTo>
                  <a:lnTo>
                    <a:pt x="2" y="0"/>
                  </a:lnTo>
                  <a:lnTo>
                    <a:pt x="2" y="0"/>
                  </a:lnTo>
                </a:path>
              </a:pathLst>
            </a:custGeom>
            <a:solidFill>
              <a:srgbClr val="BDBDBD"/>
            </a:solidFill>
            <a:ln cap="rnd">
              <a:noFill/>
              <a:round/>
            </a:ln>
            <a:effectLst/>
          </p:spPr>
        </p:sp>
        <p:sp>
          <p:nvSpPr>
            <p:cNvPr id="62180" name=""/>
            <p:cNvSpPr/>
            <p:nvPr/>
          </p:nvSpPr>
          <p:spPr>
            <a:xfrm>
              <a:off x="4196" y="3190"/>
              <a:ext cx="21" cy="20"/>
            </a:xfrm>
            <a:custGeom>
              <a:pathLst>
                <a:path w="21" h="20">
                  <a:moveTo>
                    <a:pt x="2" y="0"/>
                  </a:moveTo>
                  <a:lnTo>
                    <a:pt x="2" y="0"/>
                  </a:lnTo>
                  <a:lnTo>
                    <a:pt x="5" y="0"/>
                  </a:lnTo>
                  <a:lnTo>
                    <a:pt x="7" y="0"/>
                  </a:lnTo>
                  <a:lnTo>
                    <a:pt x="7" y="0"/>
                  </a:lnTo>
                  <a:lnTo>
                    <a:pt x="10" y="0"/>
                  </a:lnTo>
                  <a:lnTo>
                    <a:pt x="10" y="0"/>
                  </a:lnTo>
                  <a:lnTo>
                    <a:pt x="12" y="0"/>
                  </a:lnTo>
                  <a:lnTo>
                    <a:pt x="15" y="0"/>
                  </a:lnTo>
                  <a:lnTo>
                    <a:pt x="17" y="0"/>
                  </a:lnTo>
                  <a:lnTo>
                    <a:pt x="17" y="0"/>
                  </a:lnTo>
                  <a:lnTo>
                    <a:pt x="20" y="1"/>
                  </a:lnTo>
                  <a:lnTo>
                    <a:pt x="20" y="1"/>
                  </a:lnTo>
                  <a:lnTo>
                    <a:pt x="17" y="4"/>
                  </a:lnTo>
                  <a:lnTo>
                    <a:pt x="17" y="7"/>
                  </a:lnTo>
                  <a:lnTo>
                    <a:pt x="17" y="10"/>
                  </a:lnTo>
                  <a:lnTo>
                    <a:pt x="15" y="17"/>
                  </a:lnTo>
                  <a:lnTo>
                    <a:pt x="15" y="18"/>
                  </a:lnTo>
                  <a:lnTo>
                    <a:pt x="15" y="18"/>
                  </a:lnTo>
                  <a:lnTo>
                    <a:pt x="15" y="19"/>
                  </a:lnTo>
                  <a:lnTo>
                    <a:pt x="12" y="19"/>
                  </a:lnTo>
                  <a:lnTo>
                    <a:pt x="12" y="19"/>
                  </a:lnTo>
                  <a:lnTo>
                    <a:pt x="12" y="19"/>
                  </a:lnTo>
                  <a:lnTo>
                    <a:pt x="12" y="19"/>
                  </a:lnTo>
                  <a:lnTo>
                    <a:pt x="10" y="18"/>
                  </a:lnTo>
                  <a:lnTo>
                    <a:pt x="10" y="18"/>
                  </a:lnTo>
                  <a:lnTo>
                    <a:pt x="7" y="18"/>
                  </a:lnTo>
                  <a:lnTo>
                    <a:pt x="7" y="17"/>
                  </a:lnTo>
                  <a:lnTo>
                    <a:pt x="7" y="17"/>
                  </a:lnTo>
                  <a:lnTo>
                    <a:pt x="5" y="14"/>
                  </a:lnTo>
                  <a:lnTo>
                    <a:pt x="2" y="12"/>
                  </a:lnTo>
                  <a:lnTo>
                    <a:pt x="2" y="8"/>
                  </a:lnTo>
                  <a:lnTo>
                    <a:pt x="0" y="1"/>
                  </a:lnTo>
                  <a:lnTo>
                    <a:pt x="2" y="1"/>
                  </a:lnTo>
                  <a:lnTo>
                    <a:pt x="2" y="0"/>
                  </a:lnTo>
                  <a:lnTo>
                    <a:pt x="2" y="0"/>
                  </a:lnTo>
                  <a:lnTo>
                    <a:pt x="2" y="0"/>
                  </a:lnTo>
                  <a:lnTo>
                    <a:pt x="2" y="0"/>
                  </a:lnTo>
                  <a:lnTo>
                    <a:pt x="2" y="0"/>
                  </a:lnTo>
                </a:path>
              </a:pathLst>
            </a:custGeom>
            <a:solidFill>
              <a:srgbClr val="B3B3B3"/>
            </a:solidFill>
            <a:ln cap="rnd">
              <a:noFill/>
              <a:round/>
            </a:ln>
            <a:effectLst/>
          </p:spPr>
        </p:sp>
        <p:sp>
          <p:nvSpPr>
            <p:cNvPr id="62181" name=""/>
            <p:cNvSpPr/>
            <p:nvPr/>
          </p:nvSpPr>
          <p:spPr>
            <a:xfrm>
              <a:off x="4198" y="3190"/>
              <a:ext cx="21" cy="20"/>
            </a:xfrm>
            <a:custGeom>
              <a:pathLst>
                <a:path w="21" h="20">
                  <a:moveTo>
                    <a:pt x="0" y="0"/>
                  </a:moveTo>
                  <a:lnTo>
                    <a:pt x="0" y="0"/>
                  </a:lnTo>
                  <a:lnTo>
                    <a:pt x="2" y="0"/>
                  </a:lnTo>
                  <a:lnTo>
                    <a:pt x="5" y="0"/>
                  </a:lnTo>
                  <a:lnTo>
                    <a:pt x="5" y="0"/>
                  </a:lnTo>
                  <a:lnTo>
                    <a:pt x="8" y="0"/>
                  </a:lnTo>
                  <a:lnTo>
                    <a:pt x="8" y="0"/>
                  </a:lnTo>
                  <a:lnTo>
                    <a:pt x="11" y="0"/>
                  </a:lnTo>
                  <a:lnTo>
                    <a:pt x="14" y="0"/>
                  </a:lnTo>
                  <a:lnTo>
                    <a:pt x="17" y="0"/>
                  </a:lnTo>
                  <a:lnTo>
                    <a:pt x="17" y="0"/>
                  </a:lnTo>
                  <a:lnTo>
                    <a:pt x="17" y="1"/>
                  </a:lnTo>
                  <a:lnTo>
                    <a:pt x="20" y="2"/>
                  </a:lnTo>
                  <a:lnTo>
                    <a:pt x="17" y="5"/>
                  </a:lnTo>
                  <a:lnTo>
                    <a:pt x="17" y="7"/>
                  </a:lnTo>
                  <a:lnTo>
                    <a:pt x="17" y="10"/>
                  </a:lnTo>
                  <a:lnTo>
                    <a:pt x="14" y="17"/>
                  </a:lnTo>
                  <a:lnTo>
                    <a:pt x="14" y="18"/>
                  </a:lnTo>
                  <a:lnTo>
                    <a:pt x="14" y="18"/>
                  </a:lnTo>
                  <a:lnTo>
                    <a:pt x="14" y="19"/>
                  </a:lnTo>
                  <a:lnTo>
                    <a:pt x="11" y="19"/>
                  </a:lnTo>
                  <a:lnTo>
                    <a:pt x="11" y="19"/>
                  </a:lnTo>
                  <a:lnTo>
                    <a:pt x="11" y="19"/>
                  </a:lnTo>
                  <a:lnTo>
                    <a:pt x="11" y="19"/>
                  </a:lnTo>
                  <a:lnTo>
                    <a:pt x="8" y="18"/>
                  </a:lnTo>
                  <a:lnTo>
                    <a:pt x="8" y="18"/>
                  </a:lnTo>
                  <a:lnTo>
                    <a:pt x="5" y="18"/>
                  </a:lnTo>
                  <a:lnTo>
                    <a:pt x="5" y="17"/>
                  </a:lnTo>
                  <a:lnTo>
                    <a:pt x="5" y="17"/>
                  </a:lnTo>
                  <a:lnTo>
                    <a:pt x="2" y="14"/>
                  </a:lnTo>
                  <a:lnTo>
                    <a:pt x="2" y="12"/>
                  </a:lnTo>
                  <a:lnTo>
                    <a:pt x="0" y="8"/>
                  </a:lnTo>
                  <a:lnTo>
                    <a:pt x="0" y="2"/>
                  </a:lnTo>
                  <a:lnTo>
                    <a:pt x="0" y="1"/>
                  </a:lnTo>
                  <a:lnTo>
                    <a:pt x="0" y="0"/>
                  </a:lnTo>
                  <a:lnTo>
                    <a:pt x="0" y="0"/>
                  </a:lnTo>
                  <a:lnTo>
                    <a:pt x="0" y="0"/>
                  </a:lnTo>
                  <a:lnTo>
                    <a:pt x="0" y="0"/>
                  </a:lnTo>
                </a:path>
              </a:pathLst>
            </a:custGeom>
            <a:solidFill>
              <a:srgbClr val="A9A9A9"/>
            </a:solidFill>
            <a:ln cap="rnd">
              <a:noFill/>
              <a:round/>
            </a:ln>
            <a:effectLst/>
          </p:spPr>
        </p:sp>
        <p:sp>
          <p:nvSpPr>
            <p:cNvPr id="62182" name=""/>
            <p:cNvSpPr/>
            <p:nvPr/>
          </p:nvSpPr>
          <p:spPr>
            <a:xfrm>
              <a:off x="4198" y="3190"/>
              <a:ext cx="21" cy="20"/>
            </a:xfrm>
            <a:custGeom>
              <a:pathLst>
                <a:path w="21" h="20">
                  <a:moveTo>
                    <a:pt x="0" y="0"/>
                  </a:moveTo>
                  <a:lnTo>
                    <a:pt x="3" y="0"/>
                  </a:lnTo>
                  <a:lnTo>
                    <a:pt x="6" y="0"/>
                  </a:lnTo>
                  <a:lnTo>
                    <a:pt x="10" y="0"/>
                  </a:lnTo>
                  <a:lnTo>
                    <a:pt x="16" y="0"/>
                  </a:lnTo>
                  <a:lnTo>
                    <a:pt x="16" y="1"/>
                  </a:lnTo>
                  <a:lnTo>
                    <a:pt x="20" y="1"/>
                  </a:lnTo>
                  <a:lnTo>
                    <a:pt x="20" y="1"/>
                  </a:lnTo>
                  <a:lnTo>
                    <a:pt x="20" y="2"/>
                  </a:lnTo>
                  <a:lnTo>
                    <a:pt x="20" y="5"/>
                  </a:lnTo>
                  <a:lnTo>
                    <a:pt x="20" y="7"/>
                  </a:lnTo>
                  <a:lnTo>
                    <a:pt x="16" y="10"/>
                  </a:lnTo>
                  <a:lnTo>
                    <a:pt x="16" y="17"/>
                  </a:lnTo>
                  <a:lnTo>
                    <a:pt x="16" y="17"/>
                  </a:lnTo>
                  <a:lnTo>
                    <a:pt x="16" y="18"/>
                  </a:lnTo>
                  <a:lnTo>
                    <a:pt x="13" y="19"/>
                  </a:lnTo>
                  <a:lnTo>
                    <a:pt x="13" y="19"/>
                  </a:lnTo>
                  <a:lnTo>
                    <a:pt x="13" y="19"/>
                  </a:lnTo>
                  <a:lnTo>
                    <a:pt x="13" y="19"/>
                  </a:lnTo>
                  <a:lnTo>
                    <a:pt x="13" y="19"/>
                  </a:lnTo>
                  <a:lnTo>
                    <a:pt x="10" y="18"/>
                  </a:lnTo>
                  <a:lnTo>
                    <a:pt x="10" y="18"/>
                  </a:lnTo>
                  <a:lnTo>
                    <a:pt x="10" y="18"/>
                  </a:lnTo>
                  <a:lnTo>
                    <a:pt x="6" y="17"/>
                  </a:lnTo>
                  <a:lnTo>
                    <a:pt x="6" y="17"/>
                  </a:lnTo>
                  <a:lnTo>
                    <a:pt x="3" y="14"/>
                  </a:lnTo>
                  <a:lnTo>
                    <a:pt x="3" y="12"/>
                  </a:lnTo>
                  <a:lnTo>
                    <a:pt x="0" y="9"/>
                  </a:lnTo>
                  <a:lnTo>
                    <a:pt x="0" y="2"/>
                  </a:lnTo>
                  <a:lnTo>
                    <a:pt x="0" y="1"/>
                  </a:lnTo>
                  <a:lnTo>
                    <a:pt x="0" y="1"/>
                  </a:lnTo>
                  <a:lnTo>
                    <a:pt x="0" y="1"/>
                  </a:lnTo>
                  <a:lnTo>
                    <a:pt x="0" y="0"/>
                  </a:lnTo>
                  <a:lnTo>
                    <a:pt x="0" y="0"/>
                  </a:lnTo>
                  <a:lnTo>
                    <a:pt x="0" y="0"/>
                  </a:lnTo>
                </a:path>
              </a:pathLst>
            </a:custGeom>
            <a:solidFill>
              <a:srgbClr val="9C9C9C"/>
            </a:solidFill>
            <a:ln cap="rnd">
              <a:noFill/>
              <a:round/>
            </a:ln>
            <a:effectLst/>
          </p:spPr>
        </p:sp>
        <p:sp>
          <p:nvSpPr>
            <p:cNvPr id="62183" name=""/>
            <p:cNvSpPr/>
            <p:nvPr/>
          </p:nvSpPr>
          <p:spPr>
            <a:xfrm>
              <a:off x="4198" y="3191"/>
              <a:ext cx="21" cy="19"/>
            </a:xfrm>
            <a:custGeom>
              <a:pathLst>
                <a:path w="21" h="19">
                  <a:moveTo>
                    <a:pt x="0" y="0"/>
                  </a:moveTo>
                  <a:lnTo>
                    <a:pt x="3" y="0"/>
                  </a:lnTo>
                  <a:lnTo>
                    <a:pt x="6" y="0"/>
                  </a:lnTo>
                  <a:lnTo>
                    <a:pt x="10" y="0"/>
                  </a:lnTo>
                  <a:lnTo>
                    <a:pt x="16" y="0"/>
                  </a:lnTo>
                  <a:lnTo>
                    <a:pt x="16" y="0"/>
                  </a:lnTo>
                  <a:lnTo>
                    <a:pt x="20" y="1"/>
                  </a:lnTo>
                  <a:lnTo>
                    <a:pt x="20" y="1"/>
                  </a:lnTo>
                  <a:lnTo>
                    <a:pt x="20" y="1"/>
                  </a:lnTo>
                  <a:lnTo>
                    <a:pt x="20" y="4"/>
                  </a:lnTo>
                  <a:lnTo>
                    <a:pt x="20" y="6"/>
                  </a:lnTo>
                  <a:lnTo>
                    <a:pt x="16" y="9"/>
                  </a:lnTo>
                  <a:lnTo>
                    <a:pt x="16" y="16"/>
                  </a:lnTo>
                  <a:lnTo>
                    <a:pt x="16" y="16"/>
                  </a:lnTo>
                  <a:lnTo>
                    <a:pt x="16" y="17"/>
                  </a:lnTo>
                  <a:lnTo>
                    <a:pt x="13" y="18"/>
                  </a:lnTo>
                  <a:lnTo>
                    <a:pt x="13" y="18"/>
                  </a:lnTo>
                  <a:lnTo>
                    <a:pt x="13" y="18"/>
                  </a:lnTo>
                  <a:lnTo>
                    <a:pt x="13" y="18"/>
                  </a:lnTo>
                  <a:lnTo>
                    <a:pt x="13" y="18"/>
                  </a:lnTo>
                  <a:lnTo>
                    <a:pt x="10" y="17"/>
                  </a:lnTo>
                  <a:lnTo>
                    <a:pt x="10" y="17"/>
                  </a:lnTo>
                  <a:lnTo>
                    <a:pt x="10" y="17"/>
                  </a:lnTo>
                  <a:lnTo>
                    <a:pt x="6" y="16"/>
                  </a:lnTo>
                  <a:lnTo>
                    <a:pt x="6" y="16"/>
                  </a:lnTo>
                  <a:lnTo>
                    <a:pt x="3" y="13"/>
                  </a:lnTo>
                  <a:lnTo>
                    <a:pt x="3" y="11"/>
                  </a:lnTo>
                  <a:lnTo>
                    <a:pt x="0" y="8"/>
                  </a:lnTo>
                  <a:lnTo>
                    <a:pt x="0" y="1"/>
                  </a:lnTo>
                  <a:lnTo>
                    <a:pt x="0" y="1"/>
                  </a:lnTo>
                  <a:lnTo>
                    <a:pt x="0" y="1"/>
                  </a:lnTo>
                  <a:lnTo>
                    <a:pt x="0" y="0"/>
                  </a:lnTo>
                  <a:lnTo>
                    <a:pt x="0" y="0"/>
                  </a:lnTo>
                  <a:lnTo>
                    <a:pt x="0" y="0"/>
                  </a:lnTo>
                  <a:lnTo>
                    <a:pt x="0" y="0"/>
                  </a:lnTo>
                </a:path>
              </a:pathLst>
            </a:custGeom>
            <a:solidFill>
              <a:srgbClr val="929292"/>
            </a:solidFill>
            <a:ln cap="rnd">
              <a:noFill/>
              <a:round/>
            </a:ln>
            <a:effectLst/>
          </p:spPr>
        </p:sp>
        <p:sp>
          <p:nvSpPr>
            <p:cNvPr id="62184" name=""/>
            <p:cNvSpPr/>
            <p:nvPr/>
          </p:nvSpPr>
          <p:spPr>
            <a:xfrm>
              <a:off x="4198" y="3192"/>
              <a:ext cx="21" cy="18"/>
            </a:xfrm>
            <a:custGeom>
              <a:pathLst>
                <a:path w="21" h="18">
                  <a:moveTo>
                    <a:pt x="0" y="0"/>
                  </a:moveTo>
                  <a:lnTo>
                    <a:pt x="3" y="0"/>
                  </a:lnTo>
                  <a:lnTo>
                    <a:pt x="6" y="0"/>
                  </a:lnTo>
                  <a:lnTo>
                    <a:pt x="10" y="0"/>
                  </a:lnTo>
                  <a:lnTo>
                    <a:pt x="16" y="0"/>
                  </a:lnTo>
                  <a:lnTo>
                    <a:pt x="16" y="0"/>
                  </a:lnTo>
                  <a:lnTo>
                    <a:pt x="16" y="0"/>
                  </a:lnTo>
                  <a:lnTo>
                    <a:pt x="20" y="0"/>
                  </a:lnTo>
                  <a:lnTo>
                    <a:pt x="20" y="0"/>
                  </a:lnTo>
                  <a:lnTo>
                    <a:pt x="16" y="3"/>
                  </a:lnTo>
                  <a:lnTo>
                    <a:pt x="16" y="5"/>
                  </a:lnTo>
                  <a:lnTo>
                    <a:pt x="16" y="9"/>
                  </a:lnTo>
                  <a:lnTo>
                    <a:pt x="16" y="15"/>
                  </a:lnTo>
                  <a:lnTo>
                    <a:pt x="16" y="15"/>
                  </a:lnTo>
                  <a:lnTo>
                    <a:pt x="16" y="16"/>
                  </a:lnTo>
                  <a:lnTo>
                    <a:pt x="13" y="17"/>
                  </a:lnTo>
                  <a:lnTo>
                    <a:pt x="13" y="17"/>
                  </a:lnTo>
                  <a:lnTo>
                    <a:pt x="13" y="17"/>
                  </a:lnTo>
                  <a:lnTo>
                    <a:pt x="13" y="17"/>
                  </a:lnTo>
                  <a:lnTo>
                    <a:pt x="13" y="17"/>
                  </a:lnTo>
                  <a:lnTo>
                    <a:pt x="10" y="16"/>
                  </a:lnTo>
                  <a:lnTo>
                    <a:pt x="10" y="16"/>
                  </a:lnTo>
                  <a:lnTo>
                    <a:pt x="10" y="16"/>
                  </a:lnTo>
                  <a:lnTo>
                    <a:pt x="6" y="15"/>
                  </a:lnTo>
                  <a:lnTo>
                    <a:pt x="6" y="15"/>
                  </a:lnTo>
                  <a:lnTo>
                    <a:pt x="3" y="12"/>
                  </a:lnTo>
                  <a:lnTo>
                    <a:pt x="3" y="10"/>
                  </a:lnTo>
                  <a:lnTo>
                    <a:pt x="0" y="7"/>
                  </a:lnTo>
                  <a:lnTo>
                    <a:pt x="0" y="0"/>
                  </a:lnTo>
                  <a:lnTo>
                    <a:pt x="0" y="0"/>
                  </a:lnTo>
                  <a:lnTo>
                    <a:pt x="0" y="0"/>
                  </a:lnTo>
                  <a:lnTo>
                    <a:pt x="0" y="0"/>
                  </a:lnTo>
                  <a:lnTo>
                    <a:pt x="0" y="0"/>
                  </a:lnTo>
                  <a:lnTo>
                    <a:pt x="0" y="0"/>
                  </a:lnTo>
                  <a:lnTo>
                    <a:pt x="0" y="0"/>
                  </a:lnTo>
                </a:path>
              </a:pathLst>
            </a:custGeom>
            <a:solidFill>
              <a:srgbClr val="888888"/>
            </a:solidFill>
            <a:ln cap="rnd">
              <a:noFill/>
              <a:round/>
            </a:ln>
            <a:effectLst/>
          </p:spPr>
        </p:sp>
        <p:sp>
          <p:nvSpPr>
            <p:cNvPr id="62185" name=""/>
            <p:cNvSpPr/>
            <p:nvPr/>
          </p:nvSpPr>
          <p:spPr>
            <a:xfrm>
              <a:off x="4198" y="3192"/>
              <a:ext cx="21" cy="18"/>
            </a:xfrm>
            <a:custGeom>
              <a:pathLst>
                <a:path w="21" h="18">
                  <a:moveTo>
                    <a:pt x="0" y="0"/>
                  </a:moveTo>
                  <a:lnTo>
                    <a:pt x="4" y="0"/>
                  </a:lnTo>
                  <a:lnTo>
                    <a:pt x="8" y="0"/>
                  </a:lnTo>
                  <a:lnTo>
                    <a:pt x="12" y="0"/>
                  </a:lnTo>
                  <a:lnTo>
                    <a:pt x="20" y="0"/>
                  </a:lnTo>
                  <a:lnTo>
                    <a:pt x="20" y="0"/>
                  </a:lnTo>
                  <a:lnTo>
                    <a:pt x="20" y="0"/>
                  </a:lnTo>
                  <a:lnTo>
                    <a:pt x="20" y="0"/>
                  </a:lnTo>
                  <a:lnTo>
                    <a:pt x="20" y="1"/>
                  </a:lnTo>
                  <a:lnTo>
                    <a:pt x="20" y="4"/>
                  </a:lnTo>
                  <a:lnTo>
                    <a:pt x="20" y="6"/>
                  </a:lnTo>
                  <a:lnTo>
                    <a:pt x="20" y="9"/>
                  </a:lnTo>
                  <a:lnTo>
                    <a:pt x="20" y="15"/>
                  </a:lnTo>
                  <a:lnTo>
                    <a:pt x="20" y="15"/>
                  </a:lnTo>
                  <a:lnTo>
                    <a:pt x="20" y="16"/>
                  </a:lnTo>
                  <a:lnTo>
                    <a:pt x="16" y="17"/>
                  </a:lnTo>
                  <a:lnTo>
                    <a:pt x="16" y="17"/>
                  </a:lnTo>
                  <a:lnTo>
                    <a:pt x="16" y="17"/>
                  </a:lnTo>
                  <a:lnTo>
                    <a:pt x="16" y="17"/>
                  </a:lnTo>
                  <a:lnTo>
                    <a:pt x="16" y="17"/>
                  </a:lnTo>
                  <a:lnTo>
                    <a:pt x="12" y="16"/>
                  </a:lnTo>
                  <a:lnTo>
                    <a:pt x="12" y="16"/>
                  </a:lnTo>
                  <a:lnTo>
                    <a:pt x="12" y="16"/>
                  </a:lnTo>
                  <a:lnTo>
                    <a:pt x="12" y="15"/>
                  </a:lnTo>
                  <a:lnTo>
                    <a:pt x="8" y="15"/>
                  </a:lnTo>
                  <a:lnTo>
                    <a:pt x="8" y="12"/>
                  </a:lnTo>
                  <a:lnTo>
                    <a:pt x="4" y="10"/>
                  </a:lnTo>
                  <a:lnTo>
                    <a:pt x="0" y="7"/>
                  </a:lnTo>
                  <a:lnTo>
                    <a:pt x="0" y="1"/>
                  </a:lnTo>
                  <a:lnTo>
                    <a:pt x="0" y="0"/>
                  </a:lnTo>
                  <a:lnTo>
                    <a:pt x="0" y="0"/>
                  </a:lnTo>
                  <a:lnTo>
                    <a:pt x="0" y="0"/>
                  </a:lnTo>
                  <a:lnTo>
                    <a:pt x="0" y="0"/>
                  </a:lnTo>
                  <a:lnTo>
                    <a:pt x="0" y="0"/>
                  </a:lnTo>
                </a:path>
              </a:pathLst>
            </a:custGeom>
            <a:solidFill>
              <a:srgbClr val="7D7D7D"/>
            </a:solidFill>
            <a:ln cap="rnd">
              <a:noFill/>
              <a:round/>
            </a:ln>
            <a:effectLst/>
          </p:spPr>
        </p:sp>
        <p:sp>
          <p:nvSpPr>
            <p:cNvPr id="62186" name=""/>
            <p:cNvSpPr/>
            <p:nvPr/>
          </p:nvSpPr>
          <p:spPr>
            <a:xfrm>
              <a:off x="4198" y="3192"/>
              <a:ext cx="21" cy="18"/>
            </a:xfrm>
            <a:custGeom>
              <a:pathLst>
                <a:path w="21" h="18">
                  <a:moveTo>
                    <a:pt x="0" y="0"/>
                  </a:moveTo>
                  <a:lnTo>
                    <a:pt x="4" y="0"/>
                  </a:lnTo>
                  <a:lnTo>
                    <a:pt x="8" y="0"/>
                  </a:lnTo>
                  <a:lnTo>
                    <a:pt x="12" y="0"/>
                  </a:lnTo>
                  <a:lnTo>
                    <a:pt x="16" y="0"/>
                  </a:lnTo>
                  <a:lnTo>
                    <a:pt x="20" y="0"/>
                  </a:lnTo>
                  <a:lnTo>
                    <a:pt x="20" y="1"/>
                  </a:lnTo>
                  <a:lnTo>
                    <a:pt x="20" y="1"/>
                  </a:lnTo>
                  <a:lnTo>
                    <a:pt x="20" y="1"/>
                  </a:lnTo>
                  <a:lnTo>
                    <a:pt x="20" y="4"/>
                  </a:lnTo>
                  <a:lnTo>
                    <a:pt x="20" y="6"/>
                  </a:lnTo>
                  <a:lnTo>
                    <a:pt x="20" y="9"/>
                  </a:lnTo>
                  <a:lnTo>
                    <a:pt x="20" y="15"/>
                  </a:lnTo>
                  <a:lnTo>
                    <a:pt x="20" y="15"/>
                  </a:lnTo>
                  <a:lnTo>
                    <a:pt x="16" y="16"/>
                  </a:lnTo>
                  <a:lnTo>
                    <a:pt x="16" y="17"/>
                  </a:lnTo>
                  <a:lnTo>
                    <a:pt x="16" y="17"/>
                  </a:lnTo>
                  <a:lnTo>
                    <a:pt x="16" y="17"/>
                  </a:lnTo>
                  <a:lnTo>
                    <a:pt x="16" y="17"/>
                  </a:lnTo>
                  <a:lnTo>
                    <a:pt x="12" y="16"/>
                  </a:lnTo>
                  <a:lnTo>
                    <a:pt x="12" y="16"/>
                  </a:lnTo>
                  <a:lnTo>
                    <a:pt x="12" y="16"/>
                  </a:lnTo>
                  <a:lnTo>
                    <a:pt x="12" y="15"/>
                  </a:lnTo>
                  <a:lnTo>
                    <a:pt x="8" y="15"/>
                  </a:lnTo>
                  <a:lnTo>
                    <a:pt x="8" y="12"/>
                  </a:lnTo>
                  <a:lnTo>
                    <a:pt x="4" y="10"/>
                  </a:lnTo>
                  <a:lnTo>
                    <a:pt x="4" y="7"/>
                  </a:lnTo>
                  <a:lnTo>
                    <a:pt x="0" y="1"/>
                  </a:lnTo>
                  <a:lnTo>
                    <a:pt x="0" y="1"/>
                  </a:lnTo>
                  <a:lnTo>
                    <a:pt x="0" y="1"/>
                  </a:lnTo>
                  <a:lnTo>
                    <a:pt x="0" y="0"/>
                  </a:lnTo>
                  <a:lnTo>
                    <a:pt x="0" y="0"/>
                  </a:lnTo>
                  <a:lnTo>
                    <a:pt x="0" y="0"/>
                  </a:lnTo>
                  <a:lnTo>
                    <a:pt x="0" y="0"/>
                  </a:lnTo>
                </a:path>
              </a:pathLst>
            </a:custGeom>
            <a:solidFill>
              <a:srgbClr val="717171"/>
            </a:solidFill>
            <a:ln cap="rnd">
              <a:noFill/>
              <a:round/>
            </a:ln>
            <a:effectLst/>
          </p:spPr>
        </p:sp>
        <p:sp>
          <p:nvSpPr>
            <p:cNvPr id="62187" name=""/>
            <p:cNvSpPr/>
            <p:nvPr/>
          </p:nvSpPr>
          <p:spPr>
            <a:xfrm>
              <a:off x="4198" y="3192"/>
              <a:ext cx="21" cy="18"/>
            </a:xfrm>
            <a:custGeom>
              <a:pathLst>
                <a:path w="21" h="18">
                  <a:moveTo>
                    <a:pt x="0" y="0"/>
                  </a:moveTo>
                  <a:lnTo>
                    <a:pt x="4" y="0"/>
                  </a:lnTo>
                  <a:lnTo>
                    <a:pt x="8" y="0"/>
                  </a:lnTo>
                  <a:lnTo>
                    <a:pt x="12" y="0"/>
                  </a:lnTo>
                  <a:lnTo>
                    <a:pt x="16" y="0"/>
                  </a:lnTo>
                  <a:lnTo>
                    <a:pt x="16" y="1"/>
                  </a:lnTo>
                  <a:lnTo>
                    <a:pt x="20" y="1"/>
                  </a:lnTo>
                  <a:lnTo>
                    <a:pt x="20" y="1"/>
                  </a:lnTo>
                  <a:lnTo>
                    <a:pt x="20" y="2"/>
                  </a:lnTo>
                  <a:lnTo>
                    <a:pt x="20" y="5"/>
                  </a:lnTo>
                  <a:lnTo>
                    <a:pt x="20" y="6"/>
                  </a:lnTo>
                  <a:lnTo>
                    <a:pt x="20" y="10"/>
                  </a:lnTo>
                  <a:lnTo>
                    <a:pt x="20" y="15"/>
                  </a:lnTo>
                  <a:lnTo>
                    <a:pt x="20" y="15"/>
                  </a:lnTo>
                  <a:lnTo>
                    <a:pt x="16" y="16"/>
                  </a:lnTo>
                  <a:lnTo>
                    <a:pt x="16" y="16"/>
                  </a:lnTo>
                  <a:lnTo>
                    <a:pt x="16" y="17"/>
                  </a:lnTo>
                  <a:lnTo>
                    <a:pt x="16" y="17"/>
                  </a:lnTo>
                  <a:lnTo>
                    <a:pt x="16" y="17"/>
                  </a:lnTo>
                  <a:lnTo>
                    <a:pt x="12" y="16"/>
                  </a:lnTo>
                  <a:lnTo>
                    <a:pt x="12" y="16"/>
                  </a:lnTo>
                  <a:lnTo>
                    <a:pt x="12" y="16"/>
                  </a:lnTo>
                  <a:lnTo>
                    <a:pt x="12" y="15"/>
                  </a:lnTo>
                  <a:lnTo>
                    <a:pt x="8" y="15"/>
                  </a:lnTo>
                  <a:lnTo>
                    <a:pt x="8" y="12"/>
                  </a:lnTo>
                  <a:lnTo>
                    <a:pt x="8" y="11"/>
                  </a:lnTo>
                  <a:lnTo>
                    <a:pt x="4" y="7"/>
                  </a:lnTo>
                  <a:lnTo>
                    <a:pt x="0" y="2"/>
                  </a:lnTo>
                  <a:lnTo>
                    <a:pt x="0" y="1"/>
                  </a:lnTo>
                  <a:lnTo>
                    <a:pt x="0" y="1"/>
                  </a:lnTo>
                  <a:lnTo>
                    <a:pt x="0" y="1"/>
                  </a:lnTo>
                  <a:lnTo>
                    <a:pt x="0" y="0"/>
                  </a:lnTo>
                  <a:lnTo>
                    <a:pt x="0" y="0"/>
                  </a:lnTo>
                </a:path>
              </a:pathLst>
            </a:custGeom>
            <a:solidFill>
              <a:srgbClr val="666666"/>
            </a:solidFill>
            <a:ln cap="rnd">
              <a:noFill/>
              <a:round/>
            </a:ln>
            <a:effectLst/>
          </p:spPr>
        </p:sp>
        <p:sp>
          <p:nvSpPr>
            <p:cNvPr id="62188" name=""/>
            <p:cNvSpPr/>
            <p:nvPr/>
          </p:nvSpPr>
          <p:spPr>
            <a:xfrm>
              <a:off x="4198" y="3193"/>
              <a:ext cx="21" cy="17"/>
            </a:xfrm>
            <a:custGeom>
              <a:pathLst>
                <a:path w="21" h="17">
                  <a:moveTo>
                    <a:pt x="0" y="0"/>
                  </a:moveTo>
                  <a:lnTo>
                    <a:pt x="4" y="0"/>
                  </a:lnTo>
                  <a:lnTo>
                    <a:pt x="8" y="0"/>
                  </a:lnTo>
                  <a:lnTo>
                    <a:pt x="12" y="0"/>
                  </a:lnTo>
                  <a:lnTo>
                    <a:pt x="16" y="0"/>
                  </a:lnTo>
                  <a:lnTo>
                    <a:pt x="16" y="0"/>
                  </a:lnTo>
                  <a:lnTo>
                    <a:pt x="20" y="0"/>
                  </a:lnTo>
                  <a:lnTo>
                    <a:pt x="20" y="1"/>
                  </a:lnTo>
                  <a:lnTo>
                    <a:pt x="20" y="1"/>
                  </a:lnTo>
                  <a:lnTo>
                    <a:pt x="20" y="4"/>
                  </a:lnTo>
                  <a:lnTo>
                    <a:pt x="20" y="6"/>
                  </a:lnTo>
                  <a:lnTo>
                    <a:pt x="20" y="9"/>
                  </a:lnTo>
                  <a:lnTo>
                    <a:pt x="16" y="14"/>
                  </a:lnTo>
                  <a:lnTo>
                    <a:pt x="16" y="14"/>
                  </a:lnTo>
                  <a:lnTo>
                    <a:pt x="16" y="15"/>
                  </a:lnTo>
                  <a:lnTo>
                    <a:pt x="16" y="15"/>
                  </a:lnTo>
                  <a:lnTo>
                    <a:pt x="16" y="16"/>
                  </a:lnTo>
                  <a:lnTo>
                    <a:pt x="16" y="16"/>
                  </a:lnTo>
                  <a:lnTo>
                    <a:pt x="16" y="15"/>
                  </a:lnTo>
                  <a:lnTo>
                    <a:pt x="16" y="15"/>
                  </a:lnTo>
                  <a:lnTo>
                    <a:pt x="12" y="15"/>
                  </a:lnTo>
                  <a:lnTo>
                    <a:pt x="12" y="15"/>
                  </a:lnTo>
                  <a:lnTo>
                    <a:pt x="12" y="15"/>
                  </a:lnTo>
                  <a:lnTo>
                    <a:pt x="12" y="14"/>
                  </a:lnTo>
                  <a:lnTo>
                    <a:pt x="12" y="14"/>
                  </a:lnTo>
                  <a:lnTo>
                    <a:pt x="8" y="11"/>
                  </a:lnTo>
                  <a:lnTo>
                    <a:pt x="8" y="10"/>
                  </a:lnTo>
                  <a:lnTo>
                    <a:pt x="4" y="7"/>
                  </a:lnTo>
                  <a:lnTo>
                    <a:pt x="0" y="1"/>
                  </a:lnTo>
                  <a:lnTo>
                    <a:pt x="0" y="1"/>
                  </a:lnTo>
                  <a:lnTo>
                    <a:pt x="0" y="0"/>
                  </a:lnTo>
                  <a:lnTo>
                    <a:pt x="0" y="0"/>
                  </a:lnTo>
                  <a:lnTo>
                    <a:pt x="0" y="0"/>
                  </a:lnTo>
                  <a:lnTo>
                    <a:pt x="0" y="0"/>
                  </a:lnTo>
                  <a:lnTo>
                    <a:pt x="0" y="0"/>
                  </a:lnTo>
                </a:path>
              </a:pathLst>
            </a:custGeom>
            <a:solidFill>
              <a:srgbClr val="5C5C5C"/>
            </a:solidFill>
            <a:ln cap="rnd">
              <a:noFill/>
              <a:round/>
            </a:ln>
            <a:effectLst/>
          </p:spPr>
        </p:sp>
        <p:sp>
          <p:nvSpPr>
            <p:cNvPr id="62189" name=""/>
            <p:cNvSpPr/>
            <p:nvPr/>
          </p:nvSpPr>
          <p:spPr>
            <a:xfrm>
              <a:off x="4198" y="3193"/>
              <a:ext cx="21" cy="17"/>
            </a:xfrm>
            <a:custGeom>
              <a:pathLst>
                <a:path w="21" h="17">
                  <a:moveTo>
                    <a:pt x="4" y="0"/>
                  </a:moveTo>
                  <a:lnTo>
                    <a:pt x="4" y="0"/>
                  </a:lnTo>
                  <a:lnTo>
                    <a:pt x="8" y="0"/>
                  </a:lnTo>
                  <a:lnTo>
                    <a:pt x="12" y="0"/>
                  </a:lnTo>
                  <a:lnTo>
                    <a:pt x="16" y="0"/>
                  </a:lnTo>
                  <a:lnTo>
                    <a:pt x="16" y="1"/>
                  </a:lnTo>
                  <a:lnTo>
                    <a:pt x="16" y="1"/>
                  </a:lnTo>
                  <a:lnTo>
                    <a:pt x="20" y="1"/>
                  </a:lnTo>
                  <a:lnTo>
                    <a:pt x="20" y="2"/>
                  </a:lnTo>
                  <a:lnTo>
                    <a:pt x="16" y="4"/>
                  </a:lnTo>
                  <a:lnTo>
                    <a:pt x="16" y="6"/>
                  </a:lnTo>
                  <a:lnTo>
                    <a:pt x="16" y="9"/>
                  </a:lnTo>
                  <a:lnTo>
                    <a:pt x="16" y="14"/>
                  </a:lnTo>
                  <a:lnTo>
                    <a:pt x="16" y="14"/>
                  </a:lnTo>
                  <a:lnTo>
                    <a:pt x="16" y="15"/>
                  </a:lnTo>
                  <a:lnTo>
                    <a:pt x="16" y="15"/>
                  </a:lnTo>
                  <a:lnTo>
                    <a:pt x="16" y="16"/>
                  </a:lnTo>
                  <a:lnTo>
                    <a:pt x="16" y="16"/>
                  </a:lnTo>
                  <a:lnTo>
                    <a:pt x="16" y="15"/>
                  </a:lnTo>
                  <a:lnTo>
                    <a:pt x="16" y="15"/>
                  </a:lnTo>
                  <a:lnTo>
                    <a:pt x="12" y="15"/>
                  </a:lnTo>
                  <a:lnTo>
                    <a:pt x="12" y="15"/>
                  </a:lnTo>
                  <a:lnTo>
                    <a:pt x="12" y="15"/>
                  </a:lnTo>
                  <a:lnTo>
                    <a:pt x="12" y="14"/>
                  </a:lnTo>
                  <a:lnTo>
                    <a:pt x="12" y="14"/>
                  </a:lnTo>
                  <a:lnTo>
                    <a:pt x="8" y="11"/>
                  </a:lnTo>
                  <a:lnTo>
                    <a:pt x="8" y="10"/>
                  </a:lnTo>
                  <a:lnTo>
                    <a:pt x="4" y="7"/>
                  </a:lnTo>
                  <a:lnTo>
                    <a:pt x="0" y="2"/>
                  </a:lnTo>
                  <a:lnTo>
                    <a:pt x="0" y="1"/>
                  </a:lnTo>
                  <a:lnTo>
                    <a:pt x="0" y="1"/>
                  </a:lnTo>
                  <a:lnTo>
                    <a:pt x="0" y="1"/>
                  </a:lnTo>
                  <a:lnTo>
                    <a:pt x="4" y="0"/>
                  </a:lnTo>
                  <a:lnTo>
                    <a:pt x="4" y="0"/>
                  </a:lnTo>
                  <a:lnTo>
                    <a:pt x="4" y="0"/>
                  </a:lnTo>
                </a:path>
              </a:pathLst>
            </a:custGeom>
            <a:solidFill>
              <a:srgbClr val="505050"/>
            </a:solidFill>
            <a:ln cap="rnd">
              <a:noFill/>
              <a:round/>
            </a:ln>
            <a:effectLst/>
          </p:spPr>
        </p:sp>
        <p:sp>
          <p:nvSpPr>
            <p:cNvPr id="62190" name=""/>
            <p:cNvSpPr/>
            <p:nvPr/>
          </p:nvSpPr>
          <p:spPr>
            <a:xfrm>
              <a:off x="4198" y="3194"/>
              <a:ext cx="21" cy="17"/>
            </a:xfrm>
            <a:custGeom>
              <a:pathLst>
                <a:path w="21" h="17">
                  <a:moveTo>
                    <a:pt x="5" y="0"/>
                  </a:moveTo>
                  <a:lnTo>
                    <a:pt x="5" y="0"/>
                  </a:lnTo>
                  <a:lnTo>
                    <a:pt x="10" y="0"/>
                  </a:lnTo>
                  <a:lnTo>
                    <a:pt x="15" y="0"/>
                  </a:lnTo>
                  <a:lnTo>
                    <a:pt x="20" y="0"/>
                  </a:lnTo>
                  <a:lnTo>
                    <a:pt x="20" y="0"/>
                  </a:lnTo>
                  <a:lnTo>
                    <a:pt x="20" y="0"/>
                  </a:lnTo>
                  <a:lnTo>
                    <a:pt x="20" y="1"/>
                  </a:lnTo>
                  <a:lnTo>
                    <a:pt x="20" y="1"/>
                  </a:lnTo>
                  <a:lnTo>
                    <a:pt x="20" y="3"/>
                  </a:lnTo>
                  <a:lnTo>
                    <a:pt x="20" y="5"/>
                  </a:lnTo>
                  <a:lnTo>
                    <a:pt x="20" y="8"/>
                  </a:lnTo>
                  <a:lnTo>
                    <a:pt x="20" y="13"/>
                  </a:lnTo>
                  <a:lnTo>
                    <a:pt x="20" y="13"/>
                  </a:lnTo>
                  <a:lnTo>
                    <a:pt x="20" y="14"/>
                  </a:lnTo>
                  <a:lnTo>
                    <a:pt x="20" y="14"/>
                  </a:lnTo>
                  <a:lnTo>
                    <a:pt x="20" y="16"/>
                  </a:lnTo>
                  <a:lnTo>
                    <a:pt x="20" y="14"/>
                  </a:lnTo>
                  <a:lnTo>
                    <a:pt x="15" y="14"/>
                  </a:lnTo>
                  <a:lnTo>
                    <a:pt x="15" y="14"/>
                  </a:lnTo>
                  <a:lnTo>
                    <a:pt x="15" y="14"/>
                  </a:lnTo>
                  <a:lnTo>
                    <a:pt x="15" y="14"/>
                  </a:lnTo>
                  <a:lnTo>
                    <a:pt x="15" y="13"/>
                  </a:lnTo>
                  <a:lnTo>
                    <a:pt x="15" y="13"/>
                  </a:lnTo>
                  <a:lnTo>
                    <a:pt x="10" y="11"/>
                  </a:lnTo>
                  <a:lnTo>
                    <a:pt x="10" y="9"/>
                  </a:lnTo>
                  <a:lnTo>
                    <a:pt x="5" y="6"/>
                  </a:lnTo>
                  <a:lnTo>
                    <a:pt x="0" y="1"/>
                  </a:lnTo>
                  <a:lnTo>
                    <a:pt x="0" y="1"/>
                  </a:lnTo>
                  <a:lnTo>
                    <a:pt x="0" y="0"/>
                  </a:lnTo>
                  <a:lnTo>
                    <a:pt x="0" y="0"/>
                  </a:lnTo>
                  <a:lnTo>
                    <a:pt x="5" y="0"/>
                  </a:lnTo>
                  <a:lnTo>
                    <a:pt x="5" y="0"/>
                  </a:lnTo>
                  <a:lnTo>
                    <a:pt x="5" y="0"/>
                  </a:lnTo>
                </a:path>
              </a:pathLst>
            </a:custGeom>
            <a:solidFill>
              <a:srgbClr val="454545"/>
            </a:solidFill>
            <a:ln cap="rnd">
              <a:noFill/>
              <a:round/>
            </a:ln>
            <a:effectLst/>
          </p:spPr>
        </p:sp>
        <p:sp>
          <p:nvSpPr>
            <p:cNvPr id="62191" name=""/>
            <p:cNvSpPr/>
            <p:nvPr/>
          </p:nvSpPr>
          <p:spPr>
            <a:xfrm>
              <a:off x="4198" y="3195"/>
              <a:ext cx="21" cy="17"/>
            </a:xfrm>
            <a:custGeom>
              <a:pathLst>
                <a:path w="21" h="17">
                  <a:moveTo>
                    <a:pt x="5" y="0"/>
                  </a:moveTo>
                  <a:lnTo>
                    <a:pt x="5" y="0"/>
                  </a:lnTo>
                  <a:lnTo>
                    <a:pt x="10" y="0"/>
                  </a:lnTo>
                  <a:lnTo>
                    <a:pt x="15" y="0"/>
                  </a:lnTo>
                  <a:lnTo>
                    <a:pt x="20" y="0"/>
                  </a:lnTo>
                  <a:lnTo>
                    <a:pt x="20" y="0"/>
                  </a:lnTo>
                  <a:lnTo>
                    <a:pt x="20" y="0"/>
                  </a:lnTo>
                  <a:lnTo>
                    <a:pt x="20" y="0"/>
                  </a:lnTo>
                  <a:lnTo>
                    <a:pt x="20" y="0"/>
                  </a:lnTo>
                  <a:lnTo>
                    <a:pt x="20" y="2"/>
                  </a:lnTo>
                  <a:lnTo>
                    <a:pt x="20" y="4"/>
                  </a:lnTo>
                  <a:lnTo>
                    <a:pt x="20" y="8"/>
                  </a:lnTo>
                  <a:lnTo>
                    <a:pt x="20" y="13"/>
                  </a:lnTo>
                  <a:lnTo>
                    <a:pt x="20" y="13"/>
                  </a:lnTo>
                  <a:lnTo>
                    <a:pt x="20" y="14"/>
                  </a:lnTo>
                  <a:lnTo>
                    <a:pt x="20" y="14"/>
                  </a:lnTo>
                  <a:lnTo>
                    <a:pt x="20" y="16"/>
                  </a:lnTo>
                  <a:lnTo>
                    <a:pt x="20" y="14"/>
                  </a:lnTo>
                  <a:lnTo>
                    <a:pt x="20" y="14"/>
                  </a:lnTo>
                  <a:lnTo>
                    <a:pt x="15" y="14"/>
                  </a:lnTo>
                  <a:lnTo>
                    <a:pt x="15" y="14"/>
                  </a:lnTo>
                  <a:lnTo>
                    <a:pt x="15" y="14"/>
                  </a:lnTo>
                  <a:lnTo>
                    <a:pt x="15" y="13"/>
                  </a:lnTo>
                  <a:lnTo>
                    <a:pt x="15" y="13"/>
                  </a:lnTo>
                  <a:lnTo>
                    <a:pt x="15" y="11"/>
                  </a:lnTo>
                  <a:lnTo>
                    <a:pt x="10" y="9"/>
                  </a:lnTo>
                  <a:lnTo>
                    <a:pt x="5" y="5"/>
                  </a:lnTo>
                  <a:lnTo>
                    <a:pt x="0" y="0"/>
                  </a:lnTo>
                  <a:lnTo>
                    <a:pt x="0" y="0"/>
                  </a:lnTo>
                  <a:lnTo>
                    <a:pt x="0" y="0"/>
                  </a:lnTo>
                  <a:lnTo>
                    <a:pt x="0" y="0"/>
                  </a:lnTo>
                  <a:lnTo>
                    <a:pt x="5" y="0"/>
                  </a:lnTo>
                  <a:lnTo>
                    <a:pt x="5" y="0"/>
                  </a:lnTo>
                </a:path>
              </a:pathLst>
            </a:custGeom>
            <a:solidFill>
              <a:srgbClr val="3B3B3B"/>
            </a:solidFill>
            <a:ln cap="rnd">
              <a:noFill/>
              <a:round/>
            </a:ln>
            <a:effectLst/>
          </p:spPr>
        </p:sp>
        <p:sp>
          <p:nvSpPr>
            <p:cNvPr id="62192" name=""/>
            <p:cNvSpPr/>
            <p:nvPr/>
          </p:nvSpPr>
          <p:spPr>
            <a:xfrm>
              <a:off x="4198" y="3195"/>
              <a:ext cx="21" cy="17"/>
            </a:xfrm>
            <a:custGeom>
              <a:pathLst>
                <a:path w="21" h="17">
                  <a:moveTo>
                    <a:pt x="5" y="0"/>
                  </a:moveTo>
                  <a:lnTo>
                    <a:pt x="10" y="0"/>
                  </a:lnTo>
                  <a:lnTo>
                    <a:pt x="10" y="0"/>
                  </a:lnTo>
                  <a:lnTo>
                    <a:pt x="15" y="0"/>
                  </a:lnTo>
                  <a:lnTo>
                    <a:pt x="20" y="0"/>
                  </a:lnTo>
                  <a:lnTo>
                    <a:pt x="20" y="0"/>
                  </a:lnTo>
                  <a:lnTo>
                    <a:pt x="20" y="0"/>
                  </a:lnTo>
                  <a:lnTo>
                    <a:pt x="20" y="0"/>
                  </a:lnTo>
                  <a:lnTo>
                    <a:pt x="20" y="0"/>
                  </a:lnTo>
                  <a:lnTo>
                    <a:pt x="20" y="3"/>
                  </a:lnTo>
                  <a:lnTo>
                    <a:pt x="20" y="4"/>
                  </a:lnTo>
                  <a:lnTo>
                    <a:pt x="20" y="8"/>
                  </a:lnTo>
                  <a:lnTo>
                    <a:pt x="20" y="13"/>
                  </a:lnTo>
                  <a:lnTo>
                    <a:pt x="20" y="14"/>
                  </a:lnTo>
                  <a:lnTo>
                    <a:pt x="20" y="14"/>
                  </a:lnTo>
                  <a:lnTo>
                    <a:pt x="20" y="14"/>
                  </a:lnTo>
                  <a:lnTo>
                    <a:pt x="20" y="16"/>
                  </a:lnTo>
                  <a:lnTo>
                    <a:pt x="20" y="14"/>
                  </a:lnTo>
                  <a:lnTo>
                    <a:pt x="20" y="14"/>
                  </a:lnTo>
                  <a:lnTo>
                    <a:pt x="15" y="14"/>
                  </a:lnTo>
                  <a:lnTo>
                    <a:pt x="15" y="14"/>
                  </a:lnTo>
                  <a:lnTo>
                    <a:pt x="15" y="14"/>
                  </a:lnTo>
                  <a:lnTo>
                    <a:pt x="15" y="13"/>
                  </a:lnTo>
                  <a:lnTo>
                    <a:pt x="15" y="13"/>
                  </a:lnTo>
                  <a:lnTo>
                    <a:pt x="15" y="11"/>
                  </a:lnTo>
                  <a:lnTo>
                    <a:pt x="10" y="10"/>
                  </a:lnTo>
                  <a:lnTo>
                    <a:pt x="5" y="5"/>
                  </a:lnTo>
                  <a:lnTo>
                    <a:pt x="0" y="0"/>
                  </a:lnTo>
                  <a:lnTo>
                    <a:pt x="0" y="0"/>
                  </a:lnTo>
                  <a:lnTo>
                    <a:pt x="0" y="0"/>
                  </a:lnTo>
                  <a:lnTo>
                    <a:pt x="5" y="0"/>
                  </a:lnTo>
                  <a:lnTo>
                    <a:pt x="5" y="0"/>
                  </a:lnTo>
                  <a:lnTo>
                    <a:pt x="5" y="0"/>
                  </a:lnTo>
                  <a:lnTo>
                    <a:pt x="5" y="0"/>
                  </a:lnTo>
                </a:path>
              </a:pathLst>
            </a:custGeom>
            <a:solidFill>
              <a:srgbClr val="313131"/>
            </a:solidFill>
            <a:ln cap="rnd">
              <a:noFill/>
              <a:round/>
            </a:ln>
            <a:effectLst/>
          </p:spPr>
        </p:sp>
        <p:sp>
          <p:nvSpPr>
            <p:cNvPr id="62193" name=""/>
            <p:cNvSpPr/>
            <p:nvPr/>
          </p:nvSpPr>
          <p:spPr>
            <a:xfrm>
              <a:off x="4198" y="3195"/>
              <a:ext cx="21" cy="17"/>
            </a:xfrm>
            <a:custGeom>
              <a:pathLst>
                <a:path w="21" h="17">
                  <a:moveTo>
                    <a:pt x="5" y="0"/>
                  </a:moveTo>
                  <a:lnTo>
                    <a:pt x="10" y="0"/>
                  </a:lnTo>
                  <a:lnTo>
                    <a:pt x="10" y="0"/>
                  </a:lnTo>
                  <a:lnTo>
                    <a:pt x="15" y="0"/>
                  </a:lnTo>
                  <a:lnTo>
                    <a:pt x="15" y="0"/>
                  </a:lnTo>
                  <a:lnTo>
                    <a:pt x="20" y="0"/>
                  </a:lnTo>
                  <a:lnTo>
                    <a:pt x="20" y="0"/>
                  </a:lnTo>
                  <a:lnTo>
                    <a:pt x="20" y="1"/>
                  </a:lnTo>
                  <a:lnTo>
                    <a:pt x="20" y="1"/>
                  </a:lnTo>
                  <a:lnTo>
                    <a:pt x="20" y="3"/>
                  </a:lnTo>
                  <a:lnTo>
                    <a:pt x="20" y="6"/>
                  </a:lnTo>
                  <a:lnTo>
                    <a:pt x="20" y="8"/>
                  </a:lnTo>
                  <a:lnTo>
                    <a:pt x="20" y="14"/>
                  </a:lnTo>
                  <a:lnTo>
                    <a:pt x="20" y="16"/>
                  </a:lnTo>
                  <a:lnTo>
                    <a:pt x="20" y="16"/>
                  </a:lnTo>
                  <a:lnTo>
                    <a:pt x="20" y="16"/>
                  </a:lnTo>
                  <a:lnTo>
                    <a:pt x="20" y="16"/>
                  </a:lnTo>
                  <a:lnTo>
                    <a:pt x="20" y="16"/>
                  </a:lnTo>
                  <a:lnTo>
                    <a:pt x="15" y="16"/>
                  </a:lnTo>
                  <a:lnTo>
                    <a:pt x="15" y="16"/>
                  </a:lnTo>
                  <a:lnTo>
                    <a:pt x="15" y="16"/>
                  </a:lnTo>
                  <a:lnTo>
                    <a:pt x="15" y="14"/>
                  </a:lnTo>
                  <a:lnTo>
                    <a:pt x="15" y="14"/>
                  </a:lnTo>
                  <a:lnTo>
                    <a:pt x="15" y="12"/>
                  </a:lnTo>
                  <a:lnTo>
                    <a:pt x="10" y="11"/>
                  </a:lnTo>
                  <a:lnTo>
                    <a:pt x="10" y="7"/>
                  </a:lnTo>
                  <a:lnTo>
                    <a:pt x="0" y="1"/>
                  </a:lnTo>
                  <a:lnTo>
                    <a:pt x="0" y="0"/>
                  </a:lnTo>
                  <a:lnTo>
                    <a:pt x="5" y="0"/>
                  </a:lnTo>
                  <a:lnTo>
                    <a:pt x="5" y="0"/>
                  </a:lnTo>
                  <a:lnTo>
                    <a:pt x="5" y="0"/>
                  </a:lnTo>
                  <a:lnTo>
                    <a:pt x="5" y="0"/>
                  </a:lnTo>
                </a:path>
              </a:pathLst>
            </a:custGeom>
            <a:solidFill>
              <a:srgbClr val="242424"/>
            </a:solidFill>
            <a:ln cap="rnd">
              <a:noFill/>
              <a:round/>
            </a:ln>
            <a:effectLst/>
          </p:spPr>
        </p:sp>
        <p:sp>
          <p:nvSpPr>
            <p:cNvPr id="62194" name=""/>
            <p:cNvSpPr/>
            <p:nvPr/>
          </p:nvSpPr>
          <p:spPr>
            <a:xfrm>
              <a:off x="4198" y="3195"/>
              <a:ext cx="21" cy="17"/>
            </a:xfrm>
            <a:custGeom>
              <a:pathLst>
                <a:path w="21" h="17">
                  <a:moveTo>
                    <a:pt x="0" y="0"/>
                  </a:moveTo>
                  <a:lnTo>
                    <a:pt x="13" y="0"/>
                  </a:lnTo>
                  <a:lnTo>
                    <a:pt x="13" y="0"/>
                  </a:lnTo>
                  <a:lnTo>
                    <a:pt x="13" y="1"/>
                  </a:lnTo>
                  <a:lnTo>
                    <a:pt x="20" y="1"/>
                  </a:lnTo>
                  <a:lnTo>
                    <a:pt x="20" y="2"/>
                  </a:lnTo>
                  <a:lnTo>
                    <a:pt x="20" y="14"/>
                  </a:lnTo>
                  <a:lnTo>
                    <a:pt x="20" y="16"/>
                  </a:lnTo>
                  <a:lnTo>
                    <a:pt x="20" y="16"/>
                  </a:lnTo>
                  <a:lnTo>
                    <a:pt x="20" y="16"/>
                  </a:lnTo>
                  <a:lnTo>
                    <a:pt x="20" y="16"/>
                  </a:lnTo>
                  <a:lnTo>
                    <a:pt x="13" y="16"/>
                  </a:lnTo>
                  <a:lnTo>
                    <a:pt x="13" y="16"/>
                  </a:lnTo>
                  <a:lnTo>
                    <a:pt x="13" y="16"/>
                  </a:lnTo>
                  <a:lnTo>
                    <a:pt x="13" y="14"/>
                  </a:lnTo>
                  <a:lnTo>
                    <a:pt x="13" y="14"/>
                  </a:lnTo>
                  <a:lnTo>
                    <a:pt x="0" y="2"/>
                  </a:lnTo>
                  <a:lnTo>
                    <a:pt x="0" y="1"/>
                  </a:lnTo>
                  <a:lnTo>
                    <a:pt x="0" y="1"/>
                  </a:lnTo>
                  <a:lnTo>
                    <a:pt x="0" y="0"/>
                  </a:lnTo>
                  <a:lnTo>
                    <a:pt x="0" y="0"/>
                  </a:lnTo>
                  <a:lnTo>
                    <a:pt x="0" y="0"/>
                  </a:lnTo>
                </a:path>
              </a:pathLst>
            </a:custGeom>
            <a:solidFill>
              <a:srgbClr val="1A1A1A"/>
            </a:solidFill>
            <a:ln cap="rnd">
              <a:noFill/>
              <a:round/>
            </a:ln>
            <a:effectLst/>
          </p:spPr>
        </p:sp>
        <p:sp>
          <p:nvSpPr>
            <p:cNvPr id="62195" name=""/>
            <p:cNvSpPr/>
            <p:nvPr/>
          </p:nvSpPr>
          <p:spPr>
            <a:xfrm>
              <a:off x="4208" y="3210"/>
              <a:ext cx="66" cy="17"/>
            </a:xfrm>
            <a:custGeom>
              <a:pathLst>
                <a:path w="66" h="17">
                  <a:moveTo>
                    <a:pt x="0" y="1"/>
                  </a:moveTo>
                  <a:lnTo>
                    <a:pt x="55" y="16"/>
                  </a:lnTo>
                  <a:lnTo>
                    <a:pt x="56" y="16"/>
                  </a:lnTo>
                  <a:lnTo>
                    <a:pt x="58" y="14"/>
                  </a:lnTo>
                  <a:lnTo>
                    <a:pt x="60" y="14"/>
                  </a:lnTo>
                  <a:lnTo>
                    <a:pt x="61" y="14"/>
                  </a:lnTo>
                  <a:lnTo>
                    <a:pt x="63" y="12"/>
                  </a:lnTo>
                  <a:lnTo>
                    <a:pt x="65" y="12"/>
                  </a:lnTo>
                  <a:lnTo>
                    <a:pt x="65" y="10"/>
                  </a:lnTo>
                  <a:lnTo>
                    <a:pt x="65" y="10"/>
                  </a:lnTo>
                  <a:lnTo>
                    <a:pt x="0" y="0"/>
                  </a:lnTo>
                  <a:lnTo>
                    <a:pt x="0" y="1"/>
                  </a:lnTo>
                  <a:lnTo>
                    <a:pt x="0" y="1"/>
                  </a:lnTo>
                </a:path>
              </a:pathLst>
            </a:custGeom>
            <a:solidFill>
              <a:srgbClr val="FFFFFF"/>
            </a:solidFill>
            <a:ln cap="rnd">
              <a:noFill/>
              <a:round/>
            </a:ln>
            <a:effectLst/>
          </p:spPr>
        </p:sp>
        <p:sp>
          <p:nvSpPr>
            <p:cNvPr id="62196" name=""/>
            <p:cNvSpPr/>
            <p:nvPr/>
          </p:nvSpPr>
          <p:spPr>
            <a:xfrm>
              <a:off x="4208" y="3210"/>
              <a:ext cx="64" cy="17"/>
            </a:xfrm>
            <a:custGeom>
              <a:pathLst>
                <a:path w="64" h="17">
                  <a:moveTo>
                    <a:pt x="0" y="2"/>
                  </a:moveTo>
                  <a:lnTo>
                    <a:pt x="4" y="2"/>
                  </a:lnTo>
                  <a:lnTo>
                    <a:pt x="6" y="2"/>
                  </a:lnTo>
                  <a:lnTo>
                    <a:pt x="8" y="4"/>
                  </a:lnTo>
                  <a:lnTo>
                    <a:pt x="11" y="4"/>
                  </a:lnTo>
                  <a:lnTo>
                    <a:pt x="13" y="6"/>
                  </a:lnTo>
                  <a:lnTo>
                    <a:pt x="14" y="6"/>
                  </a:lnTo>
                  <a:lnTo>
                    <a:pt x="16" y="8"/>
                  </a:lnTo>
                  <a:lnTo>
                    <a:pt x="18" y="8"/>
                  </a:lnTo>
                  <a:lnTo>
                    <a:pt x="20" y="8"/>
                  </a:lnTo>
                  <a:lnTo>
                    <a:pt x="24" y="8"/>
                  </a:lnTo>
                  <a:lnTo>
                    <a:pt x="27" y="10"/>
                  </a:lnTo>
                  <a:lnTo>
                    <a:pt x="31" y="12"/>
                  </a:lnTo>
                  <a:lnTo>
                    <a:pt x="35" y="12"/>
                  </a:lnTo>
                  <a:lnTo>
                    <a:pt x="41" y="14"/>
                  </a:lnTo>
                  <a:lnTo>
                    <a:pt x="47" y="16"/>
                  </a:lnTo>
                  <a:lnTo>
                    <a:pt x="54" y="16"/>
                  </a:lnTo>
                  <a:lnTo>
                    <a:pt x="56" y="16"/>
                  </a:lnTo>
                  <a:lnTo>
                    <a:pt x="57" y="16"/>
                  </a:lnTo>
                  <a:lnTo>
                    <a:pt x="58" y="16"/>
                  </a:lnTo>
                  <a:lnTo>
                    <a:pt x="60" y="16"/>
                  </a:lnTo>
                  <a:lnTo>
                    <a:pt x="61" y="14"/>
                  </a:lnTo>
                  <a:lnTo>
                    <a:pt x="63" y="14"/>
                  </a:lnTo>
                  <a:lnTo>
                    <a:pt x="63" y="12"/>
                  </a:lnTo>
                  <a:lnTo>
                    <a:pt x="63" y="12"/>
                  </a:lnTo>
                  <a:lnTo>
                    <a:pt x="59" y="12"/>
                  </a:lnTo>
                  <a:lnTo>
                    <a:pt x="56" y="12"/>
                  </a:lnTo>
                  <a:lnTo>
                    <a:pt x="53" y="12"/>
                  </a:lnTo>
                  <a:lnTo>
                    <a:pt x="51" y="10"/>
                  </a:lnTo>
                  <a:lnTo>
                    <a:pt x="49" y="10"/>
                  </a:lnTo>
                  <a:lnTo>
                    <a:pt x="46" y="10"/>
                  </a:lnTo>
                  <a:lnTo>
                    <a:pt x="44" y="8"/>
                  </a:lnTo>
                  <a:lnTo>
                    <a:pt x="42" y="8"/>
                  </a:lnTo>
                  <a:lnTo>
                    <a:pt x="39" y="8"/>
                  </a:lnTo>
                  <a:lnTo>
                    <a:pt x="36" y="8"/>
                  </a:lnTo>
                  <a:lnTo>
                    <a:pt x="32" y="8"/>
                  </a:lnTo>
                  <a:lnTo>
                    <a:pt x="27" y="6"/>
                  </a:lnTo>
                  <a:lnTo>
                    <a:pt x="23" y="4"/>
                  </a:lnTo>
                  <a:lnTo>
                    <a:pt x="16" y="2"/>
                  </a:lnTo>
                  <a:lnTo>
                    <a:pt x="9" y="2"/>
                  </a:lnTo>
                  <a:lnTo>
                    <a:pt x="0" y="0"/>
                  </a:lnTo>
                  <a:lnTo>
                    <a:pt x="0" y="0"/>
                  </a:lnTo>
                  <a:lnTo>
                    <a:pt x="0" y="0"/>
                  </a:lnTo>
                  <a:lnTo>
                    <a:pt x="0" y="0"/>
                  </a:lnTo>
                  <a:lnTo>
                    <a:pt x="0" y="2"/>
                  </a:lnTo>
                  <a:lnTo>
                    <a:pt x="0" y="2"/>
                  </a:lnTo>
                </a:path>
              </a:pathLst>
            </a:custGeom>
            <a:solidFill>
              <a:srgbClr val="F5F5F5"/>
            </a:solidFill>
            <a:ln cap="rnd">
              <a:noFill/>
              <a:round/>
            </a:ln>
            <a:effectLst/>
          </p:spPr>
        </p:sp>
        <p:sp>
          <p:nvSpPr>
            <p:cNvPr id="62197" name=""/>
            <p:cNvSpPr/>
            <p:nvPr/>
          </p:nvSpPr>
          <p:spPr>
            <a:xfrm>
              <a:off x="4208" y="3210"/>
              <a:ext cx="63" cy="17"/>
            </a:xfrm>
            <a:custGeom>
              <a:pathLst>
                <a:path w="63" h="17">
                  <a:moveTo>
                    <a:pt x="0" y="2"/>
                  </a:moveTo>
                  <a:lnTo>
                    <a:pt x="4" y="2"/>
                  </a:lnTo>
                  <a:lnTo>
                    <a:pt x="6" y="2"/>
                  </a:lnTo>
                  <a:lnTo>
                    <a:pt x="8" y="4"/>
                  </a:lnTo>
                  <a:lnTo>
                    <a:pt x="10" y="4"/>
                  </a:lnTo>
                  <a:lnTo>
                    <a:pt x="13" y="6"/>
                  </a:lnTo>
                  <a:lnTo>
                    <a:pt x="14" y="6"/>
                  </a:lnTo>
                  <a:lnTo>
                    <a:pt x="16" y="6"/>
                  </a:lnTo>
                  <a:lnTo>
                    <a:pt x="18" y="8"/>
                  </a:lnTo>
                  <a:lnTo>
                    <a:pt x="20" y="8"/>
                  </a:lnTo>
                  <a:lnTo>
                    <a:pt x="23" y="8"/>
                  </a:lnTo>
                  <a:lnTo>
                    <a:pt x="27" y="8"/>
                  </a:lnTo>
                  <a:lnTo>
                    <a:pt x="30" y="10"/>
                  </a:lnTo>
                  <a:lnTo>
                    <a:pt x="34" y="12"/>
                  </a:lnTo>
                  <a:lnTo>
                    <a:pt x="40" y="12"/>
                  </a:lnTo>
                  <a:lnTo>
                    <a:pt x="46" y="14"/>
                  </a:lnTo>
                  <a:lnTo>
                    <a:pt x="53" y="16"/>
                  </a:lnTo>
                  <a:lnTo>
                    <a:pt x="55" y="16"/>
                  </a:lnTo>
                  <a:lnTo>
                    <a:pt x="56" y="16"/>
                  </a:lnTo>
                  <a:lnTo>
                    <a:pt x="58" y="16"/>
                  </a:lnTo>
                  <a:lnTo>
                    <a:pt x="59" y="16"/>
                  </a:lnTo>
                  <a:lnTo>
                    <a:pt x="60" y="14"/>
                  </a:lnTo>
                  <a:lnTo>
                    <a:pt x="61" y="14"/>
                  </a:lnTo>
                  <a:lnTo>
                    <a:pt x="62" y="12"/>
                  </a:lnTo>
                  <a:lnTo>
                    <a:pt x="61" y="12"/>
                  </a:lnTo>
                  <a:lnTo>
                    <a:pt x="58" y="12"/>
                  </a:lnTo>
                  <a:lnTo>
                    <a:pt x="55" y="12"/>
                  </a:lnTo>
                  <a:lnTo>
                    <a:pt x="52" y="12"/>
                  </a:lnTo>
                  <a:lnTo>
                    <a:pt x="50" y="10"/>
                  </a:lnTo>
                  <a:lnTo>
                    <a:pt x="48" y="10"/>
                  </a:lnTo>
                  <a:lnTo>
                    <a:pt x="46" y="8"/>
                  </a:lnTo>
                  <a:lnTo>
                    <a:pt x="44" y="8"/>
                  </a:lnTo>
                  <a:lnTo>
                    <a:pt x="41" y="8"/>
                  </a:lnTo>
                  <a:lnTo>
                    <a:pt x="38" y="8"/>
                  </a:lnTo>
                  <a:lnTo>
                    <a:pt x="35" y="8"/>
                  </a:lnTo>
                  <a:lnTo>
                    <a:pt x="31" y="6"/>
                  </a:lnTo>
                  <a:lnTo>
                    <a:pt x="27" y="6"/>
                  </a:lnTo>
                  <a:lnTo>
                    <a:pt x="22" y="4"/>
                  </a:lnTo>
                  <a:lnTo>
                    <a:pt x="16" y="2"/>
                  </a:lnTo>
                  <a:lnTo>
                    <a:pt x="8" y="2"/>
                  </a:lnTo>
                  <a:lnTo>
                    <a:pt x="0" y="0"/>
                  </a:lnTo>
                  <a:lnTo>
                    <a:pt x="0" y="0"/>
                  </a:lnTo>
                  <a:lnTo>
                    <a:pt x="0" y="0"/>
                  </a:lnTo>
                  <a:lnTo>
                    <a:pt x="0" y="0"/>
                  </a:lnTo>
                  <a:lnTo>
                    <a:pt x="0" y="2"/>
                  </a:lnTo>
                  <a:lnTo>
                    <a:pt x="0" y="2"/>
                  </a:lnTo>
                </a:path>
              </a:pathLst>
            </a:custGeom>
            <a:solidFill>
              <a:srgbClr val="EBEBEB"/>
            </a:solidFill>
            <a:ln cap="rnd">
              <a:noFill/>
              <a:round/>
            </a:ln>
            <a:effectLst/>
          </p:spPr>
        </p:sp>
        <p:sp>
          <p:nvSpPr>
            <p:cNvPr id="62198" name=""/>
            <p:cNvSpPr/>
            <p:nvPr/>
          </p:nvSpPr>
          <p:spPr>
            <a:xfrm>
              <a:off x="4208" y="3210"/>
              <a:ext cx="61" cy="17"/>
            </a:xfrm>
            <a:custGeom>
              <a:pathLst>
                <a:path w="61" h="17">
                  <a:moveTo>
                    <a:pt x="0" y="2"/>
                  </a:moveTo>
                  <a:lnTo>
                    <a:pt x="4" y="2"/>
                  </a:lnTo>
                  <a:lnTo>
                    <a:pt x="6" y="2"/>
                  </a:lnTo>
                  <a:lnTo>
                    <a:pt x="8" y="4"/>
                  </a:lnTo>
                  <a:lnTo>
                    <a:pt x="10" y="4"/>
                  </a:lnTo>
                  <a:lnTo>
                    <a:pt x="12" y="4"/>
                  </a:lnTo>
                  <a:lnTo>
                    <a:pt x="14" y="6"/>
                  </a:lnTo>
                  <a:lnTo>
                    <a:pt x="16" y="6"/>
                  </a:lnTo>
                  <a:lnTo>
                    <a:pt x="18" y="8"/>
                  </a:lnTo>
                  <a:lnTo>
                    <a:pt x="20" y="8"/>
                  </a:lnTo>
                  <a:lnTo>
                    <a:pt x="23" y="8"/>
                  </a:lnTo>
                  <a:lnTo>
                    <a:pt x="26" y="8"/>
                  </a:lnTo>
                  <a:lnTo>
                    <a:pt x="30" y="10"/>
                  </a:lnTo>
                  <a:lnTo>
                    <a:pt x="34" y="12"/>
                  </a:lnTo>
                  <a:lnTo>
                    <a:pt x="40" y="12"/>
                  </a:lnTo>
                  <a:lnTo>
                    <a:pt x="46" y="14"/>
                  </a:lnTo>
                  <a:lnTo>
                    <a:pt x="53" y="16"/>
                  </a:lnTo>
                  <a:lnTo>
                    <a:pt x="54" y="16"/>
                  </a:lnTo>
                  <a:lnTo>
                    <a:pt x="56" y="16"/>
                  </a:lnTo>
                  <a:lnTo>
                    <a:pt x="57" y="16"/>
                  </a:lnTo>
                  <a:lnTo>
                    <a:pt x="58" y="14"/>
                  </a:lnTo>
                  <a:lnTo>
                    <a:pt x="60" y="14"/>
                  </a:lnTo>
                  <a:lnTo>
                    <a:pt x="60" y="14"/>
                  </a:lnTo>
                  <a:lnTo>
                    <a:pt x="60" y="12"/>
                  </a:lnTo>
                  <a:lnTo>
                    <a:pt x="60" y="12"/>
                  </a:lnTo>
                  <a:lnTo>
                    <a:pt x="57" y="12"/>
                  </a:lnTo>
                  <a:lnTo>
                    <a:pt x="53" y="12"/>
                  </a:lnTo>
                  <a:lnTo>
                    <a:pt x="51" y="12"/>
                  </a:lnTo>
                  <a:lnTo>
                    <a:pt x="49" y="10"/>
                  </a:lnTo>
                  <a:lnTo>
                    <a:pt x="47" y="10"/>
                  </a:lnTo>
                  <a:lnTo>
                    <a:pt x="45" y="8"/>
                  </a:lnTo>
                  <a:lnTo>
                    <a:pt x="43" y="8"/>
                  </a:lnTo>
                  <a:lnTo>
                    <a:pt x="40" y="8"/>
                  </a:lnTo>
                  <a:lnTo>
                    <a:pt x="37" y="8"/>
                  </a:lnTo>
                  <a:lnTo>
                    <a:pt x="34" y="8"/>
                  </a:lnTo>
                  <a:lnTo>
                    <a:pt x="31" y="6"/>
                  </a:lnTo>
                  <a:lnTo>
                    <a:pt x="27" y="6"/>
                  </a:lnTo>
                  <a:lnTo>
                    <a:pt x="22" y="4"/>
                  </a:lnTo>
                  <a:lnTo>
                    <a:pt x="16" y="2"/>
                  </a:lnTo>
                  <a:lnTo>
                    <a:pt x="8" y="2"/>
                  </a:lnTo>
                  <a:lnTo>
                    <a:pt x="0" y="0"/>
                  </a:lnTo>
                  <a:lnTo>
                    <a:pt x="0" y="0"/>
                  </a:lnTo>
                  <a:lnTo>
                    <a:pt x="0" y="0"/>
                  </a:lnTo>
                  <a:lnTo>
                    <a:pt x="0" y="0"/>
                  </a:lnTo>
                  <a:lnTo>
                    <a:pt x="0" y="2"/>
                  </a:lnTo>
                  <a:lnTo>
                    <a:pt x="0" y="2"/>
                  </a:lnTo>
                </a:path>
              </a:pathLst>
            </a:custGeom>
            <a:solidFill>
              <a:srgbClr val="E3E3E3"/>
            </a:solidFill>
            <a:ln cap="rnd">
              <a:noFill/>
              <a:round/>
            </a:ln>
            <a:effectLst/>
          </p:spPr>
        </p:sp>
        <p:sp>
          <p:nvSpPr>
            <p:cNvPr id="62199" name=""/>
            <p:cNvSpPr/>
            <p:nvPr/>
          </p:nvSpPr>
          <p:spPr>
            <a:xfrm>
              <a:off x="4208" y="3210"/>
              <a:ext cx="61" cy="17"/>
            </a:xfrm>
            <a:custGeom>
              <a:pathLst>
                <a:path w="61" h="17">
                  <a:moveTo>
                    <a:pt x="0" y="2"/>
                  </a:moveTo>
                  <a:lnTo>
                    <a:pt x="3" y="2"/>
                  </a:lnTo>
                  <a:lnTo>
                    <a:pt x="6" y="2"/>
                  </a:lnTo>
                  <a:lnTo>
                    <a:pt x="8" y="4"/>
                  </a:lnTo>
                  <a:lnTo>
                    <a:pt x="10" y="4"/>
                  </a:lnTo>
                  <a:lnTo>
                    <a:pt x="12" y="4"/>
                  </a:lnTo>
                  <a:lnTo>
                    <a:pt x="13" y="6"/>
                  </a:lnTo>
                  <a:lnTo>
                    <a:pt x="16" y="6"/>
                  </a:lnTo>
                  <a:lnTo>
                    <a:pt x="18" y="8"/>
                  </a:lnTo>
                  <a:lnTo>
                    <a:pt x="20" y="8"/>
                  </a:lnTo>
                  <a:lnTo>
                    <a:pt x="23" y="8"/>
                  </a:lnTo>
                  <a:lnTo>
                    <a:pt x="26" y="8"/>
                  </a:lnTo>
                  <a:lnTo>
                    <a:pt x="30" y="10"/>
                  </a:lnTo>
                  <a:lnTo>
                    <a:pt x="34" y="12"/>
                  </a:lnTo>
                  <a:lnTo>
                    <a:pt x="39" y="12"/>
                  </a:lnTo>
                  <a:lnTo>
                    <a:pt x="45" y="14"/>
                  </a:lnTo>
                  <a:lnTo>
                    <a:pt x="52" y="16"/>
                  </a:lnTo>
                  <a:lnTo>
                    <a:pt x="53" y="16"/>
                  </a:lnTo>
                  <a:lnTo>
                    <a:pt x="54" y="16"/>
                  </a:lnTo>
                  <a:lnTo>
                    <a:pt x="56" y="16"/>
                  </a:lnTo>
                  <a:lnTo>
                    <a:pt x="57" y="14"/>
                  </a:lnTo>
                  <a:lnTo>
                    <a:pt x="58" y="14"/>
                  </a:lnTo>
                  <a:lnTo>
                    <a:pt x="59" y="12"/>
                  </a:lnTo>
                  <a:lnTo>
                    <a:pt x="60" y="12"/>
                  </a:lnTo>
                  <a:lnTo>
                    <a:pt x="59" y="12"/>
                  </a:lnTo>
                  <a:lnTo>
                    <a:pt x="56" y="12"/>
                  </a:lnTo>
                  <a:lnTo>
                    <a:pt x="53" y="12"/>
                  </a:lnTo>
                  <a:lnTo>
                    <a:pt x="51" y="10"/>
                  </a:lnTo>
                  <a:lnTo>
                    <a:pt x="48" y="10"/>
                  </a:lnTo>
                  <a:lnTo>
                    <a:pt x="46" y="10"/>
                  </a:lnTo>
                  <a:lnTo>
                    <a:pt x="44" y="8"/>
                  </a:lnTo>
                  <a:lnTo>
                    <a:pt x="42" y="8"/>
                  </a:lnTo>
                  <a:lnTo>
                    <a:pt x="39" y="8"/>
                  </a:lnTo>
                  <a:lnTo>
                    <a:pt x="37" y="8"/>
                  </a:lnTo>
                  <a:lnTo>
                    <a:pt x="34" y="8"/>
                  </a:lnTo>
                  <a:lnTo>
                    <a:pt x="30" y="6"/>
                  </a:lnTo>
                  <a:lnTo>
                    <a:pt x="26" y="6"/>
                  </a:lnTo>
                  <a:lnTo>
                    <a:pt x="21" y="4"/>
                  </a:lnTo>
                  <a:lnTo>
                    <a:pt x="16" y="2"/>
                  </a:lnTo>
                  <a:lnTo>
                    <a:pt x="8" y="2"/>
                  </a:lnTo>
                  <a:lnTo>
                    <a:pt x="0" y="0"/>
                  </a:lnTo>
                  <a:lnTo>
                    <a:pt x="0" y="0"/>
                  </a:lnTo>
                  <a:lnTo>
                    <a:pt x="0" y="0"/>
                  </a:lnTo>
                  <a:lnTo>
                    <a:pt x="0" y="0"/>
                  </a:lnTo>
                  <a:lnTo>
                    <a:pt x="0" y="2"/>
                  </a:lnTo>
                  <a:lnTo>
                    <a:pt x="0" y="2"/>
                  </a:lnTo>
                </a:path>
              </a:pathLst>
            </a:custGeom>
            <a:solidFill>
              <a:srgbClr val="D9D9D9"/>
            </a:solidFill>
            <a:ln cap="rnd">
              <a:noFill/>
              <a:round/>
            </a:ln>
            <a:effectLst/>
          </p:spPr>
        </p:sp>
        <p:sp>
          <p:nvSpPr>
            <p:cNvPr id="62200" name=""/>
            <p:cNvSpPr/>
            <p:nvPr/>
          </p:nvSpPr>
          <p:spPr>
            <a:xfrm>
              <a:off x="4208" y="3210"/>
              <a:ext cx="59" cy="17"/>
            </a:xfrm>
            <a:custGeom>
              <a:pathLst>
                <a:path w="59" h="17">
                  <a:moveTo>
                    <a:pt x="0" y="2"/>
                  </a:moveTo>
                  <a:lnTo>
                    <a:pt x="3" y="2"/>
                  </a:lnTo>
                  <a:lnTo>
                    <a:pt x="6" y="2"/>
                  </a:lnTo>
                  <a:lnTo>
                    <a:pt x="8" y="4"/>
                  </a:lnTo>
                  <a:lnTo>
                    <a:pt x="10" y="4"/>
                  </a:lnTo>
                  <a:lnTo>
                    <a:pt x="12" y="4"/>
                  </a:lnTo>
                  <a:lnTo>
                    <a:pt x="13" y="6"/>
                  </a:lnTo>
                  <a:lnTo>
                    <a:pt x="16" y="6"/>
                  </a:lnTo>
                  <a:lnTo>
                    <a:pt x="18" y="8"/>
                  </a:lnTo>
                  <a:lnTo>
                    <a:pt x="20" y="8"/>
                  </a:lnTo>
                  <a:lnTo>
                    <a:pt x="23" y="8"/>
                  </a:lnTo>
                  <a:lnTo>
                    <a:pt x="25" y="8"/>
                  </a:lnTo>
                  <a:lnTo>
                    <a:pt x="29" y="10"/>
                  </a:lnTo>
                  <a:lnTo>
                    <a:pt x="34" y="12"/>
                  </a:lnTo>
                  <a:lnTo>
                    <a:pt x="39" y="12"/>
                  </a:lnTo>
                  <a:lnTo>
                    <a:pt x="44" y="14"/>
                  </a:lnTo>
                  <a:lnTo>
                    <a:pt x="51" y="16"/>
                  </a:lnTo>
                  <a:lnTo>
                    <a:pt x="52" y="16"/>
                  </a:lnTo>
                  <a:lnTo>
                    <a:pt x="53" y="16"/>
                  </a:lnTo>
                  <a:lnTo>
                    <a:pt x="55" y="16"/>
                  </a:lnTo>
                  <a:lnTo>
                    <a:pt x="56" y="14"/>
                  </a:lnTo>
                  <a:lnTo>
                    <a:pt x="57" y="14"/>
                  </a:lnTo>
                  <a:lnTo>
                    <a:pt x="58" y="12"/>
                  </a:lnTo>
                  <a:lnTo>
                    <a:pt x="58" y="12"/>
                  </a:lnTo>
                  <a:lnTo>
                    <a:pt x="58" y="12"/>
                  </a:lnTo>
                  <a:lnTo>
                    <a:pt x="55" y="12"/>
                  </a:lnTo>
                  <a:lnTo>
                    <a:pt x="52" y="12"/>
                  </a:lnTo>
                  <a:lnTo>
                    <a:pt x="49" y="10"/>
                  </a:lnTo>
                  <a:lnTo>
                    <a:pt x="47" y="10"/>
                  </a:lnTo>
                  <a:lnTo>
                    <a:pt x="45" y="10"/>
                  </a:lnTo>
                  <a:lnTo>
                    <a:pt x="43" y="8"/>
                  </a:lnTo>
                  <a:lnTo>
                    <a:pt x="41" y="8"/>
                  </a:lnTo>
                  <a:lnTo>
                    <a:pt x="39" y="8"/>
                  </a:lnTo>
                  <a:lnTo>
                    <a:pt x="37" y="8"/>
                  </a:lnTo>
                  <a:lnTo>
                    <a:pt x="34" y="8"/>
                  </a:lnTo>
                  <a:lnTo>
                    <a:pt x="30" y="6"/>
                  </a:lnTo>
                  <a:lnTo>
                    <a:pt x="25" y="6"/>
                  </a:lnTo>
                  <a:lnTo>
                    <a:pt x="20" y="4"/>
                  </a:lnTo>
                  <a:lnTo>
                    <a:pt x="15" y="2"/>
                  </a:lnTo>
                  <a:lnTo>
                    <a:pt x="8" y="2"/>
                  </a:lnTo>
                  <a:lnTo>
                    <a:pt x="0" y="0"/>
                  </a:lnTo>
                  <a:lnTo>
                    <a:pt x="0" y="0"/>
                  </a:lnTo>
                  <a:lnTo>
                    <a:pt x="0" y="0"/>
                  </a:lnTo>
                  <a:lnTo>
                    <a:pt x="0" y="0"/>
                  </a:lnTo>
                  <a:lnTo>
                    <a:pt x="0" y="2"/>
                  </a:lnTo>
                  <a:lnTo>
                    <a:pt x="0" y="2"/>
                  </a:lnTo>
                </a:path>
              </a:pathLst>
            </a:custGeom>
            <a:solidFill>
              <a:srgbClr val="CFCFCF"/>
            </a:solidFill>
            <a:ln cap="rnd">
              <a:noFill/>
              <a:round/>
            </a:ln>
            <a:effectLst/>
          </p:spPr>
        </p:sp>
        <p:sp>
          <p:nvSpPr>
            <p:cNvPr id="62201" name=""/>
            <p:cNvSpPr/>
            <p:nvPr/>
          </p:nvSpPr>
          <p:spPr>
            <a:xfrm>
              <a:off x="4208" y="3210"/>
              <a:ext cx="58" cy="17"/>
            </a:xfrm>
            <a:custGeom>
              <a:pathLst>
                <a:path w="58" h="17">
                  <a:moveTo>
                    <a:pt x="0" y="2"/>
                  </a:moveTo>
                  <a:lnTo>
                    <a:pt x="3" y="2"/>
                  </a:lnTo>
                  <a:lnTo>
                    <a:pt x="6" y="2"/>
                  </a:lnTo>
                  <a:lnTo>
                    <a:pt x="8" y="2"/>
                  </a:lnTo>
                  <a:lnTo>
                    <a:pt x="10" y="4"/>
                  </a:lnTo>
                  <a:lnTo>
                    <a:pt x="12" y="4"/>
                  </a:lnTo>
                  <a:lnTo>
                    <a:pt x="13" y="6"/>
                  </a:lnTo>
                  <a:lnTo>
                    <a:pt x="16" y="6"/>
                  </a:lnTo>
                  <a:lnTo>
                    <a:pt x="17" y="8"/>
                  </a:lnTo>
                  <a:lnTo>
                    <a:pt x="20" y="8"/>
                  </a:lnTo>
                  <a:lnTo>
                    <a:pt x="22" y="8"/>
                  </a:lnTo>
                  <a:lnTo>
                    <a:pt x="25" y="8"/>
                  </a:lnTo>
                  <a:lnTo>
                    <a:pt x="29" y="10"/>
                  </a:lnTo>
                  <a:lnTo>
                    <a:pt x="33" y="12"/>
                  </a:lnTo>
                  <a:lnTo>
                    <a:pt x="38" y="12"/>
                  </a:lnTo>
                  <a:lnTo>
                    <a:pt x="44" y="14"/>
                  </a:lnTo>
                  <a:lnTo>
                    <a:pt x="51" y="16"/>
                  </a:lnTo>
                  <a:lnTo>
                    <a:pt x="51" y="16"/>
                  </a:lnTo>
                  <a:lnTo>
                    <a:pt x="53" y="16"/>
                  </a:lnTo>
                  <a:lnTo>
                    <a:pt x="54" y="14"/>
                  </a:lnTo>
                  <a:lnTo>
                    <a:pt x="55" y="14"/>
                  </a:lnTo>
                  <a:lnTo>
                    <a:pt x="56" y="14"/>
                  </a:lnTo>
                  <a:lnTo>
                    <a:pt x="57" y="12"/>
                  </a:lnTo>
                  <a:lnTo>
                    <a:pt x="57" y="12"/>
                  </a:lnTo>
                  <a:lnTo>
                    <a:pt x="57" y="12"/>
                  </a:lnTo>
                  <a:lnTo>
                    <a:pt x="53" y="12"/>
                  </a:lnTo>
                  <a:lnTo>
                    <a:pt x="51" y="12"/>
                  </a:lnTo>
                  <a:lnTo>
                    <a:pt x="49" y="10"/>
                  </a:lnTo>
                  <a:lnTo>
                    <a:pt x="46" y="10"/>
                  </a:lnTo>
                  <a:lnTo>
                    <a:pt x="44" y="10"/>
                  </a:lnTo>
                  <a:lnTo>
                    <a:pt x="42" y="8"/>
                  </a:lnTo>
                  <a:lnTo>
                    <a:pt x="40" y="8"/>
                  </a:lnTo>
                  <a:lnTo>
                    <a:pt x="38" y="8"/>
                  </a:lnTo>
                  <a:lnTo>
                    <a:pt x="35" y="8"/>
                  </a:lnTo>
                  <a:lnTo>
                    <a:pt x="32" y="8"/>
                  </a:lnTo>
                  <a:lnTo>
                    <a:pt x="29" y="6"/>
                  </a:lnTo>
                  <a:lnTo>
                    <a:pt x="25" y="6"/>
                  </a:lnTo>
                  <a:lnTo>
                    <a:pt x="20" y="4"/>
                  </a:lnTo>
                  <a:lnTo>
                    <a:pt x="15" y="2"/>
                  </a:lnTo>
                  <a:lnTo>
                    <a:pt x="8" y="2"/>
                  </a:lnTo>
                  <a:lnTo>
                    <a:pt x="0" y="0"/>
                  </a:lnTo>
                  <a:lnTo>
                    <a:pt x="0" y="0"/>
                  </a:lnTo>
                  <a:lnTo>
                    <a:pt x="0" y="0"/>
                  </a:lnTo>
                  <a:lnTo>
                    <a:pt x="0" y="0"/>
                  </a:lnTo>
                  <a:lnTo>
                    <a:pt x="0" y="2"/>
                  </a:lnTo>
                  <a:lnTo>
                    <a:pt x="0" y="2"/>
                  </a:lnTo>
                </a:path>
              </a:pathLst>
            </a:custGeom>
            <a:solidFill>
              <a:srgbClr val="C5C5C5"/>
            </a:solidFill>
            <a:ln cap="rnd">
              <a:noFill/>
              <a:round/>
            </a:ln>
            <a:effectLst/>
          </p:spPr>
        </p:sp>
        <p:sp>
          <p:nvSpPr>
            <p:cNvPr id="62202" name=""/>
            <p:cNvSpPr/>
            <p:nvPr/>
          </p:nvSpPr>
          <p:spPr>
            <a:xfrm>
              <a:off x="4208" y="3210"/>
              <a:ext cx="57" cy="17"/>
            </a:xfrm>
            <a:custGeom>
              <a:pathLst>
                <a:path w="57" h="17">
                  <a:moveTo>
                    <a:pt x="0" y="2"/>
                  </a:moveTo>
                  <a:lnTo>
                    <a:pt x="3" y="2"/>
                  </a:lnTo>
                  <a:lnTo>
                    <a:pt x="6" y="2"/>
                  </a:lnTo>
                  <a:lnTo>
                    <a:pt x="8" y="2"/>
                  </a:lnTo>
                  <a:lnTo>
                    <a:pt x="10" y="4"/>
                  </a:lnTo>
                  <a:lnTo>
                    <a:pt x="11" y="4"/>
                  </a:lnTo>
                  <a:lnTo>
                    <a:pt x="13" y="6"/>
                  </a:lnTo>
                  <a:lnTo>
                    <a:pt x="15" y="6"/>
                  </a:lnTo>
                  <a:lnTo>
                    <a:pt x="17" y="8"/>
                  </a:lnTo>
                  <a:lnTo>
                    <a:pt x="19" y="8"/>
                  </a:lnTo>
                  <a:lnTo>
                    <a:pt x="22" y="8"/>
                  </a:lnTo>
                  <a:lnTo>
                    <a:pt x="25" y="8"/>
                  </a:lnTo>
                  <a:lnTo>
                    <a:pt x="28" y="10"/>
                  </a:lnTo>
                  <a:lnTo>
                    <a:pt x="32" y="12"/>
                  </a:lnTo>
                  <a:lnTo>
                    <a:pt x="37" y="12"/>
                  </a:lnTo>
                  <a:lnTo>
                    <a:pt x="44" y="14"/>
                  </a:lnTo>
                  <a:lnTo>
                    <a:pt x="50" y="16"/>
                  </a:lnTo>
                  <a:lnTo>
                    <a:pt x="51" y="16"/>
                  </a:lnTo>
                  <a:lnTo>
                    <a:pt x="52" y="14"/>
                  </a:lnTo>
                  <a:lnTo>
                    <a:pt x="53" y="14"/>
                  </a:lnTo>
                  <a:lnTo>
                    <a:pt x="54" y="14"/>
                  </a:lnTo>
                  <a:lnTo>
                    <a:pt x="56" y="14"/>
                  </a:lnTo>
                  <a:lnTo>
                    <a:pt x="56" y="12"/>
                  </a:lnTo>
                  <a:lnTo>
                    <a:pt x="56" y="12"/>
                  </a:lnTo>
                  <a:lnTo>
                    <a:pt x="56" y="12"/>
                  </a:lnTo>
                  <a:lnTo>
                    <a:pt x="52" y="12"/>
                  </a:lnTo>
                  <a:lnTo>
                    <a:pt x="50" y="12"/>
                  </a:lnTo>
                  <a:lnTo>
                    <a:pt x="47" y="10"/>
                  </a:lnTo>
                  <a:lnTo>
                    <a:pt x="45" y="10"/>
                  </a:lnTo>
                  <a:lnTo>
                    <a:pt x="44" y="8"/>
                  </a:lnTo>
                  <a:lnTo>
                    <a:pt x="42" y="8"/>
                  </a:lnTo>
                  <a:lnTo>
                    <a:pt x="39" y="8"/>
                  </a:lnTo>
                  <a:lnTo>
                    <a:pt x="37" y="8"/>
                  </a:lnTo>
                  <a:lnTo>
                    <a:pt x="34" y="8"/>
                  </a:lnTo>
                  <a:lnTo>
                    <a:pt x="32" y="8"/>
                  </a:lnTo>
                  <a:lnTo>
                    <a:pt x="29" y="6"/>
                  </a:lnTo>
                  <a:lnTo>
                    <a:pt x="25" y="4"/>
                  </a:lnTo>
                  <a:lnTo>
                    <a:pt x="20" y="4"/>
                  </a:lnTo>
                  <a:lnTo>
                    <a:pt x="14" y="2"/>
                  </a:lnTo>
                  <a:lnTo>
                    <a:pt x="8" y="2"/>
                  </a:lnTo>
                  <a:lnTo>
                    <a:pt x="0" y="0"/>
                  </a:lnTo>
                  <a:lnTo>
                    <a:pt x="0" y="0"/>
                  </a:lnTo>
                  <a:lnTo>
                    <a:pt x="0" y="0"/>
                  </a:lnTo>
                  <a:lnTo>
                    <a:pt x="0" y="0"/>
                  </a:lnTo>
                  <a:lnTo>
                    <a:pt x="0" y="2"/>
                  </a:lnTo>
                  <a:lnTo>
                    <a:pt x="0" y="2"/>
                  </a:lnTo>
                </a:path>
              </a:pathLst>
            </a:custGeom>
            <a:solidFill>
              <a:srgbClr val="BBBBBB"/>
            </a:solidFill>
            <a:ln cap="rnd">
              <a:noFill/>
              <a:round/>
            </a:ln>
            <a:effectLst/>
          </p:spPr>
        </p:sp>
        <p:sp>
          <p:nvSpPr>
            <p:cNvPr id="62203" name=""/>
            <p:cNvSpPr/>
            <p:nvPr/>
          </p:nvSpPr>
          <p:spPr>
            <a:xfrm>
              <a:off x="4208" y="3210"/>
              <a:ext cx="56" cy="17"/>
            </a:xfrm>
            <a:custGeom>
              <a:pathLst>
                <a:path w="56" h="17">
                  <a:moveTo>
                    <a:pt x="0" y="2"/>
                  </a:moveTo>
                  <a:lnTo>
                    <a:pt x="3" y="2"/>
                  </a:lnTo>
                  <a:lnTo>
                    <a:pt x="6" y="2"/>
                  </a:lnTo>
                  <a:lnTo>
                    <a:pt x="8" y="2"/>
                  </a:lnTo>
                  <a:lnTo>
                    <a:pt x="10" y="4"/>
                  </a:lnTo>
                  <a:lnTo>
                    <a:pt x="11" y="4"/>
                  </a:lnTo>
                  <a:lnTo>
                    <a:pt x="13" y="6"/>
                  </a:lnTo>
                  <a:lnTo>
                    <a:pt x="15" y="6"/>
                  </a:lnTo>
                  <a:lnTo>
                    <a:pt x="17" y="6"/>
                  </a:lnTo>
                  <a:lnTo>
                    <a:pt x="19" y="9"/>
                  </a:lnTo>
                  <a:lnTo>
                    <a:pt x="21" y="9"/>
                  </a:lnTo>
                  <a:lnTo>
                    <a:pt x="25" y="9"/>
                  </a:lnTo>
                  <a:lnTo>
                    <a:pt x="28" y="9"/>
                  </a:lnTo>
                  <a:lnTo>
                    <a:pt x="32" y="11"/>
                  </a:lnTo>
                  <a:lnTo>
                    <a:pt x="37" y="13"/>
                  </a:lnTo>
                  <a:lnTo>
                    <a:pt x="43" y="13"/>
                  </a:lnTo>
                  <a:lnTo>
                    <a:pt x="49" y="16"/>
                  </a:lnTo>
                  <a:lnTo>
                    <a:pt x="51" y="16"/>
                  </a:lnTo>
                  <a:lnTo>
                    <a:pt x="51" y="16"/>
                  </a:lnTo>
                  <a:lnTo>
                    <a:pt x="52" y="16"/>
                  </a:lnTo>
                  <a:lnTo>
                    <a:pt x="53" y="16"/>
                  </a:lnTo>
                  <a:lnTo>
                    <a:pt x="54" y="13"/>
                  </a:lnTo>
                  <a:lnTo>
                    <a:pt x="55" y="13"/>
                  </a:lnTo>
                  <a:lnTo>
                    <a:pt x="55" y="13"/>
                  </a:lnTo>
                  <a:lnTo>
                    <a:pt x="55" y="13"/>
                  </a:lnTo>
                  <a:lnTo>
                    <a:pt x="51" y="13"/>
                  </a:lnTo>
                  <a:lnTo>
                    <a:pt x="49" y="13"/>
                  </a:lnTo>
                  <a:lnTo>
                    <a:pt x="46" y="11"/>
                  </a:lnTo>
                  <a:lnTo>
                    <a:pt x="44" y="11"/>
                  </a:lnTo>
                  <a:lnTo>
                    <a:pt x="42" y="9"/>
                  </a:lnTo>
                  <a:lnTo>
                    <a:pt x="41" y="9"/>
                  </a:lnTo>
                  <a:lnTo>
                    <a:pt x="39" y="9"/>
                  </a:lnTo>
                  <a:lnTo>
                    <a:pt x="37" y="9"/>
                  </a:lnTo>
                  <a:lnTo>
                    <a:pt x="34" y="9"/>
                  </a:lnTo>
                  <a:lnTo>
                    <a:pt x="31" y="9"/>
                  </a:lnTo>
                  <a:lnTo>
                    <a:pt x="28" y="6"/>
                  </a:lnTo>
                  <a:lnTo>
                    <a:pt x="24" y="4"/>
                  </a:lnTo>
                  <a:lnTo>
                    <a:pt x="20" y="4"/>
                  </a:lnTo>
                  <a:lnTo>
                    <a:pt x="14" y="2"/>
                  </a:lnTo>
                  <a:lnTo>
                    <a:pt x="8" y="2"/>
                  </a:lnTo>
                  <a:lnTo>
                    <a:pt x="0" y="0"/>
                  </a:lnTo>
                  <a:lnTo>
                    <a:pt x="0" y="0"/>
                  </a:lnTo>
                  <a:lnTo>
                    <a:pt x="0" y="0"/>
                  </a:lnTo>
                  <a:lnTo>
                    <a:pt x="0" y="0"/>
                  </a:lnTo>
                  <a:lnTo>
                    <a:pt x="0" y="2"/>
                  </a:lnTo>
                  <a:lnTo>
                    <a:pt x="0" y="2"/>
                  </a:lnTo>
                </a:path>
              </a:pathLst>
            </a:custGeom>
            <a:solidFill>
              <a:srgbClr val="B3B3B3"/>
            </a:solidFill>
            <a:ln cap="rnd">
              <a:noFill/>
              <a:round/>
            </a:ln>
            <a:effectLst/>
          </p:spPr>
        </p:sp>
        <p:sp>
          <p:nvSpPr>
            <p:cNvPr id="62204" name=""/>
            <p:cNvSpPr/>
            <p:nvPr/>
          </p:nvSpPr>
          <p:spPr>
            <a:xfrm>
              <a:off x="4208" y="3210"/>
              <a:ext cx="56" cy="17"/>
            </a:xfrm>
            <a:custGeom>
              <a:pathLst>
                <a:path w="56" h="17">
                  <a:moveTo>
                    <a:pt x="0" y="2"/>
                  </a:moveTo>
                  <a:lnTo>
                    <a:pt x="3" y="2"/>
                  </a:lnTo>
                  <a:lnTo>
                    <a:pt x="6" y="2"/>
                  </a:lnTo>
                  <a:lnTo>
                    <a:pt x="8" y="2"/>
                  </a:lnTo>
                  <a:lnTo>
                    <a:pt x="10" y="4"/>
                  </a:lnTo>
                  <a:lnTo>
                    <a:pt x="11" y="4"/>
                  </a:lnTo>
                  <a:lnTo>
                    <a:pt x="13" y="4"/>
                  </a:lnTo>
                  <a:lnTo>
                    <a:pt x="15" y="6"/>
                  </a:lnTo>
                  <a:lnTo>
                    <a:pt x="17" y="6"/>
                  </a:lnTo>
                  <a:lnTo>
                    <a:pt x="19" y="9"/>
                  </a:lnTo>
                  <a:lnTo>
                    <a:pt x="21" y="9"/>
                  </a:lnTo>
                  <a:lnTo>
                    <a:pt x="24" y="9"/>
                  </a:lnTo>
                  <a:lnTo>
                    <a:pt x="27" y="9"/>
                  </a:lnTo>
                  <a:lnTo>
                    <a:pt x="32" y="11"/>
                  </a:lnTo>
                  <a:lnTo>
                    <a:pt x="37" y="13"/>
                  </a:lnTo>
                  <a:lnTo>
                    <a:pt x="42" y="13"/>
                  </a:lnTo>
                  <a:lnTo>
                    <a:pt x="49" y="16"/>
                  </a:lnTo>
                  <a:lnTo>
                    <a:pt x="50" y="16"/>
                  </a:lnTo>
                  <a:lnTo>
                    <a:pt x="51" y="16"/>
                  </a:lnTo>
                  <a:lnTo>
                    <a:pt x="51" y="16"/>
                  </a:lnTo>
                  <a:lnTo>
                    <a:pt x="53" y="16"/>
                  </a:lnTo>
                  <a:lnTo>
                    <a:pt x="53" y="13"/>
                  </a:lnTo>
                  <a:lnTo>
                    <a:pt x="53" y="13"/>
                  </a:lnTo>
                  <a:lnTo>
                    <a:pt x="55" y="13"/>
                  </a:lnTo>
                  <a:lnTo>
                    <a:pt x="53" y="13"/>
                  </a:lnTo>
                  <a:lnTo>
                    <a:pt x="51" y="13"/>
                  </a:lnTo>
                  <a:lnTo>
                    <a:pt x="48" y="11"/>
                  </a:lnTo>
                  <a:lnTo>
                    <a:pt x="46" y="11"/>
                  </a:lnTo>
                  <a:lnTo>
                    <a:pt x="44" y="9"/>
                  </a:lnTo>
                  <a:lnTo>
                    <a:pt x="42" y="9"/>
                  </a:lnTo>
                  <a:lnTo>
                    <a:pt x="40" y="9"/>
                  </a:lnTo>
                  <a:lnTo>
                    <a:pt x="38" y="9"/>
                  </a:lnTo>
                  <a:lnTo>
                    <a:pt x="36" y="9"/>
                  </a:lnTo>
                  <a:lnTo>
                    <a:pt x="34" y="9"/>
                  </a:lnTo>
                  <a:lnTo>
                    <a:pt x="30" y="9"/>
                  </a:lnTo>
                  <a:lnTo>
                    <a:pt x="27" y="6"/>
                  </a:lnTo>
                  <a:lnTo>
                    <a:pt x="23" y="4"/>
                  </a:lnTo>
                  <a:lnTo>
                    <a:pt x="19" y="4"/>
                  </a:lnTo>
                  <a:lnTo>
                    <a:pt x="14" y="2"/>
                  </a:lnTo>
                  <a:lnTo>
                    <a:pt x="8" y="2"/>
                  </a:lnTo>
                  <a:lnTo>
                    <a:pt x="0" y="0"/>
                  </a:lnTo>
                  <a:lnTo>
                    <a:pt x="0" y="0"/>
                  </a:lnTo>
                  <a:lnTo>
                    <a:pt x="0" y="0"/>
                  </a:lnTo>
                  <a:lnTo>
                    <a:pt x="0" y="0"/>
                  </a:lnTo>
                  <a:lnTo>
                    <a:pt x="0" y="2"/>
                  </a:lnTo>
                  <a:lnTo>
                    <a:pt x="0" y="2"/>
                  </a:lnTo>
                </a:path>
              </a:pathLst>
            </a:custGeom>
            <a:solidFill>
              <a:srgbClr val="A9A9A9"/>
            </a:solidFill>
            <a:ln cap="rnd">
              <a:noFill/>
              <a:round/>
            </a:ln>
            <a:effectLst/>
          </p:spPr>
        </p:sp>
        <p:sp>
          <p:nvSpPr>
            <p:cNvPr id="62205" name=""/>
            <p:cNvSpPr/>
            <p:nvPr/>
          </p:nvSpPr>
          <p:spPr>
            <a:xfrm>
              <a:off x="4208" y="3210"/>
              <a:ext cx="54" cy="17"/>
            </a:xfrm>
            <a:custGeom>
              <a:pathLst>
                <a:path w="54" h="17">
                  <a:moveTo>
                    <a:pt x="0" y="2"/>
                  </a:moveTo>
                  <a:lnTo>
                    <a:pt x="3" y="2"/>
                  </a:lnTo>
                  <a:lnTo>
                    <a:pt x="6" y="2"/>
                  </a:lnTo>
                  <a:lnTo>
                    <a:pt x="8" y="2"/>
                  </a:lnTo>
                  <a:lnTo>
                    <a:pt x="10" y="4"/>
                  </a:lnTo>
                  <a:lnTo>
                    <a:pt x="11" y="4"/>
                  </a:lnTo>
                  <a:lnTo>
                    <a:pt x="13" y="4"/>
                  </a:lnTo>
                  <a:lnTo>
                    <a:pt x="14" y="6"/>
                  </a:lnTo>
                  <a:lnTo>
                    <a:pt x="16" y="6"/>
                  </a:lnTo>
                  <a:lnTo>
                    <a:pt x="18" y="9"/>
                  </a:lnTo>
                  <a:lnTo>
                    <a:pt x="20" y="9"/>
                  </a:lnTo>
                  <a:lnTo>
                    <a:pt x="24" y="9"/>
                  </a:lnTo>
                  <a:lnTo>
                    <a:pt x="27" y="9"/>
                  </a:lnTo>
                  <a:lnTo>
                    <a:pt x="31" y="11"/>
                  </a:lnTo>
                  <a:lnTo>
                    <a:pt x="36" y="13"/>
                  </a:lnTo>
                  <a:lnTo>
                    <a:pt x="42" y="13"/>
                  </a:lnTo>
                  <a:lnTo>
                    <a:pt x="48" y="16"/>
                  </a:lnTo>
                  <a:lnTo>
                    <a:pt x="49" y="16"/>
                  </a:lnTo>
                  <a:lnTo>
                    <a:pt x="50" y="16"/>
                  </a:lnTo>
                  <a:lnTo>
                    <a:pt x="51" y="16"/>
                  </a:lnTo>
                  <a:lnTo>
                    <a:pt x="51" y="13"/>
                  </a:lnTo>
                  <a:lnTo>
                    <a:pt x="52" y="13"/>
                  </a:lnTo>
                  <a:lnTo>
                    <a:pt x="53" y="13"/>
                  </a:lnTo>
                  <a:lnTo>
                    <a:pt x="53" y="13"/>
                  </a:lnTo>
                  <a:lnTo>
                    <a:pt x="52" y="13"/>
                  </a:lnTo>
                  <a:lnTo>
                    <a:pt x="49" y="13"/>
                  </a:lnTo>
                  <a:lnTo>
                    <a:pt x="47" y="11"/>
                  </a:lnTo>
                  <a:lnTo>
                    <a:pt x="44" y="11"/>
                  </a:lnTo>
                  <a:lnTo>
                    <a:pt x="42" y="9"/>
                  </a:lnTo>
                  <a:lnTo>
                    <a:pt x="41" y="9"/>
                  </a:lnTo>
                  <a:lnTo>
                    <a:pt x="39" y="9"/>
                  </a:lnTo>
                  <a:lnTo>
                    <a:pt x="37" y="9"/>
                  </a:lnTo>
                  <a:lnTo>
                    <a:pt x="35" y="9"/>
                  </a:lnTo>
                  <a:lnTo>
                    <a:pt x="33" y="9"/>
                  </a:lnTo>
                  <a:lnTo>
                    <a:pt x="30" y="9"/>
                  </a:lnTo>
                  <a:lnTo>
                    <a:pt x="27" y="6"/>
                  </a:lnTo>
                  <a:lnTo>
                    <a:pt x="23" y="4"/>
                  </a:lnTo>
                  <a:lnTo>
                    <a:pt x="19" y="4"/>
                  </a:lnTo>
                  <a:lnTo>
                    <a:pt x="13" y="2"/>
                  </a:lnTo>
                  <a:lnTo>
                    <a:pt x="8" y="2"/>
                  </a:lnTo>
                  <a:lnTo>
                    <a:pt x="0" y="0"/>
                  </a:lnTo>
                  <a:lnTo>
                    <a:pt x="0" y="0"/>
                  </a:lnTo>
                  <a:lnTo>
                    <a:pt x="0" y="0"/>
                  </a:lnTo>
                  <a:lnTo>
                    <a:pt x="0" y="0"/>
                  </a:lnTo>
                  <a:lnTo>
                    <a:pt x="0" y="2"/>
                  </a:lnTo>
                  <a:lnTo>
                    <a:pt x="0" y="2"/>
                  </a:lnTo>
                </a:path>
              </a:pathLst>
            </a:custGeom>
            <a:solidFill>
              <a:srgbClr val="9F9F9F"/>
            </a:solidFill>
            <a:ln cap="rnd">
              <a:noFill/>
              <a:round/>
            </a:ln>
            <a:effectLst/>
          </p:spPr>
        </p:sp>
        <p:sp>
          <p:nvSpPr>
            <p:cNvPr id="62206" name=""/>
            <p:cNvSpPr/>
            <p:nvPr/>
          </p:nvSpPr>
          <p:spPr>
            <a:xfrm>
              <a:off x="4208" y="3210"/>
              <a:ext cx="52" cy="17"/>
            </a:xfrm>
            <a:custGeom>
              <a:pathLst>
                <a:path w="52" h="17">
                  <a:moveTo>
                    <a:pt x="0" y="2"/>
                  </a:moveTo>
                  <a:lnTo>
                    <a:pt x="3" y="2"/>
                  </a:lnTo>
                  <a:lnTo>
                    <a:pt x="6" y="2"/>
                  </a:lnTo>
                  <a:lnTo>
                    <a:pt x="7" y="2"/>
                  </a:lnTo>
                  <a:lnTo>
                    <a:pt x="9" y="4"/>
                  </a:lnTo>
                  <a:lnTo>
                    <a:pt x="11" y="4"/>
                  </a:lnTo>
                  <a:lnTo>
                    <a:pt x="13" y="4"/>
                  </a:lnTo>
                  <a:lnTo>
                    <a:pt x="14" y="6"/>
                  </a:lnTo>
                  <a:lnTo>
                    <a:pt x="16" y="6"/>
                  </a:lnTo>
                  <a:lnTo>
                    <a:pt x="18" y="9"/>
                  </a:lnTo>
                  <a:lnTo>
                    <a:pt x="20" y="9"/>
                  </a:lnTo>
                  <a:lnTo>
                    <a:pt x="23" y="9"/>
                  </a:lnTo>
                  <a:lnTo>
                    <a:pt x="27" y="9"/>
                  </a:lnTo>
                  <a:lnTo>
                    <a:pt x="30" y="11"/>
                  </a:lnTo>
                  <a:lnTo>
                    <a:pt x="35" y="13"/>
                  </a:lnTo>
                  <a:lnTo>
                    <a:pt x="41" y="13"/>
                  </a:lnTo>
                  <a:lnTo>
                    <a:pt x="47" y="16"/>
                  </a:lnTo>
                  <a:lnTo>
                    <a:pt x="48" y="16"/>
                  </a:lnTo>
                  <a:lnTo>
                    <a:pt x="49" y="16"/>
                  </a:lnTo>
                  <a:lnTo>
                    <a:pt x="50" y="16"/>
                  </a:lnTo>
                  <a:lnTo>
                    <a:pt x="51" y="13"/>
                  </a:lnTo>
                  <a:lnTo>
                    <a:pt x="51" y="13"/>
                  </a:lnTo>
                  <a:lnTo>
                    <a:pt x="51" y="13"/>
                  </a:lnTo>
                  <a:lnTo>
                    <a:pt x="51" y="13"/>
                  </a:lnTo>
                  <a:lnTo>
                    <a:pt x="51" y="13"/>
                  </a:lnTo>
                  <a:lnTo>
                    <a:pt x="49" y="13"/>
                  </a:lnTo>
                  <a:lnTo>
                    <a:pt x="46" y="11"/>
                  </a:lnTo>
                  <a:lnTo>
                    <a:pt x="44" y="11"/>
                  </a:lnTo>
                  <a:lnTo>
                    <a:pt x="42" y="9"/>
                  </a:lnTo>
                  <a:lnTo>
                    <a:pt x="40" y="9"/>
                  </a:lnTo>
                  <a:lnTo>
                    <a:pt x="38" y="9"/>
                  </a:lnTo>
                  <a:lnTo>
                    <a:pt x="37" y="9"/>
                  </a:lnTo>
                  <a:lnTo>
                    <a:pt x="34" y="9"/>
                  </a:lnTo>
                  <a:lnTo>
                    <a:pt x="32" y="9"/>
                  </a:lnTo>
                  <a:lnTo>
                    <a:pt x="30" y="9"/>
                  </a:lnTo>
                  <a:lnTo>
                    <a:pt x="26" y="6"/>
                  </a:lnTo>
                  <a:lnTo>
                    <a:pt x="23" y="4"/>
                  </a:lnTo>
                  <a:lnTo>
                    <a:pt x="18" y="4"/>
                  </a:lnTo>
                  <a:lnTo>
                    <a:pt x="13" y="2"/>
                  </a:lnTo>
                  <a:lnTo>
                    <a:pt x="7" y="2"/>
                  </a:lnTo>
                  <a:lnTo>
                    <a:pt x="0" y="0"/>
                  </a:lnTo>
                  <a:lnTo>
                    <a:pt x="0" y="0"/>
                  </a:lnTo>
                  <a:lnTo>
                    <a:pt x="0" y="0"/>
                  </a:lnTo>
                  <a:lnTo>
                    <a:pt x="0" y="0"/>
                  </a:lnTo>
                  <a:lnTo>
                    <a:pt x="0" y="2"/>
                  </a:lnTo>
                  <a:lnTo>
                    <a:pt x="0" y="2"/>
                  </a:lnTo>
                </a:path>
              </a:pathLst>
            </a:custGeom>
            <a:solidFill>
              <a:srgbClr val="949494"/>
            </a:solidFill>
            <a:ln cap="rnd">
              <a:noFill/>
              <a:round/>
            </a:ln>
            <a:effectLst/>
          </p:spPr>
        </p:sp>
        <p:sp>
          <p:nvSpPr>
            <p:cNvPr id="62207" name=""/>
            <p:cNvSpPr/>
            <p:nvPr/>
          </p:nvSpPr>
          <p:spPr>
            <a:xfrm>
              <a:off x="4208" y="3210"/>
              <a:ext cx="52" cy="17"/>
            </a:xfrm>
            <a:custGeom>
              <a:pathLst>
                <a:path w="52" h="17">
                  <a:moveTo>
                    <a:pt x="0" y="2"/>
                  </a:moveTo>
                  <a:lnTo>
                    <a:pt x="3" y="2"/>
                  </a:lnTo>
                  <a:lnTo>
                    <a:pt x="6" y="2"/>
                  </a:lnTo>
                  <a:lnTo>
                    <a:pt x="7" y="2"/>
                  </a:lnTo>
                  <a:lnTo>
                    <a:pt x="9" y="2"/>
                  </a:lnTo>
                  <a:lnTo>
                    <a:pt x="11" y="4"/>
                  </a:lnTo>
                  <a:lnTo>
                    <a:pt x="13" y="4"/>
                  </a:lnTo>
                  <a:lnTo>
                    <a:pt x="14" y="6"/>
                  </a:lnTo>
                  <a:lnTo>
                    <a:pt x="16" y="6"/>
                  </a:lnTo>
                  <a:lnTo>
                    <a:pt x="18" y="6"/>
                  </a:lnTo>
                  <a:lnTo>
                    <a:pt x="20" y="9"/>
                  </a:lnTo>
                  <a:lnTo>
                    <a:pt x="23" y="9"/>
                  </a:lnTo>
                  <a:lnTo>
                    <a:pt x="26" y="9"/>
                  </a:lnTo>
                  <a:lnTo>
                    <a:pt x="30" y="11"/>
                  </a:lnTo>
                  <a:lnTo>
                    <a:pt x="34" y="13"/>
                  </a:lnTo>
                  <a:lnTo>
                    <a:pt x="40" y="13"/>
                  </a:lnTo>
                  <a:lnTo>
                    <a:pt x="46" y="16"/>
                  </a:lnTo>
                  <a:lnTo>
                    <a:pt x="47" y="16"/>
                  </a:lnTo>
                  <a:lnTo>
                    <a:pt x="48" y="16"/>
                  </a:lnTo>
                  <a:lnTo>
                    <a:pt x="49" y="13"/>
                  </a:lnTo>
                  <a:lnTo>
                    <a:pt x="50" y="13"/>
                  </a:lnTo>
                  <a:lnTo>
                    <a:pt x="51" y="13"/>
                  </a:lnTo>
                  <a:lnTo>
                    <a:pt x="51" y="13"/>
                  </a:lnTo>
                  <a:lnTo>
                    <a:pt x="51" y="13"/>
                  </a:lnTo>
                  <a:lnTo>
                    <a:pt x="50" y="13"/>
                  </a:lnTo>
                  <a:lnTo>
                    <a:pt x="47" y="11"/>
                  </a:lnTo>
                  <a:lnTo>
                    <a:pt x="44" y="11"/>
                  </a:lnTo>
                  <a:lnTo>
                    <a:pt x="43" y="11"/>
                  </a:lnTo>
                  <a:lnTo>
                    <a:pt x="41" y="9"/>
                  </a:lnTo>
                  <a:lnTo>
                    <a:pt x="39" y="9"/>
                  </a:lnTo>
                  <a:lnTo>
                    <a:pt x="37" y="9"/>
                  </a:lnTo>
                  <a:lnTo>
                    <a:pt x="35" y="9"/>
                  </a:lnTo>
                  <a:lnTo>
                    <a:pt x="34" y="9"/>
                  </a:lnTo>
                  <a:lnTo>
                    <a:pt x="31" y="9"/>
                  </a:lnTo>
                  <a:lnTo>
                    <a:pt x="29" y="6"/>
                  </a:lnTo>
                  <a:lnTo>
                    <a:pt x="25" y="6"/>
                  </a:lnTo>
                  <a:lnTo>
                    <a:pt x="22" y="4"/>
                  </a:lnTo>
                  <a:lnTo>
                    <a:pt x="18" y="2"/>
                  </a:lnTo>
                  <a:lnTo>
                    <a:pt x="13" y="2"/>
                  </a:lnTo>
                  <a:lnTo>
                    <a:pt x="7" y="2"/>
                  </a:lnTo>
                  <a:lnTo>
                    <a:pt x="0" y="0"/>
                  </a:lnTo>
                  <a:lnTo>
                    <a:pt x="0" y="0"/>
                  </a:lnTo>
                  <a:lnTo>
                    <a:pt x="0" y="0"/>
                  </a:lnTo>
                  <a:lnTo>
                    <a:pt x="0" y="0"/>
                  </a:lnTo>
                  <a:lnTo>
                    <a:pt x="0" y="2"/>
                  </a:lnTo>
                  <a:lnTo>
                    <a:pt x="0" y="2"/>
                  </a:lnTo>
                </a:path>
              </a:pathLst>
            </a:custGeom>
            <a:solidFill>
              <a:srgbClr val="8A8A8A"/>
            </a:solidFill>
            <a:ln cap="rnd">
              <a:noFill/>
              <a:round/>
            </a:ln>
            <a:effectLst/>
          </p:spPr>
        </p:sp>
        <p:sp>
          <p:nvSpPr>
            <p:cNvPr id="62208" name=""/>
            <p:cNvSpPr/>
            <p:nvPr/>
          </p:nvSpPr>
          <p:spPr>
            <a:xfrm>
              <a:off x="4208" y="3210"/>
              <a:ext cx="51" cy="17"/>
            </a:xfrm>
            <a:custGeom>
              <a:pathLst>
                <a:path w="51" h="17">
                  <a:moveTo>
                    <a:pt x="0" y="2"/>
                  </a:moveTo>
                  <a:lnTo>
                    <a:pt x="3" y="2"/>
                  </a:lnTo>
                  <a:lnTo>
                    <a:pt x="6" y="2"/>
                  </a:lnTo>
                  <a:lnTo>
                    <a:pt x="7" y="2"/>
                  </a:lnTo>
                  <a:lnTo>
                    <a:pt x="9" y="2"/>
                  </a:lnTo>
                  <a:lnTo>
                    <a:pt x="11" y="5"/>
                  </a:lnTo>
                  <a:lnTo>
                    <a:pt x="12" y="5"/>
                  </a:lnTo>
                  <a:lnTo>
                    <a:pt x="13" y="5"/>
                  </a:lnTo>
                  <a:lnTo>
                    <a:pt x="16" y="8"/>
                  </a:lnTo>
                  <a:lnTo>
                    <a:pt x="18" y="8"/>
                  </a:lnTo>
                  <a:lnTo>
                    <a:pt x="20" y="10"/>
                  </a:lnTo>
                  <a:lnTo>
                    <a:pt x="23" y="10"/>
                  </a:lnTo>
                  <a:lnTo>
                    <a:pt x="26" y="10"/>
                  </a:lnTo>
                  <a:lnTo>
                    <a:pt x="30" y="10"/>
                  </a:lnTo>
                  <a:lnTo>
                    <a:pt x="34" y="13"/>
                  </a:lnTo>
                  <a:lnTo>
                    <a:pt x="39" y="16"/>
                  </a:lnTo>
                  <a:lnTo>
                    <a:pt x="46" y="16"/>
                  </a:lnTo>
                  <a:lnTo>
                    <a:pt x="46" y="16"/>
                  </a:lnTo>
                  <a:lnTo>
                    <a:pt x="47" y="16"/>
                  </a:lnTo>
                  <a:lnTo>
                    <a:pt x="48" y="16"/>
                  </a:lnTo>
                  <a:lnTo>
                    <a:pt x="49" y="16"/>
                  </a:lnTo>
                  <a:lnTo>
                    <a:pt x="49" y="16"/>
                  </a:lnTo>
                  <a:lnTo>
                    <a:pt x="50" y="16"/>
                  </a:lnTo>
                  <a:lnTo>
                    <a:pt x="50" y="16"/>
                  </a:lnTo>
                  <a:lnTo>
                    <a:pt x="49" y="16"/>
                  </a:lnTo>
                  <a:lnTo>
                    <a:pt x="46" y="13"/>
                  </a:lnTo>
                  <a:lnTo>
                    <a:pt x="44" y="13"/>
                  </a:lnTo>
                  <a:lnTo>
                    <a:pt x="42" y="13"/>
                  </a:lnTo>
                  <a:lnTo>
                    <a:pt x="40" y="10"/>
                  </a:lnTo>
                  <a:lnTo>
                    <a:pt x="38" y="10"/>
                  </a:lnTo>
                  <a:lnTo>
                    <a:pt x="37" y="10"/>
                  </a:lnTo>
                  <a:lnTo>
                    <a:pt x="34" y="10"/>
                  </a:lnTo>
                  <a:lnTo>
                    <a:pt x="33" y="10"/>
                  </a:lnTo>
                  <a:lnTo>
                    <a:pt x="30" y="10"/>
                  </a:lnTo>
                  <a:lnTo>
                    <a:pt x="28" y="8"/>
                  </a:lnTo>
                  <a:lnTo>
                    <a:pt x="25" y="8"/>
                  </a:lnTo>
                  <a:lnTo>
                    <a:pt x="22" y="5"/>
                  </a:lnTo>
                  <a:lnTo>
                    <a:pt x="18" y="2"/>
                  </a:lnTo>
                  <a:lnTo>
                    <a:pt x="13" y="2"/>
                  </a:lnTo>
                  <a:lnTo>
                    <a:pt x="7" y="2"/>
                  </a:lnTo>
                  <a:lnTo>
                    <a:pt x="0" y="0"/>
                  </a:lnTo>
                  <a:lnTo>
                    <a:pt x="0" y="0"/>
                  </a:lnTo>
                  <a:lnTo>
                    <a:pt x="0" y="0"/>
                  </a:lnTo>
                  <a:lnTo>
                    <a:pt x="0" y="0"/>
                  </a:lnTo>
                  <a:lnTo>
                    <a:pt x="0" y="2"/>
                  </a:lnTo>
                  <a:lnTo>
                    <a:pt x="0" y="2"/>
                  </a:lnTo>
                </a:path>
              </a:pathLst>
            </a:custGeom>
            <a:solidFill>
              <a:srgbClr val="808080"/>
            </a:solidFill>
            <a:ln cap="rnd">
              <a:noFill/>
              <a:round/>
            </a:ln>
            <a:effectLst/>
          </p:spPr>
        </p:sp>
        <p:sp>
          <p:nvSpPr>
            <p:cNvPr id="62209" name=""/>
            <p:cNvSpPr/>
            <p:nvPr/>
          </p:nvSpPr>
          <p:spPr>
            <a:xfrm>
              <a:off x="4208" y="3210"/>
              <a:ext cx="51" cy="17"/>
            </a:xfrm>
            <a:custGeom>
              <a:pathLst>
                <a:path w="51" h="17">
                  <a:moveTo>
                    <a:pt x="0" y="2"/>
                  </a:moveTo>
                  <a:lnTo>
                    <a:pt x="3" y="2"/>
                  </a:lnTo>
                  <a:lnTo>
                    <a:pt x="5" y="2"/>
                  </a:lnTo>
                  <a:lnTo>
                    <a:pt x="7" y="2"/>
                  </a:lnTo>
                  <a:lnTo>
                    <a:pt x="9" y="2"/>
                  </a:lnTo>
                  <a:lnTo>
                    <a:pt x="10" y="5"/>
                  </a:lnTo>
                  <a:lnTo>
                    <a:pt x="12" y="5"/>
                  </a:lnTo>
                  <a:lnTo>
                    <a:pt x="13" y="5"/>
                  </a:lnTo>
                  <a:lnTo>
                    <a:pt x="16" y="8"/>
                  </a:lnTo>
                  <a:lnTo>
                    <a:pt x="17" y="8"/>
                  </a:lnTo>
                  <a:lnTo>
                    <a:pt x="20" y="10"/>
                  </a:lnTo>
                  <a:lnTo>
                    <a:pt x="23" y="10"/>
                  </a:lnTo>
                  <a:lnTo>
                    <a:pt x="25" y="10"/>
                  </a:lnTo>
                  <a:lnTo>
                    <a:pt x="29" y="10"/>
                  </a:lnTo>
                  <a:lnTo>
                    <a:pt x="34" y="13"/>
                  </a:lnTo>
                  <a:lnTo>
                    <a:pt x="39" y="16"/>
                  </a:lnTo>
                  <a:lnTo>
                    <a:pt x="45" y="16"/>
                  </a:lnTo>
                  <a:lnTo>
                    <a:pt x="46" y="16"/>
                  </a:lnTo>
                  <a:lnTo>
                    <a:pt x="46" y="16"/>
                  </a:lnTo>
                  <a:lnTo>
                    <a:pt x="47" y="16"/>
                  </a:lnTo>
                  <a:lnTo>
                    <a:pt x="48" y="16"/>
                  </a:lnTo>
                  <a:lnTo>
                    <a:pt x="50" y="16"/>
                  </a:lnTo>
                  <a:lnTo>
                    <a:pt x="50" y="16"/>
                  </a:lnTo>
                  <a:lnTo>
                    <a:pt x="50" y="16"/>
                  </a:lnTo>
                  <a:lnTo>
                    <a:pt x="48" y="16"/>
                  </a:lnTo>
                  <a:lnTo>
                    <a:pt x="45" y="13"/>
                  </a:lnTo>
                  <a:lnTo>
                    <a:pt x="43" y="13"/>
                  </a:lnTo>
                  <a:lnTo>
                    <a:pt x="41" y="13"/>
                  </a:lnTo>
                  <a:lnTo>
                    <a:pt x="39" y="10"/>
                  </a:lnTo>
                  <a:lnTo>
                    <a:pt x="37" y="10"/>
                  </a:lnTo>
                  <a:lnTo>
                    <a:pt x="36" y="10"/>
                  </a:lnTo>
                  <a:lnTo>
                    <a:pt x="34" y="10"/>
                  </a:lnTo>
                  <a:lnTo>
                    <a:pt x="32" y="10"/>
                  </a:lnTo>
                  <a:lnTo>
                    <a:pt x="30" y="10"/>
                  </a:lnTo>
                  <a:lnTo>
                    <a:pt x="27" y="8"/>
                  </a:lnTo>
                  <a:lnTo>
                    <a:pt x="25" y="8"/>
                  </a:lnTo>
                  <a:lnTo>
                    <a:pt x="21" y="5"/>
                  </a:lnTo>
                  <a:lnTo>
                    <a:pt x="17" y="2"/>
                  </a:lnTo>
                  <a:lnTo>
                    <a:pt x="13" y="2"/>
                  </a:lnTo>
                  <a:lnTo>
                    <a:pt x="7" y="2"/>
                  </a:lnTo>
                  <a:lnTo>
                    <a:pt x="0" y="0"/>
                  </a:lnTo>
                  <a:lnTo>
                    <a:pt x="0" y="0"/>
                  </a:lnTo>
                  <a:lnTo>
                    <a:pt x="0" y="0"/>
                  </a:lnTo>
                  <a:lnTo>
                    <a:pt x="0" y="0"/>
                  </a:lnTo>
                  <a:lnTo>
                    <a:pt x="0" y="2"/>
                  </a:lnTo>
                  <a:lnTo>
                    <a:pt x="0" y="2"/>
                  </a:lnTo>
                </a:path>
              </a:pathLst>
            </a:custGeom>
            <a:solidFill>
              <a:srgbClr val="787878"/>
            </a:solidFill>
            <a:ln cap="rnd">
              <a:noFill/>
              <a:round/>
            </a:ln>
            <a:effectLst/>
          </p:spPr>
        </p:sp>
        <p:sp>
          <p:nvSpPr>
            <p:cNvPr id="62210" name=""/>
            <p:cNvSpPr/>
            <p:nvPr/>
          </p:nvSpPr>
          <p:spPr>
            <a:xfrm>
              <a:off x="4208" y="3210"/>
              <a:ext cx="48" cy="17"/>
            </a:xfrm>
            <a:custGeom>
              <a:pathLst>
                <a:path w="48" h="17">
                  <a:moveTo>
                    <a:pt x="0" y="2"/>
                  </a:moveTo>
                  <a:lnTo>
                    <a:pt x="3" y="2"/>
                  </a:lnTo>
                  <a:lnTo>
                    <a:pt x="5" y="2"/>
                  </a:lnTo>
                  <a:lnTo>
                    <a:pt x="7" y="2"/>
                  </a:lnTo>
                  <a:lnTo>
                    <a:pt x="8" y="2"/>
                  </a:lnTo>
                  <a:lnTo>
                    <a:pt x="10" y="5"/>
                  </a:lnTo>
                  <a:lnTo>
                    <a:pt x="12" y="5"/>
                  </a:lnTo>
                  <a:lnTo>
                    <a:pt x="13" y="5"/>
                  </a:lnTo>
                  <a:lnTo>
                    <a:pt x="15" y="8"/>
                  </a:lnTo>
                  <a:lnTo>
                    <a:pt x="17" y="8"/>
                  </a:lnTo>
                  <a:lnTo>
                    <a:pt x="19" y="10"/>
                  </a:lnTo>
                  <a:lnTo>
                    <a:pt x="22" y="10"/>
                  </a:lnTo>
                  <a:lnTo>
                    <a:pt x="25" y="10"/>
                  </a:lnTo>
                  <a:lnTo>
                    <a:pt x="29" y="10"/>
                  </a:lnTo>
                  <a:lnTo>
                    <a:pt x="33" y="13"/>
                  </a:lnTo>
                  <a:lnTo>
                    <a:pt x="38" y="16"/>
                  </a:lnTo>
                  <a:lnTo>
                    <a:pt x="44" y="16"/>
                  </a:lnTo>
                  <a:lnTo>
                    <a:pt x="46" y="16"/>
                  </a:lnTo>
                  <a:lnTo>
                    <a:pt x="47" y="16"/>
                  </a:lnTo>
                  <a:lnTo>
                    <a:pt x="47" y="16"/>
                  </a:lnTo>
                  <a:lnTo>
                    <a:pt x="46" y="16"/>
                  </a:lnTo>
                  <a:lnTo>
                    <a:pt x="44" y="13"/>
                  </a:lnTo>
                  <a:lnTo>
                    <a:pt x="42" y="13"/>
                  </a:lnTo>
                  <a:lnTo>
                    <a:pt x="40" y="10"/>
                  </a:lnTo>
                  <a:lnTo>
                    <a:pt x="38" y="10"/>
                  </a:lnTo>
                  <a:lnTo>
                    <a:pt x="37" y="10"/>
                  </a:lnTo>
                  <a:lnTo>
                    <a:pt x="34" y="10"/>
                  </a:lnTo>
                  <a:lnTo>
                    <a:pt x="33" y="10"/>
                  </a:lnTo>
                  <a:lnTo>
                    <a:pt x="31" y="10"/>
                  </a:lnTo>
                  <a:lnTo>
                    <a:pt x="29" y="10"/>
                  </a:lnTo>
                  <a:lnTo>
                    <a:pt x="27" y="8"/>
                  </a:lnTo>
                  <a:lnTo>
                    <a:pt x="24" y="8"/>
                  </a:lnTo>
                  <a:lnTo>
                    <a:pt x="20" y="5"/>
                  </a:lnTo>
                  <a:lnTo>
                    <a:pt x="17" y="2"/>
                  </a:lnTo>
                  <a:lnTo>
                    <a:pt x="12" y="2"/>
                  </a:lnTo>
                  <a:lnTo>
                    <a:pt x="6" y="2"/>
                  </a:lnTo>
                  <a:lnTo>
                    <a:pt x="0" y="0"/>
                  </a:lnTo>
                  <a:lnTo>
                    <a:pt x="0" y="0"/>
                  </a:lnTo>
                  <a:lnTo>
                    <a:pt x="0" y="0"/>
                  </a:lnTo>
                  <a:lnTo>
                    <a:pt x="0" y="0"/>
                  </a:lnTo>
                  <a:lnTo>
                    <a:pt x="0" y="2"/>
                  </a:lnTo>
                  <a:lnTo>
                    <a:pt x="0" y="2"/>
                  </a:lnTo>
                </a:path>
              </a:pathLst>
            </a:custGeom>
            <a:solidFill>
              <a:srgbClr val="6E6E6E"/>
            </a:solidFill>
            <a:ln cap="rnd">
              <a:noFill/>
              <a:round/>
            </a:ln>
            <a:effectLst/>
          </p:spPr>
        </p:sp>
        <p:sp>
          <p:nvSpPr>
            <p:cNvPr id="62211" name=""/>
            <p:cNvSpPr/>
            <p:nvPr/>
          </p:nvSpPr>
          <p:spPr>
            <a:xfrm>
              <a:off x="4208" y="3210"/>
              <a:ext cx="47" cy="17"/>
            </a:xfrm>
            <a:custGeom>
              <a:pathLst>
                <a:path w="47" h="17">
                  <a:moveTo>
                    <a:pt x="0" y="2"/>
                  </a:moveTo>
                  <a:lnTo>
                    <a:pt x="3" y="2"/>
                  </a:lnTo>
                  <a:lnTo>
                    <a:pt x="5" y="2"/>
                  </a:lnTo>
                  <a:lnTo>
                    <a:pt x="7" y="2"/>
                  </a:lnTo>
                  <a:lnTo>
                    <a:pt x="8" y="2"/>
                  </a:lnTo>
                  <a:lnTo>
                    <a:pt x="10" y="5"/>
                  </a:lnTo>
                  <a:lnTo>
                    <a:pt x="11" y="5"/>
                  </a:lnTo>
                  <a:lnTo>
                    <a:pt x="13" y="5"/>
                  </a:lnTo>
                  <a:lnTo>
                    <a:pt x="15" y="8"/>
                  </a:lnTo>
                  <a:lnTo>
                    <a:pt x="17" y="8"/>
                  </a:lnTo>
                  <a:lnTo>
                    <a:pt x="19" y="10"/>
                  </a:lnTo>
                  <a:lnTo>
                    <a:pt x="21" y="10"/>
                  </a:lnTo>
                  <a:lnTo>
                    <a:pt x="25" y="10"/>
                  </a:lnTo>
                  <a:lnTo>
                    <a:pt x="28" y="10"/>
                  </a:lnTo>
                  <a:lnTo>
                    <a:pt x="32" y="13"/>
                  </a:lnTo>
                  <a:lnTo>
                    <a:pt x="37" y="16"/>
                  </a:lnTo>
                  <a:lnTo>
                    <a:pt x="44" y="16"/>
                  </a:lnTo>
                  <a:lnTo>
                    <a:pt x="45" y="16"/>
                  </a:lnTo>
                  <a:lnTo>
                    <a:pt x="46" y="16"/>
                  </a:lnTo>
                  <a:lnTo>
                    <a:pt x="46" y="16"/>
                  </a:lnTo>
                  <a:lnTo>
                    <a:pt x="46" y="16"/>
                  </a:lnTo>
                  <a:lnTo>
                    <a:pt x="43" y="13"/>
                  </a:lnTo>
                  <a:lnTo>
                    <a:pt x="41" y="13"/>
                  </a:lnTo>
                  <a:lnTo>
                    <a:pt x="39" y="10"/>
                  </a:lnTo>
                  <a:lnTo>
                    <a:pt x="37" y="10"/>
                  </a:lnTo>
                  <a:lnTo>
                    <a:pt x="35" y="10"/>
                  </a:lnTo>
                  <a:lnTo>
                    <a:pt x="34" y="10"/>
                  </a:lnTo>
                  <a:lnTo>
                    <a:pt x="32" y="10"/>
                  </a:lnTo>
                  <a:lnTo>
                    <a:pt x="30" y="10"/>
                  </a:lnTo>
                  <a:lnTo>
                    <a:pt x="29" y="10"/>
                  </a:lnTo>
                  <a:lnTo>
                    <a:pt x="26" y="8"/>
                  </a:lnTo>
                  <a:lnTo>
                    <a:pt x="23" y="8"/>
                  </a:lnTo>
                  <a:lnTo>
                    <a:pt x="20" y="5"/>
                  </a:lnTo>
                  <a:lnTo>
                    <a:pt x="16" y="2"/>
                  </a:lnTo>
                  <a:lnTo>
                    <a:pt x="12" y="2"/>
                  </a:lnTo>
                  <a:lnTo>
                    <a:pt x="6" y="2"/>
                  </a:lnTo>
                  <a:lnTo>
                    <a:pt x="0" y="0"/>
                  </a:lnTo>
                  <a:lnTo>
                    <a:pt x="0" y="0"/>
                  </a:lnTo>
                  <a:lnTo>
                    <a:pt x="0" y="0"/>
                  </a:lnTo>
                  <a:lnTo>
                    <a:pt x="0" y="0"/>
                  </a:lnTo>
                  <a:lnTo>
                    <a:pt x="0" y="2"/>
                  </a:lnTo>
                  <a:lnTo>
                    <a:pt x="0" y="2"/>
                  </a:lnTo>
                </a:path>
              </a:pathLst>
            </a:custGeom>
            <a:solidFill>
              <a:srgbClr val="646464"/>
            </a:solidFill>
            <a:ln cap="rnd">
              <a:noFill/>
              <a:round/>
            </a:ln>
            <a:effectLst/>
          </p:spPr>
        </p:sp>
        <p:sp>
          <p:nvSpPr>
            <p:cNvPr id="62212" name=""/>
            <p:cNvSpPr/>
            <p:nvPr/>
          </p:nvSpPr>
          <p:spPr>
            <a:xfrm>
              <a:off x="4208" y="3210"/>
              <a:ext cx="46" cy="17"/>
            </a:xfrm>
            <a:custGeom>
              <a:pathLst>
                <a:path w="46" h="17">
                  <a:moveTo>
                    <a:pt x="0" y="2"/>
                  </a:moveTo>
                  <a:lnTo>
                    <a:pt x="3" y="2"/>
                  </a:lnTo>
                  <a:lnTo>
                    <a:pt x="5" y="2"/>
                  </a:lnTo>
                  <a:lnTo>
                    <a:pt x="6" y="2"/>
                  </a:lnTo>
                  <a:lnTo>
                    <a:pt x="8" y="2"/>
                  </a:lnTo>
                  <a:lnTo>
                    <a:pt x="10" y="5"/>
                  </a:lnTo>
                  <a:lnTo>
                    <a:pt x="11" y="5"/>
                  </a:lnTo>
                  <a:lnTo>
                    <a:pt x="13" y="5"/>
                  </a:lnTo>
                  <a:lnTo>
                    <a:pt x="15" y="5"/>
                  </a:lnTo>
                  <a:lnTo>
                    <a:pt x="16" y="8"/>
                  </a:lnTo>
                  <a:lnTo>
                    <a:pt x="19" y="8"/>
                  </a:lnTo>
                  <a:lnTo>
                    <a:pt x="21" y="10"/>
                  </a:lnTo>
                  <a:lnTo>
                    <a:pt x="24" y="10"/>
                  </a:lnTo>
                  <a:lnTo>
                    <a:pt x="27" y="10"/>
                  </a:lnTo>
                  <a:lnTo>
                    <a:pt x="32" y="10"/>
                  </a:lnTo>
                  <a:lnTo>
                    <a:pt x="37" y="13"/>
                  </a:lnTo>
                  <a:lnTo>
                    <a:pt x="43" y="16"/>
                  </a:lnTo>
                  <a:lnTo>
                    <a:pt x="44" y="16"/>
                  </a:lnTo>
                  <a:lnTo>
                    <a:pt x="45" y="16"/>
                  </a:lnTo>
                  <a:lnTo>
                    <a:pt x="45" y="16"/>
                  </a:lnTo>
                  <a:lnTo>
                    <a:pt x="44" y="13"/>
                  </a:lnTo>
                  <a:lnTo>
                    <a:pt x="42" y="13"/>
                  </a:lnTo>
                  <a:lnTo>
                    <a:pt x="40" y="10"/>
                  </a:lnTo>
                  <a:lnTo>
                    <a:pt x="38" y="10"/>
                  </a:lnTo>
                  <a:lnTo>
                    <a:pt x="36" y="10"/>
                  </a:lnTo>
                  <a:lnTo>
                    <a:pt x="34" y="10"/>
                  </a:lnTo>
                  <a:lnTo>
                    <a:pt x="33" y="10"/>
                  </a:lnTo>
                  <a:lnTo>
                    <a:pt x="32" y="10"/>
                  </a:lnTo>
                  <a:lnTo>
                    <a:pt x="30" y="10"/>
                  </a:lnTo>
                  <a:lnTo>
                    <a:pt x="27" y="10"/>
                  </a:lnTo>
                  <a:lnTo>
                    <a:pt x="25" y="8"/>
                  </a:lnTo>
                  <a:lnTo>
                    <a:pt x="23" y="8"/>
                  </a:lnTo>
                  <a:lnTo>
                    <a:pt x="20" y="5"/>
                  </a:lnTo>
                  <a:lnTo>
                    <a:pt x="16" y="2"/>
                  </a:lnTo>
                  <a:lnTo>
                    <a:pt x="11" y="2"/>
                  </a:lnTo>
                  <a:lnTo>
                    <a:pt x="6" y="2"/>
                  </a:lnTo>
                  <a:lnTo>
                    <a:pt x="0" y="0"/>
                  </a:lnTo>
                  <a:lnTo>
                    <a:pt x="0" y="0"/>
                  </a:lnTo>
                  <a:lnTo>
                    <a:pt x="0" y="0"/>
                  </a:lnTo>
                  <a:lnTo>
                    <a:pt x="0" y="0"/>
                  </a:lnTo>
                  <a:lnTo>
                    <a:pt x="0" y="2"/>
                  </a:lnTo>
                  <a:lnTo>
                    <a:pt x="0" y="2"/>
                  </a:lnTo>
                </a:path>
              </a:pathLst>
            </a:custGeom>
            <a:solidFill>
              <a:srgbClr val="5A5A5A"/>
            </a:solidFill>
            <a:ln cap="rnd">
              <a:noFill/>
              <a:round/>
            </a:ln>
            <a:effectLst/>
          </p:spPr>
        </p:sp>
        <p:sp>
          <p:nvSpPr>
            <p:cNvPr id="62213" name=""/>
            <p:cNvSpPr/>
            <p:nvPr/>
          </p:nvSpPr>
          <p:spPr>
            <a:xfrm>
              <a:off x="4208" y="3210"/>
              <a:ext cx="46" cy="17"/>
            </a:xfrm>
            <a:custGeom>
              <a:pathLst>
                <a:path w="46" h="17">
                  <a:moveTo>
                    <a:pt x="0" y="2"/>
                  </a:moveTo>
                  <a:lnTo>
                    <a:pt x="3" y="2"/>
                  </a:lnTo>
                  <a:lnTo>
                    <a:pt x="5" y="2"/>
                  </a:lnTo>
                  <a:lnTo>
                    <a:pt x="6" y="2"/>
                  </a:lnTo>
                  <a:lnTo>
                    <a:pt x="8" y="2"/>
                  </a:lnTo>
                  <a:lnTo>
                    <a:pt x="10" y="2"/>
                  </a:lnTo>
                  <a:lnTo>
                    <a:pt x="11" y="5"/>
                  </a:lnTo>
                  <a:lnTo>
                    <a:pt x="13" y="5"/>
                  </a:lnTo>
                  <a:lnTo>
                    <a:pt x="14" y="5"/>
                  </a:lnTo>
                  <a:lnTo>
                    <a:pt x="16" y="8"/>
                  </a:lnTo>
                  <a:lnTo>
                    <a:pt x="18" y="8"/>
                  </a:lnTo>
                  <a:lnTo>
                    <a:pt x="20" y="10"/>
                  </a:lnTo>
                  <a:lnTo>
                    <a:pt x="24" y="10"/>
                  </a:lnTo>
                  <a:lnTo>
                    <a:pt x="27" y="10"/>
                  </a:lnTo>
                  <a:lnTo>
                    <a:pt x="32" y="10"/>
                  </a:lnTo>
                  <a:lnTo>
                    <a:pt x="37" y="13"/>
                  </a:lnTo>
                  <a:lnTo>
                    <a:pt x="42" y="16"/>
                  </a:lnTo>
                  <a:lnTo>
                    <a:pt x="45" y="16"/>
                  </a:lnTo>
                  <a:lnTo>
                    <a:pt x="45" y="16"/>
                  </a:lnTo>
                  <a:lnTo>
                    <a:pt x="45" y="16"/>
                  </a:lnTo>
                  <a:lnTo>
                    <a:pt x="45" y="13"/>
                  </a:lnTo>
                  <a:lnTo>
                    <a:pt x="41" y="13"/>
                  </a:lnTo>
                  <a:lnTo>
                    <a:pt x="39" y="10"/>
                  </a:lnTo>
                  <a:lnTo>
                    <a:pt x="37" y="10"/>
                  </a:lnTo>
                  <a:lnTo>
                    <a:pt x="35" y="10"/>
                  </a:lnTo>
                  <a:lnTo>
                    <a:pt x="34" y="10"/>
                  </a:lnTo>
                  <a:lnTo>
                    <a:pt x="32" y="10"/>
                  </a:lnTo>
                  <a:lnTo>
                    <a:pt x="30" y="10"/>
                  </a:lnTo>
                  <a:lnTo>
                    <a:pt x="29" y="10"/>
                  </a:lnTo>
                  <a:lnTo>
                    <a:pt x="27" y="10"/>
                  </a:lnTo>
                  <a:lnTo>
                    <a:pt x="25" y="8"/>
                  </a:lnTo>
                  <a:lnTo>
                    <a:pt x="23" y="8"/>
                  </a:lnTo>
                  <a:lnTo>
                    <a:pt x="19" y="5"/>
                  </a:lnTo>
                  <a:lnTo>
                    <a:pt x="16" y="2"/>
                  </a:lnTo>
                  <a:lnTo>
                    <a:pt x="11" y="2"/>
                  </a:lnTo>
                  <a:lnTo>
                    <a:pt x="6" y="2"/>
                  </a:lnTo>
                  <a:lnTo>
                    <a:pt x="0" y="0"/>
                  </a:lnTo>
                  <a:lnTo>
                    <a:pt x="0" y="0"/>
                  </a:lnTo>
                  <a:lnTo>
                    <a:pt x="0" y="0"/>
                  </a:lnTo>
                  <a:lnTo>
                    <a:pt x="0" y="0"/>
                  </a:lnTo>
                  <a:lnTo>
                    <a:pt x="0" y="2"/>
                  </a:lnTo>
                  <a:lnTo>
                    <a:pt x="0" y="2"/>
                  </a:lnTo>
                </a:path>
              </a:pathLst>
            </a:custGeom>
            <a:solidFill>
              <a:srgbClr val="505050"/>
            </a:solidFill>
            <a:ln cap="rnd">
              <a:noFill/>
              <a:round/>
            </a:ln>
            <a:effectLst/>
          </p:spPr>
        </p:sp>
        <p:sp>
          <p:nvSpPr>
            <p:cNvPr id="62214" name=""/>
            <p:cNvSpPr/>
            <p:nvPr/>
          </p:nvSpPr>
          <p:spPr>
            <a:xfrm>
              <a:off x="4208" y="3210"/>
              <a:ext cx="44" cy="17"/>
            </a:xfrm>
            <a:custGeom>
              <a:pathLst>
                <a:path w="44" h="17">
                  <a:moveTo>
                    <a:pt x="0" y="2"/>
                  </a:moveTo>
                  <a:lnTo>
                    <a:pt x="3" y="2"/>
                  </a:lnTo>
                  <a:lnTo>
                    <a:pt x="5" y="2"/>
                  </a:lnTo>
                  <a:lnTo>
                    <a:pt x="6" y="2"/>
                  </a:lnTo>
                  <a:lnTo>
                    <a:pt x="8" y="2"/>
                  </a:lnTo>
                  <a:lnTo>
                    <a:pt x="10" y="2"/>
                  </a:lnTo>
                  <a:lnTo>
                    <a:pt x="11" y="5"/>
                  </a:lnTo>
                  <a:lnTo>
                    <a:pt x="13" y="5"/>
                  </a:lnTo>
                  <a:lnTo>
                    <a:pt x="14" y="5"/>
                  </a:lnTo>
                  <a:lnTo>
                    <a:pt x="16" y="8"/>
                  </a:lnTo>
                  <a:lnTo>
                    <a:pt x="18" y="8"/>
                  </a:lnTo>
                  <a:lnTo>
                    <a:pt x="20" y="8"/>
                  </a:lnTo>
                  <a:lnTo>
                    <a:pt x="23" y="10"/>
                  </a:lnTo>
                  <a:lnTo>
                    <a:pt x="27" y="10"/>
                  </a:lnTo>
                  <a:lnTo>
                    <a:pt x="31" y="10"/>
                  </a:lnTo>
                  <a:lnTo>
                    <a:pt x="36" y="13"/>
                  </a:lnTo>
                  <a:lnTo>
                    <a:pt x="42" y="16"/>
                  </a:lnTo>
                  <a:lnTo>
                    <a:pt x="42" y="16"/>
                  </a:lnTo>
                  <a:lnTo>
                    <a:pt x="43" y="16"/>
                  </a:lnTo>
                  <a:lnTo>
                    <a:pt x="43" y="16"/>
                  </a:lnTo>
                  <a:lnTo>
                    <a:pt x="42" y="13"/>
                  </a:lnTo>
                  <a:lnTo>
                    <a:pt x="40" y="13"/>
                  </a:lnTo>
                  <a:lnTo>
                    <a:pt x="38" y="10"/>
                  </a:lnTo>
                  <a:lnTo>
                    <a:pt x="36" y="10"/>
                  </a:lnTo>
                  <a:lnTo>
                    <a:pt x="34" y="10"/>
                  </a:lnTo>
                  <a:lnTo>
                    <a:pt x="33" y="10"/>
                  </a:lnTo>
                  <a:lnTo>
                    <a:pt x="32" y="10"/>
                  </a:lnTo>
                  <a:lnTo>
                    <a:pt x="30" y="10"/>
                  </a:lnTo>
                  <a:lnTo>
                    <a:pt x="28" y="10"/>
                  </a:lnTo>
                  <a:lnTo>
                    <a:pt x="27" y="8"/>
                  </a:lnTo>
                  <a:lnTo>
                    <a:pt x="24" y="8"/>
                  </a:lnTo>
                  <a:lnTo>
                    <a:pt x="22" y="5"/>
                  </a:lnTo>
                  <a:lnTo>
                    <a:pt x="19" y="5"/>
                  </a:lnTo>
                  <a:lnTo>
                    <a:pt x="16" y="2"/>
                  </a:lnTo>
                  <a:lnTo>
                    <a:pt x="11" y="2"/>
                  </a:lnTo>
                  <a:lnTo>
                    <a:pt x="6" y="2"/>
                  </a:lnTo>
                  <a:lnTo>
                    <a:pt x="0" y="0"/>
                  </a:lnTo>
                  <a:lnTo>
                    <a:pt x="0" y="0"/>
                  </a:lnTo>
                  <a:lnTo>
                    <a:pt x="0" y="0"/>
                  </a:lnTo>
                  <a:lnTo>
                    <a:pt x="0" y="0"/>
                  </a:lnTo>
                  <a:lnTo>
                    <a:pt x="0" y="2"/>
                  </a:lnTo>
                  <a:lnTo>
                    <a:pt x="0" y="2"/>
                  </a:lnTo>
                </a:path>
              </a:pathLst>
            </a:custGeom>
            <a:solidFill>
              <a:srgbClr val="484848"/>
            </a:solidFill>
            <a:ln cap="rnd">
              <a:noFill/>
              <a:round/>
            </a:ln>
            <a:effectLst/>
          </p:spPr>
        </p:sp>
        <p:sp>
          <p:nvSpPr>
            <p:cNvPr id="62215" name=""/>
            <p:cNvSpPr/>
            <p:nvPr/>
          </p:nvSpPr>
          <p:spPr>
            <a:xfrm>
              <a:off x="4208" y="3210"/>
              <a:ext cx="43" cy="17"/>
            </a:xfrm>
            <a:custGeom>
              <a:pathLst>
                <a:path w="43" h="17">
                  <a:moveTo>
                    <a:pt x="0" y="2"/>
                  </a:moveTo>
                  <a:lnTo>
                    <a:pt x="3" y="2"/>
                  </a:lnTo>
                  <a:lnTo>
                    <a:pt x="5" y="2"/>
                  </a:lnTo>
                  <a:lnTo>
                    <a:pt x="6" y="2"/>
                  </a:lnTo>
                  <a:lnTo>
                    <a:pt x="8" y="2"/>
                  </a:lnTo>
                  <a:lnTo>
                    <a:pt x="10" y="2"/>
                  </a:lnTo>
                  <a:lnTo>
                    <a:pt x="11" y="5"/>
                  </a:lnTo>
                  <a:lnTo>
                    <a:pt x="12" y="5"/>
                  </a:lnTo>
                  <a:lnTo>
                    <a:pt x="14" y="5"/>
                  </a:lnTo>
                  <a:lnTo>
                    <a:pt x="16" y="8"/>
                  </a:lnTo>
                  <a:lnTo>
                    <a:pt x="18" y="8"/>
                  </a:lnTo>
                  <a:lnTo>
                    <a:pt x="20" y="8"/>
                  </a:lnTo>
                  <a:lnTo>
                    <a:pt x="23" y="10"/>
                  </a:lnTo>
                  <a:lnTo>
                    <a:pt x="27" y="10"/>
                  </a:lnTo>
                  <a:lnTo>
                    <a:pt x="30" y="10"/>
                  </a:lnTo>
                  <a:lnTo>
                    <a:pt x="35" y="13"/>
                  </a:lnTo>
                  <a:lnTo>
                    <a:pt x="40" y="16"/>
                  </a:lnTo>
                  <a:lnTo>
                    <a:pt x="42" y="16"/>
                  </a:lnTo>
                  <a:lnTo>
                    <a:pt x="42" y="16"/>
                  </a:lnTo>
                  <a:lnTo>
                    <a:pt x="42" y="13"/>
                  </a:lnTo>
                  <a:lnTo>
                    <a:pt x="42" y="13"/>
                  </a:lnTo>
                  <a:lnTo>
                    <a:pt x="39" y="13"/>
                  </a:lnTo>
                  <a:lnTo>
                    <a:pt x="37" y="10"/>
                  </a:lnTo>
                  <a:lnTo>
                    <a:pt x="35" y="10"/>
                  </a:lnTo>
                  <a:lnTo>
                    <a:pt x="34" y="10"/>
                  </a:lnTo>
                  <a:lnTo>
                    <a:pt x="32" y="10"/>
                  </a:lnTo>
                  <a:lnTo>
                    <a:pt x="30" y="10"/>
                  </a:lnTo>
                  <a:lnTo>
                    <a:pt x="29" y="10"/>
                  </a:lnTo>
                  <a:lnTo>
                    <a:pt x="27" y="10"/>
                  </a:lnTo>
                  <a:lnTo>
                    <a:pt x="25" y="8"/>
                  </a:lnTo>
                  <a:lnTo>
                    <a:pt x="23" y="8"/>
                  </a:lnTo>
                  <a:lnTo>
                    <a:pt x="21" y="5"/>
                  </a:lnTo>
                  <a:lnTo>
                    <a:pt x="18" y="5"/>
                  </a:lnTo>
                  <a:lnTo>
                    <a:pt x="15" y="2"/>
                  </a:lnTo>
                  <a:lnTo>
                    <a:pt x="11" y="2"/>
                  </a:lnTo>
                  <a:lnTo>
                    <a:pt x="6" y="2"/>
                  </a:lnTo>
                  <a:lnTo>
                    <a:pt x="0" y="0"/>
                  </a:lnTo>
                  <a:lnTo>
                    <a:pt x="0" y="0"/>
                  </a:lnTo>
                  <a:lnTo>
                    <a:pt x="0" y="0"/>
                  </a:lnTo>
                  <a:lnTo>
                    <a:pt x="0" y="0"/>
                  </a:lnTo>
                  <a:lnTo>
                    <a:pt x="0" y="2"/>
                  </a:lnTo>
                  <a:lnTo>
                    <a:pt x="0" y="2"/>
                  </a:lnTo>
                </a:path>
              </a:pathLst>
            </a:custGeom>
            <a:solidFill>
              <a:srgbClr val="3E3E3E"/>
            </a:solidFill>
            <a:ln cap="rnd">
              <a:noFill/>
              <a:round/>
            </a:ln>
            <a:effectLst/>
          </p:spPr>
        </p:sp>
        <p:sp>
          <p:nvSpPr>
            <p:cNvPr id="62216" name=""/>
            <p:cNvSpPr/>
            <p:nvPr/>
          </p:nvSpPr>
          <p:spPr>
            <a:xfrm>
              <a:off x="4208" y="3210"/>
              <a:ext cx="43" cy="17"/>
            </a:xfrm>
            <a:custGeom>
              <a:pathLst>
                <a:path w="43" h="17">
                  <a:moveTo>
                    <a:pt x="0" y="2"/>
                  </a:moveTo>
                  <a:lnTo>
                    <a:pt x="40" y="13"/>
                  </a:lnTo>
                  <a:lnTo>
                    <a:pt x="42" y="16"/>
                  </a:lnTo>
                  <a:lnTo>
                    <a:pt x="42" y="16"/>
                  </a:lnTo>
                  <a:lnTo>
                    <a:pt x="42" y="13"/>
                  </a:lnTo>
                  <a:lnTo>
                    <a:pt x="40" y="13"/>
                  </a:lnTo>
                  <a:lnTo>
                    <a:pt x="0" y="0"/>
                  </a:lnTo>
                  <a:lnTo>
                    <a:pt x="0" y="2"/>
                  </a:lnTo>
                  <a:lnTo>
                    <a:pt x="0" y="2"/>
                  </a:lnTo>
                </a:path>
              </a:pathLst>
            </a:custGeom>
            <a:solidFill>
              <a:srgbClr val="333333"/>
            </a:solidFill>
            <a:ln cap="rnd">
              <a:noFill/>
              <a:round/>
            </a:ln>
            <a:effectLst/>
          </p:spPr>
        </p:sp>
        <p:sp>
          <p:nvSpPr>
            <p:cNvPr id="62217" name=""/>
            <p:cNvSpPr/>
            <p:nvPr/>
          </p:nvSpPr>
          <p:spPr>
            <a:xfrm>
              <a:off x="4116" y="3206"/>
              <a:ext cx="76" cy="17"/>
            </a:xfrm>
            <a:custGeom>
              <a:pathLst>
                <a:path w="76" h="17">
                  <a:moveTo>
                    <a:pt x="75" y="9"/>
                  </a:moveTo>
                  <a:lnTo>
                    <a:pt x="10" y="0"/>
                  </a:lnTo>
                  <a:lnTo>
                    <a:pt x="8" y="3"/>
                  </a:lnTo>
                  <a:lnTo>
                    <a:pt x="7" y="3"/>
                  </a:lnTo>
                  <a:lnTo>
                    <a:pt x="5" y="6"/>
                  </a:lnTo>
                  <a:lnTo>
                    <a:pt x="3" y="9"/>
                  </a:lnTo>
                  <a:lnTo>
                    <a:pt x="1" y="9"/>
                  </a:lnTo>
                  <a:lnTo>
                    <a:pt x="1" y="12"/>
                  </a:lnTo>
                  <a:lnTo>
                    <a:pt x="0" y="12"/>
                  </a:lnTo>
                  <a:lnTo>
                    <a:pt x="1" y="16"/>
                  </a:lnTo>
                  <a:lnTo>
                    <a:pt x="75" y="12"/>
                  </a:lnTo>
                  <a:lnTo>
                    <a:pt x="75" y="9"/>
                  </a:lnTo>
                  <a:lnTo>
                    <a:pt x="75" y="9"/>
                  </a:lnTo>
                </a:path>
              </a:pathLst>
            </a:custGeom>
            <a:solidFill>
              <a:srgbClr val="FFFFFF"/>
            </a:solidFill>
            <a:ln cap="rnd">
              <a:noFill/>
              <a:round/>
            </a:ln>
            <a:effectLst/>
          </p:spPr>
        </p:sp>
        <p:sp>
          <p:nvSpPr>
            <p:cNvPr id="62218" name=""/>
            <p:cNvSpPr/>
            <p:nvPr/>
          </p:nvSpPr>
          <p:spPr>
            <a:xfrm>
              <a:off x="4118" y="3207"/>
              <a:ext cx="74" cy="17"/>
            </a:xfrm>
            <a:custGeom>
              <a:pathLst>
                <a:path w="74" h="17">
                  <a:moveTo>
                    <a:pt x="73" y="8"/>
                  </a:moveTo>
                  <a:lnTo>
                    <a:pt x="70" y="8"/>
                  </a:lnTo>
                  <a:lnTo>
                    <a:pt x="66" y="8"/>
                  </a:lnTo>
                  <a:lnTo>
                    <a:pt x="63" y="8"/>
                  </a:lnTo>
                  <a:lnTo>
                    <a:pt x="61" y="8"/>
                  </a:lnTo>
                  <a:lnTo>
                    <a:pt x="58" y="8"/>
                  </a:lnTo>
                  <a:lnTo>
                    <a:pt x="56" y="8"/>
                  </a:lnTo>
                  <a:lnTo>
                    <a:pt x="54" y="8"/>
                  </a:lnTo>
                  <a:lnTo>
                    <a:pt x="51" y="8"/>
                  </a:lnTo>
                  <a:lnTo>
                    <a:pt x="49" y="4"/>
                  </a:lnTo>
                  <a:lnTo>
                    <a:pt x="46" y="4"/>
                  </a:lnTo>
                  <a:lnTo>
                    <a:pt x="42" y="4"/>
                  </a:lnTo>
                  <a:lnTo>
                    <a:pt x="37" y="4"/>
                  </a:lnTo>
                  <a:lnTo>
                    <a:pt x="32" y="0"/>
                  </a:lnTo>
                  <a:lnTo>
                    <a:pt x="25" y="0"/>
                  </a:lnTo>
                  <a:lnTo>
                    <a:pt x="18" y="0"/>
                  </a:lnTo>
                  <a:lnTo>
                    <a:pt x="9" y="0"/>
                  </a:lnTo>
                  <a:lnTo>
                    <a:pt x="8" y="0"/>
                  </a:lnTo>
                  <a:lnTo>
                    <a:pt x="6" y="0"/>
                  </a:lnTo>
                  <a:lnTo>
                    <a:pt x="4" y="4"/>
                  </a:lnTo>
                  <a:lnTo>
                    <a:pt x="2" y="8"/>
                  </a:lnTo>
                  <a:lnTo>
                    <a:pt x="1" y="8"/>
                  </a:lnTo>
                  <a:lnTo>
                    <a:pt x="0" y="12"/>
                  </a:lnTo>
                  <a:lnTo>
                    <a:pt x="0" y="12"/>
                  </a:lnTo>
                  <a:lnTo>
                    <a:pt x="0" y="16"/>
                  </a:lnTo>
                  <a:lnTo>
                    <a:pt x="4" y="16"/>
                  </a:lnTo>
                  <a:lnTo>
                    <a:pt x="7" y="16"/>
                  </a:lnTo>
                  <a:lnTo>
                    <a:pt x="11" y="16"/>
                  </a:lnTo>
                  <a:lnTo>
                    <a:pt x="13" y="16"/>
                  </a:lnTo>
                  <a:lnTo>
                    <a:pt x="16" y="16"/>
                  </a:lnTo>
                  <a:lnTo>
                    <a:pt x="19" y="16"/>
                  </a:lnTo>
                  <a:lnTo>
                    <a:pt x="21" y="16"/>
                  </a:lnTo>
                  <a:lnTo>
                    <a:pt x="24" y="16"/>
                  </a:lnTo>
                  <a:lnTo>
                    <a:pt x="27" y="16"/>
                  </a:lnTo>
                  <a:lnTo>
                    <a:pt x="31" y="16"/>
                  </a:lnTo>
                  <a:lnTo>
                    <a:pt x="36" y="16"/>
                  </a:lnTo>
                  <a:lnTo>
                    <a:pt x="41" y="16"/>
                  </a:lnTo>
                  <a:lnTo>
                    <a:pt x="47" y="12"/>
                  </a:lnTo>
                  <a:lnTo>
                    <a:pt x="55" y="12"/>
                  </a:lnTo>
                  <a:lnTo>
                    <a:pt x="63" y="12"/>
                  </a:lnTo>
                  <a:lnTo>
                    <a:pt x="73" y="12"/>
                  </a:lnTo>
                  <a:lnTo>
                    <a:pt x="73" y="12"/>
                  </a:lnTo>
                  <a:lnTo>
                    <a:pt x="73" y="12"/>
                  </a:lnTo>
                  <a:lnTo>
                    <a:pt x="73" y="12"/>
                  </a:lnTo>
                  <a:lnTo>
                    <a:pt x="73" y="8"/>
                  </a:lnTo>
                  <a:lnTo>
                    <a:pt x="73" y="8"/>
                  </a:lnTo>
                </a:path>
              </a:pathLst>
            </a:custGeom>
            <a:solidFill>
              <a:srgbClr val="F5F5F5"/>
            </a:solidFill>
            <a:ln cap="rnd">
              <a:noFill/>
              <a:round/>
            </a:ln>
            <a:effectLst/>
          </p:spPr>
        </p:sp>
        <p:sp>
          <p:nvSpPr>
            <p:cNvPr id="62219" name=""/>
            <p:cNvSpPr/>
            <p:nvPr/>
          </p:nvSpPr>
          <p:spPr>
            <a:xfrm>
              <a:off x="4119" y="3207"/>
              <a:ext cx="73" cy="17"/>
            </a:xfrm>
            <a:custGeom>
              <a:pathLst>
                <a:path w="73" h="17">
                  <a:moveTo>
                    <a:pt x="72" y="8"/>
                  </a:moveTo>
                  <a:lnTo>
                    <a:pt x="69" y="8"/>
                  </a:lnTo>
                  <a:lnTo>
                    <a:pt x="65" y="8"/>
                  </a:lnTo>
                  <a:lnTo>
                    <a:pt x="62" y="8"/>
                  </a:lnTo>
                  <a:lnTo>
                    <a:pt x="60" y="8"/>
                  </a:lnTo>
                  <a:lnTo>
                    <a:pt x="58" y="8"/>
                  </a:lnTo>
                  <a:lnTo>
                    <a:pt x="56" y="8"/>
                  </a:lnTo>
                  <a:lnTo>
                    <a:pt x="53" y="8"/>
                  </a:lnTo>
                  <a:lnTo>
                    <a:pt x="51" y="8"/>
                  </a:lnTo>
                  <a:lnTo>
                    <a:pt x="48" y="8"/>
                  </a:lnTo>
                  <a:lnTo>
                    <a:pt x="45" y="4"/>
                  </a:lnTo>
                  <a:lnTo>
                    <a:pt x="41" y="4"/>
                  </a:lnTo>
                  <a:lnTo>
                    <a:pt x="36" y="4"/>
                  </a:lnTo>
                  <a:lnTo>
                    <a:pt x="31" y="0"/>
                  </a:lnTo>
                  <a:lnTo>
                    <a:pt x="25" y="0"/>
                  </a:lnTo>
                  <a:lnTo>
                    <a:pt x="17" y="0"/>
                  </a:lnTo>
                  <a:lnTo>
                    <a:pt x="9" y="0"/>
                  </a:lnTo>
                  <a:lnTo>
                    <a:pt x="7" y="0"/>
                  </a:lnTo>
                  <a:lnTo>
                    <a:pt x="6" y="0"/>
                  </a:lnTo>
                  <a:lnTo>
                    <a:pt x="4" y="4"/>
                  </a:lnTo>
                  <a:lnTo>
                    <a:pt x="3" y="8"/>
                  </a:lnTo>
                  <a:lnTo>
                    <a:pt x="1" y="8"/>
                  </a:lnTo>
                  <a:lnTo>
                    <a:pt x="0" y="12"/>
                  </a:lnTo>
                  <a:lnTo>
                    <a:pt x="0" y="12"/>
                  </a:lnTo>
                  <a:lnTo>
                    <a:pt x="0" y="16"/>
                  </a:lnTo>
                  <a:lnTo>
                    <a:pt x="4" y="16"/>
                  </a:lnTo>
                  <a:lnTo>
                    <a:pt x="7" y="16"/>
                  </a:lnTo>
                  <a:lnTo>
                    <a:pt x="11" y="16"/>
                  </a:lnTo>
                  <a:lnTo>
                    <a:pt x="14" y="16"/>
                  </a:lnTo>
                  <a:lnTo>
                    <a:pt x="16" y="16"/>
                  </a:lnTo>
                  <a:lnTo>
                    <a:pt x="19" y="16"/>
                  </a:lnTo>
                  <a:lnTo>
                    <a:pt x="22" y="16"/>
                  </a:lnTo>
                  <a:lnTo>
                    <a:pt x="24" y="12"/>
                  </a:lnTo>
                  <a:lnTo>
                    <a:pt x="27" y="12"/>
                  </a:lnTo>
                  <a:lnTo>
                    <a:pt x="31" y="12"/>
                  </a:lnTo>
                  <a:lnTo>
                    <a:pt x="35" y="12"/>
                  </a:lnTo>
                  <a:lnTo>
                    <a:pt x="41" y="12"/>
                  </a:lnTo>
                  <a:lnTo>
                    <a:pt x="47" y="12"/>
                  </a:lnTo>
                  <a:lnTo>
                    <a:pt x="54" y="12"/>
                  </a:lnTo>
                  <a:lnTo>
                    <a:pt x="62" y="12"/>
                  </a:lnTo>
                  <a:lnTo>
                    <a:pt x="72" y="12"/>
                  </a:lnTo>
                  <a:lnTo>
                    <a:pt x="72" y="12"/>
                  </a:lnTo>
                  <a:lnTo>
                    <a:pt x="72" y="12"/>
                  </a:lnTo>
                  <a:lnTo>
                    <a:pt x="72" y="12"/>
                  </a:lnTo>
                  <a:lnTo>
                    <a:pt x="72" y="8"/>
                  </a:lnTo>
                  <a:lnTo>
                    <a:pt x="72" y="8"/>
                  </a:lnTo>
                </a:path>
              </a:pathLst>
            </a:custGeom>
            <a:solidFill>
              <a:srgbClr val="EBEBEB"/>
            </a:solidFill>
            <a:ln cap="rnd">
              <a:noFill/>
              <a:round/>
            </a:ln>
            <a:effectLst/>
          </p:spPr>
        </p:sp>
        <p:sp>
          <p:nvSpPr>
            <p:cNvPr id="62220" name=""/>
            <p:cNvSpPr/>
            <p:nvPr/>
          </p:nvSpPr>
          <p:spPr>
            <a:xfrm>
              <a:off x="4120" y="3207"/>
              <a:ext cx="72" cy="17"/>
            </a:xfrm>
            <a:custGeom>
              <a:pathLst>
                <a:path w="72" h="17">
                  <a:moveTo>
                    <a:pt x="71" y="10"/>
                  </a:moveTo>
                  <a:lnTo>
                    <a:pt x="68" y="10"/>
                  </a:lnTo>
                  <a:lnTo>
                    <a:pt x="64" y="10"/>
                  </a:lnTo>
                  <a:lnTo>
                    <a:pt x="61" y="10"/>
                  </a:lnTo>
                  <a:lnTo>
                    <a:pt x="59" y="10"/>
                  </a:lnTo>
                  <a:lnTo>
                    <a:pt x="57" y="10"/>
                  </a:lnTo>
                  <a:lnTo>
                    <a:pt x="55" y="10"/>
                  </a:lnTo>
                  <a:lnTo>
                    <a:pt x="53" y="10"/>
                  </a:lnTo>
                  <a:lnTo>
                    <a:pt x="50" y="10"/>
                  </a:lnTo>
                  <a:lnTo>
                    <a:pt x="47" y="10"/>
                  </a:lnTo>
                  <a:lnTo>
                    <a:pt x="44" y="5"/>
                  </a:lnTo>
                  <a:lnTo>
                    <a:pt x="40" y="5"/>
                  </a:lnTo>
                  <a:lnTo>
                    <a:pt x="36" y="5"/>
                  </a:lnTo>
                  <a:lnTo>
                    <a:pt x="30" y="5"/>
                  </a:lnTo>
                  <a:lnTo>
                    <a:pt x="24" y="0"/>
                  </a:lnTo>
                  <a:lnTo>
                    <a:pt x="17" y="0"/>
                  </a:lnTo>
                  <a:lnTo>
                    <a:pt x="9" y="0"/>
                  </a:lnTo>
                  <a:lnTo>
                    <a:pt x="7" y="0"/>
                  </a:lnTo>
                  <a:lnTo>
                    <a:pt x="6" y="0"/>
                  </a:lnTo>
                  <a:lnTo>
                    <a:pt x="4" y="5"/>
                  </a:lnTo>
                  <a:lnTo>
                    <a:pt x="2" y="10"/>
                  </a:lnTo>
                  <a:lnTo>
                    <a:pt x="1" y="10"/>
                  </a:lnTo>
                  <a:lnTo>
                    <a:pt x="0" y="16"/>
                  </a:lnTo>
                  <a:lnTo>
                    <a:pt x="0" y="16"/>
                  </a:lnTo>
                  <a:lnTo>
                    <a:pt x="0" y="16"/>
                  </a:lnTo>
                  <a:lnTo>
                    <a:pt x="4" y="16"/>
                  </a:lnTo>
                  <a:lnTo>
                    <a:pt x="8" y="16"/>
                  </a:lnTo>
                  <a:lnTo>
                    <a:pt x="11" y="16"/>
                  </a:lnTo>
                  <a:lnTo>
                    <a:pt x="14" y="16"/>
                  </a:lnTo>
                  <a:lnTo>
                    <a:pt x="16" y="16"/>
                  </a:lnTo>
                  <a:lnTo>
                    <a:pt x="18" y="16"/>
                  </a:lnTo>
                  <a:lnTo>
                    <a:pt x="21" y="16"/>
                  </a:lnTo>
                  <a:lnTo>
                    <a:pt x="24" y="16"/>
                  </a:lnTo>
                  <a:lnTo>
                    <a:pt x="27" y="16"/>
                  </a:lnTo>
                  <a:lnTo>
                    <a:pt x="31" y="16"/>
                  </a:lnTo>
                  <a:lnTo>
                    <a:pt x="35" y="16"/>
                  </a:lnTo>
                  <a:lnTo>
                    <a:pt x="40" y="16"/>
                  </a:lnTo>
                  <a:lnTo>
                    <a:pt x="47" y="16"/>
                  </a:lnTo>
                  <a:lnTo>
                    <a:pt x="54" y="16"/>
                  </a:lnTo>
                  <a:lnTo>
                    <a:pt x="61" y="16"/>
                  </a:lnTo>
                  <a:lnTo>
                    <a:pt x="71" y="16"/>
                  </a:lnTo>
                  <a:lnTo>
                    <a:pt x="71" y="16"/>
                  </a:lnTo>
                  <a:lnTo>
                    <a:pt x="71" y="16"/>
                  </a:lnTo>
                  <a:lnTo>
                    <a:pt x="71" y="16"/>
                  </a:lnTo>
                  <a:lnTo>
                    <a:pt x="71" y="10"/>
                  </a:lnTo>
                  <a:lnTo>
                    <a:pt x="71" y="10"/>
                  </a:lnTo>
                </a:path>
              </a:pathLst>
            </a:custGeom>
            <a:solidFill>
              <a:srgbClr val="E3E3E3"/>
            </a:solidFill>
            <a:ln cap="rnd">
              <a:noFill/>
              <a:round/>
            </a:ln>
            <a:effectLst/>
          </p:spPr>
        </p:sp>
        <p:sp>
          <p:nvSpPr>
            <p:cNvPr id="62221" name=""/>
            <p:cNvSpPr/>
            <p:nvPr/>
          </p:nvSpPr>
          <p:spPr>
            <a:xfrm>
              <a:off x="4121" y="3207"/>
              <a:ext cx="71" cy="17"/>
            </a:xfrm>
            <a:custGeom>
              <a:pathLst>
                <a:path w="71" h="17">
                  <a:moveTo>
                    <a:pt x="70" y="10"/>
                  </a:moveTo>
                  <a:lnTo>
                    <a:pt x="67" y="10"/>
                  </a:lnTo>
                  <a:lnTo>
                    <a:pt x="63" y="10"/>
                  </a:lnTo>
                  <a:lnTo>
                    <a:pt x="60" y="10"/>
                  </a:lnTo>
                  <a:lnTo>
                    <a:pt x="58" y="10"/>
                  </a:lnTo>
                  <a:lnTo>
                    <a:pt x="56" y="10"/>
                  </a:lnTo>
                  <a:lnTo>
                    <a:pt x="54" y="10"/>
                  </a:lnTo>
                  <a:lnTo>
                    <a:pt x="52" y="10"/>
                  </a:lnTo>
                  <a:lnTo>
                    <a:pt x="50" y="10"/>
                  </a:lnTo>
                  <a:lnTo>
                    <a:pt x="46" y="10"/>
                  </a:lnTo>
                  <a:lnTo>
                    <a:pt x="43" y="10"/>
                  </a:lnTo>
                  <a:lnTo>
                    <a:pt x="40" y="5"/>
                  </a:lnTo>
                  <a:lnTo>
                    <a:pt x="36" y="5"/>
                  </a:lnTo>
                  <a:lnTo>
                    <a:pt x="30" y="5"/>
                  </a:lnTo>
                  <a:lnTo>
                    <a:pt x="24" y="0"/>
                  </a:lnTo>
                  <a:lnTo>
                    <a:pt x="17" y="0"/>
                  </a:lnTo>
                  <a:lnTo>
                    <a:pt x="8" y="0"/>
                  </a:lnTo>
                  <a:lnTo>
                    <a:pt x="7" y="0"/>
                  </a:lnTo>
                  <a:lnTo>
                    <a:pt x="6" y="0"/>
                  </a:lnTo>
                  <a:lnTo>
                    <a:pt x="4" y="5"/>
                  </a:lnTo>
                  <a:lnTo>
                    <a:pt x="3" y="10"/>
                  </a:lnTo>
                  <a:lnTo>
                    <a:pt x="1" y="10"/>
                  </a:lnTo>
                  <a:lnTo>
                    <a:pt x="1" y="16"/>
                  </a:lnTo>
                  <a:lnTo>
                    <a:pt x="0" y="16"/>
                  </a:lnTo>
                  <a:lnTo>
                    <a:pt x="1" y="16"/>
                  </a:lnTo>
                  <a:lnTo>
                    <a:pt x="5" y="16"/>
                  </a:lnTo>
                  <a:lnTo>
                    <a:pt x="8" y="16"/>
                  </a:lnTo>
                  <a:lnTo>
                    <a:pt x="11" y="16"/>
                  </a:lnTo>
                  <a:lnTo>
                    <a:pt x="14" y="16"/>
                  </a:lnTo>
                  <a:lnTo>
                    <a:pt x="16" y="16"/>
                  </a:lnTo>
                  <a:lnTo>
                    <a:pt x="18" y="16"/>
                  </a:lnTo>
                  <a:lnTo>
                    <a:pt x="21" y="16"/>
                  </a:lnTo>
                  <a:lnTo>
                    <a:pt x="24" y="16"/>
                  </a:lnTo>
                  <a:lnTo>
                    <a:pt x="27" y="16"/>
                  </a:lnTo>
                  <a:lnTo>
                    <a:pt x="30" y="16"/>
                  </a:lnTo>
                  <a:lnTo>
                    <a:pt x="35" y="16"/>
                  </a:lnTo>
                  <a:lnTo>
                    <a:pt x="40" y="16"/>
                  </a:lnTo>
                  <a:lnTo>
                    <a:pt x="46" y="16"/>
                  </a:lnTo>
                  <a:lnTo>
                    <a:pt x="53" y="16"/>
                  </a:lnTo>
                  <a:lnTo>
                    <a:pt x="60" y="16"/>
                  </a:lnTo>
                  <a:lnTo>
                    <a:pt x="70" y="16"/>
                  </a:lnTo>
                  <a:lnTo>
                    <a:pt x="70" y="16"/>
                  </a:lnTo>
                  <a:lnTo>
                    <a:pt x="70" y="16"/>
                  </a:lnTo>
                  <a:lnTo>
                    <a:pt x="70" y="16"/>
                  </a:lnTo>
                  <a:lnTo>
                    <a:pt x="70" y="10"/>
                  </a:lnTo>
                  <a:lnTo>
                    <a:pt x="70" y="10"/>
                  </a:lnTo>
                </a:path>
              </a:pathLst>
            </a:custGeom>
            <a:solidFill>
              <a:srgbClr val="D9D9D9"/>
            </a:solidFill>
            <a:ln cap="rnd">
              <a:noFill/>
              <a:round/>
            </a:ln>
            <a:effectLst/>
          </p:spPr>
        </p:sp>
        <p:sp>
          <p:nvSpPr>
            <p:cNvPr id="62222" name=""/>
            <p:cNvSpPr/>
            <p:nvPr/>
          </p:nvSpPr>
          <p:spPr>
            <a:xfrm>
              <a:off x="4123" y="3207"/>
              <a:ext cx="69" cy="17"/>
            </a:xfrm>
            <a:custGeom>
              <a:pathLst>
                <a:path w="69" h="17">
                  <a:moveTo>
                    <a:pt x="68" y="10"/>
                  </a:moveTo>
                  <a:lnTo>
                    <a:pt x="65" y="10"/>
                  </a:lnTo>
                  <a:lnTo>
                    <a:pt x="61" y="10"/>
                  </a:lnTo>
                  <a:lnTo>
                    <a:pt x="59" y="10"/>
                  </a:lnTo>
                  <a:lnTo>
                    <a:pt x="57" y="10"/>
                  </a:lnTo>
                  <a:lnTo>
                    <a:pt x="55" y="10"/>
                  </a:lnTo>
                  <a:lnTo>
                    <a:pt x="52" y="10"/>
                  </a:lnTo>
                  <a:lnTo>
                    <a:pt x="51" y="10"/>
                  </a:lnTo>
                  <a:lnTo>
                    <a:pt x="48" y="10"/>
                  </a:lnTo>
                  <a:lnTo>
                    <a:pt x="45" y="10"/>
                  </a:lnTo>
                  <a:lnTo>
                    <a:pt x="42" y="10"/>
                  </a:lnTo>
                  <a:lnTo>
                    <a:pt x="38" y="5"/>
                  </a:lnTo>
                  <a:lnTo>
                    <a:pt x="34" y="5"/>
                  </a:lnTo>
                  <a:lnTo>
                    <a:pt x="29" y="5"/>
                  </a:lnTo>
                  <a:lnTo>
                    <a:pt x="22" y="5"/>
                  </a:lnTo>
                  <a:lnTo>
                    <a:pt x="15" y="0"/>
                  </a:lnTo>
                  <a:lnTo>
                    <a:pt x="7" y="0"/>
                  </a:lnTo>
                  <a:lnTo>
                    <a:pt x="6" y="0"/>
                  </a:lnTo>
                  <a:lnTo>
                    <a:pt x="5" y="5"/>
                  </a:lnTo>
                  <a:lnTo>
                    <a:pt x="3" y="5"/>
                  </a:lnTo>
                  <a:lnTo>
                    <a:pt x="2" y="10"/>
                  </a:lnTo>
                  <a:lnTo>
                    <a:pt x="1" y="10"/>
                  </a:lnTo>
                  <a:lnTo>
                    <a:pt x="0" y="16"/>
                  </a:lnTo>
                  <a:lnTo>
                    <a:pt x="0" y="16"/>
                  </a:lnTo>
                  <a:lnTo>
                    <a:pt x="0" y="16"/>
                  </a:lnTo>
                  <a:lnTo>
                    <a:pt x="4" y="16"/>
                  </a:lnTo>
                  <a:lnTo>
                    <a:pt x="7" y="16"/>
                  </a:lnTo>
                  <a:lnTo>
                    <a:pt x="11" y="16"/>
                  </a:lnTo>
                  <a:lnTo>
                    <a:pt x="13" y="16"/>
                  </a:lnTo>
                  <a:lnTo>
                    <a:pt x="15" y="16"/>
                  </a:lnTo>
                  <a:lnTo>
                    <a:pt x="18" y="16"/>
                  </a:lnTo>
                  <a:lnTo>
                    <a:pt x="20" y="16"/>
                  </a:lnTo>
                  <a:lnTo>
                    <a:pt x="22" y="16"/>
                  </a:lnTo>
                  <a:lnTo>
                    <a:pt x="26" y="16"/>
                  </a:lnTo>
                  <a:lnTo>
                    <a:pt x="30" y="16"/>
                  </a:lnTo>
                  <a:lnTo>
                    <a:pt x="34" y="16"/>
                  </a:lnTo>
                  <a:lnTo>
                    <a:pt x="38" y="16"/>
                  </a:lnTo>
                  <a:lnTo>
                    <a:pt x="44" y="16"/>
                  </a:lnTo>
                  <a:lnTo>
                    <a:pt x="51" y="16"/>
                  </a:lnTo>
                  <a:lnTo>
                    <a:pt x="59" y="16"/>
                  </a:lnTo>
                  <a:lnTo>
                    <a:pt x="68" y="16"/>
                  </a:lnTo>
                  <a:lnTo>
                    <a:pt x="68" y="16"/>
                  </a:lnTo>
                  <a:lnTo>
                    <a:pt x="68" y="16"/>
                  </a:lnTo>
                  <a:lnTo>
                    <a:pt x="68" y="16"/>
                  </a:lnTo>
                  <a:lnTo>
                    <a:pt x="68" y="10"/>
                  </a:lnTo>
                  <a:lnTo>
                    <a:pt x="68" y="10"/>
                  </a:lnTo>
                </a:path>
              </a:pathLst>
            </a:custGeom>
            <a:solidFill>
              <a:srgbClr val="CFCFCF"/>
            </a:solidFill>
            <a:ln cap="rnd">
              <a:noFill/>
              <a:round/>
            </a:ln>
            <a:effectLst/>
          </p:spPr>
        </p:sp>
        <p:sp>
          <p:nvSpPr>
            <p:cNvPr id="62223" name=""/>
            <p:cNvSpPr/>
            <p:nvPr/>
          </p:nvSpPr>
          <p:spPr>
            <a:xfrm>
              <a:off x="4124" y="3207"/>
              <a:ext cx="68" cy="17"/>
            </a:xfrm>
            <a:custGeom>
              <a:pathLst>
                <a:path w="68" h="17">
                  <a:moveTo>
                    <a:pt x="67" y="10"/>
                  </a:moveTo>
                  <a:lnTo>
                    <a:pt x="64" y="10"/>
                  </a:lnTo>
                  <a:lnTo>
                    <a:pt x="61" y="10"/>
                  </a:lnTo>
                  <a:lnTo>
                    <a:pt x="58" y="10"/>
                  </a:lnTo>
                  <a:lnTo>
                    <a:pt x="56" y="10"/>
                  </a:lnTo>
                  <a:lnTo>
                    <a:pt x="54" y="10"/>
                  </a:lnTo>
                  <a:lnTo>
                    <a:pt x="52" y="10"/>
                  </a:lnTo>
                  <a:lnTo>
                    <a:pt x="50" y="10"/>
                  </a:lnTo>
                  <a:lnTo>
                    <a:pt x="47" y="10"/>
                  </a:lnTo>
                  <a:lnTo>
                    <a:pt x="45" y="10"/>
                  </a:lnTo>
                  <a:lnTo>
                    <a:pt x="41" y="10"/>
                  </a:lnTo>
                  <a:lnTo>
                    <a:pt x="38" y="5"/>
                  </a:lnTo>
                  <a:lnTo>
                    <a:pt x="33" y="5"/>
                  </a:lnTo>
                  <a:lnTo>
                    <a:pt x="29" y="5"/>
                  </a:lnTo>
                  <a:lnTo>
                    <a:pt x="22" y="5"/>
                  </a:lnTo>
                  <a:lnTo>
                    <a:pt x="15" y="0"/>
                  </a:lnTo>
                  <a:lnTo>
                    <a:pt x="7" y="0"/>
                  </a:lnTo>
                  <a:lnTo>
                    <a:pt x="6" y="0"/>
                  </a:lnTo>
                  <a:lnTo>
                    <a:pt x="5" y="5"/>
                  </a:lnTo>
                  <a:lnTo>
                    <a:pt x="3" y="5"/>
                  </a:lnTo>
                  <a:lnTo>
                    <a:pt x="2" y="10"/>
                  </a:lnTo>
                  <a:lnTo>
                    <a:pt x="1" y="10"/>
                  </a:lnTo>
                  <a:lnTo>
                    <a:pt x="0" y="16"/>
                  </a:lnTo>
                  <a:lnTo>
                    <a:pt x="0" y="16"/>
                  </a:lnTo>
                  <a:lnTo>
                    <a:pt x="0" y="16"/>
                  </a:lnTo>
                  <a:lnTo>
                    <a:pt x="4" y="16"/>
                  </a:lnTo>
                  <a:lnTo>
                    <a:pt x="7" y="16"/>
                  </a:lnTo>
                  <a:lnTo>
                    <a:pt x="10" y="16"/>
                  </a:lnTo>
                  <a:lnTo>
                    <a:pt x="13" y="16"/>
                  </a:lnTo>
                  <a:lnTo>
                    <a:pt x="15" y="16"/>
                  </a:lnTo>
                  <a:lnTo>
                    <a:pt x="17" y="16"/>
                  </a:lnTo>
                  <a:lnTo>
                    <a:pt x="20" y="16"/>
                  </a:lnTo>
                  <a:lnTo>
                    <a:pt x="23" y="16"/>
                  </a:lnTo>
                  <a:lnTo>
                    <a:pt x="26" y="16"/>
                  </a:lnTo>
                  <a:lnTo>
                    <a:pt x="29" y="16"/>
                  </a:lnTo>
                  <a:lnTo>
                    <a:pt x="33" y="16"/>
                  </a:lnTo>
                  <a:lnTo>
                    <a:pt x="38" y="16"/>
                  </a:lnTo>
                  <a:lnTo>
                    <a:pt x="43" y="16"/>
                  </a:lnTo>
                  <a:lnTo>
                    <a:pt x="50" y="16"/>
                  </a:lnTo>
                  <a:lnTo>
                    <a:pt x="58" y="16"/>
                  </a:lnTo>
                  <a:lnTo>
                    <a:pt x="67" y="16"/>
                  </a:lnTo>
                  <a:lnTo>
                    <a:pt x="67" y="16"/>
                  </a:lnTo>
                  <a:lnTo>
                    <a:pt x="67" y="16"/>
                  </a:lnTo>
                  <a:lnTo>
                    <a:pt x="67" y="16"/>
                  </a:lnTo>
                  <a:lnTo>
                    <a:pt x="67" y="10"/>
                  </a:lnTo>
                  <a:lnTo>
                    <a:pt x="67" y="10"/>
                  </a:lnTo>
                </a:path>
              </a:pathLst>
            </a:custGeom>
            <a:solidFill>
              <a:srgbClr val="C5C5C5"/>
            </a:solidFill>
            <a:ln cap="rnd">
              <a:noFill/>
              <a:round/>
            </a:ln>
            <a:effectLst/>
          </p:spPr>
        </p:sp>
        <p:sp>
          <p:nvSpPr>
            <p:cNvPr id="62224" name=""/>
            <p:cNvSpPr/>
            <p:nvPr/>
          </p:nvSpPr>
          <p:spPr>
            <a:xfrm>
              <a:off x="4125" y="3207"/>
              <a:ext cx="67" cy="17"/>
            </a:xfrm>
            <a:custGeom>
              <a:pathLst>
                <a:path w="67" h="17">
                  <a:moveTo>
                    <a:pt x="66" y="10"/>
                  </a:moveTo>
                  <a:lnTo>
                    <a:pt x="63" y="10"/>
                  </a:lnTo>
                  <a:lnTo>
                    <a:pt x="60" y="10"/>
                  </a:lnTo>
                  <a:lnTo>
                    <a:pt x="57" y="10"/>
                  </a:lnTo>
                  <a:lnTo>
                    <a:pt x="55" y="10"/>
                  </a:lnTo>
                  <a:lnTo>
                    <a:pt x="53" y="10"/>
                  </a:lnTo>
                  <a:lnTo>
                    <a:pt x="51" y="10"/>
                  </a:lnTo>
                  <a:lnTo>
                    <a:pt x="49" y="10"/>
                  </a:lnTo>
                  <a:lnTo>
                    <a:pt x="46" y="10"/>
                  </a:lnTo>
                  <a:lnTo>
                    <a:pt x="44" y="10"/>
                  </a:lnTo>
                  <a:lnTo>
                    <a:pt x="41" y="10"/>
                  </a:lnTo>
                  <a:lnTo>
                    <a:pt x="37" y="10"/>
                  </a:lnTo>
                  <a:lnTo>
                    <a:pt x="33" y="10"/>
                  </a:lnTo>
                  <a:lnTo>
                    <a:pt x="28" y="5"/>
                  </a:lnTo>
                  <a:lnTo>
                    <a:pt x="22" y="5"/>
                  </a:lnTo>
                  <a:lnTo>
                    <a:pt x="16" y="5"/>
                  </a:lnTo>
                  <a:lnTo>
                    <a:pt x="7" y="0"/>
                  </a:lnTo>
                  <a:lnTo>
                    <a:pt x="6" y="0"/>
                  </a:lnTo>
                  <a:lnTo>
                    <a:pt x="5" y="5"/>
                  </a:lnTo>
                  <a:lnTo>
                    <a:pt x="4" y="10"/>
                  </a:lnTo>
                  <a:lnTo>
                    <a:pt x="2" y="10"/>
                  </a:lnTo>
                  <a:lnTo>
                    <a:pt x="1" y="10"/>
                  </a:lnTo>
                  <a:lnTo>
                    <a:pt x="0" y="16"/>
                  </a:lnTo>
                  <a:lnTo>
                    <a:pt x="0" y="16"/>
                  </a:lnTo>
                  <a:lnTo>
                    <a:pt x="1" y="16"/>
                  </a:lnTo>
                  <a:lnTo>
                    <a:pt x="4" y="16"/>
                  </a:lnTo>
                  <a:lnTo>
                    <a:pt x="8" y="16"/>
                  </a:lnTo>
                  <a:lnTo>
                    <a:pt x="11" y="16"/>
                  </a:lnTo>
                  <a:lnTo>
                    <a:pt x="13" y="16"/>
                  </a:lnTo>
                  <a:lnTo>
                    <a:pt x="16" y="16"/>
                  </a:lnTo>
                  <a:lnTo>
                    <a:pt x="18" y="16"/>
                  </a:lnTo>
                  <a:lnTo>
                    <a:pt x="20" y="16"/>
                  </a:lnTo>
                  <a:lnTo>
                    <a:pt x="23" y="16"/>
                  </a:lnTo>
                  <a:lnTo>
                    <a:pt x="25" y="16"/>
                  </a:lnTo>
                  <a:lnTo>
                    <a:pt x="29" y="16"/>
                  </a:lnTo>
                  <a:lnTo>
                    <a:pt x="32" y="16"/>
                  </a:lnTo>
                  <a:lnTo>
                    <a:pt x="37" y="16"/>
                  </a:lnTo>
                  <a:lnTo>
                    <a:pt x="43" y="16"/>
                  </a:lnTo>
                  <a:lnTo>
                    <a:pt x="49" y="16"/>
                  </a:lnTo>
                  <a:lnTo>
                    <a:pt x="57" y="16"/>
                  </a:lnTo>
                  <a:lnTo>
                    <a:pt x="66" y="16"/>
                  </a:lnTo>
                  <a:lnTo>
                    <a:pt x="66" y="16"/>
                  </a:lnTo>
                  <a:lnTo>
                    <a:pt x="66" y="16"/>
                  </a:lnTo>
                  <a:lnTo>
                    <a:pt x="66" y="16"/>
                  </a:lnTo>
                  <a:lnTo>
                    <a:pt x="66" y="10"/>
                  </a:lnTo>
                  <a:lnTo>
                    <a:pt x="66" y="10"/>
                  </a:lnTo>
                </a:path>
              </a:pathLst>
            </a:custGeom>
            <a:solidFill>
              <a:srgbClr val="BBBBBB"/>
            </a:solidFill>
            <a:ln cap="rnd">
              <a:noFill/>
              <a:round/>
            </a:ln>
            <a:effectLst/>
          </p:spPr>
        </p:sp>
        <p:sp>
          <p:nvSpPr>
            <p:cNvPr id="62225" name=""/>
            <p:cNvSpPr/>
            <p:nvPr/>
          </p:nvSpPr>
          <p:spPr>
            <a:xfrm>
              <a:off x="4126" y="3207"/>
              <a:ext cx="66" cy="17"/>
            </a:xfrm>
            <a:custGeom>
              <a:pathLst>
                <a:path w="66" h="17">
                  <a:moveTo>
                    <a:pt x="65" y="10"/>
                  </a:moveTo>
                  <a:lnTo>
                    <a:pt x="62" y="10"/>
                  </a:lnTo>
                  <a:lnTo>
                    <a:pt x="59" y="10"/>
                  </a:lnTo>
                  <a:lnTo>
                    <a:pt x="56" y="10"/>
                  </a:lnTo>
                  <a:lnTo>
                    <a:pt x="54" y="10"/>
                  </a:lnTo>
                  <a:lnTo>
                    <a:pt x="52" y="10"/>
                  </a:lnTo>
                  <a:lnTo>
                    <a:pt x="50" y="10"/>
                  </a:lnTo>
                  <a:lnTo>
                    <a:pt x="48" y="10"/>
                  </a:lnTo>
                  <a:lnTo>
                    <a:pt x="45" y="10"/>
                  </a:lnTo>
                  <a:lnTo>
                    <a:pt x="43" y="10"/>
                  </a:lnTo>
                  <a:lnTo>
                    <a:pt x="40" y="10"/>
                  </a:lnTo>
                  <a:lnTo>
                    <a:pt x="36" y="10"/>
                  </a:lnTo>
                  <a:lnTo>
                    <a:pt x="32" y="10"/>
                  </a:lnTo>
                  <a:lnTo>
                    <a:pt x="27" y="5"/>
                  </a:lnTo>
                  <a:lnTo>
                    <a:pt x="22" y="5"/>
                  </a:lnTo>
                  <a:lnTo>
                    <a:pt x="15" y="5"/>
                  </a:lnTo>
                  <a:lnTo>
                    <a:pt x="7" y="0"/>
                  </a:lnTo>
                  <a:lnTo>
                    <a:pt x="5" y="0"/>
                  </a:lnTo>
                  <a:lnTo>
                    <a:pt x="5" y="5"/>
                  </a:lnTo>
                  <a:lnTo>
                    <a:pt x="3" y="10"/>
                  </a:lnTo>
                  <a:lnTo>
                    <a:pt x="2" y="10"/>
                  </a:lnTo>
                  <a:lnTo>
                    <a:pt x="1" y="10"/>
                  </a:lnTo>
                  <a:lnTo>
                    <a:pt x="0" y="16"/>
                  </a:lnTo>
                  <a:lnTo>
                    <a:pt x="0" y="16"/>
                  </a:lnTo>
                  <a:lnTo>
                    <a:pt x="1" y="16"/>
                  </a:lnTo>
                  <a:lnTo>
                    <a:pt x="5" y="16"/>
                  </a:lnTo>
                  <a:lnTo>
                    <a:pt x="8" y="16"/>
                  </a:lnTo>
                  <a:lnTo>
                    <a:pt x="11" y="16"/>
                  </a:lnTo>
                  <a:lnTo>
                    <a:pt x="13" y="16"/>
                  </a:lnTo>
                  <a:lnTo>
                    <a:pt x="15" y="16"/>
                  </a:lnTo>
                  <a:lnTo>
                    <a:pt x="18" y="16"/>
                  </a:lnTo>
                  <a:lnTo>
                    <a:pt x="20" y="16"/>
                  </a:lnTo>
                  <a:lnTo>
                    <a:pt x="22" y="16"/>
                  </a:lnTo>
                  <a:lnTo>
                    <a:pt x="25" y="16"/>
                  </a:lnTo>
                  <a:lnTo>
                    <a:pt x="29" y="16"/>
                  </a:lnTo>
                  <a:lnTo>
                    <a:pt x="32" y="16"/>
                  </a:lnTo>
                  <a:lnTo>
                    <a:pt x="37" y="16"/>
                  </a:lnTo>
                  <a:lnTo>
                    <a:pt x="43" y="16"/>
                  </a:lnTo>
                  <a:lnTo>
                    <a:pt x="49" y="16"/>
                  </a:lnTo>
                  <a:lnTo>
                    <a:pt x="57" y="16"/>
                  </a:lnTo>
                  <a:lnTo>
                    <a:pt x="65" y="16"/>
                  </a:lnTo>
                  <a:lnTo>
                    <a:pt x="65" y="16"/>
                  </a:lnTo>
                  <a:lnTo>
                    <a:pt x="65" y="16"/>
                  </a:lnTo>
                  <a:lnTo>
                    <a:pt x="65" y="16"/>
                  </a:lnTo>
                  <a:lnTo>
                    <a:pt x="65" y="10"/>
                  </a:lnTo>
                  <a:lnTo>
                    <a:pt x="65" y="10"/>
                  </a:lnTo>
                </a:path>
              </a:pathLst>
            </a:custGeom>
            <a:solidFill>
              <a:srgbClr val="B3B3B3"/>
            </a:solidFill>
            <a:ln cap="rnd">
              <a:noFill/>
              <a:round/>
            </a:ln>
            <a:effectLst/>
          </p:spPr>
        </p:sp>
        <p:sp>
          <p:nvSpPr>
            <p:cNvPr id="62226" name=""/>
            <p:cNvSpPr/>
            <p:nvPr/>
          </p:nvSpPr>
          <p:spPr>
            <a:xfrm>
              <a:off x="4128" y="3207"/>
              <a:ext cx="64" cy="17"/>
            </a:xfrm>
            <a:custGeom>
              <a:pathLst>
                <a:path w="64" h="17">
                  <a:moveTo>
                    <a:pt x="63" y="10"/>
                  </a:moveTo>
                  <a:lnTo>
                    <a:pt x="60" y="10"/>
                  </a:lnTo>
                  <a:lnTo>
                    <a:pt x="57" y="10"/>
                  </a:lnTo>
                  <a:lnTo>
                    <a:pt x="55" y="10"/>
                  </a:lnTo>
                  <a:lnTo>
                    <a:pt x="53" y="10"/>
                  </a:lnTo>
                  <a:lnTo>
                    <a:pt x="50" y="10"/>
                  </a:lnTo>
                  <a:lnTo>
                    <a:pt x="48" y="10"/>
                  </a:lnTo>
                  <a:lnTo>
                    <a:pt x="46" y="10"/>
                  </a:lnTo>
                  <a:lnTo>
                    <a:pt x="44" y="10"/>
                  </a:lnTo>
                  <a:lnTo>
                    <a:pt x="41" y="10"/>
                  </a:lnTo>
                  <a:lnTo>
                    <a:pt x="39" y="10"/>
                  </a:lnTo>
                  <a:lnTo>
                    <a:pt x="35" y="10"/>
                  </a:lnTo>
                  <a:lnTo>
                    <a:pt x="31" y="10"/>
                  </a:lnTo>
                  <a:lnTo>
                    <a:pt x="26" y="5"/>
                  </a:lnTo>
                  <a:lnTo>
                    <a:pt x="20" y="5"/>
                  </a:lnTo>
                  <a:lnTo>
                    <a:pt x="13" y="5"/>
                  </a:lnTo>
                  <a:lnTo>
                    <a:pt x="6" y="0"/>
                  </a:lnTo>
                  <a:lnTo>
                    <a:pt x="5" y="5"/>
                  </a:lnTo>
                  <a:lnTo>
                    <a:pt x="3" y="5"/>
                  </a:lnTo>
                  <a:lnTo>
                    <a:pt x="2" y="10"/>
                  </a:lnTo>
                  <a:lnTo>
                    <a:pt x="1" y="10"/>
                  </a:lnTo>
                  <a:lnTo>
                    <a:pt x="1" y="10"/>
                  </a:lnTo>
                  <a:lnTo>
                    <a:pt x="0" y="16"/>
                  </a:lnTo>
                  <a:lnTo>
                    <a:pt x="0" y="16"/>
                  </a:lnTo>
                  <a:lnTo>
                    <a:pt x="1" y="16"/>
                  </a:lnTo>
                  <a:lnTo>
                    <a:pt x="4" y="16"/>
                  </a:lnTo>
                  <a:lnTo>
                    <a:pt x="7" y="16"/>
                  </a:lnTo>
                  <a:lnTo>
                    <a:pt x="10" y="16"/>
                  </a:lnTo>
                  <a:lnTo>
                    <a:pt x="13" y="16"/>
                  </a:lnTo>
                  <a:lnTo>
                    <a:pt x="15" y="16"/>
                  </a:lnTo>
                  <a:lnTo>
                    <a:pt x="17" y="16"/>
                  </a:lnTo>
                  <a:lnTo>
                    <a:pt x="19" y="16"/>
                  </a:lnTo>
                  <a:lnTo>
                    <a:pt x="21" y="16"/>
                  </a:lnTo>
                  <a:lnTo>
                    <a:pt x="24" y="16"/>
                  </a:lnTo>
                  <a:lnTo>
                    <a:pt x="27" y="16"/>
                  </a:lnTo>
                  <a:lnTo>
                    <a:pt x="32" y="16"/>
                  </a:lnTo>
                  <a:lnTo>
                    <a:pt x="36" y="16"/>
                  </a:lnTo>
                  <a:lnTo>
                    <a:pt x="41" y="16"/>
                  </a:lnTo>
                  <a:lnTo>
                    <a:pt x="47" y="16"/>
                  </a:lnTo>
                  <a:lnTo>
                    <a:pt x="55" y="16"/>
                  </a:lnTo>
                  <a:lnTo>
                    <a:pt x="63" y="16"/>
                  </a:lnTo>
                  <a:lnTo>
                    <a:pt x="63" y="16"/>
                  </a:lnTo>
                  <a:lnTo>
                    <a:pt x="63" y="16"/>
                  </a:lnTo>
                  <a:lnTo>
                    <a:pt x="63" y="16"/>
                  </a:lnTo>
                  <a:lnTo>
                    <a:pt x="63" y="10"/>
                  </a:lnTo>
                  <a:lnTo>
                    <a:pt x="63" y="10"/>
                  </a:lnTo>
                </a:path>
              </a:pathLst>
            </a:custGeom>
            <a:solidFill>
              <a:srgbClr val="A9A9A9"/>
            </a:solidFill>
            <a:ln cap="rnd">
              <a:noFill/>
              <a:round/>
            </a:ln>
            <a:effectLst/>
          </p:spPr>
        </p:sp>
        <p:sp>
          <p:nvSpPr>
            <p:cNvPr id="62227" name=""/>
            <p:cNvSpPr/>
            <p:nvPr/>
          </p:nvSpPr>
          <p:spPr>
            <a:xfrm>
              <a:off x="4129" y="3208"/>
              <a:ext cx="63" cy="17"/>
            </a:xfrm>
            <a:custGeom>
              <a:pathLst>
                <a:path w="63" h="17">
                  <a:moveTo>
                    <a:pt x="62" y="8"/>
                  </a:moveTo>
                  <a:lnTo>
                    <a:pt x="59" y="8"/>
                  </a:lnTo>
                  <a:lnTo>
                    <a:pt x="56" y="8"/>
                  </a:lnTo>
                  <a:lnTo>
                    <a:pt x="54" y="8"/>
                  </a:lnTo>
                  <a:lnTo>
                    <a:pt x="52" y="8"/>
                  </a:lnTo>
                  <a:lnTo>
                    <a:pt x="50" y="8"/>
                  </a:lnTo>
                  <a:lnTo>
                    <a:pt x="47" y="8"/>
                  </a:lnTo>
                  <a:lnTo>
                    <a:pt x="45" y="8"/>
                  </a:lnTo>
                  <a:lnTo>
                    <a:pt x="43" y="8"/>
                  </a:lnTo>
                  <a:lnTo>
                    <a:pt x="40" y="8"/>
                  </a:lnTo>
                  <a:lnTo>
                    <a:pt x="38" y="8"/>
                  </a:lnTo>
                  <a:lnTo>
                    <a:pt x="35" y="8"/>
                  </a:lnTo>
                  <a:lnTo>
                    <a:pt x="31" y="8"/>
                  </a:lnTo>
                  <a:lnTo>
                    <a:pt x="26" y="8"/>
                  </a:lnTo>
                  <a:lnTo>
                    <a:pt x="20" y="0"/>
                  </a:lnTo>
                  <a:lnTo>
                    <a:pt x="14" y="0"/>
                  </a:lnTo>
                  <a:lnTo>
                    <a:pt x="6" y="0"/>
                  </a:lnTo>
                  <a:lnTo>
                    <a:pt x="5" y="0"/>
                  </a:lnTo>
                  <a:lnTo>
                    <a:pt x="4" y="0"/>
                  </a:lnTo>
                  <a:lnTo>
                    <a:pt x="2" y="8"/>
                  </a:lnTo>
                  <a:lnTo>
                    <a:pt x="1" y="8"/>
                  </a:lnTo>
                  <a:lnTo>
                    <a:pt x="0" y="8"/>
                  </a:lnTo>
                  <a:lnTo>
                    <a:pt x="0" y="16"/>
                  </a:lnTo>
                  <a:lnTo>
                    <a:pt x="0" y="16"/>
                  </a:lnTo>
                  <a:lnTo>
                    <a:pt x="0" y="16"/>
                  </a:lnTo>
                  <a:lnTo>
                    <a:pt x="5" y="16"/>
                  </a:lnTo>
                  <a:lnTo>
                    <a:pt x="7" y="16"/>
                  </a:lnTo>
                  <a:lnTo>
                    <a:pt x="9" y="16"/>
                  </a:lnTo>
                  <a:lnTo>
                    <a:pt x="12" y="16"/>
                  </a:lnTo>
                  <a:lnTo>
                    <a:pt x="14" y="16"/>
                  </a:lnTo>
                  <a:lnTo>
                    <a:pt x="16" y="16"/>
                  </a:lnTo>
                  <a:lnTo>
                    <a:pt x="19" y="16"/>
                  </a:lnTo>
                  <a:lnTo>
                    <a:pt x="21" y="16"/>
                  </a:lnTo>
                  <a:lnTo>
                    <a:pt x="24" y="16"/>
                  </a:lnTo>
                  <a:lnTo>
                    <a:pt x="27" y="16"/>
                  </a:lnTo>
                  <a:lnTo>
                    <a:pt x="31" y="16"/>
                  </a:lnTo>
                  <a:lnTo>
                    <a:pt x="35" y="16"/>
                  </a:lnTo>
                  <a:lnTo>
                    <a:pt x="40" y="16"/>
                  </a:lnTo>
                  <a:lnTo>
                    <a:pt x="47" y="16"/>
                  </a:lnTo>
                  <a:lnTo>
                    <a:pt x="54" y="16"/>
                  </a:lnTo>
                  <a:lnTo>
                    <a:pt x="62" y="16"/>
                  </a:lnTo>
                  <a:lnTo>
                    <a:pt x="62" y="16"/>
                  </a:lnTo>
                  <a:lnTo>
                    <a:pt x="62" y="16"/>
                  </a:lnTo>
                  <a:lnTo>
                    <a:pt x="62" y="16"/>
                  </a:lnTo>
                  <a:lnTo>
                    <a:pt x="62" y="8"/>
                  </a:lnTo>
                  <a:lnTo>
                    <a:pt x="62" y="8"/>
                  </a:lnTo>
                </a:path>
              </a:pathLst>
            </a:custGeom>
            <a:solidFill>
              <a:srgbClr val="9F9F9F"/>
            </a:solidFill>
            <a:ln cap="rnd">
              <a:noFill/>
              <a:round/>
            </a:ln>
            <a:effectLst/>
          </p:spPr>
        </p:sp>
        <p:sp>
          <p:nvSpPr>
            <p:cNvPr id="62228" name=""/>
            <p:cNvSpPr/>
            <p:nvPr/>
          </p:nvSpPr>
          <p:spPr>
            <a:xfrm>
              <a:off x="4130" y="3208"/>
              <a:ext cx="62" cy="17"/>
            </a:xfrm>
            <a:custGeom>
              <a:pathLst>
                <a:path w="62" h="17">
                  <a:moveTo>
                    <a:pt x="61" y="8"/>
                  </a:moveTo>
                  <a:lnTo>
                    <a:pt x="58" y="8"/>
                  </a:lnTo>
                  <a:lnTo>
                    <a:pt x="55" y="8"/>
                  </a:lnTo>
                  <a:lnTo>
                    <a:pt x="53" y="8"/>
                  </a:lnTo>
                  <a:lnTo>
                    <a:pt x="51" y="8"/>
                  </a:lnTo>
                  <a:lnTo>
                    <a:pt x="49" y="8"/>
                  </a:lnTo>
                  <a:lnTo>
                    <a:pt x="47" y="8"/>
                  </a:lnTo>
                  <a:lnTo>
                    <a:pt x="45" y="8"/>
                  </a:lnTo>
                  <a:lnTo>
                    <a:pt x="43" y="8"/>
                  </a:lnTo>
                  <a:lnTo>
                    <a:pt x="40" y="8"/>
                  </a:lnTo>
                  <a:lnTo>
                    <a:pt x="37" y="8"/>
                  </a:lnTo>
                  <a:lnTo>
                    <a:pt x="34" y="8"/>
                  </a:lnTo>
                  <a:lnTo>
                    <a:pt x="30" y="8"/>
                  </a:lnTo>
                  <a:lnTo>
                    <a:pt x="25" y="8"/>
                  </a:lnTo>
                  <a:lnTo>
                    <a:pt x="20" y="0"/>
                  </a:lnTo>
                  <a:lnTo>
                    <a:pt x="13" y="0"/>
                  </a:lnTo>
                  <a:lnTo>
                    <a:pt x="6" y="0"/>
                  </a:lnTo>
                  <a:lnTo>
                    <a:pt x="5" y="0"/>
                  </a:lnTo>
                  <a:lnTo>
                    <a:pt x="4" y="0"/>
                  </a:lnTo>
                  <a:lnTo>
                    <a:pt x="3" y="8"/>
                  </a:lnTo>
                  <a:lnTo>
                    <a:pt x="1" y="8"/>
                  </a:lnTo>
                  <a:lnTo>
                    <a:pt x="1" y="8"/>
                  </a:lnTo>
                  <a:lnTo>
                    <a:pt x="0" y="16"/>
                  </a:lnTo>
                  <a:lnTo>
                    <a:pt x="0" y="16"/>
                  </a:lnTo>
                  <a:lnTo>
                    <a:pt x="1" y="16"/>
                  </a:lnTo>
                  <a:lnTo>
                    <a:pt x="4" y="16"/>
                  </a:lnTo>
                  <a:lnTo>
                    <a:pt x="7" y="16"/>
                  </a:lnTo>
                  <a:lnTo>
                    <a:pt x="10" y="16"/>
                  </a:lnTo>
                  <a:lnTo>
                    <a:pt x="12" y="16"/>
                  </a:lnTo>
                  <a:lnTo>
                    <a:pt x="14" y="16"/>
                  </a:lnTo>
                  <a:lnTo>
                    <a:pt x="16" y="16"/>
                  </a:lnTo>
                  <a:lnTo>
                    <a:pt x="19" y="16"/>
                  </a:lnTo>
                  <a:lnTo>
                    <a:pt x="21" y="16"/>
                  </a:lnTo>
                  <a:lnTo>
                    <a:pt x="24" y="16"/>
                  </a:lnTo>
                  <a:lnTo>
                    <a:pt x="27" y="16"/>
                  </a:lnTo>
                  <a:lnTo>
                    <a:pt x="31" y="16"/>
                  </a:lnTo>
                  <a:lnTo>
                    <a:pt x="34" y="16"/>
                  </a:lnTo>
                  <a:lnTo>
                    <a:pt x="40" y="16"/>
                  </a:lnTo>
                  <a:lnTo>
                    <a:pt x="46" y="16"/>
                  </a:lnTo>
                  <a:lnTo>
                    <a:pt x="53" y="16"/>
                  </a:lnTo>
                  <a:lnTo>
                    <a:pt x="61" y="16"/>
                  </a:lnTo>
                  <a:lnTo>
                    <a:pt x="61" y="16"/>
                  </a:lnTo>
                  <a:lnTo>
                    <a:pt x="61" y="16"/>
                  </a:lnTo>
                  <a:lnTo>
                    <a:pt x="61" y="16"/>
                  </a:lnTo>
                  <a:lnTo>
                    <a:pt x="61" y="8"/>
                  </a:lnTo>
                  <a:lnTo>
                    <a:pt x="61" y="8"/>
                  </a:lnTo>
                </a:path>
              </a:pathLst>
            </a:custGeom>
            <a:solidFill>
              <a:srgbClr val="949494"/>
            </a:solidFill>
            <a:ln cap="rnd">
              <a:noFill/>
              <a:round/>
            </a:ln>
            <a:effectLst/>
          </p:spPr>
        </p:sp>
        <p:sp>
          <p:nvSpPr>
            <p:cNvPr id="62229" name=""/>
            <p:cNvSpPr/>
            <p:nvPr/>
          </p:nvSpPr>
          <p:spPr>
            <a:xfrm>
              <a:off x="4131" y="3208"/>
              <a:ext cx="61" cy="17"/>
            </a:xfrm>
            <a:custGeom>
              <a:pathLst>
                <a:path w="61" h="17">
                  <a:moveTo>
                    <a:pt x="60" y="8"/>
                  </a:moveTo>
                  <a:lnTo>
                    <a:pt x="57" y="8"/>
                  </a:lnTo>
                  <a:lnTo>
                    <a:pt x="54" y="8"/>
                  </a:lnTo>
                  <a:lnTo>
                    <a:pt x="52" y="8"/>
                  </a:lnTo>
                  <a:lnTo>
                    <a:pt x="50" y="8"/>
                  </a:lnTo>
                  <a:lnTo>
                    <a:pt x="48" y="8"/>
                  </a:lnTo>
                  <a:lnTo>
                    <a:pt x="46" y="8"/>
                  </a:lnTo>
                  <a:lnTo>
                    <a:pt x="44" y="8"/>
                  </a:lnTo>
                  <a:lnTo>
                    <a:pt x="42" y="8"/>
                  </a:lnTo>
                  <a:lnTo>
                    <a:pt x="40" y="8"/>
                  </a:lnTo>
                  <a:lnTo>
                    <a:pt x="36" y="8"/>
                  </a:lnTo>
                  <a:lnTo>
                    <a:pt x="33" y="8"/>
                  </a:lnTo>
                  <a:lnTo>
                    <a:pt x="30" y="8"/>
                  </a:lnTo>
                  <a:lnTo>
                    <a:pt x="25" y="8"/>
                  </a:lnTo>
                  <a:lnTo>
                    <a:pt x="19" y="8"/>
                  </a:lnTo>
                  <a:lnTo>
                    <a:pt x="13" y="0"/>
                  </a:lnTo>
                  <a:lnTo>
                    <a:pt x="5" y="0"/>
                  </a:lnTo>
                  <a:lnTo>
                    <a:pt x="5" y="0"/>
                  </a:lnTo>
                  <a:lnTo>
                    <a:pt x="3" y="8"/>
                  </a:lnTo>
                  <a:lnTo>
                    <a:pt x="3" y="8"/>
                  </a:lnTo>
                  <a:lnTo>
                    <a:pt x="2" y="8"/>
                  </a:lnTo>
                  <a:lnTo>
                    <a:pt x="1" y="8"/>
                  </a:lnTo>
                  <a:lnTo>
                    <a:pt x="0" y="16"/>
                  </a:lnTo>
                  <a:lnTo>
                    <a:pt x="0" y="16"/>
                  </a:lnTo>
                  <a:lnTo>
                    <a:pt x="1" y="16"/>
                  </a:lnTo>
                  <a:lnTo>
                    <a:pt x="5" y="16"/>
                  </a:lnTo>
                  <a:lnTo>
                    <a:pt x="7" y="16"/>
                  </a:lnTo>
                  <a:lnTo>
                    <a:pt x="10" y="16"/>
                  </a:lnTo>
                  <a:lnTo>
                    <a:pt x="12" y="16"/>
                  </a:lnTo>
                  <a:lnTo>
                    <a:pt x="14" y="16"/>
                  </a:lnTo>
                  <a:lnTo>
                    <a:pt x="17" y="16"/>
                  </a:lnTo>
                  <a:lnTo>
                    <a:pt x="19" y="16"/>
                  </a:lnTo>
                  <a:lnTo>
                    <a:pt x="21" y="16"/>
                  </a:lnTo>
                  <a:lnTo>
                    <a:pt x="24" y="16"/>
                  </a:lnTo>
                  <a:lnTo>
                    <a:pt x="26" y="16"/>
                  </a:lnTo>
                  <a:lnTo>
                    <a:pt x="30" y="16"/>
                  </a:lnTo>
                  <a:lnTo>
                    <a:pt x="34" y="16"/>
                  </a:lnTo>
                  <a:lnTo>
                    <a:pt x="39" y="16"/>
                  </a:lnTo>
                  <a:lnTo>
                    <a:pt x="45" y="16"/>
                  </a:lnTo>
                  <a:lnTo>
                    <a:pt x="52" y="16"/>
                  </a:lnTo>
                  <a:lnTo>
                    <a:pt x="60" y="16"/>
                  </a:lnTo>
                  <a:lnTo>
                    <a:pt x="60" y="16"/>
                  </a:lnTo>
                  <a:lnTo>
                    <a:pt x="60" y="16"/>
                  </a:lnTo>
                  <a:lnTo>
                    <a:pt x="60" y="16"/>
                  </a:lnTo>
                  <a:lnTo>
                    <a:pt x="60" y="8"/>
                  </a:lnTo>
                  <a:lnTo>
                    <a:pt x="60" y="8"/>
                  </a:lnTo>
                </a:path>
              </a:pathLst>
            </a:custGeom>
            <a:solidFill>
              <a:srgbClr val="8A8A8A"/>
            </a:solidFill>
            <a:ln cap="rnd">
              <a:noFill/>
              <a:round/>
            </a:ln>
            <a:effectLst/>
          </p:spPr>
        </p:sp>
        <p:sp>
          <p:nvSpPr>
            <p:cNvPr id="62230" name=""/>
            <p:cNvSpPr/>
            <p:nvPr/>
          </p:nvSpPr>
          <p:spPr>
            <a:xfrm>
              <a:off x="4133" y="3208"/>
              <a:ext cx="59" cy="17"/>
            </a:xfrm>
            <a:custGeom>
              <a:pathLst>
                <a:path w="59" h="17">
                  <a:moveTo>
                    <a:pt x="58" y="8"/>
                  </a:moveTo>
                  <a:lnTo>
                    <a:pt x="55" y="8"/>
                  </a:lnTo>
                  <a:lnTo>
                    <a:pt x="52" y="8"/>
                  </a:lnTo>
                  <a:lnTo>
                    <a:pt x="50" y="8"/>
                  </a:lnTo>
                  <a:lnTo>
                    <a:pt x="48" y="8"/>
                  </a:lnTo>
                  <a:lnTo>
                    <a:pt x="46" y="8"/>
                  </a:lnTo>
                  <a:lnTo>
                    <a:pt x="44" y="8"/>
                  </a:lnTo>
                  <a:lnTo>
                    <a:pt x="42" y="8"/>
                  </a:lnTo>
                  <a:lnTo>
                    <a:pt x="40" y="8"/>
                  </a:lnTo>
                  <a:lnTo>
                    <a:pt x="38" y="8"/>
                  </a:lnTo>
                  <a:lnTo>
                    <a:pt x="35" y="8"/>
                  </a:lnTo>
                  <a:lnTo>
                    <a:pt x="31" y="8"/>
                  </a:lnTo>
                  <a:lnTo>
                    <a:pt x="28" y="8"/>
                  </a:lnTo>
                  <a:lnTo>
                    <a:pt x="23" y="8"/>
                  </a:lnTo>
                  <a:lnTo>
                    <a:pt x="18" y="8"/>
                  </a:lnTo>
                  <a:lnTo>
                    <a:pt x="12" y="8"/>
                  </a:lnTo>
                  <a:lnTo>
                    <a:pt x="4" y="0"/>
                  </a:lnTo>
                  <a:lnTo>
                    <a:pt x="3" y="0"/>
                  </a:lnTo>
                  <a:lnTo>
                    <a:pt x="3" y="8"/>
                  </a:lnTo>
                  <a:lnTo>
                    <a:pt x="1" y="8"/>
                  </a:lnTo>
                  <a:lnTo>
                    <a:pt x="1" y="8"/>
                  </a:lnTo>
                  <a:lnTo>
                    <a:pt x="1" y="8"/>
                  </a:lnTo>
                  <a:lnTo>
                    <a:pt x="0" y="8"/>
                  </a:lnTo>
                  <a:lnTo>
                    <a:pt x="0" y="16"/>
                  </a:lnTo>
                  <a:lnTo>
                    <a:pt x="1" y="16"/>
                  </a:lnTo>
                  <a:lnTo>
                    <a:pt x="4" y="16"/>
                  </a:lnTo>
                  <a:lnTo>
                    <a:pt x="7" y="16"/>
                  </a:lnTo>
                  <a:lnTo>
                    <a:pt x="9" y="16"/>
                  </a:lnTo>
                  <a:lnTo>
                    <a:pt x="11" y="16"/>
                  </a:lnTo>
                  <a:lnTo>
                    <a:pt x="13" y="16"/>
                  </a:lnTo>
                  <a:lnTo>
                    <a:pt x="15" y="16"/>
                  </a:lnTo>
                  <a:lnTo>
                    <a:pt x="17" y="16"/>
                  </a:lnTo>
                  <a:lnTo>
                    <a:pt x="20" y="16"/>
                  </a:lnTo>
                  <a:lnTo>
                    <a:pt x="22" y="16"/>
                  </a:lnTo>
                  <a:lnTo>
                    <a:pt x="25" y="16"/>
                  </a:lnTo>
                  <a:lnTo>
                    <a:pt x="29" y="16"/>
                  </a:lnTo>
                  <a:lnTo>
                    <a:pt x="33" y="16"/>
                  </a:lnTo>
                  <a:lnTo>
                    <a:pt x="38" y="16"/>
                  </a:lnTo>
                  <a:lnTo>
                    <a:pt x="43" y="16"/>
                  </a:lnTo>
                  <a:lnTo>
                    <a:pt x="50" y="16"/>
                  </a:lnTo>
                  <a:lnTo>
                    <a:pt x="58" y="16"/>
                  </a:lnTo>
                  <a:lnTo>
                    <a:pt x="58" y="16"/>
                  </a:lnTo>
                  <a:lnTo>
                    <a:pt x="58" y="16"/>
                  </a:lnTo>
                  <a:lnTo>
                    <a:pt x="58" y="16"/>
                  </a:lnTo>
                  <a:lnTo>
                    <a:pt x="58" y="8"/>
                  </a:lnTo>
                  <a:lnTo>
                    <a:pt x="58" y="8"/>
                  </a:lnTo>
                </a:path>
              </a:pathLst>
            </a:custGeom>
            <a:solidFill>
              <a:srgbClr val="808080"/>
            </a:solidFill>
            <a:ln cap="rnd">
              <a:noFill/>
              <a:round/>
            </a:ln>
            <a:effectLst/>
          </p:spPr>
        </p:sp>
        <p:sp>
          <p:nvSpPr>
            <p:cNvPr id="62231" name=""/>
            <p:cNvSpPr/>
            <p:nvPr/>
          </p:nvSpPr>
          <p:spPr>
            <a:xfrm>
              <a:off x="4134" y="3208"/>
              <a:ext cx="58" cy="17"/>
            </a:xfrm>
            <a:custGeom>
              <a:pathLst>
                <a:path w="58" h="17">
                  <a:moveTo>
                    <a:pt x="57" y="8"/>
                  </a:moveTo>
                  <a:lnTo>
                    <a:pt x="54" y="8"/>
                  </a:lnTo>
                  <a:lnTo>
                    <a:pt x="51" y="8"/>
                  </a:lnTo>
                  <a:lnTo>
                    <a:pt x="49" y="8"/>
                  </a:lnTo>
                  <a:lnTo>
                    <a:pt x="47" y="8"/>
                  </a:lnTo>
                  <a:lnTo>
                    <a:pt x="45" y="8"/>
                  </a:lnTo>
                  <a:lnTo>
                    <a:pt x="44" y="8"/>
                  </a:lnTo>
                  <a:lnTo>
                    <a:pt x="41" y="8"/>
                  </a:lnTo>
                  <a:lnTo>
                    <a:pt x="40" y="8"/>
                  </a:lnTo>
                  <a:lnTo>
                    <a:pt x="37" y="8"/>
                  </a:lnTo>
                  <a:lnTo>
                    <a:pt x="34" y="8"/>
                  </a:lnTo>
                  <a:lnTo>
                    <a:pt x="31" y="8"/>
                  </a:lnTo>
                  <a:lnTo>
                    <a:pt x="27" y="8"/>
                  </a:lnTo>
                  <a:lnTo>
                    <a:pt x="23" y="8"/>
                  </a:lnTo>
                  <a:lnTo>
                    <a:pt x="17" y="8"/>
                  </a:lnTo>
                  <a:lnTo>
                    <a:pt x="11" y="8"/>
                  </a:lnTo>
                  <a:lnTo>
                    <a:pt x="4" y="0"/>
                  </a:lnTo>
                  <a:lnTo>
                    <a:pt x="3" y="0"/>
                  </a:lnTo>
                  <a:lnTo>
                    <a:pt x="2" y="8"/>
                  </a:lnTo>
                  <a:lnTo>
                    <a:pt x="2" y="8"/>
                  </a:lnTo>
                  <a:lnTo>
                    <a:pt x="1" y="8"/>
                  </a:lnTo>
                  <a:lnTo>
                    <a:pt x="0" y="8"/>
                  </a:lnTo>
                  <a:lnTo>
                    <a:pt x="0" y="8"/>
                  </a:lnTo>
                  <a:lnTo>
                    <a:pt x="0" y="16"/>
                  </a:lnTo>
                  <a:lnTo>
                    <a:pt x="1" y="16"/>
                  </a:lnTo>
                  <a:lnTo>
                    <a:pt x="4" y="16"/>
                  </a:lnTo>
                  <a:lnTo>
                    <a:pt x="7" y="16"/>
                  </a:lnTo>
                  <a:lnTo>
                    <a:pt x="9" y="16"/>
                  </a:lnTo>
                  <a:lnTo>
                    <a:pt x="11" y="16"/>
                  </a:lnTo>
                  <a:lnTo>
                    <a:pt x="14" y="16"/>
                  </a:lnTo>
                  <a:lnTo>
                    <a:pt x="15" y="16"/>
                  </a:lnTo>
                  <a:lnTo>
                    <a:pt x="17" y="16"/>
                  </a:lnTo>
                  <a:lnTo>
                    <a:pt x="20" y="16"/>
                  </a:lnTo>
                  <a:lnTo>
                    <a:pt x="22" y="16"/>
                  </a:lnTo>
                  <a:lnTo>
                    <a:pt x="25" y="16"/>
                  </a:lnTo>
                  <a:lnTo>
                    <a:pt x="28" y="16"/>
                  </a:lnTo>
                  <a:lnTo>
                    <a:pt x="33" y="16"/>
                  </a:lnTo>
                  <a:lnTo>
                    <a:pt x="37" y="16"/>
                  </a:lnTo>
                  <a:lnTo>
                    <a:pt x="43" y="16"/>
                  </a:lnTo>
                  <a:lnTo>
                    <a:pt x="49" y="16"/>
                  </a:lnTo>
                  <a:lnTo>
                    <a:pt x="57" y="16"/>
                  </a:lnTo>
                  <a:lnTo>
                    <a:pt x="57" y="16"/>
                  </a:lnTo>
                  <a:lnTo>
                    <a:pt x="57" y="16"/>
                  </a:lnTo>
                  <a:lnTo>
                    <a:pt x="57" y="16"/>
                  </a:lnTo>
                  <a:lnTo>
                    <a:pt x="57" y="8"/>
                  </a:lnTo>
                  <a:lnTo>
                    <a:pt x="57" y="8"/>
                  </a:lnTo>
                </a:path>
              </a:pathLst>
            </a:custGeom>
            <a:solidFill>
              <a:srgbClr val="787878"/>
            </a:solidFill>
            <a:ln cap="rnd">
              <a:noFill/>
              <a:round/>
            </a:ln>
            <a:effectLst/>
          </p:spPr>
        </p:sp>
        <p:sp>
          <p:nvSpPr>
            <p:cNvPr id="62232" name=""/>
            <p:cNvSpPr/>
            <p:nvPr/>
          </p:nvSpPr>
          <p:spPr>
            <a:xfrm>
              <a:off x="4136" y="3209"/>
              <a:ext cx="56" cy="17"/>
            </a:xfrm>
            <a:custGeom>
              <a:pathLst>
                <a:path w="56" h="17">
                  <a:moveTo>
                    <a:pt x="55" y="0"/>
                  </a:moveTo>
                  <a:lnTo>
                    <a:pt x="52" y="0"/>
                  </a:lnTo>
                  <a:lnTo>
                    <a:pt x="50" y="0"/>
                  </a:lnTo>
                  <a:lnTo>
                    <a:pt x="47" y="0"/>
                  </a:lnTo>
                  <a:lnTo>
                    <a:pt x="45" y="0"/>
                  </a:lnTo>
                  <a:lnTo>
                    <a:pt x="43" y="0"/>
                  </a:lnTo>
                  <a:lnTo>
                    <a:pt x="42" y="0"/>
                  </a:lnTo>
                  <a:lnTo>
                    <a:pt x="40" y="0"/>
                  </a:lnTo>
                  <a:lnTo>
                    <a:pt x="38" y="0"/>
                  </a:lnTo>
                  <a:lnTo>
                    <a:pt x="35" y="0"/>
                  </a:lnTo>
                  <a:lnTo>
                    <a:pt x="33" y="0"/>
                  </a:lnTo>
                  <a:lnTo>
                    <a:pt x="29" y="0"/>
                  </a:lnTo>
                  <a:lnTo>
                    <a:pt x="26" y="0"/>
                  </a:lnTo>
                  <a:lnTo>
                    <a:pt x="21" y="0"/>
                  </a:lnTo>
                  <a:lnTo>
                    <a:pt x="17" y="0"/>
                  </a:lnTo>
                  <a:lnTo>
                    <a:pt x="10" y="0"/>
                  </a:lnTo>
                  <a:lnTo>
                    <a:pt x="3" y="0"/>
                  </a:lnTo>
                  <a:lnTo>
                    <a:pt x="2" y="0"/>
                  </a:lnTo>
                  <a:lnTo>
                    <a:pt x="1" y="0"/>
                  </a:lnTo>
                  <a:lnTo>
                    <a:pt x="0" y="0"/>
                  </a:lnTo>
                  <a:lnTo>
                    <a:pt x="0" y="0"/>
                  </a:lnTo>
                  <a:lnTo>
                    <a:pt x="0" y="0"/>
                  </a:lnTo>
                  <a:lnTo>
                    <a:pt x="0" y="0"/>
                  </a:lnTo>
                  <a:lnTo>
                    <a:pt x="0" y="16"/>
                  </a:lnTo>
                  <a:lnTo>
                    <a:pt x="0" y="16"/>
                  </a:lnTo>
                  <a:lnTo>
                    <a:pt x="3" y="16"/>
                  </a:lnTo>
                  <a:lnTo>
                    <a:pt x="6" y="16"/>
                  </a:lnTo>
                  <a:lnTo>
                    <a:pt x="8" y="16"/>
                  </a:lnTo>
                  <a:lnTo>
                    <a:pt x="11" y="16"/>
                  </a:lnTo>
                  <a:lnTo>
                    <a:pt x="12" y="16"/>
                  </a:lnTo>
                  <a:lnTo>
                    <a:pt x="14" y="16"/>
                  </a:lnTo>
                  <a:lnTo>
                    <a:pt x="17" y="16"/>
                  </a:lnTo>
                  <a:lnTo>
                    <a:pt x="19" y="16"/>
                  </a:lnTo>
                  <a:lnTo>
                    <a:pt x="21" y="16"/>
                  </a:lnTo>
                  <a:lnTo>
                    <a:pt x="24" y="16"/>
                  </a:lnTo>
                  <a:lnTo>
                    <a:pt x="27" y="16"/>
                  </a:lnTo>
                  <a:lnTo>
                    <a:pt x="31" y="16"/>
                  </a:lnTo>
                  <a:lnTo>
                    <a:pt x="35" y="16"/>
                  </a:lnTo>
                  <a:lnTo>
                    <a:pt x="41" y="16"/>
                  </a:lnTo>
                  <a:lnTo>
                    <a:pt x="48" y="16"/>
                  </a:lnTo>
                  <a:lnTo>
                    <a:pt x="55" y="16"/>
                  </a:lnTo>
                  <a:lnTo>
                    <a:pt x="55" y="16"/>
                  </a:lnTo>
                  <a:lnTo>
                    <a:pt x="55" y="16"/>
                  </a:lnTo>
                  <a:lnTo>
                    <a:pt x="55" y="16"/>
                  </a:lnTo>
                  <a:lnTo>
                    <a:pt x="55" y="0"/>
                  </a:lnTo>
                  <a:lnTo>
                    <a:pt x="55" y="0"/>
                  </a:lnTo>
                </a:path>
              </a:pathLst>
            </a:custGeom>
            <a:solidFill>
              <a:srgbClr val="6E6E6E"/>
            </a:solidFill>
            <a:ln cap="rnd">
              <a:noFill/>
              <a:round/>
            </a:ln>
            <a:effectLst/>
          </p:spPr>
        </p:sp>
        <p:sp>
          <p:nvSpPr>
            <p:cNvPr id="62233" name=""/>
            <p:cNvSpPr/>
            <p:nvPr/>
          </p:nvSpPr>
          <p:spPr>
            <a:xfrm>
              <a:off x="4138" y="3209"/>
              <a:ext cx="54" cy="17"/>
            </a:xfrm>
            <a:custGeom>
              <a:pathLst>
                <a:path w="54" h="17">
                  <a:moveTo>
                    <a:pt x="53" y="0"/>
                  </a:moveTo>
                  <a:lnTo>
                    <a:pt x="50" y="0"/>
                  </a:lnTo>
                  <a:lnTo>
                    <a:pt x="48" y="0"/>
                  </a:lnTo>
                  <a:lnTo>
                    <a:pt x="45" y="0"/>
                  </a:lnTo>
                  <a:lnTo>
                    <a:pt x="43" y="0"/>
                  </a:lnTo>
                  <a:lnTo>
                    <a:pt x="41" y="0"/>
                  </a:lnTo>
                  <a:lnTo>
                    <a:pt x="40" y="0"/>
                  </a:lnTo>
                  <a:lnTo>
                    <a:pt x="38" y="0"/>
                  </a:lnTo>
                  <a:lnTo>
                    <a:pt x="36" y="0"/>
                  </a:lnTo>
                  <a:lnTo>
                    <a:pt x="33" y="0"/>
                  </a:lnTo>
                  <a:lnTo>
                    <a:pt x="31" y="0"/>
                  </a:lnTo>
                  <a:lnTo>
                    <a:pt x="28" y="0"/>
                  </a:lnTo>
                  <a:lnTo>
                    <a:pt x="24" y="0"/>
                  </a:lnTo>
                  <a:lnTo>
                    <a:pt x="20" y="0"/>
                  </a:lnTo>
                  <a:lnTo>
                    <a:pt x="15" y="0"/>
                  </a:lnTo>
                  <a:lnTo>
                    <a:pt x="9" y="0"/>
                  </a:lnTo>
                  <a:lnTo>
                    <a:pt x="2" y="0"/>
                  </a:lnTo>
                  <a:lnTo>
                    <a:pt x="1" y="0"/>
                  </a:lnTo>
                  <a:lnTo>
                    <a:pt x="0" y="0"/>
                  </a:lnTo>
                  <a:lnTo>
                    <a:pt x="0" y="0"/>
                  </a:lnTo>
                  <a:lnTo>
                    <a:pt x="0" y="0"/>
                  </a:lnTo>
                  <a:lnTo>
                    <a:pt x="0" y="0"/>
                  </a:lnTo>
                  <a:lnTo>
                    <a:pt x="0" y="0"/>
                  </a:lnTo>
                  <a:lnTo>
                    <a:pt x="0" y="16"/>
                  </a:lnTo>
                  <a:lnTo>
                    <a:pt x="0" y="16"/>
                  </a:lnTo>
                  <a:lnTo>
                    <a:pt x="3" y="16"/>
                  </a:lnTo>
                  <a:lnTo>
                    <a:pt x="5" y="16"/>
                  </a:lnTo>
                  <a:lnTo>
                    <a:pt x="7" y="16"/>
                  </a:lnTo>
                  <a:lnTo>
                    <a:pt x="10" y="16"/>
                  </a:lnTo>
                  <a:lnTo>
                    <a:pt x="12" y="16"/>
                  </a:lnTo>
                  <a:lnTo>
                    <a:pt x="13" y="16"/>
                  </a:lnTo>
                  <a:lnTo>
                    <a:pt x="15" y="16"/>
                  </a:lnTo>
                  <a:lnTo>
                    <a:pt x="17" y="16"/>
                  </a:lnTo>
                  <a:lnTo>
                    <a:pt x="19" y="16"/>
                  </a:lnTo>
                  <a:lnTo>
                    <a:pt x="23" y="16"/>
                  </a:lnTo>
                  <a:lnTo>
                    <a:pt x="26" y="16"/>
                  </a:lnTo>
                  <a:lnTo>
                    <a:pt x="29" y="16"/>
                  </a:lnTo>
                  <a:lnTo>
                    <a:pt x="34" y="16"/>
                  </a:lnTo>
                  <a:lnTo>
                    <a:pt x="40" y="16"/>
                  </a:lnTo>
                  <a:lnTo>
                    <a:pt x="46" y="16"/>
                  </a:lnTo>
                  <a:lnTo>
                    <a:pt x="53" y="16"/>
                  </a:lnTo>
                  <a:lnTo>
                    <a:pt x="53" y="16"/>
                  </a:lnTo>
                  <a:lnTo>
                    <a:pt x="53" y="16"/>
                  </a:lnTo>
                  <a:lnTo>
                    <a:pt x="53" y="16"/>
                  </a:lnTo>
                  <a:lnTo>
                    <a:pt x="53" y="0"/>
                  </a:lnTo>
                  <a:lnTo>
                    <a:pt x="53" y="0"/>
                  </a:lnTo>
                </a:path>
              </a:pathLst>
            </a:custGeom>
            <a:solidFill>
              <a:srgbClr val="646464"/>
            </a:solidFill>
            <a:ln cap="rnd">
              <a:noFill/>
              <a:round/>
            </a:ln>
            <a:effectLst/>
          </p:spPr>
        </p:sp>
        <p:sp>
          <p:nvSpPr>
            <p:cNvPr id="62234" name=""/>
            <p:cNvSpPr/>
            <p:nvPr/>
          </p:nvSpPr>
          <p:spPr>
            <a:xfrm>
              <a:off x="4138" y="3209"/>
              <a:ext cx="54" cy="17"/>
            </a:xfrm>
            <a:custGeom>
              <a:pathLst>
                <a:path w="54" h="17">
                  <a:moveTo>
                    <a:pt x="53" y="0"/>
                  </a:moveTo>
                  <a:lnTo>
                    <a:pt x="50" y="0"/>
                  </a:lnTo>
                  <a:lnTo>
                    <a:pt x="48" y="0"/>
                  </a:lnTo>
                  <a:lnTo>
                    <a:pt x="45" y="0"/>
                  </a:lnTo>
                  <a:lnTo>
                    <a:pt x="43" y="0"/>
                  </a:lnTo>
                  <a:lnTo>
                    <a:pt x="42" y="0"/>
                  </a:lnTo>
                  <a:lnTo>
                    <a:pt x="40" y="0"/>
                  </a:lnTo>
                  <a:lnTo>
                    <a:pt x="38" y="0"/>
                  </a:lnTo>
                  <a:lnTo>
                    <a:pt x="36" y="0"/>
                  </a:lnTo>
                  <a:lnTo>
                    <a:pt x="34" y="0"/>
                  </a:lnTo>
                  <a:lnTo>
                    <a:pt x="31" y="0"/>
                  </a:lnTo>
                  <a:lnTo>
                    <a:pt x="29" y="0"/>
                  </a:lnTo>
                  <a:lnTo>
                    <a:pt x="25" y="0"/>
                  </a:lnTo>
                  <a:lnTo>
                    <a:pt x="21" y="0"/>
                  </a:lnTo>
                  <a:lnTo>
                    <a:pt x="16" y="0"/>
                  </a:lnTo>
                  <a:lnTo>
                    <a:pt x="10" y="0"/>
                  </a:lnTo>
                  <a:lnTo>
                    <a:pt x="3" y="0"/>
                  </a:lnTo>
                  <a:lnTo>
                    <a:pt x="1" y="0"/>
                  </a:lnTo>
                  <a:lnTo>
                    <a:pt x="0" y="0"/>
                  </a:lnTo>
                  <a:lnTo>
                    <a:pt x="0" y="0"/>
                  </a:lnTo>
                  <a:lnTo>
                    <a:pt x="0" y="16"/>
                  </a:lnTo>
                  <a:lnTo>
                    <a:pt x="4" y="16"/>
                  </a:lnTo>
                  <a:lnTo>
                    <a:pt x="7" y="16"/>
                  </a:lnTo>
                  <a:lnTo>
                    <a:pt x="9" y="16"/>
                  </a:lnTo>
                  <a:lnTo>
                    <a:pt x="11" y="16"/>
                  </a:lnTo>
                  <a:lnTo>
                    <a:pt x="12" y="16"/>
                  </a:lnTo>
                  <a:lnTo>
                    <a:pt x="15" y="16"/>
                  </a:lnTo>
                  <a:lnTo>
                    <a:pt x="16" y="16"/>
                  </a:lnTo>
                  <a:lnTo>
                    <a:pt x="19" y="16"/>
                  </a:lnTo>
                  <a:lnTo>
                    <a:pt x="21" y="16"/>
                  </a:lnTo>
                  <a:lnTo>
                    <a:pt x="23" y="16"/>
                  </a:lnTo>
                  <a:lnTo>
                    <a:pt x="26" y="16"/>
                  </a:lnTo>
                  <a:lnTo>
                    <a:pt x="30" y="16"/>
                  </a:lnTo>
                  <a:lnTo>
                    <a:pt x="35" y="16"/>
                  </a:lnTo>
                  <a:lnTo>
                    <a:pt x="40" y="16"/>
                  </a:lnTo>
                  <a:lnTo>
                    <a:pt x="46" y="16"/>
                  </a:lnTo>
                  <a:lnTo>
                    <a:pt x="53" y="16"/>
                  </a:lnTo>
                  <a:lnTo>
                    <a:pt x="53" y="16"/>
                  </a:lnTo>
                  <a:lnTo>
                    <a:pt x="53" y="16"/>
                  </a:lnTo>
                  <a:lnTo>
                    <a:pt x="53" y="16"/>
                  </a:lnTo>
                  <a:lnTo>
                    <a:pt x="53" y="0"/>
                  </a:lnTo>
                  <a:lnTo>
                    <a:pt x="53" y="0"/>
                  </a:lnTo>
                </a:path>
              </a:pathLst>
            </a:custGeom>
            <a:solidFill>
              <a:srgbClr val="5A5A5A"/>
            </a:solidFill>
            <a:ln cap="rnd">
              <a:noFill/>
              <a:round/>
            </a:ln>
            <a:effectLst/>
          </p:spPr>
        </p:sp>
        <p:sp>
          <p:nvSpPr>
            <p:cNvPr id="62235" name=""/>
            <p:cNvSpPr/>
            <p:nvPr/>
          </p:nvSpPr>
          <p:spPr>
            <a:xfrm>
              <a:off x="4139" y="3209"/>
              <a:ext cx="53" cy="17"/>
            </a:xfrm>
            <a:custGeom>
              <a:pathLst>
                <a:path w="53" h="17">
                  <a:moveTo>
                    <a:pt x="52" y="0"/>
                  </a:moveTo>
                  <a:lnTo>
                    <a:pt x="49" y="0"/>
                  </a:lnTo>
                  <a:lnTo>
                    <a:pt x="47" y="0"/>
                  </a:lnTo>
                  <a:lnTo>
                    <a:pt x="44" y="0"/>
                  </a:lnTo>
                  <a:lnTo>
                    <a:pt x="42" y="0"/>
                  </a:lnTo>
                  <a:lnTo>
                    <a:pt x="41" y="0"/>
                  </a:lnTo>
                  <a:lnTo>
                    <a:pt x="39" y="0"/>
                  </a:lnTo>
                  <a:lnTo>
                    <a:pt x="37" y="0"/>
                  </a:lnTo>
                  <a:lnTo>
                    <a:pt x="35" y="0"/>
                  </a:lnTo>
                  <a:lnTo>
                    <a:pt x="33" y="0"/>
                  </a:lnTo>
                  <a:lnTo>
                    <a:pt x="31" y="0"/>
                  </a:lnTo>
                  <a:lnTo>
                    <a:pt x="28" y="0"/>
                  </a:lnTo>
                  <a:lnTo>
                    <a:pt x="25" y="0"/>
                  </a:lnTo>
                  <a:lnTo>
                    <a:pt x="21" y="0"/>
                  </a:lnTo>
                  <a:lnTo>
                    <a:pt x="15" y="0"/>
                  </a:lnTo>
                  <a:lnTo>
                    <a:pt x="9" y="0"/>
                  </a:lnTo>
                  <a:lnTo>
                    <a:pt x="3" y="0"/>
                  </a:lnTo>
                  <a:lnTo>
                    <a:pt x="2" y="0"/>
                  </a:lnTo>
                  <a:lnTo>
                    <a:pt x="0" y="0"/>
                  </a:lnTo>
                  <a:lnTo>
                    <a:pt x="0" y="0"/>
                  </a:lnTo>
                  <a:lnTo>
                    <a:pt x="2" y="16"/>
                  </a:lnTo>
                  <a:lnTo>
                    <a:pt x="4" y="16"/>
                  </a:lnTo>
                  <a:lnTo>
                    <a:pt x="6" y="16"/>
                  </a:lnTo>
                  <a:lnTo>
                    <a:pt x="9" y="16"/>
                  </a:lnTo>
                  <a:lnTo>
                    <a:pt x="11" y="16"/>
                  </a:lnTo>
                  <a:lnTo>
                    <a:pt x="13" y="16"/>
                  </a:lnTo>
                  <a:lnTo>
                    <a:pt x="14" y="16"/>
                  </a:lnTo>
                  <a:lnTo>
                    <a:pt x="16" y="16"/>
                  </a:lnTo>
                  <a:lnTo>
                    <a:pt x="18" y="16"/>
                  </a:lnTo>
                  <a:lnTo>
                    <a:pt x="21" y="16"/>
                  </a:lnTo>
                  <a:lnTo>
                    <a:pt x="23" y="16"/>
                  </a:lnTo>
                  <a:lnTo>
                    <a:pt x="26" y="16"/>
                  </a:lnTo>
                  <a:lnTo>
                    <a:pt x="30" y="16"/>
                  </a:lnTo>
                  <a:lnTo>
                    <a:pt x="35" y="16"/>
                  </a:lnTo>
                  <a:lnTo>
                    <a:pt x="39" y="16"/>
                  </a:lnTo>
                  <a:lnTo>
                    <a:pt x="45" y="16"/>
                  </a:lnTo>
                  <a:lnTo>
                    <a:pt x="52" y="16"/>
                  </a:lnTo>
                  <a:lnTo>
                    <a:pt x="52" y="16"/>
                  </a:lnTo>
                  <a:lnTo>
                    <a:pt x="52" y="16"/>
                  </a:lnTo>
                  <a:lnTo>
                    <a:pt x="52" y="16"/>
                  </a:lnTo>
                  <a:lnTo>
                    <a:pt x="52" y="0"/>
                  </a:lnTo>
                  <a:lnTo>
                    <a:pt x="52" y="0"/>
                  </a:lnTo>
                </a:path>
              </a:pathLst>
            </a:custGeom>
            <a:solidFill>
              <a:srgbClr val="505050"/>
            </a:solidFill>
            <a:ln cap="rnd">
              <a:noFill/>
              <a:round/>
            </a:ln>
            <a:effectLst/>
          </p:spPr>
        </p:sp>
        <p:sp>
          <p:nvSpPr>
            <p:cNvPr id="62236" name=""/>
            <p:cNvSpPr/>
            <p:nvPr/>
          </p:nvSpPr>
          <p:spPr>
            <a:xfrm>
              <a:off x="4141" y="3209"/>
              <a:ext cx="51" cy="17"/>
            </a:xfrm>
            <a:custGeom>
              <a:pathLst>
                <a:path w="51" h="17">
                  <a:moveTo>
                    <a:pt x="50" y="0"/>
                  </a:moveTo>
                  <a:lnTo>
                    <a:pt x="47" y="0"/>
                  </a:lnTo>
                  <a:lnTo>
                    <a:pt x="45" y="0"/>
                  </a:lnTo>
                  <a:lnTo>
                    <a:pt x="43" y="0"/>
                  </a:lnTo>
                  <a:lnTo>
                    <a:pt x="41" y="0"/>
                  </a:lnTo>
                  <a:lnTo>
                    <a:pt x="39" y="0"/>
                  </a:lnTo>
                  <a:lnTo>
                    <a:pt x="38" y="0"/>
                  </a:lnTo>
                  <a:lnTo>
                    <a:pt x="36" y="0"/>
                  </a:lnTo>
                  <a:lnTo>
                    <a:pt x="34" y="0"/>
                  </a:lnTo>
                  <a:lnTo>
                    <a:pt x="32" y="0"/>
                  </a:lnTo>
                  <a:lnTo>
                    <a:pt x="29" y="0"/>
                  </a:lnTo>
                  <a:lnTo>
                    <a:pt x="26" y="0"/>
                  </a:lnTo>
                  <a:lnTo>
                    <a:pt x="23" y="0"/>
                  </a:lnTo>
                  <a:lnTo>
                    <a:pt x="19" y="0"/>
                  </a:lnTo>
                  <a:lnTo>
                    <a:pt x="14" y="0"/>
                  </a:lnTo>
                  <a:lnTo>
                    <a:pt x="8" y="0"/>
                  </a:lnTo>
                  <a:lnTo>
                    <a:pt x="2" y="0"/>
                  </a:lnTo>
                  <a:lnTo>
                    <a:pt x="0" y="0"/>
                  </a:lnTo>
                  <a:lnTo>
                    <a:pt x="0" y="0"/>
                  </a:lnTo>
                  <a:lnTo>
                    <a:pt x="0" y="0"/>
                  </a:lnTo>
                  <a:lnTo>
                    <a:pt x="0" y="0"/>
                  </a:lnTo>
                  <a:lnTo>
                    <a:pt x="3" y="0"/>
                  </a:lnTo>
                  <a:lnTo>
                    <a:pt x="6" y="16"/>
                  </a:lnTo>
                  <a:lnTo>
                    <a:pt x="8" y="16"/>
                  </a:lnTo>
                  <a:lnTo>
                    <a:pt x="10" y="16"/>
                  </a:lnTo>
                  <a:lnTo>
                    <a:pt x="12" y="16"/>
                  </a:lnTo>
                  <a:lnTo>
                    <a:pt x="13" y="16"/>
                  </a:lnTo>
                  <a:lnTo>
                    <a:pt x="15" y="16"/>
                  </a:lnTo>
                  <a:lnTo>
                    <a:pt x="17" y="16"/>
                  </a:lnTo>
                  <a:lnTo>
                    <a:pt x="19" y="16"/>
                  </a:lnTo>
                  <a:lnTo>
                    <a:pt x="22" y="16"/>
                  </a:lnTo>
                  <a:lnTo>
                    <a:pt x="25" y="16"/>
                  </a:lnTo>
                  <a:lnTo>
                    <a:pt x="28" y="16"/>
                  </a:lnTo>
                  <a:lnTo>
                    <a:pt x="33" y="16"/>
                  </a:lnTo>
                  <a:lnTo>
                    <a:pt x="38" y="16"/>
                  </a:lnTo>
                  <a:lnTo>
                    <a:pt x="43" y="16"/>
                  </a:lnTo>
                  <a:lnTo>
                    <a:pt x="50" y="16"/>
                  </a:lnTo>
                  <a:lnTo>
                    <a:pt x="50" y="16"/>
                  </a:lnTo>
                  <a:lnTo>
                    <a:pt x="50" y="16"/>
                  </a:lnTo>
                  <a:lnTo>
                    <a:pt x="50" y="16"/>
                  </a:lnTo>
                  <a:lnTo>
                    <a:pt x="50" y="0"/>
                  </a:lnTo>
                  <a:lnTo>
                    <a:pt x="50" y="0"/>
                  </a:lnTo>
                </a:path>
              </a:pathLst>
            </a:custGeom>
            <a:solidFill>
              <a:srgbClr val="484848"/>
            </a:solidFill>
            <a:ln cap="rnd">
              <a:noFill/>
              <a:round/>
            </a:ln>
            <a:effectLst/>
          </p:spPr>
        </p:sp>
        <p:sp>
          <p:nvSpPr>
            <p:cNvPr id="62237" name=""/>
            <p:cNvSpPr/>
            <p:nvPr/>
          </p:nvSpPr>
          <p:spPr>
            <a:xfrm>
              <a:off x="4141" y="3209"/>
              <a:ext cx="51" cy="17"/>
            </a:xfrm>
            <a:custGeom>
              <a:pathLst>
                <a:path w="51" h="17">
                  <a:moveTo>
                    <a:pt x="50" y="0"/>
                  </a:moveTo>
                  <a:lnTo>
                    <a:pt x="47" y="0"/>
                  </a:lnTo>
                  <a:lnTo>
                    <a:pt x="45" y="0"/>
                  </a:lnTo>
                  <a:lnTo>
                    <a:pt x="43" y="0"/>
                  </a:lnTo>
                  <a:lnTo>
                    <a:pt x="41" y="0"/>
                  </a:lnTo>
                  <a:lnTo>
                    <a:pt x="40" y="0"/>
                  </a:lnTo>
                  <a:lnTo>
                    <a:pt x="38" y="0"/>
                  </a:lnTo>
                  <a:lnTo>
                    <a:pt x="36" y="0"/>
                  </a:lnTo>
                  <a:lnTo>
                    <a:pt x="34" y="0"/>
                  </a:lnTo>
                  <a:lnTo>
                    <a:pt x="32" y="0"/>
                  </a:lnTo>
                  <a:lnTo>
                    <a:pt x="30" y="0"/>
                  </a:lnTo>
                  <a:lnTo>
                    <a:pt x="26" y="0"/>
                  </a:lnTo>
                  <a:lnTo>
                    <a:pt x="23" y="0"/>
                  </a:lnTo>
                  <a:lnTo>
                    <a:pt x="19" y="0"/>
                  </a:lnTo>
                  <a:lnTo>
                    <a:pt x="14" y="0"/>
                  </a:lnTo>
                  <a:lnTo>
                    <a:pt x="9" y="0"/>
                  </a:lnTo>
                  <a:lnTo>
                    <a:pt x="2" y="0"/>
                  </a:lnTo>
                  <a:lnTo>
                    <a:pt x="1" y="0"/>
                  </a:lnTo>
                  <a:lnTo>
                    <a:pt x="0" y="0"/>
                  </a:lnTo>
                  <a:lnTo>
                    <a:pt x="1" y="0"/>
                  </a:lnTo>
                  <a:lnTo>
                    <a:pt x="2" y="0"/>
                  </a:lnTo>
                  <a:lnTo>
                    <a:pt x="4" y="0"/>
                  </a:lnTo>
                  <a:lnTo>
                    <a:pt x="7" y="16"/>
                  </a:lnTo>
                  <a:lnTo>
                    <a:pt x="9" y="16"/>
                  </a:lnTo>
                  <a:lnTo>
                    <a:pt x="11" y="16"/>
                  </a:lnTo>
                  <a:lnTo>
                    <a:pt x="13" y="16"/>
                  </a:lnTo>
                  <a:lnTo>
                    <a:pt x="14" y="16"/>
                  </a:lnTo>
                  <a:lnTo>
                    <a:pt x="16" y="16"/>
                  </a:lnTo>
                  <a:lnTo>
                    <a:pt x="18" y="16"/>
                  </a:lnTo>
                  <a:lnTo>
                    <a:pt x="20" y="16"/>
                  </a:lnTo>
                  <a:lnTo>
                    <a:pt x="23" y="16"/>
                  </a:lnTo>
                  <a:lnTo>
                    <a:pt x="26" y="16"/>
                  </a:lnTo>
                  <a:lnTo>
                    <a:pt x="29" y="16"/>
                  </a:lnTo>
                  <a:lnTo>
                    <a:pt x="33" y="16"/>
                  </a:lnTo>
                  <a:lnTo>
                    <a:pt x="38" y="16"/>
                  </a:lnTo>
                  <a:lnTo>
                    <a:pt x="44" y="16"/>
                  </a:lnTo>
                  <a:lnTo>
                    <a:pt x="50" y="16"/>
                  </a:lnTo>
                  <a:lnTo>
                    <a:pt x="50" y="16"/>
                  </a:lnTo>
                  <a:lnTo>
                    <a:pt x="50" y="16"/>
                  </a:lnTo>
                  <a:lnTo>
                    <a:pt x="50" y="16"/>
                  </a:lnTo>
                  <a:lnTo>
                    <a:pt x="50" y="0"/>
                  </a:lnTo>
                  <a:lnTo>
                    <a:pt x="50" y="0"/>
                  </a:lnTo>
                </a:path>
              </a:pathLst>
            </a:custGeom>
            <a:solidFill>
              <a:srgbClr val="3E3E3E"/>
            </a:solidFill>
            <a:ln cap="rnd">
              <a:noFill/>
              <a:round/>
            </a:ln>
            <a:effectLst/>
          </p:spPr>
        </p:sp>
        <p:sp>
          <p:nvSpPr>
            <p:cNvPr id="62238" name=""/>
            <p:cNvSpPr/>
            <p:nvPr/>
          </p:nvSpPr>
          <p:spPr>
            <a:xfrm>
              <a:off x="4143" y="3209"/>
              <a:ext cx="49" cy="17"/>
            </a:xfrm>
            <a:custGeom>
              <a:pathLst>
                <a:path w="49" h="17">
                  <a:moveTo>
                    <a:pt x="48" y="0"/>
                  </a:moveTo>
                  <a:lnTo>
                    <a:pt x="1" y="0"/>
                  </a:lnTo>
                  <a:lnTo>
                    <a:pt x="0" y="0"/>
                  </a:lnTo>
                  <a:lnTo>
                    <a:pt x="0" y="0"/>
                  </a:lnTo>
                  <a:lnTo>
                    <a:pt x="0" y="0"/>
                  </a:lnTo>
                  <a:lnTo>
                    <a:pt x="1" y="0"/>
                  </a:lnTo>
                  <a:lnTo>
                    <a:pt x="48" y="16"/>
                  </a:lnTo>
                  <a:lnTo>
                    <a:pt x="48" y="0"/>
                  </a:lnTo>
                  <a:lnTo>
                    <a:pt x="48" y="0"/>
                  </a:lnTo>
                </a:path>
              </a:pathLst>
            </a:custGeom>
            <a:solidFill>
              <a:srgbClr val="333333"/>
            </a:solidFill>
            <a:ln cap="rnd">
              <a:noFill/>
              <a:round/>
            </a:ln>
            <a:effectLst/>
          </p:spPr>
        </p:sp>
        <p:sp>
          <p:nvSpPr>
            <p:cNvPr id="62239" name=""/>
            <p:cNvSpPr/>
            <p:nvPr/>
          </p:nvSpPr>
          <p:spPr>
            <a:xfrm>
              <a:off x="4189" y="3207"/>
              <a:ext cx="23" cy="17"/>
            </a:xfrm>
            <a:custGeom>
              <a:pathLst>
                <a:path w="23" h="17">
                  <a:moveTo>
                    <a:pt x="11" y="16"/>
                  </a:moveTo>
                  <a:lnTo>
                    <a:pt x="11" y="9"/>
                  </a:lnTo>
                  <a:lnTo>
                    <a:pt x="9" y="9"/>
                  </a:lnTo>
                  <a:lnTo>
                    <a:pt x="4" y="9"/>
                  </a:lnTo>
                  <a:lnTo>
                    <a:pt x="1" y="9"/>
                  </a:lnTo>
                  <a:lnTo>
                    <a:pt x="0" y="6"/>
                  </a:lnTo>
                  <a:lnTo>
                    <a:pt x="0" y="4"/>
                  </a:lnTo>
                  <a:lnTo>
                    <a:pt x="1" y="4"/>
                  </a:lnTo>
                  <a:lnTo>
                    <a:pt x="8" y="4"/>
                  </a:lnTo>
                  <a:lnTo>
                    <a:pt x="8" y="2"/>
                  </a:lnTo>
                  <a:lnTo>
                    <a:pt x="8" y="0"/>
                  </a:lnTo>
                  <a:lnTo>
                    <a:pt x="8" y="0"/>
                  </a:lnTo>
                  <a:lnTo>
                    <a:pt x="15" y="0"/>
                  </a:lnTo>
                  <a:lnTo>
                    <a:pt x="15" y="0"/>
                  </a:lnTo>
                  <a:lnTo>
                    <a:pt x="16" y="0"/>
                  </a:lnTo>
                  <a:lnTo>
                    <a:pt x="17" y="4"/>
                  </a:lnTo>
                  <a:lnTo>
                    <a:pt x="13" y="4"/>
                  </a:lnTo>
                  <a:lnTo>
                    <a:pt x="13" y="4"/>
                  </a:lnTo>
                  <a:lnTo>
                    <a:pt x="19" y="4"/>
                  </a:lnTo>
                  <a:lnTo>
                    <a:pt x="19" y="4"/>
                  </a:lnTo>
                  <a:lnTo>
                    <a:pt x="21" y="4"/>
                  </a:lnTo>
                  <a:lnTo>
                    <a:pt x="22" y="6"/>
                  </a:lnTo>
                  <a:lnTo>
                    <a:pt x="22" y="9"/>
                  </a:lnTo>
                  <a:lnTo>
                    <a:pt x="21" y="11"/>
                  </a:lnTo>
                  <a:lnTo>
                    <a:pt x="16" y="11"/>
                  </a:lnTo>
                  <a:lnTo>
                    <a:pt x="16" y="16"/>
                  </a:lnTo>
                  <a:lnTo>
                    <a:pt x="15" y="16"/>
                  </a:lnTo>
                  <a:lnTo>
                    <a:pt x="15" y="9"/>
                  </a:lnTo>
                  <a:lnTo>
                    <a:pt x="13" y="9"/>
                  </a:lnTo>
                  <a:lnTo>
                    <a:pt x="13" y="16"/>
                  </a:lnTo>
                  <a:lnTo>
                    <a:pt x="11" y="16"/>
                  </a:lnTo>
                  <a:lnTo>
                    <a:pt x="11" y="16"/>
                  </a:lnTo>
                </a:path>
              </a:pathLst>
            </a:custGeom>
            <a:solidFill>
              <a:srgbClr val="000000"/>
            </a:solidFill>
            <a:ln cap="rnd">
              <a:noFill/>
              <a:round/>
            </a:ln>
            <a:effectLst/>
          </p:spPr>
        </p:sp>
        <p:sp>
          <p:nvSpPr>
            <p:cNvPr id="62240" name=""/>
            <p:cNvSpPr/>
            <p:nvPr/>
          </p:nvSpPr>
          <p:spPr>
            <a:xfrm>
              <a:off x="4153" y="3224"/>
              <a:ext cx="21" cy="34"/>
            </a:xfrm>
            <a:custGeom>
              <a:pathLst>
                <a:path w="21" h="34">
                  <a:moveTo>
                    <a:pt x="18" y="11"/>
                  </a:moveTo>
                  <a:lnTo>
                    <a:pt x="18" y="12"/>
                  </a:lnTo>
                  <a:lnTo>
                    <a:pt x="16" y="13"/>
                  </a:lnTo>
                  <a:lnTo>
                    <a:pt x="14" y="13"/>
                  </a:lnTo>
                  <a:lnTo>
                    <a:pt x="13" y="13"/>
                  </a:lnTo>
                  <a:lnTo>
                    <a:pt x="11" y="14"/>
                  </a:lnTo>
                  <a:lnTo>
                    <a:pt x="9" y="14"/>
                  </a:lnTo>
                  <a:lnTo>
                    <a:pt x="8" y="15"/>
                  </a:lnTo>
                  <a:lnTo>
                    <a:pt x="7" y="15"/>
                  </a:lnTo>
                  <a:lnTo>
                    <a:pt x="5" y="11"/>
                  </a:lnTo>
                  <a:lnTo>
                    <a:pt x="4" y="8"/>
                  </a:lnTo>
                  <a:lnTo>
                    <a:pt x="3" y="4"/>
                  </a:lnTo>
                  <a:lnTo>
                    <a:pt x="2" y="0"/>
                  </a:lnTo>
                  <a:lnTo>
                    <a:pt x="1" y="1"/>
                  </a:lnTo>
                  <a:lnTo>
                    <a:pt x="1" y="1"/>
                  </a:lnTo>
                  <a:lnTo>
                    <a:pt x="0" y="1"/>
                  </a:lnTo>
                  <a:lnTo>
                    <a:pt x="0" y="1"/>
                  </a:lnTo>
                  <a:lnTo>
                    <a:pt x="0" y="6"/>
                  </a:lnTo>
                  <a:lnTo>
                    <a:pt x="1" y="10"/>
                  </a:lnTo>
                  <a:lnTo>
                    <a:pt x="1" y="14"/>
                  </a:lnTo>
                  <a:lnTo>
                    <a:pt x="2" y="18"/>
                  </a:lnTo>
                  <a:lnTo>
                    <a:pt x="1" y="18"/>
                  </a:lnTo>
                  <a:lnTo>
                    <a:pt x="1" y="19"/>
                  </a:lnTo>
                  <a:lnTo>
                    <a:pt x="1" y="20"/>
                  </a:lnTo>
                  <a:lnTo>
                    <a:pt x="1" y="20"/>
                  </a:lnTo>
                  <a:lnTo>
                    <a:pt x="1" y="20"/>
                  </a:lnTo>
                  <a:lnTo>
                    <a:pt x="1" y="20"/>
                  </a:lnTo>
                  <a:lnTo>
                    <a:pt x="2" y="20"/>
                  </a:lnTo>
                  <a:lnTo>
                    <a:pt x="2" y="20"/>
                  </a:lnTo>
                  <a:lnTo>
                    <a:pt x="2" y="24"/>
                  </a:lnTo>
                  <a:lnTo>
                    <a:pt x="2" y="27"/>
                  </a:lnTo>
                  <a:lnTo>
                    <a:pt x="1" y="30"/>
                  </a:lnTo>
                  <a:lnTo>
                    <a:pt x="0" y="33"/>
                  </a:lnTo>
                  <a:lnTo>
                    <a:pt x="1" y="32"/>
                  </a:lnTo>
                  <a:lnTo>
                    <a:pt x="2" y="32"/>
                  </a:lnTo>
                  <a:lnTo>
                    <a:pt x="3" y="31"/>
                  </a:lnTo>
                  <a:lnTo>
                    <a:pt x="4" y="30"/>
                  </a:lnTo>
                  <a:lnTo>
                    <a:pt x="4" y="27"/>
                  </a:lnTo>
                  <a:lnTo>
                    <a:pt x="5" y="25"/>
                  </a:lnTo>
                  <a:lnTo>
                    <a:pt x="6" y="23"/>
                  </a:lnTo>
                  <a:lnTo>
                    <a:pt x="7" y="20"/>
                  </a:lnTo>
                  <a:lnTo>
                    <a:pt x="8" y="20"/>
                  </a:lnTo>
                  <a:lnTo>
                    <a:pt x="9" y="20"/>
                  </a:lnTo>
                  <a:lnTo>
                    <a:pt x="11" y="20"/>
                  </a:lnTo>
                  <a:lnTo>
                    <a:pt x="13" y="20"/>
                  </a:lnTo>
                  <a:lnTo>
                    <a:pt x="14" y="19"/>
                  </a:lnTo>
                  <a:lnTo>
                    <a:pt x="16" y="19"/>
                  </a:lnTo>
                  <a:lnTo>
                    <a:pt x="18" y="19"/>
                  </a:lnTo>
                  <a:lnTo>
                    <a:pt x="20" y="19"/>
                  </a:lnTo>
                  <a:lnTo>
                    <a:pt x="20" y="11"/>
                  </a:lnTo>
                  <a:lnTo>
                    <a:pt x="20" y="11"/>
                  </a:lnTo>
                  <a:lnTo>
                    <a:pt x="18" y="11"/>
                  </a:lnTo>
                </a:path>
              </a:pathLst>
            </a:custGeom>
            <a:solidFill>
              <a:srgbClr val="4D4D4D"/>
            </a:solidFill>
            <a:ln cap="rnd">
              <a:noFill/>
              <a:round/>
            </a:ln>
            <a:effectLst/>
          </p:spPr>
        </p:sp>
        <p:sp>
          <p:nvSpPr>
            <p:cNvPr id="62241" name=""/>
            <p:cNvSpPr/>
            <p:nvPr/>
          </p:nvSpPr>
          <p:spPr>
            <a:xfrm>
              <a:off x="4171" y="3235"/>
              <a:ext cx="21" cy="17"/>
            </a:xfrm>
            <a:custGeom>
              <a:pathLst>
                <a:path w="21" h="17">
                  <a:moveTo>
                    <a:pt x="0" y="0"/>
                  </a:moveTo>
                  <a:lnTo>
                    <a:pt x="10" y="0"/>
                  </a:lnTo>
                  <a:lnTo>
                    <a:pt x="10" y="0"/>
                  </a:lnTo>
                  <a:lnTo>
                    <a:pt x="20" y="0"/>
                  </a:lnTo>
                  <a:lnTo>
                    <a:pt x="20" y="0"/>
                  </a:lnTo>
                  <a:lnTo>
                    <a:pt x="20" y="16"/>
                  </a:lnTo>
                  <a:lnTo>
                    <a:pt x="20" y="16"/>
                  </a:lnTo>
                  <a:lnTo>
                    <a:pt x="10" y="16"/>
                  </a:lnTo>
                  <a:lnTo>
                    <a:pt x="10" y="16"/>
                  </a:lnTo>
                  <a:lnTo>
                    <a:pt x="10" y="16"/>
                  </a:lnTo>
                  <a:lnTo>
                    <a:pt x="10" y="0"/>
                  </a:lnTo>
                  <a:lnTo>
                    <a:pt x="10" y="0"/>
                  </a:lnTo>
                  <a:lnTo>
                    <a:pt x="0" y="0"/>
                  </a:lnTo>
                </a:path>
              </a:pathLst>
            </a:custGeom>
            <a:solidFill>
              <a:srgbClr val="505050"/>
            </a:solidFill>
            <a:ln cap="rnd">
              <a:noFill/>
              <a:round/>
            </a:ln>
            <a:effectLst/>
          </p:spPr>
        </p:sp>
        <p:sp>
          <p:nvSpPr>
            <p:cNvPr id="62242" name=""/>
            <p:cNvSpPr/>
            <p:nvPr/>
          </p:nvSpPr>
          <p:spPr>
            <a:xfrm>
              <a:off x="4173" y="3235"/>
              <a:ext cx="21" cy="17"/>
            </a:xfrm>
            <a:custGeom>
              <a:pathLst>
                <a:path w="21" h="17">
                  <a:moveTo>
                    <a:pt x="0" y="0"/>
                  </a:moveTo>
                  <a:lnTo>
                    <a:pt x="20" y="0"/>
                  </a:lnTo>
                  <a:lnTo>
                    <a:pt x="20" y="0"/>
                  </a:lnTo>
                  <a:lnTo>
                    <a:pt x="20" y="0"/>
                  </a:lnTo>
                  <a:lnTo>
                    <a:pt x="20" y="0"/>
                  </a:lnTo>
                  <a:lnTo>
                    <a:pt x="20" y="16"/>
                  </a:lnTo>
                  <a:lnTo>
                    <a:pt x="20" y="16"/>
                  </a:lnTo>
                  <a:lnTo>
                    <a:pt x="20" y="16"/>
                  </a:lnTo>
                  <a:lnTo>
                    <a:pt x="20" y="16"/>
                  </a:lnTo>
                  <a:lnTo>
                    <a:pt x="0" y="16"/>
                  </a:lnTo>
                  <a:lnTo>
                    <a:pt x="0" y="0"/>
                  </a:lnTo>
                  <a:lnTo>
                    <a:pt x="0" y="0"/>
                  </a:lnTo>
                </a:path>
              </a:pathLst>
            </a:custGeom>
            <a:solidFill>
              <a:srgbClr val="555555"/>
            </a:solidFill>
            <a:ln cap="rnd">
              <a:noFill/>
              <a:round/>
            </a:ln>
            <a:effectLst/>
          </p:spPr>
        </p:sp>
        <p:sp>
          <p:nvSpPr>
            <p:cNvPr id="62243" name=""/>
            <p:cNvSpPr/>
            <p:nvPr/>
          </p:nvSpPr>
          <p:spPr>
            <a:xfrm>
              <a:off x="4174" y="3234"/>
              <a:ext cx="21" cy="17"/>
            </a:xfrm>
            <a:custGeom>
              <a:pathLst>
                <a:path w="21" h="17">
                  <a:moveTo>
                    <a:pt x="0" y="1"/>
                  </a:moveTo>
                  <a:lnTo>
                    <a:pt x="0" y="1"/>
                  </a:lnTo>
                  <a:lnTo>
                    <a:pt x="0" y="1"/>
                  </a:lnTo>
                  <a:lnTo>
                    <a:pt x="0" y="0"/>
                  </a:lnTo>
                  <a:lnTo>
                    <a:pt x="20" y="0"/>
                  </a:lnTo>
                  <a:lnTo>
                    <a:pt x="20" y="16"/>
                  </a:lnTo>
                  <a:lnTo>
                    <a:pt x="0" y="16"/>
                  </a:lnTo>
                  <a:lnTo>
                    <a:pt x="0" y="16"/>
                  </a:lnTo>
                  <a:lnTo>
                    <a:pt x="0" y="16"/>
                  </a:lnTo>
                  <a:lnTo>
                    <a:pt x="0" y="16"/>
                  </a:lnTo>
                  <a:lnTo>
                    <a:pt x="0" y="1"/>
                  </a:lnTo>
                  <a:lnTo>
                    <a:pt x="0" y="1"/>
                  </a:lnTo>
                </a:path>
              </a:pathLst>
            </a:custGeom>
            <a:solidFill>
              <a:srgbClr val="5A5A5A"/>
            </a:solidFill>
            <a:ln cap="rnd">
              <a:noFill/>
              <a:round/>
            </a:ln>
            <a:effectLst/>
          </p:spPr>
        </p:sp>
        <p:sp>
          <p:nvSpPr>
            <p:cNvPr id="62244" name=""/>
            <p:cNvSpPr/>
            <p:nvPr/>
          </p:nvSpPr>
          <p:spPr>
            <a:xfrm>
              <a:off x="4174" y="3234"/>
              <a:ext cx="21" cy="17"/>
            </a:xfrm>
            <a:custGeom>
              <a:pathLst>
                <a:path w="21" h="17">
                  <a:moveTo>
                    <a:pt x="0" y="0"/>
                  </a:moveTo>
                  <a:lnTo>
                    <a:pt x="10" y="0"/>
                  </a:lnTo>
                  <a:lnTo>
                    <a:pt x="10" y="0"/>
                  </a:lnTo>
                  <a:lnTo>
                    <a:pt x="20" y="0"/>
                  </a:lnTo>
                  <a:lnTo>
                    <a:pt x="20" y="0"/>
                  </a:lnTo>
                  <a:lnTo>
                    <a:pt x="20" y="16"/>
                  </a:lnTo>
                  <a:lnTo>
                    <a:pt x="20" y="16"/>
                  </a:lnTo>
                  <a:lnTo>
                    <a:pt x="10" y="16"/>
                  </a:lnTo>
                  <a:lnTo>
                    <a:pt x="10" y="16"/>
                  </a:lnTo>
                  <a:lnTo>
                    <a:pt x="10" y="16"/>
                  </a:lnTo>
                  <a:lnTo>
                    <a:pt x="10" y="0"/>
                  </a:lnTo>
                  <a:lnTo>
                    <a:pt x="10" y="0"/>
                  </a:lnTo>
                  <a:lnTo>
                    <a:pt x="0" y="0"/>
                  </a:lnTo>
                </a:path>
              </a:pathLst>
            </a:custGeom>
            <a:solidFill>
              <a:srgbClr val="5C5C5C"/>
            </a:solidFill>
            <a:ln cap="rnd">
              <a:noFill/>
              <a:round/>
            </a:ln>
            <a:effectLst/>
          </p:spPr>
        </p:sp>
        <p:sp>
          <p:nvSpPr>
            <p:cNvPr id="62245" name=""/>
            <p:cNvSpPr/>
            <p:nvPr/>
          </p:nvSpPr>
          <p:spPr>
            <a:xfrm>
              <a:off x="4176" y="3234"/>
              <a:ext cx="1" cy="17"/>
            </a:xfrm>
            <a:custGeom>
              <a:pathLst>
                <a:path w="1" h="17">
                  <a:moveTo>
                    <a:pt x="0" y="0"/>
                  </a:moveTo>
                  <a:lnTo>
                    <a:pt x="0" y="0"/>
                  </a:lnTo>
                  <a:lnTo>
                    <a:pt x="0" y="0"/>
                  </a:lnTo>
                  <a:lnTo>
                    <a:pt x="0" y="0"/>
                  </a:lnTo>
                  <a:lnTo>
                    <a:pt x="0" y="0"/>
                  </a:lnTo>
                  <a:lnTo>
                    <a:pt x="0" y="16"/>
                  </a:lnTo>
                  <a:lnTo>
                    <a:pt x="0" y="16"/>
                  </a:lnTo>
                  <a:lnTo>
                    <a:pt x="0" y="16"/>
                  </a:lnTo>
                  <a:lnTo>
                    <a:pt x="0" y="16"/>
                  </a:lnTo>
                  <a:lnTo>
                    <a:pt x="0" y="16"/>
                  </a:lnTo>
                  <a:lnTo>
                    <a:pt x="0" y="0"/>
                  </a:lnTo>
                  <a:lnTo>
                    <a:pt x="0" y="0"/>
                  </a:lnTo>
                  <a:lnTo>
                    <a:pt x="0" y="0"/>
                  </a:lnTo>
                </a:path>
              </a:pathLst>
            </a:custGeom>
            <a:solidFill>
              <a:srgbClr val="616161"/>
            </a:solidFill>
            <a:ln cap="rnd">
              <a:noFill/>
              <a:round/>
            </a:ln>
            <a:effectLst/>
          </p:spPr>
        </p:sp>
        <p:sp>
          <p:nvSpPr>
            <p:cNvPr id="62246" name=""/>
            <p:cNvSpPr/>
            <p:nvPr/>
          </p:nvSpPr>
          <p:spPr>
            <a:xfrm>
              <a:off x="4176" y="3234"/>
              <a:ext cx="21" cy="17"/>
            </a:xfrm>
            <a:custGeom>
              <a:pathLst>
                <a:path w="21" h="17">
                  <a:moveTo>
                    <a:pt x="0" y="0"/>
                  </a:moveTo>
                  <a:lnTo>
                    <a:pt x="10" y="0"/>
                  </a:lnTo>
                  <a:lnTo>
                    <a:pt x="10" y="0"/>
                  </a:lnTo>
                  <a:lnTo>
                    <a:pt x="20" y="0"/>
                  </a:lnTo>
                  <a:lnTo>
                    <a:pt x="20" y="0"/>
                  </a:lnTo>
                  <a:lnTo>
                    <a:pt x="20" y="14"/>
                  </a:lnTo>
                  <a:lnTo>
                    <a:pt x="20" y="14"/>
                  </a:lnTo>
                  <a:lnTo>
                    <a:pt x="10" y="14"/>
                  </a:lnTo>
                  <a:lnTo>
                    <a:pt x="10" y="16"/>
                  </a:lnTo>
                  <a:lnTo>
                    <a:pt x="0" y="16"/>
                  </a:lnTo>
                  <a:lnTo>
                    <a:pt x="0" y="0"/>
                  </a:lnTo>
                  <a:lnTo>
                    <a:pt x="0" y="0"/>
                  </a:lnTo>
                  <a:lnTo>
                    <a:pt x="0" y="0"/>
                  </a:lnTo>
                </a:path>
              </a:pathLst>
            </a:custGeom>
            <a:solidFill>
              <a:srgbClr val="646464"/>
            </a:solidFill>
            <a:ln cap="rnd">
              <a:noFill/>
              <a:round/>
            </a:ln>
            <a:effectLst/>
          </p:spPr>
        </p:sp>
        <p:sp>
          <p:nvSpPr>
            <p:cNvPr id="62247" name=""/>
            <p:cNvSpPr/>
            <p:nvPr/>
          </p:nvSpPr>
          <p:spPr>
            <a:xfrm>
              <a:off x="4178" y="3233"/>
              <a:ext cx="21" cy="17"/>
            </a:xfrm>
            <a:custGeom>
              <a:pathLst>
                <a:path w="21" h="17">
                  <a:moveTo>
                    <a:pt x="0" y="1"/>
                  </a:moveTo>
                  <a:lnTo>
                    <a:pt x="0" y="0"/>
                  </a:lnTo>
                  <a:lnTo>
                    <a:pt x="0" y="0"/>
                  </a:lnTo>
                  <a:lnTo>
                    <a:pt x="0" y="0"/>
                  </a:lnTo>
                  <a:lnTo>
                    <a:pt x="20" y="0"/>
                  </a:lnTo>
                  <a:lnTo>
                    <a:pt x="20" y="16"/>
                  </a:lnTo>
                  <a:lnTo>
                    <a:pt x="0" y="16"/>
                  </a:lnTo>
                  <a:lnTo>
                    <a:pt x="0" y="16"/>
                  </a:lnTo>
                  <a:lnTo>
                    <a:pt x="0" y="16"/>
                  </a:lnTo>
                  <a:lnTo>
                    <a:pt x="0" y="16"/>
                  </a:lnTo>
                  <a:lnTo>
                    <a:pt x="0" y="1"/>
                  </a:lnTo>
                  <a:lnTo>
                    <a:pt x="0" y="1"/>
                  </a:lnTo>
                </a:path>
              </a:pathLst>
            </a:custGeom>
            <a:solidFill>
              <a:srgbClr val="696969"/>
            </a:solidFill>
            <a:ln cap="rnd">
              <a:noFill/>
              <a:round/>
            </a:ln>
            <a:effectLst/>
          </p:spPr>
        </p:sp>
        <p:sp>
          <p:nvSpPr>
            <p:cNvPr id="62248" name=""/>
            <p:cNvSpPr/>
            <p:nvPr/>
          </p:nvSpPr>
          <p:spPr>
            <a:xfrm>
              <a:off x="4179" y="3233"/>
              <a:ext cx="1" cy="17"/>
            </a:xfrm>
            <a:custGeom>
              <a:pathLst>
                <a:path w="1" h="17">
                  <a:moveTo>
                    <a:pt x="0" y="0"/>
                  </a:moveTo>
                  <a:lnTo>
                    <a:pt x="0" y="0"/>
                  </a:lnTo>
                  <a:lnTo>
                    <a:pt x="0" y="0"/>
                  </a:lnTo>
                  <a:lnTo>
                    <a:pt x="0" y="0"/>
                  </a:lnTo>
                  <a:lnTo>
                    <a:pt x="0" y="0"/>
                  </a:lnTo>
                  <a:lnTo>
                    <a:pt x="0" y="16"/>
                  </a:lnTo>
                  <a:lnTo>
                    <a:pt x="0" y="16"/>
                  </a:lnTo>
                  <a:lnTo>
                    <a:pt x="0" y="16"/>
                  </a:lnTo>
                  <a:lnTo>
                    <a:pt x="0" y="16"/>
                  </a:lnTo>
                  <a:lnTo>
                    <a:pt x="0" y="16"/>
                  </a:lnTo>
                  <a:lnTo>
                    <a:pt x="0" y="0"/>
                  </a:lnTo>
                  <a:lnTo>
                    <a:pt x="0" y="0"/>
                  </a:lnTo>
                  <a:lnTo>
                    <a:pt x="0" y="0"/>
                  </a:lnTo>
                </a:path>
              </a:pathLst>
            </a:custGeom>
            <a:solidFill>
              <a:srgbClr val="6C6C6C"/>
            </a:solidFill>
            <a:ln cap="rnd">
              <a:noFill/>
              <a:round/>
            </a:ln>
            <a:effectLst/>
          </p:spPr>
        </p:sp>
        <p:sp>
          <p:nvSpPr>
            <p:cNvPr id="62249" name=""/>
            <p:cNvSpPr/>
            <p:nvPr/>
          </p:nvSpPr>
          <p:spPr>
            <a:xfrm>
              <a:off x="4179" y="3232"/>
              <a:ext cx="21" cy="17"/>
            </a:xfrm>
            <a:custGeom>
              <a:pathLst>
                <a:path w="21" h="17">
                  <a:moveTo>
                    <a:pt x="0" y="1"/>
                  </a:moveTo>
                  <a:lnTo>
                    <a:pt x="10" y="0"/>
                  </a:lnTo>
                  <a:lnTo>
                    <a:pt x="10" y="0"/>
                  </a:lnTo>
                  <a:lnTo>
                    <a:pt x="10" y="0"/>
                  </a:lnTo>
                  <a:lnTo>
                    <a:pt x="20" y="0"/>
                  </a:lnTo>
                  <a:lnTo>
                    <a:pt x="20" y="16"/>
                  </a:lnTo>
                  <a:lnTo>
                    <a:pt x="10" y="16"/>
                  </a:lnTo>
                  <a:lnTo>
                    <a:pt x="10" y="16"/>
                  </a:lnTo>
                  <a:lnTo>
                    <a:pt x="10" y="16"/>
                  </a:lnTo>
                  <a:lnTo>
                    <a:pt x="0" y="16"/>
                  </a:lnTo>
                  <a:lnTo>
                    <a:pt x="0" y="1"/>
                  </a:lnTo>
                  <a:lnTo>
                    <a:pt x="0" y="1"/>
                  </a:lnTo>
                </a:path>
              </a:pathLst>
            </a:custGeom>
            <a:solidFill>
              <a:srgbClr val="717171"/>
            </a:solidFill>
            <a:ln cap="rnd">
              <a:noFill/>
              <a:round/>
            </a:ln>
            <a:effectLst/>
          </p:spPr>
        </p:sp>
        <p:sp>
          <p:nvSpPr>
            <p:cNvPr id="62250" name=""/>
            <p:cNvSpPr/>
            <p:nvPr/>
          </p:nvSpPr>
          <p:spPr>
            <a:xfrm>
              <a:off x="4181" y="3232"/>
              <a:ext cx="1" cy="17"/>
            </a:xfrm>
            <a:custGeom>
              <a:pathLst>
                <a:path w="1" h="17">
                  <a:moveTo>
                    <a:pt x="0" y="0"/>
                  </a:moveTo>
                  <a:lnTo>
                    <a:pt x="0" y="0"/>
                  </a:lnTo>
                  <a:lnTo>
                    <a:pt x="0" y="0"/>
                  </a:lnTo>
                  <a:lnTo>
                    <a:pt x="0" y="0"/>
                  </a:lnTo>
                  <a:lnTo>
                    <a:pt x="0" y="0"/>
                  </a:lnTo>
                  <a:lnTo>
                    <a:pt x="0" y="16"/>
                  </a:lnTo>
                  <a:lnTo>
                    <a:pt x="0" y="16"/>
                  </a:lnTo>
                  <a:lnTo>
                    <a:pt x="0" y="16"/>
                  </a:lnTo>
                  <a:lnTo>
                    <a:pt x="0" y="16"/>
                  </a:lnTo>
                  <a:lnTo>
                    <a:pt x="0" y="16"/>
                  </a:lnTo>
                  <a:lnTo>
                    <a:pt x="0" y="0"/>
                  </a:lnTo>
                  <a:lnTo>
                    <a:pt x="0" y="0"/>
                  </a:lnTo>
                  <a:lnTo>
                    <a:pt x="0" y="0"/>
                  </a:lnTo>
                </a:path>
              </a:pathLst>
            </a:custGeom>
            <a:solidFill>
              <a:srgbClr val="767676"/>
            </a:solidFill>
            <a:ln cap="rnd">
              <a:noFill/>
              <a:round/>
            </a:ln>
            <a:effectLst/>
          </p:spPr>
        </p:sp>
        <p:sp>
          <p:nvSpPr>
            <p:cNvPr id="62251" name=""/>
            <p:cNvSpPr/>
            <p:nvPr/>
          </p:nvSpPr>
          <p:spPr>
            <a:xfrm>
              <a:off x="4181" y="3228"/>
              <a:ext cx="21" cy="17"/>
            </a:xfrm>
            <a:custGeom>
              <a:pathLst>
                <a:path w="21" h="17">
                  <a:moveTo>
                    <a:pt x="0" y="4"/>
                  </a:moveTo>
                  <a:lnTo>
                    <a:pt x="0" y="4"/>
                  </a:lnTo>
                  <a:lnTo>
                    <a:pt x="0" y="4"/>
                  </a:lnTo>
                  <a:lnTo>
                    <a:pt x="0" y="4"/>
                  </a:lnTo>
                  <a:lnTo>
                    <a:pt x="20" y="4"/>
                  </a:lnTo>
                  <a:lnTo>
                    <a:pt x="20" y="3"/>
                  </a:lnTo>
                  <a:lnTo>
                    <a:pt x="20" y="2"/>
                  </a:lnTo>
                  <a:lnTo>
                    <a:pt x="20" y="1"/>
                  </a:lnTo>
                  <a:lnTo>
                    <a:pt x="20" y="0"/>
                  </a:lnTo>
                  <a:lnTo>
                    <a:pt x="20" y="16"/>
                  </a:lnTo>
                  <a:lnTo>
                    <a:pt x="20" y="16"/>
                  </a:lnTo>
                  <a:lnTo>
                    <a:pt x="0" y="16"/>
                  </a:lnTo>
                  <a:lnTo>
                    <a:pt x="0" y="16"/>
                  </a:lnTo>
                  <a:lnTo>
                    <a:pt x="0" y="16"/>
                  </a:lnTo>
                  <a:lnTo>
                    <a:pt x="0" y="4"/>
                  </a:lnTo>
                  <a:lnTo>
                    <a:pt x="0" y="4"/>
                  </a:lnTo>
                  <a:lnTo>
                    <a:pt x="0" y="4"/>
                  </a:lnTo>
                </a:path>
              </a:pathLst>
            </a:custGeom>
            <a:solidFill>
              <a:srgbClr val="787878"/>
            </a:solidFill>
            <a:ln cap="rnd">
              <a:noFill/>
              <a:round/>
            </a:ln>
            <a:effectLst/>
          </p:spPr>
        </p:sp>
        <p:sp>
          <p:nvSpPr>
            <p:cNvPr id="62252" name=""/>
            <p:cNvSpPr/>
            <p:nvPr/>
          </p:nvSpPr>
          <p:spPr>
            <a:xfrm>
              <a:off x="4183" y="3225"/>
              <a:ext cx="21" cy="18"/>
            </a:xfrm>
            <a:custGeom>
              <a:pathLst>
                <a:path w="21" h="18">
                  <a:moveTo>
                    <a:pt x="0" y="3"/>
                  </a:moveTo>
                  <a:lnTo>
                    <a:pt x="0" y="3"/>
                  </a:lnTo>
                  <a:lnTo>
                    <a:pt x="20" y="1"/>
                  </a:lnTo>
                  <a:lnTo>
                    <a:pt x="20" y="0"/>
                  </a:lnTo>
                  <a:lnTo>
                    <a:pt x="20" y="0"/>
                  </a:lnTo>
                  <a:lnTo>
                    <a:pt x="20" y="17"/>
                  </a:lnTo>
                  <a:lnTo>
                    <a:pt x="20" y="17"/>
                  </a:lnTo>
                  <a:lnTo>
                    <a:pt x="20" y="17"/>
                  </a:lnTo>
                  <a:lnTo>
                    <a:pt x="20" y="17"/>
                  </a:lnTo>
                  <a:lnTo>
                    <a:pt x="0" y="17"/>
                  </a:lnTo>
                  <a:lnTo>
                    <a:pt x="0" y="3"/>
                  </a:lnTo>
                  <a:lnTo>
                    <a:pt x="0" y="3"/>
                  </a:lnTo>
                  <a:lnTo>
                    <a:pt x="0" y="3"/>
                  </a:lnTo>
                </a:path>
              </a:pathLst>
            </a:custGeom>
            <a:solidFill>
              <a:srgbClr val="7D7D7D"/>
            </a:solidFill>
            <a:ln cap="rnd">
              <a:noFill/>
              <a:round/>
            </a:ln>
            <a:effectLst/>
          </p:spPr>
        </p:sp>
        <p:sp>
          <p:nvSpPr>
            <p:cNvPr id="62253" name=""/>
            <p:cNvSpPr/>
            <p:nvPr/>
          </p:nvSpPr>
          <p:spPr>
            <a:xfrm>
              <a:off x="4183" y="3223"/>
              <a:ext cx="21" cy="20"/>
            </a:xfrm>
            <a:custGeom>
              <a:pathLst>
                <a:path w="21" h="20">
                  <a:moveTo>
                    <a:pt x="0" y="2"/>
                  </a:moveTo>
                  <a:lnTo>
                    <a:pt x="0" y="1"/>
                  </a:lnTo>
                  <a:lnTo>
                    <a:pt x="0" y="1"/>
                  </a:lnTo>
                  <a:lnTo>
                    <a:pt x="20" y="0"/>
                  </a:lnTo>
                  <a:lnTo>
                    <a:pt x="20" y="0"/>
                  </a:lnTo>
                  <a:lnTo>
                    <a:pt x="20" y="19"/>
                  </a:lnTo>
                  <a:lnTo>
                    <a:pt x="20" y="19"/>
                  </a:lnTo>
                  <a:lnTo>
                    <a:pt x="20" y="19"/>
                  </a:lnTo>
                  <a:lnTo>
                    <a:pt x="0" y="19"/>
                  </a:lnTo>
                  <a:lnTo>
                    <a:pt x="0" y="19"/>
                  </a:lnTo>
                  <a:lnTo>
                    <a:pt x="0" y="19"/>
                  </a:lnTo>
                  <a:lnTo>
                    <a:pt x="0" y="2"/>
                  </a:lnTo>
                  <a:lnTo>
                    <a:pt x="0" y="2"/>
                  </a:lnTo>
                  <a:lnTo>
                    <a:pt x="0" y="2"/>
                  </a:lnTo>
                </a:path>
              </a:pathLst>
            </a:custGeom>
            <a:solidFill>
              <a:srgbClr val="808080"/>
            </a:solidFill>
            <a:ln cap="rnd">
              <a:noFill/>
              <a:round/>
            </a:ln>
            <a:effectLst/>
          </p:spPr>
        </p:sp>
        <p:sp>
          <p:nvSpPr>
            <p:cNvPr id="62254" name=""/>
            <p:cNvSpPr/>
            <p:nvPr/>
          </p:nvSpPr>
          <p:spPr>
            <a:xfrm>
              <a:off x="4184" y="3222"/>
              <a:ext cx="21" cy="21"/>
            </a:xfrm>
            <a:custGeom>
              <a:pathLst>
                <a:path w="21" h="21">
                  <a:moveTo>
                    <a:pt x="0" y="1"/>
                  </a:moveTo>
                  <a:lnTo>
                    <a:pt x="0" y="1"/>
                  </a:lnTo>
                  <a:lnTo>
                    <a:pt x="0" y="1"/>
                  </a:lnTo>
                  <a:lnTo>
                    <a:pt x="20" y="0"/>
                  </a:lnTo>
                  <a:lnTo>
                    <a:pt x="20" y="0"/>
                  </a:lnTo>
                  <a:lnTo>
                    <a:pt x="20" y="20"/>
                  </a:lnTo>
                  <a:lnTo>
                    <a:pt x="20" y="20"/>
                  </a:lnTo>
                  <a:lnTo>
                    <a:pt x="0" y="20"/>
                  </a:lnTo>
                  <a:lnTo>
                    <a:pt x="0" y="20"/>
                  </a:lnTo>
                  <a:lnTo>
                    <a:pt x="0" y="20"/>
                  </a:lnTo>
                  <a:lnTo>
                    <a:pt x="0" y="1"/>
                  </a:lnTo>
                  <a:lnTo>
                    <a:pt x="0" y="1"/>
                  </a:lnTo>
                </a:path>
              </a:pathLst>
            </a:custGeom>
            <a:solidFill>
              <a:srgbClr val="838383"/>
            </a:solidFill>
            <a:ln cap="rnd">
              <a:noFill/>
              <a:round/>
            </a:ln>
            <a:effectLst/>
          </p:spPr>
        </p:sp>
        <p:sp>
          <p:nvSpPr>
            <p:cNvPr id="62255" name=""/>
            <p:cNvSpPr/>
            <p:nvPr/>
          </p:nvSpPr>
          <p:spPr>
            <a:xfrm>
              <a:off x="4185" y="3221"/>
              <a:ext cx="21" cy="22"/>
            </a:xfrm>
            <a:custGeom>
              <a:pathLst>
                <a:path w="21" h="22">
                  <a:moveTo>
                    <a:pt x="0" y="1"/>
                  </a:moveTo>
                  <a:lnTo>
                    <a:pt x="0" y="0"/>
                  </a:lnTo>
                  <a:lnTo>
                    <a:pt x="0" y="0"/>
                  </a:lnTo>
                  <a:lnTo>
                    <a:pt x="20" y="0"/>
                  </a:lnTo>
                  <a:lnTo>
                    <a:pt x="20" y="0"/>
                  </a:lnTo>
                  <a:lnTo>
                    <a:pt x="20" y="21"/>
                  </a:lnTo>
                  <a:lnTo>
                    <a:pt x="20" y="21"/>
                  </a:lnTo>
                  <a:lnTo>
                    <a:pt x="20" y="21"/>
                  </a:lnTo>
                  <a:lnTo>
                    <a:pt x="0" y="21"/>
                  </a:lnTo>
                  <a:lnTo>
                    <a:pt x="0" y="21"/>
                  </a:lnTo>
                  <a:lnTo>
                    <a:pt x="0" y="1"/>
                  </a:lnTo>
                  <a:lnTo>
                    <a:pt x="0" y="1"/>
                  </a:lnTo>
                </a:path>
              </a:pathLst>
            </a:custGeom>
            <a:solidFill>
              <a:srgbClr val="888888"/>
            </a:solidFill>
            <a:ln cap="rnd">
              <a:noFill/>
              <a:round/>
            </a:ln>
            <a:effectLst/>
          </p:spPr>
        </p:sp>
        <p:sp>
          <p:nvSpPr>
            <p:cNvPr id="62256" name=""/>
            <p:cNvSpPr/>
            <p:nvPr/>
          </p:nvSpPr>
          <p:spPr>
            <a:xfrm>
              <a:off x="4186" y="3221"/>
              <a:ext cx="21" cy="22"/>
            </a:xfrm>
            <a:custGeom>
              <a:pathLst>
                <a:path w="21" h="22">
                  <a:moveTo>
                    <a:pt x="0" y="0"/>
                  </a:moveTo>
                  <a:lnTo>
                    <a:pt x="0" y="0"/>
                  </a:lnTo>
                  <a:lnTo>
                    <a:pt x="0" y="0"/>
                  </a:lnTo>
                  <a:lnTo>
                    <a:pt x="0" y="0"/>
                  </a:lnTo>
                  <a:lnTo>
                    <a:pt x="20" y="0"/>
                  </a:lnTo>
                  <a:lnTo>
                    <a:pt x="20" y="21"/>
                  </a:lnTo>
                  <a:lnTo>
                    <a:pt x="20" y="21"/>
                  </a:lnTo>
                  <a:lnTo>
                    <a:pt x="0" y="21"/>
                  </a:lnTo>
                  <a:lnTo>
                    <a:pt x="0" y="21"/>
                  </a:lnTo>
                  <a:lnTo>
                    <a:pt x="0" y="21"/>
                  </a:lnTo>
                  <a:lnTo>
                    <a:pt x="0" y="0"/>
                  </a:lnTo>
                  <a:lnTo>
                    <a:pt x="0" y="0"/>
                  </a:lnTo>
                  <a:lnTo>
                    <a:pt x="0" y="0"/>
                  </a:lnTo>
                </a:path>
              </a:pathLst>
            </a:custGeom>
            <a:solidFill>
              <a:srgbClr val="8D8D8D"/>
            </a:solidFill>
            <a:ln cap="rnd">
              <a:noFill/>
              <a:round/>
            </a:ln>
            <a:effectLst/>
          </p:spPr>
        </p:sp>
        <p:sp>
          <p:nvSpPr>
            <p:cNvPr id="62257" name=""/>
            <p:cNvSpPr/>
            <p:nvPr/>
          </p:nvSpPr>
          <p:spPr>
            <a:xfrm>
              <a:off x="4188" y="3220"/>
              <a:ext cx="21" cy="23"/>
            </a:xfrm>
            <a:custGeom>
              <a:pathLst>
                <a:path w="21" h="23">
                  <a:moveTo>
                    <a:pt x="0" y="1"/>
                  </a:moveTo>
                  <a:lnTo>
                    <a:pt x="0" y="1"/>
                  </a:lnTo>
                  <a:lnTo>
                    <a:pt x="20" y="0"/>
                  </a:lnTo>
                  <a:lnTo>
                    <a:pt x="20" y="0"/>
                  </a:lnTo>
                  <a:lnTo>
                    <a:pt x="20" y="0"/>
                  </a:lnTo>
                  <a:lnTo>
                    <a:pt x="20" y="22"/>
                  </a:lnTo>
                  <a:lnTo>
                    <a:pt x="20" y="22"/>
                  </a:lnTo>
                  <a:lnTo>
                    <a:pt x="20" y="22"/>
                  </a:lnTo>
                  <a:lnTo>
                    <a:pt x="0" y="22"/>
                  </a:lnTo>
                  <a:lnTo>
                    <a:pt x="0" y="22"/>
                  </a:lnTo>
                  <a:lnTo>
                    <a:pt x="0" y="1"/>
                  </a:lnTo>
                  <a:lnTo>
                    <a:pt x="0" y="1"/>
                  </a:lnTo>
                </a:path>
              </a:pathLst>
            </a:custGeom>
            <a:solidFill>
              <a:srgbClr val="8F8F8F"/>
            </a:solidFill>
            <a:ln cap="rnd">
              <a:noFill/>
              <a:round/>
            </a:ln>
            <a:effectLst/>
          </p:spPr>
        </p:sp>
        <p:sp>
          <p:nvSpPr>
            <p:cNvPr id="62258" name=""/>
            <p:cNvSpPr/>
            <p:nvPr/>
          </p:nvSpPr>
          <p:spPr>
            <a:xfrm>
              <a:off x="4188" y="3219"/>
              <a:ext cx="1" cy="24"/>
            </a:xfrm>
            <a:custGeom>
              <a:pathLst>
                <a:path w="1" h="24">
                  <a:moveTo>
                    <a:pt x="0" y="1"/>
                  </a:moveTo>
                  <a:lnTo>
                    <a:pt x="0" y="1"/>
                  </a:lnTo>
                  <a:lnTo>
                    <a:pt x="0" y="0"/>
                  </a:lnTo>
                  <a:lnTo>
                    <a:pt x="0" y="0"/>
                  </a:lnTo>
                  <a:lnTo>
                    <a:pt x="0" y="0"/>
                  </a:lnTo>
                  <a:lnTo>
                    <a:pt x="0" y="23"/>
                  </a:lnTo>
                  <a:lnTo>
                    <a:pt x="0" y="23"/>
                  </a:lnTo>
                  <a:lnTo>
                    <a:pt x="0" y="23"/>
                  </a:lnTo>
                  <a:lnTo>
                    <a:pt x="0" y="23"/>
                  </a:lnTo>
                  <a:lnTo>
                    <a:pt x="0" y="23"/>
                  </a:lnTo>
                  <a:lnTo>
                    <a:pt x="0" y="1"/>
                  </a:lnTo>
                  <a:lnTo>
                    <a:pt x="0" y="1"/>
                  </a:lnTo>
                  <a:lnTo>
                    <a:pt x="0" y="1"/>
                  </a:lnTo>
                </a:path>
              </a:pathLst>
            </a:custGeom>
            <a:solidFill>
              <a:srgbClr val="949494"/>
            </a:solidFill>
            <a:ln cap="rnd">
              <a:noFill/>
              <a:round/>
            </a:ln>
            <a:effectLst/>
          </p:spPr>
        </p:sp>
        <p:sp>
          <p:nvSpPr>
            <p:cNvPr id="62259" name=""/>
            <p:cNvSpPr/>
            <p:nvPr/>
          </p:nvSpPr>
          <p:spPr>
            <a:xfrm>
              <a:off x="4188" y="3218"/>
              <a:ext cx="21" cy="26"/>
            </a:xfrm>
            <a:custGeom>
              <a:pathLst>
                <a:path w="21" h="26">
                  <a:moveTo>
                    <a:pt x="0" y="1"/>
                  </a:moveTo>
                  <a:lnTo>
                    <a:pt x="10" y="1"/>
                  </a:lnTo>
                  <a:lnTo>
                    <a:pt x="10" y="1"/>
                  </a:lnTo>
                  <a:lnTo>
                    <a:pt x="10" y="1"/>
                  </a:lnTo>
                  <a:lnTo>
                    <a:pt x="20" y="0"/>
                  </a:lnTo>
                  <a:lnTo>
                    <a:pt x="20" y="25"/>
                  </a:lnTo>
                  <a:lnTo>
                    <a:pt x="10" y="24"/>
                  </a:lnTo>
                  <a:lnTo>
                    <a:pt x="10" y="24"/>
                  </a:lnTo>
                  <a:lnTo>
                    <a:pt x="10" y="24"/>
                  </a:lnTo>
                  <a:lnTo>
                    <a:pt x="0" y="24"/>
                  </a:lnTo>
                  <a:lnTo>
                    <a:pt x="0" y="1"/>
                  </a:lnTo>
                  <a:lnTo>
                    <a:pt x="0" y="1"/>
                  </a:lnTo>
                  <a:lnTo>
                    <a:pt x="0" y="1"/>
                  </a:lnTo>
                </a:path>
              </a:pathLst>
            </a:custGeom>
            <a:solidFill>
              <a:srgbClr val="979797"/>
            </a:solidFill>
            <a:ln cap="rnd">
              <a:noFill/>
              <a:round/>
            </a:ln>
            <a:effectLst/>
          </p:spPr>
        </p:sp>
        <p:sp>
          <p:nvSpPr>
            <p:cNvPr id="62260" name=""/>
            <p:cNvSpPr/>
            <p:nvPr/>
          </p:nvSpPr>
          <p:spPr>
            <a:xfrm>
              <a:off x="4190" y="3217"/>
              <a:ext cx="1" cy="27"/>
            </a:xfrm>
            <a:custGeom>
              <a:pathLst>
                <a:path w="1" h="27">
                  <a:moveTo>
                    <a:pt x="0" y="1"/>
                  </a:moveTo>
                  <a:lnTo>
                    <a:pt x="0" y="1"/>
                  </a:lnTo>
                  <a:lnTo>
                    <a:pt x="0" y="1"/>
                  </a:lnTo>
                  <a:lnTo>
                    <a:pt x="0" y="1"/>
                  </a:lnTo>
                  <a:lnTo>
                    <a:pt x="0" y="1"/>
                  </a:lnTo>
                  <a:lnTo>
                    <a:pt x="0" y="1"/>
                  </a:lnTo>
                  <a:lnTo>
                    <a:pt x="0" y="1"/>
                  </a:lnTo>
                  <a:lnTo>
                    <a:pt x="0" y="0"/>
                  </a:lnTo>
                  <a:lnTo>
                    <a:pt x="0" y="26"/>
                  </a:lnTo>
                  <a:lnTo>
                    <a:pt x="0" y="26"/>
                  </a:lnTo>
                  <a:lnTo>
                    <a:pt x="0" y="26"/>
                  </a:lnTo>
                  <a:lnTo>
                    <a:pt x="0" y="26"/>
                  </a:lnTo>
                  <a:lnTo>
                    <a:pt x="0" y="26"/>
                  </a:lnTo>
                  <a:lnTo>
                    <a:pt x="0" y="1"/>
                  </a:lnTo>
                  <a:lnTo>
                    <a:pt x="0" y="1"/>
                  </a:lnTo>
                </a:path>
              </a:pathLst>
            </a:custGeom>
            <a:solidFill>
              <a:srgbClr val="9C9C9C"/>
            </a:solidFill>
            <a:ln cap="rnd">
              <a:noFill/>
              <a:round/>
            </a:ln>
            <a:effectLst/>
          </p:spPr>
        </p:sp>
        <p:sp>
          <p:nvSpPr>
            <p:cNvPr id="62261" name=""/>
            <p:cNvSpPr/>
            <p:nvPr/>
          </p:nvSpPr>
          <p:spPr>
            <a:xfrm>
              <a:off x="4190" y="3216"/>
              <a:ext cx="21" cy="29"/>
            </a:xfrm>
            <a:custGeom>
              <a:pathLst>
                <a:path w="21" h="29">
                  <a:moveTo>
                    <a:pt x="0" y="1"/>
                  </a:moveTo>
                  <a:lnTo>
                    <a:pt x="0" y="1"/>
                  </a:lnTo>
                  <a:lnTo>
                    <a:pt x="20" y="1"/>
                  </a:lnTo>
                  <a:lnTo>
                    <a:pt x="20" y="1"/>
                  </a:lnTo>
                  <a:lnTo>
                    <a:pt x="20" y="0"/>
                  </a:lnTo>
                  <a:lnTo>
                    <a:pt x="20" y="0"/>
                  </a:lnTo>
                  <a:lnTo>
                    <a:pt x="20" y="0"/>
                  </a:lnTo>
                  <a:lnTo>
                    <a:pt x="20" y="0"/>
                  </a:lnTo>
                  <a:lnTo>
                    <a:pt x="20" y="28"/>
                  </a:lnTo>
                  <a:lnTo>
                    <a:pt x="20" y="27"/>
                  </a:lnTo>
                  <a:lnTo>
                    <a:pt x="20" y="27"/>
                  </a:lnTo>
                  <a:lnTo>
                    <a:pt x="20" y="27"/>
                  </a:lnTo>
                  <a:lnTo>
                    <a:pt x="0" y="27"/>
                  </a:lnTo>
                  <a:lnTo>
                    <a:pt x="0" y="1"/>
                  </a:lnTo>
                  <a:lnTo>
                    <a:pt x="0" y="1"/>
                  </a:lnTo>
                  <a:lnTo>
                    <a:pt x="0" y="1"/>
                  </a:lnTo>
                </a:path>
              </a:pathLst>
            </a:custGeom>
            <a:solidFill>
              <a:srgbClr val="9F9F9F"/>
            </a:solidFill>
            <a:ln cap="rnd">
              <a:noFill/>
              <a:round/>
            </a:ln>
            <a:effectLst/>
          </p:spPr>
        </p:sp>
        <p:sp>
          <p:nvSpPr>
            <p:cNvPr id="62262" name=""/>
            <p:cNvSpPr/>
            <p:nvPr/>
          </p:nvSpPr>
          <p:spPr>
            <a:xfrm>
              <a:off x="4191" y="3216"/>
              <a:ext cx="21" cy="29"/>
            </a:xfrm>
            <a:custGeom>
              <a:pathLst>
                <a:path w="21" h="29">
                  <a:moveTo>
                    <a:pt x="0" y="0"/>
                  </a:moveTo>
                  <a:lnTo>
                    <a:pt x="10" y="0"/>
                  </a:lnTo>
                  <a:lnTo>
                    <a:pt x="10" y="0"/>
                  </a:lnTo>
                  <a:lnTo>
                    <a:pt x="10" y="0"/>
                  </a:lnTo>
                  <a:lnTo>
                    <a:pt x="20" y="0"/>
                  </a:lnTo>
                  <a:lnTo>
                    <a:pt x="20" y="28"/>
                  </a:lnTo>
                  <a:lnTo>
                    <a:pt x="10" y="28"/>
                  </a:lnTo>
                  <a:lnTo>
                    <a:pt x="10" y="28"/>
                  </a:lnTo>
                  <a:lnTo>
                    <a:pt x="10" y="28"/>
                  </a:lnTo>
                  <a:lnTo>
                    <a:pt x="0" y="28"/>
                  </a:lnTo>
                  <a:lnTo>
                    <a:pt x="0" y="0"/>
                  </a:lnTo>
                  <a:lnTo>
                    <a:pt x="0" y="0"/>
                  </a:lnTo>
                  <a:lnTo>
                    <a:pt x="0" y="0"/>
                  </a:lnTo>
                </a:path>
              </a:pathLst>
            </a:custGeom>
            <a:solidFill>
              <a:srgbClr val="A4A4A4"/>
            </a:solidFill>
            <a:ln cap="rnd">
              <a:noFill/>
              <a:round/>
            </a:ln>
            <a:effectLst/>
          </p:spPr>
        </p:sp>
        <p:sp>
          <p:nvSpPr>
            <p:cNvPr id="62263" name=""/>
            <p:cNvSpPr/>
            <p:nvPr/>
          </p:nvSpPr>
          <p:spPr>
            <a:xfrm>
              <a:off x="4193" y="3216"/>
              <a:ext cx="1" cy="29"/>
            </a:xfrm>
            <a:custGeom>
              <a:pathLst>
                <a:path w="1" h="29">
                  <a:moveTo>
                    <a:pt x="0" y="0"/>
                  </a:moveTo>
                  <a:lnTo>
                    <a:pt x="0" y="0"/>
                  </a:lnTo>
                  <a:lnTo>
                    <a:pt x="0" y="0"/>
                  </a:lnTo>
                  <a:lnTo>
                    <a:pt x="0" y="0"/>
                  </a:lnTo>
                  <a:lnTo>
                    <a:pt x="0" y="0"/>
                  </a:lnTo>
                  <a:lnTo>
                    <a:pt x="0" y="28"/>
                  </a:lnTo>
                  <a:lnTo>
                    <a:pt x="0" y="28"/>
                  </a:lnTo>
                  <a:lnTo>
                    <a:pt x="0" y="28"/>
                  </a:lnTo>
                  <a:lnTo>
                    <a:pt x="0" y="28"/>
                  </a:lnTo>
                  <a:lnTo>
                    <a:pt x="0" y="28"/>
                  </a:lnTo>
                  <a:lnTo>
                    <a:pt x="0" y="0"/>
                  </a:lnTo>
                  <a:lnTo>
                    <a:pt x="0" y="0"/>
                  </a:lnTo>
                </a:path>
              </a:pathLst>
            </a:custGeom>
            <a:solidFill>
              <a:srgbClr val="A9A9A9"/>
            </a:solidFill>
            <a:ln cap="rnd">
              <a:noFill/>
              <a:round/>
            </a:ln>
            <a:effectLst/>
          </p:spPr>
        </p:sp>
        <p:sp>
          <p:nvSpPr>
            <p:cNvPr id="62264" name=""/>
            <p:cNvSpPr/>
            <p:nvPr/>
          </p:nvSpPr>
          <p:spPr>
            <a:xfrm>
              <a:off x="4193" y="3216"/>
              <a:ext cx="21" cy="29"/>
            </a:xfrm>
            <a:custGeom>
              <a:pathLst>
                <a:path w="21" h="29">
                  <a:moveTo>
                    <a:pt x="0" y="0"/>
                  </a:moveTo>
                  <a:lnTo>
                    <a:pt x="0" y="0"/>
                  </a:lnTo>
                  <a:lnTo>
                    <a:pt x="20" y="0"/>
                  </a:lnTo>
                  <a:lnTo>
                    <a:pt x="20" y="0"/>
                  </a:lnTo>
                  <a:lnTo>
                    <a:pt x="20" y="0"/>
                  </a:lnTo>
                  <a:lnTo>
                    <a:pt x="20" y="28"/>
                  </a:lnTo>
                  <a:lnTo>
                    <a:pt x="20" y="28"/>
                  </a:lnTo>
                  <a:lnTo>
                    <a:pt x="20" y="28"/>
                  </a:lnTo>
                  <a:lnTo>
                    <a:pt x="0" y="28"/>
                  </a:lnTo>
                  <a:lnTo>
                    <a:pt x="0" y="28"/>
                  </a:lnTo>
                  <a:lnTo>
                    <a:pt x="0" y="0"/>
                  </a:lnTo>
                  <a:lnTo>
                    <a:pt x="0" y="0"/>
                  </a:lnTo>
                </a:path>
              </a:pathLst>
            </a:custGeom>
            <a:solidFill>
              <a:srgbClr val="ABABAB"/>
            </a:solidFill>
            <a:ln cap="rnd">
              <a:noFill/>
              <a:round/>
            </a:ln>
            <a:effectLst/>
          </p:spPr>
        </p:sp>
        <p:sp>
          <p:nvSpPr>
            <p:cNvPr id="62265" name=""/>
            <p:cNvSpPr/>
            <p:nvPr/>
          </p:nvSpPr>
          <p:spPr>
            <a:xfrm>
              <a:off x="4194" y="3216"/>
              <a:ext cx="21" cy="29"/>
            </a:xfrm>
            <a:custGeom>
              <a:pathLst>
                <a:path w="21" h="29">
                  <a:moveTo>
                    <a:pt x="0" y="0"/>
                  </a:moveTo>
                  <a:lnTo>
                    <a:pt x="0" y="0"/>
                  </a:lnTo>
                  <a:lnTo>
                    <a:pt x="20" y="0"/>
                  </a:lnTo>
                  <a:lnTo>
                    <a:pt x="20" y="0"/>
                  </a:lnTo>
                  <a:lnTo>
                    <a:pt x="20" y="0"/>
                  </a:lnTo>
                  <a:lnTo>
                    <a:pt x="20" y="28"/>
                  </a:lnTo>
                  <a:lnTo>
                    <a:pt x="20" y="28"/>
                  </a:lnTo>
                  <a:lnTo>
                    <a:pt x="20" y="28"/>
                  </a:lnTo>
                  <a:lnTo>
                    <a:pt x="0" y="28"/>
                  </a:lnTo>
                  <a:lnTo>
                    <a:pt x="0" y="28"/>
                  </a:lnTo>
                  <a:lnTo>
                    <a:pt x="0" y="0"/>
                  </a:lnTo>
                  <a:lnTo>
                    <a:pt x="0" y="0"/>
                  </a:lnTo>
                </a:path>
              </a:pathLst>
            </a:custGeom>
            <a:solidFill>
              <a:srgbClr val="B0B0B0"/>
            </a:solidFill>
            <a:ln cap="rnd">
              <a:noFill/>
              <a:round/>
            </a:ln>
            <a:effectLst/>
          </p:spPr>
        </p:sp>
        <p:sp>
          <p:nvSpPr>
            <p:cNvPr id="62266" name=""/>
            <p:cNvSpPr/>
            <p:nvPr/>
          </p:nvSpPr>
          <p:spPr>
            <a:xfrm>
              <a:off x="4195" y="3216"/>
              <a:ext cx="21" cy="29"/>
            </a:xfrm>
            <a:custGeom>
              <a:pathLst>
                <a:path w="21" h="29">
                  <a:moveTo>
                    <a:pt x="0" y="0"/>
                  </a:moveTo>
                  <a:lnTo>
                    <a:pt x="0" y="0"/>
                  </a:lnTo>
                  <a:lnTo>
                    <a:pt x="0" y="0"/>
                  </a:lnTo>
                  <a:lnTo>
                    <a:pt x="20" y="0"/>
                  </a:lnTo>
                  <a:lnTo>
                    <a:pt x="20" y="0"/>
                  </a:lnTo>
                  <a:lnTo>
                    <a:pt x="20" y="28"/>
                  </a:lnTo>
                  <a:lnTo>
                    <a:pt x="20" y="28"/>
                  </a:lnTo>
                  <a:lnTo>
                    <a:pt x="0" y="28"/>
                  </a:lnTo>
                  <a:lnTo>
                    <a:pt x="0" y="28"/>
                  </a:lnTo>
                  <a:lnTo>
                    <a:pt x="0" y="28"/>
                  </a:lnTo>
                  <a:lnTo>
                    <a:pt x="0" y="28"/>
                  </a:lnTo>
                  <a:lnTo>
                    <a:pt x="0" y="0"/>
                  </a:lnTo>
                  <a:lnTo>
                    <a:pt x="0" y="0"/>
                  </a:lnTo>
                  <a:lnTo>
                    <a:pt x="0" y="0"/>
                  </a:lnTo>
                </a:path>
              </a:pathLst>
            </a:custGeom>
            <a:solidFill>
              <a:srgbClr val="B3B3B3"/>
            </a:solidFill>
            <a:ln cap="rnd">
              <a:noFill/>
              <a:round/>
            </a:ln>
            <a:effectLst/>
          </p:spPr>
        </p:sp>
        <p:sp>
          <p:nvSpPr>
            <p:cNvPr id="62267" name=""/>
            <p:cNvSpPr/>
            <p:nvPr/>
          </p:nvSpPr>
          <p:spPr>
            <a:xfrm>
              <a:off x="4196" y="3216"/>
              <a:ext cx="21" cy="29"/>
            </a:xfrm>
            <a:custGeom>
              <a:pathLst>
                <a:path w="21" h="29">
                  <a:moveTo>
                    <a:pt x="0" y="0"/>
                  </a:moveTo>
                  <a:lnTo>
                    <a:pt x="0" y="0"/>
                  </a:lnTo>
                  <a:lnTo>
                    <a:pt x="20" y="0"/>
                  </a:lnTo>
                  <a:lnTo>
                    <a:pt x="20" y="0"/>
                  </a:lnTo>
                  <a:lnTo>
                    <a:pt x="20" y="0"/>
                  </a:lnTo>
                  <a:lnTo>
                    <a:pt x="20" y="28"/>
                  </a:lnTo>
                  <a:lnTo>
                    <a:pt x="20" y="28"/>
                  </a:lnTo>
                  <a:lnTo>
                    <a:pt x="20" y="28"/>
                  </a:lnTo>
                  <a:lnTo>
                    <a:pt x="0" y="28"/>
                  </a:lnTo>
                  <a:lnTo>
                    <a:pt x="0" y="28"/>
                  </a:lnTo>
                  <a:lnTo>
                    <a:pt x="0" y="0"/>
                  </a:lnTo>
                  <a:lnTo>
                    <a:pt x="0" y="0"/>
                  </a:lnTo>
                  <a:lnTo>
                    <a:pt x="0" y="0"/>
                  </a:lnTo>
                </a:path>
              </a:pathLst>
            </a:custGeom>
            <a:solidFill>
              <a:srgbClr val="B6B6B6"/>
            </a:solidFill>
            <a:ln cap="rnd">
              <a:noFill/>
              <a:round/>
            </a:ln>
            <a:effectLst/>
          </p:spPr>
        </p:sp>
        <p:sp>
          <p:nvSpPr>
            <p:cNvPr id="62268" name=""/>
            <p:cNvSpPr/>
            <p:nvPr/>
          </p:nvSpPr>
          <p:spPr>
            <a:xfrm>
              <a:off x="4198" y="3215"/>
              <a:ext cx="1" cy="30"/>
            </a:xfrm>
            <a:custGeom>
              <a:pathLst>
                <a:path w="1" h="30">
                  <a:moveTo>
                    <a:pt x="0" y="0"/>
                  </a:moveTo>
                  <a:lnTo>
                    <a:pt x="0" y="1"/>
                  </a:lnTo>
                  <a:lnTo>
                    <a:pt x="0" y="1"/>
                  </a:lnTo>
                  <a:lnTo>
                    <a:pt x="0" y="1"/>
                  </a:lnTo>
                  <a:lnTo>
                    <a:pt x="0" y="0"/>
                  </a:lnTo>
                  <a:lnTo>
                    <a:pt x="0" y="29"/>
                  </a:lnTo>
                  <a:lnTo>
                    <a:pt x="0" y="29"/>
                  </a:lnTo>
                  <a:lnTo>
                    <a:pt x="0" y="29"/>
                  </a:lnTo>
                  <a:lnTo>
                    <a:pt x="0" y="29"/>
                  </a:lnTo>
                  <a:lnTo>
                    <a:pt x="0" y="29"/>
                  </a:lnTo>
                  <a:lnTo>
                    <a:pt x="0" y="1"/>
                  </a:lnTo>
                  <a:lnTo>
                    <a:pt x="0" y="1"/>
                  </a:lnTo>
                  <a:lnTo>
                    <a:pt x="0" y="0"/>
                  </a:lnTo>
                </a:path>
              </a:pathLst>
            </a:custGeom>
            <a:solidFill>
              <a:srgbClr val="BBBBBB"/>
            </a:solidFill>
            <a:ln cap="rnd">
              <a:noFill/>
              <a:round/>
            </a:ln>
            <a:effectLst/>
          </p:spPr>
        </p:sp>
        <p:sp>
          <p:nvSpPr>
            <p:cNvPr id="62269" name=""/>
            <p:cNvSpPr/>
            <p:nvPr/>
          </p:nvSpPr>
          <p:spPr>
            <a:xfrm>
              <a:off x="4198" y="3214"/>
              <a:ext cx="21" cy="31"/>
            </a:xfrm>
            <a:custGeom>
              <a:pathLst>
                <a:path w="21" h="31">
                  <a:moveTo>
                    <a:pt x="0" y="1"/>
                  </a:moveTo>
                  <a:lnTo>
                    <a:pt x="0" y="1"/>
                  </a:lnTo>
                  <a:lnTo>
                    <a:pt x="10" y="1"/>
                  </a:lnTo>
                  <a:lnTo>
                    <a:pt x="10" y="1"/>
                  </a:lnTo>
                  <a:lnTo>
                    <a:pt x="10" y="1"/>
                  </a:lnTo>
                  <a:lnTo>
                    <a:pt x="10" y="1"/>
                  </a:lnTo>
                  <a:lnTo>
                    <a:pt x="20" y="0"/>
                  </a:lnTo>
                  <a:lnTo>
                    <a:pt x="20" y="30"/>
                  </a:lnTo>
                  <a:lnTo>
                    <a:pt x="10" y="30"/>
                  </a:lnTo>
                  <a:lnTo>
                    <a:pt x="10" y="30"/>
                  </a:lnTo>
                  <a:lnTo>
                    <a:pt x="10" y="30"/>
                  </a:lnTo>
                  <a:lnTo>
                    <a:pt x="0" y="30"/>
                  </a:lnTo>
                  <a:lnTo>
                    <a:pt x="0" y="1"/>
                  </a:lnTo>
                  <a:lnTo>
                    <a:pt x="0" y="1"/>
                  </a:lnTo>
                </a:path>
              </a:pathLst>
            </a:custGeom>
            <a:solidFill>
              <a:srgbClr val="C0C0C0"/>
            </a:solidFill>
            <a:ln cap="rnd">
              <a:noFill/>
              <a:round/>
            </a:ln>
            <a:effectLst/>
          </p:spPr>
        </p:sp>
        <p:sp>
          <p:nvSpPr>
            <p:cNvPr id="62270" name=""/>
            <p:cNvSpPr/>
            <p:nvPr/>
          </p:nvSpPr>
          <p:spPr>
            <a:xfrm>
              <a:off x="4199" y="3214"/>
              <a:ext cx="21" cy="31"/>
            </a:xfrm>
            <a:custGeom>
              <a:pathLst>
                <a:path w="21" h="31">
                  <a:moveTo>
                    <a:pt x="0" y="0"/>
                  </a:moveTo>
                  <a:lnTo>
                    <a:pt x="0" y="0"/>
                  </a:lnTo>
                  <a:lnTo>
                    <a:pt x="0" y="0"/>
                  </a:lnTo>
                  <a:lnTo>
                    <a:pt x="20" y="0"/>
                  </a:lnTo>
                  <a:lnTo>
                    <a:pt x="20" y="0"/>
                  </a:lnTo>
                  <a:lnTo>
                    <a:pt x="20" y="30"/>
                  </a:lnTo>
                  <a:lnTo>
                    <a:pt x="20" y="30"/>
                  </a:lnTo>
                  <a:lnTo>
                    <a:pt x="0" y="30"/>
                  </a:lnTo>
                  <a:lnTo>
                    <a:pt x="0" y="30"/>
                  </a:lnTo>
                  <a:lnTo>
                    <a:pt x="0" y="30"/>
                  </a:lnTo>
                  <a:lnTo>
                    <a:pt x="0" y="0"/>
                  </a:lnTo>
                  <a:lnTo>
                    <a:pt x="0" y="0"/>
                  </a:lnTo>
                  <a:lnTo>
                    <a:pt x="0" y="0"/>
                  </a:lnTo>
                </a:path>
              </a:pathLst>
            </a:custGeom>
            <a:solidFill>
              <a:srgbClr val="C2C2C2"/>
            </a:solidFill>
            <a:ln cap="rnd">
              <a:noFill/>
              <a:round/>
            </a:ln>
            <a:effectLst/>
          </p:spPr>
        </p:sp>
        <p:sp>
          <p:nvSpPr>
            <p:cNvPr id="62271" name=""/>
            <p:cNvSpPr/>
            <p:nvPr/>
          </p:nvSpPr>
          <p:spPr>
            <a:xfrm>
              <a:off x="4200" y="3214"/>
              <a:ext cx="21" cy="31"/>
            </a:xfrm>
            <a:custGeom>
              <a:pathLst>
                <a:path w="21" h="31">
                  <a:moveTo>
                    <a:pt x="0" y="0"/>
                  </a:moveTo>
                  <a:lnTo>
                    <a:pt x="0" y="0"/>
                  </a:lnTo>
                  <a:lnTo>
                    <a:pt x="0" y="0"/>
                  </a:lnTo>
                  <a:lnTo>
                    <a:pt x="0" y="0"/>
                  </a:lnTo>
                  <a:lnTo>
                    <a:pt x="0" y="0"/>
                  </a:lnTo>
                  <a:lnTo>
                    <a:pt x="20" y="0"/>
                  </a:lnTo>
                  <a:lnTo>
                    <a:pt x="20" y="0"/>
                  </a:lnTo>
                  <a:lnTo>
                    <a:pt x="20" y="30"/>
                  </a:lnTo>
                  <a:lnTo>
                    <a:pt x="20" y="30"/>
                  </a:lnTo>
                  <a:lnTo>
                    <a:pt x="0" y="30"/>
                  </a:lnTo>
                  <a:lnTo>
                    <a:pt x="0" y="30"/>
                  </a:lnTo>
                  <a:lnTo>
                    <a:pt x="0" y="30"/>
                  </a:lnTo>
                  <a:lnTo>
                    <a:pt x="0" y="0"/>
                  </a:lnTo>
                  <a:lnTo>
                    <a:pt x="0" y="0"/>
                  </a:lnTo>
                </a:path>
              </a:pathLst>
            </a:custGeom>
            <a:solidFill>
              <a:srgbClr val="C7C7C7"/>
            </a:solidFill>
            <a:ln cap="rnd">
              <a:noFill/>
              <a:round/>
            </a:ln>
            <a:effectLst/>
          </p:spPr>
        </p:sp>
        <p:sp>
          <p:nvSpPr>
            <p:cNvPr id="62272" name=""/>
            <p:cNvSpPr/>
            <p:nvPr/>
          </p:nvSpPr>
          <p:spPr>
            <a:xfrm>
              <a:off x="4201" y="3214"/>
              <a:ext cx="1" cy="31"/>
            </a:xfrm>
            <a:custGeom>
              <a:pathLst>
                <a:path w="1" h="31">
                  <a:moveTo>
                    <a:pt x="0" y="0"/>
                  </a:moveTo>
                  <a:lnTo>
                    <a:pt x="0" y="0"/>
                  </a:lnTo>
                  <a:lnTo>
                    <a:pt x="0" y="0"/>
                  </a:lnTo>
                  <a:lnTo>
                    <a:pt x="0" y="0"/>
                  </a:lnTo>
                  <a:lnTo>
                    <a:pt x="0" y="0"/>
                  </a:lnTo>
                  <a:lnTo>
                    <a:pt x="0" y="30"/>
                  </a:lnTo>
                  <a:lnTo>
                    <a:pt x="0" y="30"/>
                  </a:lnTo>
                  <a:lnTo>
                    <a:pt x="0" y="30"/>
                  </a:lnTo>
                  <a:lnTo>
                    <a:pt x="0" y="30"/>
                  </a:lnTo>
                  <a:lnTo>
                    <a:pt x="0" y="30"/>
                  </a:lnTo>
                  <a:lnTo>
                    <a:pt x="0" y="0"/>
                  </a:lnTo>
                  <a:lnTo>
                    <a:pt x="0" y="0"/>
                  </a:lnTo>
                  <a:lnTo>
                    <a:pt x="0" y="0"/>
                  </a:lnTo>
                </a:path>
              </a:pathLst>
            </a:custGeom>
            <a:solidFill>
              <a:srgbClr val="CACACA"/>
            </a:solidFill>
            <a:ln cap="rnd">
              <a:noFill/>
              <a:round/>
            </a:ln>
            <a:effectLst/>
          </p:spPr>
        </p:sp>
        <p:sp>
          <p:nvSpPr>
            <p:cNvPr id="62273" name=""/>
            <p:cNvSpPr/>
            <p:nvPr/>
          </p:nvSpPr>
          <p:spPr>
            <a:xfrm>
              <a:off x="4201" y="3214"/>
              <a:ext cx="21" cy="31"/>
            </a:xfrm>
            <a:custGeom>
              <a:pathLst>
                <a:path w="21" h="31">
                  <a:moveTo>
                    <a:pt x="0" y="0"/>
                  </a:moveTo>
                  <a:lnTo>
                    <a:pt x="20" y="0"/>
                  </a:lnTo>
                  <a:lnTo>
                    <a:pt x="20" y="0"/>
                  </a:lnTo>
                  <a:lnTo>
                    <a:pt x="20" y="0"/>
                  </a:lnTo>
                  <a:lnTo>
                    <a:pt x="20" y="0"/>
                  </a:lnTo>
                  <a:lnTo>
                    <a:pt x="20" y="30"/>
                  </a:lnTo>
                  <a:lnTo>
                    <a:pt x="20" y="30"/>
                  </a:lnTo>
                  <a:lnTo>
                    <a:pt x="20" y="30"/>
                  </a:lnTo>
                  <a:lnTo>
                    <a:pt x="20" y="30"/>
                  </a:lnTo>
                  <a:lnTo>
                    <a:pt x="0" y="30"/>
                  </a:lnTo>
                  <a:lnTo>
                    <a:pt x="0" y="0"/>
                  </a:lnTo>
                  <a:lnTo>
                    <a:pt x="0" y="0"/>
                  </a:lnTo>
                </a:path>
              </a:pathLst>
            </a:custGeom>
            <a:solidFill>
              <a:srgbClr val="CFCFCF"/>
            </a:solidFill>
            <a:ln cap="rnd">
              <a:noFill/>
              <a:round/>
            </a:ln>
            <a:effectLst/>
          </p:spPr>
        </p:sp>
        <p:sp>
          <p:nvSpPr>
            <p:cNvPr id="62274" name=""/>
            <p:cNvSpPr/>
            <p:nvPr/>
          </p:nvSpPr>
          <p:spPr>
            <a:xfrm>
              <a:off x="4203" y="3214"/>
              <a:ext cx="21" cy="31"/>
            </a:xfrm>
            <a:custGeom>
              <a:pathLst>
                <a:path w="21" h="31">
                  <a:moveTo>
                    <a:pt x="0" y="0"/>
                  </a:moveTo>
                  <a:lnTo>
                    <a:pt x="20" y="0"/>
                  </a:lnTo>
                  <a:lnTo>
                    <a:pt x="20" y="0"/>
                  </a:lnTo>
                  <a:lnTo>
                    <a:pt x="20" y="0"/>
                  </a:lnTo>
                  <a:lnTo>
                    <a:pt x="20" y="0"/>
                  </a:lnTo>
                  <a:lnTo>
                    <a:pt x="20" y="30"/>
                  </a:lnTo>
                  <a:lnTo>
                    <a:pt x="20" y="30"/>
                  </a:lnTo>
                  <a:lnTo>
                    <a:pt x="20" y="30"/>
                  </a:lnTo>
                  <a:lnTo>
                    <a:pt x="20" y="30"/>
                  </a:lnTo>
                  <a:lnTo>
                    <a:pt x="0" y="30"/>
                  </a:lnTo>
                  <a:lnTo>
                    <a:pt x="0" y="0"/>
                  </a:lnTo>
                  <a:lnTo>
                    <a:pt x="0" y="0"/>
                  </a:lnTo>
                  <a:lnTo>
                    <a:pt x="0" y="0"/>
                  </a:lnTo>
                </a:path>
              </a:pathLst>
            </a:custGeom>
            <a:solidFill>
              <a:srgbClr val="D2D2D2"/>
            </a:solidFill>
            <a:ln cap="rnd">
              <a:noFill/>
              <a:round/>
            </a:ln>
            <a:effectLst/>
          </p:spPr>
        </p:sp>
        <p:sp>
          <p:nvSpPr>
            <p:cNvPr id="62275" name=""/>
            <p:cNvSpPr/>
            <p:nvPr/>
          </p:nvSpPr>
          <p:spPr>
            <a:xfrm>
              <a:off x="4203" y="3214"/>
              <a:ext cx="21" cy="31"/>
            </a:xfrm>
            <a:custGeom>
              <a:pathLst>
                <a:path w="21" h="31">
                  <a:moveTo>
                    <a:pt x="0" y="0"/>
                  </a:moveTo>
                  <a:lnTo>
                    <a:pt x="10" y="0"/>
                  </a:lnTo>
                  <a:lnTo>
                    <a:pt x="10" y="0"/>
                  </a:lnTo>
                  <a:lnTo>
                    <a:pt x="20" y="0"/>
                  </a:lnTo>
                  <a:lnTo>
                    <a:pt x="20" y="0"/>
                  </a:lnTo>
                  <a:lnTo>
                    <a:pt x="20" y="30"/>
                  </a:lnTo>
                  <a:lnTo>
                    <a:pt x="20" y="30"/>
                  </a:lnTo>
                  <a:lnTo>
                    <a:pt x="10" y="30"/>
                  </a:lnTo>
                  <a:lnTo>
                    <a:pt x="10" y="30"/>
                  </a:lnTo>
                  <a:lnTo>
                    <a:pt x="0" y="30"/>
                  </a:lnTo>
                  <a:lnTo>
                    <a:pt x="0" y="0"/>
                  </a:lnTo>
                  <a:lnTo>
                    <a:pt x="0" y="0"/>
                  </a:lnTo>
                </a:path>
              </a:pathLst>
            </a:custGeom>
            <a:solidFill>
              <a:srgbClr val="D7D7D7"/>
            </a:solidFill>
            <a:ln cap="rnd">
              <a:noFill/>
              <a:round/>
            </a:ln>
            <a:effectLst/>
          </p:spPr>
        </p:sp>
        <p:sp>
          <p:nvSpPr>
            <p:cNvPr id="62276" name=""/>
            <p:cNvSpPr/>
            <p:nvPr/>
          </p:nvSpPr>
          <p:spPr>
            <a:xfrm>
              <a:off x="4205" y="3214"/>
              <a:ext cx="1" cy="31"/>
            </a:xfrm>
            <a:custGeom>
              <a:pathLst>
                <a:path w="1" h="31">
                  <a:moveTo>
                    <a:pt x="0" y="0"/>
                  </a:moveTo>
                  <a:lnTo>
                    <a:pt x="0" y="0"/>
                  </a:lnTo>
                  <a:lnTo>
                    <a:pt x="0" y="0"/>
                  </a:lnTo>
                  <a:lnTo>
                    <a:pt x="0" y="0"/>
                  </a:lnTo>
                  <a:lnTo>
                    <a:pt x="0" y="0"/>
                  </a:lnTo>
                  <a:lnTo>
                    <a:pt x="0" y="30"/>
                  </a:lnTo>
                  <a:lnTo>
                    <a:pt x="0" y="30"/>
                  </a:lnTo>
                  <a:lnTo>
                    <a:pt x="0" y="30"/>
                  </a:lnTo>
                  <a:lnTo>
                    <a:pt x="0" y="30"/>
                  </a:lnTo>
                  <a:lnTo>
                    <a:pt x="0" y="30"/>
                  </a:lnTo>
                  <a:lnTo>
                    <a:pt x="0" y="0"/>
                  </a:lnTo>
                  <a:lnTo>
                    <a:pt x="0" y="0"/>
                  </a:lnTo>
                </a:path>
              </a:pathLst>
            </a:custGeom>
            <a:solidFill>
              <a:srgbClr val="DCDCDC"/>
            </a:solidFill>
            <a:ln cap="rnd">
              <a:noFill/>
              <a:round/>
            </a:ln>
            <a:effectLst/>
          </p:spPr>
        </p:sp>
        <p:sp>
          <p:nvSpPr>
            <p:cNvPr id="62277" name=""/>
            <p:cNvSpPr/>
            <p:nvPr/>
          </p:nvSpPr>
          <p:spPr>
            <a:xfrm>
              <a:off x="4205" y="3214"/>
              <a:ext cx="21" cy="31"/>
            </a:xfrm>
            <a:custGeom>
              <a:pathLst>
                <a:path w="21" h="31">
                  <a:moveTo>
                    <a:pt x="0" y="0"/>
                  </a:moveTo>
                  <a:lnTo>
                    <a:pt x="0" y="0"/>
                  </a:lnTo>
                  <a:lnTo>
                    <a:pt x="20" y="0"/>
                  </a:lnTo>
                  <a:lnTo>
                    <a:pt x="20" y="0"/>
                  </a:lnTo>
                  <a:lnTo>
                    <a:pt x="20" y="0"/>
                  </a:lnTo>
                  <a:lnTo>
                    <a:pt x="20" y="30"/>
                  </a:lnTo>
                  <a:lnTo>
                    <a:pt x="20" y="30"/>
                  </a:lnTo>
                  <a:lnTo>
                    <a:pt x="20" y="30"/>
                  </a:lnTo>
                  <a:lnTo>
                    <a:pt x="20" y="30"/>
                  </a:lnTo>
                  <a:lnTo>
                    <a:pt x="0" y="30"/>
                  </a:lnTo>
                  <a:lnTo>
                    <a:pt x="0" y="30"/>
                  </a:lnTo>
                  <a:lnTo>
                    <a:pt x="0" y="30"/>
                  </a:lnTo>
                  <a:lnTo>
                    <a:pt x="0" y="0"/>
                  </a:lnTo>
                  <a:lnTo>
                    <a:pt x="0" y="0"/>
                  </a:lnTo>
                  <a:lnTo>
                    <a:pt x="0" y="0"/>
                  </a:lnTo>
                </a:path>
              </a:pathLst>
            </a:custGeom>
            <a:solidFill>
              <a:srgbClr val="DEDEDE"/>
            </a:solidFill>
            <a:ln cap="rnd">
              <a:noFill/>
              <a:round/>
            </a:ln>
            <a:effectLst/>
          </p:spPr>
        </p:sp>
        <p:sp>
          <p:nvSpPr>
            <p:cNvPr id="62278" name=""/>
            <p:cNvSpPr/>
            <p:nvPr/>
          </p:nvSpPr>
          <p:spPr>
            <a:xfrm>
              <a:off x="4206" y="3214"/>
              <a:ext cx="21" cy="31"/>
            </a:xfrm>
            <a:custGeom>
              <a:pathLst>
                <a:path w="21" h="31">
                  <a:moveTo>
                    <a:pt x="0" y="0"/>
                  </a:moveTo>
                  <a:lnTo>
                    <a:pt x="20" y="0"/>
                  </a:lnTo>
                  <a:lnTo>
                    <a:pt x="20" y="0"/>
                  </a:lnTo>
                  <a:lnTo>
                    <a:pt x="20" y="0"/>
                  </a:lnTo>
                  <a:lnTo>
                    <a:pt x="20" y="1"/>
                  </a:lnTo>
                  <a:lnTo>
                    <a:pt x="20" y="30"/>
                  </a:lnTo>
                  <a:lnTo>
                    <a:pt x="20" y="30"/>
                  </a:lnTo>
                  <a:lnTo>
                    <a:pt x="20" y="30"/>
                  </a:lnTo>
                  <a:lnTo>
                    <a:pt x="20" y="30"/>
                  </a:lnTo>
                  <a:lnTo>
                    <a:pt x="0" y="30"/>
                  </a:lnTo>
                  <a:lnTo>
                    <a:pt x="0" y="0"/>
                  </a:lnTo>
                  <a:lnTo>
                    <a:pt x="0" y="0"/>
                  </a:lnTo>
                </a:path>
              </a:pathLst>
            </a:custGeom>
            <a:solidFill>
              <a:srgbClr val="E3E3E3"/>
            </a:solidFill>
            <a:ln cap="rnd">
              <a:noFill/>
              <a:round/>
            </a:ln>
            <a:effectLst/>
          </p:spPr>
        </p:sp>
        <p:sp>
          <p:nvSpPr>
            <p:cNvPr id="62279" name=""/>
            <p:cNvSpPr/>
            <p:nvPr/>
          </p:nvSpPr>
          <p:spPr>
            <a:xfrm>
              <a:off x="4208" y="3215"/>
              <a:ext cx="21" cy="30"/>
            </a:xfrm>
            <a:custGeom>
              <a:pathLst>
                <a:path w="21" h="30">
                  <a:moveTo>
                    <a:pt x="0" y="0"/>
                  </a:moveTo>
                  <a:lnTo>
                    <a:pt x="1" y="0"/>
                  </a:lnTo>
                  <a:lnTo>
                    <a:pt x="1" y="0"/>
                  </a:lnTo>
                  <a:lnTo>
                    <a:pt x="1" y="0"/>
                  </a:lnTo>
                  <a:lnTo>
                    <a:pt x="1" y="0"/>
                  </a:lnTo>
                  <a:lnTo>
                    <a:pt x="2" y="1"/>
                  </a:lnTo>
                  <a:lnTo>
                    <a:pt x="2" y="1"/>
                  </a:lnTo>
                  <a:lnTo>
                    <a:pt x="3" y="1"/>
                  </a:lnTo>
                  <a:lnTo>
                    <a:pt x="3" y="2"/>
                  </a:lnTo>
                  <a:lnTo>
                    <a:pt x="4" y="2"/>
                  </a:lnTo>
                  <a:lnTo>
                    <a:pt x="5" y="3"/>
                  </a:lnTo>
                  <a:lnTo>
                    <a:pt x="6" y="3"/>
                  </a:lnTo>
                  <a:lnTo>
                    <a:pt x="7" y="3"/>
                  </a:lnTo>
                  <a:lnTo>
                    <a:pt x="8" y="3"/>
                  </a:lnTo>
                  <a:lnTo>
                    <a:pt x="9" y="4"/>
                  </a:lnTo>
                  <a:lnTo>
                    <a:pt x="10" y="4"/>
                  </a:lnTo>
                  <a:lnTo>
                    <a:pt x="11" y="5"/>
                  </a:lnTo>
                  <a:lnTo>
                    <a:pt x="12" y="6"/>
                  </a:lnTo>
                  <a:lnTo>
                    <a:pt x="14" y="6"/>
                  </a:lnTo>
                  <a:lnTo>
                    <a:pt x="14" y="7"/>
                  </a:lnTo>
                  <a:lnTo>
                    <a:pt x="15" y="8"/>
                  </a:lnTo>
                  <a:lnTo>
                    <a:pt x="17" y="10"/>
                  </a:lnTo>
                  <a:lnTo>
                    <a:pt x="18" y="13"/>
                  </a:lnTo>
                  <a:lnTo>
                    <a:pt x="20" y="15"/>
                  </a:lnTo>
                  <a:lnTo>
                    <a:pt x="20" y="17"/>
                  </a:lnTo>
                  <a:lnTo>
                    <a:pt x="20" y="19"/>
                  </a:lnTo>
                  <a:lnTo>
                    <a:pt x="20" y="20"/>
                  </a:lnTo>
                  <a:lnTo>
                    <a:pt x="20" y="22"/>
                  </a:lnTo>
                  <a:lnTo>
                    <a:pt x="18" y="22"/>
                  </a:lnTo>
                  <a:lnTo>
                    <a:pt x="17" y="23"/>
                  </a:lnTo>
                  <a:lnTo>
                    <a:pt x="16" y="24"/>
                  </a:lnTo>
                  <a:lnTo>
                    <a:pt x="14" y="25"/>
                  </a:lnTo>
                  <a:lnTo>
                    <a:pt x="14" y="26"/>
                  </a:lnTo>
                  <a:lnTo>
                    <a:pt x="12" y="27"/>
                  </a:lnTo>
                  <a:lnTo>
                    <a:pt x="11" y="27"/>
                  </a:lnTo>
                  <a:lnTo>
                    <a:pt x="10" y="28"/>
                  </a:lnTo>
                  <a:lnTo>
                    <a:pt x="9" y="28"/>
                  </a:lnTo>
                  <a:lnTo>
                    <a:pt x="7" y="29"/>
                  </a:lnTo>
                  <a:lnTo>
                    <a:pt x="7" y="29"/>
                  </a:lnTo>
                  <a:lnTo>
                    <a:pt x="5" y="29"/>
                  </a:lnTo>
                  <a:lnTo>
                    <a:pt x="4" y="29"/>
                  </a:lnTo>
                  <a:lnTo>
                    <a:pt x="3" y="29"/>
                  </a:lnTo>
                  <a:lnTo>
                    <a:pt x="2" y="29"/>
                  </a:lnTo>
                  <a:lnTo>
                    <a:pt x="1" y="29"/>
                  </a:lnTo>
                  <a:lnTo>
                    <a:pt x="0" y="29"/>
                  </a:lnTo>
                  <a:lnTo>
                    <a:pt x="0" y="0"/>
                  </a:lnTo>
                  <a:lnTo>
                    <a:pt x="0" y="0"/>
                  </a:lnTo>
                  <a:lnTo>
                    <a:pt x="0" y="0"/>
                  </a:lnTo>
                </a:path>
              </a:pathLst>
            </a:custGeom>
            <a:solidFill>
              <a:srgbClr val="E6E6E6"/>
            </a:solidFill>
            <a:ln cap="rnd">
              <a:noFill/>
              <a:round/>
            </a:ln>
            <a:effectLst/>
          </p:spPr>
        </p:sp>
        <p:sp>
          <p:nvSpPr>
            <p:cNvPr id="62280" name=""/>
            <p:cNvSpPr/>
            <p:nvPr/>
          </p:nvSpPr>
          <p:spPr>
            <a:xfrm>
              <a:off x="4153" y="3218"/>
              <a:ext cx="38" cy="27"/>
            </a:xfrm>
            <a:custGeom>
              <a:pathLst>
                <a:path w="38" h="27">
                  <a:moveTo>
                    <a:pt x="1" y="26"/>
                  </a:moveTo>
                  <a:lnTo>
                    <a:pt x="1" y="26"/>
                  </a:lnTo>
                  <a:lnTo>
                    <a:pt x="1" y="25"/>
                  </a:lnTo>
                  <a:lnTo>
                    <a:pt x="1" y="24"/>
                  </a:lnTo>
                  <a:lnTo>
                    <a:pt x="2" y="24"/>
                  </a:lnTo>
                  <a:lnTo>
                    <a:pt x="1" y="20"/>
                  </a:lnTo>
                  <a:lnTo>
                    <a:pt x="1" y="16"/>
                  </a:lnTo>
                  <a:lnTo>
                    <a:pt x="0" y="12"/>
                  </a:lnTo>
                  <a:lnTo>
                    <a:pt x="0" y="7"/>
                  </a:lnTo>
                  <a:lnTo>
                    <a:pt x="0" y="7"/>
                  </a:lnTo>
                  <a:lnTo>
                    <a:pt x="1" y="7"/>
                  </a:lnTo>
                  <a:lnTo>
                    <a:pt x="1" y="7"/>
                  </a:lnTo>
                  <a:lnTo>
                    <a:pt x="2" y="6"/>
                  </a:lnTo>
                  <a:lnTo>
                    <a:pt x="3" y="10"/>
                  </a:lnTo>
                  <a:lnTo>
                    <a:pt x="4" y="14"/>
                  </a:lnTo>
                  <a:lnTo>
                    <a:pt x="5" y="17"/>
                  </a:lnTo>
                  <a:lnTo>
                    <a:pt x="7" y="21"/>
                  </a:lnTo>
                  <a:lnTo>
                    <a:pt x="9" y="21"/>
                  </a:lnTo>
                  <a:lnTo>
                    <a:pt x="12" y="19"/>
                  </a:lnTo>
                  <a:lnTo>
                    <a:pt x="15" y="19"/>
                  </a:lnTo>
                  <a:lnTo>
                    <a:pt x="18" y="18"/>
                  </a:lnTo>
                  <a:lnTo>
                    <a:pt x="21" y="17"/>
                  </a:lnTo>
                  <a:lnTo>
                    <a:pt x="23" y="16"/>
                  </a:lnTo>
                  <a:lnTo>
                    <a:pt x="26" y="15"/>
                  </a:lnTo>
                  <a:lnTo>
                    <a:pt x="29" y="14"/>
                  </a:lnTo>
                  <a:lnTo>
                    <a:pt x="29" y="12"/>
                  </a:lnTo>
                  <a:lnTo>
                    <a:pt x="29" y="10"/>
                  </a:lnTo>
                  <a:lnTo>
                    <a:pt x="30" y="8"/>
                  </a:lnTo>
                  <a:lnTo>
                    <a:pt x="30" y="7"/>
                  </a:lnTo>
                  <a:lnTo>
                    <a:pt x="31" y="5"/>
                  </a:lnTo>
                  <a:lnTo>
                    <a:pt x="33" y="3"/>
                  </a:lnTo>
                  <a:lnTo>
                    <a:pt x="35" y="2"/>
                  </a:lnTo>
                  <a:lnTo>
                    <a:pt x="37" y="0"/>
                  </a:lnTo>
                  <a:lnTo>
                    <a:pt x="35" y="3"/>
                  </a:lnTo>
                  <a:lnTo>
                    <a:pt x="34" y="5"/>
                  </a:lnTo>
                  <a:lnTo>
                    <a:pt x="33" y="7"/>
                  </a:lnTo>
                  <a:lnTo>
                    <a:pt x="32" y="9"/>
                  </a:lnTo>
                  <a:lnTo>
                    <a:pt x="31" y="12"/>
                  </a:lnTo>
                  <a:lnTo>
                    <a:pt x="30" y="13"/>
                  </a:lnTo>
                  <a:lnTo>
                    <a:pt x="29" y="15"/>
                  </a:lnTo>
                  <a:lnTo>
                    <a:pt x="29" y="16"/>
                  </a:lnTo>
                  <a:lnTo>
                    <a:pt x="1" y="26"/>
                  </a:lnTo>
                  <a:lnTo>
                    <a:pt x="1" y="26"/>
                  </a:lnTo>
                  <a:lnTo>
                    <a:pt x="1" y="26"/>
                  </a:lnTo>
                </a:path>
              </a:pathLst>
            </a:custGeom>
            <a:solidFill>
              <a:srgbClr val="000066"/>
            </a:solidFill>
            <a:ln cap="rnd">
              <a:noFill/>
              <a:round/>
            </a:ln>
            <a:effectLst/>
          </p:spPr>
        </p:sp>
        <p:sp>
          <p:nvSpPr>
            <p:cNvPr id="62281" name=""/>
            <p:cNvSpPr/>
            <p:nvPr/>
          </p:nvSpPr>
          <p:spPr>
            <a:xfrm>
              <a:off x="4204" y="3219"/>
              <a:ext cx="23" cy="17"/>
            </a:xfrm>
            <a:custGeom>
              <a:pathLst>
                <a:path w="23" h="17">
                  <a:moveTo>
                    <a:pt x="22" y="16"/>
                  </a:moveTo>
                  <a:lnTo>
                    <a:pt x="21" y="16"/>
                  </a:lnTo>
                  <a:lnTo>
                    <a:pt x="20" y="14"/>
                  </a:lnTo>
                  <a:lnTo>
                    <a:pt x="20" y="13"/>
                  </a:lnTo>
                  <a:lnTo>
                    <a:pt x="18" y="13"/>
                  </a:lnTo>
                  <a:lnTo>
                    <a:pt x="17" y="13"/>
                  </a:lnTo>
                  <a:lnTo>
                    <a:pt x="15" y="13"/>
                  </a:lnTo>
                  <a:lnTo>
                    <a:pt x="14" y="13"/>
                  </a:lnTo>
                  <a:lnTo>
                    <a:pt x="13" y="13"/>
                  </a:lnTo>
                  <a:lnTo>
                    <a:pt x="12" y="13"/>
                  </a:lnTo>
                  <a:lnTo>
                    <a:pt x="12" y="11"/>
                  </a:lnTo>
                  <a:lnTo>
                    <a:pt x="11" y="11"/>
                  </a:lnTo>
                  <a:lnTo>
                    <a:pt x="10" y="11"/>
                  </a:lnTo>
                  <a:lnTo>
                    <a:pt x="10" y="11"/>
                  </a:lnTo>
                  <a:lnTo>
                    <a:pt x="8" y="11"/>
                  </a:lnTo>
                  <a:lnTo>
                    <a:pt x="8" y="11"/>
                  </a:lnTo>
                  <a:lnTo>
                    <a:pt x="7" y="11"/>
                  </a:lnTo>
                  <a:lnTo>
                    <a:pt x="6" y="11"/>
                  </a:lnTo>
                  <a:lnTo>
                    <a:pt x="5" y="11"/>
                  </a:lnTo>
                  <a:lnTo>
                    <a:pt x="4" y="11"/>
                  </a:lnTo>
                  <a:lnTo>
                    <a:pt x="4" y="11"/>
                  </a:lnTo>
                  <a:lnTo>
                    <a:pt x="3" y="13"/>
                  </a:lnTo>
                  <a:lnTo>
                    <a:pt x="2" y="13"/>
                  </a:lnTo>
                  <a:lnTo>
                    <a:pt x="1" y="13"/>
                  </a:lnTo>
                  <a:lnTo>
                    <a:pt x="1" y="13"/>
                  </a:lnTo>
                  <a:lnTo>
                    <a:pt x="0" y="2"/>
                  </a:lnTo>
                  <a:lnTo>
                    <a:pt x="0" y="2"/>
                  </a:lnTo>
                  <a:lnTo>
                    <a:pt x="0" y="2"/>
                  </a:lnTo>
                  <a:lnTo>
                    <a:pt x="1" y="2"/>
                  </a:lnTo>
                  <a:lnTo>
                    <a:pt x="1" y="1"/>
                  </a:lnTo>
                  <a:lnTo>
                    <a:pt x="1" y="1"/>
                  </a:lnTo>
                  <a:lnTo>
                    <a:pt x="2" y="1"/>
                  </a:lnTo>
                  <a:lnTo>
                    <a:pt x="3" y="1"/>
                  </a:lnTo>
                  <a:lnTo>
                    <a:pt x="4" y="0"/>
                  </a:lnTo>
                  <a:lnTo>
                    <a:pt x="4" y="0"/>
                  </a:lnTo>
                  <a:lnTo>
                    <a:pt x="5" y="0"/>
                  </a:lnTo>
                  <a:lnTo>
                    <a:pt x="6" y="0"/>
                  </a:lnTo>
                  <a:lnTo>
                    <a:pt x="7" y="0"/>
                  </a:lnTo>
                  <a:lnTo>
                    <a:pt x="8" y="0"/>
                  </a:lnTo>
                  <a:lnTo>
                    <a:pt x="8" y="0"/>
                  </a:lnTo>
                  <a:lnTo>
                    <a:pt x="9" y="1"/>
                  </a:lnTo>
                  <a:lnTo>
                    <a:pt x="10" y="1"/>
                  </a:lnTo>
                  <a:lnTo>
                    <a:pt x="10" y="1"/>
                  </a:lnTo>
                  <a:lnTo>
                    <a:pt x="12" y="1"/>
                  </a:lnTo>
                  <a:lnTo>
                    <a:pt x="12" y="1"/>
                  </a:lnTo>
                  <a:lnTo>
                    <a:pt x="13" y="2"/>
                  </a:lnTo>
                  <a:lnTo>
                    <a:pt x="14" y="2"/>
                  </a:lnTo>
                  <a:lnTo>
                    <a:pt x="15" y="2"/>
                  </a:lnTo>
                  <a:lnTo>
                    <a:pt x="15" y="2"/>
                  </a:lnTo>
                  <a:lnTo>
                    <a:pt x="16" y="2"/>
                  </a:lnTo>
                  <a:lnTo>
                    <a:pt x="17" y="2"/>
                  </a:lnTo>
                  <a:lnTo>
                    <a:pt x="17" y="2"/>
                  </a:lnTo>
                  <a:lnTo>
                    <a:pt x="17" y="4"/>
                  </a:lnTo>
                  <a:lnTo>
                    <a:pt x="18" y="5"/>
                  </a:lnTo>
                  <a:lnTo>
                    <a:pt x="20" y="7"/>
                  </a:lnTo>
                  <a:lnTo>
                    <a:pt x="20" y="10"/>
                  </a:lnTo>
                  <a:lnTo>
                    <a:pt x="21" y="13"/>
                  </a:lnTo>
                  <a:lnTo>
                    <a:pt x="22" y="16"/>
                  </a:lnTo>
                  <a:lnTo>
                    <a:pt x="22" y="16"/>
                  </a:lnTo>
                </a:path>
              </a:pathLst>
            </a:custGeom>
            <a:solidFill>
              <a:srgbClr val="000000"/>
            </a:solidFill>
            <a:ln cap="rnd">
              <a:noFill/>
              <a:round/>
            </a:ln>
            <a:effectLst/>
          </p:spPr>
        </p:sp>
        <p:sp>
          <p:nvSpPr>
            <p:cNvPr id="62282" name=""/>
            <p:cNvSpPr/>
            <p:nvPr/>
          </p:nvSpPr>
          <p:spPr>
            <a:xfrm>
              <a:off x="4195" y="3221"/>
              <a:ext cx="21" cy="17"/>
            </a:xfrm>
            <a:custGeom>
              <a:pathLst>
                <a:path w="21" h="17">
                  <a:moveTo>
                    <a:pt x="20" y="12"/>
                  </a:moveTo>
                  <a:lnTo>
                    <a:pt x="2" y="16"/>
                  </a:lnTo>
                  <a:lnTo>
                    <a:pt x="0" y="14"/>
                  </a:lnTo>
                  <a:lnTo>
                    <a:pt x="0" y="3"/>
                  </a:lnTo>
                  <a:lnTo>
                    <a:pt x="0" y="3"/>
                  </a:lnTo>
                  <a:lnTo>
                    <a:pt x="2" y="1"/>
                  </a:lnTo>
                  <a:lnTo>
                    <a:pt x="2" y="1"/>
                  </a:lnTo>
                  <a:lnTo>
                    <a:pt x="5" y="0"/>
                  </a:lnTo>
                  <a:lnTo>
                    <a:pt x="17" y="0"/>
                  </a:lnTo>
                  <a:lnTo>
                    <a:pt x="20" y="0"/>
                  </a:lnTo>
                  <a:lnTo>
                    <a:pt x="20" y="12"/>
                  </a:lnTo>
                  <a:lnTo>
                    <a:pt x="20" y="12"/>
                  </a:lnTo>
                </a:path>
              </a:pathLst>
            </a:custGeom>
            <a:solidFill>
              <a:srgbClr val="000000"/>
            </a:solidFill>
            <a:ln cap="rnd">
              <a:noFill/>
              <a:round/>
            </a:ln>
            <a:effectLst/>
          </p:spPr>
        </p:sp>
        <p:sp>
          <p:nvSpPr>
            <p:cNvPr id="62283" name=""/>
            <p:cNvSpPr/>
            <p:nvPr/>
          </p:nvSpPr>
          <p:spPr>
            <a:xfrm>
              <a:off x="4193" y="3223"/>
              <a:ext cx="21" cy="17"/>
            </a:xfrm>
            <a:custGeom>
              <a:pathLst>
                <a:path w="21" h="17">
                  <a:moveTo>
                    <a:pt x="20" y="0"/>
                  </a:moveTo>
                  <a:lnTo>
                    <a:pt x="20" y="16"/>
                  </a:lnTo>
                  <a:lnTo>
                    <a:pt x="13" y="16"/>
                  </a:lnTo>
                  <a:lnTo>
                    <a:pt x="13" y="16"/>
                  </a:lnTo>
                  <a:lnTo>
                    <a:pt x="13" y="16"/>
                  </a:lnTo>
                  <a:lnTo>
                    <a:pt x="13" y="16"/>
                  </a:lnTo>
                  <a:lnTo>
                    <a:pt x="13" y="16"/>
                  </a:lnTo>
                  <a:lnTo>
                    <a:pt x="6" y="16"/>
                  </a:lnTo>
                  <a:lnTo>
                    <a:pt x="6" y="16"/>
                  </a:lnTo>
                  <a:lnTo>
                    <a:pt x="6" y="16"/>
                  </a:lnTo>
                  <a:lnTo>
                    <a:pt x="6" y="16"/>
                  </a:lnTo>
                  <a:lnTo>
                    <a:pt x="0" y="13"/>
                  </a:lnTo>
                  <a:lnTo>
                    <a:pt x="0" y="11"/>
                  </a:lnTo>
                  <a:lnTo>
                    <a:pt x="0" y="11"/>
                  </a:lnTo>
                  <a:lnTo>
                    <a:pt x="0" y="11"/>
                  </a:lnTo>
                  <a:lnTo>
                    <a:pt x="0" y="6"/>
                  </a:lnTo>
                  <a:lnTo>
                    <a:pt x="6" y="4"/>
                  </a:lnTo>
                  <a:lnTo>
                    <a:pt x="6" y="2"/>
                  </a:lnTo>
                  <a:lnTo>
                    <a:pt x="6" y="2"/>
                  </a:lnTo>
                  <a:lnTo>
                    <a:pt x="6" y="2"/>
                  </a:lnTo>
                  <a:lnTo>
                    <a:pt x="6" y="0"/>
                  </a:lnTo>
                  <a:lnTo>
                    <a:pt x="6" y="0"/>
                  </a:lnTo>
                  <a:lnTo>
                    <a:pt x="13" y="0"/>
                  </a:lnTo>
                  <a:lnTo>
                    <a:pt x="13" y="0"/>
                  </a:lnTo>
                  <a:lnTo>
                    <a:pt x="13" y="0"/>
                  </a:lnTo>
                  <a:lnTo>
                    <a:pt x="20" y="0"/>
                  </a:lnTo>
                  <a:lnTo>
                    <a:pt x="20" y="0"/>
                  </a:lnTo>
                  <a:lnTo>
                    <a:pt x="20" y="0"/>
                  </a:lnTo>
                </a:path>
              </a:pathLst>
            </a:custGeom>
            <a:solidFill>
              <a:srgbClr val="000000"/>
            </a:solidFill>
            <a:ln cap="rnd">
              <a:noFill/>
              <a:round/>
            </a:ln>
            <a:effectLst/>
          </p:spPr>
        </p:sp>
        <p:sp>
          <p:nvSpPr>
            <p:cNvPr id="62284" name=""/>
            <p:cNvSpPr/>
            <p:nvPr/>
          </p:nvSpPr>
          <p:spPr>
            <a:xfrm>
              <a:off x="4176" y="3234"/>
              <a:ext cx="21" cy="17"/>
            </a:xfrm>
            <a:custGeom>
              <a:pathLst>
                <a:path w="21" h="17">
                  <a:moveTo>
                    <a:pt x="20" y="14"/>
                  </a:moveTo>
                  <a:lnTo>
                    <a:pt x="1" y="16"/>
                  </a:lnTo>
                  <a:lnTo>
                    <a:pt x="0" y="14"/>
                  </a:lnTo>
                  <a:lnTo>
                    <a:pt x="0" y="12"/>
                  </a:lnTo>
                  <a:lnTo>
                    <a:pt x="1" y="8"/>
                  </a:lnTo>
                  <a:lnTo>
                    <a:pt x="3" y="7"/>
                  </a:lnTo>
                  <a:lnTo>
                    <a:pt x="5" y="5"/>
                  </a:lnTo>
                  <a:lnTo>
                    <a:pt x="6" y="3"/>
                  </a:lnTo>
                  <a:lnTo>
                    <a:pt x="8" y="1"/>
                  </a:lnTo>
                  <a:lnTo>
                    <a:pt x="11" y="0"/>
                  </a:lnTo>
                  <a:lnTo>
                    <a:pt x="11" y="1"/>
                  </a:lnTo>
                  <a:lnTo>
                    <a:pt x="11" y="5"/>
                  </a:lnTo>
                  <a:lnTo>
                    <a:pt x="11" y="5"/>
                  </a:lnTo>
                  <a:lnTo>
                    <a:pt x="13" y="8"/>
                  </a:lnTo>
                  <a:lnTo>
                    <a:pt x="15" y="8"/>
                  </a:lnTo>
                  <a:lnTo>
                    <a:pt x="16" y="12"/>
                  </a:lnTo>
                  <a:lnTo>
                    <a:pt x="16" y="14"/>
                  </a:lnTo>
                  <a:lnTo>
                    <a:pt x="20" y="14"/>
                  </a:lnTo>
                  <a:lnTo>
                    <a:pt x="20" y="14"/>
                  </a:lnTo>
                  <a:lnTo>
                    <a:pt x="20" y="14"/>
                  </a:lnTo>
                </a:path>
              </a:pathLst>
            </a:custGeom>
            <a:solidFill>
              <a:srgbClr val="333333"/>
            </a:solidFill>
            <a:ln cap="rnd">
              <a:noFill/>
              <a:round/>
            </a:ln>
            <a:effectLst/>
          </p:spPr>
        </p:sp>
        <p:sp>
          <p:nvSpPr>
            <p:cNvPr id="62285" name=""/>
            <p:cNvSpPr/>
            <p:nvPr/>
          </p:nvSpPr>
          <p:spPr>
            <a:xfrm>
              <a:off x="4149" y="3237"/>
              <a:ext cx="21" cy="17"/>
            </a:xfrm>
            <a:custGeom>
              <a:pathLst>
                <a:path w="21" h="17">
                  <a:moveTo>
                    <a:pt x="20" y="8"/>
                  </a:moveTo>
                  <a:lnTo>
                    <a:pt x="16" y="8"/>
                  </a:lnTo>
                  <a:lnTo>
                    <a:pt x="15" y="8"/>
                  </a:lnTo>
                  <a:lnTo>
                    <a:pt x="14" y="4"/>
                  </a:lnTo>
                  <a:lnTo>
                    <a:pt x="12" y="4"/>
                  </a:lnTo>
                  <a:lnTo>
                    <a:pt x="10" y="4"/>
                  </a:lnTo>
                  <a:lnTo>
                    <a:pt x="8" y="0"/>
                  </a:lnTo>
                  <a:lnTo>
                    <a:pt x="6" y="0"/>
                  </a:lnTo>
                  <a:lnTo>
                    <a:pt x="4" y="0"/>
                  </a:lnTo>
                  <a:lnTo>
                    <a:pt x="4" y="0"/>
                  </a:lnTo>
                  <a:lnTo>
                    <a:pt x="4" y="0"/>
                  </a:lnTo>
                  <a:lnTo>
                    <a:pt x="3" y="0"/>
                  </a:lnTo>
                  <a:lnTo>
                    <a:pt x="3" y="0"/>
                  </a:lnTo>
                  <a:lnTo>
                    <a:pt x="2" y="0"/>
                  </a:lnTo>
                  <a:lnTo>
                    <a:pt x="1" y="0"/>
                  </a:lnTo>
                  <a:lnTo>
                    <a:pt x="1" y="4"/>
                  </a:lnTo>
                  <a:lnTo>
                    <a:pt x="0" y="4"/>
                  </a:lnTo>
                  <a:lnTo>
                    <a:pt x="0" y="8"/>
                  </a:lnTo>
                  <a:lnTo>
                    <a:pt x="0" y="8"/>
                  </a:lnTo>
                  <a:lnTo>
                    <a:pt x="0" y="8"/>
                  </a:lnTo>
                  <a:lnTo>
                    <a:pt x="0" y="8"/>
                  </a:lnTo>
                  <a:lnTo>
                    <a:pt x="12" y="16"/>
                  </a:lnTo>
                  <a:lnTo>
                    <a:pt x="20" y="8"/>
                  </a:lnTo>
                  <a:lnTo>
                    <a:pt x="20" y="8"/>
                  </a:lnTo>
                </a:path>
              </a:pathLst>
            </a:custGeom>
            <a:solidFill>
              <a:srgbClr val="000066"/>
            </a:solidFill>
            <a:ln cap="rnd">
              <a:noFill/>
              <a:round/>
            </a:ln>
            <a:effectLst/>
          </p:spPr>
        </p:sp>
        <p:sp>
          <p:nvSpPr>
            <p:cNvPr id="62286" name=""/>
            <p:cNvSpPr/>
            <p:nvPr/>
          </p:nvSpPr>
          <p:spPr>
            <a:xfrm>
              <a:off x="4149" y="3237"/>
              <a:ext cx="21" cy="17"/>
            </a:xfrm>
            <a:custGeom>
              <a:pathLst>
                <a:path w="21" h="17">
                  <a:moveTo>
                    <a:pt x="20" y="6"/>
                  </a:moveTo>
                  <a:lnTo>
                    <a:pt x="17" y="6"/>
                  </a:lnTo>
                  <a:lnTo>
                    <a:pt x="16" y="6"/>
                  </a:lnTo>
                  <a:lnTo>
                    <a:pt x="14" y="6"/>
                  </a:lnTo>
                  <a:lnTo>
                    <a:pt x="13" y="6"/>
                  </a:lnTo>
                  <a:lnTo>
                    <a:pt x="11" y="6"/>
                  </a:lnTo>
                  <a:lnTo>
                    <a:pt x="8" y="3"/>
                  </a:lnTo>
                  <a:lnTo>
                    <a:pt x="7" y="3"/>
                  </a:lnTo>
                  <a:lnTo>
                    <a:pt x="6" y="3"/>
                  </a:lnTo>
                  <a:lnTo>
                    <a:pt x="4" y="3"/>
                  </a:lnTo>
                  <a:lnTo>
                    <a:pt x="4" y="0"/>
                  </a:lnTo>
                  <a:lnTo>
                    <a:pt x="4" y="0"/>
                  </a:lnTo>
                  <a:lnTo>
                    <a:pt x="3" y="0"/>
                  </a:lnTo>
                  <a:lnTo>
                    <a:pt x="2" y="3"/>
                  </a:lnTo>
                  <a:lnTo>
                    <a:pt x="2" y="3"/>
                  </a:lnTo>
                  <a:lnTo>
                    <a:pt x="1" y="3"/>
                  </a:lnTo>
                  <a:lnTo>
                    <a:pt x="1" y="6"/>
                  </a:lnTo>
                  <a:lnTo>
                    <a:pt x="0" y="6"/>
                  </a:lnTo>
                  <a:lnTo>
                    <a:pt x="0" y="6"/>
                  </a:lnTo>
                  <a:lnTo>
                    <a:pt x="0" y="6"/>
                  </a:lnTo>
                  <a:lnTo>
                    <a:pt x="0" y="6"/>
                  </a:lnTo>
                  <a:lnTo>
                    <a:pt x="0" y="6"/>
                  </a:lnTo>
                  <a:lnTo>
                    <a:pt x="12" y="16"/>
                  </a:lnTo>
                  <a:lnTo>
                    <a:pt x="20" y="6"/>
                  </a:lnTo>
                  <a:lnTo>
                    <a:pt x="20" y="6"/>
                  </a:lnTo>
                  <a:lnTo>
                    <a:pt x="20" y="6"/>
                  </a:lnTo>
                </a:path>
              </a:pathLst>
            </a:custGeom>
            <a:solidFill>
              <a:srgbClr val="999999"/>
            </a:solidFill>
            <a:ln cap="rnd">
              <a:noFill/>
              <a:round/>
            </a:ln>
            <a:effectLst/>
          </p:spPr>
        </p:sp>
        <p:sp>
          <p:nvSpPr>
            <p:cNvPr id="62287" name=""/>
            <p:cNvSpPr/>
            <p:nvPr/>
          </p:nvSpPr>
          <p:spPr>
            <a:xfrm>
              <a:off x="4154" y="3228"/>
              <a:ext cx="73" cy="17"/>
            </a:xfrm>
            <a:custGeom>
              <a:pathLst>
                <a:path w="73" h="17">
                  <a:moveTo>
                    <a:pt x="72" y="4"/>
                  </a:moveTo>
                  <a:lnTo>
                    <a:pt x="72" y="4"/>
                  </a:lnTo>
                  <a:lnTo>
                    <a:pt x="71" y="3"/>
                  </a:lnTo>
                  <a:lnTo>
                    <a:pt x="70" y="2"/>
                  </a:lnTo>
                  <a:lnTo>
                    <a:pt x="68" y="2"/>
                  </a:lnTo>
                  <a:lnTo>
                    <a:pt x="67" y="2"/>
                  </a:lnTo>
                  <a:lnTo>
                    <a:pt x="65" y="2"/>
                  </a:lnTo>
                  <a:lnTo>
                    <a:pt x="64" y="2"/>
                  </a:lnTo>
                  <a:lnTo>
                    <a:pt x="63" y="2"/>
                  </a:lnTo>
                  <a:lnTo>
                    <a:pt x="61" y="2"/>
                  </a:lnTo>
                  <a:lnTo>
                    <a:pt x="60" y="1"/>
                  </a:lnTo>
                  <a:lnTo>
                    <a:pt x="58" y="2"/>
                  </a:lnTo>
                  <a:lnTo>
                    <a:pt x="56" y="2"/>
                  </a:lnTo>
                  <a:lnTo>
                    <a:pt x="54" y="2"/>
                  </a:lnTo>
                  <a:lnTo>
                    <a:pt x="53" y="2"/>
                  </a:lnTo>
                  <a:lnTo>
                    <a:pt x="51" y="2"/>
                  </a:lnTo>
                  <a:lnTo>
                    <a:pt x="49" y="2"/>
                  </a:lnTo>
                  <a:lnTo>
                    <a:pt x="48" y="2"/>
                  </a:lnTo>
                  <a:lnTo>
                    <a:pt x="46" y="2"/>
                  </a:lnTo>
                  <a:lnTo>
                    <a:pt x="44" y="3"/>
                  </a:lnTo>
                  <a:lnTo>
                    <a:pt x="43" y="3"/>
                  </a:lnTo>
                  <a:lnTo>
                    <a:pt x="41" y="4"/>
                  </a:lnTo>
                  <a:lnTo>
                    <a:pt x="40" y="4"/>
                  </a:lnTo>
                  <a:lnTo>
                    <a:pt x="39" y="5"/>
                  </a:lnTo>
                  <a:lnTo>
                    <a:pt x="37" y="5"/>
                  </a:lnTo>
                  <a:lnTo>
                    <a:pt x="36" y="6"/>
                  </a:lnTo>
                  <a:lnTo>
                    <a:pt x="34" y="6"/>
                  </a:lnTo>
                  <a:lnTo>
                    <a:pt x="34" y="7"/>
                  </a:lnTo>
                  <a:lnTo>
                    <a:pt x="32" y="7"/>
                  </a:lnTo>
                  <a:lnTo>
                    <a:pt x="31" y="9"/>
                  </a:lnTo>
                  <a:lnTo>
                    <a:pt x="30" y="9"/>
                  </a:lnTo>
                  <a:lnTo>
                    <a:pt x="30" y="9"/>
                  </a:lnTo>
                  <a:lnTo>
                    <a:pt x="30" y="10"/>
                  </a:lnTo>
                  <a:lnTo>
                    <a:pt x="0" y="16"/>
                  </a:lnTo>
                  <a:lnTo>
                    <a:pt x="0" y="16"/>
                  </a:lnTo>
                  <a:lnTo>
                    <a:pt x="0" y="16"/>
                  </a:lnTo>
                  <a:lnTo>
                    <a:pt x="0" y="16"/>
                  </a:lnTo>
                  <a:lnTo>
                    <a:pt x="0" y="16"/>
                  </a:lnTo>
                  <a:lnTo>
                    <a:pt x="30" y="9"/>
                  </a:lnTo>
                  <a:lnTo>
                    <a:pt x="30" y="9"/>
                  </a:lnTo>
                  <a:lnTo>
                    <a:pt x="31" y="8"/>
                  </a:lnTo>
                  <a:lnTo>
                    <a:pt x="32" y="7"/>
                  </a:lnTo>
                  <a:lnTo>
                    <a:pt x="32" y="6"/>
                  </a:lnTo>
                  <a:lnTo>
                    <a:pt x="34" y="6"/>
                  </a:lnTo>
                  <a:lnTo>
                    <a:pt x="34" y="5"/>
                  </a:lnTo>
                  <a:lnTo>
                    <a:pt x="36" y="4"/>
                  </a:lnTo>
                  <a:lnTo>
                    <a:pt x="37" y="4"/>
                  </a:lnTo>
                  <a:lnTo>
                    <a:pt x="39" y="4"/>
                  </a:lnTo>
                  <a:lnTo>
                    <a:pt x="40" y="3"/>
                  </a:lnTo>
                  <a:lnTo>
                    <a:pt x="42" y="2"/>
                  </a:lnTo>
                  <a:lnTo>
                    <a:pt x="43" y="2"/>
                  </a:lnTo>
                  <a:lnTo>
                    <a:pt x="45" y="2"/>
                  </a:lnTo>
                  <a:lnTo>
                    <a:pt x="47" y="1"/>
                  </a:lnTo>
                  <a:lnTo>
                    <a:pt x="48" y="1"/>
                  </a:lnTo>
                  <a:lnTo>
                    <a:pt x="50" y="0"/>
                  </a:lnTo>
                  <a:lnTo>
                    <a:pt x="52" y="0"/>
                  </a:lnTo>
                  <a:lnTo>
                    <a:pt x="53" y="0"/>
                  </a:lnTo>
                  <a:lnTo>
                    <a:pt x="55" y="0"/>
                  </a:lnTo>
                  <a:lnTo>
                    <a:pt x="57" y="0"/>
                  </a:lnTo>
                  <a:lnTo>
                    <a:pt x="58" y="0"/>
                  </a:lnTo>
                  <a:lnTo>
                    <a:pt x="60" y="0"/>
                  </a:lnTo>
                  <a:lnTo>
                    <a:pt x="61" y="0"/>
                  </a:lnTo>
                  <a:lnTo>
                    <a:pt x="63" y="0"/>
                  </a:lnTo>
                  <a:lnTo>
                    <a:pt x="64" y="0"/>
                  </a:lnTo>
                  <a:lnTo>
                    <a:pt x="65" y="0"/>
                  </a:lnTo>
                  <a:lnTo>
                    <a:pt x="67" y="1"/>
                  </a:lnTo>
                  <a:lnTo>
                    <a:pt x="69" y="1"/>
                  </a:lnTo>
                  <a:lnTo>
                    <a:pt x="70" y="2"/>
                  </a:lnTo>
                  <a:lnTo>
                    <a:pt x="71" y="2"/>
                  </a:lnTo>
                  <a:lnTo>
                    <a:pt x="72" y="3"/>
                  </a:lnTo>
                  <a:lnTo>
                    <a:pt x="72" y="3"/>
                  </a:lnTo>
                  <a:lnTo>
                    <a:pt x="72" y="4"/>
                  </a:lnTo>
                  <a:lnTo>
                    <a:pt x="72" y="4"/>
                  </a:lnTo>
                  <a:lnTo>
                    <a:pt x="72" y="4"/>
                  </a:lnTo>
                  <a:lnTo>
                    <a:pt x="72" y="4"/>
                  </a:lnTo>
                  <a:lnTo>
                    <a:pt x="72" y="4"/>
                  </a:lnTo>
                  <a:lnTo>
                    <a:pt x="72" y="4"/>
                  </a:lnTo>
                </a:path>
              </a:pathLst>
            </a:custGeom>
            <a:solidFill>
              <a:srgbClr val="990000"/>
            </a:solidFill>
            <a:ln cap="rnd">
              <a:noFill/>
              <a:round/>
            </a:ln>
            <a:effectLst/>
          </p:spPr>
        </p:sp>
        <p:sp>
          <p:nvSpPr>
            <p:cNvPr id="62288" name=""/>
            <p:cNvSpPr/>
            <p:nvPr/>
          </p:nvSpPr>
          <p:spPr>
            <a:xfrm>
              <a:off x="4180" y="3230"/>
              <a:ext cx="47" cy="17"/>
            </a:xfrm>
            <a:custGeom>
              <a:pathLst>
                <a:path w="47" h="17">
                  <a:moveTo>
                    <a:pt x="0" y="16"/>
                  </a:moveTo>
                  <a:lnTo>
                    <a:pt x="1" y="16"/>
                  </a:lnTo>
                  <a:lnTo>
                    <a:pt x="1" y="16"/>
                  </a:lnTo>
                  <a:lnTo>
                    <a:pt x="2" y="16"/>
                  </a:lnTo>
                  <a:lnTo>
                    <a:pt x="3" y="16"/>
                  </a:lnTo>
                  <a:lnTo>
                    <a:pt x="4" y="16"/>
                  </a:lnTo>
                  <a:lnTo>
                    <a:pt x="5" y="14"/>
                  </a:lnTo>
                  <a:lnTo>
                    <a:pt x="5" y="14"/>
                  </a:lnTo>
                  <a:lnTo>
                    <a:pt x="6" y="14"/>
                  </a:lnTo>
                  <a:lnTo>
                    <a:pt x="6" y="12"/>
                  </a:lnTo>
                  <a:lnTo>
                    <a:pt x="6" y="12"/>
                  </a:lnTo>
                  <a:lnTo>
                    <a:pt x="6" y="9"/>
                  </a:lnTo>
                  <a:lnTo>
                    <a:pt x="7" y="9"/>
                  </a:lnTo>
                  <a:lnTo>
                    <a:pt x="8" y="9"/>
                  </a:lnTo>
                  <a:lnTo>
                    <a:pt x="8" y="8"/>
                  </a:lnTo>
                  <a:lnTo>
                    <a:pt x="10" y="6"/>
                  </a:lnTo>
                  <a:lnTo>
                    <a:pt x="11" y="6"/>
                  </a:lnTo>
                  <a:lnTo>
                    <a:pt x="13" y="5"/>
                  </a:lnTo>
                  <a:lnTo>
                    <a:pt x="14" y="5"/>
                  </a:lnTo>
                  <a:lnTo>
                    <a:pt x="15" y="4"/>
                  </a:lnTo>
                  <a:lnTo>
                    <a:pt x="17" y="4"/>
                  </a:lnTo>
                  <a:lnTo>
                    <a:pt x="19" y="2"/>
                  </a:lnTo>
                  <a:lnTo>
                    <a:pt x="21" y="2"/>
                  </a:lnTo>
                  <a:lnTo>
                    <a:pt x="23" y="2"/>
                  </a:lnTo>
                  <a:lnTo>
                    <a:pt x="25" y="1"/>
                  </a:lnTo>
                  <a:lnTo>
                    <a:pt x="27" y="1"/>
                  </a:lnTo>
                  <a:lnTo>
                    <a:pt x="29" y="1"/>
                  </a:lnTo>
                  <a:lnTo>
                    <a:pt x="32" y="0"/>
                  </a:lnTo>
                  <a:lnTo>
                    <a:pt x="34" y="0"/>
                  </a:lnTo>
                  <a:lnTo>
                    <a:pt x="35" y="0"/>
                  </a:lnTo>
                  <a:lnTo>
                    <a:pt x="36" y="0"/>
                  </a:lnTo>
                  <a:lnTo>
                    <a:pt x="37" y="0"/>
                  </a:lnTo>
                  <a:lnTo>
                    <a:pt x="38" y="0"/>
                  </a:lnTo>
                  <a:lnTo>
                    <a:pt x="39" y="0"/>
                  </a:lnTo>
                  <a:lnTo>
                    <a:pt x="41" y="1"/>
                  </a:lnTo>
                  <a:lnTo>
                    <a:pt x="41" y="1"/>
                  </a:lnTo>
                  <a:lnTo>
                    <a:pt x="43" y="1"/>
                  </a:lnTo>
                  <a:lnTo>
                    <a:pt x="44" y="2"/>
                  </a:lnTo>
                  <a:lnTo>
                    <a:pt x="45" y="2"/>
                  </a:lnTo>
                  <a:lnTo>
                    <a:pt x="46" y="4"/>
                  </a:lnTo>
                  <a:lnTo>
                    <a:pt x="46" y="5"/>
                  </a:lnTo>
                  <a:lnTo>
                    <a:pt x="46" y="6"/>
                  </a:lnTo>
                  <a:lnTo>
                    <a:pt x="46" y="6"/>
                  </a:lnTo>
                  <a:lnTo>
                    <a:pt x="46" y="8"/>
                  </a:lnTo>
                  <a:lnTo>
                    <a:pt x="46" y="9"/>
                  </a:lnTo>
                  <a:lnTo>
                    <a:pt x="46" y="6"/>
                  </a:lnTo>
                  <a:lnTo>
                    <a:pt x="45" y="5"/>
                  </a:lnTo>
                  <a:lnTo>
                    <a:pt x="44" y="5"/>
                  </a:lnTo>
                  <a:lnTo>
                    <a:pt x="42" y="4"/>
                  </a:lnTo>
                  <a:lnTo>
                    <a:pt x="41" y="4"/>
                  </a:lnTo>
                  <a:lnTo>
                    <a:pt x="41" y="4"/>
                  </a:lnTo>
                  <a:lnTo>
                    <a:pt x="39" y="4"/>
                  </a:lnTo>
                  <a:lnTo>
                    <a:pt x="38" y="2"/>
                  </a:lnTo>
                  <a:lnTo>
                    <a:pt x="37" y="2"/>
                  </a:lnTo>
                  <a:lnTo>
                    <a:pt x="36" y="2"/>
                  </a:lnTo>
                  <a:lnTo>
                    <a:pt x="35" y="2"/>
                  </a:lnTo>
                  <a:lnTo>
                    <a:pt x="34" y="2"/>
                  </a:lnTo>
                  <a:lnTo>
                    <a:pt x="32" y="2"/>
                  </a:lnTo>
                  <a:lnTo>
                    <a:pt x="29" y="2"/>
                  </a:lnTo>
                  <a:lnTo>
                    <a:pt x="27" y="2"/>
                  </a:lnTo>
                  <a:lnTo>
                    <a:pt x="25" y="4"/>
                  </a:lnTo>
                  <a:lnTo>
                    <a:pt x="23" y="4"/>
                  </a:lnTo>
                  <a:lnTo>
                    <a:pt x="21" y="5"/>
                  </a:lnTo>
                  <a:lnTo>
                    <a:pt x="19" y="5"/>
                  </a:lnTo>
                  <a:lnTo>
                    <a:pt x="17" y="6"/>
                  </a:lnTo>
                  <a:lnTo>
                    <a:pt x="15" y="6"/>
                  </a:lnTo>
                  <a:lnTo>
                    <a:pt x="14" y="6"/>
                  </a:lnTo>
                  <a:lnTo>
                    <a:pt x="13" y="8"/>
                  </a:lnTo>
                  <a:lnTo>
                    <a:pt x="12" y="9"/>
                  </a:lnTo>
                  <a:lnTo>
                    <a:pt x="10" y="9"/>
                  </a:lnTo>
                  <a:lnTo>
                    <a:pt x="9" y="9"/>
                  </a:lnTo>
                  <a:lnTo>
                    <a:pt x="8" y="10"/>
                  </a:lnTo>
                  <a:lnTo>
                    <a:pt x="7" y="12"/>
                  </a:lnTo>
                  <a:lnTo>
                    <a:pt x="7" y="12"/>
                  </a:lnTo>
                  <a:lnTo>
                    <a:pt x="6" y="13"/>
                  </a:lnTo>
                  <a:lnTo>
                    <a:pt x="6" y="14"/>
                  </a:lnTo>
                  <a:lnTo>
                    <a:pt x="7" y="16"/>
                  </a:lnTo>
                  <a:lnTo>
                    <a:pt x="6" y="16"/>
                  </a:lnTo>
                  <a:lnTo>
                    <a:pt x="6" y="16"/>
                  </a:lnTo>
                  <a:lnTo>
                    <a:pt x="4" y="16"/>
                  </a:lnTo>
                  <a:lnTo>
                    <a:pt x="3" y="16"/>
                  </a:lnTo>
                  <a:lnTo>
                    <a:pt x="3" y="16"/>
                  </a:lnTo>
                  <a:lnTo>
                    <a:pt x="1" y="16"/>
                  </a:lnTo>
                  <a:lnTo>
                    <a:pt x="1" y="16"/>
                  </a:lnTo>
                  <a:lnTo>
                    <a:pt x="0" y="16"/>
                  </a:lnTo>
                  <a:lnTo>
                    <a:pt x="0" y="16"/>
                  </a:lnTo>
                  <a:lnTo>
                    <a:pt x="0" y="16"/>
                  </a:lnTo>
                </a:path>
              </a:pathLst>
            </a:custGeom>
            <a:solidFill>
              <a:srgbClr val="000066"/>
            </a:solidFill>
            <a:ln cap="rnd">
              <a:noFill/>
              <a:round/>
            </a:ln>
            <a:effectLst/>
          </p:spPr>
        </p:sp>
        <p:sp>
          <p:nvSpPr>
            <p:cNvPr id="62289" name=""/>
            <p:cNvSpPr/>
            <p:nvPr/>
          </p:nvSpPr>
          <p:spPr>
            <a:xfrm>
              <a:off x="4218" y="3224"/>
              <a:ext cx="1" cy="17"/>
            </a:xfrm>
            <a:custGeom>
              <a:pathLst>
                <a:path w="1" h="17">
                  <a:moveTo>
                    <a:pt x="0" y="0"/>
                  </a:moveTo>
                  <a:lnTo>
                    <a:pt x="0" y="5"/>
                  </a:lnTo>
                  <a:lnTo>
                    <a:pt x="0" y="5"/>
                  </a:lnTo>
                  <a:lnTo>
                    <a:pt x="0" y="5"/>
                  </a:lnTo>
                  <a:lnTo>
                    <a:pt x="0" y="10"/>
                  </a:lnTo>
                  <a:lnTo>
                    <a:pt x="0" y="10"/>
                  </a:lnTo>
                  <a:lnTo>
                    <a:pt x="0" y="10"/>
                  </a:lnTo>
                  <a:lnTo>
                    <a:pt x="0" y="16"/>
                  </a:lnTo>
                  <a:lnTo>
                    <a:pt x="0" y="16"/>
                  </a:lnTo>
                  <a:lnTo>
                    <a:pt x="0" y="0"/>
                  </a:lnTo>
                  <a:lnTo>
                    <a:pt x="0" y="0"/>
                  </a:lnTo>
                </a:path>
              </a:pathLst>
            </a:custGeom>
            <a:solidFill>
              <a:srgbClr val="585F5F"/>
            </a:solidFill>
            <a:ln cap="rnd">
              <a:noFill/>
              <a:round/>
            </a:ln>
            <a:effectLst/>
          </p:spPr>
        </p:sp>
        <p:sp>
          <p:nvSpPr>
            <p:cNvPr id="62290" name=""/>
            <p:cNvSpPr/>
            <p:nvPr/>
          </p:nvSpPr>
          <p:spPr>
            <a:xfrm>
              <a:off x="4218" y="3224"/>
              <a:ext cx="21" cy="17"/>
            </a:xfrm>
            <a:custGeom>
              <a:pathLst>
                <a:path w="21" h="17">
                  <a:moveTo>
                    <a:pt x="0" y="0"/>
                  </a:moveTo>
                  <a:lnTo>
                    <a:pt x="20" y="0"/>
                  </a:lnTo>
                  <a:lnTo>
                    <a:pt x="20" y="0"/>
                  </a:lnTo>
                  <a:lnTo>
                    <a:pt x="0" y="16"/>
                  </a:lnTo>
                  <a:lnTo>
                    <a:pt x="0" y="16"/>
                  </a:lnTo>
                  <a:lnTo>
                    <a:pt x="0" y="0"/>
                  </a:lnTo>
                  <a:lnTo>
                    <a:pt x="0" y="0"/>
                  </a:lnTo>
                </a:path>
              </a:pathLst>
            </a:custGeom>
            <a:solidFill>
              <a:srgbClr val="5A6161"/>
            </a:solidFill>
            <a:ln cap="rnd">
              <a:noFill/>
              <a:round/>
            </a:ln>
            <a:effectLst/>
          </p:spPr>
        </p:sp>
        <p:sp>
          <p:nvSpPr>
            <p:cNvPr id="62291" name=""/>
            <p:cNvSpPr/>
            <p:nvPr/>
          </p:nvSpPr>
          <p:spPr>
            <a:xfrm>
              <a:off x="4218" y="3224"/>
              <a:ext cx="21" cy="17"/>
            </a:xfrm>
            <a:custGeom>
              <a:pathLst>
                <a:path w="21" h="17">
                  <a:moveTo>
                    <a:pt x="20" y="0"/>
                  </a:moveTo>
                  <a:lnTo>
                    <a:pt x="20" y="0"/>
                  </a:lnTo>
                  <a:lnTo>
                    <a:pt x="20" y="0"/>
                  </a:lnTo>
                  <a:lnTo>
                    <a:pt x="20" y="0"/>
                  </a:lnTo>
                  <a:lnTo>
                    <a:pt x="0" y="16"/>
                  </a:lnTo>
                  <a:lnTo>
                    <a:pt x="0" y="16"/>
                  </a:lnTo>
                  <a:lnTo>
                    <a:pt x="0" y="16"/>
                  </a:lnTo>
                  <a:lnTo>
                    <a:pt x="20" y="0"/>
                  </a:lnTo>
                  <a:lnTo>
                    <a:pt x="20" y="0"/>
                  </a:lnTo>
                </a:path>
              </a:pathLst>
            </a:custGeom>
            <a:solidFill>
              <a:srgbClr val="5A6464"/>
            </a:solidFill>
            <a:ln cap="rnd">
              <a:noFill/>
              <a:round/>
            </a:ln>
            <a:effectLst/>
          </p:spPr>
        </p:sp>
        <p:sp>
          <p:nvSpPr>
            <p:cNvPr id="62292" name=""/>
            <p:cNvSpPr/>
            <p:nvPr/>
          </p:nvSpPr>
          <p:spPr>
            <a:xfrm>
              <a:off x="4218" y="3224"/>
              <a:ext cx="21" cy="17"/>
            </a:xfrm>
            <a:custGeom>
              <a:pathLst>
                <a:path w="21" h="17">
                  <a:moveTo>
                    <a:pt x="20" y="0"/>
                  </a:moveTo>
                  <a:lnTo>
                    <a:pt x="20" y="0"/>
                  </a:lnTo>
                  <a:lnTo>
                    <a:pt x="0" y="16"/>
                  </a:lnTo>
                  <a:lnTo>
                    <a:pt x="0" y="16"/>
                  </a:lnTo>
                  <a:lnTo>
                    <a:pt x="0" y="16"/>
                  </a:lnTo>
                  <a:lnTo>
                    <a:pt x="20" y="0"/>
                  </a:lnTo>
                  <a:lnTo>
                    <a:pt x="20" y="0"/>
                  </a:lnTo>
                </a:path>
              </a:pathLst>
            </a:custGeom>
            <a:solidFill>
              <a:srgbClr val="5C6666"/>
            </a:solidFill>
            <a:ln cap="rnd">
              <a:noFill/>
              <a:round/>
            </a:ln>
            <a:effectLst/>
          </p:spPr>
        </p:sp>
        <p:sp>
          <p:nvSpPr>
            <p:cNvPr id="62293" name=""/>
            <p:cNvSpPr/>
            <p:nvPr/>
          </p:nvSpPr>
          <p:spPr>
            <a:xfrm>
              <a:off x="4218" y="3224"/>
              <a:ext cx="21" cy="17"/>
            </a:xfrm>
            <a:custGeom>
              <a:pathLst>
                <a:path w="21" h="17">
                  <a:moveTo>
                    <a:pt x="20" y="0"/>
                  </a:moveTo>
                  <a:lnTo>
                    <a:pt x="20" y="0"/>
                  </a:lnTo>
                  <a:lnTo>
                    <a:pt x="20" y="0"/>
                  </a:lnTo>
                  <a:lnTo>
                    <a:pt x="20" y="0"/>
                  </a:lnTo>
                  <a:lnTo>
                    <a:pt x="20" y="16"/>
                  </a:lnTo>
                  <a:lnTo>
                    <a:pt x="20" y="16"/>
                  </a:lnTo>
                  <a:lnTo>
                    <a:pt x="0" y="16"/>
                  </a:lnTo>
                  <a:lnTo>
                    <a:pt x="20" y="0"/>
                  </a:lnTo>
                  <a:lnTo>
                    <a:pt x="20" y="0"/>
                  </a:lnTo>
                  <a:lnTo>
                    <a:pt x="20" y="0"/>
                  </a:lnTo>
                </a:path>
              </a:pathLst>
            </a:custGeom>
            <a:solidFill>
              <a:srgbClr val="606C6C"/>
            </a:solidFill>
            <a:ln cap="rnd">
              <a:noFill/>
              <a:round/>
            </a:ln>
            <a:effectLst/>
          </p:spPr>
        </p:sp>
        <p:sp>
          <p:nvSpPr>
            <p:cNvPr id="62294" name=""/>
            <p:cNvSpPr/>
            <p:nvPr/>
          </p:nvSpPr>
          <p:spPr>
            <a:xfrm>
              <a:off x="4219" y="3224"/>
              <a:ext cx="21" cy="17"/>
            </a:xfrm>
            <a:custGeom>
              <a:pathLst>
                <a:path w="21" h="17">
                  <a:moveTo>
                    <a:pt x="0" y="0"/>
                  </a:moveTo>
                  <a:lnTo>
                    <a:pt x="20" y="0"/>
                  </a:lnTo>
                  <a:lnTo>
                    <a:pt x="0" y="16"/>
                  </a:lnTo>
                  <a:lnTo>
                    <a:pt x="0" y="16"/>
                  </a:lnTo>
                  <a:lnTo>
                    <a:pt x="0" y="0"/>
                  </a:lnTo>
                  <a:lnTo>
                    <a:pt x="0" y="0"/>
                  </a:lnTo>
                </a:path>
              </a:pathLst>
            </a:custGeom>
            <a:solidFill>
              <a:srgbClr val="626E6E"/>
            </a:solidFill>
            <a:ln cap="rnd">
              <a:noFill/>
              <a:round/>
            </a:ln>
            <a:effectLst/>
          </p:spPr>
        </p:sp>
        <p:sp>
          <p:nvSpPr>
            <p:cNvPr id="62295" name=""/>
            <p:cNvSpPr/>
            <p:nvPr/>
          </p:nvSpPr>
          <p:spPr>
            <a:xfrm>
              <a:off x="4219" y="3224"/>
              <a:ext cx="21" cy="17"/>
            </a:xfrm>
            <a:custGeom>
              <a:pathLst>
                <a:path w="21" h="17">
                  <a:moveTo>
                    <a:pt x="20" y="0"/>
                  </a:moveTo>
                  <a:lnTo>
                    <a:pt x="20" y="0"/>
                  </a:lnTo>
                  <a:lnTo>
                    <a:pt x="0" y="16"/>
                  </a:lnTo>
                  <a:lnTo>
                    <a:pt x="0" y="16"/>
                  </a:lnTo>
                  <a:lnTo>
                    <a:pt x="20" y="0"/>
                  </a:lnTo>
                  <a:lnTo>
                    <a:pt x="20" y="0"/>
                  </a:lnTo>
                </a:path>
              </a:pathLst>
            </a:custGeom>
            <a:solidFill>
              <a:srgbClr val="657171"/>
            </a:solidFill>
            <a:ln cap="rnd">
              <a:noFill/>
              <a:round/>
            </a:ln>
            <a:effectLst/>
          </p:spPr>
        </p:sp>
        <p:sp>
          <p:nvSpPr>
            <p:cNvPr id="62296" name=""/>
            <p:cNvSpPr/>
            <p:nvPr/>
          </p:nvSpPr>
          <p:spPr>
            <a:xfrm>
              <a:off x="4219" y="3224"/>
              <a:ext cx="21" cy="17"/>
            </a:xfrm>
            <a:custGeom>
              <a:pathLst>
                <a:path w="21" h="17">
                  <a:moveTo>
                    <a:pt x="20" y="0"/>
                  </a:moveTo>
                  <a:lnTo>
                    <a:pt x="20" y="0"/>
                  </a:lnTo>
                  <a:lnTo>
                    <a:pt x="20" y="0"/>
                  </a:lnTo>
                  <a:lnTo>
                    <a:pt x="20" y="0"/>
                  </a:lnTo>
                  <a:lnTo>
                    <a:pt x="0" y="16"/>
                  </a:lnTo>
                  <a:lnTo>
                    <a:pt x="0" y="16"/>
                  </a:lnTo>
                  <a:lnTo>
                    <a:pt x="0" y="16"/>
                  </a:lnTo>
                  <a:lnTo>
                    <a:pt x="20" y="0"/>
                  </a:lnTo>
                  <a:lnTo>
                    <a:pt x="20" y="0"/>
                  </a:lnTo>
                </a:path>
              </a:pathLst>
            </a:custGeom>
            <a:solidFill>
              <a:srgbClr val="657676"/>
            </a:solidFill>
            <a:ln cap="rnd">
              <a:noFill/>
              <a:round/>
            </a:ln>
            <a:effectLst/>
          </p:spPr>
        </p:sp>
        <p:sp>
          <p:nvSpPr>
            <p:cNvPr id="62297" name=""/>
            <p:cNvSpPr/>
            <p:nvPr/>
          </p:nvSpPr>
          <p:spPr>
            <a:xfrm>
              <a:off x="4219" y="3223"/>
              <a:ext cx="21" cy="17"/>
            </a:xfrm>
            <a:custGeom>
              <a:pathLst>
                <a:path w="21" h="17">
                  <a:moveTo>
                    <a:pt x="10" y="0"/>
                  </a:moveTo>
                  <a:lnTo>
                    <a:pt x="20" y="3"/>
                  </a:lnTo>
                  <a:lnTo>
                    <a:pt x="0" y="16"/>
                  </a:lnTo>
                  <a:lnTo>
                    <a:pt x="0" y="12"/>
                  </a:lnTo>
                  <a:lnTo>
                    <a:pt x="0" y="12"/>
                  </a:lnTo>
                  <a:lnTo>
                    <a:pt x="10" y="3"/>
                  </a:lnTo>
                  <a:lnTo>
                    <a:pt x="10" y="3"/>
                  </a:lnTo>
                  <a:lnTo>
                    <a:pt x="10" y="0"/>
                  </a:lnTo>
                </a:path>
              </a:pathLst>
            </a:custGeom>
            <a:solidFill>
              <a:srgbClr val="677878"/>
            </a:solidFill>
            <a:ln cap="rnd">
              <a:noFill/>
              <a:round/>
            </a:ln>
            <a:effectLst/>
          </p:spPr>
        </p:sp>
        <p:sp>
          <p:nvSpPr>
            <p:cNvPr id="62298" name=""/>
            <p:cNvSpPr/>
            <p:nvPr/>
          </p:nvSpPr>
          <p:spPr>
            <a:xfrm>
              <a:off x="4219" y="3223"/>
              <a:ext cx="21" cy="17"/>
            </a:xfrm>
            <a:custGeom>
              <a:pathLst>
                <a:path w="21" h="17">
                  <a:moveTo>
                    <a:pt x="20" y="0"/>
                  </a:moveTo>
                  <a:lnTo>
                    <a:pt x="20" y="0"/>
                  </a:lnTo>
                  <a:lnTo>
                    <a:pt x="20" y="0"/>
                  </a:lnTo>
                  <a:lnTo>
                    <a:pt x="20" y="0"/>
                  </a:lnTo>
                  <a:lnTo>
                    <a:pt x="10" y="16"/>
                  </a:lnTo>
                  <a:lnTo>
                    <a:pt x="0" y="16"/>
                  </a:lnTo>
                  <a:lnTo>
                    <a:pt x="0" y="16"/>
                  </a:lnTo>
                  <a:lnTo>
                    <a:pt x="20" y="3"/>
                  </a:lnTo>
                  <a:lnTo>
                    <a:pt x="20" y="3"/>
                  </a:lnTo>
                  <a:lnTo>
                    <a:pt x="20" y="0"/>
                  </a:lnTo>
                </a:path>
              </a:pathLst>
            </a:custGeom>
            <a:solidFill>
              <a:srgbClr val="6A7B7B"/>
            </a:solidFill>
            <a:ln cap="rnd">
              <a:noFill/>
              <a:round/>
            </a:ln>
            <a:effectLst/>
          </p:spPr>
        </p:sp>
        <p:sp>
          <p:nvSpPr>
            <p:cNvPr id="62299" name=""/>
            <p:cNvSpPr/>
            <p:nvPr/>
          </p:nvSpPr>
          <p:spPr>
            <a:xfrm>
              <a:off x="4220" y="3222"/>
              <a:ext cx="21" cy="17"/>
            </a:xfrm>
            <a:custGeom>
              <a:pathLst>
                <a:path w="21" h="17">
                  <a:moveTo>
                    <a:pt x="20" y="2"/>
                  </a:moveTo>
                  <a:lnTo>
                    <a:pt x="20" y="2"/>
                  </a:lnTo>
                  <a:lnTo>
                    <a:pt x="20" y="2"/>
                  </a:lnTo>
                  <a:lnTo>
                    <a:pt x="20" y="2"/>
                  </a:lnTo>
                  <a:lnTo>
                    <a:pt x="20" y="2"/>
                  </a:lnTo>
                  <a:lnTo>
                    <a:pt x="20" y="2"/>
                  </a:lnTo>
                  <a:lnTo>
                    <a:pt x="20" y="2"/>
                  </a:lnTo>
                  <a:lnTo>
                    <a:pt x="20" y="2"/>
                  </a:lnTo>
                  <a:lnTo>
                    <a:pt x="20" y="0"/>
                  </a:lnTo>
                  <a:lnTo>
                    <a:pt x="20" y="0"/>
                  </a:lnTo>
                  <a:lnTo>
                    <a:pt x="0" y="16"/>
                  </a:lnTo>
                  <a:lnTo>
                    <a:pt x="0" y="16"/>
                  </a:lnTo>
                  <a:lnTo>
                    <a:pt x="20" y="2"/>
                  </a:lnTo>
                  <a:lnTo>
                    <a:pt x="20" y="2"/>
                  </a:lnTo>
                </a:path>
              </a:pathLst>
            </a:custGeom>
            <a:solidFill>
              <a:srgbClr val="6C8080"/>
            </a:solidFill>
            <a:ln cap="rnd">
              <a:noFill/>
              <a:round/>
            </a:ln>
            <a:effectLst/>
          </p:spPr>
        </p:sp>
        <p:sp>
          <p:nvSpPr>
            <p:cNvPr id="62300" name=""/>
            <p:cNvSpPr/>
            <p:nvPr/>
          </p:nvSpPr>
          <p:spPr>
            <a:xfrm>
              <a:off x="4220" y="3222"/>
              <a:ext cx="21" cy="17"/>
            </a:xfrm>
            <a:custGeom>
              <a:pathLst>
                <a:path w="21" h="17">
                  <a:moveTo>
                    <a:pt x="20" y="0"/>
                  </a:moveTo>
                  <a:lnTo>
                    <a:pt x="20" y="2"/>
                  </a:lnTo>
                  <a:lnTo>
                    <a:pt x="20" y="2"/>
                  </a:lnTo>
                  <a:lnTo>
                    <a:pt x="20" y="2"/>
                  </a:lnTo>
                  <a:lnTo>
                    <a:pt x="0" y="16"/>
                  </a:lnTo>
                  <a:lnTo>
                    <a:pt x="0" y="16"/>
                  </a:lnTo>
                  <a:lnTo>
                    <a:pt x="0" y="16"/>
                  </a:lnTo>
                  <a:lnTo>
                    <a:pt x="20" y="0"/>
                  </a:lnTo>
                  <a:lnTo>
                    <a:pt x="20" y="0"/>
                  </a:lnTo>
                </a:path>
              </a:pathLst>
            </a:custGeom>
            <a:solidFill>
              <a:srgbClr val="6D8383"/>
            </a:solidFill>
            <a:ln cap="rnd">
              <a:noFill/>
              <a:round/>
            </a:ln>
            <a:effectLst/>
          </p:spPr>
        </p:sp>
        <p:sp>
          <p:nvSpPr>
            <p:cNvPr id="62301" name=""/>
            <p:cNvSpPr/>
            <p:nvPr/>
          </p:nvSpPr>
          <p:spPr>
            <a:xfrm>
              <a:off x="4220" y="3223"/>
              <a:ext cx="21" cy="17"/>
            </a:xfrm>
            <a:custGeom>
              <a:pathLst>
                <a:path w="21" h="17">
                  <a:moveTo>
                    <a:pt x="20" y="0"/>
                  </a:moveTo>
                  <a:lnTo>
                    <a:pt x="20" y="16"/>
                  </a:lnTo>
                  <a:lnTo>
                    <a:pt x="20" y="16"/>
                  </a:lnTo>
                  <a:lnTo>
                    <a:pt x="0" y="16"/>
                  </a:lnTo>
                  <a:lnTo>
                    <a:pt x="20" y="0"/>
                  </a:lnTo>
                  <a:lnTo>
                    <a:pt x="20" y="0"/>
                  </a:lnTo>
                  <a:lnTo>
                    <a:pt x="20" y="0"/>
                  </a:lnTo>
                </a:path>
              </a:pathLst>
            </a:custGeom>
            <a:solidFill>
              <a:srgbClr val="6F8585"/>
            </a:solidFill>
            <a:ln cap="rnd">
              <a:noFill/>
              <a:round/>
            </a:ln>
            <a:effectLst/>
          </p:spPr>
        </p:sp>
        <p:sp>
          <p:nvSpPr>
            <p:cNvPr id="62302" name=""/>
            <p:cNvSpPr/>
            <p:nvPr/>
          </p:nvSpPr>
          <p:spPr>
            <a:xfrm>
              <a:off x="4221" y="3223"/>
              <a:ext cx="1" cy="17"/>
            </a:xfrm>
            <a:custGeom>
              <a:pathLst>
                <a:path w="1" h="17">
                  <a:moveTo>
                    <a:pt x="0" y="0"/>
                  </a:moveTo>
                  <a:lnTo>
                    <a:pt x="0" y="0"/>
                  </a:lnTo>
                  <a:lnTo>
                    <a:pt x="0" y="0"/>
                  </a:lnTo>
                  <a:lnTo>
                    <a:pt x="0" y="16"/>
                  </a:lnTo>
                  <a:lnTo>
                    <a:pt x="0" y="16"/>
                  </a:lnTo>
                  <a:lnTo>
                    <a:pt x="0" y="16"/>
                  </a:lnTo>
                  <a:lnTo>
                    <a:pt x="0" y="0"/>
                  </a:lnTo>
                  <a:lnTo>
                    <a:pt x="0" y="0"/>
                  </a:lnTo>
                  <a:lnTo>
                    <a:pt x="0" y="0"/>
                  </a:lnTo>
                </a:path>
              </a:pathLst>
            </a:custGeom>
            <a:solidFill>
              <a:srgbClr val="728888"/>
            </a:solidFill>
            <a:ln cap="rnd">
              <a:noFill/>
              <a:round/>
            </a:ln>
            <a:effectLst/>
          </p:spPr>
        </p:sp>
        <p:sp>
          <p:nvSpPr>
            <p:cNvPr id="62303" name=""/>
            <p:cNvSpPr/>
            <p:nvPr/>
          </p:nvSpPr>
          <p:spPr>
            <a:xfrm>
              <a:off x="4221" y="3223"/>
              <a:ext cx="21" cy="17"/>
            </a:xfrm>
            <a:custGeom>
              <a:pathLst>
                <a:path w="21" h="17">
                  <a:moveTo>
                    <a:pt x="0" y="0"/>
                  </a:moveTo>
                  <a:lnTo>
                    <a:pt x="20" y="0"/>
                  </a:lnTo>
                  <a:lnTo>
                    <a:pt x="20" y="0"/>
                  </a:lnTo>
                  <a:lnTo>
                    <a:pt x="0" y="16"/>
                  </a:lnTo>
                  <a:lnTo>
                    <a:pt x="0" y="16"/>
                  </a:lnTo>
                  <a:lnTo>
                    <a:pt x="0" y="0"/>
                  </a:lnTo>
                  <a:lnTo>
                    <a:pt x="0" y="0"/>
                  </a:lnTo>
                  <a:lnTo>
                    <a:pt x="0" y="0"/>
                  </a:lnTo>
                </a:path>
              </a:pathLst>
            </a:custGeom>
            <a:solidFill>
              <a:srgbClr val="748D8D"/>
            </a:solidFill>
            <a:ln cap="rnd">
              <a:noFill/>
              <a:round/>
            </a:ln>
            <a:effectLst/>
          </p:spPr>
        </p:sp>
        <p:sp>
          <p:nvSpPr>
            <p:cNvPr id="62304" name=""/>
            <p:cNvSpPr/>
            <p:nvPr/>
          </p:nvSpPr>
          <p:spPr>
            <a:xfrm>
              <a:off x="4221" y="3223"/>
              <a:ext cx="21" cy="17"/>
            </a:xfrm>
            <a:custGeom>
              <a:pathLst>
                <a:path w="21" h="17">
                  <a:moveTo>
                    <a:pt x="20" y="0"/>
                  </a:moveTo>
                  <a:lnTo>
                    <a:pt x="20" y="0"/>
                  </a:lnTo>
                  <a:lnTo>
                    <a:pt x="0" y="16"/>
                  </a:lnTo>
                  <a:lnTo>
                    <a:pt x="0" y="16"/>
                  </a:lnTo>
                  <a:lnTo>
                    <a:pt x="20" y="0"/>
                  </a:lnTo>
                  <a:lnTo>
                    <a:pt x="20" y="0"/>
                  </a:lnTo>
                  <a:lnTo>
                    <a:pt x="20" y="0"/>
                  </a:lnTo>
                </a:path>
              </a:pathLst>
            </a:custGeom>
            <a:solidFill>
              <a:srgbClr val="768F8F"/>
            </a:solidFill>
            <a:ln cap="rnd">
              <a:noFill/>
              <a:round/>
            </a:ln>
            <a:effectLst/>
          </p:spPr>
        </p:sp>
        <p:sp>
          <p:nvSpPr>
            <p:cNvPr id="62305" name=""/>
            <p:cNvSpPr/>
            <p:nvPr/>
          </p:nvSpPr>
          <p:spPr>
            <a:xfrm>
              <a:off x="4221" y="3223"/>
              <a:ext cx="21" cy="17"/>
            </a:xfrm>
            <a:custGeom>
              <a:pathLst>
                <a:path w="21" h="17">
                  <a:moveTo>
                    <a:pt x="20" y="0"/>
                  </a:moveTo>
                  <a:lnTo>
                    <a:pt x="20" y="0"/>
                  </a:lnTo>
                  <a:lnTo>
                    <a:pt x="20" y="0"/>
                  </a:lnTo>
                  <a:lnTo>
                    <a:pt x="0" y="16"/>
                  </a:lnTo>
                  <a:lnTo>
                    <a:pt x="0" y="16"/>
                  </a:lnTo>
                  <a:lnTo>
                    <a:pt x="0" y="16"/>
                  </a:lnTo>
                  <a:lnTo>
                    <a:pt x="0" y="16"/>
                  </a:lnTo>
                  <a:lnTo>
                    <a:pt x="20" y="0"/>
                  </a:lnTo>
                  <a:lnTo>
                    <a:pt x="20" y="0"/>
                  </a:lnTo>
                  <a:lnTo>
                    <a:pt x="20" y="0"/>
                  </a:lnTo>
                </a:path>
              </a:pathLst>
            </a:custGeom>
            <a:solidFill>
              <a:srgbClr val="769292"/>
            </a:solidFill>
            <a:ln cap="rnd">
              <a:noFill/>
              <a:round/>
            </a:ln>
            <a:effectLst/>
          </p:spPr>
        </p:sp>
        <p:sp>
          <p:nvSpPr>
            <p:cNvPr id="62306" name=""/>
            <p:cNvSpPr/>
            <p:nvPr/>
          </p:nvSpPr>
          <p:spPr>
            <a:xfrm>
              <a:off x="4221" y="3223"/>
              <a:ext cx="21" cy="17"/>
            </a:xfrm>
            <a:custGeom>
              <a:pathLst>
                <a:path w="21" h="17">
                  <a:moveTo>
                    <a:pt x="20" y="0"/>
                  </a:moveTo>
                  <a:lnTo>
                    <a:pt x="20" y="0"/>
                  </a:lnTo>
                  <a:lnTo>
                    <a:pt x="20" y="3"/>
                  </a:lnTo>
                  <a:lnTo>
                    <a:pt x="0" y="16"/>
                  </a:lnTo>
                  <a:lnTo>
                    <a:pt x="0" y="16"/>
                  </a:lnTo>
                  <a:lnTo>
                    <a:pt x="20" y="0"/>
                  </a:lnTo>
                  <a:lnTo>
                    <a:pt x="20" y="0"/>
                  </a:lnTo>
                </a:path>
              </a:pathLst>
            </a:custGeom>
            <a:solidFill>
              <a:srgbClr val="799797"/>
            </a:solidFill>
            <a:ln cap="rnd">
              <a:noFill/>
              <a:round/>
            </a:ln>
            <a:effectLst/>
          </p:spPr>
        </p:sp>
        <p:sp>
          <p:nvSpPr>
            <p:cNvPr id="62307" name=""/>
            <p:cNvSpPr/>
            <p:nvPr/>
          </p:nvSpPr>
          <p:spPr>
            <a:xfrm>
              <a:off x="4221" y="3223"/>
              <a:ext cx="21" cy="17"/>
            </a:xfrm>
            <a:custGeom>
              <a:pathLst>
                <a:path w="21" h="17">
                  <a:moveTo>
                    <a:pt x="10" y="0"/>
                  </a:moveTo>
                  <a:lnTo>
                    <a:pt x="20" y="3"/>
                  </a:lnTo>
                  <a:lnTo>
                    <a:pt x="20" y="3"/>
                  </a:lnTo>
                  <a:lnTo>
                    <a:pt x="20" y="3"/>
                  </a:lnTo>
                  <a:lnTo>
                    <a:pt x="0" y="16"/>
                  </a:lnTo>
                  <a:lnTo>
                    <a:pt x="0" y="16"/>
                  </a:lnTo>
                  <a:lnTo>
                    <a:pt x="10" y="3"/>
                  </a:lnTo>
                  <a:lnTo>
                    <a:pt x="10" y="3"/>
                  </a:lnTo>
                  <a:lnTo>
                    <a:pt x="10" y="0"/>
                  </a:lnTo>
                </a:path>
              </a:pathLst>
            </a:custGeom>
            <a:solidFill>
              <a:srgbClr val="7B9999"/>
            </a:solidFill>
            <a:ln cap="rnd">
              <a:noFill/>
              <a:round/>
            </a:ln>
            <a:effectLst/>
          </p:spPr>
        </p:sp>
        <p:sp>
          <p:nvSpPr>
            <p:cNvPr id="62308" name=""/>
            <p:cNvSpPr/>
            <p:nvPr/>
          </p:nvSpPr>
          <p:spPr>
            <a:xfrm>
              <a:off x="4221" y="3224"/>
              <a:ext cx="21" cy="17"/>
            </a:xfrm>
            <a:custGeom>
              <a:pathLst>
                <a:path w="21" h="17">
                  <a:moveTo>
                    <a:pt x="20" y="0"/>
                  </a:moveTo>
                  <a:lnTo>
                    <a:pt x="20" y="0"/>
                  </a:lnTo>
                  <a:lnTo>
                    <a:pt x="0" y="16"/>
                  </a:lnTo>
                  <a:lnTo>
                    <a:pt x="0" y="16"/>
                  </a:lnTo>
                  <a:lnTo>
                    <a:pt x="0" y="16"/>
                  </a:lnTo>
                  <a:lnTo>
                    <a:pt x="20" y="0"/>
                  </a:lnTo>
                  <a:lnTo>
                    <a:pt x="20" y="0"/>
                  </a:lnTo>
                  <a:lnTo>
                    <a:pt x="20" y="0"/>
                  </a:lnTo>
                </a:path>
              </a:pathLst>
            </a:custGeom>
            <a:solidFill>
              <a:srgbClr val="7E9C9C"/>
            </a:solidFill>
            <a:ln cap="rnd">
              <a:noFill/>
              <a:round/>
            </a:ln>
            <a:effectLst/>
          </p:spPr>
        </p:sp>
        <p:sp>
          <p:nvSpPr>
            <p:cNvPr id="62309" name=""/>
            <p:cNvSpPr/>
            <p:nvPr/>
          </p:nvSpPr>
          <p:spPr>
            <a:xfrm>
              <a:off x="4221" y="3224"/>
              <a:ext cx="21" cy="17"/>
            </a:xfrm>
            <a:custGeom>
              <a:pathLst>
                <a:path w="21" h="17">
                  <a:moveTo>
                    <a:pt x="20" y="0"/>
                  </a:moveTo>
                  <a:lnTo>
                    <a:pt x="20" y="0"/>
                  </a:lnTo>
                  <a:lnTo>
                    <a:pt x="20" y="0"/>
                  </a:lnTo>
                  <a:lnTo>
                    <a:pt x="20" y="0"/>
                  </a:lnTo>
                  <a:lnTo>
                    <a:pt x="10" y="16"/>
                  </a:lnTo>
                  <a:lnTo>
                    <a:pt x="10" y="16"/>
                  </a:lnTo>
                  <a:lnTo>
                    <a:pt x="10" y="16"/>
                  </a:lnTo>
                  <a:lnTo>
                    <a:pt x="0" y="16"/>
                  </a:lnTo>
                  <a:lnTo>
                    <a:pt x="20" y="0"/>
                  </a:lnTo>
                  <a:lnTo>
                    <a:pt x="20" y="0"/>
                  </a:lnTo>
                </a:path>
              </a:pathLst>
            </a:custGeom>
            <a:solidFill>
              <a:srgbClr val="819F9F"/>
            </a:solidFill>
            <a:ln cap="rnd">
              <a:noFill/>
              <a:round/>
            </a:ln>
            <a:effectLst/>
          </p:spPr>
        </p:sp>
        <p:sp>
          <p:nvSpPr>
            <p:cNvPr id="62310" name=""/>
            <p:cNvSpPr/>
            <p:nvPr/>
          </p:nvSpPr>
          <p:spPr>
            <a:xfrm>
              <a:off x="4223" y="3224"/>
              <a:ext cx="21" cy="17"/>
            </a:xfrm>
            <a:custGeom>
              <a:pathLst>
                <a:path w="21" h="17">
                  <a:moveTo>
                    <a:pt x="20" y="0"/>
                  </a:moveTo>
                  <a:lnTo>
                    <a:pt x="20" y="0"/>
                  </a:lnTo>
                  <a:lnTo>
                    <a:pt x="0" y="16"/>
                  </a:lnTo>
                  <a:lnTo>
                    <a:pt x="0" y="16"/>
                  </a:lnTo>
                  <a:lnTo>
                    <a:pt x="20" y="0"/>
                  </a:lnTo>
                  <a:lnTo>
                    <a:pt x="20" y="0"/>
                  </a:lnTo>
                  <a:lnTo>
                    <a:pt x="20" y="0"/>
                  </a:lnTo>
                </a:path>
              </a:pathLst>
            </a:custGeom>
            <a:solidFill>
              <a:srgbClr val="81A4A4"/>
            </a:solidFill>
            <a:ln cap="rnd">
              <a:noFill/>
              <a:round/>
            </a:ln>
            <a:effectLst/>
          </p:spPr>
        </p:sp>
        <p:sp>
          <p:nvSpPr>
            <p:cNvPr id="62311" name=""/>
            <p:cNvSpPr/>
            <p:nvPr/>
          </p:nvSpPr>
          <p:spPr>
            <a:xfrm>
              <a:off x="4223" y="3224"/>
              <a:ext cx="21" cy="17"/>
            </a:xfrm>
            <a:custGeom>
              <a:pathLst>
                <a:path w="21" h="17">
                  <a:moveTo>
                    <a:pt x="10" y="0"/>
                  </a:moveTo>
                  <a:lnTo>
                    <a:pt x="20" y="4"/>
                  </a:lnTo>
                  <a:lnTo>
                    <a:pt x="20" y="4"/>
                  </a:lnTo>
                  <a:lnTo>
                    <a:pt x="20" y="4"/>
                  </a:lnTo>
                  <a:lnTo>
                    <a:pt x="10" y="16"/>
                  </a:lnTo>
                  <a:lnTo>
                    <a:pt x="10" y="16"/>
                  </a:lnTo>
                  <a:lnTo>
                    <a:pt x="0" y="16"/>
                  </a:lnTo>
                  <a:lnTo>
                    <a:pt x="10" y="0"/>
                  </a:lnTo>
                  <a:lnTo>
                    <a:pt x="10" y="0"/>
                  </a:lnTo>
                </a:path>
              </a:pathLst>
            </a:custGeom>
            <a:solidFill>
              <a:srgbClr val="83A6A6"/>
            </a:solidFill>
            <a:ln cap="rnd">
              <a:noFill/>
              <a:round/>
            </a:ln>
            <a:effectLst/>
          </p:spPr>
        </p:sp>
        <p:sp>
          <p:nvSpPr>
            <p:cNvPr id="62312" name=""/>
            <p:cNvSpPr/>
            <p:nvPr/>
          </p:nvSpPr>
          <p:spPr>
            <a:xfrm>
              <a:off x="4223" y="3225"/>
              <a:ext cx="21" cy="17"/>
            </a:xfrm>
            <a:custGeom>
              <a:pathLst>
                <a:path w="21" h="17">
                  <a:moveTo>
                    <a:pt x="20" y="0"/>
                  </a:moveTo>
                  <a:lnTo>
                    <a:pt x="20" y="0"/>
                  </a:lnTo>
                  <a:lnTo>
                    <a:pt x="20" y="0"/>
                  </a:lnTo>
                  <a:lnTo>
                    <a:pt x="0" y="16"/>
                  </a:lnTo>
                  <a:lnTo>
                    <a:pt x="0" y="16"/>
                  </a:lnTo>
                  <a:lnTo>
                    <a:pt x="20" y="0"/>
                  </a:lnTo>
                  <a:lnTo>
                    <a:pt x="20" y="0"/>
                  </a:lnTo>
                  <a:lnTo>
                    <a:pt x="20" y="0"/>
                  </a:lnTo>
                </a:path>
              </a:pathLst>
            </a:custGeom>
            <a:solidFill>
              <a:srgbClr val="86A9A9"/>
            </a:solidFill>
            <a:ln cap="rnd">
              <a:noFill/>
              <a:round/>
            </a:ln>
            <a:effectLst/>
          </p:spPr>
        </p:sp>
        <p:sp>
          <p:nvSpPr>
            <p:cNvPr id="62313" name=""/>
            <p:cNvSpPr/>
            <p:nvPr/>
          </p:nvSpPr>
          <p:spPr>
            <a:xfrm>
              <a:off x="4223" y="3225"/>
              <a:ext cx="21" cy="17"/>
            </a:xfrm>
            <a:custGeom>
              <a:pathLst>
                <a:path w="21" h="17">
                  <a:moveTo>
                    <a:pt x="20" y="0"/>
                  </a:moveTo>
                  <a:lnTo>
                    <a:pt x="20" y="0"/>
                  </a:lnTo>
                  <a:lnTo>
                    <a:pt x="20" y="0"/>
                  </a:lnTo>
                  <a:lnTo>
                    <a:pt x="0" y="16"/>
                  </a:lnTo>
                  <a:lnTo>
                    <a:pt x="0" y="16"/>
                  </a:lnTo>
                  <a:lnTo>
                    <a:pt x="0" y="16"/>
                  </a:lnTo>
                  <a:lnTo>
                    <a:pt x="20" y="0"/>
                  </a:lnTo>
                  <a:lnTo>
                    <a:pt x="20" y="0"/>
                  </a:lnTo>
                  <a:lnTo>
                    <a:pt x="20" y="0"/>
                  </a:lnTo>
                </a:path>
              </a:pathLst>
            </a:custGeom>
            <a:solidFill>
              <a:srgbClr val="88AEAE"/>
            </a:solidFill>
            <a:ln cap="rnd">
              <a:noFill/>
              <a:round/>
            </a:ln>
            <a:effectLst/>
          </p:spPr>
        </p:sp>
        <p:sp>
          <p:nvSpPr>
            <p:cNvPr id="62314" name=""/>
            <p:cNvSpPr/>
            <p:nvPr/>
          </p:nvSpPr>
          <p:spPr>
            <a:xfrm>
              <a:off x="4223" y="3225"/>
              <a:ext cx="21" cy="17"/>
            </a:xfrm>
            <a:custGeom>
              <a:pathLst>
                <a:path w="21" h="17">
                  <a:moveTo>
                    <a:pt x="20" y="0"/>
                  </a:moveTo>
                  <a:lnTo>
                    <a:pt x="20" y="0"/>
                  </a:lnTo>
                  <a:lnTo>
                    <a:pt x="20" y="0"/>
                  </a:lnTo>
                  <a:lnTo>
                    <a:pt x="20" y="0"/>
                  </a:lnTo>
                  <a:lnTo>
                    <a:pt x="20" y="16"/>
                  </a:lnTo>
                  <a:lnTo>
                    <a:pt x="20" y="16"/>
                  </a:lnTo>
                  <a:lnTo>
                    <a:pt x="0" y="16"/>
                  </a:lnTo>
                  <a:lnTo>
                    <a:pt x="20" y="0"/>
                  </a:lnTo>
                  <a:lnTo>
                    <a:pt x="20" y="0"/>
                  </a:lnTo>
                  <a:lnTo>
                    <a:pt x="20" y="0"/>
                  </a:lnTo>
                </a:path>
              </a:pathLst>
            </a:custGeom>
            <a:solidFill>
              <a:srgbClr val="88B0B0"/>
            </a:solidFill>
            <a:ln cap="rnd">
              <a:noFill/>
              <a:round/>
            </a:ln>
            <a:effectLst/>
          </p:spPr>
        </p:sp>
        <p:sp>
          <p:nvSpPr>
            <p:cNvPr id="62315" name=""/>
            <p:cNvSpPr/>
            <p:nvPr/>
          </p:nvSpPr>
          <p:spPr>
            <a:xfrm>
              <a:off x="4224" y="3225"/>
              <a:ext cx="1" cy="17"/>
            </a:xfrm>
            <a:custGeom>
              <a:pathLst>
                <a:path w="1" h="17">
                  <a:moveTo>
                    <a:pt x="0" y="0"/>
                  </a:moveTo>
                  <a:lnTo>
                    <a:pt x="0" y="5"/>
                  </a:lnTo>
                  <a:lnTo>
                    <a:pt x="0" y="5"/>
                  </a:lnTo>
                  <a:lnTo>
                    <a:pt x="0" y="16"/>
                  </a:lnTo>
                  <a:lnTo>
                    <a:pt x="0" y="16"/>
                  </a:lnTo>
                  <a:lnTo>
                    <a:pt x="0" y="0"/>
                  </a:lnTo>
                  <a:lnTo>
                    <a:pt x="0" y="0"/>
                  </a:lnTo>
                </a:path>
              </a:pathLst>
            </a:custGeom>
            <a:solidFill>
              <a:srgbClr val="8BB3B3"/>
            </a:solidFill>
            <a:ln cap="rnd">
              <a:noFill/>
              <a:round/>
            </a:ln>
            <a:effectLst/>
          </p:spPr>
        </p:sp>
        <p:sp>
          <p:nvSpPr>
            <p:cNvPr id="62316" name=""/>
            <p:cNvSpPr/>
            <p:nvPr/>
          </p:nvSpPr>
          <p:spPr>
            <a:xfrm>
              <a:off x="4224" y="3226"/>
              <a:ext cx="1" cy="17"/>
            </a:xfrm>
            <a:custGeom>
              <a:pathLst>
                <a:path w="1" h="17">
                  <a:moveTo>
                    <a:pt x="0" y="0"/>
                  </a:moveTo>
                  <a:lnTo>
                    <a:pt x="0" y="0"/>
                  </a:lnTo>
                  <a:lnTo>
                    <a:pt x="0" y="0"/>
                  </a:lnTo>
                  <a:lnTo>
                    <a:pt x="0" y="8"/>
                  </a:lnTo>
                  <a:lnTo>
                    <a:pt x="0" y="16"/>
                  </a:lnTo>
                  <a:lnTo>
                    <a:pt x="0" y="16"/>
                  </a:lnTo>
                  <a:lnTo>
                    <a:pt x="0" y="16"/>
                  </a:lnTo>
                  <a:lnTo>
                    <a:pt x="0" y="0"/>
                  </a:lnTo>
                  <a:lnTo>
                    <a:pt x="0" y="0"/>
                  </a:lnTo>
                  <a:lnTo>
                    <a:pt x="0" y="0"/>
                  </a:lnTo>
                </a:path>
              </a:pathLst>
            </a:custGeom>
            <a:solidFill>
              <a:srgbClr val="8EB6B6"/>
            </a:solidFill>
            <a:ln cap="rnd">
              <a:noFill/>
              <a:round/>
            </a:ln>
            <a:effectLst/>
          </p:spPr>
        </p:sp>
        <p:sp>
          <p:nvSpPr>
            <p:cNvPr id="62317" name=""/>
            <p:cNvSpPr/>
            <p:nvPr/>
          </p:nvSpPr>
          <p:spPr>
            <a:xfrm>
              <a:off x="4224" y="3227"/>
              <a:ext cx="1" cy="17"/>
            </a:xfrm>
            <a:custGeom>
              <a:pathLst>
                <a:path w="1" h="17">
                  <a:moveTo>
                    <a:pt x="0" y="0"/>
                  </a:moveTo>
                  <a:lnTo>
                    <a:pt x="0" y="0"/>
                  </a:lnTo>
                  <a:lnTo>
                    <a:pt x="0" y="16"/>
                  </a:lnTo>
                  <a:lnTo>
                    <a:pt x="0" y="16"/>
                  </a:lnTo>
                  <a:lnTo>
                    <a:pt x="0" y="0"/>
                  </a:lnTo>
                  <a:lnTo>
                    <a:pt x="0" y="0"/>
                  </a:lnTo>
                  <a:lnTo>
                    <a:pt x="0" y="0"/>
                  </a:lnTo>
                </a:path>
              </a:pathLst>
            </a:custGeom>
            <a:solidFill>
              <a:srgbClr val="90BBBB"/>
            </a:solidFill>
            <a:ln cap="rnd">
              <a:noFill/>
              <a:round/>
            </a:ln>
            <a:effectLst/>
          </p:spPr>
        </p:sp>
        <p:sp>
          <p:nvSpPr>
            <p:cNvPr id="62318" name=""/>
            <p:cNvSpPr/>
            <p:nvPr/>
          </p:nvSpPr>
          <p:spPr>
            <a:xfrm>
              <a:off x="4224" y="3227"/>
              <a:ext cx="1" cy="17"/>
            </a:xfrm>
            <a:custGeom>
              <a:pathLst>
                <a:path w="1" h="17">
                  <a:moveTo>
                    <a:pt x="0" y="0"/>
                  </a:moveTo>
                  <a:lnTo>
                    <a:pt x="0" y="0"/>
                  </a:lnTo>
                  <a:lnTo>
                    <a:pt x="0" y="0"/>
                  </a:lnTo>
                  <a:lnTo>
                    <a:pt x="0" y="16"/>
                  </a:lnTo>
                  <a:lnTo>
                    <a:pt x="0" y="16"/>
                  </a:lnTo>
                  <a:lnTo>
                    <a:pt x="0" y="16"/>
                  </a:lnTo>
                  <a:lnTo>
                    <a:pt x="0" y="16"/>
                  </a:lnTo>
                  <a:lnTo>
                    <a:pt x="0" y="0"/>
                  </a:lnTo>
                  <a:lnTo>
                    <a:pt x="0" y="0"/>
                  </a:lnTo>
                </a:path>
              </a:pathLst>
            </a:custGeom>
            <a:solidFill>
              <a:srgbClr val="92BDBD"/>
            </a:solidFill>
            <a:ln cap="rnd">
              <a:noFill/>
              <a:round/>
            </a:ln>
            <a:effectLst/>
          </p:spPr>
        </p:sp>
        <p:sp>
          <p:nvSpPr>
            <p:cNvPr id="62319" name=""/>
            <p:cNvSpPr/>
            <p:nvPr/>
          </p:nvSpPr>
          <p:spPr>
            <a:xfrm>
              <a:off x="4224" y="3228"/>
              <a:ext cx="1" cy="1"/>
            </a:xfrm>
            <a:custGeom>
              <a:pathLst>
                <a:path w="1" h="1">
                  <a:moveTo>
                    <a:pt x="0" y="0"/>
                  </a:moveTo>
                  <a:lnTo>
                    <a:pt x="0" y="0"/>
                  </a:lnTo>
                  <a:lnTo>
                    <a:pt x="0" y="0"/>
                  </a:lnTo>
                  <a:lnTo>
                    <a:pt x="0" y="0"/>
                  </a:lnTo>
                  <a:lnTo>
                    <a:pt x="0" y="0"/>
                  </a:lnTo>
                  <a:lnTo>
                    <a:pt x="0" y="0"/>
                  </a:lnTo>
                  <a:lnTo>
                    <a:pt x="0" y="0"/>
                  </a:lnTo>
                  <a:lnTo>
                    <a:pt x="0" y="0"/>
                  </a:lnTo>
                </a:path>
              </a:pathLst>
            </a:custGeom>
            <a:solidFill>
              <a:srgbClr val="93C0C0"/>
            </a:solidFill>
            <a:ln cap="rnd">
              <a:noFill/>
              <a:round/>
            </a:ln>
            <a:effectLst/>
          </p:spPr>
        </p:sp>
        <p:sp>
          <p:nvSpPr>
            <p:cNvPr id="62320" name=""/>
            <p:cNvSpPr/>
            <p:nvPr/>
          </p:nvSpPr>
          <p:spPr>
            <a:xfrm>
              <a:off x="4224" y="3228"/>
              <a:ext cx="21" cy="17"/>
            </a:xfrm>
            <a:custGeom>
              <a:pathLst>
                <a:path w="21" h="17">
                  <a:moveTo>
                    <a:pt x="0" y="0"/>
                  </a:moveTo>
                  <a:lnTo>
                    <a:pt x="20" y="0"/>
                  </a:lnTo>
                  <a:lnTo>
                    <a:pt x="20" y="0"/>
                  </a:lnTo>
                  <a:lnTo>
                    <a:pt x="20" y="0"/>
                  </a:lnTo>
                  <a:lnTo>
                    <a:pt x="20" y="16"/>
                  </a:lnTo>
                  <a:lnTo>
                    <a:pt x="0" y="0"/>
                  </a:lnTo>
                  <a:lnTo>
                    <a:pt x="0" y="0"/>
                  </a:lnTo>
                  <a:lnTo>
                    <a:pt x="0" y="0"/>
                  </a:lnTo>
                  <a:lnTo>
                    <a:pt x="0" y="0"/>
                  </a:lnTo>
                </a:path>
              </a:pathLst>
            </a:custGeom>
            <a:solidFill>
              <a:srgbClr val="95C5C5"/>
            </a:solidFill>
            <a:ln cap="rnd">
              <a:noFill/>
              <a:round/>
            </a:ln>
            <a:effectLst/>
          </p:spPr>
        </p:sp>
        <p:sp>
          <p:nvSpPr>
            <p:cNvPr id="62321" name=""/>
            <p:cNvSpPr/>
            <p:nvPr/>
          </p:nvSpPr>
          <p:spPr>
            <a:xfrm>
              <a:off x="4225" y="3228"/>
              <a:ext cx="1" cy="17"/>
            </a:xfrm>
            <a:custGeom>
              <a:pathLst>
                <a:path w="1" h="17">
                  <a:moveTo>
                    <a:pt x="0" y="0"/>
                  </a:moveTo>
                  <a:lnTo>
                    <a:pt x="0" y="0"/>
                  </a:lnTo>
                  <a:lnTo>
                    <a:pt x="0" y="0"/>
                  </a:lnTo>
                  <a:lnTo>
                    <a:pt x="0" y="16"/>
                  </a:lnTo>
                  <a:lnTo>
                    <a:pt x="0" y="16"/>
                  </a:lnTo>
                  <a:lnTo>
                    <a:pt x="0" y="0"/>
                  </a:lnTo>
                  <a:lnTo>
                    <a:pt x="0" y="0"/>
                  </a:lnTo>
                  <a:lnTo>
                    <a:pt x="0" y="0"/>
                  </a:lnTo>
                </a:path>
              </a:pathLst>
            </a:custGeom>
            <a:solidFill>
              <a:srgbClr val="97C7C7"/>
            </a:solidFill>
            <a:ln cap="rnd">
              <a:noFill/>
              <a:round/>
            </a:ln>
            <a:effectLst/>
          </p:spPr>
        </p:sp>
        <p:sp>
          <p:nvSpPr>
            <p:cNvPr id="62322" name=""/>
            <p:cNvSpPr/>
            <p:nvPr/>
          </p:nvSpPr>
          <p:spPr>
            <a:xfrm>
              <a:off x="4225" y="3228"/>
              <a:ext cx="1" cy="17"/>
            </a:xfrm>
            <a:custGeom>
              <a:pathLst>
                <a:path w="1" h="17">
                  <a:moveTo>
                    <a:pt x="0" y="0"/>
                  </a:moveTo>
                  <a:lnTo>
                    <a:pt x="0" y="0"/>
                  </a:lnTo>
                  <a:lnTo>
                    <a:pt x="0" y="0"/>
                  </a:lnTo>
                  <a:lnTo>
                    <a:pt x="0" y="16"/>
                  </a:lnTo>
                  <a:lnTo>
                    <a:pt x="0" y="16"/>
                  </a:lnTo>
                  <a:lnTo>
                    <a:pt x="0" y="16"/>
                  </a:lnTo>
                  <a:lnTo>
                    <a:pt x="0" y="16"/>
                  </a:lnTo>
                  <a:lnTo>
                    <a:pt x="0" y="0"/>
                  </a:lnTo>
                  <a:lnTo>
                    <a:pt x="0" y="0"/>
                  </a:lnTo>
                  <a:lnTo>
                    <a:pt x="0" y="0"/>
                  </a:lnTo>
                </a:path>
              </a:pathLst>
            </a:custGeom>
            <a:solidFill>
              <a:srgbClr val="9ACACA"/>
            </a:solidFill>
            <a:ln cap="rnd">
              <a:noFill/>
              <a:round/>
            </a:ln>
            <a:effectLst/>
          </p:spPr>
        </p:sp>
        <p:sp>
          <p:nvSpPr>
            <p:cNvPr id="62323" name=""/>
            <p:cNvSpPr/>
            <p:nvPr/>
          </p:nvSpPr>
          <p:spPr>
            <a:xfrm>
              <a:off x="4225" y="3229"/>
              <a:ext cx="1" cy="1"/>
            </a:xfrm>
            <a:custGeom>
              <a:pathLst>
                <a:path w="1" h="1">
                  <a:moveTo>
                    <a:pt x="0" y="0"/>
                  </a:moveTo>
                  <a:lnTo>
                    <a:pt x="0" y="0"/>
                  </a:lnTo>
                  <a:lnTo>
                    <a:pt x="0" y="0"/>
                  </a:lnTo>
                  <a:lnTo>
                    <a:pt x="0" y="0"/>
                  </a:lnTo>
                  <a:lnTo>
                    <a:pt x="0" y="0"/>
                  </a:lnTo>
                  <a:lnTo>
                    <a:pt x="0" y="0"/>
                  </a:lnTo>
                  <a:lnTo>
                    <a:pt x="0" y="0"/>
                  </a:lnTo>
                </a:path>
              </a:pathLst>
            </a:custGeom>
            <a:solidFill>
              <a:srgbClr val="99CCCC"/>
            </a:solidFill>
            <a:ln cap="rnd">
              <a:noFill/>
              <a:round/>
            </a:ln>
            <a:effectLst/>
          </p:spPr>
        </p:sp>
        <p:sp>
          <p:nvSpPr>
            <p:cNvPr id="62324" name=""/>
            <p:cNvSpPr/>
            <p:nvPr/>
          </p:nvSpPr>
          <p:spPr>
            <a:xfrm>
              <a:off x="4205" y="3228"/>
              <a:ext cx="21" cy="17"/>
            </a:xfrm>
            <a:custGeom>
              <a:pathLst>
                <a:path w="21" h="17">
                  <a:moveTo>
                    <a:pt x="0" y="1"/>
                  </a:moveTo>
                  <a:lnTo>
                    <a:pt x="0" y="1"/>
                  </a:lnTo>
                  <a:lnTo>
                    <a:pt x="2" y="1"/>
                  </a:lnTo>
                  <a:lnTo>
                    <a:pt x="5" y="1"/>
                  </a:lnTo>
                  <a:lnTo>
                    <a:pt x="5" y="0"/>
                  </a:lnTo>
                  <a:lnTo>
                    <a:pt x="8" y="0"/>
                  </a:lnTo>
                  <a:lnTo>
                    <a:pt x="8" y="0"/>
                  </a:lnTo>
                  <a:lnTo>
                    <a:pt x="11" y="0"/>
                  </a:lnTo>
                  <a:lnTo>
                    <a:pt x="11" y="0"/>
                  </a:lnTo>
                  <a:lnTo>
                    <a:pt x="14" y="0"/>
                  </a:lnTo>
                  <a:lnTo>
                    <a:pt x="17" y="0"/>
                  </a:lnTo>
                  <a:lnTo>
                    <a:pt x="17" y="1"/>
                  </a:lnTo>
                  <a:lnTo>
                    <a:pt x="20" y="1"/>
                  </a:lnTo>
                  <a:lnTo>
                    <a:pt x="20" y="3"/>
                  </a:lnTo>
                  <a:lnTo>
                    <a:pt x="20" y="5"/>
                  </a:lnTo>
                  <a:lnTo>
                    <a:pt x="20" y="7"/>
                  </a:lnTo>
                  <a:lnTo>
                    <a:pt x="20" y="10"/>
                  </a:lnTo>
                  <a:lnTo>
                    <a:pt x="20" y="12"/>
                  </a:lnTo>
                  <a:lnTo>
                    <a:pt x="20" y="12"/>
                  </a:lnTo>
                  <a:lnTo>
                    <a:pt x="17" y="14"/>
                  </a:lnTo>
                  <a:lnTo>
                    <a:pt x="17" y="16"/>
                  </a:lnTo>
                  <a:lnTo>
                    <a:pt x="2" y="16"/>
                  </a:lnTo>
                  <a:lnTo>
                    <a:pt x="0" y="1"/>
                  </a:lnTo>
                  <a:lnTo>
                    <a:pt x="0" y="1"/>
                  </a:lnTo>
                  <a:lnTo>
                    <a:pt x="0" y="1"/>
                  </a:lnTo>
                </a:path>
              </a:pathLst>
            </a:custGeom>
            <a:solidFill>
              <a:srgbClr val="000000"/>
            </a:solidFill>
            <a:ln cap="rnd">
              <a:noFill/>
              <a:round/>
            </a:ln>
            <a:effectLst/>
          </p:spPr>
        </p:sp>
        <p:sp>
          <p:nvSpPr>
            <p:cNvPr id="62325" name=""/>
            <p:cNvSpPr/>
            <p:nvPr/>
          </p:nvSpPr>
          <p:spPr>
            <a:xfrm>
              <a:off x="4181" y="3233"/>
              <a:ext cx="45" cy="17"/>
            </a:xfrm>
            <a:custGeom>
              <a:pathLst>
                <a:path w="45" h="17">
                  <a:moveTo>
                    <a:pt x="0" y="16"/>
                  </a:moveTo>
                  <a:lnTo>
                    <a:pt x="0" y="14"/>
                  </a:lnTo>
                  <a:lnTo>
                    <a:pt x="0" y="12"/>
                  </a:lnTo>
                  <a:lnTo>
                    <a:pt x="1" y="12"/>
                  </a:lnTo>
                  <a:lnTo>
                    <a:pt x="2" y="11"/>
                  </a:lnTo>
                  <a:lnTo>
                    <a:pt x="3" y="10"/>
                  </a:lnTo>
                  <a:lnTo>
                    <a:pt x="3" y="10"/>
                  </a:lnTo>
                  <a:lnTo>
                    <a:pt x="4" y="10"/>
                  </a:lnTo>
                  <a:lnTo>
                    <a:pt x="5" y="10"/>
                  </a:lnTo>
                  <a:lnTo>
                    <a:pt x="5" y="10"/>
                  </a:lnTo>
                  <a:lnTo>
                    <a:pt x="6" y="9"/>
                  </a:lnTo>
                  <a:lnTo>
                    <a:pt x="6" y="9"/>
                  </a:lnTo>
                  <a:lnTo>
                    <a:pt x="7" y="9"/>
                  </a:lnTo>
                  <a:lnTo>
                    <a:pt x="7" y="9"/>
                  </a:lnTo>
                  <a:lnTo>
                    <a:pt x="7" y="8"/>
                  </a:lnTo>
                  <a:lnTo>
                    <a:pt x="7" y="8"/>
                  </a:lnTo>
                  <a:lnTo>
                    <a:pt x="7" y="8"/>
                  </a:lnTo>
                  <a:lnTo>
                    <a:pt x="7" y="6"/>
                  </a:lnTo>
                  <a:lnTo>
                    <a:pt x="8" y="6"/>
                  </a:lnTo>
                  <a:lnTo>
                    <a:pt x="9" y="5"/>
                  </a:lnTo>
                  <a:lnTo>
                    <a:pt x="10" y="5"/>
                  </a:lnTo>
                  <a:lnTo>
                    <a:pt x="11" y="4"/>
                  </a:lnTo>
                  <a:lnTo>
                    <a:pt x="12" y="4"/>
                  </a:lnTo>
                  <a:lnTo>
                    <a:pt x="12" y="4"/>
                  </a:lnTo>
                  <a:lnTo>
                    <a:pt x="13" y="4"/>
                  </a:lnTo>
                  <a:lnTo>
                    <a:pt x="14" y="3"/>
                  </a:lnTo>
                  <a:lnTo>
                    <a:pt x="16" y="3"/>
                  </a:lnTo>
                  <a:lnTo>
                    <a:pt x="16" y="2"/>
                  </a:lnTo>
                  <a:lnTo>
                    <a:pt x="18" y="2"/>
                  </a:lnTo>
                  <a:lnTo>
                    <a:pt x="20" y="2"/>
                  </a:lnTo>
                  <a:lnTo>
                    <a:pt x="21" y="1"/>
                  </a:lnTo>
                  <a:lnTo>
                    <a:pt x="23" y="1"/>
                  </a:lnTo>
                  <a:lnTo>
                    <a:pt x="24" y="1"/>
                  </a:lnTo>
                  <a:lnTo>
                    <a:pt x="26" y="1"/>
                  </a:lnTo>
                  <a:lnTo>
                    <a:pt x="27" y="1"/>
                  </a:lnTo>
                  <a:lnTo>
                    <a:pt x="28" y="1"/>
                  </a:lnTo>
                  <a:lnTo>
                    <a:pt x="30" y="0"/>
                  </a:lnTo>
                  <a:lnTo>
                    <a:pt x="32" y="0"/>
                  </a:lnTo>
                  <a:lnTo>
                    <a:pt x="33" y="0"/>
                  </a:lnTo>
                  <a:lnTo>
                    <a:pt x="35" y="1"/>
                  </a:lnTo>
                  <a:lnTo>
                    <a:pt x="37" y="1"/>
                  </a:lnTo>
                  <a:lnTo>
                    <a:pt x="37" y="1"/>
                  </a:lnTo>
                  <a:lnTo>
                    <a:pt x="38" y="1"/>
                  </a:lnTo>
                  <a:lnTo>
                    <a:pt x="39" y="1"/>
                  </a:lnTo>
                  <a:lnTo>
                    <a:pt x="40" y="1"/>
                  </a:lnTo>
                  <a:lnTo>
                    <a:pt x="41" y="1"/>
                  </a:lnTo>
                  <a:lnTo>
                    <a:pt x="42" y="1"/>
                  </a:lnTo>
                  <a:lnTo>
                    <a:pt x="43" y="2"/>
                  </a:lnTo>
                  <a:lnTo>
                    <a:pt x="44" y="2"/>
                  </a:lnTo>
                  <a:lnTo>
                    <a:pt x="44" y="2"/>
                  </a:lnTo>
                  <a:lnTo>
                    <a:pt x="44" y="3"/>
                  </a:lnTo>
                  <a:lnTo>
                    <a:pt x="44" y="4"/>
                  </a:lnTo>
                  <a:lnTo>
                    <a:pt x="44" y="4"/>
                  </a:lnTo>
                  <a:lnTo>
                    <a:pt x="43" y="5"/>
                  </a:lnTo>
                  <a:lnTo>
                    <a:pt x="43" y="6"/>
                  </a:lnTo>
                  <a:lnTo>
                    <a:pt x="41" y="8"/>
                  </a:lnTo>
                  <a:lnTo>
                    <a:pt x="40" y="9"/>
                  </a:lnTo>
                  <a:lnTo>
                    <a:pt x="38" y="10"/>
                  </a:lnTo>
                  <a:lnTo>
                    <a:pt x="37" y="10"/>
                  </a:lnTo>
                  <a:lnTo>
                    <a:pt x="35" y="11"/>
                  </a:lnTo>
                  <a:lnTo>
                    <a:pt x="34" y="11"/>
                  </a:lnTo>
                  <a:lnTo>
                    <a:pt x="34" y="12"/>
                  </a:lnTo>
                  <a:lnTo>
                    <a:pt x="33" y="12"/>
                  </a:lnTo>
                  <a:lnTo>
                    <a:pt x="33" y="12"/>
                  </a:lnTo>
                  <a:lnTo>
                    <a:pt x="33" y="12"/>
                  </a:lnTo>
                  <a:lnTo>
                    <a:pt x="33" y="12"/>
                  </a:lnTo>
                  <a:lnTo>
                    <a:pt x="34" y="14"/>
                  </a:lnTo>
                  <a:lnTo>
                    <a:pt x="35" y="16"/>
                  </a:lnTo>
                  <a:lnTo>
                    <a:pt x="33" y="16"/>
                  </a:lnTo>
                  <a:lnTo>
                    <a:pt x="32" y="13"/>
                  </a:lnTo>
                  <a:lnTo>
                    <a:pt x="31" y="12"/>
                  </a:lnTo>
                  <a:lnTo>
                    <a:pt x="30" y="12"/>
                  </a:lnTo>
                  <a:lnTo>
                    <a:pt x="29" y="12"/>
                  </a:lnTo>
                  <a:lnTo>
                    <a:pt x="28" y="12"/>
                  </a:lnTo>
                  <a:lnTo>
                    <a:pt x="28" y="12"/>
                  </a:lnTo>
                  <a:lnTo>
                    <a:pt x="27" y="12"/>
                  </a:lnTo>
                  <a:lnTo>
                    <a:pt x="26" y="12"/>
                  </a:lnTo>
                  <a:lnTo>
                    <a:pt x="25" y="12"/>
                  </a:lnTo>
                  <a:lnTo>
                    <a:pt x="24" y="12"/>
                  </a:lnTo>
                  <a:lnTo>
                    <a:pt x="24" y="12"/>
                  </a:lnTo>
                  <a:lnTo>
                    <a:pt x="24" y="12"/>
                  </a:lnTo>
                  <a:lnTo>
                    <a:pt x="24" y="12"/>
                  </a:lnTo>
                  <a:lnTo>
                    <a:pt x="24" y="12"/>
                  </a:lnTo>
                  <a:lnTo>
                    <a:pt x="24" y="13"/>
                  </a:lnTo>
                  <a:lnTo>
                    <a:pt x="24" y="13"/>
                  </a:lnTo>
                  <a:lnTo>
                    <a:pt x="25" y="13"/>
                  </a:lnTo>
                  <a:lnTo>
                    <a:pt x="25" y="14"/>
                  </a:lnTo>
                  <a:lnTo>
                    <a:pt x="25" y="16"/>
                  </a:lnTo>
                  <a:lnTo>
                    <a:pt x="24" y="16"/>
                  </a:lnTo>
                  <a:lnTo>
                    <a:pt x="24" y="14"/>
                  </a:lnTo>
                  <a:lnTo>
                    <a:pt x="23" y="14"/>
                  </a:lnTo>
                  <a:lnTo>
                    <a:pt x="22" y="13"/>
                  </a:lnTo>
                  <a:lnTo>
                    <a:pt x="21" y="12"/>
                  </a:lnTo>
                  <a:lnTo>
                    <a:pt x="21" y="12"/>
                  </a:lnTo>
                  <a:lnTo>
                    <a:pt x="20" y="12"/>
                  </a:lnTo>
                  <a:lnTo>
                    <a:pt x="20" y="12"/>
                  </a:lnTo>
                  <a:lnTo>
                    <a:pt x="19" y="12"/>
                  </a:lnTo>
                  <a:lnTo>
                    <a:pt x="18" y="12"/>
                  </a:lnTo>
                  <a:lnTo>
                    <a:pt x="17" y="12"/>
                  </a:lnTo>
                  <a:lnTo>
                    <a:pt x="16" y="12"/>
                  </a:lnTo>
                  <a:lnTo>
                    <a:pt x="16" y="12"/>
                  </a:lnTo>
                  <a:lnTo>
                    <a:pt x="16" y="13"/>
                  </a:lnTo>
                  <a:lnTo>
                    <a:pt x="16" y="13"/>
                  </a:lnTo>
                  <a:lnTo>
                    <a:pt x="16" y="14"/>
                  </a:lnTo>
                  <a:lnTo>
                    <a:pt x="15" y="16"/>
                  </a:lnTo>
                  <a:lnTo>
                    <a:pt x="13" y="16"/>
                  </a:lnTo>
                  <a:lnTo>
                    <a:pt x="13" y="16"/>
                  </a:lnTo>
                  <a:lnTo>
                    <a:pt x="13" y="14"/>
                  </a:lnTo>
                  <a:lnTo>
                    <a:pt x="14" y="14"/>
                  </a:lnTo>
                  <a:lnTo>
                    <a:pt x="14" y="13"/>
                  </a:lnTo>
                  <a:lnTo>
                    <a:pt x="14" y="13"/>
                  </a:lnTo>
                  <a:lnTo>
                    <a:pt x="14" y="12"/>
                  </a:lnTo>
                  <a:lnTo>
                    <a:pt x="13" y="12"/>
                  </a:lnTo>
                  <a:lnTo>
                    <a:pt x="12" y="12"/>
                  </a:lnTo>
                  <a:lnTo>
                    <a:pt x="12" y="12"/>
                  </a:lnTo>
                  <a:lnTo>
                    <a:pt x="11" y="12"/>
                  </a:lnTo>
                  <a:lnTo>
                    <a:pt x="10" y="12"/>
                  </a:lnTo>
                  <a:lnTo>
                    <a:pt x="10" y="13"/>
                  </a:lnTo>
                  <a:lnTo>
                    <a:pt x="10" y="16"/>
                  </a:lnTo>
                  <a:lnTo>
                    <a:pt x="8" y="16"/>
                  </a:lnTo>
                  <a:lnTo>
                    <a:pt x="8" y="14"/>
                  </a:lnTo>
                  <a:lnTo>
                    <a:pt x="9" y="13"/>
                  </a:lnTo>
                  <a:lnTo>
                    <a:pt x="9" y="12"/>
                  </a:lnTo>
                  <a:lnTo>
                    <a:pt x="9" y="12"/>
                  </a:lnTo>
                  <a:lnTo>
                    <a:pt x="9" y="12"/>
                  </a:lnTo>
                  <a:lnTo>
                    <a:pt x="9" y="12"/>
                  </a:lnTo>
                  <a:lnTo>
                    <a:pt x="9" y="12"/>
                  </a:lnTo>
                  <a:lnTo>
                    <a:pt x="9" y="12"/>
                  </a:lnTo>
                  <a:lnTo>
                    <a:pt x="9" y="11"/>
                  </a:lnTo>
                  <a:lnTo>
                    <a:pt x="7" y="10"/>
                  </a:lnTo>
                  <a:lnTo>
                    <a:pt x="7" y="10"/>
                  </a:lnTo>
                  <a:lnTo>
                    <a:pt x="6" y="10"/>
                  </a:lnTo>
                  <a:lnTo>
                    <a:pt x="5" y="10"/>
                  </a:lnTo>
                  <a:lnTo>
                    <a:pt x="5" y="11"/>
                  </a:lnTo>
                  <a:lnTo>
                    <a:pt x="4" y="11"/>
                  </a:lnTo>
                  <a:lnTo>
                    <a:pt x="3" y="12"/>
                  </a:lnTo>
                  <a:lnTo>
                    <a:pt x="3" y="12"/>
                  </a:lnTo>
                  <a:lnTo>
                    <a:pt x="2" y="12"/>
                  </a:lnTo>
                  <a:lnTo>
                    <a:pt x="2" y="13"/>
                  </a:lnTo>
                  <a:lnTo>
                    <a:pt x="1" y="16"/>
                  </a:lnTo>
                  <a:lnTo>
                    <a:pt x="0" y="16"/>
                  </a:lnTo>
                  <a:lnTo>
                    <a:pt x="0" y="16"/>
                  </a:lnTo>
                </a:path>
              </a:pathLst>
            </a:custGeom>
            <a:solidFill>
              <a:srgbClr val="000000"/>
            </a:solidFill>
            <a:ln cap="rnd">
              <a:noFill/>
              <a:round/>
            </a:ln>
            <a:effectLst/>
          </p:spPr>
        </p:sp>
        <p:sp>
          <p:nvSpPr>
            <p:cNvPr id="62326" name=""/>
            <p:cNvSpPr/>
            <p:nvPr/>
          </p:nvSpPr>
          <p:spPr>
            <a:xfrm>
              <a:off x="4176" y="3247"/>
              <a:ext cx="21" cy="17"/>
            </a:xfrm>
            <a:custGeom>
              <a:pathLst>
                <a:path w="21" h="17">
                  <a:moveTo>
                    <a:pt x="5" y="0"/>
                  </a:moveTo>
                  <a:lnTo>
                    <a:pt x="5" y="0"/>
                  </a:lnTo>
                  <a:lnTo>
                    <a:pt x="4" y="2"/>
                  </a:lnTo>
                  <a:lnTo>
                    <a:pt x="4" y="4"/>
                  </a:lnTo>
                  <a:lnTo>
                    <a:pt x="4" y="6"/>
                  </a:lnTo>
                  <a:lnTo>
                    <a:pt x="4" y="9"/>
                  </a:lnTo>
                  <a:lnTo>
                    <a:pt x="3" y="9"/>
                  </a:lnTo>
                  <a:lnTo>
                    <a:pt x="3" y="9"/>
                  </a:lnTo>
                  <a:lnTo>
                    <a:pt x="3" y="9"/>
                  </a:lnTo>
                  <a:lnTo>
                    <a:pt x="2" y="9"/>
                  </a:lnTo>
                  <a:lnTo>
                    <a:pt x="2" y="9"/>
                  </a:lnTo>
                  <a:lnTo>
                    <a:pt x="2" y="9"/>
                  </a:lnTo>
                  <a:lnTo>
                    <a:pt x="2" y="9"/>
                  </a:lnTo>
                  <a:lnTo>
                    <a:pt x="2" y="11"/>
                  </a:lnTo>
                  <a:lnTo>
                    <a:pt x="1" y="11"/>
                  </a:lnTo>
                  <a:lnTo>
                    <a:pt x="0" y="11"/>
                  </a:lnTo>
                  <a:lnTo>
                    <a:pt x="0" y="13"/>
                  </a:lnTo>
                  <a:lnTo>
                    <a:pt x="0" y="13"/>
                  </a:lnTo>
                  <a:lnTo>
                    <a:pt x="0" y="16"/>
                  </a:lnTo>
                  <a:lnTo>
                    <a:pt x="0" y="16"/>
                  </a:lnTo>
                  <a:lnTo>
                    <a:pt x="0" y="16"/>
                  </a:lnTo>
                  <a:lnTo>
                    <a:pt x="1" y="16"/>
                  </a:lnTo>
                  <a:lnTo>
                    <a:pt x="17" y="4"/>
                  </a:lnTo>
                  <a:lnTo>
                    <a:pt x="18" y="4"/>
                  </a:lnTo>
                  <a:lnTo>
                    <a:pt x="19" y="2"/>
                  </a:lnTo>
                  <a:lnTo>
                    <a:pt x="19" y="0"/>
                  </a:lnTo>
                  <a:lnTo>
                    <a:pt x="20" y="0"/>
                  </a:lnTo>
                  <a:lnTo>
                    <a:pt x="18" y="0"/>
                  </a:lnTo>
                  <a:lnTo>
                    <a:pt x="17" y="0"/>
                  </a:lnTo>
                  <a:lnTo>
                    <a:pt x="17" y="0"/>
                  </a:lnTo>
                  <a:lnTo>
                    <a:pt x="17" y="0"/>
                  </a:lnTo>
                  <a:lnTo>
                    <a:pt x="16" y="0"/>
                  </a:lnTo>
                  <a:lnTo>
                    <a:pt x="16" y="0"/>
                  </a:lnTo>
                  <a:lnTo>
                    <a:pt x="15" y="0"/>
                  </a:lnTo>
                  <a:lnTo>
                    <a:pt x="14" y="0"/>
                  </a:lnTo>
                  <a:lnTo>
                    <a:pt x="15" y="0"/>
                  </a:lnTo>
                  <a:lnTo>
                    <a:pt x="13" y="0"/>
                  </a:lnTo>
                  <a:lnTo>
                    <a:pt x="13" y="0"/>
                  </a:lnTo>
                  <a:lnTo>
                    <a:pt x="13" y="0"/>
                  </a:lnTo>
                  <a:lnTo>
                    <a:pt x="13" y="0"/>
                  </a:lnTo>
                  <a:lnTo>
                    <a:pt x="13" y="2"/>
                  </a:lnTo>
                  <a:lnTo>
                    <a:pt x="12" y="2"/>
                  </a:lnTo>
                  <a:lnTo>
                    <a:pt x="5" y="9"/>
                  </a:lnTo>
                  <a:lnTo>
                    <a:pt x="5" y="4"/>
                  </a:lnTo>
                  <a:lnTo>
                    <a:pt x="5" y="2"/>
                  </a:lnTo>
                  <a:lnTo>
                    <a:pt x="5" y="0"/>
                  </a:lnTo>
                  <a:lnTo>
                    <a:pt x="6" y="0"/>
                  </a:lnTo>
                  <a:lnTo>
                    <a:pt x="5" y="0"/>
                  </a:lnTo>
                  <a:lnTo>
                    <a:pt x="5" y="0"/>
                  </a:lnTo>
                </a:path>
              </a:pathLst>
            </a:custGeom>
            <a:solidFill>
              <a:srgbClr val="000000"/>
            </a:solidFill>
            <a:ln cap="rnd">
              <a:noFill/>
              <a:round/>
            </a:ln>
            <a:effectLst/>
          </p:spPr>
        </p:sp>
        <p:sp>
          <p:nvSpPr>
            <p:cNvPr id="62327" name=""/>
            <p:cNvSpPr/>
            <p:nvPr/>
          </p:nvSpPr>
          <p:spPr>
            <a:xfrm>
              <a:off x="4203" y="3247"/>
              <a:ext cx="23" cy="17"/>
            </a:xfrm>
            <a:custGeom>
              <a:pathLst>
                <a:path w="23" h="17">
                  <a:moveTo>
                    <a:pt x="2" y="0"/>
                  </a:moveTo>
                  <a:lnTo>
                    <a:pt x="2" y="0"/>
                  </a:lnTo>
                  <a:lnTo>
                    <a:pt x="2" y="1"/>
                  </a:lnTo>
                  <a:lnTo>
                    <a:pt x="3" y="4"/>
                  </a:lnTo>
                  <a:lnTo>
                    <a:pt x="3" y="7"/>
                  </a:lnTo>
                  <a:lnTo>
                    <a:pt x="3" y="10"/>
                  </a:lnTo>
                  <a:lnTo>
                    <a:pt x="4" y="10"/>
                  </a:lnTo>
                  <a:lnTo>
                    <a:pt x="3" y="11"/>
                  </a:lnTo>
                  <a:lnTo>
                    <a:pt x="3" y="11"/>
                  </a:lnTo>
                  <a:lnTo>
                    <a:pt x="3" y="13"/>
                  </a:lnTo>
                  <a:lnTo>
                    <a:pt x="3" y="13"/>
                  </a:lnTo>
                  <a:lnTo>
                    <a:pt x="2" y="13"/>
                  </a:lnTo>
                  <a:lnTo>
                    <a:pt x="2" y="13"/>
                  </a:lnTo>
                  <a:lnTo>
                    <a:pt x="2" y="14"/>
                  </a:lnTo>
                  <a:lnTo>
                    <a:pt x="2" y="14"/>
                  </a:lnTo>
                  <a:lnTo>
                    <a:pt x="1" y="14"/>
                  </a:lnTo>
                  <a:lnTo>
                    <a:pt x="1" y="16"/>
                  </a:lnTo>
                  <a:lnTo>
                    <a:pt x="0" y="16"/>
                  </a:lnTo>
                  <a:lnTo>
                    <a:pt x="0" y="16"/>
                  </a:lnTo>
                  <a:lnTo>
                    <a:pt x="0" y="16"/>
                  </a:lnTo>
                  <a:lnTo>
                    <a:pt x="1" y="16"/>
                  </a:lnTo>
                  <a:lnTo>
                    <a:pt x="1" y="16"/>
                  </a:lnTo>
                  <a:lnTo>
                    <a:pt x="18" y="8"/>
                  </a:lnTo>
                  <a:lnTo>
                    <a:pt x="19" y="7"/>
                  </a:lnTo>
                  <a:lnTo>
                    <a:pt x="20" y="5"/>
                  </a:lnTo>
                  <a:lnTo>
                    <a:pt x="21" y="5"/>
                  </a:lnTo>
                  <a:lnTo>
                    <a:pt x="21" y="4"/>
                  </a:lnTo>
                  <a:lnTo>
                    <a:pt x="21" y="2"/>
                  </a:lnTo>
                  <a:lnTo>
                    <a:pt x="21" y="2"/>
                  </a:lnTo>
                  <a:lnTo>
                    <a:pt x="22" y="1"/>
                  </a:lnTo>
                  <a:lnTo>
                    <a:pt x="22" y="1"/>
                  </a:lnTo>
                  <a:lnTo>
                    <a:pt x="21" y="0"/>
                  </a:lnTo>
                  <a:lnTo>
                    <a:pt x="21" y="0"/>
                  </a:lnTo>
                  <a:lnTo>
                    <a:pt x="21" y="0"/>
                  </a:lnTo>
                  <a:lnTo>
                    <a:pt x="20" y="1"/>
                  </a:lnTo>
                  <a:lnTo>
                    <a:pt x="20" y="1"/>
                  </a:lnTo>
                  <a:lnTo>
                    <a:pt x="20" y="2"/>
                  </a:lnTo>
                  <a:lnTo>
                    <a:pt x="20" y="2"/>
                  </a:lnTo>
                  <a:lnTo>
                    <a:pt x="19" y="4"/>
                  </a:lnTo>
                  <a:lnTo>
                    <a:pt x="19" y="5"/>
                  </a:lnTo>
                  <a:lnTo>
                    <a:pt x="18" y="5"/>
                  </a:lnTo>
                  <a:lnTo>
                    <a:pt x="18" y="5"/>
                  </a:lnTo>
                  <a:lnTo>
                    <a:pt x="18" y="5"/>
                  </a:lnTo>
                  <a:lnTo>
                    <a:pt x="14" y="8"/>
                  </a:lnTo>
                  <a:lnTo>
                    <a:pt x="13" y="2"/>
                  </a:lnTo>
                  <a:lnTo>
                    <a:pt x="13" y="0"/>
                  </a:lnTo>
                  <a:lnTo>
                    <a:pt x="13" y="0"/>
                  </a:lnTo>
                  <a:lnTo>
                    <a:pt x="11" y="0"/>
                  </a:lnTo>
                  <a:lnTo>
                    <a:pt x="11" y="0"/>
                  </a:lnTo>
                  <a:lnTo>
                    <a:pt x="12" y="1"/>
                  </a:lnTo>
                  <a:lnTo>
                    <a:pt x="12" y="2"/>
                  </a:lnTo>
                  <a:lnTo>
                    <a:pt x="13" y="8"/>
                  </a:lnTo>
                  <a:lnTo>
                    <a:pt x="5" y="11"/>
                  </a:lnTo>
                  <a:lnTo>
                    <a:pt x="5" y="11"/>
                  </a:lnTo>
                  <a:lnTo>
                    <a:pt x="5" y="10"/>
                  </a:lnTo>
                  <a:lnTo>
                    <a:pt x="5" y="10"/>
                  </a:lnTo>
                  <a:lnTo>
                    <a:pt x="5" y="10"/>
                  </a:lnTo>
                  <a:lnTo>
                    <a:pt x="4" y="5"/>
                  </a:lnTo>
                  <a:lnTo>
                    <a:pt x="4" y="4"/>
                  </a:lnTo>
                  <a:lnTo>
                    <a:pt x="4" y="1"/>
                  </a:lnTo>
                  <a:lnTo>
                    <a:pt x="3" y="0"/>
                  </a:lnTo>
                  <a:lnTo>
                    <a:pt x="2" y="0"/>
                  </a:lnTo>
                  <a:lnTo>
                    <a:pt x="2" y="0"/>
                  </a:lnTo>
                </a:path>
              </a:pathLst>
            </a:custGeom>
            <a:solidFill>
              <a:srgbClr val="000000"/>
            </a:solidFill>
            <a:ln cap="rnd">
              <a:noFill/>
              <a:round/>
            </a:ln>
            <a:effectLst/>
          </p:spPr>
        </p:sp>
        <p:sp>
          <p:nvSpPr>
            <p:cNvPr id="62328" name=""/>
            <p:cNvSpPr/>
            <p:nvPr/>
          </p:nvSpPr>
          <p:spPr>
            <a:xfrm>
              <a:off x="4151" y="3964"/>
              <a:ext cx="21" cy="66"/>
            </a:xfrm>
            <a:custGeom>
              <a:pathLst>
                <a:path w="21" h="66">
                  <a:moveTo>
                    <a:pt x="10" y="0"/>
                  </a:moveTo>
                  <a:lnTo>
                    <a:pt x="12" y="1"/>
                  </a:lnTo>
                  <a:lnTo>
                    <a:pt x="13" y="3"/>
                  </a:lnTo>
                  <a:lnTo>
                    <a:pt x="16" y="6"/>
                  </a:lnTo>
                  <a:lnTo>
                    <a:pt x="16" y="10"/>
                  </a:lnTo>
                  <a:lnTo>
                    <a:pt x="18" y="15"/>
                  </a:lnTo>
                  <a:lnTo>
                    <a:pt x="20" y="20"/>
                  </a:lnTo>
                  <a:lnTo>
                    <a:pt x="20" y="26"/>
                  </a:lnTo>
                  <a:lnTo>
                    <a:pt x="20" y="33"/>
                  </a:lnTo>
                  <a:lnTo>
                    <a:pt x="20" y="39"/>
                  </a:lnTo>
                  <a:lnTo>
                    <a:pt x="20" y="45"/>
                  </a:lnTo>
                  <a:lnTo>
                    <a:pt x="18" y="50"/>
                  </a:lnTo>
                  <a:lnTo>
                    <a:pt x="16" y="56"/>
                  </a:lnTo>
                  <a:lnTo>
                    <a:pt x="16" y="59"/>
                  </a:lnTo>
                  <a:lnTo>
                    <a:pt x="13" y="63"/>
                  </a:lnTo>
                  <a:lnTo>
                    <a:pt x="12" y="64"/>
                  </a:lnTo>
                  <a:lnTo>
                    <a:pt x="11" y="65"/>
                  </a:lnTo>
                  <a:lnTo>
                    <a:pt x="7" y="64"/>
                  </a:lnTo>
                  <a:lnTo>
                    <a:pt x="6" y="63"/>
                  </a:lnTo>
                  <a:lnTo>
                    <a:pt x="5" y="59"/>
                  </a:lnTo>
                  <a:lnTo>
                    <a:pt x="3" y="56"/>
                  </a:lnTo>
                  <a:lnTo>
                    <a:pt x="2" y="50"/>
                  </a:lnTo>
                  <a:lnTo>
                    <a:pt x="1" y="45"/>
                  </a:lnTo>
                  <a:lnTo>
                    <a:pt x="0" y="39"/>
                  </a:lnTo>
                  <a:lnTo>
                    <a:pt x="0" y="33"/>
                  </a:lnTo>
                  <a:lnTo>
                    <a:pt x="0" y="26"/>
                  </a:lnTo>
                  <a:lnTo>
                    <a:pt x="1" y="20"/>
                  </a:lnTo>
                  <a:lnTo>
                    <a:pt x="2" y="15"/>
                  </a:lnTo>
                  <a:lnTo>
                    <a:pt x="3" y="10"/>
                  </a:lnTo>
                  <a:lnTo>
                    <a:pt x="5" y="6"/>
                  </a:lnTo>
                  <a:lnTo>
                    <a:pt x="6" y="3"/>
                  </a:lnTo>
                  <a:lnTo>
                    <a:pt x="7" y="1"/>
                  </a:lnTo>
                  <a:lnTo>
                    <a:pt x="11" y="1"/>
                  </a:lnTo>
                  <a:lnTo>
                    <a:pt x="11" y="1"/>
                  </a:lnTo>
                  <a:lnTo>
                    <a:pt x="10" y="0"/>
                  </a:lnTo>
                </a:path>
              </a:pathLst>
            </a:custGeom>
            <a:solidFill>
              <a:srgbClr val="006633"/>
            </a:solidFill>
            <a:ln cap="rnd">
              <a:noFill/>
              <a:round/>
            </a:ln>
            <a:effectLst/>
          </p:spPr>
        </p:sp>
        <p:sp>
          <p:nvSpPr>
            <p:cNvPr id="62329" name=""/>
            <p:cNvSpPr/>
            <p:nvPr/>
          </p:nvSpPr>
          <p:spPr>
            <a:xfrm>
              <a:off x="4811" y="3964"/>
              <a:ext cx="21" cy="66"/>
            </a:xfrm>
            <a:custGeom>
              <a:pathLst>
                <a:path w="21" h="66">
                  <a:moveTo>
                    <a:pt x="11" y="0"/>
                  </a:moveTo>
                  <a:lnTo>
                    <a:pt x="8" y="1"/>
                  </a:lnTo>
                  <a:lnTo>
                    <a:pt x="6" y="3"/>
                  </a:lnTo>
                  <a:lnTo>
                    <a:pt x="5" y="6"/>
                  </a:lnTo>
                  <a:lnTo>
                    <a:pt x="3" y="10"/>
                  </a:lnTo>
                  <a:lnTo>
                    <a:pt x="2" y="15"/>
                  </a:lnTo>
                  <a:lnTo>
                    <a:pt x="1" y="20"/>
                  </a:lnTo>
                  <a:lnTo>
                    <a:pt x="1" y="26"/>
                  </a:lnTo>
                  <a:lnTo>
                    <a:pt x="0" y="33"/>
                  </a:lnTo>
                  <a:lnTo>
                    <a:pt x="1" y="39"/>
                  </a:lnTo>
                  <a:lnTo>
                    <a:pt x="1" y="45"/>
                  </a:lnTo>
                  <a:lnTo>
                    <a:pt x="2" y="50"/>
                  </a:lnTo>
                  <a:lnTo>
                    <a:pt x="3" y="56"/>
                  </a:lnTo>
                  <a:lnTo>
                    <a:pt x="5" y="59"/>
                  </a:lnTo>
                  <a:lnTo>
                    <a:pt x="6" y="63"/>
                  </a:lnTo>
                  <a:lnTo>
                    <a:pt x="8" y="64"/>
                  </a:lnTo>
                  <a:lnTo>
                    <a:pt x="11" y="65"/>
                  </a:lnTo>
                  <a:lnTo>
                    <a:pt x="12" y="64"/>
                  </a:lnTo>
                  <a:lnTo>
                    <a:pt x="13" y="63"/>
                  </a:lnTo>
                  <a:lnTo>
                    <a:pt x="16" y="59"/>
                  </a:lnTo>
                  <a:lnTo>
                    <a:pt x="17" y="56"/>
                  </a:lnTo>
                  <a:lnTo>
                    <a:pt x="18" y="50"/>
                  </a:lnTo>
                  <a:lnTo>
                    <a:pt x="20" y="45"/>
                  </a:lnTo>
                  <a:lnTo>
                    <a:pt x="20" y="39"/>
                  </a:lnTo>
                  <a:lnTo>
                    <a:pt x="20" y="33"/>
                  </a:lnTo>
                  <a:lnTo>
                    <a:pt x="20" y="26"/>
                  </a:lnTo>
                  <a:lnTo>
                    <a:pt x="20" y="20"/>
                  </a:lnTo>
                  <a:lnTo>
                    <a:pt x="18" y="15"/>
                  </a:lnTo>
                  <a:lnTo>
                    <a:pt x="17" y="10"/>
                  </a:lnTo>
                  <a:lnTo>
                    <a:pt x="16" y="6"/>
                  </a:lnTo>
                  <a:lnTo>
                    <a:pt x="13" y="3"/>
                  </a:lnTo>
                  <a:lnTo>
                    <a:pt x="12" y="1"/>
                  </a:lnTo>
                  <a:lnTo>
                    <a:pt x="11" y="1"/>
                  </a:lnTo>
                  <a:lnTo>
                    <a:pt x="11" y="1"/>
                  </a:lnTo>
                  <a:lnTo>
                    <a:pt x="11" y="0"/>
                  </a:lnTo>
                </a:path>
              </a:pathLst>
            </a:custGeom>
            <a:solidFill>
              <a:srgbClr val="006633"/>
            </a:solidFill>
            <a:ln cap="rnd">
              <a:noFill/>
              <a:round/>
            </a:ln>
            <a:effectLst/>
          </p:spPr>
        </p:sp>
        <p:sp>
          <p:nvSpPr>
            <p:cNvPr id="62330" name=""/>
            <p:cNvSpPr/>
            <p:nvPr/>
          </p:nvSpPr>
          <p:spPr>
            <a:xfrm>
              <a:off x="4178" y="3948"/>
              <a:ext cx="21" cy="80"/>
            </a:xfrm>
            <a:custGeom>
              <a:pathLst>
                <a:path w="21" h="80">
                  <a:moveTo>
                    <a:pt x="10" y="0"/>
                  </a:moveTo>
                  <a:lnTo>
                    <a:pt x="11" y="1"/>
                  </a:lnTo>
                  <a:lnTo>
                    <a:pt x="14" y="3"/>
                  </a:lnTo>
                  <a:lnTo>
                    <a:pt x="15" y="7"/>
                  </a:lnTo>
                  <a:lnTo>
                    <a:pt x="17" y="11"/>
                  </a:lnTo>
                  <a:lnTo>
                    <a:pt x="18" y="18"/>
                  </a:lnTo>
                  <a:lnTo>
                    <a:pt x="20" y="24"/>
                  </a:lnTo>
                  <a:lnTo>
                    <a:pt x="20" y="32"/>
                  </a:lnTo>
                  <a:lnTo>
                    <a:pt x="20" y="39"/>
                  </a:lnTo>
                  <a:lnTo>
                    <a:pt x="20" y="48"/>
                  </a:lnTo>
                  <a:lnTo>
                    <a:pt x="20" y="55"/>
                  </a:lnTo>
                  <a:lnTo>
                    <a:pt x="18" y="62"/>
                  </a:lnTo>
                  <a:lnTo>
                    <a:pt x="17" y="68"/>
                  </a:lnTo>
                  <a:lnTo>
                    <a:pt x="15" y="72"/>
                  </a:lnTo>
                  <a:lnTo>
                    <a:pt x="14" y="76"/>
                  </a:lnTo>
                  <a:lnTo>
                    <a:pt x="11" y="79"/>
                  </a:lnTo>
                  <a:lnTo>
                    <a:pt x="10" y="79"/>
                  </a:lnTo>
                  <a:lnTo>
                    <a:pt x="8" y="79"/>
                  </a:lnTo>
                  <a:lnTo>
                    <a:pt x="5" y="76"/>
                  </a:lnTo>
                  <a:lnTo>
                    <a:pt x="3" y="72"/>
                  </a:lnTo>
                  <a:lnTo>
                    <a:pt x="3" y="68"/>
                  </a:lnTo>
                  <a:lnTo>
                    <a:pt x="1" y="62"/>
                  </a:lnTo>
                  <a:lnTo>
                    <a:pt x="1" y="55"/>
                  </a:lnTo>
                  <a:lnTo>
                    <a:pt x="0" y="48"/>
                  </a:lnTo>
                  <a:lnTo>
                    <a:pt x="0" y="39"/>
                  </a:lnTo>
                  <a:lnTo>
                    <a:pt x="0" y="32"/>
                  </a:lnTo>
                  <a:lnTo>
                    <a:pt x="1" y="24"/>
                  </a:lnTo>
                  <a:lnTo>
                    <a:pt x="1" y="18"/>
                  </a:lnTo>
                  <a:lnTo>
                    <a:pt x="3" y="11"/>
                  </a:lnTo>
                  <a:lnTo>
                    <a:pt x="3" y="7"/>
                  </a:lnTo>
                  <a:lnTo>
                    <a:pt x="5" y="3"/>
                  </a:lnTo>
                  <a:lnTo>
                    <a:pt x="8" y="1"/>
                  </a:lnTo>
                  <a:lnTo>
                    <a:pt x="10" y="0"/>
                  </a:lnTo>
                  <a:lnTo>
                    <a:pt x="10" y="0"/>
                  </a:lnTo>
                </a:path>
              </a:pathLst>
            </a:custGeom>
            <a:solidFill>
              <a:srgbClr val="003333"/>
            </a:solidFill>
            <a:ln cap="rnd">
              <a:noFill/>
              <a:round/>
            </a:ln>
            <a:effectLst/>
          </p:spPr>
        </p:sp>
        <p:sp>
          <p:nvSpPr>
            <p:cNvPr id="62331" name=""/>
            <p:cNvSpPr/>
            <p:nvPr/>
          </p:nvSpPr>
          <p:spPr>
            <a:xfrm>
              <a:off x="4783" y="3948"/>
              <a:ext cx="21" cy="80"/>
            </a:xfrm>
            <a:custGeom>
              <a:pathLst>
                <a:path w="21" h="80">
                  <a:moveTo>
                    <a:pt x="10" y="0"/>
                  </a:moveTo>
                  <a:lnTo>
                    <a:pt x="7" y="1"/>
                  </a:lnTo>
                  <a:lnTo>
                    <a:pt x="6" y="3"/>
                  </a:lnTo>
                  <a:lnTo>
                    <a:pt x="4" y="7"/>
                  </a:lnTo>
                  <a:lnTo>
                    <a:pt x="3" y="11"/>
                  </a:lnTo>
                  <a:lnTo>
                    <a:pt x="1" y="18"/>
                  </a:lnTo>
                  <a:lnTo>
                    <a:pt x="1" y="24"/>
                  </a:lnTo>
                  <a:lnTo>
                    <a:pt x="1" y="32"/>
                  </a:lnTo>
                  <a:lnTo>
                    <a:pt x="0" y="39"/>
                  </a:lnTo>
                  <a:lnTo>
                    <a:pt x="1" y="48"/>
                  </a:lnTo>
                  <a:lnTo>
                    <a:pt x="1" y="55"/>
                  </a:lnTo>
                  <a:lnTo>
                    <a:pt x="1" y="62"/>
                  </a:lnTo>
                  <a:lnTo>
                    <a:pt x="3" y="68"/>
                  </a:lnTo>
                  <a:lnTo>
                    <a:pt x="4" y="72"/>
                  </a:lnTo>
                  <a:lnTo>
                    <a:pt x="6" y="76"/>
                  </a:lnTo>
                  <a:lnTo>
                    <a:pt x="7" y="79"/>
                  </a:lnTo>
                  <a:lnTo>
                    <a:pt x="10" y="79"/>
                  </a:lnTo>
                  <a:lnTo>
                    <a:pt x="12" y="79"/>
                  </a:lnTo>
                  <a:lnTo>
                    <a:pt x="14" y="76"/>
                  </a:lnTo>
                  <a:lnTo>
                    <a:pt x="15" y="72"/>
                  </a:lnTo>
                  <a:lnTo>
                    <a:pt x="17" y="68"/>
                  </a:lnTo>
                  <a:lnTo>
                    <a:pt x="17" y="62"/>
                  </a:lnTo>
                  <a:lnTo>
                    <a:pt x="18" y="55"/>
                  </a:lnTo>
                  <a:lnTo>
                    <a:pt x="20" y="48"/>
                  </a:lnTo>
                  <a:lnTo>
                    <a:pt x="20" y="39"/>
                  </a:lnTo>
                  <a:lnTo>
                    <a:pt x="20" y="32"/>
                  </a:lnTo>
                  <a:lnTo>
                    <a:pt x="18" y="24"/>
                  </a:lnTo>
                  <a:lnTo>
                    <a:pt x="17" y="18"/>
                  </a:lnTo>
                  <a:lnTo>
                    <a:pt x="17" y="11"/>
                  </a:lnTo>
                  <a:lnTo>
                    <a:pt x="15" y="7"/>
                  </a:lnTo>
                  <a:lnTo>
                    <a:pt x="14" y="3"/>
                  </a:lnTo>
                  <a:lnTo>
                    <a:pt x="12" y="1"/>
                  </a:lnTo>
                  <a:lnTo>
                    <a:pt x="10" y="0"/>
                  </a:lnTo>
                  <a:lnTo>
                    <a:pt x="10" y="0"/>
                  </a:lnTo>
                  <a:lnTo>
                    <a:pt x="10" y="0"/>
                  </a:lnTo>
                </a:path>
              </a:pathLst>
            </a:custGeom>
            <a:solidFill>
              <a:srgbClr val="003333"/>
            </a:solidFill>
            <a:ln cap="rnd">
              <a:noFill/>
              <a:round/>
            </a:ln>
            <a:effectLst/>
          </p:spPr>
        </p:sp>
        <p:sp>
          <p:nvSpPr>
            <p:cNvPr id="62332" name=""/>
            <p:cNvSpPr/>
            <p:nvPr/>
          </p:nvSpPr>
          <p:spPr>
            <a:xfrm>
              <a:off x="4193" y="3976"/>
              <a:ext cx="21" cy="55"/>
            </a:xfrm>
            <a:custGeom>
              <a:pathLst>
                <a:path w="21" h="55">
                  <a:moveTo>
                    <a:pt x="10" y="0"/>
                  </a:moveTo>
                  <a:lnTo>
                    <a:pt x="12" y="1"/>
                  </a:lnTo>
                  <a:lnTo>
                    <a:pt x="14" y="2"/>
                  </a:lnTo>
                  <a:lnTo>
                    <a:pt x="15" y="5"/>
                  </a:lnTo>
                  <a:lnTo>
                    <a:pt x="17" y="8"/>
                  </a:lnTo>
                  <a:lnTo>
                    <a:pt x="18" y="12"/>
                  </a:lnTo>
                  <a:lnTo>
                    <a:pt x="18" y="17"/>
                  </a:lnTo>
                  <a:lnTo>
                    <a:pt x="20" y="22"/>
                  </a:lnTo>
                  <a:lnTo>
                    <a:pt x="20" y="28"/>
                  </a:lnTo>
                  <a:lnTo>
                    <a:pt x="20" y="33"/>
                  </a:lnTo>
                  <a:lnTo>
                    <a:pt x="18" y="37"/>
                  </a:lnTo>
                  <a:lnTo>
                    <a:pt x="18" y="42"/>
                  </a:lnTo>
                  <a:lnTo>
                    <a:pt x="17" y="47"/>
                  </a:lnTo>
                  <a:lnTo>
                    <a:pt x="15" y="50"/>
                  </a:lnTo>
                  <a:lnTo>
                    <a:pt x="14" y="52"/>
                  </a:lnTo>
                  <a:lnTo>
                    <a:pt x="12" y="54"/>
                  </a:lnTo>
                  <a:lnTo>
                    <a:pt x="10" y="54"/>
                  </a:lnTo>
                  <a:lnTo>
                    <a:pt x="7" y="54"/>
                  </a:lnTo>
                  <a:lnTo>
                    <a:pt x="5" y="52"/>
                  </a:lnTo>
                  <a:lnTo>
                    <a:pt x="4" y="50"/>
                  </a:lnTo>
                  <a:lnTo>
                    <a:pt x="2" y="47"/>
                  </a:lnTo>
                  <a:lnTo>
                    <a:pt x="1" y="42"/>
                  </a:lnTo>
                  <a:lnTo>
                    <a:pt x="1" y="37"/>
                  </a:lnTo>
                  <a:lnTo>
                    <a:pt x="1" y="33"/>
                  </a:lnTo>
                  <a:lnTo>
                    <a:pt x="0" y="28"/>
                  </a:lnTo>
                  <a:lnTo>
                    <a:pt x="1" y="22"/>
                  </a:lnTo>
                  <a:lnTo>
                    <a:pt x="1" y="17"/>
                  </a:lnTo>
                  <a:lnTo>
                    <a:pt x="1" y="12"/>
                  </a:lnTo>
                  <a:lnTo>
                    <a:pt x="2" y="8"/>
                  </a:lnTo>
                  <a:lnTo>
                    <a:pt x="4" y="5"/>
                  </a:lnTo>
                  <a:lnTo>
                    <a:pt x="5" y="2"/>
                  </a:lnTo>
                  <a:lnTo>
                    <a:pt x="7" y="1"/>
                  </a:lnTo>
                  <a:lnTo>
                    <a:pt x="10" y="0"/>
                  </a:lnTo>
                  <a:lnTo>
                    <a:pt x="10" y="0"/>
                  </a:lnTo>
                  <a:lnTo>
                    <a:pt x="10" y="0"/>
                  </a:lnTo>
                </a:path>
              </a:pathLst>
            </a:custGeom>
            <a:solidFill>
              <a:srgbClr val="006633"/>
            </a:solidFill>
            <a:ln cap="rnd">
              <a:noFill/>
              <a:round/>
            </a:ln>
            <a:effectLst/>
          </p:spPr>
        </p:sp>
        <p:sp>
          <p:nvSpPr>
            <p:cNvPr id="62333" name=""/>
            <p:cNvSpPr/>
            <p:nvPr/>
          </p:nvSpPr>
          <p:spPr>
            <a:xfrm>
              <a:off x="4773" y="3976"/>
              <a:ext cx="21" cy="55"/>
            </a:xfrm>
            <a:custGeom>
              <a:pathLst>
                <a:path w="21" h="55">
                  <a:moveTo>
                    <a:pt x="10" y="0"/>
                  </a:moveTo>
                  <a:lnTo>
                    <a:pt x="7" y="1"/>
                  </a:lnTo>
                  <a:lnTo>
                    <a:pt x="5" y="2"/>
                  </a:lnTo>
                  <a:lnTo>
                    <a:pt x="2" y="5"/>
                  </a:lnTo>
                  <a:lnTo>
                    <a:pt x="2" y="8"/>
                  </a:lnTo>
                  <a:lnTo>
                    <a:pt x="1" y="12"/>
                  </a:lnTo>
                  <a:lnTo>
                    <a:pt x="0" y="17"/>
                  </a:lnTo>
                  <a:lnTo>
                    <a:pt x="0" y="22"/>
                  </a:lnTo>
                  <a:lnTo>
                    <a:pt x="0" y="28"/>
                  </a:lnTo>
                  <a:lnTo>
                    <a:pt x="0" y="33"/>
                  </a:lnTo>
                  <a:lnTo>
                    <a:pt x="0" y="37"/>
                  </a:lnTo>
                  <a:lnTo>
                    <a:pt x="1" y="42"/>
                  </a:lnTo>
                  <a:lnTo>
                    <a:pt x="2" y="47"/>
                  </a:lnTo>
                  <a:lnTo>
                    <a:pt x="2" y="50"/>
                  </a:lnTo>
                  <a:lnTo>
                    <a:pt x="5" y="52"/>
                  </a:lnTo>
                  <a:lnTo>
                    <a:pt x="7" y="54"/>
                  </a:lnTo>
                  <a:lnTo>
                    <a:pt x="10" y="54"/>
                  </a:lnTo>
                  <a:lnTo>
                    <a:pt x="11" y="54"/>
                  </a:lnTo>
                  <a:lnTo>
                    <a:pt x="12" y="52"/>
                  </a:lnTo>
                  <a:lnTo>
                    <a:pt x="15" y="50"/>
                  </a:lnTo>
                  <a:lnTo>
                    <a:pt x="15" y="47"/>
                  </a:lnTo>
                  <a:lnTo>
                    <a:pt x="17" y="42"/>
                  </a:lnTo>
                  <a:lnTo>
                    <a:pt x="18" y="37"/>
                  </a:lnTo>
                  <a:lnTo>
                    <a:pt x="20" y="33"/>
                  </a:lnTo>
                  <a:lnTo>
                    <a:pt x="20" y="28"/>
                  </a:lnTo>
                  <a:lnTo>
                    <a:pt x="20" y="22"/>
                  </a:lnTo>
                  <a:lnTo>
                    <a:pt x="18" y="17"/>
                  </a:lnTo>
                  <a:lnTo>
                    <a:pt x="17" y="12"/>
                  </a:lnTo>
                  <a:lnTo>
                    <a:pt x="15" y="8"/>
                  </a:lnTo>
                  <a:lnTo>
                    <a:pt x="15" y="5"/>
                  </a:lnTo>
                  <a:lnTo>
                    <a:pt x="12" y="2"/>
                  </a:lnTo>
                  <a:lnTo>
                    <a:pt x="11" y="1"/>
                  </a:lnTo>
                  <a:lnTo>
                    <a:pt x="10" y="0"/>
                  </a:lnTo>
                  <a:lnTo>
                    <a:pt x="10" y="0"/>
                  </a:lnTo>
                  <a:lnTo>
                    <a:pt x="10" y="0"/>
                  </a:lnTo>
                </a:path>
              </a:pathLst>
            </a:custGeom>
            <a:solidFill>
              <a:srgbClr val="006633"/>
            </a:solidFill>
            <a:ln cap="rnd">
              <a:noFill/>
              <a:round/>
            </a:ln>
            <a:effectLst/>
          </p:spPr>
        </p:sp>
        <p:sp>
          <p:nvSpPr>
            <p:cNvPr id="62334" name=""/>
            <p:cNvSpPr/>
            <p:nvPr/>
          </p:nvSpPr>
          <p:spPr>
            <a:xfrm>
              <a:off x="4216" y="4004"/>
              <a:ext cx="21" cy="27"/>
            </a:xfrm>
            <a:custGeom>
              <a:pathLst>
                <a:path w="21" h="27">
                  <a:moveTo>
                    <a:pt x="9" y="0"/>
                  </a:moveTo>
                  <a:lnTo>
                    <a:pt x="12" y="0"/>
                  </a:lnTo>
                  <a:lnTo>
                    <a:pt x="14" y="1"/>
                  </a:lnTo>
                  <a:lnTo>
                    <a:pt x="16" y="2"/>
                  </a:lnTo>
                  <a:lnTo>
                    <a:pt x="18" y="4"/>
                  </a:lnTo>
                  <a:lnTo>
                    <a:pt x="18" y="6"/>
                  </a:lnTo>
                  <a:lnTo>
                    <a:pt x="18" y="8"/>
                  </a:lnTo>
                  <a:lnTo>
                    <a:pt x="20" y="10"/>
                  </a:lnTo>
                  <a:lnTo>
                    <a:pt x="20" y="13"/>
                  </a:lnTo>
                  <a:lnTo>
                    <a:pt x="20" y="16"/>
                  </a:lnTo>
                  <a:lnTo>
                    <a:pt x="18" y="18"/>
                  </a:lnTo>
                  <a:lnTo>
                    <a:pt x="18" y="20"/>
                  </a:lnTo>
                  <a:lnTo>
                    <a:pt x="18" y="22"/>
                  </a:lnTo>
                  <a:lnTo>
                    <a:pt x="16" y="23"/>
                  </a:lnTo>
                  <a:lnTo>
                    <a:pt x="14" y="25"/>
                  </a:lnTo>
                  <a:lnTo>
                    <a:pt x="12" y="26"/>
                  </a:lnTo>
                  <a:lnTo>
                    <a:pt x="9" y="26"/>
                  </a:lnTo>
                  <a:lnTo>
                    <a:pt x="9" y="26"/>
                  </a:lnTo>
                  <a:lnTo>
                    <a:pt x="5" y="25"/>
                  </a:lnTo>
                  <a:lnTo>
                    <a:pt x="3" y="23"/>
                  </a:lnTo>
                  <a:lnTo>
                    <a:pt x="3" y="22"/>
                  </a:lnTo>
                  <a:lnTo>
                    <a:pt x="1" y="20"/>
                  </a:lnTo>
                  <a:lnTo>
                    <a:pt x="0" y="18"/>
                  </a:lnTo>
                  <a:lnTo>
                    <a:pt x="0" y="16"/>
                  </a:lnTo>
                  <a:lnTo>
                    <a:pt x="0" y="13"/>
                  </a:lnTo>
                  <a:lnTo>
                    <a:pt x="0" y="10"/>
                  </a:lnTo>
                  <a:lnTo>
                    <a:pt x="0" y="8"/>
                  </a:lnTo>
                  <a:lnTo>
                    <a:pt x="1" y="6"/>
                  </a:lnTo>
                  <a:lnTo>
                    <a:pt x="3" y="4"/>
                  </a:lnTo>
                  <a:lnTo>
                    <a:pt x="3" y="2"/>
                  </a:lnTo>
                  <a:lnTo>
                    <a:pt x="5" y="1"/>
                  </a:lnTo>
                  <a:lnTo>
                    <a:pt x="9" y="0"/>
                  </a:lnTo>
                  <a:lnTo>
                    <a:pt x="9" y="0"/>
                  </a:lnTo>
                  <a:lnTo>
                    <a:pt x="9" y="0"/>
                  </a:lnTo>
                </a:path>
              </a:pathLst>
            </a:custGeom>
            <a:solidFill>
              <a:srgbClr val="006633"/>
            </a:solidFill>
            <a:ln cap="rnd">
              <a:noFill/>
              <a:round/>
            </a:ln>
            <a:effectLst/>
          </p:spPr>
        </p:sp>
        <p:sp>
          <p:nvSpPr>
            <p:cNvPr id="62335" name=""/>
            <p:cNvSpPr/>
            <p:nvPr/>
          </p:nvSpPr>
          <p:spPr>
            <a:xfrm>
              <a:off x="4751" y="4004"/>
              <a:ext cx="21" cy="27"/>
            </a:xfrm>
            <a:custGeom>
              <a:pathLst>
                <a:path w="21" h="27">
                  <a:moveTo>
                    <a:pt x="10" y="0"/>
                  </a:moveTo>
                  <a:lnTo>
                    <a:pt x="8" y="0"/>
                  </a:lnTo>
                  <a:lnTo>
                    <a:pt x="6" y="1"/>
                  </a:lnTo>
                  <a:lnTo>
                    <a:pt x="5" y="2"/>
                  </a:lnTo>
                  <a:lnTo>
                    <a:pt x="5" y="4"/>
                  </a:lnTo>
                  <a:lnTo>
                    <a:pt x="3" y="6"/>
                  </a:lnTo>
                  <a:lnTo>
                    <a:pt x="1" y="8"/>
                  </a:lnTo>
                  <a:lnTo>
                    <a:pt x="0" y="10"/>
                  </a:lnTo>
                  <a:lnTo>
                    <a:pt x="0" y="13"/>
                  </a:lnTo>
                  <a:lnTo>
                    <a:pt x="0" y="16"/>
                  </a:lnTo>
                  <a:lnTo>
                    <a:pt x="1" y="18"/>
                  </a:lnTo>
                  <a:lnTo>
                    <a:pt x="3" y="20"/>
                  </a:lnTo>
                  <a:lnTo>
                    <a:pt x="5" y="22"/>
                  </a:lnTo>
                  <a:lnTo>
                    <a:pt x="5" y="23"/>
                  </a:lnTo>
                  <a:lnTo>
                    <a:pt x="6" y="25"/>
                  </a:lnTo>
                  <a:lnTo>
                    <a:pt x="8" y="26"/>
                  </a:lnTo>
                  <a:lnTo>
                    <a:pt x="10" y="26"/>
                  </a:lnTo>
                  <a:lnTo>
                    <a:pt x="11" y="26"/>
                  </a:lnTo>
                  <a:lnTo>
                    <a:pt x="13" y="25"/>
                  </a:lnTo>
                  <a:lnTo>
                    <a:pt x="16" y="23"/>
                  </a:lnTo>
                  <a:lnTo>
                    <a:pt x="16" y="22"/>
                  </a:lnTo>
                  <a:lnTo>
                    <a:pt x="18" y="20"/>
                  </a:lnTo>
                  <a:lnTo>
                    <a:pt x="18" y="18"/>
                  </a:lnTo>
                  <a:lnTo>
                    <a:pt x="20" y="16"/>
                  </a:lnTo>
                  <a:lnTo>
                    <a:pt x="20" y="13"/>
                  </a:lnTo>
                  <a:lnTo>
                    <a:pt x="20" y="10"/>
                  </a:lnTo>
                  <a:lnTo>
                    <a:pt x="18" y="8"/>
                  </a:lnTo>
                  <a:lnTo>
                    <a:pt x="18" y="6"/>
                  </a:lnTo>
                  <a:lnTo>
                    <a:pt x="16" y="4"/>
                  </a:lnTo>
                  <a:lnTo>
                    <a:pt x="16" y="2"/>
                  </a:lnTo>
                  <a:lnTo>
                    <a:pt x="13" y="1"/>
                  </a:lnTo>
                  <a:lnTo>
                    <a:pt x="11" y="0"/>
                  </a:lnTo>
                  <a:lnTo>
                    <a:pt x="10" y="0"/>
                  </a:lnTo>
                  <a:lnTo>
                    <a:pt x="10" y="0"/>
                  </a:lnTo>
                  <a:lnTo>
                    <a:pt x="10" y="0"/>
                  </a:lnTo>
                </a:path>
              </a:pathLst>
            </a:custGeom>
            <a:solidFill>
              <a:srgbClr val="006633"/>
            </a:solidFill>
            <a:ln cap="rnd">
              <a:noFill/>
              <a:round/>
            </a:ln>
            <a:effectLst/>
          </p:spPr>
        </p:sp>
        <p:sp>
          <p:nvSpPr>
            <p:cNvPr id="62336" name=""/>
            <p:cNvSpPr/>
            <p:nvPr/>
          </p:nvSpPr>
          <p:spPr>
            <a:xfrm>
              <a:off x="4231" y="3975"/>
              <a:ext cx="21" cy="60"/>
            </a:xfrm>
            <a:custGeom>
              <a:pathLst>
                <a:path w="21" h="60">
                  <a:moveTo>
                    <a:pt x="7" y="0"/>
                  </a:moveTo>
                  <a:lnTo>
                    <a:pt x="10" y="1"/>
                  </a:lnTo>
                  <a:lnTo>
                    <a:pt x="12" y="3"/>
                  </a:lnTo>
                  <a:lnTo>
                    <a:pt x="14" y="5"/>
                  </a:lnTo>
                  <a:lnTo>
                    <a:pt x="16" y="9"/>
                  </a:lnTo>
                  <a:lnTo>
                    <a:pt x="16" y="13"/>
                  </a:lnTo>
                  <a:lnTo>
                    <a:pt x="18" y="18"/>
                  </a:lnTo>
                  <a:lnTo>
                    <a:pt x="18" y="24"/>
                  </a:lnTo>
                  <a:lnTo>
                    <a:pt x="20" y="29"/>
                  </a:lnTo>
                  <a:lnTo>
                    <a:pt x="18" y="36"/>
                  </a:lnTo>
                  <a:lnTo>
                    <a:pt x="18" y="41"/>
                  </a:lnTo>
                  <a:lnTo>
                    <a:pt x="16" y="46"/>
                  </a:lnTo>
                  <a:lnTo>
                    <a:pt x="16" y="50"/>
                  </a:lnTo>
                  <a:lnTo>
                    <a:pt x="14" y="54"/>
                  </a:lnTo>
                  <a:lnTo>
                    <a:pt x="12" y="57"/>
                  </a:lnTo>
                  <a:lnTo>
                    <a:pt x="10" y="58"/>
                  </a:lnTo>
                  <a:lnTo>
                    <a:pt x="7" y="59"/>
                  </a:lnTo>
                  <a:lnTo>
                    <a:pt x="7" y="58"/>
                  </a:lnTo>
                  <a:lnTo>
                    <a:pt x="3" y="57"/>
                  </a:lnTo>
                  <a:lnTo>
                    <a:pt x="3" y="54"/>
                  </a:lnTo>
                  <a:lnTo>
                    <a:pt x="1" y="50"/>
                  </a:lnTo>
                  <a:lnTo>
                    <a:pt x="0" y="46"/>
                  </a:lnTo>
                  <a:lnTo>
                    <a:pt x="0" y="41"/>
                  </a:lnTo>
                  <a:lnTo>
                    <a:pt x="0" y="36"/>
                  </a:lnTo>
                  <a:lnTo>
                    <a:pt x="0" y="29"/>
                  </a:lnTo>
                  <a:lnTo>
                    <a:pt x="0" y="24"/>
                  </a:lnTo>
                  <a:lnTo>
                    <a:pt x="0" y="18"/>
                  </a:lnTo>
                  <a:lnTo>
                    <a:pt x="0" y="13"/>
                  </a:lnTo>
                  <a:lnTo>
                    <a:pt x="1" y="9"/>
                  </a:lnTo>
                  <a:lnTo>
                    <a:pt x="3" y="5"/>
                  </a:lnTo>
                  <a:lnTo>
                    <a:pt x="3" y="3"/>
                  </a:lnTo>
                  <a:lnTo>
                    <a:pt x="7" y="1"/>
                  </a:lnTo>
                  <a:lnTo>
                    <a:pt x="7" y="0"/>
                  </a:lnTo>
                  <a:lnTo>
                    <a:pt x="7" y="0"/>
                  </a:lnTo>
                  <a:lnTo>
                    <a:pt x="7" y="0"/>
                  </a:lnTo>
                </a:path>
              </a:pathLst>
            </a:custGeom>
            <a:solidFill>
              <a:srgbClr val="009933"/>
            </a:solidFill>
            <a:ln cap="rnd">
              <a:noFill/>
              <a:round/>
            </a:ln>
            <a:effectLst/>
          </p:spPr>
        </p:sp>
        <p:sp>
          <p:nvSpPr>
            <p:cNvPr id="62337" name=""/>
            <p:cNvSpPr/>
            <p:nvPr/>
          </p:nvSpPr>
          <p:spPr>
            <a:xfrm>
              <a:off x="4738" y="3975"/>
              <a:ext cx="21" cy="60"/>
            </a:xfrm>
            <a:custGeom>
              <a:pathLst>
                <a:path w="21" h="60">
                  <a:moveTo>
                    <a:pt x="10" y="0"/>
                  </a:moveTo>
                  <a:lnTo>
                    <a:pt x="8" y="1"/>
                  </a:lnTo>
                  <a:lnTo>
                    <a:pt x="6" y="3"/>
                  </a:lnTo>
                  <a:lnTo>
                    <a:pt x="5" y="5"/>
                  </a:lnTo>
                  <a:lnTo>
                    <a:pt x="3" y="9"/>
                  </a:lnTo>
                  <a:lnTo>
                    <a:pt x="1" y="13"/>
                  </a:lnTo>
                  <a:lnTo>
                    <a:pt x="0" y="18"/>
                  </a:lnTo>
                  <a:lnTo>
                    <a:pt x="0" y="24"/>
                  </a:lnTo>
                  <a:lnTo>
                    <a:pt x="0" y="29"/>
                  </a:lnTo>
                  <a:lnTo>
                    <a:pt x="0" y="36"/>
                  </a:lnTo>
                  <a:lnTo>
                    <a:pt x="0" y="41"/>
                  </a:lnTo>
                  <a:lnTo>
                    <a:pt x="1" y="46"/>
                  </a:lnTo>
                  <a:lnTo>
                    <a:pt x="3" y="50"/>
                  </a:lnTo>
                  <a:lnTo>
                    <a:pt x="5" y="54"/>
                  </a:lnTo>
                  <a:lnTo>
                    <a:pt x="6" y="57"/>
                  </a:lnTo>
                  <a:lnTo>
                    <a:pt x="8" y="58"/>
                  </a:lnTo>
                  <a:lnTo>
                    <a:pt x="10" y="59"/>
                  </a:lnTo>
                  <a:lnTo>
                    <a:pt x="11" y="58"/>
                  </a:lnTo>
                  <a:lnTo>
                    <a:pt x="13" y="57"/>
                  </a:lnTo>
                  <a:lnTo>
                    <a:pt x="15" y="54"/>
                  </a:lnTo>
                  <a:lnTo>
                    <a:pt x="16" y="50"/>
                  </a:lnTo>
                  <a:lnTo>
                    <a:pt x="16" y="46"/>
                  </a:lnTo>
                  <a:lnTo>
                    <a:pt x="18" y="41"/>
                  </a:lnTo>
                  <a:lnTo>
                    <a:pt x="18" y="36"/>
                  </a:lnTo>
                  <a:lnTo>
                    <a:pt x="20" y="29"/>
                  </a:lnTo>
                  <a:lnTo>
                    <a:pt x="18" y="24"/>
                  </a:lnTo>
                  <a:lnTo>
                    <a:pt x="18" y="18"/>
                  </a:lnTo>
                  <a:lnTo>
                    <a:pt x="16" y="13"/>
                  </a:lnTo>
                  <a:lnTo>
                    <a:pt x="16" y="9"/>
                  </a:lnTo>
                  <a:lnTo>
                    <a:pt x="15" y="5"/>
                  </a:lnTo>
                  <a:lnTo>
                    <a:pt x="13" y="3"/>
                  </a:lnTo>
                  <a:lnTo>
                    <a:pt x="11" y="1"/>
                  </a:lnTo>
                  <a:lnTo>
                    <a:pt x="10" y="0"/>
                  </a:lnTo>
                  <a:lnTo>
                    <a:pt x="10" y="0"/>
                  </a:lnTo>
                </a:path>
              </a:pathLst>
            </a:custGeom>
            <a:solidFill>
              <a:srgbClr val="009933"/>
            </a:solidFill>
            <a:ln cap="rnd">
              <a:noFill/>
              <a:round/>
            </a:ln>
            <a:effectLst/>
          </p:spPr>
        </p:sp>
        <p:sp>
          <p:nvSpPr>
            <p:cNvPr id="62338" name=""/>
            <p:cNvSpPr/>
            <p:nvPr/>
          </p:nvSpPr>
          <p:spPr>
            <a:xfrm>
              <a:off x="4246" y="3990"/>
              <a:ext cx="21" cy="47"/>
            </a:xfrm>
            <a:custGeom>
              <a:pathLst>
                <a:path w="21" h="47">
                  <a:moveTo>
                    <a:pt x="10" y="0"/>
                  </a:moveTo>
                  <a:lnTo>
                    <a:pt x="10" y="0"/>
                  </a:lnTo>
                  <a:lnTo>
                    <a:pt x="14" y="1"/>
                  </a:lnTo>
                  <a:lnTo>
                    <a:pt x="16" y="3"/>
                  </a:lnTo>
                  <a:lnTo>
                    <a:pt x="18" y="6"/>
                  </a:lnTo>
                  <a:lnTo>
                    <a:pt x="20" y="9"/>
                  </a:lnTo>
                  <a:lnTo>
                    <a:pt x="20" y="14"/>
                  </a:lnTo>
                  <a:lnTo>
                    <a:pt x="20" y="18"/>
                  </a:lnTo>
                  <a:lnTo>
                    <a:pt x="20" y="23"/>
                  </a:lnTo>
                  <a:lnTo>
                    <a:pt x="20" y="27"/>
                  </a:lnTo>
                  <a:lnTo>
                    <a:pt x="20" y="31"/>
                  </a:lnTo>
                  <a:lnTo>
                    <a:pt x="20" y="35"/>
                  </a:lnTo>
                  <a:lnTo>
                    <a:pt x="18" y="39"/>
                  </a:lnTo>
                  <a:lnTo>
                    <a:pt x="16" y="42"/>
                  </a:lnTo>
                  <a:lnTo>
                    <a:pt x="14" y="44"/>
                  </a:lnTo>
                  <a:lnTo>
                    <a:pt x="10" y="45"/>
                  </a:lnTo>
                  <a:lnTo>
                    <a:pt x="10" y="46"/>
                  </a:lnTo>
                  <a:lnTo>
                    <a:pt x="7" y="45"/>
                  </a:lnTo>
                  <a:lnTo>
                    <a:pt x="7" y="44"/>
                  </a:lnTo>
                  <a:lnTo>
                    <a:pt x="3" y="42"/>
                  </a:lnTo>
                  <a:lnTo>
                    <a:pt x="3" y="39"/>
                  </a:lnTo>
                  <a:lnTo>
                    <a:pt x="1" y="35"/>
                  </a:lnTo>
                  <a:lnTo>
                    <a:pt x="1" y="31"/>
                  </a:lnTo>
                  <a:lnTo>
                    <a:pt x="1" y="27"/>
                  </a:lnTo>
                  <a:lnTo>
                    <a:pt x="0" y="23"/>
                  </a:lnTo>
                  <a:lnTo>
                    <a:pt x="1" y="18"/>
                  </a:lnTo>
                  <a:lnTo>
                    <a:pt x="1" y="14"/>
                  </a:lnTo>
                  <a:lnTo>
                    <a:pt x="1" y="9"/>
                  </a:lnTo>
                  <a:lnTo>
                    <a:pt x="3" y="6"/>
                  </a:lnTo>
                  <a:lnTo>
                    <a:pt x="3" y="3"/>
                  </a:lnTo>
                  <a:lnTo>
                    <a:pt x="7" y="1"/>
                  </a:lnTo>
                  <a:lnTo>
                    <a:pt x="7" y="0"/>
                  </a:lnTo>
                  <a:lnTo>
                    <a:pt x="10" y="0"/>
                  </a:lnTo>
                  <a:lnTo>
                    <a:pt x="10" y="0"/>
                  </a:lnTo>
                </a:path>
              </a:pathLst>
            </a:custGeom>
            <a:solidFill>
              <a:srgbClr val="003333"/>
            </a:solidFill>
            <a:ln cap="rnd">
              <a:noFill/>
              <a:round/>
            </a:ln>
            <a:effectLst/>
          </p:spPr>
        </p:sp>
        <p:sp>
          <p:nvSpPr>
            <p:cNvPr id="62339" name=""/>
            <p:cNvSpPr/>
            <p:nvPr/>
          </p:nvSpPr>
          <p:spPr>
            <a:xfrm>
              <a:off x="4723" y="3990"/>
              <a:ext cx="21" cy="47"/>
            </a:xfrm>
            <a:custGeom>
              <a:pathLst>
                <a:path w="21" h="47">
                  <a:moveTo>
                    <a:pt x="10" y="0"/>
                  </a:moveTo>
                  <a:lnTo>
                    <a:pt x="8" y="0"/>
                  </a:lnTo>
                  <a:lnTo>
                    <a:pt x="6" y="1"/>
                  </a:lnTo>
                  <a:lnTo>
                    <a:pt x="4" y="3"/>
                  </a:lnTo>
                  <a:lnTo>
                    <a:pt x="2" y="6"/>
                  </a:lnTo>
                  <a:lnTo>
                    <a:pt x="2" y="9"/>
                  </a:lnTo>
                  <a:lnTo>
                    <a:pt x="0" y="14"/>
                  </a:lnTo>
                  <a:lnTo>
                    <a:pt x="0" y="18"/>
                  </a:lnTo>
                  <a:lnTo>
                    <a:pt x="0" y="23"/>
                  </a:lnTo>
                  <a:lnTo>
                    <a:pt x="0" y="27"/>
                  </a:lnTo>
                  <a:lnTo>
                    <a:pt x="0" y="31"/>
                  </a:lnTo>
                  <a:lnTo>
                    <a:pt x="2" y="35"/>
                  </a:lnTo>
                  <a:lnTo>
                    <a:pt x="2" y="39"/>
                  </a:lnTo>
                  <a:lnTo>
                    <a:pt x="4" y="42"/>
                  </a:lnTo>
                  <a:lnTo>
                    <a:pt x="6" y="44"/>
                  </a:lnTo>
                  <a:lnTo>
                    <a:pt x="8" y="45"/>
                  </a:lnTo>
                  <a:lnTo>
                    <a:pt x="10" y="46"/>
                  </a:lnTo>
                  <a:lnTo>
                    <a:pt x="12" y="45"/>
                  </a:lnTo>
                  <a:lnTo>
                    <a:pt x="14" y="44"/>
                  </a:lnTo>
                  <a:lnTo>
                    <a:pt x="16" y="42"/>
                  </a:lnTo>
                  <a:lnTo>
                    <a:pt x="18" y="39"/>
                  </a:lnTo>
                  <a:lnTo>
                    <a:pt x="20" y="35"/>
                  </a:lnTo>
                  <a:lnTo>
                    <a:pt x="20" y="31"/>
                  </a:lnTo>
                  <a:lnTo>
                    <a:pt x="20" y="27"/>
                  </a:lnTo>
                  <a:lnTo>
                    <a:pt x="20" y="23"/>
                  </a:lnTo>
                  <a:lnTo>
                    <a:pt x="20" y="18"/>
                  </a:lnTo>
                  <a:lnTo>
                    <a:pt x="20" y="14"/>
                  </a:lnTo>
                  <a:lnTo>
                    <a:pt x="20" y="9"/>
                  </a:lnTo>
                  <a:lnTo>
                    <a:pt x="18" y="6"/>
                  </a:lnTo>
                  <a:lnTo>
                    <a:pt x="16" y="3"/>
                  </a:lnTo>
                  <a:lnTo>
                    <a:pt x="14" y="1"/>
                  </a:lnTo>
                  <a:lnTo>
                    <a:pt x="12" y="0"/>
                  </a:lnTo>
                  <a:lnTo>
                    <a:pt x="10" y="0"/>
                  </a:lnTo>
                  <a:lnTo>
                    <a:pt x="10" y="0"/>
                  </a:lnTo>
                </a:path>
              </a:pathLst>
            </a:custGeom>
            <a:solidFill>
              <a:srgbClr val="003333"/>
            </a:solidFill>
            <a:ln cap="rnd">
              <a:noFill/>
              <a:round/>
            </a:ln>
            <a:effectLst/>
          </p:spPr>
        </p:sp>
        <p:sp>
          <p:nvSpPr>
            <p:cNvPr id="62340" name=""/>
            <p:cNvSpPr/>
            <p:nvPr/>
          </p:nvSpPr>
          <p:spPr>
            <a:xfrm>
              <a:off x="4256" y="4002"/>
              <a:ext cx="21" cy="33"/>
            </a:xfrm>
            <a:custGeom>
              <a:pathLst>
                <a:path w="21" h="33">
                  <a:moveTo>
                    <a:pt x="9" y="0"/>
                  </a:moveTo>
                  <a:lnTo>
                    <a:pt x="12" y="1"/>
                  </a:lnTo>
                  <a:lnTo>
                    <a:pt x="13" y="2"/>
                  </a:lnTo>
                  <a:lnTo>
                    <a:pt x="15" y="3"/>
                  </a:lnTo>
                  <a:lnTo>
                    <a:pt x="16" y="5"/>
                  </a:lnTo>
                  <a:lnTo>
                    <a:pt x="18" y="8"/>
                  </a:lnTo>
                  <a:lnTo>
                    <a:pt x="18" y="10"/>
                  </a:lnTo>
                  <a:lnTo>
                    <a:pt x="20" y="14"/>
                  </a:lnTo>
                  <a:lnTo>
                    <a:pt x="20" y="16"/>
                  </a:lnTo>
                  <a:lnTo>
                    <a:pt x="20" y="20"/>
                  </a:lnTo>
                  <a:lnTo>
                    <a:pt x="18" y="23"/>
                  </a:lnTo>
                  <a:lnTo>
                    <a:pt x="18" y="25"/>
                  </a:lnTo>
                  <a:lnTo>
                    <a:pt x="16" y="28"/>
                  </a:lnTo>
                  <a:lnTo>
                    <a:pt x="15" y="30"/>
                  </a:lnTo>
                  <a:lnTo>
                    <a:pt x="13" y="32"/>
                  </a:lnTo>
                  <a:lnTo>
                    <a:pt x="12" y="32"/>
                  </a:lnTo>
                  <a:lnTo>
                    <a:pt x="10" y="32"/>
                  </a:lnTo>
                  <a:lnTo>
                    <a:pt x="7" y="32"/>
                  </a:lnTo>
                  <a:lnTo>
                    <a:pt x="6" y="32"/>
                  </a:lnTo>
                  <a:lnTo>
                    <a:pt x="4" y="30"/>
                  </a:lnTo>
                  <a:lnTo>
                    <a:pt x="3" y="28"/>
                  </a:lnTo>
                  <a:lnTo>
                    <a:pt x="1" y="25"/>
                  </a:lnTo>
                  <a:lnTo>
                    <a:pt x="1" y="23"/>
                  </a:lnTo>
                  <a:lnTo>
                    <a:pt x="0" y="20"/>
                  </a:lnTo>
                  <a:lnTo>
                    <a:pt x="0" y="16"/>
                  </a:lnTo>
                  <a:lnTo>
                    <a:pt x="0" y="14"/>
                  </a:lnTo>
                  <a:lnTo>
                    <a:pt x="1" y="10"/>
                  </a:lnTo>
                  <a:lnTo>
                    <a:pt x="1" y="8"/>
                  </a:lnTo>
                  <a:lnTo>
                    <a:pt x="3" y="5"/>
                  </a:lnTo>
                  <a:lnTo>
                    <a:pt x="4" y="3"/>
                  </a:lnTo>
                  <a:lnTo>
                    <a:pt x="6" y="2"/>
                  </a:lnTo>
                  <a:lnTo>
                    <a:pt x="7" y="1"/>
                  </a:lnTo>
                  <a:lnTo>
                    <a:pt x="10" y="0"/>
                  </a:lnTo>
                  <a:lnTo>
                    <a:pt x="10" y="0"/>
                  </a:lnTo>
                  <a:lnTo>
                    <a:pt x="9" y="0"/>
                  </a:lnTo>
                </a:path>
              </a:pathLst>
            </a:custGeom>
            <a:solidFill>
              <a:srgbClr val="006633"/>
            </a:solidFill>
            <a:ln cap="rnd">
              <a:noFill/>
              <a:round/>
            </a:ln>
            <a:effectLst/>
          </p:spPr>
        </p:sp>
        <p:sp>
          <p:nvSpPr>
            <p:cNvPr id="62341" name=""/>
            <p:cNvSpPr/>
            <p:nvPr/>
          </p:nvSpPr>
          <p:spPr>
            <a:xfrm>
              <a:off x="4709" y="4002"/>
              <a:ext cx="21" cy="33"/>
            </a:xfrm>
            <a:custGeom>
              <a:pathLst>
                <a:path w="21" h="33">
                  <a:moveTo>
                    <a:pt x="10" y="0"/>
                  </a:moveTo>
                  <a:lnTo>
                    <a:pt x="8" y="1"/>
                  </a:lnTo>
                  <a:lnTo>
                    <a:pt x="5" y="2"/>
                  </a:lnTo>
                  <a:lnTo>
                    <a:pt x="4" y="3"/>
                  </a:lnTo>
                  <a:lnTo>
                    <a:pt x="2" y="5"/>
                  </a:lnTo>
                  <a:lnTo>
                    <a:pt x="2" y="8"/>
                  </a:lnTo>
                  <a:lnTo>
                    <a:pt x="1" y="10"/>
                  </a:lnTo>
                  <a:lnTo>
                    <a:pt x="0" y="14"/>
                  </a:lnTo>
                  <a:lnTo>
                    <a:pt x="0" y="16"/>
                  </a:lnTo>
                  <a:lnTo>
                    <a:pt x="0" y="20"/>
                  </a:lnTo>
                  <a:lnTo>
                    <a:pt x="1" y="23"/>
                  </a:lnTo>
                  <a:lnTo>
                    <a:pt x="2" y="25"/>
                  </a:lnTo>
                  <a:lnTo>
                    <a:pt x="2" y="28"/>
                  </a:lnTo>
                  <a:lnTo>
                    <a:pt x="4" y="30"/>
                  </a:lnTo>
                  <a:lnTo>
                    <a:pt x="5" y="32"/>
                  </a:lnTo>
                  <a:lnTo>
                    <a:pt x="8" y="32"/>
                  </a:lnTo>
                  <a:lnTo>
                    <a:pt x="10" y="32"/>
                  </a:lnTo>
                  <a:lnTo>
                    <a:pt x="11" y="32"/>
                  </a:lnTo>
                  <a:lnTo>
                    <a:pt x="12" y="32"/>
                  </a:lnTo>
                  <a:lnTo>
                    <a:pt x="15" y="30"/>
                  </a:lnTo>
                  <a:lnTo>
                    <a:pt x="17" y="28"/>
                  </a:lnTo>
                  <a:lnTo>
                    <a:pt x="18" y="25"/>
                  </a:lnTo>
                  <a:lnTo>
                    <a:pt x="20" y="23"/>
                  </a:lnTo>
                  <a:lnTo>
                    <a:pt x="20" y="20"/>
                  </a:lnTo>
                  <a:lnTo>
                    <a:pt x="20" y="16"/>
                  </a:lnTo>
                  <a:lnTo>
                    <a:pt x="20" y="14"/>
                  </a:lnTo>
                  <a:lnTo>
                    <a:pt x="20" y="10"/>
                  </a:lnTo>
                  <a:lnTo>
                    <a:pt x="18" y="8"/>
                  </a:lnTo>
                  <a:lnTo>
                    <a:pt x="17" y="5"/>
                  </a:lnTo>
                  <a:lnTo>
                    <a:pt x="15" y="3"/>
                  </a:lnTo>
                  <a:lnTo>
                    <a:pt x="12" y="2"/>
                  </a:lnTo>
                  <a:lnTo>
                    <a:pt x="11" y="1"/>
                  </a:lnTo>
                  <a:lnTo>
                    <a:pt x="10" y="0"/>
                  </a:lnTo>
                  <a:lnTo>
                    <a:pt x="10" y="0"/>
                  </a:lnTo>
                  <a:lnTo>
                    <a:pt x="10" y="0"/>
                  </a:lnTo>
                </a:path>
              </a:pathLst>
            </a:custGeom>
            <a:solidFill>
              <a:srgbClr val="006633"/>
            </a:solidFill>
            <a:ln cap="rnd">
              <a:noFill/>
              <a:round/>
            </a:ln>
            <a:effectLst/>
          </p:spPr>
        </p:sp>
        <p:sp>
          <p:nvSpPr>
            <p:cNvPr id="62342" name=""/>
            <p:cNvSpPr/>
            <p:nvPr/>
          </p:nvSpPr>
          <p:spPr>
            <a:xfrm>
              <a:off x="4056" y="4035"/>
              <a:ext cx="796" cy="74"/>
            </a:xfrm>
            <a:custGeom>
              <a:pathLst>
                <a:path w="796" h="74">
                  <a:moveTo>
                    <a:pt x="795" y="0"/>
                  </a:moveTo>
                  <a:lnTo>
                    <a:pt x="0" y="0"/>
                  </a:lnTo>
                  <a:lnTo>
                    <a:pt x="0" y="73"/>
                  </a:lnTo>
                  <a:lnTo>
                    <a:pt x="795" y="73"/>
                  </a:lnTo>
                  <a:lnTo>
                    <a:pt x="795" y="0"/>
                  </a:lnTo>
                  <a:lnTo>
                    <a:pt x="795" y="0"/>
                  </a:lnTo>
                  <a:lnTo>
                    <a:pt x="795" y="0"/>
                  </a:lnTo>
                </a:path>
              </a:pathLst>
            </a:custGeom>
            <a:solidFill>
              <a:srgbClr val="999999"/>
            </a:solidFill>
            <a:ln cap="rnd">
              <a:noFill/>
              <a:round/>
            </a:ln>
            <a:effectLst/>
          </p:spPr>
        </p:sp>
        <p:sp>
          <p:nvSpPr>
            <p:cNvPr id="62343" name=""/>
            <p:cNvSpPr/>
            <p:nvPr/>
          </p:nvSpPr>
          <p:spPr>
            <a:xfrm>
              <a:off x="4293" y="4032"/>
              <a:ext cx="256" cy="17"/>
            </a:xfrm>
            <a:custGeom>
              <a:pathLst>
                <a:path w="256" h="17">
                  <a:moveTo>
                    <a:pt x="42" y="0"/>
                  </a:moveTo>
                  <a:lnTo>
                    <a:pt x="255" y="16"/>
                  </a:lnTo>
                  <a:lnTo>
                    <a:pt x="253" y="16"/>
                  </a:lnTo>
                  <a:lnTo>
                    <a:pt x="252" y="16"/>
                  </a:lnTo>
                  <a:lnTo>
                    <a:pt x="249" y="16"/>
                  </a:lnTo>
                  <a:lnTo>
                    <a:pt x="248" y="16"/>
                  </a:lnTo>
                  <a:lnTo>
                    <a:pt x="245" y="16"/>
                  </a:lnTo>
                  <a:lnTo>
                    <a:pt x="243" y="16"/>
                  </a:lnTo>
                  <a:lnTo>
                    <a:pt x="241" y="16"/>
                  </a:lnTo>
                  <a:lnTo>
                    <a:pt x="239" y="16"/>
                  </a:lnTo>
                  <a:lnTo>
                    <a:pt x="237" y="16"/>
                  </a:lnTo>
                  <a:lnTo>
                    <a:pt x="235" y="16"/>
                  </a:lnTo>
                  <a:lnTo>
                    <a:pt x="233" y="16"/>
                  </a:lnTo>
                  <a:lnTo>
                    <a:pt x="231" y="16"/>
                  </a:lnTo>
                  <a:lnTo>
                    <a:pt x="229" y="16"/>
                  </a:lnTo>
                  <a:lnTo>
                    <a:pt x="226" y="16"/>
                  </a:lnTo>
                  <a:lnTo>
                    <a:pt x="225" y="16"/>
                  </a:lnTo>
                  <a:lnTo>
                    <a:pt x="222" y="16"/>
                  </a:lnTo>
                  <a:lnTo>
                    <a:pt x="0" y="0"/>
                  </a:lnTo>
                  <a:lnTo>
                    <a:pt x="3" y="0"/>
                  </a:lnTo>
                  <a:lnTo>
                    <a:pt x="6" y="0"/>
                  </a:lnTo>
                  <a:lnTo>
                    <a:pt x="8" y="0"/>
                  </a:lnTo>
                  <a:lnTo>
                    <a:pt x="11" y="0"/>
                  </a:lnTo>
                  <a:lnTo>
                    <a:pt x="13" y="0"/>
                  </a:lnTo>
                  <a:lnTo>
                    <a:pt x="16" y="0"/>
                  </a:lnTo>
                  <a:lnTo>
                    <a:pt x="18" y="0"/>
                  </a:lnTo>
                  <a:lnTo>
                    <a:pt x="20" y="0"/>
                  </a:lnTo>
                  <a:lnTo>
                    <a:pt x="23" y="0"/>
                  </a:lnTo>
                  <a:lnTo>
                    <a:pt x="26" y="0"/>
                  </a:lnTo>
                  <a:lnTo>
                    <a:pt x="29" y="0"/>
                  </a:lnTo>
                  <a:lnTo>
                    <a:pt x="31" y="0"/>
                  </a:lnTo>
                  <a:lnTo>
                    <a:pt x="33" y="0"/>
                  </a:lnTo>
                  <a:lnTo>
                    <a:pt x="36" y="0"/>
                  </a:lnTo>
                  <a:lnTo>
                    <a:pt x="39" y="0"/>
                  </a:lnTo>
                  <a:lnTo>
                    <a:pt x="42" y="0"/>
                  </a:lnTo>
                  <a:lnTo>
                    <a:pt x="42" y="0"/>
                  </a:lnTo>
                </a:path>
              </a:pathLst>
            </a:custGeom>
            <a:solidFill>
              <a:srgbClr val="B3B3B3"/>
            </a:solidFill>
            <a:ln cap="rnd">
              <a:noFill/>
              <a:round/>
            </a:ln>
            <a:effectLst/>
          </p:spPr>
        </p:sp>
        <p:sp>
          <p:nvSpPr>
            <p:cNvPr id="62344" name=""/>
            <p:cNvSpPr/>
            <p:nvPr/>
          </p:nvSpPr>
          <p:spPr>
            <a:xfrm>
              <a:off x="4389" y="4032"/>
              <a:ext cx="240" cy="17"/>
            </a:xfrm>
            <a:custGeom>
              <a:pathLst>
                <a:path w="240" h="17">
                  <a:moveTo>
                    <a:pt x="45" y="0"/>
                  </a:moveTo>
                  <a:lnTo>
                    <a:pt x="239" y="16"/>
                  </a:lnTo>
                  <a:lnTo>
                    <a:pt x="237" y="16"/>
                  </a:lnTo>
                  <a:lnTo>
                    <a:pt x="234" y="16"/>
                  </a:lnTo>
                  <a:lnTo>
                    <a:pt x="232" y="16"/>
                  </a:lnTo>
                  <a:lnTo>
                    <a:pt x="230" y="16"/>
                  </a:lnTo>
                  <a:lnTo>
                    <a:pt x="227" y="16"/>
                  </a:lnTo>
                  <a:lnTo>
                    <a:pt x="225" y="16"/>
                  </a:lnTo>
                  <a:lnTo>
                    <a:pt x="223" y="16"/>
                  </a:lnTo>
                  <a:lnTo>
                    <a:pt x="221" y="16"/>
                  </a:lnTo>
                  <a:lnTo>
                    <a:pt x="219" y="16"/>
                  </a:lnTo>
                  <a:lnTo>
                    <a:pt x="216" y="16"/>
                  </a:lnTo>
                  <a:lnTo>
                    <a:pt x="215" y="16"/>
                  </a:lnTo>
                  <a:lnTo>
                    <a:pt x="213" y="16"/>
                  </a:lnTo>
                  <a:lnTo>
                    <a:pt x="210" y="16"/>
                  </a:lnTo>
                  <a:lnTo>
                    <a:pt x="208" y="16"/>
                  </a:lnTo>
                  <a:lnTo>
                    <a:pt x="206" y="16"/>
                  </a:lnTo>
                  <a:lnTo>
                    <a:pt x="204" y="16"/>
                  </a:lnTo>
                  <a:lnTo>
                    <a:pt x="0" y="0"/>
                  </a:lnTo>
                  <a:lnTo>
                    <a:pt x="3" y="0"/>
                  </a:lnTo>
                  <a:lnTo>
                    <a:pt x="6" y="0"/>
                  </a:lnTo>
                  <a:lnTo>
                    <a:pt x="9" y="0"/>
                  </a:lnTo>
                  <a:lnTo>
                    <a:pt x="12" y="0"/>
                  </a:lnTo>
                  <a:lnTo>
                    <a:pt x="14" y="0"/>
                  </a:lnTo>
                  <a:lnTo>
                    <a:pt x="17" y="0"/>
                  </a:lnTo>
                  <a:lnTo>
                    <a:pt x="19" y="0"/>
                  </a:lnTo>
                  <a:lnTo>
                    <a:pt x="22" y="0"/>
                  </a:lnTo>
                  <a:lnTo>
                    <a:pt x="25" y="0"/>
                  </a:lnTo>
                  <a:lnTo>
                    <a:pt x="28" y="0"/>
                  </a:lnTo>
                  <a:lnTo>
                    <a:pt x="31" y="0"/>
                  </a:lnTo>
                  <a:lnTo>
                    <a:pt x="33" y="0"/>
                  </a:lnTo>
                  <a:lnTo>
                    <a:pt x="36" y="0"/>
                  </a:lnTo>
                  <a:lnTo>
                    <a:pt x="38" y="0"/>
                  </a:lnTo>
                  <a:lnTo>
                    <a:pt x="41" y="0"/>
                  </a:lnTo>
                  <a:lnTo>
                    <a:pt x="45" y="0"/>
                  </a:lnTo>
                  <a:lnTo>
                    <a:pt x="45" y="0"/>
                  </a:lnTo>
                </a:path>
              </a:pathLst>
            </a:custGeom>
            <a:solidFill>
              <a:srgbClr val="B3B3B3"/>
            </a:solidFill>
            <a:ln cap="rnd">
              <a:noFill/>
              <a:round/>
            </a:ln>
            <a:effectLst/>
          </p:spPr>
        </p:sp>
        <p:sp>
          <p:nvSpPr>
            <p:cNvPr id="62345" name=""/>
            <p:cNvSpPr/>
            <p:nvPr/>
          </p:nvSpPr>
          <p:spPr>
            <a:xfrm>
              <a:off x="2950" y="1282"/>
              <a:ext cx="1169" cy="50"/>
            </a:xfrm>
            <a:custGeom>
              <a:pathLst>
                <a:path w="1169" h="50">
                  <a:moveTo>
                    <a:pt x="0" y="49"/>
                  </a:moveTo>
                  <a:lnTo>
                    <a:pt x="1" y="0"/>
                  </a:lnTo>
                  <a:lnTo>
                    <a:pt x="1168" y="0"/>
                  </a:lnTo>
                  <a:lnTo>
                    <a:pt x="1168" y="49"/>
                  </a:lnTo>
                  <a:lnTo>
                    <a:pt x="1" y="49"/>
                  </a:lnTo>
                  <a:lnTo>
                    <a:pt x="1" y="49"/>
                  </a:lnTo>
                  <a:lnTo>
                    <a:pt x="0" y="49"/>
                  </a:lnTo>
                </a:path>
              </a:pathLst>
            </a:custGeom>
            <a:solidFill>
              <a:srgbClr val="B3B3B3"/>
            </a:solidFill>
            <a:ln cap="rnd">
              <a:noFill/>
              <a:round/>
            </a:ln>
            <a:effectLst/>
          </p:spPr>
        </p:sp>
        <p:sp>
          <p:nvSpPr>
            <p:cNvPr id="62346" name=""/>
            <p:cNvSpPr/>
            <p:nvPr/>
          </p:nvSpPr>
          <p:spPr>
            <a:xfrm>
              <a:off x="2950" y="947"/>
              <a:ext cx="1169" cy="100"/>
            </a:xfrm>
            <a:custGeom>
              <a:pathLst>
                <a:path w="1169" h="100">
                  <a:moveTo>
                    <a:pt x="0" y="0"/>
                  </a:moveTo>
                  <a:lnTo>
                    <a:pt x="1168" y="0"/>
                  </a:lnTo>
                  <a:lnTo>
                    <a:pt x="1168" y="99"/>
                  </a:lnTo>
                  <a:lnTo>
                    <a:pt x="1" y="99"/>
                  </a:lnTo>
                  <a:lnTo>
                    <a:pt x="1" y="0"/>
                  </a:lnTo>
                  <a:lnTo>
                    <a:pt x="1" y="0"/>
                  </a:lnTo>
                  <a:lnTo>
                    <a:pt x="0" y="0"/>
                  </a:lnTo>
                </a:path>
              </a:pathLst>
            </a:custGeom>
            <a:solidFill>
              <a:srgbClr val="B3B3B3"/>
            </a:solidFill>
            <a:ln cap="rnd">
              <a:noFill/>
              <a:round/>
            </a:ln>
            <a:effectLst/>
          </p:spPr>
        </p:sp>
        <p:sp>
          <p:nvSpPr>
            <p:cNvPr id="62347" name=""/>
            <p:cNvSpPr/>
            <p:nvPr/>
          </p:nvSpPr>
          <p:spPr>
            <a:xfrm>
              <a:off x="2950" y="1059"/>
              <a:ext cx="1169" cy="98"/>
            </a:xfrm>
            <a:custGeom>
              <a:pathLst>
                <a:path w="1169" h="98">
                  <a:moveTo>
                    <a:pt x="0" y="0"/>
                  </a:moveTo>
                  <a:lnTo>
                    <a:pt x="1168" y="0"/>
                  </a:lnTo>
                  <a:lnTo>
                    <a:pt x="1168" y="97"/>
                  </a:lnTo>
                  <a:lnTo>
                    <a:pt x="1" y="97"/>
                  </a:lnTo>
                  <a:lnTo>
                    <a:pt x="1" y="0"/>
                  </a:lnTo>
                  <a:lnTo>
                    <a:pt x="1" y="0"/>
                  </a:lnTo>
                  <a:lnTo>
                    <a:pt x="0" y="0"/>
                  </a:lnTo>
                </a:path>
              </a:pathLst>
            </a:custGeom>
            <a:solidFill>
              <a:srgbClr val="B3B3B3"/>
            </a:solidFill>
            <a:ln cap="rnd">
              <a:noFill/>
              <a:round/>
            </a:ln>
            <a:effectLst/>
          </p:spPr>
        </p:sp>
        <p:sp>
          <p:nvSpPr>
            <p:cNvPr id="62348" name=""/>
            <p:cNvSpPr/>
            <p:nvPr/>
          </p:nvSpPr>
          <p:spPr>
            <a:xfrm>
              <a:off x="2950" y="1171"/>
              <a:ext cx="1169" cy="98"/>
            </a:xfrm>
            <a:custGeom>
              <a:pathLst>
                <a:path w="1169" h="98">
                  <a:moveTo>
                    <a:pt x="0" y="0"/>
                  </a:moveTo>
                  <a:lnTo>
                    <a:pt x="1168" y="0"/>
                  </a:lnTo>
                  <a:lnTo>
                    <a:pt x="1168" y="97"/>
                  </a:lnTo>
                  <a:lnTo>
                    <a:pt x="1" y="97"/>
                  </a:lnTo>
                  <a:lnTo>
                    <a:pt x="1" y="0"/>
                  </a:lnTo>
                  <a:lnTo>
                    <a:pt x="1" y="0"/>
                  </a:lnTo>
                  <a:lnTo>
                    <a:pt x="0" y="0"/>
                  </a:lnTo>
                </a:path>
              </a:pathLst>
            </a:custGeom>
            <a:solidFill>
              <a:srgbClr val="B3B3B3"/>
            </a:solidFill>
            <a:ln cap="rnd">
              <a:noFill/>
              <a:round/>
            </a:ln>
            <a:effectLst/>
          </p:spPr>
        </p:sp>
        <p:sp>
          <p:nvSpPr>
            <p:cNvPr id="62349" name=""/>
            <p:cNvSpPr/>
            <p:nvPr/>
          </p:nvSpPr>
          <p:spPr>
            <a:xfrm>
              <a:off x="2950" y="1331"/>
              <a:ext cx="1169" cy="50"/>
            </a:xfrm>
            <a:custGeom>
              <a:pathLst>
                <a:path w="1169" h="50">
                  <a:moveTo>
                    <a:pt x="0" y="0"/>
                  </a:moveTo>
                  <a:lnTo>
                    <a:pt x="1" y="49"/>
                  </a:lnTo>
                  <a:lnTo>
                    <a:pt x="1168" y="49"/>
                  </a:lnTo>
                  <a:lnTo>
                    <a:pt x="1168" y="0"/>
                  </a:lnTo>
                  <a:lnTo>
                    <a:pt x="1" y="0"/>
                  </a:lnTo>
                  <a:lnTo>
                    <a:pt x="1" y="0"/>
                  </a:lnTo>
                  <a:lnTo>
                    <a:pt x="0" y="0"/>
                  </a:lnTo>
                </a:path>
              </a:pathLst>
            </a:custGeom>
            <a:solidFill>
              <a:srgbClr val="B3B3B3"/>
            </a:solidFill>
            <a:ln cap="rnd">
              <a:noFill/>
              <a:round/>
            </a:ln>
            <a:effectLst/>
          </p:spPr>
        </p:sp>
        <p:sp>
          <p:nvSpPr>
            <p:cNvPr id="62350" name=""/>
            <p:cNvSpPr/>
            <p:nvPr/>
          </p:nvSpPr>
          <p:spPr>
            <a:xfrm>
              <a:off x="2950" y="1394"/>
              <a:ext cx="1169" cy="98"/>
            </a:xfrm>
            <a:custGeom>
              <a:pathLst>
                <a:path w="1169" h="98">
                  <a:moveTo>
                    <a:pt x="0" y="0"/>
                  </a:moveTo>
                  <a:lnTo>
                    <a:pt x="1168" y="0"/>
                  </a:lnTo>
                  <a:lnTo>
                    <a:pt x="1168" y="97"/>
                  </a:lnTo>
                  <a:lnTo>
                    <a:pt x="1" y="97"/>
                  </a:lnTo>
                  <a:lnTo>
                    <a:pt x="1" y="0"/>
                  </a:lnTo>
                  <a:lnTo>
                    <a:pt x="1" y="0"/>
                  </a:lnTo>
                  <a:lnTo>
                    <a:pt x="0" y="0"/>
                  </a:lnTo>
                </a:path>
              </a:pathLst>
            </a:custGeom>
            <a:solidFill>
              <a:srgbClr val="B3B3B3"/>
            </a:solidFill>
            <a:ln cap="rnd">
              <a:noFill/>
              <a:round/>
            </a:ln>
            <a:effectLst/>
          </p:spPr>
        </p:sp>
        <p:sp>
          <p:nvSpPr>
            <p:cNvPr id="62351" name=""/>
            <p:cNvSpPr/>
            <p:nvPr/>
          </p:nvSpPr>
          <p:spPr>
            <a:xfrm>
              <a:off x="2950" y="1506"/>
              <a:ext cx="1169" cy="98"/>
            </a:xfrm>
            <a:custGeom>
              <a:pathLst>
                <a:path w="1169" h="98">
                  <a:moveTo>
                    <a:pt x="0" y="0"/>
                  </a:moveTo>
                  <a:lnTo>
                    <a:pt x="1168" y="0"/>
                  </a:lnTo>
                  <a:lnTo>
                    <a:pt x="1168" y="97"/>
                  </a:lnTo>
                  <a:lnTo>
                    <a:pt x="1" y="97"/>
                  </a:lnTo>
                  <a:lnTo>
                    <a:pt x="1" y="0"/>
                  </a:lnTo>
                  <a:lnTo>
                    <a:pt x="1" y="0"/>
                  </a:lnTo>
                  <a:lnTo>
                    <a:pt x="0" y="0"/>
                  </a:lnTo>
                </a:path>
              </a:pathLst>
            </a:custGeom>
            <a:solidFill>
              <a:srgbClr val="B3B3B3"/>
            </a:solidFill>
            <a:ln cap="rnd">
              <a:noFill/>
              <a:round/>
            </a:ln>
            <a:effectLst/>
          </p:spPr>
        </p:sp>
        <p:sp>
          <p:nvSpPr>
            <p:cNvPr id="62352" name=""/>
            <p:cNvSpPr/>
            <p:nvPr/>
          </p:nvSpPr>
          <p:spPr>
            <a:xfrm>
              <a:off x="2950" y="1616"/>
              <a:ext cx="1169" cy="100"/>
            </a:xfrm>
            <a:custGeom>
              <a:pathLst>
                <a:path w="1169" h="100">
                  <a:moveTo>
                    <a:pt x="0" y="0"/>
                  </a:moveTo>
                  <a:lnTo>
                    <a:pt x="1168" y="0"/>
                  </a:lnTo>
                  <a:lnTo>
                    <a:pt x="1168" y="99"/>
                  </a:lnTo>
                  <a:lnTo>
                    <a:pt x="1" y="99"/>
                  </a:lnTo>
                  <a:lnTo>
                    <a:pt x="1" y="0"/>
                  </a:lnTo>
                  <a:lnTo>
                    <a:pt x="1" y="0"/>
                  </a:lnTo>
                  <a:lnTo>
                    <a:pt x="0" y="0"/>
                  </a:lnTo>
                </a:path>
              </a:pathLst>
            </a:custGeom>
            <a:solidFill>
              <a:srgbClr val="B3B3B3"/>
            </a:solidFill>
            <a:ln cap="rnd">
              <a:noFill/>
              <a:round/>
            </a:ln>
            <a:effectLst/>
          </p:spPr>
        </p:sp>
        <p:sp>
          <p:nvSpPr>
            <p:cNvPr id="62353" name=""/>
            <p:cNvSpPr/>
            <p:nvPr/>
          </p:nvSpPr>
          <p:spPr>
            <a:xfrm>
              <a:off x="3205" y="1695"/>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54" name=""/>
            <p:cNvSpPr/>
            <p:nvPr/>
          </p:nvSpPr>
          <p:spPr>
            <a:xfrm>
              <a:off x="3205" y="1695"/>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55" name=""/>
            <p:cNvSpPr/>
            <p:nvPr/>
          </p:nvSpPr>
          <p:spPr>
            <a:xfrm>
              <a:off x="2980" y="1638"/>
              <a:ext cx="229" cy="60"/>
            </a:xfrm>
            <a:custGeom>
              <a:pathLst>
                <a:path w="229" h="60">
                  <a:moveTo>
                    <a:pt x="30" y="15"/>
                  </a:moveTo>
                  <a:lnTo>
                    <a:pt x="32" y="14"/>
                  </a:lnTo>
                  <a:lnTo>
                    <a:pt x="34" y="17"/>
                  </a:lnTo>
                  <a:lnTo>
                    <a:pt x="32" y="14"/>
                  </a:lnTo>
                  <a:lnTo>
                    <a:pt x="30" y="14"/>
                  </a:lnTo>
                  <a:lnTo>
                    <a:pt x="30" y="13"/>
                  </a:lnTo>
                  <a:lnTo>
                    <a:pt x="31" y="13"/>
                  </a:lnTo>
                  <a:lnTo>
                    <a:pt x="31" y="11"/>
                  </a:lnTo>
                  <a:lnTo>
                    <a:pt x="32" y="11"/>
                  </a:lnTo>
                  <a:lnTo>
                    <a:pt x="32" y="11"/>
                  </a:lnTo>
                  <a:lnTo>
                    <a:pt x="33" y="11"/>
                  </a:lnTo>
                  <a:lnTo>
                    <a:pt x="34" y="11"/>
                  </a:lnTo>
                  <a:lnTo>
                    <a:pt x="34" y="11"/>
                  </a:lnTo>
                  <a:lnTo>
                    <a:pt x="34" y="13"/>
                  </a:lnTo>
                  <a:lnTo>
                    <a:pt x="34" y="13"/>
                  </a:lnTo>
                  <a:lnTo>
                    <a:pt x="36" y="27"/>
                  </a:lnTo>
                  <a:lnTo>
                    <a:pt x="35" y="30"/>
                  </a:lnTo>
                  <a:lnTo>
                    <a:pt x="35" y="30"/>
                  </a:lnTo>
                  <a:lnTo>
                    <a:pt x="36" y="30"/>
                  </a:lnTo>
                  <a:lnTo>
                    <a:pt x="37" y="30"/>
                  </a:lnTo>
                  <a:lnTo>
                    <a:pt x="38" y="30"/>
                  </a:lnTo>
                  <a:lnTo>
                    <a:pt x="39" y="31"/>
                  </a:lnTo>
                  <a:lnTo>
                    <a:pt x="40" y="31"/>
                  </a:lnTo>
                  <a:lnTo>
                    <a:pt x="40" y="31"/>
                  </a:lnTo>
                  <a:lnTo>
                    <a:pt x="40" y="45"/>
                  </a:lnTo>
                  <a:lnTo>
                    <a:pt x="53" y="45"/>
                  </a:lnTo>
                  <a:lnTo>
                    <a:pt x="53" y="42"/>
                  </a:lnTo>
                  <a:lnTo>
                    <a:pt x="56" y="42"/>
                  </a:lnTo>
                  <a:lnTo>
                    <a:pt x="56" y="41"/>
                  </a:lnTo>
                  <a:lnTo>
                    <a:pt x="44" y="41"/>
                  </a:lnTo>
                  <a:lnTo>
                    <a:pt x="44" y="39"/>
                  </a:lnTo>
                  <a:lnTo>
                    <a:pt x="44" y="0"/>
                  </a:lnTo>
                  <a:lnTo>
                    <a:pt x="228" y="0"/>
                  </a:lnTo>
                  <a:lnTo>
                    <a:pt x="228" y="39"/>
                  </a:lnTo>
                  <a:lnTo>
                    <a:pt x="228" y="45"/>
                  </a:lnTo>
                  <a:lnTo>
                    <a:pt x="227" y="45"/>
                  </a:lnTo>
                  <a:lnTo>
                    <a:pt x="227" y="47"/>
                  </a:lnTo>
                  <a:lnTo>
                    <a:pt x="225" y="50"/>
                  </a:lnTo>
                  <a:lnTo>
                    <a:pt x="225" y="57"/>
                  </a:lnTo>
                  <a:lnTo>
                    <a:pt x="224" y="57"/>
                  </a:lnTo>
                  <a:lnTo>
                    <a:pt x="224" y="50"/>
                  </a:lnTo>
                  <a:lnTo>
                    <a:pt x="212" y="51"/>
                  </a:lnTo>
                  <a:lnTo>
                    <a:pt x="212" y="51"/>
                  </a:lnTo>
                  <a:lnTo>
                    <a:pt x="212" y="50"/>
                  </a:lnTo>
                  <a:lnTo>
                    <a:pt x="212" y="51"/>
                  </a:lnTo>
                  <a:lnTo>
                    <a:pt x="212" y="52"/>
                  </a:lnTo>
                  <a:lnTo>
                    <a:pt x="212" y="52"/>
                  </a:lnTo>
                  <a:lnTo>
                    <a:pt x="212" y="54"/>
                  </a:lnTo>
                  <a:lnTo>
                    <a:pt x="211" y="55"/>
                  </a:lnTo>
                  <a:lnTo>
                    <a:pt x="210" y="56"/>
                  </a:lnTo>
                  <a:lnTo>
                    <a:pt x="209" y="57"/>
                  </a:lnTo>
                  <a:lnTo>
                    <a:pt x="208" y="59"/>
                  </a:lnTo>
                  <a:lnTo>
                    <a:pt x="207" y="59"/>
                  </a:lnTo>
                  <a:lnTo>
                    <a:pt x="205" y="59"/>
                  </a:lnTo>
                  <a:lnTo>
                    <a:pt x="204" y="59"/>
                  </a:lnTo>
                  <a:lnTo>
                    <a:pt x="202" y="58"/>
                  </a:lnTo>
                  <a:lnTo>
                    <a:pt x="202" y="57"/>
                  </a:lnTo>
                  <a:lnTo>
                    <a:pt x="201" y="55"/>
                  </a:lnTo>
                  <a:lnTo>
                    <a:pt x="200" y="54"/>
                  </a:lnTo>
                  <a:lnTo>
                    <a:pt x="200" y="53"/>
                  </a:lnTo>
                  <a:lnTo>
                    <a:pt x="199" y="52"/>
                  </a:lnTo>
                  <a:lnTo>
                    <a:pt x="197" y="52"/>
                  </a:lnTo>
                  <a:lnTo>
                    <a:pt x="194" y="52"/>
                  </a:lnTo>
                  <a:lnTo>
                    <a:pt x="194" y="52"/>
                  </a:lnTo>
                  <a:lnTo>
                    <a:pt x="194" y="51"/>
                  </a:lnTo>
                  <a:lnTo>
                    <a:pt x="194" y="51"/>
                  </a:lnTo>
                  <a:lnTo>
                    <a:pt x="194" y="52"/>
                  </a:lnTo>
                  <a:lnTo>
                    <a:pt x="194" y="52"/>
                  </a:lnTo>
                  <a:lnTo>
                    <a:pt x="193" y="54"/>
                  </a:lnTo>
                  <a:lnTo>
                    <a:pt x="193" y="55"/>
                  </a:lnTo>
                  <a:lnTo>
                    <a:pt x="192" y="56"/>
                  </a:lnTo>
                  <a:lnTo>
                    <a:pt x="191" y="57"/>
                  </a:lnTo>
                  <a:lnTo>
                    <a:pt x="189" y="59"/>
                  </a:lnTo>
                  <a:lnTo>
                    <a:pt x="188" y="59"/>
                  </a:lnTo>
                  <a:lnTo>
                    <a:pt x="186" y="59"/>
                  </a:lnTo>
                  <a:lnTo>
                    <a:pt x="185" y="59"/>
                  </a:lnTo>
                  <a:lnTo>
                    <a:pt x="184" y="58"/>
                  </a:lnTo>
                  <a:lnTo>
                    <a:pt x="183" y="57"/>
                  </a:lnTo>
                  <a:lnTo>
                    <a:pt x="183" y="55"/>
                  </a:lnTo>
                  <a:lnTo>
                    <a:pt x="182" y="54"/>
                  </a:lnTo>
                  <a:lnTo>
                    <a:pt x="181" y="53"/>
                  </a:lnTo>
                  <a:lnTo>
                    <a:pt x="180" y="52"/>
                  </a:lnTo>
                  <a:lnTo>
                    <a:pt x="179" y="52"/>
                  </a:lnTo>
                  <a:lnTo>
                    <a:pt x="169" y="52"/>
                  </a:lnTo>
                  <a:lnTo>
                    <a:pt x="169" y="49"/>
                  </a:lnTo>
                  <a:lnTo>
                    <a:pt x="167" y="49"/>
                  </a:lnTo>
                  <a:lnTo>
                    <a:pt x="167" y="47"/>
                  </a:lnTo>
                  <a:lnTo>
                    <a:pt x="140" y="47"/>
                  </a:lnTo>
                  <a:lnTo>
                    <a:pt x="140" y="52"/>
                  </a:lnTo>
                  <a:lnTo>
                    <a:pt x="126" y="52"/>
                  </a:lnTo>
                  <a:lnTo>
                    <a:pt x="126" y="52"/>
                  </a:lnTo>
                  <a:lnTo>
                    <a:pt x="126" y="53"/>
                  </a:lnTo>
                  <a:lnTo>
                    <a:pt x="126" y="54"/>
                  </a:lnTo>
                  <a:lnTo>
                    <a:pt x="125" y="54"/>
                  </a:lnTo>
                  <a:lnTo>
                    <a:pt x="124" y="54"/>
                  </a:lnTo>
                  <a:lnTo>
                    <a:pt x="111" y="54"/>
                  </a:lnTo>
                  <a:lnTo>
                    <a:pt x="110" y="54"/>
                  </a:lnTo>
                  <a:lnTo>
                    <a:pt x="110" y="54"/>
                  </a:lnTo>
                  <a:lnTo>
                    <a:pt x="110" y="53"/>
                  </a:lnTo>
                  <a:lnTo>
                    <a:pt x="110" y="52"/>
                  </a:lnTo>
                  <a:lnTo>
                    <a:pt x="110" y="52"/>
                  </a:lnTo>
                  <a:lnTo>
                    <a:pt x="101" y="52"/>
                  </a:lnTo>
                  <a:lnTo>
                    <a:pt x="101" y="54"/>
                  </a:lnTo>
                  <a:lnTo>
                    <a:pt x="101" y="54"/>
                  </a:lnTo>
                  <a:lnTo>
                    <a:pt x="102" y="54"/>
                  </a:lnTo>
                  <a:lnTo>
                    <a:pt x="102" y="54"/>
                  </a:lnTo>
                  <a:lnTo>
                    <a:pt x="102" y="55"/>
                  </a:lnTo>
                  <a:lnTo>
                    <a:pt x="102" y="56"/>
                  </a:lnTo>
                  <a:lnTo>
                    <a:pt x="102" y="56"/>
                  </a:lnTo>
                  <a:lnTo>
                    <a:pt x="101" y="57"/>
                  </a:lnTo>
                  <a:lnTo>
                    <a:pt x="100" y="57"/>
                  </a:lnTo>
                  <a:lnTo>
                    <a:pt x="99" y="57"/>
                  </a:lnTo>
                  <a:lnTo>
                    <a:pt x="99" y="56"/>
                  </a:lnTo>
                  <a:lnTo>
                    <a:pt x="98" y="56"/>
                  </a:lnTo>
                  <a:lnTo>
                    <a:pt x="98" y="55"/>
                  </a:lnTo>
                  <a:lnTo>
                    <a:pt x="98" y="54"/>
                  </a:lnTo>
                  <a:lnTo>
                    <a:pt x="98" y="54"/>
                  </a:lnTo>
                  <a:lnTo>
                    <a:pt x="99" y="54"/>
                  </a:lnTo>
                  <a:lnTo>
                    <a:pt x="99" y="54"/>
                  </a:lnTo>
                  <a:lnTo>
                    <a:pt x="99" y="45"/>
                  </a:lnTo>
                  <a:lnTo>
                    <a:pt x="85" y="45"/>
                  </a:lnTo>
                  <a:lnTo>
                    <a:pt x="79" y="41"/>
                  </a:lnTo>
                  <a:lnTo>
                    <a:pt x="63" y="41"/>
                  </a:lnTo>
                  <a:lnTo>
                    <a:pt x="63" y="42"/>
                  </a:lnTo>
                  <a:lnTo>
                    <a:pt x="64" y="42"/>
                  </a:lnTo>
                  <a:lnTo>
                    <a:pt x="65" y="45"/>
                  </a:lnTo>
                  <a:lnTo>
                    <a:pt x="69" y="47"/>
                  </a:lnTo>
                  <a:lnTo>
                    <a:pt x="71" y="49"/>
                  </a:lnTo>
                  <a:lnTo>
                    <a:pt x="69" y="52"/>
                  </a:lnTo>
                  <a:lnTo>
                    <a:pt x="67" y="52"/>
                  </a:lnTo>
                  <a:lnTo>
                    <a:pt x="67" y="51"/>
                  </a:lnTo>
                  <a:lnTo>
                    <a:pt x="67" y="51"/>
                  </a:lnTo>
                  <a:lnTo>
                    <a:pt x="67" y="51"/>
                  </a:lnTo>
                  <a:lnTo>
                    <a:pt x="67" y="52"/>
                  </a:lnTo>
                  <a:lnTo>
                    <a:pt x="67" y="52"/>
                  </a:lnTo>
                  <a:lnTo>
                    <a:pt x="66" y="54"/>
                  </a:lnTo>
                  <a:lnTo>
                    <a:pt x="65" y="55"/>
                  </a:lnTo>
                  <a:lnTo>
                    <a:pt x="65" y="56"/>
                  </a:lnTo>
                  <a:lnTo>
                    <a:pt x="64" y="57"/>
                  </a:lnTo>
                  <a:lnTo>
                    <a:pt x="62" y="59"/>
                  </a:lnTo>
                  <a:lnTo>
                    <a:pt x="61" y="59"/>
                  </a:lnTo>
                  <a:lnTo>
                    <a:pt x="60" y="59"/>
                  </a:lnTo>
                  <a:lnTo>
                    <a:pt x="58" y="59"/>
                  </a:lnTo>
                  <a:lnTo>
                    <a:pt x="57" y="58"/>
                  </a:lnTo>
                  <a:lnTo>
                    <a:pt x="56" y="57"/>
                  </a:lnTo>
                  <a:lnTo>
                    <a:pt x="56" y="55"/>
                  </a:lnTo>
                  <a:lnTo>
                    <a:pt x="55" y="54"/>
                  </a:lnTo>
                  <a:lnTo>
                    <a:pt x="54" y="53"/>
                  </a:lnTo>
                  <a:lnTo>
                    <a:pt x="53" y="52"/>
                  </a:lnTo>
                  <a:lnTo>
                    <a:pt x="52" y="52"/>
                  </a:lnTo>
                  <a:lnTo>
                    <a:pt x="48" y="52"/>
                  </a:lnTo>
                  <a:lnTo>
                    <a:pt x="48" y="52"/>
                  </a:lnTo>
                  <a:lnTo>
                    <a:pt x="48" y="53"/>
                  </a:lnTo>
                  <a:lnTo>
                    <a:pt x="48" y="54"/>
                  </a:lnTo>
                  <a:lnTo>
                    <a:pt x="48" y="54"/>
                  </a:lnTo>
                  <a:lnTo>
                    <a:pt x="47" y="54"/>
                  </a:lnTo>
                  <a:lnTo>
                    <a:pt x="34" y="54"/>
                  </a:lnTo>
                  <a:lnTo>
                    <a:pt x="33" y="54"/>
                  </a:lnTo>
                  <a:lnTo>
                    <a:pt x="32" y="54"/>
                  </a:lnTo>
                  <a:lnTo>
                    <a:pt x="32" y="53"/>
                  </a:lnTo>
                  <a:lnTo>
                    <a:pt x="32" y="52"/>
                  </a:lnTo>
                  <a:lnTo>
                    <a:pt x="32" y="52"/>
                  </a:lnTo>
                  <a:lnTo>
                    <a:pt x="31" y="52"/>
                  </a:lnTo>
                  <a:lnTo>
                    <a:pt x="30" y="56"/>
                  </a:lnTo>
                  <a:lnTo>
                    <a:pt x="30" y="56"/>
                  </a:lnTo>
                  <a:lnTo>
                    <a:pt x="29" y="52"/>
                  </a:lnTo>
                  <a:lnTo>
                    <a:pt x="28" y="52"/>
                  </a:lnTo>
                  <a:lnTo>
                    <a:pt x="28" y="51"/>
                  </a:lnTo>
                  <a:lnTo>
                    <a:pt x="28" y="51"/>
                  </a:lnTo>
                  <a:lnTo>
                    <a:pt x="28" y="51"/>
                  </a:lnTo>
                  <a:lnTo>
                    <a:pt x="28" y="52"/>
                  </a:lnTo>
                  <a:lnTo>
                    <a:pt x="28" y="52"/>
                  </a:lnTo>
                  <a:lnTo>
                    <a:pt x="27" y="54"/>
                  </a:lnTo>
                  <a:lnTo>
                    <a:pt x="27" y="55"/>
                  </a:lnTo>
                  <a:lnTo>
                    <a:pt x="26" y="56"/>
                  </a:lnTo>
                  <a:lnTo>
                    <a:pt x="25" y="57"/>
                  </a:lnTo>
                  <a:lnTo>
                    <a:pt x="23" y="59"/>
                  </a:lnTo>
                  <a:lnTo>
                    <a:pt x="22" y="59"/>
                  </a:lnTo>
                  <a:lnTo>
                    <a:pt x="20" y="59"/>
                  </a:lnTo>
                  <a:lnTo>
                    <a:pt x="19" y="59"/>
                  </a:lnTo>
                  <a:lnTo>
                    <a:pt x="18" y="59"/>
                  </a:lnTo>
                  <a:lnTo>
                    <a:pt x="16" y="58"/>
                  </a:lnTo>
                  <a:lnTo>
                    <a:pt x="15" y="57"/>
                  </a:lnTo>
                  <a:lnTo>
                    <a:pt x="14" y="56"/>
                  </a:lnTo>
                  <a:lnTo>
                    <a:pt x="13" y="54"/>
                  </a:lnTo>
                  <a:lnTo>
                    <a:pt x="13" y="53"/>
                  </a:lnTo>
                  <a:lnTo>
                    <a:pt x="13" y="52"/>
                  </a:lnTo>
                  <a:lnTo>
                    <a:pt x="13" y="52"/>
                  </a:lnTo>
                  <a:lnTo>
                    <a:pt x="12" y="52"/>
                  </a:lnTo>
                  <a:lnTo>
                    <a:pt x="12" y="52"/>
                  </a:lnTo>
                  <a:lnTo>
                    <a:pt x="12" y="52"/>
                  </a:lnTo>
                  <a:lnTo>
                    <a:pt x="8" y="52"/>
                  </a:lnTo>
                  <a:lnTo>
                    <a:pt x="5" y="52"/>
                  </a:lnTo>
                  <a:lnTo>
                    <a:pt x="5" y="51"/>
                  </a:lnTo>
                  <a:lnTo>
                    <a:pt x="3" y="51"/>
                  </a:lnTo>
                  <a:lnTo>
                    <a:pt x="2" y="51"/>
                  </a:lnTo>
                  <a:lnTo>
                    <a:pt x="1" y="51"/>
                  </a:lnTo>
                  <a:lnTo>
                    <a:pt x="1" y="50"/>
                  </a:lnTo>
                  <a:lnTo>
                    <a:pt x="1" y="50"/>
                  </a:lnTo>
                  <a:lnTo>
                    <a:pt x="1" y="47"/>
                  </a:lnTo>
                  <a:lnTo>
                    <a:pt x="1" y="47"/>
                  </a:lnTo>
                  <a:lnTo>
                    <a:pt x="0" y="47"/>
                  </a:lnTo>
                  <a:lnTo>
                    <a:pt x="0" y="47"/>
                  </a:lnTo>
                  <a:lnTo>
                    <a:pt x="0" y="47"/>
                  </a:lnTo>
                  <a:lnTo>
                    <a:pt x="0" y="46"/>
                  </a:lnTo>
                  <a:lnTo>
                    <a:pt x="0" y="41"/>
                  </a:lnTo>
                  <a:lnTo>
                    <a:pt x="0" y="40"/>
                  </a:lnTo>
                  <a:lnTo>
                    <a:pt x="0" y="40"/>
                  </a:lnTo>
                  <a:lnTo>
                    <a:pt x="0" y="40"/>
                  </a:lnTo>
                  <a:lnTo>
                    <a:pt x="1" y="39"/>
                  </a:lnTo>
                  <a:lnTo>
                    <a:pt x="1" y="39"/>
                  </a:lnTo>
                  <a:lnTo>
                    <a:pt x="1" y="33"/>
                  </a:lnTo>
                  <a:lnTo>
                    <a:pt x="3" y="30"/>
                  </a:lnTo>
                  <a:lnTo>
                    <a:pt x="4" y="19"/>
                  </a:lnTo>
                  <a:lnTo>
                    <a:pt x="5" y="18"/>
                  </a:lnTo>
                  <a:lnTo>
                    <a:pt x="5" y="17"/>
                  </a:lnTo>
                  <a:lnTo>
                    <a:pt x="6" y="16"/>
                  </a:lnTo>
                  <a:lnTo>
                    <a:pt x="8" y="16"/>
                  </a:lnTo>
                  <a:lnTo>
                    <a:pt x="8" y="16"/>
                  </a:lnTo>
                  <a:lnTo>
                    <a:pt x="15" y="7"/>
                  </a:lnTo>
                  <a:lnTo>
                    <a:pt x="15" y="6"/>
                  </a:lnTo>
                  <a:lnTo>
                    <a:pt x="17" y="6"/>
                  </a:lnTo>
                  <a:lnTo>
                    <a:pt x="18" y="5"/>
                  </a:lnTo>
                  <a:lnTo>
                    <a:pt x="19" y="4"/>
                  </a:lnTo>
                  <a:lnTo>
                    <a:pt x="20" y="4"/>
                  </a:lnTo>
                  <a:lnTo>
                    <a:pt x="21" y="3"/>
                  </a:lnTo>
                  <a:lnTo>
                    <a:pt x="22" y="3"/>
                  </a:lnTo>
                  <a:lnTo>
                    <a:pt x="23" y="3"/>
                  </a:lnTo>
                  <a:lnTo>
                    <a:pt x="30" y="3"/>
                  </a:lnTo>
                  <a:lnTo>
                    <a:pt x="30" y="15"/>
                  </a:lnTo>
                  <a:lnTo>
                    <a:pt x="30" y="15"/>
                  </a:lnTo>
                </a:path>
              </a:pathLst>
            </a:custGeom>
            <a:solidFill>
              <a:srgbClr val="000000"/>
            </a:solidFill>
            <a:ln cap="rnd">
              <a:noFill/>
              <a:round/>
            </a:ln>
            <a:effectLst/>
          </p:spPr>
        </p:sp>
        <p:sp>
          <p:nvSpPr>
            <p:cNvPr id="62356" name=""/>
            <p:cNvSpPr/>
            <p:nvPr/>
          </p:nvSpPr>
          <p:spPr>
            <a:xfrm>
              <a:off x="3503" y="1695"/>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57" name=""/>
            <p:cNvSpPr/>
            <p:nvPr/>
          </p:nvSpPr>
          <p:spPr>
            <a:xfrm>
              <a:off x="3503" y="1695"/>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58" name=""/>
            <p:cNvSpPr/>
            <p:nvPr/>
          </p:nvSpPr>
          <p:spPr>
            <a:xfrm>
              <a:off x="3278" y="1638"/>
              <a:ext cx="228" cy="60"/>
            </a:xfrm>
            <a:custGeom>
              <a:pathLst>
                <a:path w="228" h="60">
                  <a:moveTo>
                    <a:pt x="30" y="15"/>
                  </a:moveTo>
                  <a:lnTo>
                    <a:pt x="32" y="14"/>
                  </a:lnTo>
                  <a:lnTo>
                    <a:pt x="33" y="17"/>
                  </a:lnTo>
                  <a:lnTo>
                    <a:pt x="32" y="14"/>
                  </a:lnTo>
                  <a:lnTo>
                    <a:pt x="30" y="14"/>
                  </a:lnTo>
                  <a:lnTo>
                    <a:pt x="30" y="13"/>
                  </a:lnTo>
                  <a:lnTo>
                    <a:pt x="30" y="13"/>
                  </a:lnTo>
                  <a:lnTo>
                    <a:pt x="31" y="11"/>
                  </a:lnTo>
                  <a:lnTo>
                    <a:pt x="31" y="11"/>
                  </a:lnTo>
                  <a:lnTo>
                    <a:pt x="32" y="11"/>
                  </a:lnTo>
                  <a:lnTo>
                    <a:pt x="32" y="11"/>
                  </a:lnTo>
                  <a:lnTo>
                    <a:pt x="33" y="11"/>
                  </a:lnTo>
                  <a:lnTo>
                    <a:pt x="34" y="11"/>
                  </a:lnTo>
                  <a:lnTo>
                    <a:pt x="34" y="13"/>
                  </a:lnTo>
                  <a:lnTo>
                    <a:pt x="34" y="13"/>
                  </a:lnTo>
                  <a:lnTo>
                    <a:pt x="35" y="27"/>
                  </a:lnTo>
                  <a:lnTo>
                    <a:pt x="34" y="30"/>
                  </a:lnTo>
                  <a:lnTo>
                    <a:pt x="35" y="30"/>
                  </a:lnTo>
                  <a:lnTo>
                    <a:pt x="35" y="30"/>
                  </a:lnTo>
                  <a:lnTo>
                    <a:pt x="37" y="30"/>
                  </a:lnTo>
                  <a:lnTo>
                    <a:pt x="37" y="30"/>
                  </a:lnTo>
                  <a:lnTo>
                    <a:pt x="39" y="31"/>
                  </a:lnTo>
                  <a:lnTo>
                    <a:pt x="39" y="31"/>
                  </a:lnTo>
                  <a:lnTo>
                    <a:pt x="40" y="31"/>
                  </a:lnTo>
                  <a:lnTo>
                    <a:pt x="40" y="45"/>
                  </a:lnTo>
                  <a:lnTo>
                    <a:pt x="52" y="45"/>
                  </a:lnTo>
                  <a:lnTo>
                    <a:pt x="53" y="42"/>
                  </a:lnTo>
                  <a:lnTo>
                    <a:pt x="56" y="42"/>
                  </a:lnTo>
                  <a:lnTo>
                    <a:pt x="56" y="41"/>
                  </a:lnTo>
                  <a:lnTo>
                    <a:pt x="44" y="41"/>
                  </a:lnTo>
                  <a:lnTo>
                    <a:pt x="44" y="39"/>
                  </a:lnTo>
                  <a:lnTo>
                    <a:pt x="44" y="0"/>
                  </a:lnTo>
                  <a:lnTo>
                    <a:pt x="227" y="0"/>
                  </a:lnTo>
                  <a:lnTo>
                    <a:pt x="227" y="39"/>
                  </a:lnTo>
                  <a:lnTo>
                    <a:pt x="227" y="45"/>
                  </a:lnTo>
                  <a:lnTo>
                    <a:pt x="226" y="45"/>
                  </a:lnTo>
                  <a:lnTo>
                    <a:pt x="226" y="47"/>
                  </a:lnTo>
                  <a:lnTo>
                    <a:pt x="225" y="50"/>
                  </a:lnTo>
                  <a:lnTo>
                    <a:pt x="225" y="57"/>
                  </a:lnTo>
                  <a:lnTo>
                    <a:pt x="224" y="57"/>
                  </a:lnTo>
                  <a:lnTo>
                    <a:pt x="224" y="50"/>
                  </a:lnTo>
                  <a:lnTo>
                    <a:pt x="212" y="51"/>
                  </a:lnTo>
                  <a:lnTo>
                    <a:pt x="212" y="51"/>
                  </a:lnTo>
                  <a:lnTo>
                    <a:pt x="212" y="50"/>
                  </a:lnTo>
                  <a:lnTo>
                    <a:pt x="212" y="51"/>
                  </a:lnTo>
                  <a:lnTo>
                    <a:pt x="212" y="52"/>
                  </a:lnTo>
                  <a:lnTo>
                    <a:pt x="212" y="52"/>
                  </a:lnTo>
                  <a:lnTo>
                    <a:pt x="211" y="54"/>
                  </a:lnTo>
                  <a:lnTo>
                    <a:pt x="211" y="55"/>
                  </a:lnTo>
                  <a:lnTo>
                    <a:pt x="210" y="56"/>
                  </a:lnTo>
                  <a:lnTo>
                    <a:pt x="208" y="57"/>
                  </a:lnTo>
                  <a:lnTo>
                    <a:pt x="207" y="59"/>
                  </a:lnTo>
                  <a:lnTo>
                    <a:pt x="206" y="59"/>
                  </a:lnTo>
                  <a:lnTo>
                    <a:pt x="205" y="59"/>
                  </a:lnTo>
                  <a:lnTo>
                    <a:pt x="203" y="59"/>
                  </a:lnTo>
                  <a:lnTo>
                    <a:pt x="202" y="58"/>
                  </a:lnTo>
                  <a:lnTo>
                    <a:pt x="201" y="57"/>
                  </a:lnTo>
                  <a:lnTo>
                    <a:pt x="201" y="55"/>
                  </a:lnTo>
                  <a:lnTo>
                    <a:pt x="200" y="54"/>
                  </a:lnTo>
                  <a:lnTo>
                    <a:pt x="199" y="53"/>
                  </a:lnTo>
                  <a:lnTo>
                    <a:pt x="198" y="52"/>
                  </a:lnTo>
                  <a:lnTo>
                    <a:pt x="197" y="52"/>
                  </a:lnTo>
                  <a:lnTo>
                    <a:pt x="194" y="52"/>
                  </a:lnTo>
                  <a:lnTo>
                    <a:pt x="194" y="52"/>
                  </a:lnTo>
                  <a:lnTo>
                    <a:pt x="194" y="51"/>
                  </a:lnTo>
                  <a:lnTo>
                    <a:pt x="194" y="51"/>
                  </a:lnTo>
                  <a:lnTo>
                    <a:pt x="194" y="52"/>
                  </a:lnTo>
                  <a:lnTo>
                    <a:pt x="193" y="52"/>
                  </a:lnTo>
                  <a:lnTo>
                    <a:pt x="193" y="54"/>
                  </a:lnTo>
                  <a:lnTo>
                    <a:pt x="192" y="55"/>
                  </a:lnTo>
                  <a:lnTo>
                    <a:pt x="191" y="56"/>
                  </a:lnTo>
                  <a:lnTo>
                    <a:pt x="191" y="57"/>
                  </a:lnTo>
                  <a:lnTo>
                    <a:pt x="189" y="59"/>
                  </a:lnTo>
                  <a:lnTo>
                    <a:pt x="187" y="59"/>
                  </a:lnTo>
                  <a:lnTo>
                    <a:pt x="186" y="59"/>
                  </a:lnTo>
                  <a:lnTo>
                    <a:pt x="185" y="59"/>
                  </a:lnTo>
                  <a:lnTo>
                    <a:pt x="183" y="58"/>
                  </a:lnTo>
                  <a:lnTo>
                    <a:pt x="183" y="57"/>
                  </a:lnTo>
                  <a:lnTo>
                    <a:pt x="182" y="55"/>
                  </a:lnTo>
                  <a:lnTo>
                    <a:pt x="181" y="54"/>
                  </a:lnTo>
                  <a:lnTo>
                    <a:pt x="181" y="53"/>
                  </a:lnTo>
                  <a:lnTo>
                    <a:pt x="180" y="52"/>
                  </a:lnTo>
                  <a:lnTo>
                    <a:pt x="179" y="52"/>
                  </a:lnTo>
                  <a:lnTo>
                    <a:pt x="169" y="52"/>
                  </a:lnTo>
                  <a:lnTo>
                    <a:pt x="169" y="49"/>
                  </a:lnTo>
                  <a:lnTo>
                    <a:pt x="167" y="49"/>
                  </a:lnTo>
                  <a:lnTo>
                    <a:pt x="167" y="47"/>
                  </a:lnTo>
                  <a:lnTo>
                    <a:pt x="139" y="47"/>
                  </a:lnTo>
                  <a:lnTo>
                    <a:pt x="139" y="52"/>
                  </a:lnTo>
                  <a:lnTo>
                    <a:pt x="126" y="52"/>
                  </a:lnTo>
                  <a:lnTo>
                    <a:pt x="126" y="52"/>
                  </a:lnTo>
                  <a:lnTo>
                    <a:pt x="125" y="53"/>
                  </a:lnTo>
                  <a:lnTo>
                    <a:pt x="125" y="54"/>
                  </a:lnTo>
                  <a:lnTo>
                    <a:pt x="124" y="54"/>
                  </a:lnTo>
                  <a:lnTo>
                    <a:pt x="124" y="54"/>
                  </a:lnTo>
                  <a:lnTo>
                    <a:pt x="110" y="54"/>
                  </a:lnTo>
                  <a:lnTo>
                    <a:pt x="110" y="54"/>
                  </a:lnTo>
                  <a:lnTo>
                    <a:pt x="109" y="54"/>
                  </a:lnTo>
                  <a:lnTo>
                    <a:pt x="109" y="53"/>
                  </a:lnTo>
                  <a:lnTo>
                    <a:pt x="109" y="52"/>
                  </a:lnTo>
                  <a:lnTo>
                    <a:pt x="109" y="52"/>
                  </a:lnTo>
                  <a:lnTo>
                    <a:pt x="101" y="52"/>
                  </a:lnTo>
                  <a:lnTo>
                    <a:pt x="101" y="54"/>
                  </a:lnTo>
                  <a:lnTo>
                    <a:pt x="101" y="54"/>
                  </a:lnTo>
                  <a:lnTo>
                    <a:pt x="101" y="54"/>
                  </a:lnTo>
                  <a:lnTo>
                    <a:pt x="101" y="54"/>
                  </a:lnTo>
                  <a:lnTo>
                    <a:pt x="102" y="55"/>
                  </a:lnTo>
                  <a:lnTo>
                    <a:pt x="101" y="56"/>
                  </a:lnTo>
                  <a:lnTo>
                    <a:pt x="101" y="56"/>
                  </a:lnTo>
                  <a:lnTo>
                    <a:pt x="101" y="57"/>
                  </a:lnTo>
                  <a:lnTo>
                    <a:pt x="100" y="57"/>
                  </a:lnTo>
                  <a:lnTo>
                    <a:pt x="99" y="57"/>
                  </a:lnTo>
                  <a:lnTo>
                    <a:pt x="98" y="56"/>
                  </a:lnTo>
                  <a:lnTo>
                    <a:pt x="98" y="56"/>
                  </a:lnTo>
                  <a:lnTo>
                    <a:pt x="98" y="55"/>
                  </a:lnTo>
                  <a:lnTo>
                    <a:pt x="98" y="54"/>
                  </a:lnTo>
                  <a:lnTo>
                    <a:pt x="98" y="54"/>
                  </a:lnTo>
                  <a:lnTo>
                    <a:pt x="98" y="54"/>
                  </a:lnTo>
                  <a:lnTo>
                    <a:pt x="99" y="54"/>
                  </a:lnTo>
                  <a:lnTo>
                    <a:pt x="99" y="45"/>
                  </a:lnTo>
                  <a:lnTo>
                    <a:pt x="84" y="45"/>
                  </a:lnTo>
                  <a:lnTo>
                    <a:pt x="79" y="41"/>
                  </a:lnTo>
                  <a:lnTo>
                    <a:pt x="62" y="41"/>
                  </a:lnTo>
                  <a:lnTo>
                    <a:pt x="62" y="42"/>
                  </a:lnTo>
                  <a:lnTo>
                    <a:pt x="64" y="42"/>
                  </a:lnTo>
                  <a:lnTo>
                    <a:pt x="65" y="45"/>
                  </a:lnTo>
                  <a:lnTo>
                    <a:pt x="68" y="47"/>
                  </a:lnTo>
                  <a:lnTo>
                    <a:pt x="71" y="49"/>
                  </a:lnTo>
                  <a:lnTo>
                    <a:pt x="68" y="52"/>
                  </a:lnTo>
                  <a:lnTo>
                    <a:pt x="67" y="52"/>
                  </a:lnTo>
                  <a:lnTo>
                    <a:pt x="67" y="51"/>
                  </a:lnTo>
                  <a:lnTo>
                    <a:pt x="67" y="51"/>
                  </a:lnTo>
                  <a:lnTo>
                    <a:pt x="67" y="51"/>
                  </a:lnTo>
                  <a:lnTo>
                    <a:pt x="67" y="52"/>
                  </a:lnTo>
                  <a:lnTo>
                    <a:pt x="66" y="52"/>
                  </a:lnTo>
                  <a:lnTo>
                    <a:pt x="65" y="54"/>
                  </a:lnTo>
                  <a:lnTo>
                    <a:pt x="65" y="55"/>
                  </a:lnTo>
                  <a:lnTo>
                    <a:pt x="64" y="56"/>
                  </a:lnTo>
                  <a:lnTo>
                    <a:pt x="63" y="57"/>
                  </a:lnTo>
                  <a:lnTo>
                    <a:pt x="62" y="59"/>
                  </a:lnTo>
                  <a:lnTo>
                    <a:pt x="60" y="59"/>
                  </a:lnTo>
                  <a:lnTo>
                    <a:pt x="59" y="59"/>
                  </a:lnTo>
                  <a:lnTo>
                    <a:pt x="58" y="59"/>
                  </a:lnTo>
                  <a:lnTo>
                    <a:pt x="56" y="58"/>
                  </a:lnTo>
                  <a:lnTo>
                    <a:pt x="56" y="57"/>
                  </a:lnTo>
                  <a:lnTo>
                    <a:pt x="56" y="55"/>
                  </a:lnTo>
                  <a:lnTo>
                    <a:pt x="55" y="54"/>
                  </a:lnTo>
                  <a:lnTo>
                    <a:pt x="53" y="53"/>
                  </a:lnTo>
                  <a:lnTo>
                    <a:pt x="53" y="52"/>
                  </a:lnTo>
                  <a:lnTo>
                    <a:pt x="51" y="52"/>
                  </a:lnTo>
                  <a:lnTo>
                    <a:pt x="49" y="52"/>
                  </a:lnTo>
                  <a:lnTo>
                    <a:pt x="49" y="52"/>
                  </a:lnTo>
                  <a:lnTo>
                    <a:pt x="48" y="53"/>
                  </a:lnTo>
                  <a:lnTo>
                    <a:pt x="48" y="54"/>
                  </a:lnTo>
                  <a:lnTo>
                    <a:pt x="47" y="54"/>
                  </a:lnTo>
                  <a:lnTo>
                    <a:pt x="47" y="54"/>
                  </a:lnTo>
                  <a:lnTo>
                    <a:pt x="33" y="54"/>
                  </a:lnTo>
                  <a:lnTo>
                    <a:pt x="32" y="54"/>
                  </a:lnTo>
                  <a:lnTo>
                    <a:pt x="32" y="54"/>
                  </a:lnTo>
                  <a:lnTo>
                    <a:pt x="32" y="53"/>
                  </a:lnTo>
                  <a:lnTo>
                    <a:pt x="32" y="52"/>
                  </a:lnTo>
                  <a:lnTo>
                    <a:pt x="32" y="52"/>
                  </a:lnTo>
                  <a:lnTo>
                    <a:pt x="31" y="52"/>
                  </a:lnTo>
                  <a:lnTo>
                    <a:pt x="30" y="56"/>
                  </a:lnTo>
                  <a:lnTo>
                    <a:pt x="30" y="56"/>
                  </a:lnTo>
                  <a:lnTo>
                    <a:pt x="30" y="52"/>
                  </a:lnTo>
                  <a:lnTo>
                    <a:pt x="27" y="52"/>
                  </a:lnTo>
                  <a:lnTo>
                    <a:pt x="27" y="51"/>
                  </a:lnTo>
                  <a:lnTo>
                    <a:pt x="27" y="51"/>
                  </a:lnTo>
                  <a:lnTo>
                    <a:pt x="27" y="51"/>
                  </a:lnTo>
                  <a:lnTo>
                    <a:pt x="27" y="52"/>
                  </a:lnTo>
                  <a:lnTo>
                    <a:pt x="27" y="52"/>
                  </a:lnTo>
                  <a:lnTo>
                    <a:pt x="27" y="54"/>
                  </a:lnTo>
                  <a:lnTo>
                    <a:pt x="27" y="55"/>
                  </a:lnTo>
                  <a:lnTo>
                    <a:pt x="25" y="56"/>
                  </a:lnTo>
                  <a:lnTo>
                    <a:pt x="25" y="57"/>
                  </a:lnTo>
                  <a:lnTo>
                    <a:pt x="23" y="59"/>
                  </a:lnTo>
                  <a:lnTo>
                    <a:pt x="21" y="59"/>
                  </a:lnTo>
                  <a:lnTo>
                    <a:pt x="20" y="59"/>
                  </a:lnTo>
                  <a:lnTo>
                    <a:pt x="18" y="59"/>
                  </a:lnTo>
                  <a:lnTo>
                    <a:pt x="17" y="59"/>
                  </a:lnTo>
                  <a:lnTo>
                    <a:pt x="16" y="58"/>
                  </a:lnTo>
                  <a:lnTo>
                    <a:pt x="15" y="57"/>
                  </a:lnTo>
                  <a:lnTo>
                    <a:pt x="14" y="56"/>
                  </a:lnTo>
                  <a:lnTo>
                    <a:pt x="13" y="54"/>
                  </a:lnTo>
                  <a:lnTo>
                    <a:pt x="13" y="53"/>
                  </a:lnTo>
                  <a:lnTo>
                    <a:pt x="13" y="52"/>
                  </a:lnTo>
                  <a:lnTo>
                    <a:pt x="12" y="52"/>
                  </a:lnTo>
                  <a:lnTo>
                    <a:pt x="12" y="52"/>
                  </a:lnTo>
                  <a:lnTo>
                    <a:pt x="11" y="52"/>
                  </a:lnTo>
                  <a:lnTo>
                    <a:pt x="11" y="52"/>
                  </a:lnTo>
                  <a:lnTo>
                    <a:pt x="8" y="52"/>
                  </a:lnTo>
                  <a:lnTo>
                    <a:pt x="4" y="52"/>
                  </a:lnTo>
                  <a:lnTo>
                    <a:pt x="4" y="51"/>
                  </a:lnTo>
                  <a:lnTo>
                    <a:pt x="2" y="51"/>
                  </a:lnTo>
                  <a:lnTo>
                    <a:pt x="1" y="51"/>
                  </a:lnTo>
                  <a:lnTo>
                    <a:pt x="1" y="51"/>
                  </a:lnTo>
                  <a:lnTo>
                    <a:pt x="1" y="50"/>
                  </a:lnTo>
                  <a:lnTo>
                    <a:pt x="0" y="50"/>
                  </a:lnTo>
                  <a:lnTo>
                    <a:pt x="0" y="47"/>
                  </a:lnTo>
                  <a:lnTo>
                    <a:pt x="0" y="47"/>
                  </a:lnTo>
                  <a:lnTo>
                    <a:pt x="0" y="47"/>
                  </a:lnTo>
                  <a:lnTo>
                    <a:pt x="0" y="47"/>
                  </a:lnTo>
                  <a:lnTo>
                    <a:pt x="0" y="47"/>
                  </a:lnTo>
                  <a:lnTo>
                    <a:pt x="0" y="46"/>
                  </a:lnTo>
                  <a:lnTo>
                    <a:pt x="0" y="41"/>
                  </a:lnTo>
                  <a:lnTo>
                    <a:pt x="0" y="40"/>
                  </a:lnTo>
                  <a:lnTo>
                    <a:pt x="0" y="40"/>
                  </a:lnTo>
                  <a:lnTo>
                    <a:pt x="0" y="40"/>
                  </a:lnTo>
                  <a:lnTo>
                    <a:pt x="0" y="39"/>
                  </a:lnTo>
                  <a:lnTo>
                    <a:pt x="1" y="39"/>
                  </a:lnTo>
                  <a:lnTo>
                    <a:pt x="1" y="33"/>
                  </a:lnTo>
                  <a:lnTo>
                    <a:pt x="4" y="30"/>
                  </a:lnTo>
                  <a:lnTo>
                    <a:pt x="4" y="19"/>
                  </a:lnTo>
                  <a:lnTo>
                    <a:pt x="4" y="18"/>
                  </a:lnTo>
                  <a:lnTo>
                    <a:pt x="5" y="17"/>
                  </a:lnTo>
                  <a:lnTo>
                    <a:pt x="6" y="16"/>
                  </a:lnTo>
                  <a:lnTo>
                    <a:pt x="7" y="16"/>
                  </a:lnTo>
                  <a:lnTo>
                    <a:pt x="8" y="16"/>
                  </a:lnTo>
                  <a:lnTo>
                    <a:pt x="15" y="7"/>
                  </a:lnTo>
                  <a:lnTo>
                    <a:pt x="15" y="6"/>
                  </a:lnTo>
                  <a:lnTo>
                    <a:pt x="16" y="6"/>
                  </a:lnTo>
                  <a:lnTo>
                    <a:pt x="17" y="5"/>
                  </a:lnTo>
                  <a:lnTo>
                    <a:pt x="18" y="4"/>
                  </a:lnTo>
                  <a:lnTo>
                    <a:pt x="19" y="4"/>
                  </a:lnTo>
                  <a:lnTo>
                    <a:pt x="20" y="3"/>
                  </a:lnTo>
                  <a:lnTo>
                    <a:pt x="21" y="3"/>
                  </a:lnTo>
                  <a:lnTo>
                    <a:pt x="23" y="3"/>
                  </a:lnTo>
                  <a:lnTo>
                    <a:pt x="30" y="3"/>
                  </a:lnTo>
                  <a:lnTo>
                    <a:pt x="30" y="15"/>
                  </a:lnTo>
                  <a:lnTo>
                    <a:pt x="30" y="15"/>
                  </a:lnTo>
                  <a:lnTo>
                    <a:pt x="30" y="15"/>
                  </a:lnTo>
                </a:path>
              </a:pathLst>
            </a:custGeom>
            <a:solidFill>
              <a:srgbClr val="000000"/>
            </a:solidFill>
            <a:ln cap="rnd">
              <a:noFill/>
              <a:round/>
            </a:ln>
            <a:effectLst/>
          </p:spPr>
        </p:sp>
        <p:sp>
          <p:nvSpPr>
            <p:cNvPr id="62359" name=""/>
            <p:cNvSpPr/>
            <p:nvPr/>
          </p:nvSpPr>
          <p:spPr>
            <a:xfrm>
              <a:off x="4086" y="1695"/>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60" name=""/>
            <p:cNvSpPr/>
            <p:nvPr/>
          </p:nvSpPr>
          <p:spPr>
            <a:xfrm>
              <a:off x="4086" y="1695"/>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61" name=""/>
            <p:cNvSpPr/>
            <p:nvPr/>
          </p:nvSpPr>
          <p:spPr>
            <a:xfrm>
              <a:off x="3860" y="1638"/>
              <a:ext cx="229" cy="60"/>
            </a:xfrm>
            <a:custGeom>
              <a:pathLst>
                <a:path w="229" h="60">
                  <a:moveTo>
                    <a:pt x="31" y="15"/>
                  </a:moveTo>
                  <a:lnTo>
                    <a:pt x="32" y="14"/>
                  </a:lnTo>
                  <a:lnTo>
                    <a:pt x="34" y="17"/>
                  </a:lnTo>
                  <a:lnTo>
                    <a:pt x="32" y="14"/>
                  </a:lnTo>
                  <a:lnTo>
                    <a:pt x="31" y="14"/>
                  </a:lnTo>
                  <a:lnTo>
                    <a:pt x="31" y="13"/>
                  </a:lnTo>
                  <a:lnTo>
                    <a:pt x="32" y="13"/>
                  </a:lnTo>
                  <a:lnTo>
                    <a:pt x="32" y="11"/>
                  </a:lnTo>
                  <a:lnTo>
                    <a:pt x="32" y="11"/>
                  </a:lnTo>
                  <a:lnTo>
                    <a:pt x="32" y="11"/>
                  </a:lnTo>
                  <a:lnTo>
                    <a:pt x="34" y="11"/>
                  </a:lnTo>
                  <a:lnTo>
                    <a:pt x="35" y="11"/>
                  </a:lnTo>
                  <a:lnTo>
                    <a:pt x="35" y="11"/>
                  </a:lnTo>
                  <a:lnTo>
                    <a:pt x="35" y="13"/>
                  </a:lnTo>
                  <a:lnTo>
                    <a:pt x="35" y="13"/>
                  </a:lnTo>
                  <a:lnTo>
                    <a:pt x="36" y="27"/>
                  </a:lnTo>
                  <a:lnTo>
                    <a:pt x="35" y="30"/>
                  </a:lnTo>
                  <a:lnTo>
                    <a:pt x="36" y="30"/>
                  </a:lnTo>
                  <a:lnTo>
                    <a:pt x="37" y="30"/>
                  </a:lnTo>
                  <a:lnTo>
                    <a:pt x="37" y="30"/>
                  </a:lnTo>
                  <a:lnTo>
                    <a:pt x="39" y="30"/>
                  </a:lnTo>
                  <a:lnTo>
                    <a:pt x="39" y="31"/>
                  </a:lnTo>
                  <a:lnTo>
                    <a:pt x="40" y="31"/>
                  </a:lnTo>
                  <a:lnTo>
                    <a:pt x="41" y="31"/>
                  </a:lnTo>
                  <a:lnTo>
                    <a:pt x="41" y="45"/>
                  </a:lnTo>
                  <a:lnTo>
                    <a:pt x="53" y="45"/>
                  </a:lnTo>
                  <a:lnTo>
                    <a:pt x="54" y="42"/>
                  </a:lnTo>
                  <a:lnTo>
                    <a:pt x="56" y="42"/>
                  </a:lnTo>
                  <a:lnTo>
                    <a:pt x="56" y="41"/>
                  </a:lnTo>
                  <a:lnTo>
                    <a:pt x="44" y="41"/>
                  </a:lnTo>
                  <a:lnTo>
                    <a:pt x="44" y="39"/>
                  </a:lnTo>
                  <a:lnTo>
                    <a:pt x="44" y="0"/>
                  </a:lnTo>
                  <a:lnTo>
                    <a:pt x="228" y="0"/>
                  </a:lnTo>
                  <a:lnTo>
                    <a:pt x="228" y="39"/>
                  </a:lnTo>
                  <a:lnTo>
                    <a:pt x="228" y="45"/>
                  </a:lnTo>
                  <a:lnTo>
                    <a:pt x="227" y="45"/>
                  </a:lnTo>
                  <a:lnTo>
                    <a:pt x="227" y="47"/>
                  </a:lnTo>
                  <a:lnTo>
                    <a:pt x="226" y="50"/>
                  </a:lnTo>
                  <a:lnTo>
                    <a:pt x="226" y="57"/>
                  </a:lnTo>
                  <a:lnTo>
                    <a:pt x="224" y="57"/>
                  </a:lnTo>
                  <a:lnTo>
                    <a:pt x="224" y="50"/>
                  </a:lnTo>
                  <a:lnTo>
                    <a:pt x="213" y="51"/>
                  </a:lnTo>
                  <a:lnTo>
                    <a:pt x="213" y="51"/>
                  </a:lnTo>
                  <a:lnTo>
                    <a:pt x="213" y="50"/>
                  </a:lnTo>
                  <a:lnTo>
                    <a:pt x="213" y="51"/>
                  </a:lnTo>
                  <a:lnTo>
                    <a:pt x="213" y="52"/>
                  </a:lnTo>
                  <a:lnTo>
                    <a:pt x="213" y="52"/>
                  </a:lnTo>
                  <a:lnTo>
                    <a:pt x="212" y="54"/>
                  </a:lnTo>
                  <a:lnTo>
                    <a:pt x="212" y="55"/>
                  </a:lnTo>
                  <a:lnTo>
                    <a:pt x="210" y="56"/>
                  </a:lnTo>
                  <a:lnTo>
                    <a:pt x="210" y="57"/>
                  </a:lnTo>
                  <a:lnTo>
                    <a:pt x="208" y="59"/>
                  </a:lnTo>
                  <a:lnTo>
                    <a:pt x="207" y="59"/>
                  </a:lnTo>
                  <a:lnTo>
                    <a:pt x="205" y="59"/>
                  </a:lnTo>
                  <a:lnTo>
                    <a:pt x="204" y="59"/>
                  </a:lnTo>
                  <a:lnTo>
                    <a:pt x="203" y="58"/>
                  </a:lnTo>
                  <a:lnTo>
                    <a:pt x="203" y="57"/>
                  </a:lnTo>
                  <a:lnTo>
                    <a:pt x="202" y="55"/>
                  </a:lnTo>
                  <a:lnTo>
                    <a:pt x="201" y="54"/>
                  </a:lnTo>
                  <a:lnTo>
                    <a:pt x="200" y="53"/>
                  </a:lnTo>
                  <a:lnTo>
                    <a:pt x="199" y="52"/>
                  </a:lnTo>
                  <a:lnTo>
                    <a:pt x="198" y="52"/>
                  </a:lnTo>
                  <a:lnTo>
                    <a:pt x="195" y="52"/>
                  </a:lnTo>
                  <a:lnTo>
                    <a:pt x="195" y="52"/>
                  </a:lnTo>
                  <a:lnTo>
                    <a:pt x="195" y="51"/>
                  </a:lnTo>
                  <a:lnTo>
                    <a:pt x="195" y="51"/>
                  </a:lnTo>
                  <a:lnTo>
                    <a:pt x="195" y="52"/>
                  </a:lnTo>
                  <a:lnTo>
                    <a:pt x="195" y="52"/>
                  </a:lnTo>
                  <a:lnTo>
                    <a:pt x="194" y="54"/>
                  </a:lnTo>
                  <a:lnTo>
                    <a:pt x="193" y="55"/>
                  </a:lnTo>
                  <a:lnTo>
                    <a:pt x="193" y="56"/>
                  </a:lnTo>
                  <a:lnTo>
                    <a:pt x="191" y="57"/>
                  </a:lnTo>
                  <a:lnTo>
                    <a:pt x="190" y="59"/>
                  </a:lnTo>
                  <a:lnTo>
                    <a:pt x="188" y="59"/>
                  </a:lnTo>
                  <a:lnTo>
                    <a:pt x="187" y="59"/>
                  </a:lnTo>
                  <a:lnTo>
                    <a:pt x="186" y="59"/>
                  </a:lnTo>
                  <a:lnTo>
                    <a:pt x="185" y="58"/>
                  </a:lnTo>
                  <a:lnTo>
                    <a:pt x="184" y="57"/>
                  </a:lnTo>
                  <a:lnTo>
                    <a:pt x="183" y="55"/>
                  </a:lnTo>
                  <a:lnTo>
                    <a:pt x="183" y="54"/>
                  </a:lnTo>
                  <a:lnTo>
                    <a:pt x="182" y="53"/>
                  </a:lnTo>
                  <a:lnTo>
                    <a:pt x="181" y="52"/>
                  </a:lnTo>
                  <a:lnTo>
                    <a:pt x="179" y="52"/>
                  </a:lnTo>
                  <a:lnTo>
                    <a:pt x="169" y="52"/>
                  </a:lnTo>
                  <a:lnTo>
                    <a:pt x="169" y="49"/>
                  </a:lnTo>
                  <a:lnTo>
                    <a:pt x="167" y="49"/>
                  </a:lnTo>
                  <a:lnTo>
                    <a:pt x="167" y="47"/>
                  </a:lnTo>
                  <a:lnTo>
                    <a:pt x="141" y="47"/>
                  </a:lnTo>
                  <a:lnTo>
                    <a:pt x="141" y="52"/>
                  </a:lnTo>
                  <a:lnTo>
                    <a:pt x="127" y="52"/>
                  </a:lnTo>
                  <a:lnTo>
                    <a:pt x="127" y="52"/>
                  </a:lnTo>
                  <a:lnTo>
                    <a:pt x="127" y="53"/>
                  </a:lnTo>
                  <a:lnTo>
                    <a:pt x="126" y="54"/>
                  </a:lnTo>
                  <a:lnTo>
                    <a:pt x="126" y="54"/>
                  </a:lnTo>
                  <a:lnTo>
                    <a:pt x="125" y="54"/>
                  </a:lnTo>
                  <a:lnTo>
                    <a:pt x="112" y="54"/>
                  </a:lnTo>
                  <a:lnTo>
                    <a:pt x="110" y="54"/>
                  </a:lnTo>
                  <a:lnTo>
                    <a:pt x="110" y="54"/>
                  </a:lnTo>
                  <a:lnTo>
                    <a:pt x="110" y="53"/>
                  </a:lnTo>
                  <a:lnTo>
                    <a:pt x="110" y="52"/>
                  </a:lnTo>
                  <a:lnTo>
                    <a:pt x="110" y="52"/>
                  </a:lnTo>
                  <a:lnTo>
                    <a:pt x="101" y="52"/>
                  </a:lnTo>
                  <a:lnTo>
                    <a:pt x="101" y="54"/>
                  </a:lnTo>
                  <a:lnTo>
                    <a:pt x="102" y="54"/>
                  </a:lnTo>
                  <a:lnTo>
                    <a:pt x="102" y="54"/>
                  </a:lnTo>
                  <a:lnTo>
                    <a:pt x="103" y="54"/>
                  </a:lnTo>
                  <a:lnTo>
                    <a:pt x="103" y="55"/>
                  </a:lnTo>
                  <a:lnTo>
                    <a:pt x="103" y="56"/>
                  </a:lnTo>
                  <a:lnTo>
                    <a:pt x="102" y="56"/>
                  </a:lnTo>
                  <a:lnTo>
                    <a:pt x="101" y="57"/>
                  </a:lnTo>
                  <a:lnTo>
                    <a:pt x="101" y="57"/>
                  </a:lnTo>
                  <a:lnTo>
                    <a:pt x="100" y="57"/>
                  </a:lnTo>
                  <a:lnTo>
                    <a:pt x="100" y="56"/>
                  </a:lnTo>
                  <a:lnTo>
                    <a:pt x="99" y="56"/>
                  </a:lnTo>
                  <a:lnTo>
                    <a:pt x="99" y="55"/>
                  </a:lnTo>
                  <a:lnTo>
                    <a:pt x="99" y="54"/>
                  </a:lnTo>
                  <a:lnTo>
                    <a:pt x="99" y="54"/>
                  </a:lnTo>
                  <a:lnTo>
                    <a:pt x="100" y="54"/>
                  </a:lnTo>
                  <a:lnTo>
                    <a:pt x="100" y="54"/>
                  </a:lnTo>
                  <a:lnTo>
                    <a:pt x="100" y="45"/>
                  </a:lnTo>
                  <a:lnTo>
                    <a:pt x="86" y="45"/>
                  </a:lnTo>
                  <a:lnTo>
                    <a:pt x="80" y="41"/>
                  </a:lnTo>
                  <a:lnTo>
                    <a:pt x="63" y="41"/>
                  </a:lnTo>
                  <a:lnTo>
                    <a:pt x="63" y="42"/>
                  </a:lnTo>
                  <a:lnTo>
                    <a:pt x="65" y="42"/>
                  </a:lnTo>
                  <a:lnTo>
                    <a:pt x="65" y="45"/>
                  </a:lnTo>
                  <a:lnTo>
                    <a:pt x="69" y="47"/>
                  </a:lnTo>
                  <a:lnTo>
                    <a:pt x="72" y="49"/>
                  </a:lnTo>
                  <a:lnTo>
                    <a:pt x="69" y="52"/>
                  </a:lnTo>
                  <a:lnTo>
                    <a:pt x="68" y="52"/>
                  </a:lnTo>
                  <a:lnTo>
                    <a:pt x="68" y="51"/>
                  </a:lnTo>
                  <a:lnTo>
                    <a:pt x="68" y="51"/>
                  </a:lnTo>
                  <a:lnTo>
                    <a:pt x="68" y="51"/>
                  </a:lnTo>
                  <a:lnTo>
                    <a:pt x="68" y="52"/>
                  </a:lnTo>
                  <a:lnTo>
                    <a:pt x="68" y="52"/>
                  </a:lnTo>
                  <a:lnTo>
                    <a:pt x="67" y="54"/>
                  </a:lnTo>
                  <a:lnTo>
                    <a:pt x="66" y="55"/>
                  </a:lnTo>
                  <a:lnTo>
                    <a:pt x="65" y="56"/>
                  </a:lnTo>
                  <a:lnTo>
                    <a:pt x="64" y="57"/>
                  </a:lnTo>
                  <a:lnTo>
                    <a:pt x="63" y="59"/>
                  </a:lnTo>
                  <a:lnTo>
                    <a:pt x="61" y="59"/>
                  </a:lnTo>
                  <a:lnTo>
                    <a:pt x="60" y="59"/>
                  </a:lnTo>
                  <a:lnTo>
                    <a:pt x="58" y="59"/>
                  </a:lnTo>
                  <a:lnTo>
                    <a:pt x="58" y="58"/>
                  </a:lnTo>
                  <a:lnTo>
                    <a:pt x="57" y="57"/>
                  </a:lnTo>
                  <a:lnTo>
                    <a:pt x="56" y="55"/>
                  </a:lnTo>
                  <a:lnTo>
                    <a:pt x="56" y="54"/>
                  </a:lnTo>
                  <a:lnTo>
                    <a:pt x="55" y="53"/>
                  </a:lnTo>
                  <a:lnTo>
                    <a:pt x="54" y="52"/>
                  </a:lnTo>
                  <a:lnTo>
                    <a:pt x="52" y="52"/>
                  </a:lnTo>
                  <a:lnTo>
                    <a:pt x="49" y="52"/>
                  </a:lnTo>
                  <a:lnTo>
                    <a:pt x="49" y="52"/>
                  </a:lnTo>
                  <a:lnTo>
                    <a:pt x="49" y="53"/>
                  </a:lnTo>
                  <a:lnTo>
                    <a:pt x="49" y="54"/>
                  </a:lnTo>
                  <a:lnTo>
                    <a:pt x="48" y="54"/>
                  </a:lnTo>
                  <a:lnTo>
                    <a:pt x="48" y="54"/>
                  </a:lnTo>
                  <a:lnTo>
                    <a:pt x="34" y="54"/>
                  </a:lnTo>
                  <a:lnTo>
                    <a:pt x="33" y="54"/>
                  </a:lnTo>
                  <a:lnTo>
                    <a:pt x="33" y="54"/>
                  </a:lnTo>
                  <a:lnTo>
                    <a:pt x="32" y="53"/>
                  </a:lnTo>
                  <a:lnTo>
                    <a:pt x="32" y="52"/>
                  </a:lnTo>
                  <a:lnTo>
                    <a:pt x="32" y="52"/>
                  </a:lnTo>
                  <a:lnTo>
                    <a:pt x="32" y="52"/>
                  </a:lnTo>
                  <a:lnTo>
                    <a:pt x="31" y="56"/>
                  </a:lnTo>
                  <a:lnTo>
                    <a:pt x="31" y="56"/>
                  </a:lnTo>
                  <a:lnTo>
                    <a:pt x="30" y="52"/>
                  </a:lnTo>
                  <a:lnTo>
                    <a:pt x="29" y="52"/>
                  </a:lnTo>
                  <a:lnTo>
                    <a:pt x="29" y="51"/>
                  </a:lnTo>
                  <a:lnTo>
                    <a:pt x="29" y="51"/>
                  </a:lnTo>
                  <a:lnTo>
                    <a:pt x="29" y="51"/>
                  </a:lnTo>
                  <a:lnTo>
                    <a:pt x="29" y="52"/>
                  </a:lnTo>
                  <a:lnTo>
                    <a:pt x="28" y="52"/>
                  </a:lnTo>
                  <a:lnTo>
                    <a:pt x="28" y="54"/>
                  </a:lnTo>
                  <a:lnTo>
                    <a:pt x="27" y="55"/>
                  </a:lnTo>
                  <a:lnTo>
                    <a:pt x="27" y="56"/>
                  </a:lnTo>
                  <a:lnTo>
                    <a:pt x="25" y="57"/>
                  </a:lnTo>
                  <a:lnTo>
                    <a:pt x="24" y="59"/>
                  </a:lnTo>
                  <a:lnTo>
                    <a:pt x="23" y="59"/>
                  </a:lnTo>
                  <a:lnTo>
                    <a:pt x="21" y="59"/>
                  </a:lnTo>
                  <a:lnTo>
                    <a:pt x="20" y="59"/>
                  </a:lnTo>
                  <a:lnTo>
                    <a:pt x="18" y="59"/>
                  </a:lnTo>
                  <a:lnTo>
                    <a:pt x="17" y="58"/>
                  </a:lnTo>
                  <a:lnTo>
                    <a:pt x="16" y="57"/>
                  </a:lnTo>
                  <a:lnTo>
                    <a:pt x="15" y="56"/>
                  </a:lnTo>
                  <a:lnTo>
                    <a:pt x="14" y="54"/>
                  </a:lnTo>
                  <a:lnTo>
                    <a:pt x="14" y="53"/>
                  </a:lnTo>
                  <a:lnTo>
                    <a:pt x="14" y="52"/>
                  </a:lnTo>
                  <a:lnTo>
                    <a:pt x="13" y="52"/>
                  </a:lnTo>
                  <a:lnTo>
                    <a:pt x="13" y="52"/>
                  </a:lnTo>
                  <a:lnTo>
                    <a:pt x="12" y="52"/>
                  </a:lnTo>
                  <a:lnTo>
                    <a:pt x="12" y="52"/>
                  </a:lnTo>
                  <a:lnTo>
                    <a:pt x="9" y="52"/>
                  </a:lnTo>
                  <a:lnTo>
                    <a:pt x="6" y="52"/>
                  </a:lnTo>
                  <a:lnTo>
                    <a:pt x="6" y="51"/>
                  </a:lnTo>
                  <a:lnTo>
                    <a:pt x="3" y="51"/>
                  </a:lnTo>
                  <a:lnTo>
                    <a:pt x="3" y="51"/>
                  </a:lnTo>
                  <a:lnTo>
                    <a:pt x="2" y="51"/>
                  </a:lnTo>
                  <a:lnTo>
                    <a:pt x="1" y="50"/>
                  </a:lnTo>
                  <a:lnTo>
                    <a:pt x="1" y="50"/>
                  </a:lnTo>
                  <a:lnTo>
                    <a:pt x="1" y="47"/>
                  </a:lnTo>
                  <a:lnTo>
                    <a:pt x="1" y="47"/>
                  </a:lnTo>
                  <a:lnTo>
                    <a:pt x="1" y="47"/>
                  </a:lnTo>
                  <a:lnTo>
                    <a:pt x="0" y="47"/>
                  </a:lnTo>
                  <a:lnTo>
                    <a:pt x="0" y="47"/>
                  </a:lnTo>
                  <a:lnTo>
                    <a:pt x="1" y="46"/>
                  </a:lnTo>
                  <a:lnTo>
                    <a:pt x="1" y="41"/>
                  </a:lnTo>
                  <a:lnTo>
                    <a:pt x="0" y="40"/>
                  </a:lnTo>
                  <a:lnTo>
                    <a:pt x="0" y="40"/>
                  </a:lnTo>
                  <a:lnTo>
                    <a:pt x="1" y="40"/>
                  </a:lnTo>
                  <a:lnTo>
                    <a:pt x="1" y="39"/>
                  </a:lnTo>
                  <a:lnTo>
                    <a:pt x="1" y="39"/>
                  </a:lnTo>
                  <a:lnTo>
                    <a:pt x="1" y="33"/>
                  </a:lnTo>
                  <a:lnTo>
                    <a:pt x="4" y="30"/>
                  </a:lnTo>
                  <a:lnTo>
                    <a:pt x="5" y="19"/>
                  </a:lnTo>
                  <a:lnTo>
                    <a:pt x="6" y="18"/>
                  </a:lnTo>
                  <a:lnTo>
                    <a:pt x="6" y="17"/>
                  </a:lnTo>
                  <a:lnTo>
                    <a:pt x="6" y="16"/>
                  </a:lnTo>
                  <a:lnTo>
                    <a:pt x="8" y="16"/>
                  </a:lnTo>
                  <a:lnTo>
                    <a:pt x="9" y="16"/>
                  </a:lnTo>
                  <a:lnTo>
                    <a:pt x="16" y="7"/>
                  </a:lnTo>
                  <a:lnTo>
                    <a:pt x="16" y="6"/>
                  </a:lnTo>
                  <a:lnTo>
                    <a:pt x="17" y="6"/>
                  </a:lnTo>
                  <a:lnTo>
                    <a:pt x="18" y="5"/>
                  </a:lnTo>
                  <a:lnTo>
                    <a:pt x="19" y="4"/>
                  </a:lnTo>
                  <a:lnTo>
                    <a:pt x="20" y="4"/>
                  </a:lnTo>
                  <a:lnTo>
                    <a:pt x="22" y="3"/>
                  </a:lnTo>
                  <a:lnTo>
                    <a:pt x="23" y="3"/>
                  </a:lnTo>
                  <a:lnTo>
                    <a:pt x="23" y="3"/>
                  </a:lnTo>
                  <a:lnTo>
                    <a:pt x="31" y="3"/>
                  </a:lnTo>
                  <a:lnTo>
                    <a:pt x="31" y="15"/>
                  </a:lnTo>
                  <a:lnTo>
                    <a:pt x="31" y="15"/>
                  </a:lnTo>
                </a:path>
              </a:pathLst>
            </a:custGeom>
            <a:solidFill>
              <a:srgbClr val="000000"/>
            </a:solidFill>
            <a:ln cap="rnd">
              <a:noFill/>
              <a:round/>
            </a:ln>
            <a:effectLst/>
          </p:spPr>
        </p:sp>
        <p:sp>
          <p:nvSpPr>
            <p:cNvPr id="62362" name=""/>
            <p:cNvSpPr/>
            <p:nvPr/>
          </p:nvSpPr>
          <p:spPr>
            <a:xfrm>
              <a:off x="3805" y="1695"/>
              <a:ext cx="21" cy="1"/>
            </a:xfrm>
            <a:custGeom>
              <a:pathLst>
                <a:path w="21" h="1">
                  <a:moveTo>
                    <a:pt x="0" y="0"/>
                  </a:moveTo>
                  <a:lnTo>
                    <a:pt x="20" y="0"/>
                  </a:lnTo>
                  <a:lnTo>
                    <a:pt x="20" y="0"/>
                  </a:lnTo>
                  <a:lnTo>
                    <a:pt x="20" y="0"/>
                  </a:lnTo>
                  <a:lnTo>
                    <a:pt x="0" y="0"/>
                  </a:lnTo>
                </a:path>
              </a:pathLst>
            </a:custGeom>
            <a:solidFill>
              <a:srgbClr val="FFFFFF"/>
            </a:solidFill>
            <a:ln cap="rnd">
              <a:noFill/>
              <a:round/>
            </a:ln>
            <a:effectLst/>
          </p:spPr>
        </p:sp>
        <p:sp>
          <p:nvSpPr>
            <p:cNvPr id="62363" name=""/>
            <p:cNvSpPr/>
            <p:nvPr/>
          </p:nvSpPr>
          <p:spPr>
            <a:xfrm>
              <a:off x="3805" y="1695"/>
              <a:ext cx="21" cy="1"/>
            </a:xfrm>
            <a:custGeom>
              <a:pathLst>
                <a:path w="21" h="1">
                  <a:moveTo>
                    <a:pt x="0" y="0"/>
                  </a:moveTo>
                  <a:lnTo>
                    <a:pt x="20" y="0"/>
                  </a:lnTo>
                  <a:lnTo>
                    <a:pt x="20" y="0"/>
                  </a:lnTo>
                  <a:lnTo>
                    <a:pt x="20" y="0"/>
                  </a:lnTo>
                </a:path>
              </a:pathLst>
            </a:custGeom>
            <a:noFill/>
            <a:ln w="12700" cap="rnd" cmpd="sng">
              <a:solidFill>
                <a:srgbClr val="000000"/>
              </a:solidFill>
              <a:prstDash val="solid"/>
              <a:round/>
              <a:headEnd type="none" w="sm" len="sm"/>
              <a:tailEnd type="none" w="sm" len="sm"/>
            </a:ln>
            <a:effectLst/>
          </p:spPr>
        </p:sp>
        <p:sp>
          <p:nvSpPr>
            <p:cNvPr id="62364" name=""/>
            <p:cNvSpPr/>
            <p:nvPr/>
          </p:nvSpPr>
          <p:spPr>
            <a:xfrm>
              <a:off x="3580" y="1638"/>
              <a:ext cx="229" cy="60"/>
            </a:xfrm>
            <a:custGeom>
              <a:pathLst>
                <a:path w="229" h="60">
                  <a:moveTo>
                    <a:pt x="31" y="15"/>
                  </a:moveTo>
                  <a:lnTo>
                    <a:pt x="32" y="14"/>
                  </a:lnTo>
                  <a:lnTo>
                    <a:pt x="34" y="17"/>
                  </a:lnTo>
                  <a:lnTo>
                    <a:pt x="32" y="14"/>
                  </a:lnTo>
                  <a:lnTo>
                    <a:pt x="31" y="14"/>
                  </a:lnTo>
                  <a:lnTo>
                    <a:pt x="31" y="13"/>
                  </a:lnTo>
                  <a:lnTo>
                    <a:pt x="31" y="13"/>
                  </a:lnTo>
                  <a:lnTo>
                    <a:pt x="31" y="11"/>
                  </a:lnTo>
                  <a:lnTo>
                    <a:pt x="31" y="11"/>
                  </a:lnTo>
                  <a:lnTo>
                    <a:pt x="32" y="11"/>
                  </a:lnTo>
                  <a:lnTo>
                    <a:pt x="33" y="11"/>
                  </a:lnTo>
                  <a:lnTo>
                    <a:pt x="34" y="11"/>
                  </a:lnTo>
                  <a:lnTo>
                    <a:pt x="34" y="11"/>
                  </a:lnTo>
                  <a:lnTo>
                    <a:pt x="35" y="13"/>
                  </a:lnTo>
                  <a:lnTo>
                    <a:pt x="35" y="13"/>
                  </a:lnTo>
                  <a:lnTo>
                    <a:pt x="36" y="27"/>
                  </a:lnTo>
                  <a:lnTo>
                    <a:pt x="35" y="30"/>
                  </a:lnTo>
                  <a:lnTo>
                    <a:pt x="35" y="30"/>
                  </a:lnTo>
                  <a:lnTo>
                    <a:pt x="36" y="30"/>
                  </a:lnTo>
                  <a:lnTo>
                    <a:pt x="37" y="30"/>
                  </a:lnTo>
                  <a:lnTo>
                    <a:pt x="38" y="30"/>
                  </a:lnTo>
                  <a:lnTo>
                    <a:pt x="39" y="31"/>
                  </a:lnTo>
                  <a:lnTo>
                    <a:pt x="40" y="31"/>
                  </a:lnTo>
                  <a:lnTo>
                    <a:pt x="40" y="31"/>
                  </a:lnTo>
                  <a:lnTo>
                    <a:pt x="40" y="45"/>
                  </a:lnTo>
                  <a:lnTo>
                    <a:pt x="52" y="45"/>
                  </a:lnTo>
                  <a:lnTo>
                    <a:pt x="54" y="42"/>
                  </a:lnTo>
                  <a:lnTo>
                    <a:pt x="56" y="42"/>
                  </a:lnTo>
                  <a:lnTo>
                    <a:pt x="56" y="41"/>
                  </a:lnTo>
                  <a:lnTo>
                    <a:pt x="44" y="41"/>
                  </a:lnTo>
                  <a:lnTo>
                    <a:pt x="44" y="39"/>
                  </a:lnTo>
                  <a:lnTo>
                    <a:pt x="44" y="0"/>
                  </a:lnTo>
                  <a:lnTo>
                    <a:pt x="228" y="0"/>
                  </a:lnTo>
                  <a:lnTo>
                    <a:pt x="228" y="39"/>
                  </a:lnTo>
                  <a:lnTo>
                    <a:pt x="228" y="45"/>
                  </a:lnTo>
                  <a:lnTo>
                    <a:pt x="228" y="45"/>
                  </a:lnTo>
                  <a:lnTo>
                    <a:pt x="228" y="47"/>
                  </a:lnTo>
                  <a:lnTo>
                    <a:pt x="226" y="50"/>
                  </a:lnTo>
                  <a:lnTo>
                    <a:pt x="226" y="57"/>
                  </a:lnTo>
                  <a:lnTo>
                    <a:pt x="224" y="57"/>
                  </a:lnTo>
                  <a:lnTo>
                    <a:pt x="224" y="50"/>
                  </a:lnTo>
                  <a:lnTo>
                    <a:pt x="213" y="51"/>
                  </a:lnTo>
                  <a:lnTo>
                    <a:pt x="213" y="51"/>
                  </a:lnTo>
                  <a:lnTo>
                    <a:pt x="213" y="50"/>
                  </a:lnTo>
                  <a:lnTo>
                    <a:pt x="213" y="51"/>
                  </a:lnTo>
                  <a:lnTo>
                    <a:pt x="213" y="52"/>
                  </a:lnTo>
                  <a:lnTo>
                    <a:pt x="213" y="52"/>
                  </a:lnTo>
                  <a:lnTo>
                    <a:pt x="212" y="54"/>
                  </a:lnTo>
                  <a:lnTo>
                    <a:pt x="211" y="55"/>
                  </a:lnTo>
                  <a:lnTo>
                    <a:pt x="210" y="56"/>
                  </a:lnTo>
                  <a:lnTo>
                    <a:pt x="209" y="57"/>
                  </a:lnTo>
                  <a:lnTo>
                    <a:pt x="208" y="59"/>
                  </a:lnTo>
                  <a:lnTo>
                    <a:pt x="206" y="59"/>
                  </a:lnTo>
                  <a:lnTo>
                    <a:pt x="205" y="59"/>
                  </a:lnTo>
                  <a:lnTo>
                    <a:pt x="204" y="59"/>
                  </a:lnTo>
                  <a:lnTo>
                    <a:pt x="203" y="58"/>
                  </a:lnTo>
                  <a:lnTo>
                    <a:pt x="202" y="57"/>
                  </a:lnTo>
                  <a:lnTo>
                    <a:pt x="201" y="55"/>
                  </a:lnTo>
                  <a:lnTo>
                    <a:pt x="201" y="54"/>
                  </a:lnTo>
                  <a:lnTo>
                    <a:pt x="199" y="53"/>
                  </a:lnTo>
                  <a:lnTo>
                    <a:pt x="199" y="52"/>
                  </a:lnTo>
                  <a:lnTo>
                    <a:pt x="197" y="52"/>
                  </a:lnTo>
                  <a:lnTo>
                    <a:pt x="194" y="52"/>
                  </a:lnTo>
                  <a:lnTo>
                    <a:pt x="194" y="52"/>
                  </a:lnTo>
                  <a:lnTo>
                    <a:pt x="194" y="51"/>
                  </a:lnTo>
                  <a:lnTo>
                    <a:pt x="194" y="51"/>
                  </a:lnTo>
                  <a:lnTo>
                    <a:pt x="194" y="52"/>
                  </a:lnTo>
                  <a:lnTo>
                    <a:pt x="194" y="52"/>
                  </a:lnTo>
                  <a:lnTo>
                    <a:pt x="194" y="54"/>
                  </a:lnTo>
                  <a:lnTo>
                    <a:pt x="193" y="55"/>
                  </a:lnTo>
                  <a:lnTo>
                    <a:pt x="192" y="56"/>
                  </a:lnTo>
                  <a:lnTo>
                    <a:pt x="191" y="57"/>
                  </a:lnTo>
                  <a:lnTo>
                    <a:pt x="189" y="59"/>
                  </a:lnTo>
                  <a:lnTo>
                    <a:pt x="188" y="59"/>
                  </a:lnTo>
                  <a:lnTo>
                    <a:pt x="187" y="59"/>
                  </a:lnTo>
                  <a:lnTo>
                    <a:pt x="185" y="59"/>
                  </a:lnTo>
                  <a:lnTo>
                    <a:pt x="184" y="58"/>
                  </a:lnTo>
                  <a:lnTo>
                    <a:pt x="184" y="57"/>
                  </a:lnTo>
                  <a:lnTo>
                    <a:pt x="183" y="55"/>
                  </a:lnTo>
                  <a:lnTo>
                    <a:pt x="182" y="54"/>
                  </a:lnTo>
                  <a:lnTo>
                    <a:pt x="182" y="53"/>
                  </a:lnTo>
                  <a:lnTo>
                    <a:pt x="180" y="52"/>
                  </a:lnTo>
                  <a:lnTo>
                    <a:pt x="179" y="52"/>
                  </a:lnTo>
                  <a:lnTo>
                    <a:pt x="170" y="52"/>
                  </a:lnTo>
                  <a:lnTo>
                    <a:pt x="170" y="49"/>
                  </a:lnTo>
                  <a:lnTo>
                    <a:pt x="167" y="49"/>
                  </a:lnTo>
                  <a:lnTo>
                    <a:pt x="168" y="47"/>
                  </a:lnTo>
                  <a:lnTo>
                    <a:pt x="140" y="47"/>
                  </a:lnTo>
                  <a:lnTo>
                    <a:pt x="140" y="52"/>
                  </a:lnTo>
                  <a:lnTo>
                    <a:pt x="126" y="52"/>
                  </a:lnTo>
                  <a:lnTo>
                    <a:pt x="126" y="52"/>
                  </a:lnTo>
                  <a:lnTo>
                    <a:pt x="126" y="53"/>
                  </a:lnTo>
                  <a:lnTo>
                    <a:pt x="125" y="54"/>
                  </a:lnTo>
                  <a:lnTo>
                    <a:pt x="125" y="54"/>
                  </a:lnTo>
                  <a:lnTo>
                    <a:pt x="125" y="54"/>
                  </a:lnTo>
                  <a:lnTo>
                    <a:pt x="111" y="54"/>
                  </a:lnTo>
                  <a:lnTo>
                    <a:pt x="111" y="54"/>
                  </a:lnTo>
                  <a:lnTo>
                    <a:pt x="110" y="54"/>
                  </a:lnTo>
                  <a:lnTo>
                    <a:pt x="109" y="53"/>
                  </a:lnTo>
                  <a:lnTo>
                    <a:pt x="109" y="52"/>
                  </a:lnTo>
                  <a:lnTo>
                    <a:pt x="109" y="52"/>
                  </a:lnTo>
                  <a:lnTo>
                    <a:pt x="102" y="52"/>
                  </a:lnTo>
                  <a:lnTo>
                    <a:pt x="102" y="54"/>
                  </a:lnTo>
                  <a:lnTo>
                    <a:pt x="102" y="54"/>
                  </a:lnTo>
                  <a:lnTo>
                    <a:pt x="102" y="54"/>
                  </a:lnTo>
                  <a:lnTo>
                    <a:pt x="102" y="54"/>
                  </a:lnTo>
                  <a:lnTo>
                    <a:pt x="102" y="55"/>
                  </a:lnTo>
                  <a:lnTo>
                    <a:pt x="102" y="56"/>
                  </a:lnTo>
                  <a:lnTo>
                    <a:pt x="102" y="56"/>
                  </a:lnTo>
                  <a:lnTo>
                    <a:pt x="101" y="57"/>
                  </a:lnTo>
                  <a:lnTo>
                    <a:pt x="101" y="57"/>
                  </a:lnTo>
                  <a:lnTo>
                    <a:pt x="100" y="57"/>
                  </a:lnTo>
                  <a:lnTo>
                    <a:pt x="99" y="56"/>
                  </a:lnTo>
                  <a:lnTo>
                    <a:pt x="99" y="56"/>
                  </a:lnTo>
                  <a:lnTo>
                    <a:pt x="99" y="55"/>
                  </a:lnTo>
                  <a:lnTo>
                    <a:pt x="99" y="54"/>
                  </a:lnTo>
                  <a:lnTo>
                    <a:pt x="99" y="54"/>
                  </a:lnTo>
                  <a:lnTo>
                    <a:pt x="99" y="54"/>
                  </a:lnTo>
                  <a:lnTo>
                    <a:pt x="100" y="54"/>
                  </a:lnTo>
                  <a:lnTo>
                    <a:pt x="100" y="45"/>
                  </a:lnTo>
                  <a:lnTo>
                    <a:pt x="85" y="45"/>
                  </a:lnTo>
                  <a:lnTo>
                    <a:pt x="80" y="41"/>
                  </a:lnTo>
                  <a:lnTo>
                    <a:pt x="63" y="41"/>
                  </a:lnTo>
                  <a:lnTo>
                    <a:pt x="63" y="42"/>
                  </a:lnTo>
                  <a:lnTo>
                    <a:pt x="64" y="42"/>
                  </a:lnTo>
                  <a:lnTo>
                    <a:pt x="65" y="45"/>
                  </a:lnTo>
                  <a:lnTo>
                    <a:pt x="68" y="47"/>
                  </a:lnTo>
                  <a:lnTo>
                    <a:pt x="71" y="49"/>
                  </a:lnTo>
                  <a:lnTo>
                    <a:pt x="68" y="52"/>
                  </a:lnTo>
                  <a:lnTo>
                    <a:pt x="67" y="52"/>
                  </a:lnTo>
                  <a:lnTo>
                    <a:pt x="67" y="51"/>
                  </a:lnTo>
                  <a:lnTo>
                    <a:pt x="67" y="51"/>
                  </a:lnTo>
                  <a:lnTo>
                    <a:pt x="67" y="51"/>
                  </a:lnTo>
                  <a:lnTo>
                    <a:pt x="67" y="52"/>
                  </a:lnTo>
                  <a:lnTo>
                    <a:pt x="67" y="52"/>
                  </a:lnTo>
                  <a:lnTo>
                    <a:pt x="66" y="54"/>
                  </a:lnTo>
                  <a:lnTo>
                    <a:pt x="66" y="55"/>
                  </a:lnTo>
                  <a:lnTo>
                    <a:pt x="64" y="56"/>
                  </a:lnTo>
                  <a:lnTo>
                    <a:pt x="64" y="57"/>
                  </a:lnTo>
                  <a:lnTo>
                    <a:pt x="62" y="59"/>
                  </a:lnTo>
                  <a:lnTo>
                    <a:pt x="61" y="59"/>
                  </a:lnTo>
                  <a:lnTo>
                    <a:pt x="59" y="59"/>
                  </a:lnTo>
                  <a:lnTo>
                    <a:pt x="58" y="59"/>
                  </a:lnTo>
                  <a:lnTo>
                    <a:pt x="57" y="58"/>
                  </a:lnTo>
                  <a:lnTo>
                    <a:pt x="57" y="57"/>
                  </a:lnTo>
                  <a:lnTo>
                    <a:pt x="56" y="55"/>
                  </a:lnTo>
                  <a:lnTo>
                    <a:pt x="55" y="54"/>
                  </a:lnTo>
                  <a:lnTo>
                    <a:pt x="54" y="53"/>
                  </a:lnTo>
                  <a:lnTo>
                    <a:pt x="54" y="52"/>
                  </a:lnTo>
                  <a:lnTo>
                    <a:pt x="52" y="52"/>
                  </a:lnTo>
                  <a:lnTo>
                    <a:pt x="49" y="52"/>
                  </a:lnTo>
                  <a:lnTo>
                    <a:pt x="49" y="52"/>
                  </a:lnTo>
                  <a:lnTo>
                    <a:pt x="49" y="53"/>
                  </a:lnTo>
                  <a:lnTo>
                    <a:pt x="48" y="54"/>
                  </a:lnTo>
                  <a:lnTo>
                    <a:pt x="48" y="54"/>
                  </a:lnTo>
                  <a:lnTo>
                    <a:pt x="47" y="54"/>
                  </a:lnTo>
                  <a:lnTo>
                    <a:pt x="34" y="54"/>
                  </a:lnTo>
                  <a:lnTo>
                    <a:pt x="33" y="54"/>
                  </a:lnTo>
                  <a:lnTo>
                    <a:pt x="33" y="54"/>
                  </a:lnTo>
                  <a:lnTo>
                    <a:pt x="32" y="53"/>
                  </a:lnTo>
                  <a:lnTo>
                    <a:pt x="32" y="52"/>
                  </a:lnTo>
                  <a:lnTo>
                    <a:pt x="32" y="52"/>
                  </a:lnTo>
                  <a:lnTo>
                    <a:pt x="31" y="52"/>
                  </a:lnTo>
                  <a:lnTo>
                    <a:pt x="31" y="56"/>
                  </a:lnTo>
                  <a:lnTo>
                    <a:pt x="31" y="56"/>
                  </a:lnTo>
                  <a:lnTo>
                    <a:pt x="31" y="52"/>
                  </a:lnTo>
                  <a:lnTo>
                    <a:pt x="28" y="52"/>
                  </a:lnTo>
                  <a:lnTo>
                    <a:pt x="28" y="51"/>
                  </a:lnTo>
                  <a:lnTo>
                    <a:pt x="28" y="51"/>
                  </a:lnTo>
                  <a:lnTo>
                    <a:pt x="28" y="51"/>
                  </a:lnTo>
                  <a:lnTo>
                    <a:pt x="28" y="52"/>
                  </a:lnTo>
                  <a:lnTo>
                    <a:pt x="28" y="52"/>
                  </a:lnTo>
                  <a:lnTo>
                    <a:pt x="28" y="54"/>
                  </a:lnTo>
                  <a:lnTo>
                    <a:pt x="27" y="55"/>
                  </a:lnTo>
                  <a:lnTo>
                    <a:pt x="26" y="56"/>
                  </a:lnTo>
                  <a:lnTo>
                    <a:pt x="25" y="57"/>
                  </a:lnTo>
                  <a:lnTo>
                    <a:pt x="23" y="59"/>
                  </a:lnTo>
                  <a:lnTo>
                    <a:pt x="22" y="59"/>
                  </a:lnTo>
                  <a:lnTo>
                    <a:pt x="21" y="59"/>
                  </a:lnTo>
                  <a:lnTo>
                    <a:pt x="19" y="59"/>
                  </a:lnTo>
                  <a:lnTo>
                    <a:pt x="18" y="59"/>
                  </a:lnTo>
                  <a:lnTo>
                    <a:pt x="16" y="58"/>
                  </a:lnTo>
                  <a:lnTo>
                    <a:pt x="15" y="57"/>
                  </a:lnTo>
                  <a:lnTo>
                    <a:pt x="14" y="56"/>
                  </a:lnTo>
                  <a:lnTo>
                    <a:pt x="14" y="54"/>
                  </a:lnTo>
                  <a:lnTo>
                    <a:pt x="14" y="53"/>
                  </a:lnTo>
                  <a:lnTo>
                    <a:pt x="13" y="52"/>
                  </a:lnTo>
                  <a:lnTo>
                    <a:pt x="13" y="52"/>
                  </a:lnTo>
                  <a:lnTo>
                    <a:pt x="13" y="52"/>
                  </a:lnTo>
                  <a:lnTo>
                    <a:pt x="12" y="52"/>
                  </a:lnTo>
                  <a:lnTo>
                    <a:pt x="12" y="52"/>
                  </a:lnTo>
                  <a:lnTo>
                    <a:pt x="8" y="52"/>
                  </a:lnTo>
                  <a:lnTo>
                    <a:pt x="5" y="52"/>
                  </a:lnTo>
                  <a:lnTo>
                    <a:pt x="5" y="51"/>
                  </a:lnTo>
                  <a:lnTo>
                    <a:pt x="3" y="51"/>
                  </a:lnTo>
                  <a:lnTo>
                    <a:pt x="2" y="51"/>
                  </a:lnTo>
                  <a:lnTo>
                    <a:pt x="2" y="51"/>
                  </a:lnTo>
                  <a:lnTo>
                    <a:pt x="1" y="50"/>
                  </a:lnTo>
                  <a:lnTo>
                    <a:pt x="1" y="50"/>
                  </a:lnTo>
                  <a:lnTo>
                    <a:pt x="1" y="47"/>
                  </a:lnTo>
                  <a:lnTo>
                    <a:pt x="1" y="47"/>
                  </a:lnTo>
                  <a:lnTo>
                    <a:pt x="0" y="47"/>
                  </a:lnTo>
                  <a:lnTo>
                    <a:pt x="0" y="47"/>
                  </a:lnTo>
                  <a:lnTo>
                    <a:pt x="0" y="47"/>
                  </a:lnTo>
                  <a:lnTo>
                    <a:pt x="0" y="46"/>
                  </a:lnTo>
                  <a:lnTo>
                    <a:pt x="0" y="41"/>
                  </a:lnTo>
                  <a:lnTo>
                    <a:pt x="0" y="40"/>
                  </a:lnTo>
                  <a:lnTo>
                    <a:pt x="0" y="40"/>
                  </a:lnTo>
                  <a:lnTo>
                    <a:pt x="0" y="40"/>
                  </a:lnTo>
                  <a:lnTo>
                    <a:pt x="1" y="39"/>
                  </a:lnTo>
                  <a:lnTo>
                    <a:pt x="1" y="39"/>
                  </a:lnTo>
                  <a:lnTo>
                    <a:pt x="1" y="33"/>
                  </a:lnTo>
                  <a:lnTo>
                    <a:pt x="4" y="30"/>
                  </a:lnTo>
                  <a:lnTo>
                    <a:pt x="5" y="19"/>
                  </a:lnTo>
                  <a:lnTo>
                    <a:pt x="5" y="18"/>
                  </a:lnTo>
                  <a:lnTo>
                    <a:pt x="6" y="17"/>
                  </a:lnTo>
                  <a:lnTo>
                    <a:pt x="6" y="16"/>
                  </a:lnTo>
                  <a:lnTo>
                    <a:pt x="7" y="16"/>
                  </a:lnTo>
                  <a:lnTo>
                    <a:pt x="8" y="16"/>
                  </a:lnTo>
                  <a:lnTo>
                    <a:pt x="15" y="7"/>
                  </a:lnTo>
                  <a:lnTo>
                    <a:pt x="16" y="6"/>
                  </a:lnTo>
                  <a:lnTo>
                    <a:pt x="17" y="6"/>
                  </a:lnTo>
                  <a:lnTo>
                    <a:pt x="18" y="5"/>
                  </a:lnTo>
                  <a:lnTo>
                    <a:pt x="19" y="4"/>
                  </a:lnTo>
                  <a:lnTo>
                    <a:pt x="20" y="4"/>
                  </a:lnTo>
                  <a:lnTo>
                    <a:pt x="21" y="3"/>
                  </a:lnTo>
                  <a:lnTo>
                    <a:pt x="22" y="3"/>
                  </a:lnTo>
                  <a:lnTo>
                    <a:pt x="23" y="3"/>
                  </a:lnTo>
                  <a:lnTo>
                    <a:pt x="31" y="3"/>
                  </a:lnTo>
                  <a:lnTo>
                    <a:pt x="31" y="15"/>
                  </a:lnTo>
                  <a:lnTo>
                    <a:pt x="31" y="15"/>
                  </a:lnTo>
                </a:path>
              </a:pathLst>
            </a:custGeom>
            <a:solidFill>
              <a:srgbClr val="000000"/>
            </a:solidFill>
            <a:ln cap="rnd">
              <a:noFill/>
              <a:round/>
            </a:ln>
            <a:effectLst/>
          </p:spPr>
        </p:sp>
        <p:sp>
          <p:nvSpPr>
            <p:cNvPr id="62365" name=""/>
            <p:cNvSpPr/>
            <p:nvPr/>
          </p:nvSpPr>
          <p:spPr>
            <a:xfrm>
              <a:off x="3205" y="1356"/>
              <a:ext cx="1" cy="1"/>
            </a:xfrm>
            <a:custGeom>
              <a:pathLst>
                <a:path w="1" h="1">
                  <a:moveTo>
                    <a:pt x="0" y="0"/>
                  </a:moveTo>
                  <a:lnTo>
                    <a:pt x="0" y="0"/>
                  </a:lnTo>
                  <a:lnTo>
                    <a:pt x="0" y="0"/>
                  </a:lnTo>
                  <a:lnTo>
                    <a:pt x="0" y="0"/>
                  </a:lnTo>
                  <a:lnTo>
                    <a:pt x="0" y="0"/>
                  </a:lnTo>
                </a:path>
              </a:pathLst>
            </a:custGeom>
            <a:solidFill>
              <a:srgbClr val="FFFFFF"/>
            </a:solidFill>
            <a:ln cap="rnd">
              <a:noFill/>
              <a:round/>
            </a:ln>
            <a:effectLst/>
          </p:spPr>
        </p:sp>
        <p:sp>
          <p:nvSpPr>
            <p:cNvPr id="62366" name=""/>
            <p:cNvSpPr/>
            <p:nvPr/>
          </p:nvSpPr>
          <p:spPr>
            <a:xfrm>
              <a:off x="3205" y="1356"/>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67" name=""/>
            <p:cNvSpPr/>
            <p:nvPr/>
          </p:nvSpPr>
          <p:spPr>
            <a:xfrm>
              <a:off x="2980" y="1299"/>
              <a:ext cx="229" cy="60"/>
            </a:xfrm>
            <a:custGeom>
              <a:pathLst>
                <a:path w="229" h="60">
                  <a:moveTo>
                    <a:pt x="30" y="15"/>
                  </a:moveTo>
                  <a:lnTo>
                    <a:pt x="32" y="15"/>
                  </a:lnTo>
                  <a:lnTo>
                    <a:pt x="34" y="17"/>
                  </a:lnTo>
                  <a:lnTo>
                    <a:pt x="32" y="15"/>
                  </a:lnTo>
                  <a:lnTo>
                    <a:pt x="30" y="15"/>
                  </a:lnTo>
                  <a:lnTo>
                    <a:pt x="30" y="13"/>
                  </a:lnTo>
                  <a:lnTo>
                    <a:pt x="31" y="13"/>
                  </a:lnTo>
                  <a:lnTo>
                    <a:pt x="31" y="12"/>
                  </a:lnTo>
                  <a:lnTo>
                    <a:pt x="32" y="11"/>
                  </a:lnTo>
                  <a:lnTo>
                    <a:pt x="32" y="11"/>
                  </a:lnTo>
                  <a:lnTo>
                    <a:pt x="33" y="11"/>
                  </a:lnTo>
                  <a:lnTo>
                    <a:pt x="34" y="11"/>
                  </a:lnTo>
                  <a:lnTo>
                    <a:pt x="34" y="12"/>
                  </a:lnTo>
                  <a:lnTo>
                    <a:pt x="34" y="13"/>
                  </a:lnTo>
                  <a:lnTo>
                    <a:pt x="34" y="13"/>
                  </a:lnTo>
                  <a:lnTo>
                    <a:pt x="36" y="27"/>
                  </a:lnTo>
                  <a:lnTo>
                    <a:pt x="35" y="30"/>
                  </a:lnTo>
                  <a:lnTo>
                    <a:pt x="35" y="30"/>
                  </a:lnTo>
                  <a:lnTo>
                    <a:pt x="36" y="30"/>
                  </a:lnTo>
                  <a:lnTo>
                    <a:pt x="37" y="31"/>
                  </a:lnTo>
                  <a:lnTo>
                    <a:pt x="38" y="31"/>
                  </a:lnTo>
                  <a:lnTo>
                    <a:pt x="39" y="31"/>
                  </a:lnTo>
                  <a:lnTo>
                    <a:pt x="40" y="31"/>
                  </a:lnTo>
                  <a:lnTo>
                    <a:pt x="40" y="31"/>
                  </a:lnTo>
                  <a:lnTo>
                    <a:pt x="40" y="32"/>
                  </a:lnTo>
                  <a:lnTo>
                    <a:pt x="40" y="45"/>
                  </a:lnTo>
                  <a:lnTo>
                    <a:pt x="53" y="45"/>
                  </a:lnTo>
                  <a:lnTo>
                    <a:pt x="53" y="43"/>
                  </a:lnTo>
                  <a:lnTo>
                    <a:pt x="56" y="43"/>
                  </a:lnTo>
                  <a:lnTo>
                    <a:pt x="56" y="41"/>
                  </a:lnTo>
                  <a:lnTo>
                    <a:pt x="44" y="41"/>
                  </a:lnTo>
                  <a:lnTo>
                    <a:pt x="44" y="39"/>
                  </a:lnTo>
                  <a:lnTo>
                    <a:pt x="44" y="0"/>
                  </a:lnTo>
                  <a:lnTo>
                    <a:pt x="228" y="0"/>
                  </a:lnTo>
                  <a:lnTo>
                    <a:pt x="228" y="39"/>
                  </a:lnTo>
                  <a:lnTo>
                    <a:pt x="228" y="45"/>
                  </a:lnTo>
                  <a:lnTo>
                    <a:pt x="227" y="45"/>
                  </a:lnTo>
                  <a:lnTo>
                    <a:pt x="227" y="48"/>
                  </a:lnTo>
                  <a:lnTo>
                    <a:pt x="225" y="51"/>
                  </a:lnTo>
                  <a:lnTo>
                    <a:pt x="225" y="57"/>
                  </a:lnTo>
                  <a:lnTo>
                    <a:pt x="224" y="57"/>
                  </a:lnTo>
                  <a:lnTo>
                    <a:pt x="224" y="51"/>
                  </a:lnTo>
                  <a:lnTo>
                    <a:pt x="212" y="51"/>
                  </a:lnTo>
                  <a:lnTo>
                    <a:pt x="212" y="51"/>
                  </a:lnTo>
                  <a:lnTo>
                    <a:pt x="212" y="51"/>
                  </a:lnTo>
                  <a:lnTo>
                    <a:pt x="212" y="51"/>
                  </a:lnTo>
                  <a:lnTo>
                    <a:pt x="212" y="53"/>
                  </a:lnTo>
                  <a:lnTo>
                    <a:pt x="212" y="54"/>
                  </a:lnTo>
                  <a:lnTo>
                    <a:pt x="211" y="55"/>
                  </a:lnTo>
                  <a:lnTo>
                    <a:pt x="210" y="57"/>
                  </a:lnTo>
                  <a:lnTo>
                    <a:pt x="209" y="58"/>
                  </a:lnTo>
                  <a:lnTo>
                    <a:pt x="208" y="58"/>
                  </a:lnTo>
                  <a:lnTo>
                    <a:pt x="207" y="59"/>
                  </a:lnTo>
                  <a:lnTo>
                    <a:pt x="205" y="59"/>
                  </a:lnTo>
                  <a:lnTo>
                    <a:pt x="204" y="59"/>
                  </a:lnTo>
                  <a:lnTo>
                    <a:pt x="202" y="58"/>
                  </a:lnTo>
                  <a:lnTo>
                    <a:pt x="202" y="57"/>
                  </a:lnTo>
                  <a:lnTo>
                    <a:pt x="201" y="56"/>
                  </a:lnTo>
                  <a:lnTo>
                    <a:pt x="200" y="54"/>
                  </a:lnTo>
                  <a:lnTo>
                    <a:pt x="200" y="53"/>
                  </a:lnTo>
                  <a:lnTo>
                    <a:pt x="199" y="52"/>
                  </a:lnTo>
                  <a:lnTo>
                    <a:pt x="197" y="51"/>
                  </a:lnTo>
                  <a:lnTo>
                    <a:pt x="194" y="51"/>
                  </a:lnTo>
                  <a:lnTo>
                    <a:pt x="194" y="51"/>
                  </a:lnTo>
                  <a:lnTo>
                    <a:pt x="194" y="51"/>
                  </a:lnTo>
                  <a:lnTo>
                    <a:pt x="194" y="51"/>
                  </a:lnTo>
                  <a:lnTo>
                    <a:pt x="194" y="51"/>
                  </a:lnTo>
                  <a:lnTo>
                    <a:pt x="194" y="53"/>
                  </a:lnTo>
                  <a:lnTo>
                    <a:pt x="193" y="54"/>
                  </a:lnTo>
                  <a:lnTo>
                    <a:pt x="193" y="55"/>
                  </a:lnTo>
                  <a:lnTo>
                    <a:pt x="192" y="56"/>
                  </a:lnTo>
                  <a:lnTo>
                    <a:pt x="191" y="58"/>
                  </a:lnTo>
                  <a:lnTo>
                    <a:pt x="189" y="58"/>
                  </a:lnTo>
                  <a:lnTo>
                    <a:pt x="188" y="59"/>
                  </a:lnTo>
                  <a:lnTo>
                    <a:pt x="186" y="59"/>
                  </a:lnTo>
                  <a:lnTo>
                    <a:pt x="185" y="59"/>
                  </a:lnTo>
                  <a:lnTo>
                    <a:pt x="184" y="58"/>
                  </a:lnTo>
                  <a:lnTo>
                    <a:pt x="183" y="57"/>
                  </a:lnTo>
                  <a:lnTo>
                    <a:pt x="183" y="56"/>
                  </a:lnTo>
                  <a:lnTo>
                    <a:pt x="182" y="54"/>
                  </a:lnTo>
                  <a:lnTo>
                    <a:pt x="181" y="53"/>
                  </a:lnTo>
                  <a:lnTo>
                    <a:pt x="180" y="52"/>
                  </a:lnTo>
                  <a:lnTo>
                    <a:pt x="179" y="51"/>
                  </a:lnTo>
                  <a:lnTo>
                    <a:pt x="169" y="51"/>
                  </a:lnTo>
                  <a:lnTo>
                    <a:pt x="169" y="49"/>
                  </a:lnTo>
                  <a:lnTo>
                    <a:pt x="167" y="49"/>
                  </a:lnTo>
                  <a:lnTo>
                    <a:pt x="167" y="48"/>
                  </a:lnTo>
                  <a:lnTo>
                    <a:pt x="140" y="48"/>
                  </a:lnTo>
                  <a:lnTo>
                    <a:pt x="140" y="51"/>
                  </a:lnTo>
                  <a:lnTo>
                    <a:pt x="126" y="51"/>
                  </a:lnTo>
                  <a:lnTo>
                    <a:pt x="126" y="53"/>
                  </a:lnTo>
                  <a:lnTo>
                    <a:pt x="126" y="53"/>
                  </a:lnTo>
                  <a:lnTo>
                    <a:pt x="126" y="54"/>
                  </a:lnTo>
                  <a:lnTo>
                    <a:pt x="125" y="54"/>
                  </a:lnTo>
                  <a:lnTo>
                    <a:pt x="124" y="54"/>
                  </a:lnTo>
                  <a:lnTo>
                    <a:pt x="111" y="54"/>
                  </a:lnTo>
                  <a:lnTo>
                    <a:pt x="110" y="54"/>
                  </a:lnTo>
                  <a:lnTo>
                    <a:pt x="110" y="54"/>
                  </a:lnTo>
                  <a:lnTo>
                    <a:pt x="110" y="53"/>
                  </a:lnTo>
                  <a:lnTo>
                    <a:pt x="110" y="53"/>
                  </a:lnTo>
                  <a:lnTo>
                    <a:pt x="110" y="51"/>
                  </a:lnTo>
                  <a:lnTo>
                    <a:pt x="101" y="51"/>
                  </a:lnTo>
                  <a:lnTo>
                    <a:pt x="101" y="54"/>
                  </a:lnTo>
                  <a:lnTo>
                    <a:pt x="101" y="54"/>
                  </a:lnTo>
                  <a:lnTo>
                    <a:pt x="102" y="54"/>
                  </a:lnTo>
                  <a:lnTo>
                    <a:pt x="102" y="55"/>
                  </a:lnTo>
                  <a:lnTo>
                    <a:pt x="102" y="56"/>
                  </a:lnTo>
                  <a:lnTo>
                    <a:pt x="102" y="56"/>
                  </a:lnTo>
                  <a:lnTo>
                    <a:pt x="102" y="57"/>
                  </a:lnTo>
                  <a:lnTo>
                    <a:pt x="101" y="57"/>
                  </a:lnTo>
                  <a:lnTo>
                    <a:pt x="100" y="57"/>
                  </a:lnTo>
                  <a:lnTo>
                    <a:pt x="99" y="57"/>
                  </a:lnTo>
                  <a:lnTo>
                    <a:pt x="99" y="57"/>
                  </a:lnTo>
                  <a:lnTo>
                    <a:pt x="98" y="56"/>
                  </a:lnTo>
                  <a:lnTo>
                    <a:pt x="98" y="56"/>
                  </a:lnTo>
                  <a:lnTo>
                    <a:pt x="98" y="55"/>
                  </a:lnTo>
                  <a:lnTo>
                    <a:pt x="98" y="54"/>
                  </a:lnTo>
                  <a:lnTo>
                    <a:pt x="99" y="54"/>
                  </a:lnTo>
                  <a:lnTo>
                    <a:pt x="99" y="53"/>
                  </a:lnTo>
                  <a:lnTo>
                    <a:pt x="99" y="45"/>
                  </a:lnTo>
                  <a:lnTo>
                    <a:pt x="85" y="45"/>
                  </a:lnTo>
                  <a:lnTo>
                    <a:pt x="79" y="41"/>
                  </a:lnTo>
                  <a:lnTo>
                    <a:pt x="63" y="41"/>
                  </a:lnTo>
                  <a:lnTo>
                    <a:pt x="63" y="43"/>
                  </a:lnTo>
                  <a:lnTo>
                    <a:pt x="64" y="43"/>
                  </a:lnTo>
                  <a:lnTo>
                    <a:pt x="65" y="45"/>
                  </a:lnTo>
                  <a:lnTo>
                    <a:pt x="69" y="48"/>
                  </a:lnTo>
                  <a:lnTo>
                    <a:pt x="71" y="50"/>
                  </a:lnTo>
                  <a:lnTo>
                    <a:pt x="69" y="51"/>
                  </a:lnTo>
                  <a:lnTo>
                    <a:pt x="67" y="51"/>
                  </a:lnTo>
                  <a:lnTo>
                    <a:pt x="67" y="51"/>
                  </a:lnTo>
                  <a:lnTo>
                    <a:pt x="67" y="51"/>
                  </a:lnTo>
                  <a:lnTo>
                    <a:pt x="67" y="51"/>
                  </a:lnTo>
                  <a:lnTo>
                    <a:pt x="67" y="51"/>
                  </a:lnTo>
                  <a:lnTo>
                    <a:pt x="67" y="53"/>
                  </a:lnTo>
                  <a:lnTo>
                    <a:pt x="66" y="54"/>
                  </a:lnTo>
                  <a:lnTo>
                    <a:pt x="65" y="55"/>
                  </a:lnTo>
                  <a:lnTo>
                    <a:pt x="65" y="56"/>
                  </a:lnTo>
                  <a:lnTo>
                    <a:pt x="64" y="58"/>
                  </a:lnTo>
                  <a:lnTo>
                    <a:pt x="62" y="58"/>
                  </a:lnTo>
                  <a:lnTo>
                    <a:pt x="61" y="59"/>
                  </a:lnTo>
                  <a:lnTo>
                    <a:pt x="60" y="59"/>
                  </a:lnTo>
                  <a:lnTo>
                    <a:pt x="58" y="59"/>
                  </a:lnTo>
                  <a:lnTo>
                    <a:pt x="57" y="58"/>
                  </a:lnTo>
                  <a:lnTo>
                    <a:pt x="56" y="57"/>
                  </a:lnTo>
                  <a:lnTo>
                    <a:pt x="56" y="56"/>
                  </a:lnTo>
                  <a:lnTo>
                    <a:pt x="55" y="54"/>
                  </a:lnTo>
                  <a:lnTo>
                    <a:pt x="54" y="53"/>
                  </a:lnTo>
                  <a:lnTo>
                    <a:pt x="53" y="52"/>
                  </a:lnTo>
                  <a:lnTo>
                    <a:pt x="52" y="51"/>
                  </a:lnTo>
                  <a:lnTo>
                    <a:pt x="48" y="51"/>
                  </a:lnTo>
                  <a:lnTo>
                    <a:pt x="48" y="53"/>
                  </a:lnTo>
                  <a:lnTo>
                    <a:pt x="48" y="53"/>
                  </a:lnTo>
                  <a:lnTo>
                    <a:pt x="48" y="54"/>
                  </a:lnTo>
                  <a:lnTo>
                    <a:pt x="48" y="54"/>
                  </a:lnTo>
                  <a:lnTo>
                    <a:pt x="47" y="54"/>
                  </a:lnTo>
                  <a:lnTo>
                    <a:pt x="34" y="54"/>
                  </a:lnTo>
                  <a:lnTo>
                    <a:pt x="33" y="54"/>
                  </a:lnTo>
                  <a:lnTo>
                    <a:pt x="32" y="54"/>
                  </a:lnTo>
                  <a:lnTo>
                    <a:pt x="32" y="53"/>
                  </a:lnTo>
                  <a:lnTo>
                    <a:pt x="32" y="53"/>
                  </a:lnTo>
                  <a:lnTo>
                    <a:pt x="32" y="51"/>
                  </a:lnTo>
                  <a:lnTo>
                    <a:pt x="31" y="51"/>
                  </a:lnTo>
                  <a:lnTo>
                    <a:pt x="30" y="57"/>
                  </a:lnTo>
                  <a:lnTo>
                    <a:pt x="30" y="57"/>
                  </a:lnTo>
                  <a:lnTo>
                    <a:pt x="29" y="51"/>
                  </a:lnTo>
                  <a:lnTo>
                    <a:pt x="28" y="51"/>
                  </a:lnTo>
                  <a:lnTo>
                    <a:pt x="28" y="51"/>
                  </a:lnTo>
                  <a:lnTo>
                    <a:pt x="28" y="51"/>
                  </a:lnTo>
                  <a:lnTo>
                    <a:pt x="28" y="51"/>
                  </a:lnTo>
                  <a:lnTo>
                    <a:pt x="28" y="51"/>
                  </a:lnTo>
                  <a:lnTo>
                    <a:pt x="28" y="53"/>
                  </a:lnTo>
                  <a:lnTo>
                    <a:pt x="27" y="54"/>
                  </a:lnTo>
                  <a:lnTo>
                    <a:pt x="27" y="55"/>
                  </a:lnTo>
                  <a:lnTo>
                    <a:pt x="26" y="56"/>
                  </a:lnTo>
                  <a:lnTo>
                    <a:pt x="25" y="58"/>
                  </a:lnTo>
                  <a:lnTo>
                    <a:pt x="23" y="58"/>
                  </a:lnTo>
                  <a:lnTo>
                    <a:pt x="22" y="59"/>
                  </a:lnTo>
                  <a:lnTo>
                    <a:pt x="20" y="59"/>
                  </a:lnTo>
                  <a:lnTo>
                    <a:pt x="19" y="59"/>
                  </a:lnTo>
                  <a:lnTo>
                    <a:pt x="18" y="59"/>
                  </a:lnTo>
                  <a:lnTo>
                    <a:pt x="16" y="58"/>
                  </a:lnTo>
                  <a:lnTo>
                    <a:pt x="15" y="57"/>
                  </a:lnTo>
                  <a:lnTo>
                    <a:pt x="14" y="56"/>
                  </a:lnTo>
                  <a:lnTo>
                    <a:pt x="13" y="55"/>
                  </a:lnTo>
                  <a:lnTo>
                    <a:pt x="13" y="53"/>
                  </a:lnTo>
                  <a:lnTo>
                    <a:pt x="13" y="51"/>
                  </a:lnTo>
                  <a:lnTo>
                    <a:pt x="13" y="52"/>
                  </a:lnTo>
                  <a:lnTo>
                    <a:pt x="12" y="52"/>
                  </a:lnTo>
                  <a:lnTo>
                    <a:pt x="12" y="52"/>
                  </a:lnTo>
                  <a:lnTo>
                    <a:pt x="12" y="52"/>
                  </a:lnTo>
                  <a:lnTo>
                    <a:pt x="8" y="51"/>
                  </a:lnTo>
                  <a:lnTo>
                    <a:pt x="5" y="51"/>
                  </a:lnTo>
                  <a:lnTo>
                    <a:pt x="5" y="51"/>
                  </a:lnTo>
                  <a:lnTo>
                    <a:pt x="3" y="51"/>
                  </a:lnTo>
                  <a:lnTo>
                    <a:pt x="2" y="51"/>
                  </a:lnTo>
                  <a:lnTo>
                    <a:pt x="1" y="51"/>
                  </a:lnTo>
                  <a:lnTo>
                    <a:pt x="1" y="51"/>
                  </a:lnTo>
                  <a:lnTo>
                    <a:pt x="1" y="51"/>
                  </a:lnTo>
                  <a:lnTo>
                    <a:pt x="1" y="48"/>
                  </a:lnTo>
                  <a:lnTo>
                    <a:pt x="1" y="47"/>
                  </a:lnTo>
                  <a:lnTo>
                    <a:pt x="0" y="47"/>
                  </a:lnTo>
                  <a:lnTo>
                    <a:pt x="0" y="47"/>
                  </a:lnTo>
                  <a:lnTo>
                    <a:pt x="0" y="46"/>
                  </a:lnTo>
                  <a:lnTo>
                    <a:pt x="0" y="46"/>
                  </a:lnTo>
                  <a:lnTo>
                    <a:pt x="0" y="41"/>
                  </a:lnTo>
                  <a:lnTo>
                    <a:pt x="0" y="41"/>
                  </a:lnTo>
                  <a:lnTo>
                    <a:pt x="0" y="40"/>
                  </a:lnTo>
                  <a:lnTo>
                    <a:pt x="0" y="39"/>
                  </a:lnTo>
                  <a:lnTo>
                    <a:pt x="1" y="39"/>
                  </a:lnTo>
                  <a:lnTo>
                    <a:pt x="1" y="39"/>
                  </a:lnTo>
                  <a:lnTo>
                    <a:pt x="1" y="33"/>
                  </a:lnTo>
                  <a:lnTo>
                    <a:pt x="3" y="30"/>
                  </a:lnTo>
                  <a:lnTo>
                    <a:pt x="4" y="19"/>
                  </a:lnTo>
                  <a:lnTo>
                    <a:pt x="5" y="18"/>
                  </a:lnTo>
                  <a:lnTo>
                    <a:pt x="5" y="17"/>
                  </a:lnTo>
                  <a:lnTo>
                    <a:pt x="6" y="16"/>
                  </a:lnTo>
                  <a:lnTo>
                    <a:pt x="8" y="16"/>
                  </a:lnTo>
                  <a:lnTo>
                    <a:pt x="8" y="16"/>
                  </a:lnTo>
                  <a:lnTo>
                    <a:pt x="15" y="7"/>
                  </a:lnTo>
                  <a:lnTo>
                    <a:pt x="15" y="6"/>
                  </a:lnTo>
                  <a:lnTo>
                    <a:pt x="17" y="6"/>
                  </a:lnTo>
                  <a:lnTo>
                    <a:pt x="18" y="5"/>
                  </a:lnTo>
                  <a:lnTo>
                    <a:pt x="19" y="4"/>
                  </a:lnTo>
                  <a:lnTo>
                    <a:pt x="20" y="4"/>
                  </a:lnTo>
                  <a:lnTo>
                    <a:pt x="21" y="4"/>
                  </a:lnTo>
                  <a:lnTo>
                    <a:pt x="22" y="4"/>
                  </a:lnTo>
                  <a:lnTo>
                    <a:pt x="23" y="4"/>
                  </a:lnTo>
                  <a:lnTo>
                    <a:pt x="30" y="4"/>
                  </a:lnTo>
                  <a:lnTo>
                    <a:pt x="30" y="15"/>
                  </a:lnTo>
                  <a:lnTo>
                    <a:pt x="30" y="15"/>
                  </a:lnTo>
                  <a:lnTo>
                    <a:pt x="30" y="15"/>
                  </a:lnTo>
                </a:path>
              </a:pathLst>
            </a:custGeom>
            <a:solidFill>
              <a:srgbClr val="000000"/>
            </a:solidFill>
            <a:ln cap="rnd">
              <a:noFill/>
              <a:round/>
            </a:ln>
            <a:effectLst/>
          </p:spPr>
        </p:sp>
        <p:sp>
          <p:nvSpPr>
            <p:cNvPr id="62368" name=""/>
            <p:cNvSpPr/>
            <p:nvPr/>
          </p:nvSpPr>
          <p:spPr>
            <a:xfrm>
              <a:off x="3503" y="1356"/>
              <a:ext cx="1" cy="1"/>
            </a:xfrm>
            <a:custGeom>
              <a:pathLst>
                <a:path w="1" h="1">
                  <a:moveTo>
                    <a:pt x="0" y="0"/>
                  </a:moveTo>
                  <a:lnTo>
                    <a:pt x="0" y="0"/>
                  </a:lnTo>
                  <a:lnTo>
                    <a:pt x="0" y="0"/>
                  </a:lnTo>
                  <a:lnTo>
                    <a:pt x="0" y="0"/>
                  </a:lnTo>
                  <a:lnTo>
                    <a:pt x="0" y="0"/>
                  </a:lnTo>
                </a:path>
              </a:pathLst>
            </a:custGeom>
            <a:solidFill>
              <a:srgbClr val="FFFFFF"/>
            </a:solidFill>
            <a:ln cap="rnd">
              <a:noFill/>
              <a:round/>
            </a:ln>
            <a:effectLst/>
          </p:spPr>
        </p:sp>
        <p:sp>
          <p:nvSpPr>
            <p:cNvPr id="62369" name=""/>
            <p:cNvSpPr/>
            <p:nvPr/>
          </p:nvSpPr>
          <p:spPr>
            <a:xfrm>
              <a:off x="3503" y="1356"/>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70" name=""/>
            <p:cNvSpPr/>
            <p:nvPr/>
          </p:nvSpPr>
          <p:spPr>
            <a:xfrm>
              <a:off x="3278" y="1299"/>
              <a:ext cx="228" cy="60"/>
            </a:xfrm>
            <a:custGeom>
              <a:pathLst>
                <a:path w="228" h="60">
                  <a:moveTo>
                    <a:pt x="30" y="15"/>
                  </a:moveTo>
                  <a:lnTo>
                    <a:pt x="32" y="15"/>
                  </a:lnTo>
                  <a:lnTo>
                    <a:pt x="33" y="17"/>
                  </a:lnTo>
                  <a:lnTo>
                    <a:pt x="32" y="15"/>
                  </a:lnTo>
                  <a:lnTo>
                    <a:pt x="30" y="15"/>
                  </a:lnTo>
                  <a:lnTo>
                    <a:pt x="30" y="13"/>
                  </a:lnTo>
                  <a:lnTo>
                    <a:pt x="30" y="13"/>
                  </a:lnTo>
                  <a:lnTo>
                    <a:pt x="31" y="12"/>
                  </a:lnTo>
                  <a:lnTo>
                    <a:pt x="31" y="11"/>
                  </a:lnTo>
                  <a:lnTo>
                    <a:pt x="32" y="11"/>
                  </a:lnTo>
                  <a:lnTo>
                    <a:pt x="32" y="11"/>
                  </a:lnTo>
                  <a:lnTo>
                    <a:pt x="33" y="11"/>
                  </a:lnTo>
                  <a:lnTo>
                    <a:pt x="34" y="12"/>
                  </a:lnTo>
                  <a:lnTo>
                    <a:pt x="34" y="13"/>
                  </a:lnTo>
                  <a:lnTo>
                    <a:pt x="34" y="13"/>
                  </a:lnTo>
                  <a:lnTo>
                    <a:pt x="35" y="27"/>
                  </a:lnTo>
                  <a:lnTo>
                    <a:pt x="34" y="30"/>
                  </a:lnTo>
                  <a:lnTo>
                    <a:pt x="35" y="30"/>
                  </a:lnTo>
                  <a:lnTo>
                    <a:pt x="35" y="30"/>
                  </a:lnTo>
                  <a:lnTo>
                    <a:pt x="37" y="31"/>
                  </a:lnTo>
                  <a:lnTo>
                    <a:pt x="37" y="31"/>
                  </a:lnTo>
                  <a:lnTo>
                    <a:pt x="39" y="31"/>
                  </a:lnTo>
                  <a:lnTo>
                    <a:pt x="39" y="31"/>
                  </a:lnTo>
                  <a:lnTo>
                    <a:pt x="40" y="31"/>
                  </a:lnTo>
                  <a:lnTo>
                    <a:pt x="40" y="32"/>
                  </a:lnTo>
                  <a:lnTo>
                    <a:pt x="40" y="45"/>
                  </a:lnTo>
                  <a:lnTo>
                    <a:pt x="52" y="45"/>
                  </a:lnTo>
                  <a:lnTo>
                    <a:pt x="53" y="43"/>
                  </a:lnTo>
                  <a:lnTo>
                    <a:pt x="56" y="43"/>
                  </a:lnTo>
                  <a:lnTo>
                    <a:pt x="56" y="41"/>
                  </a:lnTo>
                  <a:lnTo>
                    <a:pt x="44" y="41"/>
                  </a:lnTo>
                  <a:lnTo>
                    <a:pt x="44" y="39"/>
                  </a:lnTo>
                  <a:lnTo>
                    <a:pt x="44" y="0"/>
                  </a:lnTo>
                  <a:lnTo>
                    <a:pt x="227" y="0"/>
                  </a:lnTo>
                  <a:lnTo>
                    <a:pt x="227" y="39"/>
                  </a:lnTo>
                  <a:lnTo>
                    <a:pt x="227" y="45"/>
                  </a:lnTo>
                  <a:lnTo>
                    <a:pt x="226" y="45"/>
                  </a:lnTo>
                  <a:lnTo>
                    <a:pt x="226" y="48"/>
                  </a:lnTo>
                  <a:lnTo>
                    <a:pt x="225" y="51"/>
                  </a:lnTo>
                  <a:lnTo>
                    <a:pt x="225" y="57"/>
                  </a:lnTo>
                  <a:lnTo>
                    <a:pt x="224" y="57"/>
                  </a:lnTo>
                  <a:lnTo>
                    <a:pt x="224" y="51"/>
                  </a:lnTo>
                  <a:lnTo>
                    <a:pt x="212" y="51"/>
                  </a:lnTo>
                  <a:lnTo>
                    <a:pt x="212" y="51"/>
                  </a:lnTo>
                  <a:lnTo>
                    <a:pt x="212" y="51"/>
                  </a:lnTo>
                  <a:lnTo>
                    <a:pt x="212" y="51"/>
                  </a:lnTo>
                  <a:lnTo>
                    <a:pt x="212" y="53"/>
                  </a:lnTo>
                  <a:lnTo>
                    <a:pt x="211" y="54"/>
                  </a:lnTo>
                  <a:lnTo>
                    <a:pt x="211" y="55"/>
                  </a:lnTo>
                  <a:lnTo>
                    <a:pt x="210" y="57"/>
                  </a:lnTo>
                  <a:lnTo>
                    <a:pt x="208" y="58"/>
                  </a:lnTo>
                  <a:lnTo>
                    <a:pt x="207" y="58"/>
                  </a:lnTo>
                  <a:lnTo>
                    <a:pt x="206" y="59"/>
                  </a:lnTo>
                  <a:lnTo>
                    <a:pt x="205" y="59"/>
                  </a:lnTo>
                  <a:lnTo>
                    <a:pt x="203" y="59"/>
                  </a:lnTo>
                  <a:lnTo>
                    <a:pt x="202" y="58"/>
                  </a:lnTo>
                  <a:lnTo>
                    <a:pt x="201" y="57"/>
                  </a:lnTo>
                  <a:lnTo>
                    <a:pt x="201" y="56"/>
                  </a:lnTo>
                  <a:lnTo>
                    <a:pt x="200" y="54"/>
                  </a:lnTo>
                  <a:lnTo>
                    <a:pt x="199" y="53"/>
                  </a:lnTo>
                  <a:lnTo>
                    <a:pt x="198" y="52"/>
                  </a:lnTo>
                  <a:lnTo>
                    <a:pt x="197" y="51"/>
                  </a:lnTo>
                  <a:lnTo>
                    <a:pt x="194" y="51"/>
                  </a:lnTo>
                  <a:lnTo>
                    <a:pt x="194" y="51"/>
                  </a:lnTo>
                  <a:lnTo>
                    <a:pt x="194" y="51"/>
                  </a:lnTo>
                  <a:lnTo>
                    <a:pt x="194" y="51"/>
                  </a:lnTo>
                  <a:lnTo>
                    <a:pt x="194" y="51"/>
                  </a:lnTo>
                  <a:lnTo>
                    <a:pt x="193" y="53"/>
                  </a:lnTo>
                  <a:lnTo>
                    <a:pt x="193" y="54"/>
                  </a:lnTo>
                  <a:lnTo>
                    <a:pt x="192" y="55"/>
                  </a:lnTo>
                  <a:lnTo>
                    <a:pt x="191" y="56"/>
                  </a:lnTo>
                  <a:lnTo>
                    <a:pt x="191" y="58"/>
                  </a:lnTo>
                  <a:lnTo>
                    <a:pt x="189" y="58"/>
                  </a:lnTo>
                  <a:lnTo>
                    <a:pt x="187" y="59"/>
                  </a:lnTo>
                  <a:lnTo>
                    <a:pt x="186" y="59"/>
                  </a:lnTo>
                  <a:lnTo>
                    <a:pt x="185" y="59"/>
                  </a:lnTo>
                  <a:lnTo>
                    <a:pt x="183" y="58"/>
                  </a:lnTo>
                  <a:lnTo>
                    <a:pt x="183" y="57"/>
                  </a:lnTo>
                  <a:lnTo>
                    <a:pt x="182" y="56"/>
                  </a:lnTo>
                  <a:lnTo>
                    <a:pt x="181" y="54"/>
                  </a:lnTo>
                  <a:lnTo>
                    <a:pt x="181" y="53"/>
                  </a:lnTo>
                  <a:lnTo>
                    <a:pt x="180" y="52"/>
                  </a:lnTo>
                  <a:lnTo>
                    <a:pt x="179" y="51"/>
                  </a:lnTo>
                  <a:lnTo>
                    <a:pt x="169" y="51"/>
                  </a:lnTo>
                  <a:lnTo>
                    <a:pt x="169" y="49"/>
                  </a:lnTo>
                  <a:lnTo>
                    <a:pt x="167" y="49"/>
                  </a:lnTo>
                  <a:lnTo>
                    <a:pt x="167" y="48"/>
                  </a:lnTo>
                  <a:lnTo>
                    <a:pt x="139" y="48"/>
                  </a:lnTo>
                  <a:lnTo>
                    <a:pt x="139" y="51"/>
                  </a:lnTo>
                  <a:lnTo>
                    <a:pt x="126" y="51"/>
                  </a:lnTo>
                  <a:lnTo>
                    <a:pt x="126" y="53"/>
                  </a:lnTo>
                  <a:lnTo>
                    <a:pt x="125" y="53"/>
                  </a:lnTo>
                  <a:lnTo>
                    <a:pt x="125" y="54"/>
                  </a:lnTo>
                  <a:lnTo>
                    <a:pt x="124" y="54"/>
                  </a:lnTo>
                  <a:lnTo>
                    <a:pt x="124" y="54"/>
                  </a:lnTo>
                  <a:lnTo>
                    <a:pt x="110" y="54"/>
                  </a:lnTo>
                  <a:lnTo>
                    <a:pt x="110" y="54"/>
                  </a:lnTo>
                  <a:lnTo>
                    <a:pt x="109" y="54"/>
                  </a:lnTo>
                  <a:lnTo>
                    <a:pt x="109" y="53"/>
                  </a:lnTo>
                  <a:lnTo>
                    <a:pt x="109" y="53"/>
                  </a:lnTo>
                  <a:lnTo>
                    <a:pt x="109" y="51"/>
                  </a:lnTo>
                  <a:lnTo>
                    <a:pt x="101" y="51"/>
                  </a:lnTo>
                  <a:lnTo>
                    <a:pt x="101" y="54"/>
                  </a:lnTo>
                  <a:lnTo>
                    <a:pt x="101" y="54"/>
                  </a:lnTo>
                  <a:lnTo>
                    <a:pt x="101" y="54"/>
                  </a:lnTo>
                  <a:lnTo>
                    <a:pt x="101" y="55"/>
                  </a:lnTo>
                  <a:lnTo>
                    <a:pt x="102" y="56"/>
                  </a:lnTo>
                  <a:lnTo>
                    <a:pt x="101" y="56"/>
                  </a:lnTo>
                  <a:lnTo>
                    <a:pt x="101" y="57"/>
                  </a:lnTo>
                  <a:lnTo>
                    <a:pt x="101" y="57"/>
                  </a:lnTo>
                  <a:lnTo>
                    <a:pt x="100" y="57"/>
                  </a:lnTo>
                  <a:lnTo>
                    <a:pt x="99" y="57"/>
                  </a:lnTo>
                  <a:lnTo>
                    <a:pt x="98" y="57"/>
                  </a:lnTo>
                  <a:lnTo>
                    <a:pt x="98" y="56"/>
                  </a:lnTo>
                  <a:lnTo>
                    <a:pt x="98" y="56"/>
                  </a:lnTo>
                  <a:lnTo>
                    <a:pt x="98" y="55"/>
                  </a:lnTo>
                  <a:lnTo>
                    <a:pt x="98" y="54"/>
                  </a:lnTo>
                  <a:lnTo>
                    <a:pt x="98" y="54"/>
                  </a:lnTo>
                  <a:lnTo>
                    <a:pt x="99" y="53"/>
                  </a:lnTo>
                  <a:lnTo>
                    <a:pt x="99" y="45"/>
                  </a:lnTo>
                  <a:lnTo>
                    <a:pt x="84" y="45"/>
                  </a:lnTo>
                  <a:lnTo>
                    <a:pt x="79" y="41"/>
                  </a:lnTo>
                  <a:lnTo>
                    <a:pt x="62" y="41"/>
                  </a:lnTo>
                  <a:lnTo>
                    <a:pt x="62" y="43"/>
                  </a:lnTo>
                  <a:lnTo>
                    <a:pt x="64" y="43"/>
                  </a:lnTo>
                  <a:lnTo>
                    <a:pt x="65" y="45"/>
                  </a:lnTo>
                  <a:lnTo>
                    <a:pt x="68" y="48"/>
                  </a:lnTo>
                  <a:lnTo>
                    <a:pt x="71" y="50"/>
                  </a:lnTo>
                  <a:lnTo>
                    <a:pt x="68" y="51"/>
                  </a:lnTo>
                  <a:lnTo>
                    <a:pt x="67" y="51"/>
                  </a:lnTo>
                  <a:lnTo>
                    <a:pt x="67" y="51"/>
                  </a:lnTo>
                  <a:lnTo>
                    <a:pt x="67" y="51"/>
                  </a:lnTo>
                  <a:lnTo>
                    <a:pt x="67" y="51"/>
                  </a:lnTo>
                  <a:lnTo>
                    <a:pt x="67" y="51"/>
                  </a:lnTo>
                  <a:lnTo>
                    <a:pt x="66" y="53"/>
                  </a:lnTo>
                  <a:lnTo>
                    <a:pt x="65" y="54"/>
                  </a:lnTo>
                  <a:lnTo>
                    <a:pt x="65" y="55"/>
                  </a:lnTo>
                  <a:lnTo>
                    <a:pt x="64" y="56"/>
                  </a:lnTo>
                  <a:lnTo>
                    <a:pt x="63" y="58"/>
                  </a:lnTo>
                  <a:lnTo>
                    <a:pt x="62" y="58"/>
                  </a:lnTo>
                  <a:lnTo>
                    <a:pt x="60" y="59"/>
                  </a:lnTo>
                  <a:lnTo>
                    <a:pt x="59" y="59"/>
                  </a:lnTo>
                  <a:lnTo>
                    <a:pt x="58" y="59"/>
                  </a:lnTo>
                  <a:lnTo>
                    <a:pt x="56" y="58"/>
                  </a:lnTo>
                  <a:lnTo>
                    <a:pt x="56" y="57"/>
                  </a:lnTo>
                  <a:lnTo>
                    <a:pt x="56" y="56"/>
                  </a:lnTo>
                  <a:lnTo>
                    <a:pt x="55" y="54"/>
                  </a:lnTo>
                  <a:lnTo>
                    <a:pt x="53" y="53"/>
                  </a:lnTo>
                  <a:lnTo>
                    <a:pt x="53" y="52"/>
                  </a:lnTo>
                  <a:lnTo>
                    <a:pt x="51" y="51"/>
                  </a:lnTo>
                  <a:lnTo>
                    <a:pt x="49" y="51"/>
                  </a:lnTo>
                  <a:lnTo>
                    <a:pt x="49" y="53"/>
                  </a:lnTo>
                  <a:lnTo>
                    <a:pt x="48" y="53"/>
                  </a:lnTo>
                  <a:lnTo>
                    <a:pt x="48" y="54"/>
                  </a:lnTo>
                  <a:lnTo>
                    <a:pt x="47" y="54"/>
                  </a:lnTo>
                  <a:lnTo>
                    <a:pt x="47" y="54"/>
                  </a:lnTo>
                  <a:lnTo>
                    <a:pt x="33" y="54"/>
                  </a:lnTo>
                  <a:lnTo>
                    <a:pt x="32" y="54"/>
                  </a:lnTo>
                  <a:lnTo>
                    <a:pt x="32" y="54"/>
                  </a:lnTo>
                  <a:lnTo>
                    <a:pt x="32" y="53"/>
                  </a:lnTo>
                  <a:lnTo>
                    <a:pt x="32" y="53"/>
                  </a:lnTo>
                  <a:lnTo>
                    <a:pt x="32" y="51"/>
                  </a:lnTo>
                  <a:lnTo>
                    <a:pt x="31" y="51"/>
                  </a:lnTo>
                  <a:lnTo>
                    <a:pt x="30" y="57"/>
                  </a:lnTo>
                  <a:lnTo>
                    <a:pt x="30" y="57"/>
                  </a:lnTo>
                  <a:lnTo>
                    <a:pt x="30" y="51"/>
                  </a:lnTo>
                  <a:lnTo>
                    <a:pt x="27" y="51"/>
                  </a:lnTo>
                  <a:lnTo>
                    <a:pt x="27" y="51"/>
                  </a:lnTo>
                  <a:lnTo>
                    <a:pt x="27" y="51"/>
                  </a:lnTo>
                  <a:lnTo>
                    <a:pt x="27" y="51"/>
                  </a:lnTo>
                  <a:lnTo>
                    <a:pt x="27" y="51"/>
                  </a:lnTo>
                  <a:lnTo>
                    <a:pt x="27" y="53"/>
                  </a:lnTo>
                  <a:lnTo>
                    <a:pt x="27" y="54"/>
                  </a:lnTo>
                  <a:lnTo>
                    <a:pt x="27" y="55"/>
                  </a:lnTo>
                  <a:lnTo>
                    <a:pt x="25" y="56"/>
                  </a:lnTo>
                  <a:lnTo>
                    <a:pt x="25" y="58"/>
                  </a:lnTo>
                  <a:lnTo>
                    <a:pt x="23" y="58"/>
                  </a:lnTo>
                  <a:lnTo>
                    <a:pt x="21" y="59"/>
                  </a:lnTo>
                  <a:lnTo>
                    <a:pt x="20" y="59"/>
                  </a:lnTo>
                  <a:lnTo>
                    <a:pt x="18" y="59"/>
                  </a:lnTo>
                  <a:lnTo>
                    <a:pt x="17" y="59"/>
                  </a:lnTo>
                  <a:lnTo>
                    <a:pt x="16" y="58"/>
                  </a:lnTo>
                  <a:lnTo>
                    <a:pt x="15" y="57"/>
                  </a:lnTo>
                  <a:lnTo>
                    <a:pt x="14" y="56"/>
                  </a:lnTo>
                  <a:lnTo>
                    <a:pt x="13" y="55"/>
                  </a:lnTo>
                  <a:lnTo>
                    <a:pt x="13" y="53"/>
                  </a:lnTo>
                  <a:lnTo>
                    <a:pt x="13" y="51"/>
                  </a:lnTo>
                  <a:lnTo>
                    <a:pt x="12" y="52"/>
                  </a:lnTo>
                  <a:lnTo>
                    <a:pt x="12" y="52"/>
                  </a:lnTo>
                  <a:lnTo>
                    <a:pt x="11" y="52"/>
                  </a:lnTo>
                  <a:lnTo>
                    <a:pt x="11" y="52"/>
                  </a:lnTo>
                  <a:lnTo>
                    <a:pt x="8" y="51"/>
                  </a:lnTo>
                  <a:lnTo>
                    <a:pt x="4" y="51"/>
                  </a:lnTo>
                  <a:lnTo>
                    <a:pt x="4" y="51"/>
                  </a:lnTo>
                  <a:lnTo>
                    <a:pt x="2" y="51"/>
                  </a:lnTo>
                  <a:lnTo>
                    <a:pt x="1" y="51"/>
                  </a:lnTo>
                  <a:lnTo>
                    <a:pt x="1" y="51"/>
                  </a:lnTo>
                  <a:lnTo>
                    <a:pt x="1" y="51"/>
                  </a:lnTo>
                  <a:lnTo>
                    <a:pt x="0" y="51"/>
                  </a:lnTo>
                  <a:lnTo>
                    <a:pt x="0" y="48"/>
                  </a:lnTo>
                  <a:lnTo>
                    <a:pt x="0" y="47"/>
                  </a:lnTo>
                  <a:lnTo>
                    <a:pt x="0" y="47"/>
                  </a:lnTo>
                  <a:lnTo>
                    <a:pt x="0" y="47"/>
                  </a:lnTo>
                  <a:lnTo>
                    <a:pt x="0" y="46"/>
                  </a:lnTo>
                  <a:lnTo>
                    <a:pt x="0" y="46"/>
                  </a:lnTo>
                  <a:lnTo>
                    <a:pt x="0" y="41"/>
                  </a:lnTo>
                  <a:lnTo>
                    <a:pt x="0" y="41"/>
                  </a:lnTo>
                  <a:lnTo>
                    <a:pt x="0" y="40"/>
                  </a:lnTo>
                  <a:lnTo>
                    <a:pt x="0" y="39"/>
                  </a:lnTo>
                  <a:lnTo>
                    <a:pt x="0" y="39"/>
                  </a:lnTo>
                  <a:lnTo>
                    <a:pt x="1" y="39"/>
                  </a:lnTo>
                  <a:lnTo>
                    <a:pt x="1" y="33"/>
                  </a:lnTo>
                  <a:lnTo>
                    <a:pt x="4" y="30"/>
                  </a:lnTo>
                  <a:lnTo>
                    <a:pt x="4" y="19"/>
                  </a:lnTo>
                  <a:lnTo>
                    <a:pt x="4" y="18"/>
                  </a:lnTo>
                  <a:lnTo>
                    <a:pt x="5" y="17"/>
                  </a:lnTo>
                  <a:lnTo>
                    <a:pt x="6" y="16"/>
                  </a:lnTo>
                  <a:lnTo>
                    <a:pt x="7" y="16"/>
                  </a:lnTo>
                  <a:lnTo>
                    <a:pt x="8" y="16"/>
                  </a:lnTo>
                  <a:lnTo>
                    <a:pt x="15" y="7"/>
                  </a:lnTo>
                  <a:lnTo>
                    <a:pt x="15" y="6"/>
                  </a:lnTo>
                  <a:lnTo>
                    <a:pt x="16" y="6"/>
                  </a:lnTo>
                  <a:lnTo>
                    <a:pt x="17" y="5"/>
                  </a:lnTo>
                  <a:lnTo>
                    <a:pt x="18" y="4"/>
                  </a:lnTo>
                  <a:lnTo>
                    <a:pt x="19" y="4"/>
                  </a:lnTo>
                  <a:lnTo>
                    <a:pt x="20" y="4"/>
                  </a:lnTo>
                  <a:lnTo>
                    <a:pt x="21" y="4"/>
                  </a:lnTo>
                  <a:lnTo>
                    <a:pt x="23" y="4"/>
                  </a:lnTo>
                  <a:lnTo>
                    <a:pt x="30" y="4"/>
                  </a:lnTo>
                  <a:lnTo>
                    <a:pt x="30" y="15"/>
                  </a:lnTo>
                  <a:lnTo>
                    <a:pt x="30" y="15"/>
                  </a:lnTo>
                  <a:lnTo>
                    <a:pt x="30" y="15"/>
                  </a:lnTo>
                </a:path>
              </a:pathLst>
            </a:custGeom>
            <a:solidFill>
              <a:srgbClr val="000000"/>
            </a:solidFill>
            <a:ln cap="rnd">
              <a:noFill/>
              <a:round/>
            </a:ln>
            <a:effectLst/>
          </p:spPr>
        </p:sp>
        <p:sp>
          <p:nvSpPr>
            <p:cNvPr id="62371" name=""/>
            <p:cNvSpPr/>
            <p:nvPr/>
          </p:nvSpPr>
          <p:spPr>
            <a:xfrm>
              <a:off x="4086" y="1356"/>
              <a:ext cx="1" cy="1"/>
            </a:xfrm>
            <a:custGeom>
              <a:pathLst>
                <a:path w="1" h="1">
                  <a:moveTo>
                    <a:pt x="0" y="0"/>
                  </a:moveTo>
                  <a:lnTo>
                    <a:pt x="0" y="0"/>
                  </a:lnTo>
                  <a:lnTo>
                    <a:pt x="0" y="0"/>
                  </a:lnTo>
                  <a:lnTo>
                    <a:pt x="0" y="0"/>
                  </a:lnTo>
                  <a:lnTo>
                    <a:pt x="0" y="0"/>
                  </a:lnTo>
                </a:path>
              </a:pathLst>
            </a:custGeom>
            <a:solidFill>
              <a:srgbClr val="FFFFFF"/>
            </a:solidFill>
            <a:ln cap="rnd">
              <a:noFill/>
              <a:round/>
            </a:ln>
            <a:effectLst/>
          </p:spPr>
        </p:sp>
        <p:sp>
          <p:nvSpPr>
            <p:cNvPr id="62372" name=""/>
            <p:cNvSpPr/>
            <p:nvPr/>
          </p:nvSpPr>
          <p:spPr>
            <a:xfrm>
              <a:off x="4086" y="1356"/>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73" name=""/>
            <p:cNvSpPr/>
            <p:nvPr/>
          </p:nvSpPr>
          <p:spPr>
            <a:xfrm>
              <a:off x="3860" y="1299"/>
              <a:ext cx="229" cy="60"/>
            </a:xfrm>
            <a:custGeom>
              <a:pathLst>
                <a:path w="229" h="60">
                  <a:moveTo>
                    <a:pt x="31" y="15"/>
                  </a:moveTo>
                  <a:lnTo>
                    <a:pt x="32" y="15"/>
                  </a:lnTo>
                  <a:lnTo>
                    <a:pt x="34" y="17"/>
                  </a:lnTo>
                  <a:lnTo>
                    <a:pt x="32" y="15"/>
                  </a:lnTo>
                  <a:lnTo>
                    <a:pt x="31" y="15"/>
                  </a:lnTo>
                  <a:lnTo>
                    <a:pt x="31" y="13"/>
                  </a:lnTo>
                  <a:lnTo>
                    <a:pt x="32" y="13"/>
                  </a:lnTo>
                  <a:lnTo>
                    <a:pt x="32" y="12"/>
                  </a:lnTo>
                  <a:lnTo>
                    <a:pt x="32" y="11"/>
                  </a:lnTo>
                  <a:lnTo>
                    <a:pt x="32" y="11"/>
                  </a:lnTo>
                  <a:lnTo>
                    <a:pt x="34" y="11"/>
                  </a:lnTo>
                  <a:lnTo>
                    <a:pt x="35" y="11"/>
                  </a:lnTo>
                  <a:lnTo>
                    <a:pt x="35" y="12"/>
                  </a:lnTo>
                  <a:lnTo>
                    <a:pt x="35" y="13"/>
                  </a:lnTo>
                  <a:lnTo>
                    <a:pt x="35" y="13"/>
                  </a:lnTo>
                  <a:lnTo>
                    <a:pt x="36" y="27"/>
                  </a:lnTo>
                  <a:lnTo>
                    <a:pt x="35" y="30"/>
                  </a:lnTo>
                  <a:lnTo>
                    <a:pt x="36" y="30"/>
                  </a:lnTo>
                  <a:lnTo>
                    <a:pt x="37" y="30"/>
                  </a:lnTo>
                  <a:lnTo>
                    <a:pt x="37" y="31"/>
                  </a:lnTo>
                  <a:lnTo>
                    <a:pt x="39" y="31"/>
                  </a:lnTo>
                  <a:lnTo>
                    <a:pt x="39" y="31"/>
                  </a:lnTo>
                  <a:lnTo>
                    <a:pt x="40" y="31"/>
                  </a:lnTo>
                  <a:lnTo>
                    <a:pt x="41" y="31"/>
                  </a:lnTo>
                  <a:lnTo>
                    <a:pt x="41" y="32"/>
                  </a:lnTo>
                  <a:lnTo>
                    <a:pt x="41" y="45"/>
                  </a:lnTo>
                  <a:lnTo>
                    <a:pt x="53" y="45"/>
                  </a:lnTo>
                  <a:lnTo>
                    <a:pt x="54" y="43"/>
                  </a:lnTo>
                  <a:lnTo>
                    <a:pt x="56" y="43"/>
                  </a:lnTo>
                  <a:lnTo>
                    <a:pt x="56" y="41"/>
                  </a:lnTo>
                  <a:lnTo>
                    <a:pt x="44" y="41"/>
                  </a:lnTo>
                  <a:lnTo>
                    <a:pt x="44" y="39"/>
                  </a:lnTo>
                  <a:lnTo>
                    <a:pt x="44" y="0"/>
                  </a:lnTo>
                  <a:lnTo>
                    <a:pt x="228" y="0"/>
                  </a:lnTo>
                  <a:lnTo>
                    <a:pt x="228" y="39"/>
                  </a:lnTo>
                  <a:lnTo>
                    <a:pt x="228" y="45"/>
                  </a:lnTo>
                  <a:lnTo>
                    <a:pt x="227" y="45"/>
                  </a:lnTo>
                  <a:lnTo>
                    <a:pt x="227" y="48"/>
                  </a:lnTo>
                  <a:lnTo>
                    <a:pt x="226" y="51"/>
                  </a:lnTo>
                  <a:lnTo>
                    <a:pt x="226" y="57"/>
                  </a:lnTo>
                  <a:lnTo>
                    <a:pt x="224" y="57"/>
                  </a:lnTo>
                  <a:lnTo>
                    <a:pt x="224" y="51"/>
                  </a:lnTo>
                  <a:lnTo>
                    <a:pt x="213" y="51"/>
                  </a:lnTo>
                  <a:lnTo>
                    <a:pt x="213" y="51"/>
                  </a:lnTo>
                  <a:lnTo>
                    <a:pt x="213" y="51"/>
                  </a:lnTo>
                  <a:lnTo>
                    <a:pt x="213" y="51"/>
                  </a:lnTo>
                  <a:lnTo>
                    <a:pt x="213" y="53"/>
                  </a:lnTo>
                  <a:lnTo>
                    <a:pt x="212" y="54"/>
                  </a:lnTo>
                  <a:lnTo>
                    <a:pt x="212" y="55"/>
                  </a:lnTo>
                  <a:lnTo>
                    <a:pt x="210" y="57"/>
                  </a:lnTo>
                  <a:lnTo>
                    <a:pt x="210" y="58"/>
                  </a:lnTo>
                  <a:lnTo>
                    <a:pt x="208" y="58"/>
                  </a:lnTo>
                  <a:lnTo>
                    <a:pt x="207" y="59"/>
                  </a:lnTo>
                  <a:lnTo>
                    <a:pt x="205" y="59"/>
                  </a:lnTo>
                  <a:lnTo>
                    <a:pt x="204" y="59"/>
                  </a:lnTo>
                  <a:lnTo>
                    <a:pt x="203" y="58"/>
                  </a:lnTo>
                  <a:lnTo>
                    <a:pt x="203" y="57"/>
                  </a:lnTo>
                  <a:lnTo>
                    <a:pt x="202" y="56"/>
                  </a:lnTo>
                  <a:lnTo>
                    <a:pt x="201" y="54"/>
                  </a:lnTo>
                  <a:lnTo>
                    <a:pt x="200" y="53"/>
                  </a:lnTo>
                  <a:lnTo>
                    <a:pt x="199" y="52"/>
                  </a:lnTo>
                  <a:lnTo>
                    <a:pt x="198" y="51"/>
                  </a:lnTo>
                  <a:lnTo>
                    <a:pt x="195" y="51"/>
                  </a:lnTo>
                  <a:lnTo>
                    <a:pt x="195" y="51"/>
                  </a:lnTo>
                  <a:lnTo>
                    <a:pt x="195" y="51"/>
                  </a:lnTo>
                  <a:lnTo>
                    <a:pt x="195" y="51"/>
                  </a:lnTo>
                  <a:lnTo>
                    <a:pt x="195" y="51"/>
                  </a:lnTo>
                  <a:lnTo>
                    <a:pt x="195" y="53"/>
                  </a:lnTo>
                  <a:lnTo>
                    <a:pt x="194" y="54"/>
                  </a:lnTo>
                  <a:lnTo>
                    <a:pt x="193" y="55"/>
                  </a:lnTo>
                  <a:lnTo>
                    <a:pt x="193" y="56"/>
                  </a:lnTo>
                  <a:lnTo>
                    <a:pt x="191" y="58"/>
                  </a:lnTo>
                  <a:lnTo>
                    <a:pt x="190" y="58"/>
                  </a:lnTo>
                  <a:lnTo>
                    <a:pt x="188" y="59"/>
                  </a:lnTo>
                  <a:lnTo>
                    <a:pt x="187" y="59"/>
                  </a:lnTo>
                  <a:lnTo>
                    <a:pt x="186" y="59"/>
                  </a:lnTo>
                  <a:lnTo>
                    <a:pt x="185" y="58"/>
                  </a:lnTo>
                  <a:lnTo>
                    <a:pt x="184" y="57"/>
                  </a:lnTo>
                  <a:lnTo>
                    <a:pt x="183" y="56"/>
                  </a:lnTo>
                  <a:lnTo>
                    <a:pt x="183" y="54"/>
                  </a:lnTo>
                  <a:lnTo>
                    <a:pt x="182" y="53"/>
                  </a:lnTo>
                  <a:lnTo>
                    <a:pt x="181" y="52"/>
                  </a:lnTo>
                  <a:lnTo>
                    <a:pt x="179" y="51"/>
                  </a:lnTo>
                  <a:lnTo>
                    <a:pt x="169" y="51"/>
                  </a:lnTo>
                  <a:lnTo>
                    <a:pt x="169" y="49"/>
                  </a:lnTo>
                  <a:lnTo>
                    <a:pt x="167" y="49"/>
                  </a:lnTo>
                  <a:lnTo>
                    <a:pt x="167" y="48"/>
                  </a:lnTo>
                  <a:lnTo>
                    <a:pt x="141" y="48"/>
                  </a:lnTo>
                  <a:lnTo>
                    <a:pt x="141" y="51"/>
                  </a:lnTo>
                  <a:lnTo>
                    <a:pt x="127" y="51"/>
                  </a:lnTo>
                  <a:lnTo>
                    <a:pt x="127" y="53"/>
                  </a:lnTo>
                  <a:lnTo>
                    <a:pt x="127" y="53"/>
                  </a:lnTo>
                  <a:lnTo>
                    <a:pt x="126" y="54"/>
                  </a:lnTo>
                  <a:lnTo>
                    <a:pt x="126" y="54"/>
                  </a:lnTo>
                  <a:lnTo>
                    <a:pt x="125" y="54"/>
                  </a:lnTo>
                  <a:lnTo>
                    <a:pt x="112" y="54"/>
                  </a:lnTo>
                  <a:lnTo>
                    <a:pt x="110" y="54"/>
                  </a:lnTo>
                  <a:lnTo>
                    <a:pt x="110" y="54"/>
                  </a:lnTo>
                  <a:lnTo>
                    <a:pt x="110" y="53"/>
                  </a:lnTo>
                  <a:lnTo>
                    <a:pt x="110" y="53"/>
                  </a:lnTo>
                  <a:lnTo>
                    <a:pt x="110" y="51"/>
                  </a:lnTo>
                  <a:lnTo>
                    <a:pt x="101" y="51"/>
                  </a:lnTo>
                  <a:lnTo>
                    <a:pt x="101" y="54"/>
                  </a:lnTo>
                  <a:lnTo>
                    <a:pt x="102" y="54"/>
                  </a:lnTo>
                  <a:lnTo>
                    <a:pt x="102" y="54"/>
                  </a:lnTo>
                  <a:lnTo>
                    <a:pt x="103" y="55"/>
                  </a:lnTo>
                  <a:lnTo>
                    <a:pt x="103" y="56"/>
                  </a:lnTo>
                  <a:lnTo>
                    <a:pt x="103" y="56"/>
                  </a:lnTo>
                  <a:lnTo>
                    <a:pt x="102" y="57"/>
                  </a:lnTo>
                  <a:lnTo>
                    <a:pt x="101" y="57"/>
                  </a:lnTo>
                  <a:lnTo>
                    <a:pt x="101" y="57"/>
                  </a:lnTo>
                  <a:lnTo>
                    <a:pt x="100" y="57"/>
                  </a:lnTo>
                  <a:lnTo>
                    <a:pt x="100" y="57"/>
                  </a:lnTo>
                  <a:lnTo>
                    <a:pt x="99" y="56"/>
                  </a:lnTo>
                  <a:lnTo>
                    <a:pt x="99" y="56"/>
                  </a:lnTo>
                  <a:lnTo>
                    <a:pt x="99" y="55"/>
                  </a:lnTo>
                  <a:lnTo>
                    <a:pt x="99" y="54"/>
                  </a:lnTo>
                  <a:lnTo>
                    <a:pt x="100" y="54"/>
                  </a:lnTo>
                  <a:lnTo>
                    <a:pt x="100" y="53"/>
                  </a:lnTo>
                  <a:lnTo>
                    <a:pt x="100" y="45"/>
                  </a:lnTo>
                  <a:lnTo>
                    <a:pt x="86" y="45"/>
                  </a:lnTo>
                  <a:lnTo>
                    <a:pt x="80" y="41"/>
                  </a:lnTo>
                  <a:lnTo>
                    <a:pt x="63" y="41"/>
                  </a:lnTo>
                  <a:lnTo>
                    <a:pt x="63" y="43"/>
                  </a:lnTo>
                  <a:lnTo>
                    <a:pt x="65" y="43"/>
                  </a:lnTo>
                  <a:lnTo>
                    <a:pt x="65" y="45"/>
                  </a:lnTo>
                  <a:lnTo>
                    <a:pt x="69" y="48"/>
                  </a:lnTo>
                  <a:lnTo>
                    <a:pt x="72" y="50"/>
                  </a:lnTo>
                  <a:lnTo>
                    <a:pt x="69" y="51"/>
                  </a:lnTo>
                  <a:lnTo>
                    <a:pt x="68" y="51"/>
                  </a:lnTo>
                  <a:lnTo>
                    <a:pt x="68" y="51"/>
                  </a:lnTo>
                  <a:lnTo>
                    <a:pt x="68" y="51"/>
                  </a:lnTo>
                  <a:lnTo>
                    <a:pt x="68" y="51"/>
                  </a:lnTo>
                  <a:lnTo>
                    <a:pt x="68" y="51"/>
                  </a:lnTo>
                  <a:lnTo>
                    <a:pt x="68" y="53"/>
                  </a:lnTo>
                  <a:lnTo>
                    <a:pt x="67" y="54"/>
                  </a:lnTo>
                  <a:lnTo>
                    <a:pt x="66" y="55"/>
                  </a:lnTo>
                  <a:lnTo>
                    <a:pt x="65" y="56"/>
                  </a:lnTo>
                  <a:lnTo>
                    <a:pt x="64" y="58"/>
                  </a:lnTo>
                  <a:lnTo>
                    <a:pt x="63" y="58"/>
                  </a:lnTo>
                  <a:lnTo>
                    <a:pt x="61" y="59"/>
                  </a:lnTo>
                  <a:lnTo>
                    <a:pt x="60" y="59"/>
                  </a:lnTo>
                  <a:lnTo>
                    <a:pt x="58" y="59"/>
                  </a:lnTo>
                  <a:lnTo>
                    <a:pt x="58" y="58"/>
                  </a:lnTo>
                  <a:lnTo>
                    <a:pt x="57" y="57"/>
                  </a:lnTo>
                  <a:lnTo>
                    <a:pt x="56" y="56"/>
                  </a:lnTo>
                  <a:lnTo>
                    <a:pt x="56" y="54"/>
                  </a:lnTo>
                  <a:lnTo>
                    <a:pt x="55" y="53"/>
                  </a:lnTo>
                  <a:lnTo>
                    <a:pt x="54" y="52"/>
                  </a:lnTo>
                  <a:lnTo>
                    <a:pt x="52" y="51"/>
                  </a:lnTo>
                  <a:lnTo>
                    <a:pt x="49" y="51"/>
                  </a:lnTo>
                  <a:lnTo>
                    <a:pt x="49" y="53"/>
                  </a:lnTo>
                  <a:lnTo>
                    <a:pt x="49" y="53"/>
                  </a:lnTo>
                  <a:lnTo>
                    <a:pt x="49" y="54"/>
                  </a:lnTo>
                  <a:lnTo>
                    <a:pt x="48" y="54"/>
                  </a:lnTo>
                  <a:lnTo>
                    <a:pt x="48" y="54"/>
                  </a:lnTo>
                  <a:lnTo>
                    <a:pt x="34" y="54"/>
                  </a:lnTo>
                  <a:lnTo>
                    <a:pt x="33" y="54"/>
                  </a:lnTo>
                  <a:lnTo>
                    <a:pt x="33" y="54"/>
                  </a:lnTo>
                  <a:lnTo>
                    <a:pt x="32" y="53"/>
                  </a:lnTo>
                  <a:lnTo>
                    <a:pt x="32" y="53"/>
                  </a:lnTo>
                  <a:lnTo>
                    <a:pt x="32" y="51"/>
                  </a:lnTo>
                  <a:lnTo>
                    <a:pt x="32" y="51"/>
                  </a:lnTo>
                  <a:lnTo>
                    <a:pt x="31" y="57"/>
                  </a:lnTo>
                  <a:lnTo>
                    <a:pt x="31" y="57"/>
                  </a:lnTo>
                  <a:lnTo>
                    <a:pt x="30" y="51"/>
                  </a:lnTo>
                  <a:lnTo>
                    <a:pt x="29" y="51"/>
                  </a:lnTo>
                  <a:lnTo>
                    <a:pt x="29" y="51"/>
                  </a:lnTo>
                  <a:lnTo>
                    <a:pt x="29" y="51"/>
                  </a:lnTo>
                  <a:lnTo>
                    <a:pt x="29" y="51"/>
                  </a:lnTo>
                  <a:lnTo>
                    <a:pt x="29" y="51"/>
                  </a:lnTo>
                  <a:lnTo>
                    <a:pt x="28" y="53"/>
                  </a:lnTo>
                  <a:lnTo>
                    <a:pt x="28" y="54"/>
                  </a:lnTo>
                  <a:lnTo>
                    <a:pt x="27" y="55"/>
                  </a:lnTo>
                  <a:lnTo>
                    <a:pt x="27" y="56"/>
                  </a:lnTo>
                  <a:lnTo>
                    <a:pt x="25" y="58"/>
                  </a:lnTo>
                  <a:lnTo>
                    <a:pt x="24" y="58"/>
                  </a:lnTo>
                  <a:lnTo>
                    <a:pt x="23" y="59"/>
                  </a:lnTo>
                  <a:lnTo>
                    <a:pt x="21" y="59"/>
                  </a:lnTo>
                  <a:lnTo>
                    <a:pt x="20" y="59"/>
                  </a:lnTo>
                  <a:lnTo>
                    <a:pt x="18" y="59"/>
                  </a:lnTo>
                  <a:lnTo>
                    <a:pt x="17" y="58"/>
                  </a:lnTo>
                  <a:lnTo>
                    <a:pt x="16" y="57"/>
                  </a:lnTo>
                  <a:lnTo>
                    <a:pt x="15" y="56"/>
                  </a:lnTo>
                  <a:lnTo>
                    <a:pt x="14" y="55"/>
                  </a:lnTo>
                  <a:lnTo>
                    <a:pt x="14" y="53"/>
                  </a:lnTo>
                  <a:lnTo>
                    <a:pt x="14" y="51"/>
                  </a:lnTo>
                  <a:lnTo>
                    <a:pt x="13" y="52"/>
                  </a:lnTo>
                  <a:lnTo>
                    <a:pt x="13" y="52"/>
                  </a:lnTo>
                  <a:lnTo>
                    <a:pt x="12" y="52"/>
                  </a:lnTo>
                  <a:lnTo>
                    <a:pt x="12" y="52"/>
                  </a:lnTo>
                  <a:lnTo>
                    <a:pt x="9" y="51"/>
                  </a:lnTo>
                  <a:lnTo>
                    <a:pt x="6" y="51"/>
                  </a:lnTo>
                  <a:lnTo>
                    <a:pt x="6" y="51"/>
                  </a:lnTo>
                  <a:lnTo>
                    <a:pt x="3" y="51"/>
                  </a:lnTo>
                  <a:lnTo>
                    <a:pt x="3" y="51"/>
                  </a:lnTo>
                  <a:lnTo>
                    <a:pt x="2" y="51"/>
                  </a:lnTo>
                  <a:lnTo>
                    <a:pt x="1" y="51"/>
                  </a:lnTo>
                  <a:lnTo>
                    <a:pt x="1" y="51"/>
                  </a:lnTo>
                  <a:lnTo>
                    <a:pt x="1" y="48"/>
                  </a:lnTo>
                  <a:lnTo>
                    <a:pt x="1" y="47"/>
                  </a:lnTo>
                  <a:lnTo>
                    <a:pt x="1" y="47"/>
                  </a:lnTo>
                  <a:lnTo>
                    <a:pt x="0" y="47"/>
                  </a:lnTo>
                  <a:lnTo>
                    <a:pt x="0" y="46"/>
                  </a:lnTo>
                  <a:lnTo>
                    <a:pt x="1" y="46"/>
                  </a:lnTo>
                  <a:lnTo>
                    <a:pt x="1" y="41"/>
                  </a:lnTo>
                  <a:lnTo>
                    <a:pt x="0" y="41"/>
                  </a:lnTo>
                  <a:lnTo>
                    <a:pt x="0" y="40"/>
                  </a:lnTo>
                  <a:lnTo>
                    <a:pt x="1" y="39"/>
                  </a:lnTo>
                  <a:lnTo>
                    <a:pt x="1" y="39"/>
                  </a:lnTo>
                  <a:lnTo>
                    <a:pt x="1" y="39"/>
                  </a:lnTo>
                  <a:lnTo>
                    <a:pt x="1" y="33"/>
                  </a:lnTo>
                  <a:lnTo>
                    <a:pt x="4" y="30"/>
                  </a:lnTo>
                  <a:lnTo>
                    <a:pt x="5" y="19"/>
                  </a:lnTo>
                  <a:lnTo>
                    <a:pt x="6" y="18"/>
                  </a:lnTo>
                  <a:lnTo>
                    <a:pt x="6" y="17"/>
                  </a:lnTo>
                  <a:lnTo>
                    <a:pt x="6" y="16"/>
                  </a:lnTo>
                  <a:lnTo>
                    <a:pt x="8" y="16"/>
                  </a:lnTo>
                  <a:lnTo>
                    <a:pt x="9" y="16"/>
                  </a:lnTo>
                  <a:lnTo>
                    <a:pt x="16" y="7"/>
                  </a:lnTo>
                  <a:lnTo>
                    <a:pt x="16" y="6"/>
                  </a:lnTo>
                  <a:lnTo>
                    <a:pt x="17" y="6"/>
                  </a:lnTo>
                  <a:lnTo>
                    <a:pt x="18" y="5"/>
                  </a:lnTo>
                  <a:lnTo>
                    <a:pt x="19" y="4"/>
                  </a:lnTo>
                  <a:lnTo>
                    <a:pt x="20" y="4"/>
                  </a:lnTo>
                  <a:lnTo>
                    <a:pt x="22" y="4"/>
                  </a:lnTo>
                  <a:lnTo>
                    <a:pt x="23" y="4"/>
                  </a:lnTo>
                  <a:lnTo>
                    <a:pt x="23" y="4"/>
                  </a:lnTo>
                  <a:lnTo>
                    <a:pt x="31" y="4"/>
                  </a:lnTo>
                  <a:lnTo>
                    <a:pt x="31" y="15"/>
                  </a:lnTo>
                  <a:lnTo>
                    <a:pt x="31" y="15"/>
                  </a:lnTo>
                  <a:lnTo>
                    <a:pt x="31" y="15"/>
                  </a:lnTo>
                </a:path>
              </a:pathLst>
            </a:custGeom>
            <a:solidFill>
              <a:srgbClr val="000000"/>
            </a:solidFill>
            <a:ln cap="rnd">
              <a:noFill/>
              <a:round/>
            </a:ln>
            <a:effectLst/>
          </p:spPr>
        </p:sp>
        <p:sp>
          <p:nvSpPr>
            <p:cNvPr id="62374" name=""/>
            <p:cNvSpPr/>
            <p:nvPr/>
          </p:nvSpPr>
          <p:spPr>
            <a:xfrm>
              <a:off x="3805" y="1356"/>
              <a:ext cx="21" cy="1"/>
            </a:xfrm>
            <a:custGeom>
              <a:pathLst>
                <a:path w="21" h="1">
                  <a:moveTo>
                    <a:pt x="0" y="0"/>
                  </a:moveTo>
                  <a:lnTo>
                    <a:pt x="20" y="0"/>
                  </a:lnTo>
                  <a:lnTo>
                    <a:pt x="20" y="0"/>
                  </a:lnTo>
                  <a:lnTo>
                    <a:pt x="20" y="0"/>
                  </a:lnTo>
                  <a:lnTo>
                    <a:pt x="0" y="0"/>
                  </a:lnTo>
                </a:path>
              </a:pathLst>
            </a:custGeom>
            <a:solidFill>
              <a:srgbClr val="FFFFFF"/>
            </a:solidFill>
            <a:ln cap="rnd">
              <a:noFill/>
              <a:round/>
            </a:ln>
            <a:effectLst/>
          </p:spPr>
        </p:sp>
        <p:sp>
          <p:nvSpPr>
            <p:cNvPr id="62375" name=""/>
            <p:cNvSpPr/>
            <p:nvPr/>
          </p:nvSpPr>
          <p:spPr>
            <a:xfrm>
              <a:off x="3805" y="1356"/>
              <a:ext cx="21" cy="1"/>
            </a:xfrm>
            <a:custGeom>
              <a:pathLst>
                <a:path w="21" h="1">
                  <a:moveTo>
                    <a:pt x="0" y="0"/>
                  </a:moveTo>
                  <a:lnTo>
                    <a:pt x="20" y="0"/>
                  </a:lnTo>
                  <a:lnTo>
                    <a:pt x="20" y="0"/>
                  </a:lnTo>
                  <a:lnTo>
                    <a:pt x="20" y="0"/>
                  </a:lnTo>
                </a:path>
              </a:pathLst>
            </a:custGeom>
            <a:noFill/>
            <a:ln w="12700" cap="rnd" cmpd="sng">
              <a:solidFill>
                <a:srgbClr val="000000"/>
              </a:solidFill>
              <a:prstDash val="solid"/>
              <a:round/>
              <a:headEnd type="none" w="sm" len="sm"/>
              <a:tailEnd type="none" w="sm" len="sm"/>
            </a:ln>
            <a:effectLst/>
          </p:spPr>
        </p:sp>
        <p:sp>
          <p:nvSpPr>
            <p:cNvPr id="62376" name=""/>
            <p:cNvSpPr/>
            <p:nvPr/>
          </p:nvSpPr>
          <p:spPr>
            <a:xfrm>
              <a:off x="3580" y="1299"/>
              <a:ext cx="229" cy="60"/>
            </a:xfrm>
            <a:custGeom>
              <a:pathLst>
                <a:path w="229" h="60">
                  <a:moveTo>
                    <a:pt x="31" y="15"/>
                  </a:moveTo>
                  <a:lnTo>
                    <a:pt x="32" y="15"/>
                  </a:lnTo>
                  <a:lnTo>
                    <a:pt x="34" y="17"/>
                  </a:lnTo>
                  <a:lnTo>
                    <a:pt x="32" y="15"/>
                  </a:lnTo>
                  <a:lnTo>
                    <a:pt x="31" y="15"/>
                  </a:lnTo>
                  <a:lnTo>
                    <a:pt x="31" y="13"/>
                  </a:lnTo>
                  <a:lnTo>
                    <a:pt x="31" y="13"/>
                  </a:lnTo>
                  <a:lnTo>
                    <a:pt x="31" y="12"/>
                  </a:lnTo>
                  <a:lnTo>
                    <a:pt x="31" y="11"/>
                  </a:lnTo>
                  <a:lnTo>
                    <a:pt x="32" y="11"/>
                  </a:lnTo>
                  <a:lnTo>
                    <a:pt x="33" y="11"/>
                  </a:lnTo>
                  <a:lnTo>
                    <a:pt x="34" y="11"/>
                  </a:lnTo>
                  <a:lnTo>
                    <a:pt x="34" y="12"/>
                  </a:lnTo>
                  <a:lnTo>
                    <a:pt x="35" y="13"/>
                  </a:lnTo>
                  <a:lnTo>
                    <a:pt x="35" y="13"/>
                  </a:lnTo>
                  <a:lnTo>
                    <a:pt x="36" y="27"/>
                  </a:lnTo>
                  <a:lnTo>
                    <a:pt x="35" y="30"/>
                  </a:lnTo>
                  <a:lnTo>
                    <a:pt x="35" y="30"/>
                  </a:lnTo>
                  <a:lnTo>
                    <a:pt x="36" y="30"/>
                  </a:lnTo>
                  <a:lnTo>
                    <a:pt x="37" y="31"/>
                  </a:lnTo>
                  <a:lnTo>
                    <a:pt x="38" y="31"/>
                  </a:lnTo>
                  <a:lnTo>
                    <a:pt x="39" y="31"/>
                  </a:lnTo>
                  <a:lnTo>
                    <a:pt x="40" y="31"/>
                  </a:lnTo>
                  <a:lnTo>
                    <a:pt x="40" y="31"/>
                  </a:lnTo>
                  <a:lnTo>
                    <a:pt x="40" y="32"/>
                  </a:lnTo>
                  <a:lnTo>
                    <a:pt x="40" y="45"/>
                  </a:lnTo>
                  <a:lnTo>
                    <a:pt x="52" y="45"/>
                  </a:lnTo>
                  <a:lnTo>
                    <a:pt x="54" y="43"/>
                  </a:lnTo>
                  <a:lnTo>
                    <a:pt x="56" y="43"/>
                  </a:lnTo>
                  <a:lnTo>
                    <a:pt x="56" y="41"/>
                  </a:lnTo>
                  <a:lnTo>
                    <a:pt x="44" y="41"/>
                  </a:lnTo>
                  <a:lnTo>
                    <a:pt x="44" y="39"/>
                  </a:lnTo>
                  <a:lnTo>
                    <a:pt x="44" y="0"/>
                  </a:lnTo>
                  <a:lnTo>
                    <a:pt x="228" y="0"/>
                  </a:lnTo>
                  <a:lnTo>
                    <a:pt x="228" y="39"/>
                  </a:lnTo>
                  <a:lnTo>
                    <a:pt x="228" y="45"/>
                  </a:lnTo>
                  <a:lnTo>
                    <a:pt x="228" y="45"/>
                  </a:lnTo>
                  <a:lnTo>
                    <a:pt x="228" y="48"/>
                  </a:lnTo>
                  <a:lnTo>
                    <a:pt x="226" y="51"/>
                  </a:lnTo>
                  <a:lnTo>
                    <a:pt x="226" y="57"/>
                  </a:lnTo>
                  <a:lnTo>
                    <a:pt x="224" y="57"/>
                  </a:lnTo>
                  <a:lnTo>
                    <a:pt x="224" y="51"/>
                  </a:lnTo>
                  <a:lnTo>
                    <a:pt x="213" y="51"/>
                  </a:lnTo>
                  <a:lnTo>
                    <a:pt x="213" y="51"/>
                  </a:lnTo>
                  <a:lnTo>
                    <a:pt x="213" y="51"/>
                  </a:lnTo>
                  <a:lnTo>
                    <a:pt x="213" y="51"/>
                  </a:lnTo>
                  <a:lnTo>
                    <a:pt x="213" y="53"/>
                  </a:lnTo>
                  <a:lnTo>
                    <a:pt x="212" y="54"/>
                  </a:lnTo>
                  <a:lnTo>
                    <a:pt x="211" y="55"/>
                  </a:lnTo>
                  <a:lnTo>
                    <a:pt x="210" y="57"/>
                  </a:lnTo>
                  <a:lnTo>
                    <a:pt x="209" y="58"/>
                  </a:lnTo>
                  <a:lnTo>
                    <a:pt x="208" y="58"/>
                  </a:lnTo>
                  <a:lnTo>
                    <a:pt x="206" y="59"/>
                  </a:lnTo>
                  <a:lnTo>
                    <a:pt x="205" y="59"/>
                  </a:lnTo>
                  <a:lnTo>
                    <a:pt x="204" y="59"/>
                  </a:lnTo>
                  <a:lnTo>
                    <a:pt x="203" y="58"/>
                  </a:lnTo>
                  <a:lnTo>
                    <a:pt x="202" y="57"/>
                  </a:lnTo>
                  <a:lnTo>
                    <a:pt x="201" y="56"/>
                  </a:lnTo>
                  <a:lnTo>
                    <a:pt x="201" y="54"/>
                  </a:lnTo>
                  <a:lnTo>
                    <a:pt x="199" y="53"/>
                  </a:lnTo>
                  <a:lnTo>
                    <a:pt x="199" y="52"/>
                  </a:lnTo>
                  <a:lnTo>
                    <a:pt x="197" y="51"/>
                  </a:lnTo>
                  <a:lnTo>
                    <a:pt x="194" y="51"/>
                  </a:lnTo>
                  <a:lnTo>
                    <a:pt x="194" y="51"/>
                  </a:lnTo>
                  <a:lnTo>
                    <a:pt x="194" y="51"/>
                  </a:lnTo>
                  <a:lnTo>
                    <a:pt x="194" y="51"/>
                  </a:lnTo>
                  <a:lnTo>
                    <a:pt x="194" y="51"/>
                  </a:lnTo>
                  <a:lnTo>
                    <a:pt x="194" y="53"/>
                  </a:lnTo>
                  <a:lnTo>
                    <a:pt x="194" y="54"/>
                  </a:lnTo>
                  <a:lnTo>
                    <a:pt x="193" y="55"/>
                  </a:lnTo>
                  <a:lnTo>
                    <a:pt x="192" y="56"/>
                  </a:lnTo>
                  <a:lnTo>
                    <a:pt x="191" y="58"/>
                  </a:lnTo>
                  <a:lnTo>
                    <a:pt x="189" y="58"/>
                  </a:lnTo>
                  <a:lnTo>
                    <a:pt x="188" y="59"/>
                  </a:lnTo>
                  <a:lnTo>
                    <a:pt x="187" y="59"/>
                  </a:lnTo>
                  <a:lnTo>
                    <a:pt x="185" y="59"/>
                  </a:lnTo>
                  <a:lnTo>
                    <a:pt x="184" y="58"/>
                  </a:lnTo>
                  <a:lnTo>
                    <a:pt x="184" y="57"/>
                  </a:lnTo>
                  <a:lnTo>
                    <a:pt x="183" y="56"/>
                  </a:lnTo>
                  <a:lnTo>
                    <a:pt x="182" y="54"/>
                  </a:lnTo>
                  <a:lnTo>
                    <a:pt x="182" y="53"/>
                  </a:lnTo>
                  <a:lnTo>
                    <a:pt x="180" y="52"/>
                  </a:lnTo>
                  <a:lnTo>
                    <a:pt x="179" y="51"/>
                  </a:lnTo>
                  <a:lnTo>
                    <a:pt x="170" y="51"/>
                  </a:lnTo>
                  <a:lnTo>
                    <a:pt x="170" y="49"/>
                  </a:lnTo>
                  <a:lnTo>
                    <a:pt x="167" y="49"/>
                  </a:lnTo>
                  <a:lnTo>
                    <a:pt x="168" y="48"/>
                  </a:lnTo>
                  <a:lnTo>
                    <a:pt x="140" y="48"/>
                  </a:lnTo>
                  <a:lnTo>
                    <a:pt x="140" y="51"/>
                  </a:lnTo>
                  <a:lnTo>
                    <a:pt x="126" y="51"/>
                  </a:lnTo>
                  <a:lnTo>
                    <a:pt x="126" y="53"/>
                  </a:lnTo>
                  <a:lnTo>
                    <a:pt x="126" y="53"/>
                  </a:lnTo>
                  <a:lnTo>
                    <a:pt x="125" y="54"/>
                  </a:lnTo>
                  <a:lnTo>
                    <a:pt x="125" y="54"/>
                  </a:lnTo>
                  <a:lnTo>
                    <a:pt x="125" y="54"/>
                  </a:lnTo>
                  <a:lnTo>
                    <a:pt x="111" y="54"/>
                  </a:lnTo>
                  <a:lnTo>
                    <a:pt x="111" y="54"/>
                  </a:lnTo>
                  <a:lnTo>
                    <a:pt x="110" y="54"/>
                  </a:lnTo>
                  <a:lnTo>
                    <a:pt x="109" y="53"/>
                  </a:lnTo>
                  <a:lnTo>
                    <a:pt x="109" y="53"/>
                  </a:lnTo>
                  <a:lnTo>
                    <a:pt x="109" y="51"/>
                  </a:lnTo>
                  <a:lnTo>
                    <a:pt x="102" y="51"/>
                  </a:lnTo>
                  <a:lnTo>
                    <a:pt x="102" y="54"/>
                  </a:lnTo>
                  <a:lnTo>
                    <a:pt x="102" y="54"/>
                  </a:lnTo>
                  <a:lnTo>
                    <a:pt x="102" y="54"/>
                  </a:lnTo>
                  <a:lnTo>
                    <a:pt x="102" y="55"/>
                  </a:lnTo>
                  <a:lnTo>
                    <a:pt x="102" y="56"/>
                  </a:lnTo>
                  <a:lnTo>
                    <a:pt x="102" y="56"/>
                  </a:lnTo>
                  <a:lnTo>
                    <a:pt x="102" y="57"/>
                  </a:lnTo>
                  <a:lnTo>
                    <a:pt x="101" y="57"/>
                  </a:lnTo>
                  <a:lnTo>
                    <a:pt x="101" y="57"/>
                  </a:lnTo>
                  <a:lnTo>
                    <a:pt x="100" y="57"/>
                  </a:lnTo>
                  <a:lnTo>
                    <a:pt x="99" y="57"/>
                  </a:lnTo>
                  <a:lnTo>
                    <a:pt x="99" y="56"/>
                  </a:lnTo>
                  <a:lnTo>
                    <a:pt x="99" y="56"/>
                  </a:lnTo>
                  <a:lnTo>
                    <a:pt x="99" y="55"/>
                  </a:lnTo>
                  <a:lnTo>
                    <a:pt x="99" y="54"/>
                  </a:lnTo>
                  <a:lnTo>
                    <a:pt x="99" y="54"/>
                  </a:lnTo>
                  <a:lnTo>
                    <a:pt x="100" y="53"/>
                  </a:lnTo>
                  <a:lnTo>
                    <a:pt x="100" y="45"/>
                  </a:lnTo>
                  <a:lnTo>
                    <a:pt x="85" y="45"/>
                  </a:lnTo>
                  <a:lnTo>
                    <a:pt x="80" y="41"/>
                  </a:lnTo>
                  <a:lnTo>
                    <a:pt x="63" y="41"/>
                  </a:lnTo>
                  <a:lnTo>
                    <a:pt x="63" y="43"/>
                  </a:lnTo>
                  <a:lnTo>
                    <a:pt x="64" y="43"/>
                  </a:lnTo>
                  <a:lnTo>
                    <a:pt x="65" y="45"/>
                  </a:lnTo>
                  <a:lnTo>
                    <a:pt x="68" y="48"/>
                  </a:lnTo>
                  <a:lnTo>
                    <a:pt x="71" y="50"/>
                  </a:lnTo>
                  <a:lnTo>
                    <a:pt x="68" y="51"/>
                  </a:lnTo>
                  <a:lnTo>
                    <a:pt x="67" y="51"/>
                  </a:lnTo>
                  <a:lnTo>
                    <a:pt x="67" y="51"/>
                  </a:lnTo>
                  <a:lnTo>
                    <a:pt x="67" y="51"/>
                  </a:lnTo>
                  <a:lnTo>
                    <a:pt x="67" y="51"/>
                  </a:lnTo>
                  <a:lnTo>
                    <a:pt x="67" y="51"/>
                  </a:lnTo>
                  <a:lnTo>
                    <a:pt x="67" y="53"/>
                  </a:lnTo>
                  <a:lnTo>
                    <a:pt x="66" y="54"/>
                  </a:lnTo>
                  <a:lnTo>
                    <a:pt x="66" y="55"/>
                  </a:lnTo>
                  <a:lnTo>
                    <a:pt x="64" y="56"/>
                  </a:lnTo>
                  <a:lnTo>
                    <a:pt x="64" y="58"/>
                  </a:lnTo>
                  <a:lnTo>
                    <a:pt x="62" y="58"/>
                  </a:lnTo>
                  <a:lnTo>
                    <a:pt x="61" y="59"/>
                  </a:lnTo>
                  <a:lnTo>
                    <a:pt x="59" y="59"/>
                  </a:lnTo>
                  <a:lnTo>
                    <a:pt x="58" y="59"/>
                  </a:lnTo>
                  <a:lnTo>
                    <a:pt x="57" y="58"/>
                  </a:lnTo>
                  <a:lnTo>
                    <a:pt x="57" y="57"/>
                  </a:lnTo>
                  <a:lnTo>
                    <a:pt x="56" y="56"/>
                  </a:lnTo>
                  <a:lnTo>
                    <a:pt x="55" y="54"/>
                  </a:lnTo>
                  <a:lnTo>
                    <a:pt x="54" y="53"/>
                  </a:lnTo>
                  <a:lnTo>
                    <a:pt x="54" y="52"/>
                  </a:lnTo>
                  <a:lnTo>
                    <a:pt x="52" y="51"/>
                  </a:lnTo>
                  <a:lnTo>
                    <a:pt x="49" y="51"/>
                  </a:lnTo>
                  <a:lnTo>
                    <a:pt x="49" y="53"/>
                  </a:lnTo>
                  <a:lnTo>
                    <a:pt x="49" y="53"/>
                  </a:lnTo>
                  <a:lnTo>
                    <a:pt x="48" y="54"/>
                  </a:lnTo>
                  <a:lnTo>
                    <a:pt x="48" y="54"/>
                  </a:lnTo>
                  <a:lnTo>
                    <a:pt x="47" y="54"/>
                  </a:lnTo>
                  <a:lnTo>
                    <a:pt x="34" y="54"/>
                  </a:lnTo>
                  <a:lnTo>
                    <a:pt x="33" y="54"/>
                  </a:lnTo>
                  <a:lnTo>
                    <a:pt x="33" y="54"/>
                  </a:lnTo>
                  <a:lnTo>
                    <a:pt x="32" y="53"/>
                  </a:lnTo>
                  <a:lnTo>
                    <a:pt x="32" y="53"/>
                  </a:lnTo>
                  <a:lnTo>
                    <a:pt x="32" y="51"/>
                  </a:lnTo>
                  <a:lnTo>
                    <a:pt x="31" y="51"/>
                  </a:lnTo>
                  <a:lnTo>
                    <a:pt x="31" y="57"/>
                  </a:lnTo>
                  <a:lnTo>
                    <a:pt x="31" y="57"/>
                  </a:lnTo>
                  <a:lnTo>
                    <a:pt x="31" y="51"/>
                  </a:lnTo>
                  <a:lnTo>
                    <a:pt x="28" y="51"/>
                  </a:lnTo>
                  <a:lnTo>
                    <a:pt x="28" y="51"/>
                  </a:lnTo>
                  <a:lnTo>
                    <a:pt x="28" y="51"/>
                  </a:lnTo>
                  <a:lnTo>
                    <a:pt x="28" y="51"/>
                  </a:lnTo>
                  <a:lnTo>
                    <a:pt x="28" y="51"/>
                  </a:lnTo>
                  <a:lnTo>
                    <a:pt x="28" y="53"/>
                  </a:lnTo>
                  <a:lnTo>
                    <a:pt x="28" y="54"/>
                  </a:lnTo>
                  <a:lnTo>
                    <a:pt x="27" y="55"/>
                  </a:lnTo>
                  <a:lnTo>
                    <a:pt x="26" y="56"/>
                  </a:lnTo>
                  <a:lnTo>
                    <a:pt x="25" y="58"/>
                  </a:lnTo>
                  <a:lnTo>
                    <a:pt x="23" y="58"/>
                  </a:lnTo>
                  <a:lnTo>
                    <a:pt x="22" y="59"/>
                  </a:lnTo>
                  <a:lnTo>
                    <a:pt x="21" y="59"/>
                  </a:lnTo>
                  <a:lnTo>
                    <a:pt x="19" y="59"/>
                  </a:lnTo>
                  <a:lnTo>
                    <a:pt x="18" y="59"/>
                  </a:lnTo>
                  <a:lnTo>
                    <a:pt x="16" y="58"/>
                  </a:lnTo>
                  <a:lnTo>
                    <a:pt x="15" y="57"/>
                  </a:lnTo>
                  <a:lnTo>
                    <a:pt x="14" y="56"/>
                  </a:lnTo>
                  <a:lnTo>
                    <a:pt x="14" y="55"/>
                  </a:lnTo>
                  <a:lnTo>
                    <a:pt x="14" y="53"/>
                  </a:lnTo>
                  <a:lnTo>
                    <a:pt x="13" y="51"/>
                  </a:lnTo>
                  <a:lnTo>
                    <a:pt x="13" y="52"/>
                  </a:lnTo>
                  <a:lnTo>
                    <a:pt x="13" y="52"/>
                  </a:lnTo>
                  <a:lnTo>
                    <a:pt x="12" y="52"/>
                  </a:lnTo>
                  <a:lnTo>
                    <a:pt x="12" y="52"/>
                  </a:lnTo>
                  <a:lnTo>
                    <a:pt x="8" y="51"/>
                  </a:lnTo>
                  <a:lnTo>
                    <a:pt x="5" y="51"/>
                  </a:lnTo>
                  <a:lnTo>
                    <a:pt x="5" y="51"/>
                  </a:lnTo>
                  <a:lnTo>
                    <a:pt x="3" y="51"/>
                  </a:lnTo>
                  <a:lnTo>
                    <a:pt x="2" y="51"/>
                  </a:lnTo>
                  <a:lnTo>
                    <a:pt x="2" y="51"/>
                  </a:lnTo>
                  <a:lnTo>
                    <a:pt x="1" y="51"/>
                  </a:lnTo>
                  <a:lnTo>
                    <a:pt x="1" y="51"/>
                  </a:lnTo>
                  <a:lnTo>
                    <a:pt x="1" y="48"/>
                  </a:lnTo>
                  <a:lnTo>
                    <a:pt x="1" y="47"/>
                  </a:lnTo>
                  <a:lnTo>
                    <a:pt x="0" y="47"/>
                  </a:lnTo>
                  <a:lnTo>
                    <a:pt x="0" y="47"/>
                  </a:lnTo>
                  <a:lnTo>
                    <a:pt x="0" y="46"/>
                  </a:lnTo>
                  <a:lnTo>
                    <a:pt x="0" y="46"/>
                  </a:lnTo>
                  <a:lnTo>
                    <a:pt x="0" y="41"/>
                  </a:lnTo>
                  <a:lnTo>
                    <a:pt x="0" y="41"/>
                  </a:lnTo>
                  <a:lnTo>
                    <a:pt x="0" y="40"/>
                  </a:lnTo>
                  <a:lnTo>
                    <a:pt x="0" y="39"/>
                  </a:lnTo>
                  <a:lnTo>
                    <a:pt x="1" y="39"/>
                  </a:lnTo>
                  <a:lnTo>
                    <a:pt x="1" y="39"/>
                  </a:lnTo>
                  <a:lnTo>
                    <a:pt x="1" y="33"/>
                  </a:lnTo>
                  <a:lnTo>
                    <a:pt x="4" y="30"/>
                  </a:lnTo>
                  <a:lnTo>
                    <a:pt x="5" y="19"/>
                  </a:lnTo>
                  <a:lnTo>
                    <a:pt x="5" y="18"/>
                  </a:lnTo>
                  <a:lnTo>
                    <a:pt x="6" y="17"/>
                  </a:lnTo>
                  <a:lnTo>
                    <a:pt x="6" y="16"/>
                  </a:lnTo>
                  <a:lnTo>
                    <a:pt x="7" y="16"/>
                  </a:lnTo>
                  <a:lnTo>
                    <a:pt x="8" y="16"/>
                  </a:lnTo>
                  <a:lnTo>
                    <a:pt x="15" y="7"/>
                  </a:lnTo>
                  <a:lnTo>
                    <a:pt x="16" y="6"/>
                  </a:lnTo>
                  <a:lnTo>
                    <a:pt x="17" y="6"/>
                  </a:lnTo>
                  <a:lnTo>
                    <a:pt x="18" y="5"/>
                  </a:lnTo>
                  <a:lnTo>
                    <a:pt x="19" y="4"/>
                  </a:lnTo>
                  <a:lnTo>
                    <a:pt x="20" y="4"/>
                  </a:lnTo>
                  <a:lnTo>
                    <a:pt x="21" y="4"/>
                  </a:lnTo>
                  <a:lnTo>
                    <a:pt x="22" y="4"/>
                  </a:lnTo>
                  <a:lnTo>
                    <a:pt x="23" y="4"/>
                  </a:lnTo>
                  <a:lnTo>
                    <a:pt x="31" y="4"/>
                  </a:lnTo>
                  <a:lnTo>
                    <a:pt x="31" y="15"/>
                  </a:lnTo>
                  <a:lnTo>
                    <a:pt x="31" y="15"/>
                  </a:lnTo>
                  <a:lnTo>
                    <a:pt x="31" y="15"/>
                  </a:lnTo>
                </a:path>
              </a:pathLst>
            </a:custGeom>
            <a:solidFill>
              <a:srgbClr val="000000"/>
            </a:solidFill>
            <a:ln cap="rnd">
              <a:noFill/>
              <a:round/>
            </a:ln>
            <a:effectLst/>
          </p:spPr>
        </p:sp>
        <p:sp>
          <p:nvSpPr>
            <p:cNvPr id="62377" name=""/>
            <p:cNvSpPr/>
            <p:nvPr/>
          </p:nvSpPr>
          <p:spPr>
            <a:xfrm>
              <a:off x="3503" y="1131"/>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78" name=""/>
            <p:cNvSpPr/>
            <p:nvPr/>
          </p:nvSpPr>
          <p:spPr>
            <a:xfrm>
              <a:off x="3503" y="1131"/>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79" name=""/>
            <p:cNvSpPr/>
            <p:nvPr/>
          </p:nvSpPr>
          <p:spPr>
            <a:xfrm>
              <a:off x="3278" y="1074"/>
              <a:ext cx="228" cy="61"/>
            </a:xfrm>
            <a:custGeom>
              <a:pathLst>
                <a:path w="228" h="61">
                  <a:moveTo>
                    <a:pt x="30" y="16"/>
                  </a:moveTo>
                  <a:lnTo>
                    <a:pt x="32" y="16"/>
                  </a:lnTo>
                  <a:lnTo>
                    <a:pt x="33" y="17"/>
                  </a:lnTo>
                  <a:lnTo>
                    <a:pt x="32" y="15"/>
                  </a:lnTo>
                  <a:lnTo>
                    <a:pt x="30" y="15"/>
                  </a:lnTo>
                  <a:lnTo>
                    <a:pt x="30" y="14"/>
                  </a:lnTo>
                  <a:lnTo>
                    <a:pt x="30" y="13"/>
                  </a:lnTo>
                  <a:lnTo>
                    <a:pt x="31" y="12"/>
                  </a:lnTo>
                  <a:lnTo>
                    <a:pt x="31" y="12"/>
                  </a:lnTo>
                  <a:lnTo>
                    <a:pt x="32" y="12"/>
                  </a:lnTo>
                  <a:lnTo>
                    <a:pt x="32" y="12"/>
                  </a:lnTo>
                  <a:lnTo>
                    <a:pt x="33" y="12"/>
                  </a:lnTo>
                  <a:lnTo>
                    <a:pt x="34" y="12"/>
                  </a:lnTo>
                  <a:lnTo>
                    <a:pt x="34" y="13"/>
                  </a:lnTo>
                  <a:lnTo>
                    <a:pt x="34" y="14"/>
                  </a:lnTo>
                  <a:lnTo>
                    <a:pt x="35" y="28"/>
                  </a:lnTo>
                  <a:lnTo>
                    <a:pt x="34" y="31"/>
                  </a:lnTo>
                  <a:lnTo>
                    <a:pt x="35" y="31"/>
                  </a:lnTo>
                  <a:lnTo>
                    <a:pt x="35" y="31"/>
                  </a:lnTo>
                  <a:lnTo>
                    <a:pt x="37" y="31"/>
                  </a:lnTo>
                  <a:lnTo>
                    <a:pt x="37" y="32"/>
                  </a:lnTo>
                  <a:lnTo>
                    <a:pt x="39" y="32"/>
                  </a:lnTo>
                  <a:lnTo>
                    <a:pt x="39" y="32"/>
                  </a:lnTo>
                  <a:lnTo>
                    <a:pt x="40" y="32"/>
                  </a:lnTo>
                  <a:lnTo>
                    <a:pt x="40" y="32"/>
                  </a:lnTo>
                  <a:lnTo>
                    <a:pt x="40" y="45"/>
                  </a:lnTo>
                  <a:lnTo>
                    <a:pt x="52" y="45"/>
                  </a:lnTo>
                  <a:lnTo>
                    <a:pt x="53" y="43"/>
                  </a:lnTo>
                  <a:lnTo>
                    <a:pt x="56" y="43"/>
                  </a:lnTo>
                  <a:lnTo>
                    <a:pt x="56" y="42"/>
                  </a:lnTo>
                  <a:lnTo>
                    <a:pt x="44" y="42"/>
                  </a:lnTo>
                  <a:lnTo>
                    <a:pt x="44" y="40"/>
                  </a:lnTo>
                  <a:lnTo>
                    <a:pt x="44" y="0"/>
                  </a:lnTo>
                  <a:lnTo>
                    <a:pt x="227" y="0"/>
                  </a:lnTo>
                  <a:lnTo>
                    <a:pt x="227" y="40"/>
                  </a:lnTo>
                  <a:lnTo>
                    <a:pt x="227" y="45"/>
                  </a:lnTo>
                  <a:lnTo>
                    <a:pt x="226" y="45"/>
                  </a:lnTo>
                  <a:lnTo>
                    <a:pt x="226" y="48"/>
                  </a:lnTo>
                  <a:lnTo>
                    <a:pt x="225" y="51"/>
                  </a:lnTo>
                  <a:lnTo>
                    <a:pt x="225" y="57"/>
                  </a:lnTo>
                  <a:lnTo>
                    <a:pt x="224" y="57"/>
                  </a:lnTo>
                  <a:lnTo>
                    <a:pt x="224" y="51"/>
                  </a:lnTo>
                  <a:lnTo>
                    <a:pt x="212" y="51"/>
                  </a:lnTo>
                  <a:lnTo>
                    <a:pt x="212" y="51"/>
                  </a:lnTo>
                  <a:lnTo>
                    <a:pt x="212" y="51"/>
                  </a:lnTo>
                  <a:lnTo>
                    <a:pt x="212" y="52"/>
                  </a:lnTo>
                  <a:lnTo>
                    <a:pt x="212" y="53"/>
                  </a:lnTo>
                  <a:lnTo>
                    <a:pt x="211" y="54"/>
                  </a:lnTo>
                  <a:lnTo>
                    <a:pt x="211" y="56"/>
                  </a:lnTo>
                  <a:lnTo>
                    <a:pt x="210" y="57"/>
                  </a:lnTo>
                  <a:lnTo>
                    <a:pt x="208" y="58"/>
                  </a:lnTo>
                  <a:lnTo>
                    <a:pt x="207" y="59"/>
                  </a:lnTo>
                  <a:lnTo>
                    <a:pt x="206" y="59"/>
                  </a:lnTo>
                  <a:lnTo>
                    <a:pt x="205" y="60"/>
                  </a:lnTo>
                  <a:lnTo>
                    <a:pt x="203" y="59"/>
                  </a:lnTo>
                  <a:lnTo>
                    <a:pt x="202" y="59"/>
                  </a:lnTo>
                  <a:lnTo>
                    <a:pt x="201" y="57"/>
                  </a:lnTo>
                  <a:lnTo>
                    <a:pt x="201" y="56"/>
                  </a:lnTo>
                  <a:lnTo>
                    <a:pt x="200" y="54"/>
                  </a:lnTo>
                  <a:lnTo>
                    <a:pt x="199" y="54"/>
                  </a:lnTo>
                  <a:lnTo>
                    <a:pt x="198" y="53"/>
                  </a:lnTo>
                  <a:lnTo>
                    <a:pt x="197" y="52"/>
                  </a:lnTo>
                  <a:lnTo>
                    <a:pt x="194" y="52"/>
                  </a:lnTo>
                  <a:lnTo>
                    <a:pt x="194" y="52"/>
                  </a:lnTo>
                  <a:lnTo>
                    <a:pt x="194" y="51"/>
                  </a:lnTo>
                  <a:lnTo>
                    <a:pt x="194" y="51"/>
                  </a:lnTo>
                  <a:lnTo>
                    <a:pt x="194" y="52"/>
                  </a:lnTo>
                  <a:lnTo>
                    <a:pt x="193" y="53"/>
                  </a:lnTo>
                  <a:lnTo>
                    <a:pt x="193" y="54"/>
                  </a:lnTo>
                  <a:lnTo>
                    <a:pt x="192" y="55"/>
                  </a:lnTo>
                  <a:lnTo>
                    <a:pt x="191" y="56"/>
                  </a:lnTo>
                  <a:lnTo>
                    <a:pt x="191" y="58"/>
                  </a:lnTo>
                  <a:lnTo>
                    <a:pt x="189" y="59"/>
                  </a:lnTo>
                  <a:lnTo>
                    <a:pt x="187" y="59"/>
                  </a:lnTo>
                  <a:lnTo>
                    <a:pt x="186" y="60"/>
                  </a:lnTo>
                  <a:lnTo>
                    <a:pt x="185" y="59"/>
                  </a:lnTo>
                  <a:lnTo>
                    <a:pt x="183" y="59"/>
                  </a:lnTo>
                  <a:lnTo>
                    <a:pt x="183" y="57"/>
                  </a:lnTo>
                  <a:lnTo>
                    <a:pt x="182" y="56"/>
                  </a:lnTo>
                  <a:lnTo>
                    <a:pt x="181" y="54"/>
                  </a:lnTo>
                  <a:lnTo>
                    <a:pt x="181" y="54"/>
                  </a:lnTo>
                  <a:lnTo>
                    <a:pt x="180" y="53"/>
                  </a:lnTo>
                  <a:lnTo>
                    <a:pt x="179" y="52"/>
                  </a:lnTo>
                  <a:lnTo>
                    <a:pt x="169" y="52"/>
                  </a:lnTo>
                  <a:lnTo>
                    <a:pt x="169" y="49"/>
                  </a:lnTo>
                  <a:lnTo>
                    <a:pt x="167" y="49"/>
                  </a:lnTo>
                  <a:lnTo>
                    <a:pt x="167" y="48"/>
                  </a:lnTo>
                  <a:lnTo>
                    <a:pt x="139" y="48"/>
                  </a:lnTo>
                  <a:lnTo>
                    <a:pt x="139" y="52"/>
                  </a:lnTo>
                  <a:lnTo>
                    <a:pt x="126" y="52"/>
                  </a:lnTo>
                  <a:lnTo>
                    <a:pt x="126" y="54"/>
                  </a:lnTo>
                  <a:lnTo>
                    <a:pt x="125" y="54"/>
                  </a:lnTo>
                  <a:lnTo>
                    <a:pt x="125" y="54"/>
                  </a:lnTo>
                  <a:lnTo>
                    <a:pt x="124" y="54"/>
                  </a:lnTo>
                  <a:lnTo>
                    <a:pt x="124" y="54"/>
                  </a:lnTo>
                  <a:lnTo>
                    <a:pt x="110" y="54"/>
                  </a:lnTo>
                  <a:lnTo>
                    <a:pt x="110" y="54"/>
                  </a:lnTo>
                  <a:lnTo>
                    <a:pt x="109" y="54"/>
                  </a:lnTo>
                  <a:lnTo>
                    <a:pt x="109" y="54"/>
                  </a:lnTo>
                  <a:lnTo>
                    <a:pt x="109" y="54"/>
                  </a:lnTo>
                  <a:lnTo>
                    <a:pt x="109" y="52"/>
                  </a:lnTo>
                  <a:lnTo>
                    <a:pt x="101" y="52"/>
                  </a:lnTo>
                  <a:lnTo>
                    <a:pt x="101" y="54"/>
                  </a:lnTo>
                  <a:lnTo>
                    <a:pt x="101" y="54"/>
                  </a:lnTo>
                  <a:lnTo>
                    <a:pt x="101" y="55"/>
                  </a:lnTo>
                  <a:lnTo>
                    <a:pt x="101" y="55"/>
                  </a:lnTo>
                  <a:lnTo>
                    <a:pt x="102" y="56"/>
                  </a:lnTo>
                  <a:lnTo>
                    <a:pt x="101" y="56"/>
                  </a:lnTo>
                  <a:lnTo>
                    <a:pt x="101" y="57"/>
                  </a:lnTo>
                  <a:lnTo>
                    <a:pt x="101" y="57"/>
                  </a:lnTo>
                  <a:lnTo>
                    <a:pt x="100" y="57"/>
                  </a:lnTo>
                  <a:lnTo>
                    <a:pt x="99" y="57"/>
                  </a:lnTo>
                  <a:lnTo>
                    <a:pt x="98" y="57"/>
                  </a:lnTo>
                  <a:lnTo>
                    <a:pt x="98" y="56"/>
                  </a:lnTo>
                  <a:lnTo>
                    <a:pt x="98" y="56"/>
                  </a:lnTo>
                  <a:lnTo>
                    <a:pt x="98" y="55"/>
                  </a:lnTo>
                  <a:lnTo>
                    <a:pt x="98" y="54"/>
                  </a:lnTo>
                  <a:lnTo>
                    <a:pt x="98" y="54"/>
                  </a:lnTo>
                  <a:lnTo>
                    <a:pt x="99" y="54"/>
                  </a:lnTo>
                  <a:lnTo>
                    <a:pt x="99" y="45"/>
                  </a:lnTo>
                  <a:lnTo>
                    <a:pt x="84" y="45"/>
                  </a:lnTo>
                  <a:lnTo>
                    <a:pt x="79" y="42"/>
                  </a:lnTo>
                  <a:lnTo>
                    <a:pt x="62" y="42"/>
                  </a:lnTo>
                  <a:lnTo>
                    <a:pt x="62" y="43"/>
                  </a:lnTo>
                  <a:lnTo>
                    <a:pt x="64" y="43"/>
                  </a:lnTo>
                  <a:lnTo>
                    <a:pt x="65" y="45"/>
                  </a:lnTo>
                  <a:lnTo>
                    <a:pt x="68" y="48"/>
                  </a:lnTo>
                  <a:lnTo>
                    <a:pt x="71" y="50"/>
                  </a:lnTo>
                  <a:lnTo>
                    <a:pt x="68" y="52"/>
                  </a:lnTo>
                  <a:lnTo>
                    <a:pt x="67" y="52"/>
                  </a:lnTo>
                  <a:lnTo>
                    <a:pt x="67" y="52"/>
                  </a:lnTo>
                  <a:lnTo>
                    <a:pt x="67" y="51"/>
                  </a:lnTo>
                  <a:lnTo>
                    <a:pt x="67" y="51"/>
                  </a:lnTo>
                  <a:lnTo>
                    <a:pt x="67" y="52"/>
                  </a:lnTo>
                  <a:lnTo>
                    <a:pt x="66" y="53"/>
                  </a:lnTo>
                  <a:lnTo>
                    <a:pt x="65" y="54"/>
                  </a:lnTo>
                  <a:lnTo>
                    <a:pt x="65" y="55"/>
                  </a:lnTo>
                  <a:lnTo>
                    <a:pt x="64" y="56"/>
                  </a:lnTo>
                  <a:lnTo>
                    <a:pt x="63" y="58"/>
                  </a:lnTo>
                  <a:lnTo>
                    <a:pt x="62" y="59"/>
                  </a:lnTo>
                  <a:lnTo>
                    <a:pt x="60" y="59"/>
                  </a:lnTo>
                  <a:lnTo>
                    <a:pt x="59" y="60"/>
                  </a:lnTo>
                  <a:lnTo>
                    <a:pt x="58" y="59"/>
                  </a:lnTo>
                  <a:lnTo>
                    <a:pt x="56" y="59"/>
                  </a:lnTo>
                  <a:lnTo>
                    <a:pt x="56" y="57"/>
                  </a:lnTo>
                  <a:lnTo>
                    <a:pt x="56" y="56"/>
                  </a:lnTo>
                  <a:lnTo>
                    <a:pt x="55" y="54"/>
                  </a:lnTo>
                  <a:lnTo>
                    <a:pt x="53" y="54"/>
                  </a:lnTo>
                  <a:lnTo>
                    <a:pt x="53" y="53"/>
                  </a:lnTo>
                  <a:lnTo>
                    <a:pt x="51" y="52"/>
                  </a:lnTo>
                  <a:lnTo>
                    <a:pt x="49" y="52"/>
                  </a:lnTo>
                  <a:lnTo>
                    <a:pt x="49" y="54"/>
                  </a:lnTo>
                  <a:lnTo>
                    <a:pt x="48" y="54"/>
                  </a:lnTo>
                  <a:lnTo>
                    <a:pt x="48" y="54"/>
                  </a:lnTo>
                  <a:lnTo>
                    <a:pt x="47" y="54"/>
                  </a:lnTo>
                  <a:lnTo>
                    <a:pt x="47" y="54"/>
                  </a:lnTo>
                  <a:lnTo>
                    <a:pt x="33" y="54"/>
                  </a:lnTo>
                  <a:lnTo>
                    <a:pt x="32" y="54"/>
                  </a:lnTo>
                  <a:lnTo>
                    <a:pt x="32" y="54"/>
                  </a:lnTo>
                  <a:lnTo>
                    <a:pt x="32" y="54"/>
                  </a:lnTo>
                  <a:lnTo>
                    <a:pt x="32" y="54"/>
                  </a:lnTo>
                  <a:lnTo>
                    <a:pt x="32" y="52"/>
                  </a:lnTo>
                  <a:lnTo>
                    <a:pt x="31" y="52"/>
                  </a:lnTo>
                  <a:lnTo>
                    <a:pt x="30" y="57"/>
                  </a:lnTo>
                  <a:lnTo>
                    <a:pt x="30" y="57"/>
                  </a:lnTo>
                  <a:lnTo>
                    <a:pt x="30" y="52"/>
                  </a:lnTo>
                  <a:lnTo>
                    <a:pt x="27" y="52"/>
                  </a:lnTo>
                  <a:lnTo>
                    <a:pt x="27" y="52"/>
                  </a:lnTo>
                  <a:lnTo>
                    <a:pt x="27" y="51"/>
                  </a:lnTo>
                  <a:lnTo>
                    <a:pt x="27" y="51"/>
                  </a:lnTo>
                  <a:lnTo>
                    <a:pt x="27" y="52"/>
                  </a:lnTo>
                  <a:lnTo>
                    <a:pt x="27" y="53"/>
                  </a:lnTo>
                  <a:lnTo>
                    <a:pt x="27" y="54"/>
                  </a:lnTo>
                  <a:lnTo>
                    <a:pt x="27" y="55"/>
                  </a:lnTo>
                  <a:lnTo>
                    <a:pt x="25" y="56"/>
                  </a:lnTo>
                  <a:lnTo>
                    <a:pt x="25" y="58"/>
                  </a:lnTo>
                  <a:lnTo>
                    <a:pt x="23" y="59"/>
                  </a:lnTo>
                  <a:lnTo>
                    <a:pt x="21" y="59"/>
                  </a:lnTo>
                  <a:lnTo>
                    <a:pt x="20" y="60"/>
                  </a:lnTo>
                  <a:lnTo>
                    <a:pt x="18" y="60"/>
                  </a:lnTo>
                  <a:lnTo>
                    <a:pt x="17" y="59"/>
                  </a:lnTo>
                  <a:lnTo>
                    <a:pt x="16" y="59"/>
                  </a:lnTo>
                  <a:lnTo>
                    <a:pt x="15" y="58"/>
                  </a:lnTo>
                  <a:lnTo>
                    <a:pt x="14" y="56"/>
                  </a:lnTo>
                  <a:lnTo>
                    <a:pt x="13" y="55"/>
                  </a:lnTo>
                  <a:lnTo>
                    <a:pt x="13" y="54"/>
                  </a:lnTo>
                  <a:lnTo>
                    <a:pt x="13" y="52"/>
                  </a:lnTo>
                  <a:lnTo>
                    <a:pt x="12" y="52"/>
                  </a:lnTo>
                  <a:lnTo>
                    <a:pt x="12" y="52"/>
                  </a:lnTo>
                  <a:lnTo>
                    <a:pt x="11" y="53"/>
                  </a:lnTo>
                  <a:lnTo>
                    <a:pt x="11" y="53"/>
                  </a:lnTo>
                  <a:lnTo>
                    <a:pt x="8" y="52"/>
                  </a:lnTo>
                  <a:lnTo>
                    <a:pt x="4" y="52"/>
                  </a:lnTo>
                  <a:lnTo>
                    <a:pt x="4" y="52"/>
                  </a:lnTo>
                  <a:lnTo>
                    <a:pt x="2" y="51"/>
                  </a:lnTo>
                  <a:lnTo>
                    <a:pt x="1" y="51"/>
                  </a:lnTo>
                  <a:lnTo>
                    <a:pt x="1" y="51"/>
                  </a:lnTo>
                  <a:lnTo>
                    <a:pt x="1" y="51"/>
                  </a:lnTo>
                  <a:lnTo>
                    <a:pt x="0" y="51"/>
                  </a:lnTo>
                  <a:lnTo>
                    <a:pt x="0" y="48"/>
                  </a:lnTo>
                  <a:lnTo>
                    <a:pt x="0" y="48"/>
                  </a:lnTo>
                  <a:lnTo>
                    <a:pt x="0" y="47"/>
                  </a:lnTo>
                  <a:lnTo>
                    <a:pt x="0" y="47"/>
                  </a:lnTo>
                  <a:lnTo>
                    <a:pt x="0" y="47"/>
                  </a:lnTo>
                  <a:lnTo>
                    <a:pt x="0" y="47"/>
                  </a:lnTo>
                  <a:lnTo>
                    <a:pt x="0" y="41"/>
                  </a:lnTo>
                  <a:lnTo>
                    <a:pt x="0" y="41"/>
                  </a:lnTo>
                  <a:lnTo>
                    <a:pt x="0" y="41"/>
                  </a:lnTo>
                  <a:lnTo>
                    <a:pt x="0" y="40"/>
                  </a:lnTo>
                  <a:lnTo>
                    <a:pt x="0" y="40"/>
                  </a:lnTo>
                  <a:lnTo>
                    <a:pt x="1" y="40"/>
                  </a:lnTo>
                  <a:lnTo>
                    <a:pt x="1" y="33"/>
                  </a:lnTo>
                  <a:lnTo>
                    <a:pt x="4" y="30"/>
                  </a:lnTo>
                  <a:lnTo>
                    <a:pt x="4" y="20"/>
                  </a:lnTo>
                  <a:lnTo>
                    <a:pt x="4" y="19"/>
                  </a:lnTo>
                  <a:lnTo>
                    <a:pt x="5" y="17"/>
                  </a:lnTo>
                  <a:lnTo>
                    <a:pt x="6" y="17"/>
                  </a:lnTo>
                  <a:lnTo>
                    <a:pt x="7" y="16"/>
                  </a:lnTo>
                  <a:lnTo>
                    <a:pt x="8" y="16"/>
                  </a:lnTo>
                  <a:lnTo>
                    <a:pt x="15" y="8"/>
                  </a:lnTo>
                  <a:lnTo>
                    <a:pt x="15" y="7"/>
                  </a:lnTo>
                  <a:lnTo>
                    <a:pt x="16" y="6"/>
                  </a:lnTo>
                  <a:lnTo>
                    <a:pt x="17" y="5"/>
                  </a:lnTo>
                  <a:lnTo>
                    <a:pt x="18" y="5"/>
                  </a:lnTo>
                  <a:lnTo>
                    <a:pt x="19" y="5"/>
                  </a:lnTo>
                  <a:lnTo>
                    <a:pt x="20" y="4"/>
                  </a:lnTo>
                  <a:lnTo>
                    <a:pt x="21" y="4"/>
                  </a:lnTo>
                  <a:lnTo>
                    <a:pt x="23" y="4"/>
                  </a:lnTo>
                  <a:lnTo>
                    <a:pt x="30" y="4"/>
                  </a:lnTo>
                  <a:lnTo>
                    <a:pt x="30" y="16"/>
                  </a:lnTo>
                  <a:lnTo>
                    <a:pt x="30" y="16"/>
                  </a:lnTo>
                  <a:lnTo>
                    <a:pt x="30" y="16"/>
                  </a:lnTo>
                </a:path>
              </a:pathLst>
            </a:custGeom>
            <a:solidFill>
              <a:srgbClr val="000000"/>
            </a:solidFill>
            <a:ln cap="rnd">
              <a:noFill/>
              <a:round/>
            </a:ln>
            <a:effectLst/>
          </p:spPr>
        </p:sp>
        <p:sp>
          <p:nvSpPr>
            <p:cNvPr id="62380" name=""/>
            <p:cNvSpPr/>
            <p:nvPr/>
          </p:nvSpPr>
          <p:spPr>
            <a:xfrm>
              <a:off x="4086" y="1131"/>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81" name=""/>
            <p:cNvSpPr/>
            <p:nvPr/>
          </p:nvSpPr>
          <p:spPr>
            <a:xfrm>
              <a:off x="4086" y="1131"/>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82" name=""/>
            <p:cNvSpPr/>
            <p:nvPr/>
          </p:nvSpPr>
          <p:spPr>
            <a:xfrm>
              <a:off x="3860" y="1074"/>
              <a:ext cx="229" cy="61"/>
            </a:xfrm>
            <a:custGeom>
              <a:pathLst>
                <a:path w="229" h="61">
                  <a:moveTo>
                    <a:pt x="31" y="16"/>
                  </a:moveTo>
                  <a:lnTo>
                    <a:pt x="32" y="16"/>
                  </a:lnTo>
                  <a:lnTo>
                    <a:pt x="34" y="17"/>
                  </a:lnTo>
                  <a:lnTo>
                    <a:pt x="32" y="15"/>
                  </a:lnTo>
                  <a:lnTo>
                    <a:pt x="31" y="15"/>
                  </a:lnTo>
                  <a:lnTo>
                    <a:pt x="31" y="14"/>
                  </a:lnTo>
                  <a:lnTo>
                    <a:pt x="32" y="13"/>
                  </a:lnTo>
                  <a:lnTo>
                    <a:pt x="32" y="12"/>
                  </a:lnTo>
                  <a:lnTo>
                    <a:pt x="32" y="12"/>
                  </a:lnTo>
                  <a:lnTo>
                    <a:pt x="32" y="12"/>
                  </a:lnTo>
                  <a:lnTo>
                    <a:pt x="34" y="12"/>
                  </a:lnTo>
                  <a:lnTo>
                    <a:pt x="35" y="12"/>
                  </a:lnTo>
                  <a:lnTo>
                    <a:pt x="35" y="12"/>
                  </a:lnTo>
                  <a:lnTo>
                    <a:pt x="35" y="13"/>
                  </a:lnTo>
                  <a:lnTo>
                    <a:pt x="35" y="14"/>
                  </a:lnTo>
                  <a:lnTo>
                    <a:pt x="36" y="28"/>
                  </a:lnTo>
                  <a:lnTo>
                    <a:pt x="35" y="31"/>
                  </a:lnTo>
                  <a:lnTo>
                    <a:pt x="36" y="31"/>
                  </a:lnTo>
                  <a:lnTo>
                    <a:pt x="37" y="31"/>
                  </a:lnTo>
                  <a:lnTo>
                    <a:pt x="37" y="31"/>
                  </a:lnTo>
                  <a:lnTo>
                    <a:pt x="39" y="32"/>
                  </a:lnTo>
                  <a:lnTo>
                    <a:pt x="39" y="32"/>
                  </a:lnTo>
                  <a:lnTo>
                    <a:pt x="40" y="32"/>
                  </a:lnTo>
                  <a:lnTo>
                    <a:pt x="41" y="32"/>
                  </a:lnTo>
                  <a:lnTo>
                    <a:pt x="41" y="32"/>
                  </a:lnTo>
                  <a:lnTo>
                    <a:pt x="41" y="45"/>
                  </a:lnTo>
                  <a:lnTo>
                    <a:pt x="53" y="45"/>
                  </a:lnTo>
                  <a:lnTo>
                    <a:pt x="54" y="43"/>
                  </a:lnTo>
                  <a:lnTo>
                    <a:pt x="56" y="43"/>
                  </a:lnTo>
                  <a:lnTo>
                    <a:pt x="56" y="42"/>
                  </a:lnTo>
                  <a:lnTo>
                    <a:pt x="44" y="42"/>
                  </a:lnTo>
                  <a:lnTo>
                    <a:pt x="44" y="40"/>
                  </a:lnTo>
                  <a:lnTo>
                    <a:pt x="44" y="0"/>
                  </a:lnTo>
                  <a:lnTo>
                    <a:pt x="228" y="0"/>
                  </a:lnTo>
                  <a:lnTo>
                    <a:pt x="228" y="40"/>
                  </a:lnTo>
                  <a:lnTo>
                    <a:pt x="228" y="45"/>
                  </a:lnTo>
                  <a:lnTo>
                    <a:pt x="227" y="45"/>
                  </a:lnTo>
                  <a:lnTo>
                    <a:pt x="227" y="48"/>
                  </a:lnTo>
                  <a:lnTo>
                    <a:pt x="226" y="51"/>
                  </a:lnTo>
                  <a:lnTo>
                    <a:pt x="226" y="57"/>
                  </a:lnTo>
                  <a:lnTo>
                    <a:pt x="224" y="57"/>
                  </a:lnTo>
                  <a:lnTo>
                    <a:pt x="224" y="51"/>
                  </a:lnTo>
                  <a:lnTo>
                    <a:pt x="213" y="51"/>
                  </a:lnTo>
                  <a:lnTo>
                    <a:pt x="213" y="51"/>
                  </a:lnTo>
                  <a:lnTo>
                    <a:pt x="213" y="51"/>
                  </a:lnTo>
                  <a:lnTo>
                    <a:pt x="213" y="52"/>
                  </a:lnTo>
                  <a:lnTo>
                    <a:pt x="213" y="53"/>
                  </a:lnTo>
                  <a:lnTo>
                    <a:pt x="212" y="54"/>
                  </a:lnTo>
                  <a:lnTo>
                    <a:pt x="212" y="56"/>
                  </a:lnTo>
                  <a:lnTo>
                    <a:pt x="210" y="57"/>
                  </a:lnTo>
                  <a:lnTo>
                    <a:pt x="210" y="58"/>
                  </a:lnTo>
                  <a:lnTo>
                    <a:pt x="208" y="59"/>
                  </a:lnTo>
                  <a:lnTo>
                    <a:pt x="207" y="59"/>
                  </a:lnTo>
                  <a:lnTo>
                    <a:pt x="205" y="60"/>
                  </a:lnTo>
                  <a:lnTo>
                    <a:pt x="204" y="59"/>
                  </a:lnTo>
                  <a:lnTo>
                    <a:pt x="203" y="59"/>
                  </a:lnTo>
                  <a:lnTo>
                    <a:pt x="203" y="57"/>
                  </a:lnTo>
                  <a:lnTo>
                    <a:pt x="202" y="56"/>
                  </a:lnTo>
                  <a:lnTo>
                    <a:pt x="201" y="54"/>
                  </a:lnTo>
                  <a:lnTo>
                    <a:pt x="200" y="54"/>
                  </a:lnTo>
                  <a:lnTo>
                    <a:pt x="199" y="53"/>
                  </a:lnTo>
                  <a:lnTo>
                    <a:pt x="198" y="52"/>
                  </a:lnTo>
                  <a:lnTo>
                    <a:pt x="195" y="52"/>
                  </a:lnTo>
                  <a:lnTo>
                    <a:pt x="195" y="52"/>
                  </a:lnTo>
                  <a:lnTo>
                    <a:pt x="195" y="51"/>
                  </a:lnTo>
                  <a:lnTo>
                    <a:pt x="195" y="51"/>
                  </a:lnTo>
                  <a:lnTo>
                    <a:pt x="195" y="52"/>
                  </a:lnTo>
                  <a:lnTo>
                    <a:pt x="195" y="53"/>
                  </a:lnTo>
                  <a:lnTo>
                    <a:pt x="194" y="54"/>
                  </a:lnTo>
                  <a:lnTo>
                    <a:pt x="193" y="55"/>
                  </a:lnTo>
                  <a:lnTo>
                    <a:pt x="193" y="56"/>
                  </a:lnTo>
                  <a:lnTo>
                    <a:pt x="191" y="58"/>
                  </a:lnTo>
                  <a:lnTo>
                    <a:pt x="190" y="59"/>
                  </a:lnTo>
                  <a:lnTo>
                    <a:pt x="188" y="59"/>
                  </a:lnTo>
                  <a:lnTo>
                    <a:pt x="187" y="60"/>
                  </a:lnTo>
                  <a:lnTo>
                    <a:pt x="186" y="59"/>
                  </a:lnTo>
                  <a:lnTo>
                    <a:pt x="185" y="59"/>
                  </a:lnTo>
                  <a:lnTo>
                    <a:pt x="184" y="57"/>
                  </a:lnTo>
                  <a:lnTo>
                    <a:pt x="183" y="56"/>
                  </a:lnTo>
                  <a:lnTo>
                    <a:pt x="183" y="54"/>
                  </a:lnTo>
                  <a:lnTo>
                    <a:pt x="182" y="54"/>
                  </a:lnTo>
                  <a:lnTo>
                    <a:pt x="181" y="53"/>
                  </a:lnTo>
                  <a:lnTo>
                    <a:pt x="179" y="52"/>
                  </a:lnTo>
                  <a:lnTo>
                    <a:pt x="169" y="52"/>
                  </a:lnTo>
                  <a:lnTo>
                    <a:pt x="169" y="49"/>
                  </a:lnTo>
                  <a:lnTo>
                    <a:pt x="167" y="49"/>
                  </a:lnTo>
                  <a:lnTo>
                    <a:pt x="167" y="48"/>
                  </a:lnTo>
                  <a:lnTo>
                    <a:pt x="141" y="48"/>
                  </a:lnTo>
                  <a:lnTo>
                    <a:pt x="141" y="52"/>
                  </a:lnTo>
                  <a:lnTo>
                    <a:pt x="127" y="52"/>
                  </a:lnTo>
                  <a:lnTo>
                    <a:pt x="127" y="54"/>
                  </a:lnTo>
                  <a:lnTo>
                    <a:pt x="127" y="54"/>
                  </a:lnTo>
                  <a:lnTo>
                    <a:pt x="126" y="54"/>
                  </a:lnTo>
                  <a:lnTo>
                    <a:pt x="126" y="54"/>
                  </a:lnTo>
                  <a:lnTo>
                    <a:pt x="125" y="54"/>
                  </a:lnTo>
                  <a:lnTo>
                    <a:pt x="112" y="54"/>
                  </a:lnTo>
                  <a:lnTo>
                    <a:pt x="110" y="54"/>
                  </a:lnTo>
                  <a:lnTo>
                    <a:pt x="110" y="54"/>
                  </a:lnTo>
                  <a:lnTo>
                    <a:pt x="110" y="54"/>
                  </a:lnTo>
                  <a:lnTo>
                    <a:pt x="110" y="54"/>
                  </a:lnTo>
                  <a:lnTo>
                    <a:pt x="110" y="52"/>
                  </a:lnTo>
                  <a:lnTo>
                    <a:pt x="101" y="52"/>
                  </a:lnTo>
                  <a:lnTo>
                    <a:pt x="101" y="54"/>
                  </a:lnTo>
                  <a:lnTo>
                    <a:pt x="102" y="54"/>
                  </a:lnTo>
                  <a:lnTo>
                    <a:pt x="102" y="55"/>
                  </a:lnTo>
                  <a:lnTo>
                    <a:pt x="103" y="55"/>
                  </a:lnTo>
                  <a:lnTo>
                    <a:pt x="103" y="56"/>
                  </a:lnTo>
                  <a:lnTo>
                    <a:pt x="103" y="56"/>
                  </a:lnTo>
                  <a:lnTo>
                    <a:pt x="102" y="57"/>
                  </a:lnTo>
                  <a:lnTo>
                    <a:pt x="101" y="57"/>
                  </a:lnTo>
                  <a:lnTo>
                    <a:pt x="101" y="57"/>
                  </a:lnTo>
                  <a:lnTo>
                    <a:pt x="100" y="57"/>
                  </a:lnTo>
                  <a:lnTo>
                    <a:pt x="100" y="57"/>
                  </a:lnTo>
                  <a:lnTo>
                    <a:pt x="99" y="56"/>
                  </a:lnTo>
                  <a:lnTo>
                    <a:pt x="99" y="56"/>
                  </a:lnTo>
                  <a:lnTo>
                    <a:pt x="99" y="55"/>
                  </a:lnTo>
                  <a:lnTo>
                    <a:pt x="99" y="54"/>
                  </a:lnTo>
                  <a:lnTo>
                    <a:pt x="100" y="54"/>
                  </a:lnTo>
                  <a:lnTo>
                    <a:pt x="100" y="54"/>
                  </a:lnTo>
                  <a:lnTo>
                    <a:pt x="100" y="45"/>
                  </a:lnTo>
                  <a:lnTo>
                    <a:pt x="86" y="45"/>
                  </a:lnTo>
                  <a:lnTo>
                    <a:pt x="80" y="42"/>
                  </a:lnTo>
                  <a:lnTo>
                    <a:pt x="63" y="42"/>
                  </a:lnTo>
                  <a:lnTo>
                    <a:pt x="63" y="43"/>
                  </a:lnTo>
                  <a:lnTo>
                    <a:pt x="65" y="43"/>
                  </a:lnTo>
                  <a:lnTo>
                    <a:pt x="65" y="45"/>
                  </a:lnTo>
                  <a:lnTo>
                    <a:pt x="69" y="48"/>
                  </a:lnTo>
                  <a:lnTo>
                    <a:pt x="72" y="50"/>
                  </a:lnTo>
                  <a:lnTo>
                    <a:pt x="69" y="52"/>
                  </a:lnTo>
                  <a:lnTo>
                    <a:pt x="68" y="52"/>
                  </a:lnTo>
                  <a:lnTo>
                    <a:pt x="68" y="52"/>
                  </a:lnTo>
                  <a:lnTo>
                    <a:pt x="68" y="51"/>
                  </a:lnTo>
                  <a:lnTo>
                    <a:pt x="68" y="51"/>
                  </a:lnTo>
                  <a:lnTo>
                    <a:pt x="68" y="52"/>
                  </a:lnTo>
                  <a:lnTo>
                    <a:pt x="68" y="53"/>
                  </a:lnTo>
                  <a:lnTo>
                    <a:pt x="67" y="54"/>
                  </a:lnTo>
                  <a:lnTo>
                    <a:pt x="66" y="55"/>
                  </a:lnTo>
                  <a:lnTo>
                    <a:pt x="65" y="56"/>
                  </a:lnTo>
                  <a:lnTo>
                    <a:pt x="64" y="58"/>
                  </a:lnTo>
                  <a:lnTo>
                    <a:pt x="63" y="59"/>
                  </a:lnTo>
                  <a:lnTo>
                    <a:pt x="61" y="59"/>
                  </a:lnTo>
                  <a:lnTo>
                    <a:pt x="60" y="60"/>
                  </a:lnTo>
                  <a:lnTo>
                    <a:pt x="58" y="59"/>
                  </a:lnTo>
                  <a:lnTo>
                    <a:pt x="58" y="59"/>
                  </a:lnTo>
                  <a:lnTo>
                    <a:pt x="57" y="57"/>
                  </a:lnTo>
                  <a:lnTo>
                    <a:pt x="56" y="56"/>
                  </a:lnTo>
                  <a:lnTo>
                    <a:pt x="56" y="54"/>
                  </a:lnTo>
                  <a:lnTo>
                    <a:pt x="55" y="54"/>
                  </a:lnTo>
                  <a:lnTo>
                    <a:pt x="54" y="53"/>
                  </a:lnTo>
                  <a:lnTo>
                    <a:pt x="52" y="52"/>
                  </a:lnTo>
                  <a:lnTo>
                    <a:pt x="49" y="52"/>
                  </a:lnTo>
                  <a:lnTo>
                    <a:pt x="49" y="54"/>
                  </a:lnTo>
                  <a:lnTo>
                    <a:pt x="49" y="54"/>
                  </a:lnTo>
                  <a:lnTo>
                    <a:pt x="49" y="54"/>
                  </a:lnTo>
                  <a:lnTo>
                    <a:pt x="48" y="54"/>
                  </a:lnTo>
                  <a:lnTo>
                    <a:pt x="48" y="54"/>
                  </a:lnTo>
                  <a:lnTo>
                    <a:pt x="34" y="54"/>
                  </a:lnTo>
                  <a:lnTo>
                    <a:pt x="33" y="54"/>
                  </a:lnTo>
                  <a:lnTo>
                    <a:pt x="33" y="54"/>
                  </a:lnTo>
                  <a:lnTo>
                    <a:pt x="32" y="54"/>
                  </a:lnTo>
                  <a:lnTo>
                    <a:pt x="32" y="54"/>
                  </a:lnTo>
                  <a:lnTo>
                    <a:pt x="32" y="52"/>
                  </a:lnTo>
                  <a:lnTo>
                    <a:pt x="32" y="52"/>
                  </a:lnTo>
                  <a:lnTo>
                    <a:pt x="31" y="57"/>
                  </a:lnTo>
                  <a:lnTo>
                    <a:pt x="31" y="57"/>
                  </a:lnTo>
                  <a:lnTo>
                    <a:pt x="30" y="52"/>
                  </a:lnTo>
                  <a:lnTo>
                    <a:pt x="29" y="52"/>
                  </a:lnTo>
                  <a:lnTo>
                    <a:pt x="29" y="52"/>
                  </a:lnTo>
                  <a:lnTo>
                    <a:pt x="29" y="51"/>
                  </a:lnTo>
                  <a:lnTo>
                    <a:pt x="29" y="51"/>
                  </a:lnTo>
                  <a:lnTo>
                    <a:pt x="29" y="52"/>
                  </a:lnTo>
                  <a:lnTo>
                    <a:pt x="28" y="53"/>
                  </a:lnTo>
                  <a:lnTo>
                    <a:pt x="28" y="54"/>
                  </a:lnTo>
                  <a:lnTo>
                    <a:pt x="27" y="55"/>
                  </a:lnTo>
                  <a:lnTo>
                    <a:pt x="27" y="56"/>
                  </a:lnTo>
                  <a:lnTo>
                    <a:pt x="25" y="58"/>
                  </a:lnTo>
                  <a:lnTo>
                    <a:pt x="24" y="59"/>
                  </a:lnTo>
                  <a:lnTo>
                    <a:pt x="23" y="59"/>
                  </a:lnTo>
                  <a:lnTo>
                    <a:pt x="21" y="60"/>
                  </a:lnTo>
                  <a:lnTo>
                    <a:pt x="20" y="60"/>
                  </a:lnTo>
                  <a:lnTo>
                    <a:pt x="18" y="59"/>
                  </a:lnTo>
                  <a:lnTo>
                    <a:pt x="17" y="59"/>
                  </a:lnTo>
                  <a:lnTo>
                    <a:pt x="16" y="58"/>
                  </a:lnTo>
                  <a:lnTo>
                    <a:pt x="15" y="56"/>
                  </a:lnTo>
                  <a:lnTo>
                    <a:pt x="14" y="55"/>
                  </a:lnTo>
                  <a:lnTo>
                    <a:pt x="14" y="54"/>
                  </a:lnTo>
                  <a:lnTo>
                    <a:pt x="14" y="52"/>
                  </a:lnTo>
                  <a:lnTo>
                    <a:pt x="13" y="52"/>
                  </a:lnTo>
                  <a:lnTo>
                    <a:pt x="13" y="52"/>
                  </a:lnTo>
                  <a:lnTo>
                    <a:pt x="12" y="53"/>
                  </a:lnTo>
                  <a:lnTo>
                    <a:pt x="12" y="53"/>
                  </a:lnTo>
                  <a:lnTo>
                    <a:pt x="9" y="52"/>
                  </a:lnTo>
                  <a:lnTo>
                    <a:pt x="6" y="52"/>
                  </a:lnTo>
                  <a:lnTo>
                    <a:pt x="6" y="52"/>
                  </a:lnTo>
                  <a:lnTo>
                    <a:pt x="3" y="51"/>
                  </a:lnTo>
                  <a:lnTo>
                    <a:pt x="3" y="51"/>
                  </a:lnTo>
                  <a:lnTo>
                    <a:pt x="2" y="51"/>
                  </a:lnTo>
                  <a:lnTo>
                    <a:pt x="1" y="51"/>
                  </a:lnTo>
                  <a:lnTo>
                    <a:pt x="1" y="51"/>
                  </a:lnTo>
                  <a:lnTo>
                    <a:pt x="1" y="48"/>
                  </a:lnTo>
                  <a:lnTo>
                    <a:pt x="1" y="48"/>
                  </a:lnTo>
                  <a:lnTo>
                    <a:pt x="1" y="47"/>
                  </a:lnTo>
                  <a:lnTo>
                    <a:pt x="0" y="47"/>
                  </a:lnTo>
                  <a:lnTo>
                    <a:pt x="0" y="47"/>
                  </a:lnTo>
                  <a:lnTo>
                    <a:pt x="1" y="47"/>
                  </a:lnTo>
                  <a:lnTo>
                    <a:pt x="1" y="41"/>
                  </a:lnTo>
                  <a:lnTo>
                    <a:pt x="0" y="41"/>
                  </a:lnTo>
                  <a:lnTo>
                    <a:pt x="0" y="41"/>
                  </a:lnTo>
                  <a:lnTo>
                    <a:pt x="1" y="40"/>
                  </a:lnTo>
                  <a:lnTo>
                    <a:pt x="1" y="40"/>
                  </a:lnTo>
                  <a:lnTo>
                    <a:pt x="1" y="40"/>
                  </a:lnTo>
                  <a:lnTo>
                    <a:pt x="1" y="33"/>
                  </a:lnTo>
                  <a:lnTo>
                    <a:pt x="4" y="30"/>
                  </a:lnTo>
                  <a:lnTo>
                    <a:pt x="5" y="20"/>
                  </a:lnTo>
                  <a:lnTo>
                    <a:pt x="6" y="19"/>
                  </a:lnTo>
                  <a:lnTo>
                    <a:pt x="6" y="17"/>
                  </a:lnTo>
                  <a:lnTo>
                    <a:pt x="6" y="17"/>
                  </a:lnTo>
                  <a:lnTo>
                    <a:pt x="8" y="16"/>
                  </a:lnTo>
                  <a:lnTo>
                    <a:pt x="9" y="16"/>
                  </a:lnTo>
                  <a:lnTo>
                    <a:pt x="16" y="8"/>
                  </a:lnTo>
                  <a:lnTo>
                    <a:pt x="16" y="7"/>
                  </a:lnTo>
                  <a:lnTo>
                    <a:pt x="17" y="6"/>
                  </a:lnTo>
                  <a:lnTo>
                    <a:pt x="18" y="5"/>
                  </a:lnTo>
                  <a:lnTo>
                    <a:pt x="19" y="5"/>
                  </a:lnTo>
                  <a:lnTo>
                    <a:pt x="20" y="5"/>
                  </a:lnTo>
                  <a:lnTo>
                    <a:pt x="22" y="4"/>
                  </a:lnTo>
                  <a:lnTo>
                    <a:pt x="23" y="4"/>
                  </a:lnTo>
                  <a:lnTo>
                    <a:pt x="23" y="4"/>
                  </a:lnTo>
                  <a:lnTo>
                    <a:pt x="31" y="4"/>
                  </a:lnTo>
                  <a:lnTo>
                    <a:pt x="31" y="16"/>
                  </a:lnTo>
                  <a:lnTo>
                    <a:pt x="31" y="16"/>
                  </a:lnTo>
                </a:path>
              </a:pathLst>
            </a:custGeom>
            <a:solidFill>
              <a:srgbClr val="000000"/>
            </a:solidFill>
            <a:ln cap="rnd">
              <a:noFill/>
              <a:round/>
            </a:ln>
            <a:effectLst/>
          </p:spPr>
        </p:sp>
        <p:sp>
          <p:nvSpPr>
            <p:cNvPr id="62383" name=""/>
            <p:cNvSpPr/>
            <p:nvPr/>
          </p:nvSpPr>
          <p:spPr>
            <a:xfrm>
              <a:off x="4086" y="1022"/>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84" name=""/>
            <p:cNvSpPr/>
            <p:nvPr/>
          </p:nvSpPr>
          <p:spPr>
            <a:xfrm>
              <a:off x="4086" y="1022"/>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85" name=""/>
            <p:cNvSpPr/>
            <p:nvPr/>
          </p:nvSpPr>
          <p:spPr>
            <a:xfrm>
              <a:off x="3860" y="965"/>
              <a:ext cx="229" cy="60"/>
            </a:xfrm>
            <a:custGeom>
              <a:pathLst>
                <a:path w="229" h="60">
                  <a:moveTo>
                    <a:pt x="31" y="15"/>
                  </a:moveTo>
                  <a:lnTo>
                    <a:pt x="32" y="15"/>
                  </a:lnTo>
                  <a:lnTo>
                    <a:pt x="34" y="17"/>
                  </a:lnTo>
                  <a:lnTo>
                    <a:pt x="32" y="15"/>
                  </a:lnTo>
                  <a:lnTo>
                    <a:pt x="31" y="15"/>
                  </a:lnTo>
                  <a:lnTo>
                    <a:pt x="31" y="12"/>
                  </a:lnTo>
                  <a:lnTo>
                    <a:pt x="32" y="12"/>
                  </a:lnTo>
                  <a:lnTo>
                    <a:pt x="32" y="12"/>
                  </a:lnTo>
                  <a:lnTo>
                    <a:pt x="32" y="12"/>
                  </a:lnTo>
                  <a:lnTo>
                    <a:pt x="32" y="11"/>
                  </a:lnTo>
                  <a:lnTo>
                    <a:pt x="34" y="11"/>
                  </a:lnTo>
                  <a:lnTo>
                    <a:pt x="35" y="12"/>
                  </a:lnTo>
                  <a:lnTo>
                    <a:pt x="35" y="12"/>
                  </a:lnTo>
                  <a:lnTo>
                    <a:pt x="35" y="12"/>
                  </a:lnTo>
                  <a:lnTo>
                    <a:pt x="35" y="12"/>
                  </a:lnTo>
                  <a:lnTo>
                    <a:pt x="36" y="27"/>
                  </a:lnTo>
                  <a:lnTo>
                    <a:pt x="35" y="30"/>
                  </a:lnTo>
                  <a:lnTo>
                    <a:pt x="36" y="30"/>
                  </a:lnTo>
                  <a:lnTo>
                    <a:pt x="37" y="30"/>
                  </a:lnTo>
                  <a:lnTo>
                    <a:pt x="37" y="31"/>
                  </a:lnTo>
                  <a:lnTo>
                    <a:pt x="39" y="31"/>
                  </a:lnTo>
                  <a:lnTo>
                    <a:pt x="39" y="31"/>
                  </a:lnTo>
                  <a:lnTo>
                    <a:pt x="40" y="31"/>
                  </a:lnTo>
                  <a:lnTo>
                    <a:pt x="41" y="31"/>
                  </a:lnTo>
                  <a:lnTo>
                    <a:pt x="41" y="31"/>
                  </a:lnTo>
                  <a:lnTo>
                    <a:pt x="41" y="45"/>
                  </a:lnTo>
                  <a:lnTo>
                    <a:pt x="53" y="45"/>
                  </a:lnTo>
                  <a:lnTo>
                    <a:pt x="54" y="43"/>
                  </a:lnTo>
                  <a:lnTo>
                    <a:pt x="56" y="43"/>
                  </a:lnTo>
                  <a:lnTo>
                    <a:pt x="56" y="40"/>
                  </a:lnTo>
                  <a:lnTo>
                    <a:pt x="44" y="40"/>
                  </a:lnTo>
                  <a:lnTo>
                    <a:pt x="44" y="38"/>
                  </a:lnTo>
                  <a:lnTo>
                    <a:pt x="44" y="0"/>
                  </a:lnTo>
                  <a:lnTo>
                    <a:pt x="228" y="0"/>
                  </a:lnTo>
                  <a:lnTo>
                    <a:pt x="228" y="38"/>
                  </a:lnTo>
                  <a:lnTo>
                    <a:pt x="228" y="45"/>
                  </a:lnTo>
                  <a:lnTo>
                    <a:pt x="227" y="45"/>
                  </a:lnTo>
                  <a:lnTo>
                    <a:pt x="227" y="47"/>
                  </a:lnTo>
                  <a:lnTo>
                    <a:pt x="226" y="50"/>
                  </a:lnTo>
                  <a:lnTo>
                    <a:pt x="226" y="57"/>
                  </a:lnTo>
                  <a:lnTo>
                    <a:pt x="224" y="57"/>
                  </a:lnTo>
                  <a:lnTo>
                    <a:pt x="224" y="50"/>
                  </a:lnTo>
                  <a:lnTo>
                    <a:pt x="213" y="50"/>
                  </a:lnTo>
                  <a:lnTo>
                    <a:pt x="213" y="50"/>
                  </a:lnTo>
                  <a:lnTo>
                    <a:pt x="213" y="50"/>
                  </a:lnTo>
                  <a:lnTo>
                    <a:pt x="213" y="50"/>
                  </a:lnTo>
                  <a:lnTo>
                    <a:pt x="213" y="51"/>
                  </a:lnTo>
                  <a:lnTo>
                    <a:pt x="213" y="52"/>
                  </a:lnTo>
                  <a:lnTo>
                    <a:pt x="212" y="54"/>
                  </a:lnTo>
                  <a:lnTo>
                    <a:pt x="212" y="55"/>
                  </a:lnTo>
                  <a:lnTo>
                    <a:pt x="210" y="56"/>
                  </a:lnTo>
                  <a:lnTo>
                    <a:pt x="210" y="57"/>
                  </a:lnTo>
                  <a:lnTo>
                    <a:pt x="208" y="58"/>
                  </a:lnTo>
                  <a:lnTo>
                    <a:pt x="207" y="59"/>
                  </a:lnTo>
                  <a:lnTo>
                    <a:pt x="205" y="59"/>
                  </a:lnTo>
                  <a:lnTo>
                    <a:pt x="204" y="59"/>
                  </a:lnTo>
                  <a:lnTo>
                    <a:pt x="203" y="58"/>
                  </a:lnTo>
                  <a:lnTo>
                    <a:pt x="203" y="57"/>
                  </a:lnTo>
                  <a:lnTo>
                    <a:pt x="202" y="55"/>
                  </a:lnTo>
                  <a:lnTo>
                    <a:pt x="201" y="54"/>
                  </a:lnTo>
                  <a:lnTo>
                    <a:pt x="200" y="52"/>
                  </a:lnTo>
                  <a:lnTo>
                    <a:pt x="199" y="52"/>
                  </a:lnTo>
                  <a:lnTo>
                    <a:pt x="198" y="51"/>
                  </a:lnTo>
                  <a:lnTo>
                    <a:pt x="195" y="51"/>
                  </a:lnTo>
                  <a:lnTo>
                    <a:pt x="195" y="51"/>
                  </a:lnTo>
                  <a:lnTo>
                    <a:pt x="195" y="50"/>
                  </a:lnTo>
                  <a:lnTo>
                    <a:pt x="195" y="50"/>
                  </a:lnTo>
                  <a:lnTo>
                    <a:pt x="195" y="51"/>
                  </a:lnTo>
                  <a:lnTo>
                    <a:pt x="195" y="52"/>
                  </a:lnTo>
                  <a:lnTo>
                    <a:pt x="194" y="54"/>
                  </a:lnTo>
                  <a:lnTo>
                    <a:pt x="193" y="55"/>
                  </a:lnTo>
                  <a:lnTo>
                    <a:pt x="193" y="56"/>
                  </a:lnTo>
                  <a:lnTo>
                    <a:pt x="191" y="57"/>
                  </a:lnTo>
                  <a:lnTo>
                    <a:pt x="190" y="58"/>
                  </a:lnTo>
                  <a:lnTo>
                    <a:pt x="188" y="59"/>
                  </a:lnTo>
                  <a:lnTo>
                    <a:pt x="187" y="59"/>
                  </a:lnTo>
                  <a:lnTo>
                    <a:pt x="186" y="59"/>
                  </a:lnTo>
                  <a:lnTo>
                    <a:pt x="185" y="58"/>
                  </a:lnTo>
                  <a:lnTo>
                    <a:pt x="184" y="57"/>
                  </a:lnTo>
                  <a:lnTo>
                    <a:pt x="183" y="55"/>
                  </a:lnTo>
                  <a:lnTo>
                    <a:pt x="183" y="54"/>
                  </a:lnTo>
                  <a:lnTo>
                    <a:pt x="182" y="52"/>
                  </a:lnTo>
                  <a:lnTo>
                    <a:pt x="181" y="52"/>
                  </a:lnTo>
                  <a:lnTo>
                    <a:pt x="179" y="51"/>
                  </a:lnTo>
                  <a:lnTo>
                    <a:pt x="169" y="51"/>
                  </a:lnTo>
                  <a:lnTo>
                    <a:pt x="169" y="49"/>
                  </a:lnTo>
                  <a:lnTo>
                    <a:pt x="167" y="49"/>
                  </a:lnTo>
                  <a:lnTo>
                    <a:pt x="167" y="47"/>
                  </a:lnTo>
                  <a:lnTo>
                    <a:pt x="141" y="47"/>
                  </a:lnTo>
                  <a:lnTo>
                    <a:pt x="141" y="51"/>
                  </a:lnTo>
                  <a:lnTo>
                    <a:pt x="127" y="51"/>
                  </a:lnTo>
                  <a:lnTo>
                    <a:pt x="127" y="52"/>
                  </a:lnTo>
                  <a:lnTo>
                    <a:pt x="127" y="53"/>
                  </a:lnTo>
                  <a:lnTo>
                    <a:pt x="126" y="54"/>
                  </a:lnTo>
                  <a:lnTo>
                    <a:pt x="126" y="54"/>
                  </a:lnTo>
                  <a:lnTo>
                    <a:pt x="125" y="54"/>
                  </a:lnTo>
                  <a:lnTo>
                    <a:pt x="112" y="54"/>
                  </a:lnTo>
                  <a:lnTo>
                    <a:pt x="110" y="54"/>
                  </a:lnTo>
                  <a:lnTo>
                    <a:pt x="110" y="54"/>
                  </a:lnTo>
                  <a:lnTo>
                    <a:pt x="110" y="53"/>
                  </a:lnTo>
                  <a:lnTo>
                    <a:pt x="110" y="52"/>
                  </a:lnTo>
                  <a:lnTo>
                    <a:pt x="110" y="51"/>
                  </a:lnTo>
                  <a:lnTo>
                    <a:pt x="101" y="51"/>
                  </a:lnTo>
                  <a:lnTo>
                    <a:pt x="101" y="54"/>
                  </a:lnTo>
                  <a:lnTo>
                    <a:pt x="102" y="54"/>
                  </a:lnTo>
                  <a:lnTo>
                    <a:pt x="102" y="54"/>
                  </a:lnTo>
                  <a:lnTo>
                    <a:pt x="103" y="55"/>
                  </a:lnTo>
                  <a:lnTo>
                    <a:pt x="103" y="55"/>
                  </a:lnTo>
                  <a:lnTo>
                    <a:pt x="103" y="56"/>
                  </a:lnTo>
                  <a:lnTo>
                    <a:pt x="102" y="56"/>
                  </a:lnTo>
                  <a:lnTo>
                    <a:pt x="101" y="57"/>
                  </a:lnTo>
                  <a:lnTo>
                    <a:pt x="101" y="57"/>
                  </a:lnTo>
                  <a:lnTo>
                    <a:pt x="100" y="57"/>
                  </a:lnTo>
                  <a:lnTo>
                    <a:pt x="100" y="56"/>
                  </a:lnTo>
                  <a:lnTo>
                    <a:pt x="99" y="56"/>
                  </a:lnTo>
                  <a:lnTo>
                    <a:pt x="99" y="55"/>
                  </a:lnTo>
                  <a:lnTo>
                    <a:pt x="99" y="55"/>
                  </a:lnTo>
                  <a:lnTo>
                    <a:pt x="99" y="54"/>
                  </a:lnTo>
                  <a:lnTo>
                    <a:pt x="100" y="54"/>
                  </a:lnTo>
                  <a:lnTo>
                    <a:pt x="100" y="53"/>
                  </a:lnTo>
                  <a:lnTo>
                    <a:pt x="100" y="45"/>
                  </a:lnTo>
                  <a:lnTo>
                    <a:pt x="86" y="45"/>
                  </a:lnTo>
                  <a:lnTo>
                    <a:pt x="80" y="40"/>
                  </a:lnTo>
                  <a:lnTo>
                    <a:pt x="63" y="40"/>
                  </a:lnTo>
                  <a:lnTo>
                    <a:pt x="63" y="43"/>
                  </a:lnTo>
                  <a:lnTo>
                    <a:pt x="65" y="43"/>
                  </a:lnTo>
                  <a:lnTo>
                    <a:pt x="65" y="45"/>
                  </a:lnTo>
                  <a:lnTo>
                    <a:pt x="69" y="48"/>
                  </a:lnTo>
                  <a:lnTo>
                    <a:pt x="72" y="50"/>
                  </a:lnTo>
                  <a:lnTo>
                    <a:pt x="69" y="51"/>
                  </a:lnTo>
                  <a:lnTo>
                    <a:pt x="68" y="51"/>
                  </a:lnTo>
                  <a:lnTo>
                    <a:pt x="68" y="51"/>
                  </a:lnTo>
                  <a:lnTo>
                    <a:pt x="68" y="50"/>
                  </a:lnTo>
                  <a:lnTo>
                    <a:pt x="68" y="50"/>
                  </a:lnTo>
                  <a:lnTo>
                    <a:pt x="68" y="51"/>
                  </a:lnTo>
                  <a:lnTo>
                    <a:pt x="68" y="52"/>
                  </a:lnTo>
                  <a:lnTo>
                    <a:pt x="67" y="54"/>
                  </a:lnTo>
                  <a:lnTo>
                    <a:pt x="66" y="55"/>
                  </a:lnTo>
                  <a:lnTo>
                    <a:pt x="65" y="56"/>
                  </a:lnTo>
                  <a:lnTo>
                    <a:pt x="64" y="57"/>
                  </a:lnTo>
                  <a:lnTo>
                    <a:pt x="63" y="58"/>
                  </a:lnTo>
                  <a:lnTo>
                    <a:pt x="61" y="59"/>
                  </a:lnTo>
                  <a:lnTo>
                    <a:pt x="60" y="59"/>
                  </a:lnTo>
                  <a:lnTo>
                    <a:pt x="58" y="59"/>
                  </a:lnTo>
                  <a:lnTo>
                    <a:pt x="58" y="58"/>
                  </a:lnTo>
                  <a:lnTo>
                    <a:pt x="57" y="57"/>
                  </a:lnTo>
                  <a:lnTo>
                    <a:pt x="56" y="55"/>
                  </a:lnTo>
                  <a:lnTo>
                    <a:pt x="56" y="54"/>
                  </a:lnTo>
                  <a:lnTo>
                    <a:pt x="55" y="52"/>
                  </a:lnTo>
                  <a:lnTo>
                    <a:pt x="54" y="52"/>
                  </a:lnTo>
                  <a:lnTo>
                    <a:pt x="52" y="51"/>
                  </a:lnTo>
                  <a:lnTo>
                    <a:pt x="49" y="51"/>
                  </a:lnTo>
                  <a:lnTo>
                    <a:pt x="49" y="52"/>
                  </a:lnTo>
                  <a:lnTo>
                    <a:pt x="49" y="53"/>
                  </a:lnTo>
                  <a:lnTo>
                    <a:pt x="49" y="54"/>
                  </a:lnTo>
                  <a:lnTo>
                    <a:pt x="48" y="54"/>
                  </a:lnTo>
                  <a:lnTo>
                    <a:pt x="48" y="54"/>
                  </a:lnTo>
                  <a:lnTo>
                    <a:pt x="34" y="54"/>
                  </a:lnTo>
                  <a:lnTo>
                    <a:pt x="33" y="54"/>
                  </a:lnTo>
                  <a:lnTo>
                    <a:pt x="33" y="54"/>
                  </a:lnTo>
                  <a:lnTo>
                    <a:pt x="32" y="53"/>
                  </a:lnTo>
                  <a:lnTo>
                    <a:pt x="32" y="52"/>
                  </a:lnTo>
                  <a:lnTo>
                    <a:pt x="32" y="51"/>
                  </a:lnTo>
                  <a:lnTo>
                    <a:pt x="32" y="51"/>
                  </a:lnTo>
                  <a:lnTo>
                    <a:pt x="31" y="56"/>
                  </a:lnTo>
                  <a:lnTo>
                    <a:pt x="31" y="56"/>
                  </a:lnTo>
                  <a:lnTo>
                    <a:pt x="30" y="51"/>
                  </a:lnTo>
                  <a:lnTo>
                    <a:pt x="29" y="51"/>
                  </a:lnTo>
                  <a:lnTo>
                    <a:pt x="29" y="51"/>
                  </a:lnTo>
                  <a:lnTo>
                    <a:pt x="29" y="50"/>
                  </a:lnTo>
                  <a:lnTo>
                    <a:pt x="29" y="50"/>
                  </a:lnTo>
                  <a:lnTo>
                    <a:pt x="29" y="51"/>
                  </a:lnTo>
                  <a:lnTo>
                    <a:pt x="28" y="52"/>
                  </a:lnTo>
                  <a:lnTo>
                    <a:pt x="28" y="54"/>
                  </a:lnTo>
                  <a:lnTo>
                    <a:pt x="27" y="55"/>
                  </a:lnTo>
                  <a:lnTo>
                    <a:pt x="27" y="56"/>
                  </a:lnTo>
                  <a:lnTo>
                    <a:pt x="25" y="57"/>
                  </a:lnTo>
                  <a:lnTo>
                    <a:pt x="24" y="58"/>
                  </a:lnTo>
                  <a:lnTo>
                    <a:pt x="23" y="59"/>
                  </a:lnTo>
                  <a:lnTo>
                    <a:pt x="21" y="59"/>
                  </a:lnTo>
                  <a:lnTo>
                    <a:pt x="20" y="59"/>
                  </a:lnTo>
                  <a:lnTo>
                    <a:pt x="18" y="58"/>
                  </a:lnTo>
                  <a:lnTo>
                    <a:pt x="17" y="58"/>
                  </a:lnTo>
                  <a:lnTo>
                    <a:pt x="16" y="57"/>
                  </a:lnTo>
                  <a:lnTo>
                    <a:pt x="15" y="56"/>
                  </a:lnTo>
                  <a:lnTo>
                    <a:pt x="14" y="55"/>
                  </a:lnTo>
                  <a:lnTo>
                    <a:pt x="14" y="53"/>
                  </a:lnTo>
                  <a:lnTo>
                    <a:pt x="14" y="51"/>
                  </a:lnTo>
                  <a:lnTo>
                    <a:pt x="13" y="52"/>
                  </a:lnTo>
                  <a:lnTo>
                    <a:pt x="13" y="52"/>
                  </a:lnTo>
                  <a:lnTo>
                    <a:pt x="12" y="52"/>
                  </a:lnTo>
                  <a:lnTo>
                    <a:pt x="12" y="52"/>
                  </a:lnTo>
                  <a:lnTo>
                    <a:pt x="9" y="51"/>
                  </a:lnTo>
                  <a:lnTo>
                    <a:pt x="6" y="51"/>
                  </a:lnTo>
                  <a:lnTo>
                    <a:pt x="6" y="51"/>
                  </a:lnTo>
                  <a:lnTo>
                    <a:pt x="3" y="50"/>
                  </a:lnTo>
                  <a:lnTo>
                    <a:pt x="3" y="50"/>
                  </a:lnTo>
                  <a:lnTo>
                    <a:pt x="2" y="50"/>
                  </a:lnTo>
                  <a:lnTo>
                    <a:pt x="1" y="50"/>
                  </a:lnTo>
                  <a:lnTo>
                    <a:pt x="1" y="50"/>
                  </a:lnTo>
                  <a:lnTo>
                    <a:pt x="1" y="47"/>
                  </a:lnTo>
                  <a:lnTo>
                    <a:pt x="1" y="47"/>
                  </a:lnTo>
                  <a:lnTo>
                    <a:pt x="1" y="47"/>
                  </a:lnTo>
                  <a:lnTo>
                    <a:pt x="0" y="46"/>
                  </a:lnTo>
                  <a:lnTo>
                    <a:pt x="0" y="46"/>
                  </a:lnTo>
                  <a:lnTo>
                    <a:pt x="1" y="46"/>
                  </a:lnTo>
                  <a:lnTo>
                    <a:pt x="1" y="40"/>
                  </a:lnTo>
                  <a:lnTo>
                    <a:pt x="0" y="40"/>
                  </a:lnTo>
                  <a:lnTo>
                    <a:pt x="0" y="40"/>
                  </a:lnTo>
                  <a:lnTo>
                    <a:pt x="1" y="40"/>
                  </a:lnTo>
                  <a:lnTo>
                    <a:pt x="1" y="39"/>
                  </a:lnTo>
                  <a:lnTo>
                    <a:pt x="1" y="39"/>
                  </a:lnTo>
                  <a:lnTo>
                    <a:pt x="1" y="33"/>
                  </a:lnTo>
                  <a:lnTo>
                    <a:pt x="4" y="29"/>
                  </a:lnTo>
                  <a:lnTo>
                    <a:pt x="5" y="19"/>
                  </a:lnTo>
                  <a:lnTo>
                    <a:pt x="6" y="18"/>
                  </a:lnTo>
                  <a:lnTo>
                    <a:pt x="6" y="17"/>
                  </a:lnTo>
                  <a:lnTo>
                    <a:pt x="6" y="17"/>
                  </a:lnTo>
                  <a:lnTo>
                    <a:pt x="8" y="16"/>
                  </a:lnTo>
                  <a:lnTo>
                    <a:pt x="9" y="16"/>
                  </a:lnTo>
                  <a:lnTo>
                    <a:pt x="16" y="7"/>
                  </a:lnTo>
                  <a:lnTo>
                    <a:pt x="16" y="6"/>
                  </a:lnTo>
                  <a:lnTo>
                    <a:pt x="17" y="5"/>
                  </a:lnTo>
                  <a:lnTo>
                    <a:pt x="18" y="5"/>
                  </a:lnTo>
                  <a:lnTo>
                    <a:pt x="19" y="4"/>
                  </a:lnTo>
                  <a:lnTo>
                    <a:pt x="20" y="4"/>
                  </a:lnTo>
                  <a:lnTo>
                    <a:pt x="22" y="3"/>
                  </a:lnTo>
                  <a:lnTo>
                    <a:pt x="23" y="3"/>
                  </a:lnTo>
                  <a:lnTo>
                    <a:pt x="23" y="3"/>
                  </a:lnTo>
                  <a:lnTo>
                    <a:pt x="31" y="3"/>
                  </a:lnTo>
                  <a:lnTo>
                    <a:pt x="31" y="15"/>
                  </a:lnTo>
                  <a:lnTo>
                    <a:pt x="31" y="15"/>
                  </a:lnTo>
                </a:path>
              </a:pathLst>
            </a:custGeom>
            <a:solidFill>
              <a:srgbClr val="000000"/>
            </a:solidFill>
            <a:ln cap="rnd">
              <a:noFill/>
              <a:round/>
            </a:ln>
            <a:effectLst/>
          </p:spPr>
        </p:sp>
        <p:sp>
          <p:nvSpPr>
            <p:cNvPr id="62386" name=""/>
            <p:cNvSpPr/>
            <p:nvPr/>
          </p:nvSpPr>
          <p:spPr>
            <a:xfrm>
              <a:off x="3205" y="1469"/>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87" name=""/>
            <p:cNvSpPr/>
            <p:nvPr/>
          </p:nvSpPr>
          <p:spPr>
            <a:xfrm>
              <a:off x="3205" y="1469"/>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88" name=""/>
            <p:cNvSpPr/>
            <p:nvPr/>
          </p:nvSpPr>
          <p:spPr>
            <a:xfrm>
              <a:off x="2980" y="1412"/>
              <a:ext cx="229" cy="60"/>
            </a:xfrm>
            <a:custGeom>
              <a:pathLst>
                <a:path w="229" h="60">
                  <a:moveTo>
                    <a:pt x="30" y="15"/>
                  </a:moveTo>
                  <a:lnTo>
                    <a:pt x="32" y="15"/>
                  </a:lnTo>
                  <a:lnTo>
                    <a:pt x="34" y="17"/>
                  </a:lnTo>
                  <a:lnTo>
                    <a:pt x="32" y="15"/>
                  </a:lnTo>
                  <a:lnTo>
                    <a:pt x="30" y="15"/>
                  </a:lnTo>
                  <a:lnTo>
                    <a:pt x="30" y="13"/>
                  </a:lnTo>
                  <a:lnTo>
                    <a:pt x="31" y="13"/>
                  </a:lnTo>
                  <a:lnTo>
                    <a:pt x="31" y="12"/>
                  </a:lnTo>
                  <a:lnTo>
                    <a:pt x="32" y="11"/>
                  </a:lnTo>
                  <a:lnTo>
                    <a:pt x="32" y="11"/>
                  </a:lnTo>
                  <a:lnTo>
                    <a:pt x="33" y="11"/>
                  </a:lnTo>
                  <a:lnTo>
                    <a:pt x="34" y="11"/>
                  </a:lnTo>
                  <a:lnTo>
                    <a:pt x="34" y="12"/>
                  </a:lnTo>
                  <a:lnTo>
                    <a:pt x="34" y="13"/>
                  </a:lnTo>
                  <a:lnTo>
                    <a:pt x="34" y="13"/>
                  </a:lnTo>
                  <a:lnTo>
                    <a:pt x="36" y="28"/>
                  </a:lnTo>
                  <a:lnTo>
                    <a:pt x="35" y="30"/>
                  </a:lnTo>
                  <a:lnTo>
                    <a:pt x="35" y="30"/>
                  </a:lnTo>
                  <a:lnTo>
                    <a:pt x="36" y="30"/>
                  </a:lnTo>
                  <a:lnTo>
                    <a:pt x="37" y="30"/>
                  </a:lnTo>
                  <a:lnTo>
                    <a:pt x="38" y="31"/>
                  </a:lnTo>
                  <a:lnTo>
                    <a:pt x="39" y="31"/>
                  </a:lnTo>
                  <a:lnTo>
                    <a:pt x="40" y="31"/>
                  </a:lnTo>
                  <a:lnTo>
                    <a:pt x="40" y="31"/>
                  </a:lnTo>
                  <a:lnTo>
                    <a:pt x="40" y="31"/>
                  </a:lnTo>
                  <a:lnTo>
                    <a:pt x="40" y="45"/>
                  </a:lnTo>
                  <a:lnTo>
                    <a:pt x="53" y="45"/>
                  </a:lnTo>
                  <a:lnTo>
                    <a:pt x="53" y="43"/>
                  </a:lnTo>
                  <a:lnTo>
                    <a:pt x="56" y="43"/>
                  </a:lnTo>
                  <a:lnTo>
                    <a:pt x="56" y="41"/>
                  </a:lnTo>
                  <a:lnTo>
                    <a:pt x="44" y="41"/>
                  </a:lnTo>
                  <a:lnTo>
                    <a:pt x="44" y="39"/>
                  </a:lnTo>
                  <a:lnTo>
                    <a:pt x="44" y="0"/>
                  </a:lnTo>
                  <a:lnTo>
                    <a:pt x="228" y="0"/>
                  </a:lnTo>
                  <a:lnTo>
                    <a:pt x="228" y="39"/>
                  </a:lnTo>
                  <a:lnTo>
                    <a:pt x="228" y="45"/>
                  </a:lnTo>
                  <a:lnTo>
                    <a:pt x="227" y="45"/>
                  </a:lnTo>
                  <a:lnTo>
                    <a:pt x="227" y="47"/>
                  </a:lnTo>
                  <a:lnTo>
                    <a:pt x="225" y="50"/>
                  </a:lnTo>
                  <a:lnTo>
                    <a:pt x="225" y="57"/>
                  </a:lnTo>
                  <a:lnTo>
                    <a:pt x="224" y="57"/>
                  </a:lnTo>
                  <a:lnTo>
                    <a:pt x="224" y="50"/>
                  </a:lnTo>
                  <a:lnTo>
                    <a:pt x="212" y="51"/>
                  </a:lnTo>
                  <a:lnTo>
                    <a:pt x="212" y="51"/>
                  </a:lnTo>
                  <a:lnTo>
                    <a:pt x="212" y="51"/>
                  </a:lnTo>
                  <a:lnTo>
                    <a:pt x="212" y="51"/>
                  </a:lnTo>
                  <a:lnTo>
                    <a:pt x="212" y="52"/>
                  </a:lnTo>
                  <a:lnTo>
                    <a:pt x="212" y="53"/>
                  </a:lnTo>
                  <a:lnTo>
                    <a:pt x="211" y="55"/>
                  </a:lnTo>
                  <a:lnTo>
                    <a:pt x="210" y="56"/>
                  </a:lnTo>
                  <a:lnTo>
                    <a:pt x="209" y="58"/>
                  </a:lnTo>
                  <a:lnTo>
                    <a:pt x="208" y="58"/>
                  </a:lnTo>
                  <a:lnTo>
                    <a:pt x="207" y="59"/>
                  </a:lnTo>
                  <a:lnTo>
                    <a:pt x="205" y="59"/>
                  </a:lnTo>
                  <a:lnTo>
                    <a:pt x="204" y="59"/>
                  </a:lnTo>
                  <a:lnTo>
                    <a:pt x="202" y="58"/>
                  </a:lnTo>
                  <a:lnTo>
                    <a:pt x="202" y="57"/>
                  </a:lnTo>
                  <a:lnTo>
                    <a:pt x="201" y="56"/>
                  </a:lnTo>
                  <a:lnTo>
                    <a:pt x="200" y="54"/>
                  </a:lnTo>
                  <a:lnTo>
                    <a:pt x="200" y="53"/>
                  </a:lnTo>
                  <a:lnTo>
                    <a:pt x="199" y="52"/>
                  </a:lnTo>
                  <a:lnTo>
                    <a:pt x="197" y="51"/>
                  </a:lnTo>
                  <a:lnTo>
                    <a:pt x="194" y="51"/>
                  </a:lnTo>
                  <a:lnTo>
                    <a:pt x="194" y="51"/>
                  </a:lnTo>
                  <a:lnTo>
                    <a:pt x="194" y="51"/>
                  </a:lnTo>
                  <a:lnTo>
                    <a:pt x="194" y="51"/>
                  </a:lnTo>
                  <a:lnTo>
                    <a:pt x="194" y="51"/>
                  </a:lnTo>
                  <a:lnTo>
                    <a:pt x="194" y="52"/>
                  </a:lnTo>
                  <a:lnTo>
                    <a:pt x="193" y="53"/>
                  </a:lnTo>
                  <a:lnTo>
                    <a:pt x="193" y="55"/>
                  </a:lnTo>
                  <a:lnTo>
                    <a:pt x="192" y="56"/>
                  </a:lnTo>
                  <a:lnTo>
                    <a:pt x="191" y="58"/>
                  </a:lnTo>
                  <a:lnTo>
                    <a:pt x="189" y="58"/>
                  </a:lnTo>
                  <a:lnTo>
                    <a:pt x="188" y="59"/>
                  </a:lnTo>
                  <a:lnTo>
                    <a:pt x="186" y="59"/>
                  </a:lnTo>
                  <a:lnTo>
                    <a:pt x="185" y="59"/>
                  </a:lnTo>
                  <a:lnTo>
                    <a:pt x="184" y="58"/>
                  </a:lnTo>
                  <a:lnTo>
                    <a:pt x="183" y="57"/>
                  </a:lnTo>
                  <a:lnTo>
                    <a:pt x="183" y="56"/>
                  </a:lnTo>
                  <a:lnTo>
                    <a:pt x="182" y="54"/>
                  </a:lnTo>
                  <a:lnTo>
                    <a:pt x="181" y="53"/>
                  </a:lnTo>
                  <a:lnTo>
                    <a:pt x="180" y="52"/>
                  </a:lnTo>
                  <a:lnTo>
                    <a:pt x="179" y="51"/>
                  </a:lnTo>
                  <a:lnTo>
                    <a:pt x="169" y="51"/>
                  </a:lnTo>
                  <a:lnTo>
                    <a:pt x="169" y="49"/>
                  </a:lnTo>
                  <a:lnTo>
                    <a:pt x="167" y="49"/>
                  </a:lnTo>
                  <a:lnTo>
                    <a:pt x="167" y="47"/>
                  </a:lnTo>
                  <a:lnTo>
                    <a:pt x="140" y="47"/>
                  </a:lnTo>
                  <a:lnTo>
                    <a:pt x="140" y="51"/>
                  </a:lnTo>
                  <a:lnTo>
                    <a:pt x="126" y="51"/>
                  </a:lnTo>
                  <a:lnTo>
                    <a:pt x="126" y="53"/>
                  </a:lnTo>
                  <a:lnTo>
                    <a:pt x="126" y="53"/>
                  </a:lnTo>
                  <a:lnTo>
                    <a:pt x="126" y="53"/>
                  </a:lnTo>
                  <a:lnTo>
                    <a:pt x="125" y="54"/>
                  </a:lnTo>
                  <a:lnTo>
                    <a:pt x="124" y="54"/>
                  </a:lnTo>
                  <a:lnTo>
                    <a:pt x="111" y="54"/>
                  </a:lnTo>
                  <a:lnTo>
                    <a:pt x="110" y="54"/>
                  </a:lnTo>
                  <a:lnTo>
                    <a:pt x="110" y="53"/>
                  </a:lnTo>
                  <a:lnTo>
                    <a:pt x="110" y="53"/>
                  </a:lnTo>
                  <a:lnTo>
                    <a:pt x="110" y="53"/>
                  </a:lnTo>
                  <a:lnTo>
                    <a:pt x="110" y="51"/>
                  </a:lnTo>
                  <a:lnTo>
                    <a:pt x="101" y="51"/>
                  </a:lnTo>
                  <a:lnTo>
                    <a:pt x="101" y="53"/>
                  </a:lnTo>
                  <a:lnTo>
                    <a:pt x="101" y="54"/>
                  </a:lnTo>
                  <a:lnTo>
                    <a:pt x="102" y="54"/>
                  </a:lnTo>
                  <a:lnTo>
                    <a:pt x="102" y="55"/>
                  </a:lnTo>
                  <a:lnTo>
                    <a:pt x="102" y="55"/>
                  </a:lnTo>
                  <a:lnTo>
                    <a:pt x="102" y="56"/>
                  </a:lnTo>
                  <a:lnTo>
                    <a:pt x="102" y="56"/>
                  </a:lnTo>
                  <a:lnTo>
                    <a:pt x="101" y="57"/>
                  </a:lnTo>
                  <a:lnTo>
                    <a:pt x="100" y="57"/>
                  </a:lnTo>
                  <a:lnTo>
                    <a:pt x="99" y="57"/>
                  </a:lnTo>
                  <a:lnTo>
                    <a:pt x="99" y="56"/>
                  </a:lnTo>
                  <a:lnTo>
                    <a:pt x="98" y="56"/>
                  </a:lnTo>
                  <a:lnTo>
                    <a:pt x="98" y="55"/>
                  </a:lnTo>
                  <a:lnTo>
                    <a:pt x="98" y="55"/>
                  </a:lnTo>
                  <a:lnTo>
                    <a:pt x="98" y="54"/>
                  </a:lnTo>
                  <a:lnTo>
                    <a:pt x="99" y="54"/>
                  </a:lnTo>
                  <a:lnTo>
                    <a:pt x="99" y="53"/>
                  </a:lnTo>
                  <a:lnTo>
                    <a:pt x="99" y="45"/>
                  </a:lnTo>
                  <a:lnTo>
                    <a:pt x="85" y="45"/>
                  </a:lnTo>
                  <a:lnTo>
                    <a:pt x="79" y="41"/>
                  </a:lnTo>
                  <a:lnTo>
                    <a:pt x="63" y="41"/>
                  </a:lnTo>
                  <a:lnTo>
                    <a:pt x="63" y="43"/>
                  </a:lnTo>
                  <a:lnTo>
                    <a:pt x="64" y="43"/>
                  </a:lnTo>
                  <a:lnTo>
                    <a:pt x="65" y="45"/>
                  </a:lnTo>
                  <a:lnTo>
                    <a:pt x="69" y="47"/>
                  </a:lnTo>
                  <a:lnTo>
                    <a:pt x="71" y="50"/>
                  </a:lnTo>
                  <a:lnTo>
                    <a:pt x="69" y="51"/>
                  </a:lnTo>
                  <a:lnTo>
                    <a:pt x="67" y="51"/>
                  </a:lnTo>
                  <a:lnTo>
                    <a:pt x="67" y="51"/>
                  </a:lnTo>
                  <a:lnTo>
                    <a:pt x="67" y="51"/>
                  </a:lnTo>
                  <a:lnTo>
                    <a:pt x="67" y="51"/>
                  </a:lnTo>
                  <a:lnTo>
                    <a:pt x="67" y="51"/>
                  </a:lnTo>
                  <a:lnTo>
                    <a:pt x="67" y="52"/>
                  </a:lnTo>
                  <a:lnTo>
                    <a:pt x="66" y="53"/>
                  </a:lnTo>
                  <a:lnTo>
                    <a:pt x="65" y="55"/>
                  </a:lnTo>
                  <a:lnTo>
                    <a:pt x="65" y="56"/>
                  </a:lnTo>
                  <a:lnTo>
                    <a:pt x="64" y="58"/>
                  </a:lnTo>
                  <a:lnTo>
                    <a:pt x="62" y="58"/>
                  </a:lnTo>
                  <a:lnTo>
                    <a:pt x="61" y="59"/>
                  </a:lnTo>
                  <a:lnTo>
                    <a:pt x="60" y="59"/>
                  </a:lnTo>
                  <a:lnTo>
                    <a:pt x="58" y="59"/>
                  </a:lnTo>
                  <a:lnTo>
                    <a:pt x="57" y="58"/>
                  </a:lnTo>
                  <a:lnTo>
                    <a:pt x="56" y="57"/>
                  </a:lnTo>
                  <a:lnTo>
                    <a:pt x="56" y="56"/>
                  </a:lnTo>
                  <a:lnTo>
                    <a:pt x="55" y="54"/>
                  </a:lnTo>
                  <a:lnTo>
                    <a:pt x="54" y="53"/>
                  </a:lnTo>
                  <a:lnTo>
                    <a:pt x="53" y="52"/>
                  </a:lnTo>
                  <a:lnTo>
                    <a:pt x="52" y="51"/>
                  </a:lnTo>
                  <a:lnTo>
                    <a:pt x="48" y="51"/>
                  </a:lnTo>
                  <a:lnTo>
                    <a:pt x="48" y="53"/>
                  </a:lnTo>
                  <a:lnTo>
                    <a:pt x="48" y="53"/>
                  </a:lnTo>
                  <a:lnTo>
                    <a:pt x="48" y="53"/>
                  </a:lnTo>
                  <a:lnTo>
                    <a:pt x="48" y="54"/>
                  </a:lnTo>
                  <a:lnTo>
                    <a:pt x="47" y="54"/>
                  </a:lnTo>
                  <a:lnTo>
                    <a:pt x="34" y="54"/>
                  </a:lnTo>
                  <a:lnTo>
                    <a:pt x="33" y="54"/>
                  </a:lnTo>
                  <a:lnTo>
                    <a:pt x="32" y="53"/>
                  </a:lnTo>
                  <a:lnTo>
                    <a:pt x="32" y="53"/>
                  </a:lnTo>
                  <a:lnTo>
                    <a:pt x="32" y="53"/>
                  </a:lnTo>
                  <a:lnTo>
                    <a:pt x="32" y="51"/>
                  </a:lnTo>
                  <a:lnTo>
                    <a:pt x="31" y="51"/>
                  </a:lnTo>
                  <a:lnTo>
                    <a:pt x="30" y="56"/>
                  </a:lnTo>
                  <a:lnTo>
                    <a:pt x="30" y="56"/>
                  </a:lnTo>
                  <a:lnTo>
                    <a:pt x="29" y="51"/>
                  </a:lnTo>
                  <a:lnTo>
                    <a:pt x="28" y="51"/>
                  </a:lnTo>
                  <a:lnTo>
                    <a:pt x="28" y="51"/>
                  </a:lnTo>
                  <a:lnTo>
                    <a:pt x="28" y="51"/>
                  </a:lnTo>
                  <a:lnTo>
                    <a:pt x="28" y="51"/>
                  </a:lnTo>
                  <a:lnTo>
                    <a:pt x="28" y="51"/>
                  </a:lnTo>
                  <a:lnTo>
                    <a:pt x="28" y="52"/>
                  </a:lnTo>
                  <a:lnTo>
                    <a:pt x="27" y="53"/>
                  </a:lnTo>
                  <a:lnTo>
                    <a:pt x="27" y="55"/>
                  </a:lnTo>
                  <a:lnTo>
                    <a:pt x="26" y="56"/>
                  </a:lnTo>
                  <a:lnTo>
                    <a:pt x="25" y="58"/>
                  </a:lnTo>
                  <a:lnTo>
                    <a:pt x="23" y="58"/>
                  </a:lnTo>
                  <a:lnTo>
                    <a:pt x="22" y="59"/>
                  </a:lnTo>
                  <a:lnTo>
                    <a:pt x="20" y="59"/>
                  </a:lnTo>
                  <a:lnTo>
                    <a:pt x="19" y="59"/>
                  </a:lnTo>
                  <a:lnTo>
                    <a:pt x="18" y="58"/>
                  </a:lnTo>
                  <a:lnTo>
                    <a:pt x="16" y="58"/>
                  </a:lnTo>
                  <a:lnTo>
                    <a:pt x="15" y="57"/>
                  </a:lnTo>
                  <a:lnTo>
                    <a:pt x="14" y="56"/>
                  </a:lnTo>
                  <a:lnTo>
                    <a:pt x="13" y="55"/>
                  </a:lnTo>
                  <a:lnTo>
                    <a:pt x="13" y="53"/>
                  </a:lnTo>
                  <a:lnTo>
                    <a:pt x="13" y="51"/>
                  </a:lnTo>
                  <a:lnTo>
                    <a:pt x="13" y="51"/>
                  </a:lnTo>
                  <a:lnTo>
                    <a:pt x="12" y="52"/>
                  </a:lnTo>
                  <a:lnTo>
                    <a:pt x="12" y="52"/>
                  </a:lnTo>
                  <a:lnTo>
                    <a:pt x="12" y="52"/>
                  </a:lnTo>
                  <a:lnTo>
                    <a:pt x="8" y="51"/>
                  </a:lnTo>
                  <a:lnTo>
                    <a:pt x="5" y="51"/>
                  </a:lnTo>
                  <a:lnTo>
                    <a:pt x="5" y="51"/>
                  </a:lnTo>
                  <a:lnTo>
                    <a:pt x="3" y="51"/>
                  </a:lnTo>
                  <a:lnTo>
                    <a:pt x="2" y="51"/>
                  </a:lnTo>
                  <a:lnTo>
                    <a:pt x="1" y="51"/>
                  </a:lnTo>
                  <a:lnTo>
                    <a:pt x="1" y="51"/>
                  </a:lnTo>
                  <a:lnTo>
                    <a:pt x="1" y="50"/>
                  </a:lnTo>
                  <a:lnTo>
                    <a:pt x="1" y="47"/>
                  </a:lnTo>
                  <a:lnTo>
                    <a:pt x="1" y="47"/>
                  </a:lnTo>
                  <a:lnTo>
                    <a:pt x="0" y="47"/>
                  </a:lnTo>
                  <a:lnTo>
                    <a:pt x="0" y="47"/>
                  </a:lnTo>
                  <a:lnTo>
                    <a:pt x="0" y="46"/>
                  </a:lnTo>
                  <a:lnTo>
                    <a:pt x="0" y="46"/>
                  </a:lnTo>
                  <a:lnTo>
                    <a:pt x="0" y="41"/>
                  </a:lnTo>
                  <a:lnTo>
                    <a:pt x="0" y="41"/>
                  </a:lnTo>
                  <a:lnTo>
                    <a:pt x="0" y="40"/>
                  </a:lnTo>
                  <a:lnTo>
                    <a:pt x="0" y="39"/>
                  </a:lnTo>
                  <a:lnTo>
                    <a:pt x="1" y="39"/>
                  </a:lnTo>
                  <a:lnTo>
                    <a:pt x="1" y="39"/>
                  </a:lnTo>
                  <a:lnTo>
                    <a:pt x="1" y="33"/>
                  </a:lnTo>
                  <a:lnTo>
                    <a:pt x="3" y="30"/>
                  </a:lnTo>
                  <a:lnTo>
                    <a:pt x="4" y="19"/>
                  </a:lnTo>
                  <a:lnTo>
                    <a:pt x="5" y="18"/>
                  </a:lnTo>
                  <a:lnTo>
                    <a:pt x="5" y="17"/>
                  </a:lnTo>
                  <a:lnTo>
                    <a:pt x="6" y="16"/>
                  </a:lnTo>
                  <a:lnTo>
                    <a:pt x="8" y="16"/>
                  </a:lnTo>
                  <a:lnTo>
                    <a:pt x="8" y="16"/>
                  </a:lnTo>
                  <a:lnTo>
                    <a:pt x="15" y="7"/>
                  </a:lnTo>
                  <a:lnTo>
                    <a:pt x="15" y="6"/>
                  </a:lnTo>
                  <a:lnTo>
                    <a:pt x="17" y="6"/>
                  </a:lnTo>
                  <a:lnTo>
                    <a:pt x="18" y="5"/>
                  </a:lnTo>
                  <a:lnTo>
                    <a:pt x="19" y="4"/>
                  </a:lnTo>
                  <a:lnTo>
                    <a:pt x="20" y="4"/>
                  </a:lnTo>
                  <a:lnTo>
                    <a:pt x="21" y="4"/>
                  </a:lnTo>
                  <a:lnTo>
                    <a:pt x="22" y="4"/>
                  </a:lnTo>
                  <a:lnTo>
                    <a:pt x="23" y="3"/>
                  </a:lnTo>
                  <a:lnTo>
                    <a:pt x="30" y="3"/>
                  </a:lnTo>
                  <a:lnTo>
                    <a:pt x="30" y="15"/>
                  </a:lnTo>
                  <a:lnTo>
                    <a:pt x="30" y="15"/>
                  </a:lnTo>
                </a:path>
              </a:pathLst>
            </a:custGeom>
            <a:solidFill>
              <a:srgbClr val="000000"/>
            </a:solidFill>
            <a:ln cap="rnd">
              <a:noFill/>
              <a:round/>
            </a:ln>
            <a:effectLst/>
          </p:spPr>
        </p:sp>
        <p:sp>
          <p:nvSpPr>
            <p:cNvPr id="62389" name=""/>
            <p:cNvSpPr/>
            <p:nvPr/>
          </p:nvSpPr>
          <p:spPr>
            <a:xfrm>
              <a:off x="3503" y="1469"/>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90" name=""/>
            <p:cNvSpPr/>
            <p:nvPr/>
          </p:nvSpPr>
          <p:spPr>
            <a:xfrm>
              <a:off x="3503" y="1469"/>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91" name=""/>
            <p:cNvSpPr/>
            <p:nvPr/>
          </p:nvSpPr>
          <p:spPr>
            <a:xfrm>
              <a:off x="3278" y="1412"/>
              <a:ext cx="228" cy="60"/>
            </a:xfrm>
            <a:custGeom>
              <a:pathLst>
                <a:path w="228" h="60">
                  <a:moveTo>
                    <a:pt x="30" y="15"/>
                  </a:moveTo>
                  <a:lnTo>
                    <a:pt x="32" y="15"/>
                  </a:lnTo>
                  <a:lnTo>
                    <a:pt x="33" y="17"/>
                  </a:lnTo>
                  <a:lnTo>
                    <a:pt x="32" y="15"/>
                  </a:lnTo>
                  <a:lnTo>
                    <a:pt x="30" y="15"/>
                  </a:lnTo>
                  <a:lnTo>
                    <a:pt x="30" y="13"/>
                  </a:lnTo>
                  <a:lnTo>
                    <a:pt x="30" y="13"/>
                  </a:lnTo>
                  <a:lnTo>
                    <a:pt x="31" y="12"/>
                  </a:lnTo>
                  <a:lnTo>
                    <a:pt x="31" y="11"/>
                  </a:lnTo>
                  <a:lnTo>
                    <a:pt x="32" y="11"/>
                  </a:lnTo>
                  <a:lnTo>
                    <a:pt x="32" y="11"/>
                  </a:lnTo>
                  <a:lnTo>
                    <a:pt x="33" y="11"/>
                  </a:lnTo>
                  <a:lnTo>
                    <a:pt x="34" y="12"/>
                  </a:lnTo>
                  <a:lnTo>
                    <a:pt x="34" y="13"/>
                  </a:lnTo>
                  <a:lnTo>
                    <a:pt x="34" y="13"/>
                  </a:lnTo>
                  <a:lnTo>
                    <a:pt x="35" y="28"/>
                  </a:lnTo>
                  <a:lnTo>
                    <a:pt x="34" y="30"/>
                  </a:lnTo>
                  <a:lnTo>
                    <a:pt x="35" y="30"/>
                  </a:lnTo>
                  <a:lnTo>
                    <a:pt x="35" y="30"/>
                  </a:lnTo>
                  <a:lnTo>
                    <a:pt x="37" y="30"/>
                  </a:lnTo>
                  <a:lnTo>
                    <a:pt x="37" y="31"/>
                  </a:lnTo>
                  <a:lnTo>
                    <a:pt x="39" y="31"/>
                  </a:lnTo>
                  <a:lnTo>
                    <a:pt x="39" y="31"/>
                  </a:lnTo>
                  <a:lnTo>
                    <a:pt x="40" y="31"/>
                  </a:lnTo>
                  <a:lnTo>
                    <a:pt x="40" y="31"/>
                  </a:lnTo>
                  <a:lnTo>
                    <a:pt x="40" y="45"/>
                  </a:lnTo>
                  <a:lnTo>
                    <a:pt x="52" y="45"/>
                  </a:lnTo>
                  <a:lnTo>
                    <a:pt x="53" y="43"/>
                  </a:lnTo>
                  <a:lnTo>
                    <a:pt x="56" y="43"/>
                  </a:lnTo>
                  <a:lnTo>
                    <a:pt x="56" y="41"/>
                  </a:lnTo>
                  <a:lnTo>
                    <a:pt x="44" y="41"/>
                  </a:lnTo>
                  <a:lnTo>
                    <a:pt x="44" y="39"/>
                  </a:lnTo>
                  <a:lnTo>
                    <a:pt x="44" y="0"/>
                  </a:lnTo>
                  <a:lnTo>
                    <a:pt x="227" y="0"/>
                  </a:lnTo>
                  <a:lnTo>
                    <a:pt x="227" y="39"/>
                  </a:lnTo>
                  <a:lnTo>
                    <a:pt x="227" y="45"/>
                  </a:lnTo>
                  <a:lnTo>
                    <a:pt x="226" y="45"/>
                  </a:lnTo>
                  <a:lnTo>
                    <a:pt x="226" y="47"/>
                  </a:lnTo>
                  <a:lnTo>
                    <a:pt x="225" y="50"/>
                  </a:lnTo>
                  <a:lnTo>
                    <a:pt x="225" y="57"/>
                  </a:lnTo>
                  <a:lnTo>
                    <a:pt x="224" y="57"/>
                  </a:lnTo>
                  <a:lnTo>
                    <a:pt x="224" y="50"/>
                  </a:lnTo>
                  <a:lnTo>
                    <a:pt x="212" y="51"/>
                  </a:lnTo>
                  <a:lnTo>
                    <a:pt x="212" y="51"/>
                  </a:lnTo>
                  <a:lnTo>
                    <a:pt x="212" y="51"/>
                  </a:lnTo>
                  <a:lnTo>
                    <a:pt x="212" y="51"/>
                  </a:lnTo>
                  <a:lnTo>
                    <a:pt x="212" y="52"/>
                  </a:lnTo>
                  <a:lnTo>
                    <a:pt x="211" y="53"/>
                  </a:lnTo>
                  <a:lnTo>
                    <a:pt x="211" y="55"/>
                  </a:lnTo>
                  <a:lnTo>
                    <a:pt x="210" y="56"/>
                  </a:lnTo>
                  <a:lnTo>
                    <a:pt x="208" y="58"/>
                  </a:lnTo>
                  <a:lnTo>
                    <a:pt x="207" y="58"/>
                  </a:lnTo>
                  <a:lnTo>
                    <a:pt x="206" y="59"/>
                  </a:lnTo>
                  <a:lnTo>
                    <a:pt x="205" y="59"/>
                  </a:lnTo>
                  <a:lnTo>
                    <a:pt x="203" y="59"/>
                  </a:lnTo>
                  <a:lnTo>
                    <a:pt x="202" y="58"/>
                  </a:lnTo>
                  <a:lnTo>
                    <a:pt x="201" y="57"/>
                  </a:lnTo>
                  <a:lnTo>
                    <a:pt x="201" y="56"/>
                  </a:lnTo>
                  <a:lnTo>
                    <a:pt x="200" y="54"/>
                  </a:lnTo>
                  <a:lnTo>
                    <a:pt x="199" y="53"/>
                  </a:lnTo>
                  <a:lnTo>
                    <a:pt x="198" y="52"/>
                  </a:lnTo>
                  <a:lnTo>
                    <a:pt x="197" y="51"/>
                  </a:lnTo>
                  <a:lnTo>
                    <a:pt x="194" y="51"/>
                  </a:lnTo>
                  <a:lnTo>
                    <a:pt x="194" y="51"/>
                  </a:lnTo>
                  <a:lnTo>
                    <a:pt x="194" y="51"/>
                  </a:lnTo>
                  <a:lnTo>
                    <a:pt x="194" y="51"/>
                  </a:lnTo>
                  <a:lnTo>
                    <a:pt x="194" y="51"/>
                  </a:lnTo>
                  <a:lnTo>
                    <a:pt x="193" y="52"/>
                  </a:lnTo>
                  <a:lnTo>
                    <a:pt x="193" y="53"/>
                  </a:lnTo>
                  <a:lnTo>
                    <a:pt x="192" y="55"/>
                  </a:lnTo>
                  <a:lnTo>
                    <a:pt x="191" y="56"/>
                  </a:lnTo>
                  <a:lnTo>
                    <a:pt x="191" y="58"/>
                  </a:lnTo>
                  <a:lnTo>
                    <a:pt x="189" y="58"/>
                  </a:lnTo>
                  <a:lnTo>
                    <a:pt x="187" y="59"/>
                  </a:lnTo>
                  <a:lnTo>
                    <a:pt x="186" y="59"/>
                  </a:lnTo>
                  <a:lnTo>
                    <a:pt x="185" y="59"/>
                  </a:lnTo>
                  <a:lnTo>
                    <a:pt x="183" y="58"/>
                  </a:lnTo>
                  <a:lnTo>
                    <a:pt x="183" y="57"/>
                  </a:lnTo>
                  <a:lnTo>
                    <a:pt x="182" y="56"/>
                  </a:lnTo>
                  <a:lnTo>
                    <a:pt x="181" y="54"/>
                  </a:lnTo>
                  <a:lnTo>
                    <a:pt x="181" y="53"/>
                  </a:lnTo>
                  <a:lnTo>
                    <a:pt x="180" y="52"/>
                  </a:lnTo>
                  <a:lnTo>
                    <a:pt x="179" y="51"/>
                  </a:lnTo>
                  <a:lnTo>
                    <a:pt x="169" y="51"/>
                  </a:lnTo>
                  <a:lnTo>
                    <a:pt x="169" y="49"/>
                  </a:lnTo>
                  <a:lnTo>
                    <a:pt x="167" y="49"/>
                  </a:lnTo>
                  <a:lnTo>
                    <a:pt x="167" y="47"/>
                  </a:lnTo>
                  <a:lnTo>
                    <a:pt x="139" y="47"/>
                  </a:lnTo>
                  <a:lnTo>
                    <a:pt x="139" y="51"/>
                  </a:lnTo>
                  <a:lnTo>
                    <a:pt x="126" y="51"/>
                  </a:lnTo>
                  <a:lnTo>
                    <a:pt x="126" y="53"/>
                  </a:lnTo>
                  <a:lnTo>
                    <a:pt x="125" y="53"/>
                  </a:lnTo>
                  <a:lnTo>
                    <a:pt x="125" y="53"/>
                  </a:lnTo>
                  <a:lnTo>
                    <a:pt x="124" y="54"/>
                  </a:lnTo>
                  <a:lnTo>
                    <a:pt x="124" y="54"/>
                  </a:lnTo>
                  <a:lnTo>
                    <a:pt x="110" y="54"/>
                  </a:lnTo>
                  <a:lnTo>
                    <a:pt x="110" y="54"/>
                  </a:lnTo>
                  <a:lnTo>
                    <a:pt x="109" y="53"/>
                  </a:lnTo>
                  <a:lnTo>
                    <a:pt x="109" y="53"/>
                  </a:lnTo>
                  <a:lnTo>
                    <a:pt x="109" y="53"/>
                  </a:lnTo>
                  <a:lnTo>
                    <a:pt x="109" y="51"/>
                  </a:lnTo>
                  <a:lnTo>
                    <a:pt x="101" y="51"/>
                  </a:lnTo>
                  <a:lnTo>
                    <a:pt x="101" y="53"/>
                  </a:lnTo>
                  <a:lnTo>
                    <a:pt x="101" y="54"/>
                  </a:lnTo>
                  <a:lnTo>
                    <a:pt x="101" y="54"/>
                  </a:lnTo>
                  <a:lnTo>
                    <a:pt x="101" y="55"/>
                  </a:lnTo>
                  <a:lnTo>
                    <a:pt x="102" y="55"/>
                  </a:lnTo>
                  <a:lnTo>
                    <a:pt x="101" y="56"/>
                  </a:lnTo>
                  <a:lnTo>
                    <a:pt x="101" y="56"/>
                  </a:lnTo>
                  <a:lnTo>
                    <a:pt x="101" y="57"/>
                  </a:lnTo>
                  <a:lnTo>
                    <a:pt x="100" y="57"/>
                  </a:lnTo>
                  <a:lnTo>
                    <a:pt x="99" y="57"/>
                  </a:lnTo>
                  <a:lnTo>
                    <a:pt x="98" y="56"/>
                  </a:lnTo>
                  <a:lnTo>
                    <a:pt x="98" y="56"/>
                  </a:lnTo>
                  <a:lnTo>
                    <a:pt x="98" y="55"/>
                  </a:lnTo>
                  <a:lnTo>
                    <a:pt x="98" y="55"/>
                  </a:lnTo>
                  <a:lnTo>
                    <a:pt x="98" y="54"/>
                  </a:lnTo>
                  <a:lnTo>
                    <a:pt x="98" y="54"/>
                  </a:lnTo>
                  <a:lnTo>
                    <a:pt x="99" y="53"/>
                  </a:lnTo>
                  <a:lnTo>
                    <a:pt x="99" y="45"/>
                  </a:lnTo>
                  <a:lnTo>
                    <a:pt x="84" y="45"/>
                  </a:lnTo>
                  <a:lnTo>
                    <a:pt x="79" y="41"/>
                  </a:lnTo>
                  <a:lnTo>
                    <a:pt x="62" y="41"/>
                  </a:lnTo>
                  <a:lnTo>
                    <a:pt x="62" y="43"/>
                  </a:lnTo>
                  <a:lnTo>
                    <a:pt x="64" y="43"/>
                  </a:lnTo>
                  <a:lnTo>
                    <a:pt x="65" y="45"/>
                  </a:lnTo>
                  <a:lnTo>
                    <a:pt x="68" y="47"/>
                  </a:lnTo>
                  <a:lnTo>
                    <a:pt x="71" y="50"/>
                  </a:lnTo>
                  <a:lnTo>
                    <a:pt x="68" y="51"/>
                  </a:lnTo>
                  <a:lnTo>
                    <a:pt x="67" y="51"/>
                  </a:lnTo>
                  <a:lnTo>
                    <a:pt x="67" y="51"/>
                  </a:lnTo>
                  <a:lnTo>
                    <a:pt x="67" y="51"/>
                  </a:lnTo>
                  <a:lnTo>
                    <a:pt x="67" y="51"/>
                  </a:lnTo>
                  <a:lnTo>
                    <a:pt x="67" y="51"/>
                  </a:lnTo>
                  <a:lnTo>
                    <a:pt x="66" y="52"/>
                  </a:lnTo>
                  <a:lnTo>
                    <a:pt x="65" y="53"/>
                  </a:lnTo>
                  <a:lnTo>
                    <a:pt x="65" y="55"/>
                  </a:lnTo>
                  <a:lnTo>
                    <a:pt x="64" y="56"/>
                  </a:lnTo>
                  <a:lnTo>
                    <a:pt x="63" y="58"/>
                  </a:lnTo>
                  <a:lnTo>
                    <a:pt x="62" y="58"/>
                  </a:lnTo>
                  <a:lnTo>
                    <a:pt x="60" y="59"/>
                  </a:lnTo>
                  <a:lnTo>
                    <a:pt x="59" y="59"/>
                  </a:lnTo>
                  <a:lnTo>
                    <a:pt x="58" y="59"/>
                  </a:lnTo>
                  <a:lnTo>
                    <a:pt x="56" y="58"/>
                  </a:lnTo>
                  <a:lnTo>
                    <a:pt x="56" y="57"/>
                  </a:lnTo>
                  <a:lnTo>
                    <a:pt x="56" y="56"/>
                  </a:lnTo>
                  <a:lnTo>
                    <a:pt x="55" y="54"/>
                  </a:lnTo>
                  <a:lnTo>
                    <a:pt x="53" y="53"/>
                  </a:lnTo>
                  <a:lnTo>
                    <a:pt x="53" y="52"/>
                  </a:lnTo>
                  <a:lnTo>
                    <a:pt x="51" y="51"/>
                  </a:lnTo>
                  <a:lnTo>
                    <a:pt x="49" y="51"/>
                  </a:lnTo>
                  <a:lnTo>
                    <a:pt x="49" y="53"/>
                  </a:lnTo>
                  <a:lnTo>
                    <a:pt x="48" y="53"/>
                  </a:lnTo>
                  <a:lnTo>
                    <a:pt x="48" y="53"/>
                  </a:lnTo>
                  <a:lnTo>
                    <a:pt x="47" y="54"/>
                  </a:lnTo>
                  <a:lnTo>
                    <a:pt x="47" y="54"/>
                  </a:lnTo>
                  <a:lnTo>
                    <a:pt x="33" y="54"/>
                  </a:lnTo>
                  <a:lnTo>
                    <a:pt x="32" y="54"/>
                  </a:lnTo>
                  <a:lnTo>
                    <a:pt x="32" y="53"/>
                  </a:lnTo>
                  <a:lnTo>
                    <a:pt x="32" y="53"/>
                  </a:lnTo>
                  <a:lnTo>
                    <a:pt x="32" y="53"/>
                  </a:lnTo>
                  <a:lnTo>
                    <a:pt x="32" y="51"/>
                  </a:lnTo>
                  <a:lnTo>
                    <a:pt x="31" y="51"/>
                  </a:lnTo>
                  <a:lnTo>
                    <a:pt x="30" y="56"/>
                  </a:lnTo>
                  <a:lnTo>
                    <a:pt x="30" y="56"/>
                  </a:lnTo>
                  <a:lnTo>
                    <a:pt x="30" y="51"/>
                  </a:lnTo>
                  <a:lnTo>
                    <a:pt x="27" y="51"/>
                  </a:lnTo>
                  <a:lnTo>
                    <a:pt x="27" y="51"/>
                  </a:lnTo>
                  <a:lnTo>
                    <a:pt x="27" y="51"/>
                  </a:lnTo>
                  <a:lnTo>
                    <a:pt x="27" y="51"/>
                  </a:lnTo>
                  <a:lnTo>
                    <a:pt x="27" y="51"/>
                  </a:lnTo>
                  <a:lnTo>
                    <a:pt x="27" y="52"/>
                  </a:lnTo>
                  <a:lnTo>
                    <a:pt x="27" y="53"/>
                  </a:lnTo>
                  <a:lnTo>
                    <a:pt x="27" y="55"/>
                  </a:lnTo>
                  <a:lnTo>
                    <a:pt x="25" y="56"/>
                  </a:lnTo>
                  <a:lnTo>
                    <a:pt x="25" y="58"/>
                  </a:lnTo>
                  <a:lnTo>
                    <a:pt x="23" y="58"/>
                  </a:lnTo>
                  <a:lnTo>
                    <a:pt x="21" y="59"/>
                  </a:lnTo>
                  <a:lnTo>
                    <a:pt x="20" y="59"/>
                  </a:lnTo>
                  <a:lnTo>
                    <a:pt x="18" y="59"/>
                  </a:lnTo>
                  <a:lnTo>
                    <a:pt x="17" y="58"/>
                  </a:lnTo>
                  <a:lnTo>
                    <a:pt x="16" y="58"/>
                  </a:lnTo>
                  <a:lnTo>
                    <a:pt x="15" y="57"/>
                  </a:lnTo>
                  <a:lnTo>
                    <a:pt x="14" y="56"/>
                  </a:lnTo>
                  <a:lnTo>
                    <a:pt x="13" y="55"/>
                  </a:lnTo>
                  <a:lnTo>
                    <a:pt x="13" y="53"/>
                  </a:lnTo>
                  <a:lnTo>
                    <a:pt x="13" y="51"/>
                  </a:lnTo>
                  <a:lnTo>
                    <a:pt x="12" y="51"/>
                  </a:lnTo>
                  <a:lnTo>
                    <a:pt x="12" y="52"/>
                  </a:lnTo>
                  <a:lnTo>
                    <a:pt x="11" y="52"/>
                  </a:lnTo>
                  <a:lnTo>
                    <a:pt x="11" y="52"/>
                  </a:lnTo>
                  <a:lnTo>
                    <a:pt x="8" y="51"/>
                  </a:lnTo>
                  <a:lnTo>
                    <a:pt x="4" y="51"/>
                  </a:lnTo>
                  <a:lnTo>
                    <a:pt x="4" y="51"/>
                  </a:lnTo>
                  <a:lnTo>
                    <a:pt x="2" y="51"/>
                  </a:lnTo>
                  <a:lnTo>
                    <a:pt x="1" y="51"/>
                  </a:lnTo>
                  <a:lnTo>
                    <a:pt x="1" y="51"/>
                  </a:lnTo>
                  <a:lnTo>
                    <a:pt x="1" y="51"/>
                  </a:lnTo>
                  <a:lnTo>
                    <a:pt x="0" y="50"/>
                  </a:lnTo>
                  <a:lnTo>
                    <a:pt x="0" y="47"/>
                  </a:lnTo>
                  <a:lnTo>
                    <a:pt x="0" y="47"/>
                  </a:lnTo>
                  <a:lnTo>
                    <a:pt x="0" y="47"/>
                  </a:lnTo>
                  <a:lnTo>
                    <a:pt x="0" y="47"/>
                  </a:lnTo>
                  <a:lnTo>
                    <a:pt x="0" y="46"/>
                  </a:lnTo>
                  <a:lnTo>
                    <a:pt x="0" y="46"/>
                  </a:lnTo>
                  <a:lnTo>
                    <a:pt x="0" y="41"/>
                  </a:lnTo>
                  <a:lnTo>
                    <a:pt x="0" y="41"/>
                  </a:lnTo>
                  <a:lnTo>
                    <a:pt x="0" y="40"/>
                  </a:lnTo>
                  <a:lnTo>
                    <a:pt x="0" y="39"/>
                  </a:lnTo>
                  <a:lnTo>
                    <a:pt x="0" y="39"/>
                  </a:lnTo>
                  <a:lnTo>
                    <a:pt x="1" y="39"/>
                  </a:lnTo>
                  <a:lnTo>
                    <a:pt x="1" y="33"/>
                  </a:lnTo>
                  <a:lnTo>
                    <a:pt x="4" y="30"/>
                  </a:lnTo>
                  <a:lnTo>
                    <a:pt x="4" y="19"/>
                  </a:lnTo>
                  <a:lnTo>
                    <a:pt x="4" y="18"/>
                  </a:lnTo>
                  <a:lnTo>
                    <a:pt x="5" y="17"/>
                  </a:lnTo>
                  <a:lnTo>
                    <a:pt x="6" y="16"/>
                  </a:lnTo>
                  <a:lnTo>
                    <a:pt x="7" y="16"/>
                  </a:lnTo>
                  <a:lnTo>
                    <a:pt x="8" y="16"/>
                  </a:lnTo>
                  <a:lnTo>
                    <a:pt x="15" y="7"/>
                  </a:lnTo>
                  <a:lnTo>
                    <a:pt x="15" y="6"/>
                  </a:lnTo>
                  <a:lnTo>
                    <a:pt x="16" y="6"/>
                  </a:lnTo>
                  <a:lnTo>
                    <a:pt x="17" y="5"/>
                  </a:lnTo>
                  <a:lnTo>
                    <a:pt x="18" y="4"/>
                  </a:lnTo>
                  <a:lnTo>
                    <a:pt x="19" y="4"/>
                  </a:lnTo>
                  <a:lnTo>
                    <a:pt x="20" y="4"/>
                  </a:lnTo>
                  <a:lnTo>
                    <a:pt x="21" y="4"/>
                  </a:lnTo>
                  <a:lnTo>
                    <a:pt x="23" y="3"/>
                  </a:lnTo>
                  <a:lnTo>
                    <a:pt x="30" y="3"/>
                  </a:lnTo>
                  <a:lnTo>
                    <a:pt x="30" y="15"/>
                  </a:lnTo>
                  <a:lnTo>
                    <a:pt x="30" y="15"/>
                  </a:lnTo>
                  <a:lnTo>
                    <a:pt x="30" y="15"/>
                  </a:lnTo>
                </a:path>
              </a:pathLst>
            </a:custGeom>
            <a:solidFill>
              <a:srgbClr val="000000"/>
            </a:solidFill>
            <a:ln cap="rnd">
              <a:noFill/>
              <a:round/>
            </a:ln>
            <a:effectLst/>
          </p:spPr>
        </p:sp>
        <p:sp>
          <p:nvSpPr>
            <p:cNvPr id="62392" name=""/>
            <p:cNvSpPr/>
            <p:nvPr/>
          </p:nvSpPr>
          <p:spPr>
            <a:xfrm>
              <a:off x="4086" y="1469"/>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393" name=""/>
            <p:cNvSpPr/>
            <p:nvPr/>
          </p:nvSpPr>
          <p:spPr>
            <a:xfrm>
              <a:off x="4086" y="1469"/>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394" name=""/>
            <p:cNvSpPr/>
            <p:nvPr/>
          </p:nvSpPr>
          <p:spPr>
            <a:xfrm>
              <a:off x="3860" y="1412"/>
              <a:ext cx="229" cy="60"/>
            </a:xfrm>
            <a:custGeom>
              <a:pathLst>
                <a:path w="229" h="60">
                  <a:moveTo>
                    <a:pt x="31" y="15"/>
                  </a:moveTo>
                  <a:lnTo>
                    <a:pt x="32" y="15"/>
                  </a:lnTo>
                  <a:lnTo>
                    <a:pt x="34" y="17"/>
                  </a:lnTo>
                  <a:lnTo>
                    <a:pt x="32" y="15"/>
                  </a:lnTo>
                  <a:lnTo>
                    <a:pt x="31" y="15"/>
                  </a:lnTo>
                  <a:lnTo>
                    <a:pt x="31" y="13"/>
                  </a:lnTo>
                  <a:lnTo>
                    <a:pt x="32" y="13"/>
                  </a:lnTo>
                  <a:lnTo>
                    <a:pt x="32" y="12"/>
                  </a:lnTo>
                  <a:lnTo>
                    <a:pt x="32" y="11"/>
                  </a:lnTo>
                  <a:lnTo>
                    <a:pt x="32" y="11"/>
                  </a:lnTo>
                  <a:lnTo>
                    <a:pt x="34" y="11"/>
                  </a:lnTo>
                  <a:lnTo>
                    <a:pt x="35" y="11"/>
                  </a:lnTo>
                  <a:lnTo>
                    <a:pt x="35" y="12"/>
                  </a:lnTo>
                  <a:lnTo>
                    <a:pt x="35" y="13"/>
                  </a:lnTo>
                  <a:lnTo>
                    <a:pt x="35" y="13"/>
                  </a:lnTo>
                  <a:lnTo>
                    <a:pt x="36" y="28"/>
                  </a:lnTo>
                  <a:lnTo>
                    <a:pt x="35" y="30"/>
                  </a:lnTo>
                  <a:lnTo>
                    <a:pt x="36" y="30"/>
                  </a:lnTo>
                  <a:lnTo>
                    <a:pt x="37" y="30"/>
                  </a:lnTo>
                  <a:lnTo>
                    <a:pt x="37" y="30"/>
                  </a:lnTo>
                  <a:lnTo>
                    <a:pt x="39" y="31"/>
                  </a:lnTo>
                  <a:lnTo>
                    <a:pt x="39" y="31"/>
                  </a:lnTo>
                  <a:lnTo>
                    <a:pt x="40" y="31"/>
                  </a:lnTo>
                  <a:lnTo>
                    <a:pt x="41" y="31"/>
                  </a:lnTo>
                  <a:lnTo>
                    <a:pt x="41" y="31"/>
                  </a:lnTo>
                  <a:lnTo>
                    <a:pt x="41" y="45"/>
                  </a:lnTo>
                  <a:lnTo>
                    <a:pt x="53" y="45"/>
                  </a:lnTo>
                  <a:lnTo>
                    <a:pt x="54" y="43"/>
                  </a:lnTo>
                  <a:lnTo>
                    <a:pt x="56" y="43"/>
                  </a:lnTo>
                  <a:lnTo>
                    <a:pt x="56" y="41"/>
                  </a:lnTo>
                  <a:lnTo>
                    <a:pt x="44" y="41"/>
                  </a:lnTo>
                  <a:lnTo>
                    <a:pt x="44" y="39"/>
                  </a:lnTo>
                  <a:lnTo>
                    <a:pt x="44" y="0"/>
                  </a:lnTo>
                  <a:lnTo>
                    <a:pt x="228" y="0"/>
                  </a:lnTo>
                  <a:lnTo>
                    <a:pt x="228" y="39"/>
                  </a:lnTo>
                  <a:lnTo>
                    <a:pt x="228" y="45"/>
                  </a:lnTo>
                  <a:lnTo>
                    <a:pt x="227" y="45"/>
                  </a:lnTo>
                  <a:lnTo>
                    <a:pt x="227" y="47"/>
                  </a:lnTo>
                  <a:lnTo>
                    <a:pt x="226" y="50"/>
                  </a:lnTo>
                  <a:lnTo>
                    <a:pt x="226" y="57"/>
                  </a:lnTo>
                  <a:lnTo>
                    <a:pt x="224" y="57"/>
                  </a:lnTo>
                  <a:lnTo>
                    <a:pt x="224" y="50"/>
                  </a:lnTo>
                  <a:lnTo>
                    <a:pt x="213" y="51"/>
                  </a:lnTo>
                  <a:lnTo>
                    <a:pt x="213" y="51"/>
                  </a:lnTo>
                  <a:lnTo>
                    <a:pt x="213" y="51"/>
                  </a:lnTo>
                  <a:lnTo>
                    <a:pt x="213" y="51"/>
                  </a:lnTo>
                  <a:lnTo>
                    <a:pt x="213" y="52"/>
                  </a:lnTo>
                  <a:lnTo>
                    <a:pt x="212" y="53"/>
                  </a:lnTo>
                  <a:lnTo>
                    <a:pt x="212" y="55"/>
                  </a:lnTo>
                  <a:lnTo>
                    <a:pt x="210" y="56"/>
                  </a:lnTo>
                  <a:lnTo>
                    <a:pt x="210" y="58"/>
                  </a:lnTo>
                  <a:lnTo>
                    <a:pt x="208" y="58"/>
                  </a:lnTo>
                  <a:lnTo>
                    <a:pt x="207" y="59"/>
                  </a:lnTo>
                  <a:lnTo>
                    <a:pt x="205" y="59"/>
                  </a:lnTo>
                  <a:lnTo>
                    <a:pt x="204" y="59"/>
                  </a:lnTo>
                  <a:lnTo>
                    <a:pt x="203" y="58"/>
                  </a:lnTo>
                  <a:lnTo>
                    <a:pt x="203" y="57"/>
                  </a:lnTo>
                  <a:lnTo>
                    <a:pt x="202" y="56"/>
                  </a:lnTo>
                  <a:lnTo>
                    <a:pt x="201" y="54"/>
                  </a:lnTo>
                  <a:lnTo>
                    <a:pt x="200" y="53"/>
                  </a:lnTo>
                  <a:lnTo>
                    <a:pt x="199" y="52"/>
                  </a:lnTo>
                  <a:lnTo>
                    <a:pt x="198" y="51"/>
                  </a:lnTo>
                  <a:lnTo>
                    <a:pt x="195" y="51"/>
                  </a:lnTo>
                  <a:lnTo>
                    <a:pt x="195" y="51"/>
                  </a:lnTo>
                  <a:lnTo>
                    <a:pt x="195" y="51"/>
                  </a:lnTo>
                  <a:lnTo>
                    <a:pt x="195" y="51"/>
                  </a:lnTo>
                  <a:lnTo>
                    <a:pt x="195" y="51"/>
                  </a:lnTo>
                  <a:lnTo>
                    <a:pt x="195" y="52"/>
                  </a:lnTo>
                  <a:lnTo>
                    <a:pt x="194" y="53"/>
                  </a:lnTo>
                  <a:lnTo>
                    <a:pt x="193" y="55"/>
                  </a:lnTo>
                  <a:lnTo>
                    <a:pt x="193" y="56"/>
                  </a:lnTo>
                  <a:lnTo>
                    <a:pt x="191" y="58"/>
                  </a:lnTo>
                  <a:lnTo>
                    <a:pt x="190" y="58"/>
                  </a:lnTo>
                  <a:lnTo>
                    <a:pt x="188" y="59"/>
                  </a:lnTo>
                  <a:lnTo>
                    <a:pt x="187" y="59"/>
                  </a:lnTo>
                  <a:lnTo>
                    <a:pt x="186" y="59"/>
                  </a:lnTo>
                  <a:lnTo>
                    <a:pt x="185" y="58"/>
                  </a:lnTo>
                  <a:lnTo>
                    <a:pt x="184" y="57"/>
                  </a:lnTo>
                  <a:lnTo>
                    <a:pt x="183" y="56"/>
                  </a:lnTo>
                  <a:lnTo>
                    <a:pt x="183" y="54"/>
                  </a:lnTo>
                  <a:lnTo>
                    <a:pt x="182" y="53"/>
                  </a:lnTo>
                  <a:lnTo>
                    <a:pt x="181" y="52"/>
                  </a:lnTo>
                  <a:lnTo>
                    <a:pt x="179" y="51"/>
                  </a:lnTo>
                  <a:lnTo>
                    <a:pt x="169" y="51"/>
                  </a:lnTo>
                  <a:lnTo>
                    <a:pt x="169" y="49"/>
                  </a:lnTo>
                  <a:lnTo>
                    <a:pt x="167" y="49"/>
                  </a:lnTo>
                  <a:lnTo>
                    <a:pt x="167" y="47"/>
                  </a:lnTo>
                  <a:lnTo>
                    <a:pt x="141" y="47"/>
                  </a:lnTo>
                  <a:lnTo>
                    <a:pt x="141" y="51"/>
                  </a:lnTo>
                  <a:lnTo>
                    <a:pt x="127" y="51"/>
                  </a:lnTo>
                  <a:lnTo>
                    <a:pt x="127" y="53"/>
                  </a:lnTo>
                  <a:lnTo>
                    <a:pt x="127" y="53"/>
                  </a:lnTo>
                  <a:lnTo>
                    <a:pt x="126" y="53"/>
                  </a:lnTo>
                  <a:lnTo>
                    <a:pt x="126" y="54"/>
                  </a:lnTo>
                  <a:lnTo>
                    <a:pt x="125" y="54"/>
                  </a:lnTo>
                  <a:lnTo>
                    <a:pt x="112" y="54"/>
                  </a:lnTo>
                  <a:lnTo>
                    <a:pt x="110" y="54"/>
                  </a:lnTo>
                  <a:lnTo>
                    <a:pt x="110" y="53"/>
                  </a:lnTo>
                  <a:lnTo>
                    <a:pt x="110" y="53"/>
                  </a:lnTo>
                  <a:lnTo>
                    <a:pt x="110" y="53"/>
                  </a:lnTo>
                  <a:lnTo>
                    <a:pt x="110" y="51"/>
                  </a:lnTo>
                  <a:lnTo>
                    <a:pt x="101" y="51"/>
                  </a:lnTo>
                  <a:lnTo>
                    <a:pt x="101" y="53"/>
                  </a:lnTo>
                  <a:lnTo>
                    <a:pt x="102" y="54"/>
                  </a:lnTo>
                  <a:lnTo>
                    <a:pt x="102" y="54"/>
                  </a:lnTo>
                  <a:lnTo>
                    <a:pt x="103" y="55"/>
                  </a:lnTo>
                  <a:lnTo>
                    <a:pt x="103" y="55"/>
                  </a:lnTo>
                  <a:lnTo>
                    <a:pt x="103" y="56"/>
                  </a:lnTo>
                  <a:lnTo>
                    <a:pt x="102" y="56"/>
                  </a:lnTo>
                  <a:lnTo>
                    <a:pt x="101" y="57"/>
                  </a:lnTo>
                  <a:lnTo>
                    <a:pt x="101" y="57"/>
                  </a:lnTo>
                  <a:lnTo>
                    <a:pt x="100" y="57"/>
                  </a:lnTo>
                  <a:lnTo>
                    <a:pt x="100" y="56"/>
                  </a:lnTo>
                  <a:lnTo>
                    <a:pt x="99" y="56"/>
                  </a:lnTo>
                  <a:lnTo>
                    <a:pt x="99" y="55"/>
                  </a:lnTo>
                  <a:lnTo>
                    <a:pt x="99" y="55"/>
                  </a:lnTo>
                  <a:lnTo>
                    <a:pt x="99" y="54"/>
                  </a:lnTo>
                  <a:lnTo>
                    <a:pt x="100" y="54"/>
                  </a:lnTo>
                  <a:lnTo>
                    <a:pt x="100" y="53"/>
                  </a:lnTo>
                  <a:lnTo>
                    <a:pt x="100" y="45"/>
                  </a:lnTo>
                  <a:lnTo>
                    <a:pt x="86" y="45"/>
                  </a:lnTo>
                  <a:lnTo>
                    <a:pt x="80" y="41"/>
                  </a:lnTo>
                  <a:lnTo>
                    <a:pt x="63" y="41"/>
                  </a:lnTo>
                  <a:lnTo>
                    <a:pt x="63" y="43"/>
                  </a:lnTo>
                  <a:lnTo>
                    <a:pt x="65" y="43"/>
                  </a:lnTo>
                  <a:lnTo>
                    <a:pt x="65" y="45"/>
                  </a:lnTo>
                  <a:lnTo>
                    <a:pt x="69" y="47"/>
                  </a:lnTo>
                  <a:lnTo>
                    <a:pt x="72" y="50"/>
                  </a:lnTo>
                  <a:lnTo>
                    <a:pt x="69" y="51"/>
                  </a:lnTo>
                  <a:lnTo>
                    <a:pt x="68" y="51"/>
                  </a:lnTo>
                  <a:lnTo>
                    <a:pt x="68" y="51"/>
                  </a:lnTo>
                  <a:lnTo>
                    <a:pt x="68" y="51"/>
                  </a:lnTo>
                  <a:lnTo>
                    <a:pt x="68" y="51"/>
                  </a:lnTo>
                  <a:lnTo>
                    <a:pt x="68" y="51"/>
                  </a:lnTo>
                  <a:lnTo>
                    <a:pt x="68" y="52"/>
                  </a:lnTo>
                  <a:lnTo>
                    <a:pt x="67" y="53"/>
                  </a:lnTo>
                  <a:lnTo>
                    <a:pt x="66" y="55"/>
                  </a:lnTo>
                  <a:lnTo>
                    <a:pt x="65" y="56"/>
                  </a:lnTo>
                  <a:lnTo>
                    <a:pt x="64" y="58"/>
                  </a:lnTo>
                  <a:lnTo>
                    <a:pt x="63" y="58"/>
                  </a:lnTo>
                  <a:lnTo>
                    <a:pt x="61" y="59"/>
                  </a:lnTo>
                  <a:lnTo>
                    <a:pt x="60" y="59"/>
                  </a:lnTo>
                  <a:lnTo>
                    <a:pt x="58" y="59"/>
                  </a:lnTo>
                  <a:lnTo>
                    <a:pt x="58" y="58"/>
                  </a:lnTo>
                  <a:lnTo>
                    <a:pt x="57" y="57"/>
                  </a:lnTo>
                  <a:lnTo>
                    <a:pt x="56" y="56"/>
                  </a:lnTo>
                  <a:lnTo>
                    <a:pt x="56" y="54"/>
                  </a:lnTo>
                  <a:lnTo>
                    <a:pt x="55" y="53"/>
                  </a:lnTo>
                  <a:lnTo>
                    <a:pt x="54" y="52"/>
                  </a:lnTo>
                  <a:lnTo>
                    <a:pt x="52" y="51"/>
                  </a:lnTo>
                  <a:lnTo>
                    <a:pt x="49" y="51"/>
                  </a:lnTo>
                  <a:lnTo>
                    <a:pt x="49" y="53"/>
                  </a:lnTo>
                  <a:lnTo>
                    <a:pt x="49" y="53"/>
                  </a:lnTo>
                  <a:lnTo>
                    <a:pt x="49" y="53"/>
                  </a:lnTo>
                  <a:lnTo>
                    <a:pt x="48" y="54"/>
                  </a:lnTo>
                  <a:lnTo>
                    <a:pt x="48" y="54"/>
                  </a:lnTo>
                  <a:lnTo>
                    <a:pt x="34" y="54"/>
                  </a:lnTo>
                  <a:lnTo>
                    <a:pt x="33" y="54"/>
                  </a:lnTo>
                  <a:lnTo>
                    <a:pt x="33" y="53"/>
                  </a:lnTo>
                  <a:lnTo>
                    <a:pt x="32" y="53"/>
                  </a:lnTo>
                  <a:lnTo>
                    <a:pt x="32" y="53"/>
                  </a:lnTo>
                  <a:lnTo>
                    <a:pt x="32" y="51"/>
                  </a:lnTo>
                  <a:lnTo>
                    <a:pt x="32" y="51"/>
                  </a:lnTo>
                  <a:lnTo>
                    <a:pt x="31" y="56"/>
                  </a:lnTo>
                  <a:lnTo>
                    <a:pt x="31" y="56"/>
                  </a:lnTo>
                  <a:lnTo>
                    <a:pt x="30" y="51"/>
                  </a:lnTo>
                  <a:lnTo>
                    <a:pt x="29" y="51"/>
                  </a:lnTo>
                  <a:lnTo>
                    <a:pt x="29" y="51"/>
                  </a:lnTo>
                  <a:lnTo>
                    <a:pt x="29" y="51"/>
                  </a:lnTo>
                  <a:lnTo>
                    <a:pt x="29" y="51"/>
                  </a:lnTo>
                  <a:lnTo>
                    <a:pt x="29" y="51"/>
                  </a:lnTo>
                  <a:lnTo>
                    <a:pt x="28" y="52"/>
                  </a:lnTo>
                  <a:lnTo>
                    <a:pt x="28" y="53"/>
                  </a:lnTo>
                  <a:lnTo>
                    <a:pt x="27" y="55"/>
                  </a:lnTo>
                  <a:lnTo>
                    <a:pt x="27" y="56"/>
                  </a:lnTo>
                  <a:lnTo>
                    <a:pt x="25" y="58"/>
                  </a:lnTo>
                  <a:lnTo>
                    <a:pt x="24" y="58"/>
                  </a:lnTo>
                  <a:lnTo>
                    <a:pt x="23" y="59"/>
                  </a:lnTo>
                  <a:lnTo>
                    <a:pt x="21" y="59"/>
                  </a:lnTo>
                  <a:lnTo>
                    <a:pt x="20" y="59"/>
                  </a:lnTo>
                  <a:lnTo>
                    <a:pt x="18" y="58"/>
                  </a:lnTo>
                  <a:lnTo>
                    <a:pt x="17" y="58"/>
                  </a:lnTo>
                  <a:lnTo>
                    <a:pt x="16" y="57"/>
                  </a:lnTo>
                  <a:lnTo>
                    <a:pt x="15" y="56"/>
                  </a:lnTo>
                  <a:lnTo>
                    <a:pt x="14" y="55"/>
                  </a:lnTo>
                  <a:lnTo>
                    <a:pt x="14" y="53"/>
                  </a:lnTo>
                  <a:lnTo>
                    <a:pt x="14" y="51"/>
                  </a:lnTo>
                  <a:lnTo>
                    <a:pt x="13" y="51"/>
                  </a:lnTo>
                  <a:lnTo>
                    <a:pt x="13" y="52"/>
                  </a:lnTo>
                  <a:lnTo>
                    <a:pt x="12" y="52"/>
                  </a:lnTo>
                  <a:lnTo>
                    <a:pt x="12" y="52"/>
                  </a:lnTo>
                  <a:lnTo>
                    <a:pt x="9" y="51"/>
                  </a:lnTo>
                  <a:lnTo>
                    <a:pt x="6" y="51"/>
                  </a:lnTo>
                  <a:lnTo>
                    <a:pt x="6" y="51"/>
                  </a:lnTo>
                  <a:lnTo>
                    <a:pt x="3" y="51"/>
                  </a:lnTo>
                  <a:lnTo>
                    <a:pt x="3" y="51"/>
                  </a:lnTo>
                  <a:lnTo>
                    <a:pt x="2" y="51"/>
                  </a:lnTo>
                  <a:lnTo>
                    <a:pt x="1" y="51"/>
                  </a:lnTo>
                  <a:lnTo>
                    <a:pt x="1" y="50"/>
                  </a:lnTo>
                  <a:lnTo>
                    <a:pt x="1" y="47"/>
                  </a:lnTo>
                  <a:lnTo>
                    <a:pt x="1" y="47"/>
                  </a:lnTo>
                  <a:lnTo>
                    <a:pt x="1" y="47"/>
                  </a:lnTo>
                  <a:lnTo>
                    <a:pt x="0" y="47"/>
                  </a:lnTo>
                  <a:lnTo>
                    <a:pt x="0" y="46"/>
                  </a:lnTo>
                  <a:lnTo>
                    <a:pt x="1" y="46"/>
                  </a:lnTo>
                  <a:lnTo>
                    <a:pt x="1" y="41"/>
                  </a:lnTo>
                  <a:lnTo>
                    <a:pt x="0" y="41"/>
                  </a:lnTo>
                  <a:lnTo>
                    <a:pt x="0" y="40"/>
                  </a:lnTo>
                  <a:lnTo>
                    <a:pt x="1" y="39"/>
                  </a:lnTo>
                  <a:lnTo>
                    <a:pt x="1" y="39"/>
                  </a:lnTo>
                  <a:lnTo>
                    <a:pt x="1" y="39"/>
                  </a:lnTo>
                  <a:lnTo>
                    <a:pt x="1" y="33"/>
                  </a:lnTo>
                  <a:lnTo>
                    <a:pt x="4" y="30"/>
                  </a:lnTo>
                  <a:lnTo>
                    <a:pt x="5" y="19"/>
                  </a:lnTo>
                  <a:lnTo>
                    <a:pt x="6" y="18"/>
                  </a:lnTo>
                  <a:lnTo>
                    <a:pt x="6" y="17"/>
                  </a:lnTo>
                  <a:lnTo>
                    <a:pt x="6" y="16"/>
                  </a:lnTo>
                  <a:lnTo>
                    <a:pt x="8" y="16"/>
                  </a:lnTo>
                  <a:lnTo>
                    <a:pt x="9" y="16"/>
                  </a:lnTo>
                  <a:lnTo>
                    <a:pt x="16" y="7"/>
                  </a:lnTo>
                  <a:lnTo>
                    <a:pt x="16" y="6"/>
                  </a:lnTo>
                  <a:lnTo>
                    <a:pt x="17" y="6"/>
                  </a:lnTo>
                  <a:lnTo>
                    <a:pt x="18" y="5"/>
                  </a:lnTo>
                  <a:lnTo>
                    <a:pt x="19" y="4"/>
                  </a:lnTo>
                  <a:lnTo>
                    <a:pt x="20" y="4"/>
                  </a:lnTo>
                  <a:lnTo>
                    <a:pt x="22" y="4"/>
                  </a:lnTo>
                  <a:lnTo>
                    <a:pt x="23" y="4"/>
                  </a:lnTo>
                  <a:lnTo>
                    <a:pt x="23" y="3"/>
                  </a:lnTo>
                  <a:lnTo>
                    <a:pt x="31" y="3"/>
                  </a:lnTo>
                  <a:lnTo>
                    <a:pt x="31" y="15"/>
                  </a:lnTo>
                  <a:lnTo>
                    <a:pt x="31" y="15"/>
                  </a:lnTo>
                </a:path>
              </a:pathLst>
            </a:custGeom>
            <a:solidFill>
              <a:srgbClr val="000000"/>
            </a:solidFill>
            <a:ln cap="rnd">
              <a:noFill/>
              <a:round/>
            </a:ln>
            <a:effectLst/>
          </p:spPr>
        </p:sp>
        <p:sp>
          <p:nvSpPr>
            <p:cNvPr id="62395" name=""/>
            <p:cNvSpPr/>
            <p:nvPr/>
          </p:nvSpPr>
          <p:spPr>
            <a:xfrm>
              <a:off x="3805" y="1469"/>
              <a:ext cx="21" cy="1"/>
            </a:xfrm>
            <a:custGeom>
              <a:pathLst>
                <a:path w="21" h="1">
                  <a:moveTo>
                    <a:pt x="0" y="0"/>
                  </a:moveTo>
                  <a:lnTo>
                    <a:pt x="20" y="0"/>
                  </a:lnTo>
                  <a:lnTo>
                    <a:pt x="20" y="0"/>
                  </a:lnTo>
                  <a:lnTo>
                    <a:pt x="20" y="0"/>
                  </a:lnTo>
                  <a:lnTo>
                    <a:pt x="0" y="0"/>
                  </a:lnTo>
                </a:path>
              </a:pathLst>
            </a:custGeom>
            <a:solidFill>
              <a:srgbClr val="FFFFFF"/>
            </a:solidFill>
            <a:ln cap="rnd">
              <a:noFill/>
              <a:round/>
            </a:ln>
            <a:effectLst/>
          </p:spPr>
        </p:sp>
        <p:sp>
          <p:nvSpPr>
            <p:cNvPr id="62396" name=""/>
            <p:cNvSpPr/>
            <p:nvPr/>
          </p:nvSpPr>
          <p:spPr>
            <a:xfrm>
              <a:off x="3805" y="1469"/>
              <a:ext cx="21" cy="1"/>
            </a:xfrm>
            <a:custGeom>
              <a:pathLst>
                <a:path w="21" h="1">
                  <a:moveTo>
                    <a:pt x="0" y="0"/>
                  </a:moveTo>
                  <a:lnTo>
                    <a:pt x="20" y="0"/>
                  </a:lnTo>
                  <a:lnTo>
                    <a:pt x="20" y="0"/>
                  </a:lnTo>
                  <a:lnTo>
                    <a:pt x="20" y="0"/>
                  </a:lnTo>
                </a:path>
              </a:pathLst>
            </a:custGeom>
            <a:noFill/>
            <a:ln w="12700" cap="rnd" cmpd="sng">
              <a:solidFill>
                <a:srgbClr val="000000"/>
              </a:solidFill>
              <a:prstDash val="solid"/>
              <a:round/>
              <a:headEnd type="none" w="sm" len="sm"/>
              <a:tailEnd type="none" w="sm" len="sm"/>
            </a:ln>
            <a:effectLst/>
          </p:spPr>
        </p:sp>
        <p:sp>
          <p:nvSpPr>
            <p:cNvPr id="62397" name=""/>
            <p:cNvSpPr/>
            <p:nvPr/>
          </p:nvSpPr>
          <p:spPr>
            <a:xfrm>
              <a:off x="3580" y="1412"/>
              <a:ext cx="229" cy="60"/>
            </a:xfrm>
            <a:custGeom>
              <a:pathLst>
                <a:path w="229" h="60">
                  <a:moveTo>
                    <a:pt x="31" y="15"/>
                  </a:moveTo>
                  <a:lnTo>
                    <a:pt x="32" y="15"/>
                  </a:lnTo>
                  <a:lnTo>
                    <a:pt x="34" y="17"/>
                  </a:lnTo>
                  <a:lnTo>
                    <a:pt x="32" y="15"/>
                  </a:lnTo>
                  <a:lnTo>
                    <a:pt x="31" y="15"/>
                  </a:lnTo>
                  <a:lnTo>
                    <a:pt x="31" y="13"/>
                  </a:lnTo>
                  <a:lnTo>
                    <a:pt x="31" y="13"/>
                  </a:lnTo>
                  <a:lnTo>
                    <a:pt x="31" y="12"/>
                  </a:lnTo>
                  <a:lnTo>
                    <a:pt x="31" y="11"/>
                  </a:lnTo>
                  <a:lnTo>
                    <a:pt x="32" y="11"/>
                  </a:lnTo>
                  <a:lnTo>
                    <a:pt x="33" y="11"/>
                  </a:lnTo>
                  <a:lnTo>
                    <a:pt x="34" y="11"/>
                  </a:lnTo>
                  <a:lnTo>
                    <a:pt x="34" y="12"/>
                  </a:lnTo>
                  <a:lnTo>
                    <a:pt x="35" y="13"/>
                  </a:lnTo>
                  <a:lnTo>
                    <a:pt x="35" y="13"/>
                  </a:lnTo>
                  <a:lnTo>
                    <a:pt x="36" y="28"/>
                  </a:lnTo>
                  <a:lnTo>
                    <a:pt x="35" y="30"/>
                  </a:lnTo>
                  <a:lnTo>
                    <a:pt x="35" y="30"/>
                  </a:lnTo>
                  <a:lnTo>
                    <a:pt x="36" y="30"/>
                  </a:lnTo>
                  <a:lnTo>
                    <a:pt x="37" y="30"/>
                  </a:lnTo>
                  <a:lnTo>
                    <a:pt x="38" y="31"/>
                  </a:lnTo>
                  <a:lnTo>
                    <a:pt x="39" y="31"/>
                  </a:lnTo>
                  <a:lnTo>
                    <a:pt x="40" y="31"/>
                  </a:lnTo>
                  <a:lnTo>
                    <a:pt x="40" y="31"/>
                  </a:lnTo>
                  <a:lnTo>
                    <a:pt x="40" y="31"/>
                  </a:lnTo>
                  <a:lnTo>
                    <a:pt x="40" y="45"/>
                  </a:lnTo>
                  <a:lnTo>
                    <a:pt x="52" y="45"/>
                  </a:lnTo>
                  <a:lnTo>
                    <a:pt x="54" y="43"/>
                  </a:lnTo>
                  <a:lnTo>
                    <a:pt x="56" y="43"/>
                  </a:lnTo>
                  <a:lnTo>
                    <a:pt x="56" y="41"/>
                  </a:lnTo>
                  <a:lnTo>
                    <a:pt x="44" y="41"/>
                  </a:lnTo>
                  <a:lnTo>
                    <a:pt x="44" y="39"/>
                  </a:lnTo>
                  <a:lnTo>
                    <a:pt x="44" y="0"/>
                  </a:lnTo>
                  <a:lnTo>
                    <a:pt x="228" y="0"/>
                  </a:lnTo>
                  <a:lnTo>
                    <a:pt x="228" y="39"/>
                  </a:lnTo>
                  <a:lnTo>
                    <a:pt x="228" y="45"/>
                  </a:lnTo>
                  <a:lnTo>
                    <a:pt x="228" y="45"/>
                  </a:lnTo>
                  <a:lnTo>
                    <a:pt x="228" y="47"/>
                  </a:lnTo>
                  <a:lnTo>
                    <a:pt x="226" y="50"/>
                  </a:lnTo>
                  <a:lnTo>
                    <a:pt x="226" y="57"/>
                  </a:lnTo>
                  <a:lnTo>
                    <a:pt x="224" y="57"/>
                  </a:lnTo>
                  <a:lnTo>
                    <a:pt x="224" y="50"/>
                  </a:lnTo>
                  <a:lnTo>
                    <a:pt x="213" y="51"/>
                  </a:lnTo>
                  <a:lnTo>
                    <a:pt x="213" y="51"/>
                  </a:lnTo>
                  <a:lnTo>
                    <a:pt x="213" y="51"/>
                  </a:lnTo>
                  <a:lnTo>
                    <a:pt x="213" y="51"/>
                  </a:lnTo>
                  <a:lnTo>
                    <a:pt x="213" y="52"/>
                  </a:lnTo>
                  <a:lnTo>
                    <a:pt x="212" y="53"/>
                  </a:lnTo>
                  <a:lnTo>
                    <a:pt x="211" y="55"/>
                  </a:lnTo>
                  <a:lnTo>
                    <a:pt x="210" y="56"/>
                  </a:lnTo>
                  <a:lnTo>
                    <a:pt x="209" y="58"/>
                  </a:lnTo>
                  <a:lnTo>
                    <a:pt x="208" y="58"/>
                  </a:lnTo>
                  <a:lnTo>
                    <a:pt x="206" y="59"/>
                  </a:lnTo>
                  <a:lnTo>
                    <a:pt x="205" y="59"/>
                  </a:lnTo>
                  <a:lnTo>
                    <a:pt x="204" y="59"/>
                  </a:lnTo>
                  <a:lnTo>
                    <a:pt x="203" y="58"/>
                  </a:lnTo>
                  <a:lnTo>
                    <a:pt x="202" y="57"/>
                  </a:lnTo>
                  <a:lnTo>
                    <a:pt x="201" y="56"/>
                  </a:lnTo>
                  <a:lnTo>
                    <a:pt x="201" y="54"/>
                  </a:lnTo>
                  <a:lnTo>
                    <a:pt x="199" y="53"/>
                  </a:lnTo>
                  <a:lnTo>
                    <a:pt x="199" y="52"/>
                  </a:lnTo>
                  <a:lnTo>
                    <a:pt x="197" y="51"/>
                  </a:lnTo>
                  <a:lnTo>
                    <a:pt x="194" y="51"/>
                  </a:lnTo>
                  <a:lnTo>
                    <a:pt x="194" y="51"/>
                  </a:lnTo>
                  <a:lnTo>
                    <a:pt x="194" y="51"/>
                  </a:lnTo>
                  <a:lnTo>
                    <a:pt x="194" y="51"/>
                  </a:lnTo>
                  <a:lnTo>
                    <a:pt x="194" y="51"/>
                  </a:lnTo>
                  <a:lnTo>
                    <a:pt x="194" y="52"/>
                  </a:lnTo>
                  <a:lnTo>
                    <a:pt x="194" y="53"/>
                  </a:lnTo>
                  <a:lnTo>
                    <a:pt x="193" y="55"/>
                  </a:lnTo>
                  <a:lnTo>
                    <a:pt x="192" y="56"/>
                  </a:lnTo>
                  <a:lnTo>
                    <a:pt x="191" y="58"/>
                  </a:lnTo>
                  <a:lnTo>
                    <a:pt x="189" y="58"/>
                  </a:lnTo>
                  <a:lnTo>
                    <a:pt x="188" y="59"/>
                  </a:lnTo>
                  <a:lnTo>
                    <a:pt x="187" y="59"/>
                  </a:lnTo>
                  <a:lnTo>
                    <a:pt x="185" y="59"/>
                  </a:lnTo>
                  <a:lnTo>
                    <a:pt x="184" y="58"/>
                  </a:lnTo>
                  <a:lnTo>
                    <a:pt x="184" y="57"/>
                  </a:lnTo>
                  <a:lnTo>
                    <a:pt x="183" y="56"/>
                  </a:lnTo>
                  <a:lnTo>
                    <a:pt x="182" y="54"/>
                  </a:lnTo>
                  <a:lnTo>
                    <a:pt x="182" y="53"/>
                  </a:lnTo>
                  <a:lnTo>
                    <a:pt x="180" y="52"/>
                  </a:lnTo>
                  <a:lnTo>
                    <a:pt x="179" y="51"/>
                  </a:lnTo>
                  <a:lnTo>
                    <a:pt x="170" y="51"/>
                  </a:lnTo>
                  <a:lnTo>
                    <a:pt x="170" y="49"/>
                  </a:lnTo>
                  <a:lnTo>
                    <a:pt x="167" y="49"/>
                  </a:lnTo>
                  <a:lnTo>
                    <a:pt x="168" y="47"/>
                  </a:lnTo>
                  <a:lnTo>
                    <a:pt x="140" y="47"/>
                  </a:lnTo>
                  <a:lnTo>
                    <a:pt x="140" y="51"/>
                  </a:lnTo>
                  <a:lnTo>
                    <a:pt x="126" y="51"/>
                  </a:lnTo>
                  <a:lnTo>
                    <a:pt x="126" y="53"/>
                  </a:lnTo>
                  <a:lnTo>
                    <a:pt x="126" y="53"/>
                  </a:lnTo>
                  <a:lnTo>
                    <a:pt x="125" y="53"/>
                  </a:lnTo>
                  <a:lnTo>
                    <a:pt x="125" y="54"/>
                  </a:lnTo>
                  <a:lnTo>
                    <a:pt x="125" y="54"/>
                  </a:lnTo>
                  <a:lnTo>
                    <a:pt x="111" y="54"/>
                  </a:lnTo>
                  <a:lnTo>
                    <a:pt x="111" y="54"/>
                  </a:lnTo>
                  <a:lnTo>
                    <a:pt x="110" y="53"/>
                  </a:lnTo>
                  <a:lnTo>
                    <a:pt x="109" y="53"/>
                  </a:lnTo>
                  <a:lnTo>
                    <a:pt x="109" y="53"/>
                  </a:lnTo>
                  <a:lnTo>
                    <a:pt x="109" y="51"/>
                  </a:lnTo>
                  <a:lnTo>
                    <a:pt x="102" y="51"/>
                  </a:lnTo>
                  <a:lnTo>
                    <a:pt x="102" y="53"/>
                  </a:lnTo>
                  <a:lnTo>
                    <a:pt x="102" y="54"/>
                  </a:lnTo>
                  <a:lnTo>
                    <a:pt x="102" y="54"/>
                  </a:lnTo>
                  <a:lnTo>
                    <a:pt x="102" y="55"/>
                  </a:lnTo>
                  <a:lnTo>
                    <a:pt x="102" y="55"/>
                  </a:lnTo>
                  <a:lnTo>
                    <a:pt x="102" y="56"/>
                  </a:lnTo>
                  <a:lnTo>
                    <a:pt x="102" y="56"/>
                  </a:lnTo>
                  <a:lnTo>
                    <a:pt x="101" y="57"/>
                  </a:lnTo>
                  <a:lnTo>
                    <a:pt x="101" y="57"/>
                  </a:lnTo>
                  <a:lnTo>
                    <a:pt x="100" y="57"/>
                  </a:lnTo>
                  <a:lnTo>
                    <a:pt x="99" y="56"/>
                  </a:lnTo>
                  <a:lnTo>
                    <a:pt x="99" y="56"/>
                  </a:lnTo>
                  <a:lnTo>
                    <a:pt x="99" y="55"/>
                  </a:lnTo>
                  <a:lnTo>
                    <a:pt x="99" y="55"/>
                  </a:lnTo>
                  <a:lnTo>
                    <a:pt x="99" y="54"/>
                  </a:lnTo>
                  <a:lnTo>
                    <a:pt x="99" y="54"/>
                  </a:lnTo>
                  <a:lnTo>
                    <a:pt x="100" y="53"/>
                  </a:lnTo>
                  <a:lnTo>
                    <a:pt x="100" y="45"/>
                  </a:lnTo>
                  <a:lnTo>
                    <a:pt x="85" y="45"/>
                  </a:lnTo>
                  <a:lnTo>
                    <a:pt x="80" y="41"/>
                  </a:lnTo>
                  <a:lnTo>
                    <a:pt x="63" y="41"/>
                  </a:lnTo>
                  <a:lnTo>
                    <a:pt x="63" y="43"/>
                  </a:lnTo>
                  <a:lnTo>
                    <a:pt x="64" y="43"/>
                  </a:lnTo>
                  <a:lnTo>
                    <a:pt x="65" y="45"/>
                  </a:lnTo>
                  <a:lnTo>
                    <a:pt x="68" y="47"/>
                  </a:lnTo>
                  <a:lnTo>
                    <a:pt x="71" y="50"/>
                  </a:lnTo>
                  <a:lnTo>
                    <a:pt x="68" y="51"/>
                  </a:lnTo>
                  <a:lnTo>
                    <a:pt x="67" y="51"/>
                  </a:lnTo>
                  <a:lnTo>
                    <a:pt x="67" y="51"/>
                  </a:lnTo>
                  <a:lnTo>
                    <a:pt x="67" y="51"/>
                  </a:lnTo>
                  <a:lnTo>
                    <a:pt x="67" y="51"/>
                  </a:lnTo>
                  <a:lnTo>
                    <a:pt x="67" y="51"/>
                  </a:lnTo>
                  <a:lnTo>
                    <a:pt x="67" y="52"/>
                  </a:lnTo>
                  <a:lnTo>
                    <a:pt x="66" y="53"/>
                  </a:lnTo>
                  <a:lnTo>
                    <a:pt x="66" y="55"/>
                  </a:lnTo>
                  <a:lnTo>
                    <a:pt x="64" y="56"/>
                  </a:lnTo>
                  <a:lnTo>
                    <a:pt x="64" y="58"/>
                  </a:lnTo>
                  <a:lnTo>
                    <a:pt x="62" y="58"/>
                  </a:lnTo>
                  <a:lnTo>
                    <a:pt x="61" y="59"/>
                  </a:lnTo>
                  <a:lnTo>
                    <a:pt x="59" y="59"/>
                  </a:lnTo>
                  <a:lnTo>
                    <a:pt x="58" y="59"/>
                  </a:lnTo>
                  <a:lnTo>
                    <a:pt x="57" y="58"/>
                  </a:lnTo>
                  <a:lnTo>
                    <a:pt x="57" y="57"/>
                  </a:lnTo>
                  <a:lnTo>
                    <a:pt x="56" y="56"/>
                  </a:lnTo>
                  <a:lnTo>
                    <a:pt x="55" y="54"/>
                  </a:lnTo>
                  <a:lnTo>
                    <a:pt x="54" y="53"/>
                  </a:lnTo>
                  <a:lnTo>
                    <a:pt x="54" y="52"/>
                  </a:lnTo>
                  <a:lnTo>
                    <a:pt x="52" y="51"/>
                  </a:lnTo>
                  <a:lnTo>
                    <a:pt x="49" y="51"/>
                  </a:lnTo>
                  <a:lnTo>
                    <a:pt x="49" y="53"/>
                  </a:lnTo>
                  <a:lnTo>
                    <a:pt x="49" y="53"/>
                  </a:lnTo>
                  <a:lnTo>
                    <a:pt x="48" y="53"/>
                  </a:lnTo>
                  <a:lnTo>
                    <a:pt x="48" y="54"/>
                  </a:lnTo>
                  <a:lnTo>
                    <a:pt x="47" y="54"/>
                  </a:lnTo>
                  <a:lnTo>
                    <a:pt x="34" y="54"/>
                  </a:lnTo>
                  <a:lnTo>
                    <a:pt x="33" y="54"/>
                  </a:lnTo>
                  <a:lnTo>
                    <a:pt x="33" y="53"/>
                  </a:lnTo>
                  <a:lnTo>
                    <a:pt x="32" y="53"/>
                  </a:lnTo>
                  <a:lnTo>
                    <a:pt x="32" y="53"/>
                  </a:lnTo>
                  <a:lnTo>
                    <a:pt x="32" y="51"/>
                  </a:lnTo>
                  <a:lnTo>
                    <a:pt x="31" y="51"/>
                  </a:lnTo>
                  <a:lnTo>
                    <a:pt x="31" y="56"/>
                  </a:lnTo>
                  <a:lnTo>
                    <a:pt x="31" y="56"/>
                  </a:lnTo>
                  <a:lnTo>
                    <a:pt x="31" y="51"/>
                  </a:lnTo>
                  <a:lnTo>
                    <a:pt x="28" y="51"/>
                  </a:lnTo>
                  <a:lnTo>
                    <a:pt x="28" y="51"/>
                  </a:lnTo>
                  <a:lnTo>
                    <a:pt x="28" y="51"/>
                  </a:lnTo>
                  <a:lnTo>
                    <a:pt x="28" y="51"/>
                  </a:lnTo>
                  <a:lnTo>
                    <a:pt x="28" y="51"/>
                  </a:lnTo>
                  <a:lnTo>
                    <a:pt x="28" y="52"/>
                  </a:lnTo>
                  <a:lnTo>
                    <a:pt x="28" y="53"/>
                  </a:lnTo>
                  <a:lnTo>
                    <a:pt x="27" y="55"/>
                  </a:lnTo>
                  <a:lnTo>
                    <a:pt x="26" y="56"/>
                  </a:lnTo>
                  <a:lnTo>
                    <a:pt x="25" y="58"/>
                  </a:lnTo>
                  <a:lnTo>
                    <a:pt x="23" y="58"/>
                  </a:lnTo>
                  <a:lnTo>
                    <a:pt x="22" y="59"/>
                  </a:lnTo>
                  <a:lnTo>
                    <a:pt x="21" y="59"/>
                  </a:lnTo>
                  <a:lnTo>
                    <a:pt x="19" y="59"/>
                  </a:lnTo>
                  <a:lnTo>
                    <a:pt x="18" y="58"/>
                  </a:lnTo>
                  <a:lnTo>
                    <a:pt x="16" y="58"/>
                  </a:lnTo>
                  <a:lnTo>
                    <a:pt x="15" y="57"/>
                  </a:lnTo>
                  <a:lnTo>
                    <a:pt x="14" y="56"/>
                  </a:lnTo>
                  <a:lnTo>
                    <a:pt x="14" y="55"/>
                  </a:lnTo>
                  <a:lnTo>
                    <a:pt x="14" y="53"/>
                  </a:lnTo>
                  <a:lnTo>
                    <a:pt x="13" y="51"/>
                  </a:lnTo>
                  <a:lnTo>
                    <a:pt x="13" y="51"/>
                  </a:lnTo>
                  <a:lnTo>
                    <a:pt x="13" y="52"/>
                  </a:lnTo>
                  <a:lnTo>
                    <a:pt x="12" y="52"/>
                  </a:lnTo>
                  <a:lnTo>
                    <a:pt x="12" y="52"/>
                  </a:lnTo>
                  <a:lnTo>
                    <a:pt x="8" y="51"/>
                  </a:lnTo>
                  <a:lnTo>
                    <a:pt x="5" y="51"/>
                  </a:lnTo>
                  <a:lnTo>
                    <a:pt x="5" y="51"/>
                  </a:lnTo>
                  <a:lnTo>
                    <a:pt x="3" y="51"/>
                  </a:lnTo>
                  <a:lnTo>
                    <a:pt x="2" y="51"/>
                  </a:lnTo>
                  <a:lnTo>
                    <a:pt x="2" y="51"/>
                  </a:lnTo>
                  <a:lnTo>
                    <a:pt x="1" y="51"/>
                  </a:lnTo>
                  <a:lnTo>
                    <a:pt x="1" y="50"/>
                  </a:lnTo>
                  <a:lnTo>
                    <a:pt x="1" y="47"/>
                  </a:lnTo>
                  <a:lnTo>
                    <a:pt x="1" y="47"/>
                  </a:lnTo>
                  <a:lnTo>
                    <a:pt x="0" y="47"/>
                  </a:lnTo>
                  <a:lnTo>
                    <a:pt x="0" y="47"/>
                  </a:lnTo>
                  <a:lnTo>
                    <a:pt x="0" y="46"/>
                  </a:lnTo>
                  <a:lnTo>
                    <a:pt x="0" y="46"/>
                  </a:lnTo>
                  <a:lnTo>
                    <a:pt x="0" y="41"/>
                  </a:lnTo>
                  <a:lnTo>
                    <a:pt x="0" y="41"/>
                  </a:lnTo>
                  <a:lnTo>
                    <a:pt x="0" y="40"/>
                  </a:lnTo>
                  <a:lnTo>
                    <a:pt x="0" y="39"/>
                  </a:lnTo>
                  <a:lnTo>
                    <a:pt x="1" y="39"/>
                  </a:lnTo>
                  <a:lnTo>
                    <a:pt x="1" y="39"/>
                  </a:lnTo>
                  <a:lnTo>
                    <a:pt x="1" y="33"/>
                  </a:lnTo>
                  <a:lnTo>
                    <a:pt x="4" y="30"/>
                  </a:lnTo>
                  <a:lnTo>
                    <a:pt x="5" y="19"/>
                  </a:lnTo>
                  <a:lnTo>
                    <a:pt x="5" y="18"/>
                  </a:lnTo>
                  <a:lnTo>
                    <a:pt x="6" y="17"/>
                  </a:lnTo>
                  <a:lnTo>
                    <a:pt x="6" y="16"/>
                  </a:lnTo>
                  <a:lnTo>
                    <a:pt x="7" y="16"/>
                  </a:lnTo>
                  <a:lnTo>
                    <a:pt x="8" y="16"/>
                  </a:lnTo>
                  <a:lnTo>
                    <a:pt x="15" y="7"/>
                  </a:lnTo>
                  <a:lnTo>
                    <a:pt x="16" y="6"/>
                  </a:lnTo>
                  <a:lnTo>
                    <a:pt x="17" y="6"/>
                  </a:lnTo>
                  <a:lnTo>
                    <a:pt x="18" y="5"/>
                  </a:lnTo>
                  <a:lnTo>
                    <a:pt x="19" y="4"/>
                  </a:lnTo>
                  <a:lnTo>
                    <a:pt x="20" y="4"/>
                  </a:lnTo>
                  <a:lnTo>
                    <a:pt x="21" y="4"/>
                  </a:lnTo>
                  <a:lnTo>
                    <a:pt x="22" y="4"/>
                  </a:lnTo>
                  <a:lnTo>
                    <a:pt x="23" y="3"/>
                  </a:lnTo>
                  <a:lnTo>
                    <a:pt x="31" y="3"/>
                  </a:lnTo>
                  <a:lnTo>
                    <a:pt x="31" y="15"/>
                  </a:lnTo>
                  <a:lnTo>
                    <a:pt x="31" y="15"/>
                  </a:lnTo>
                </a:path>
              </a:pathLst>
            </a:custGeom>
            <a:solidFill>
              <a:srgbClr val="000000"/>
            </a:solidFill>
            <a:ln cap="rnd">
              <a:noFill/>
              <a:round/>
            </a:ln>
            <a:effectLst/>
          </p:spPr>
        </p:sp>
        <p:sp>
          <p:nvSpPr>
            <p:cNvPr id="62398" name=""/>
            <p:cNvSpPr/>
            <p:nvPr/>
          </p:nvSpPr>
          <p:spPr>
            <a:xfrm>
              <a:off x="3503" y="1244"/>
              <a:ext cx="1" cy="1"/>
            </a:xfrm>
            <a:custGeom>
              <a:pathLst>
                <a:path w="1" h="1">
                  <a:moveTo>
                    <a:pt x="0" y="0"/>
                  </a:moveTo>
                  <a:lnTo>
                    <a:pt x="0" y="0"/>
                  </a:lnTo>
                  <a:lnTo>
                    <a:pt x="0" y="0"/>
                  </a:lnTo>
                  <a:lnTo>
                    <a:pt x="0" y="0"/>
                  </a:lnTo>
                  <a:lnTo>
                    <a:pt x="0" y="0"/>
                  </a:lnTo>
                </a:path>
              </a:pathLst>
            </a:custGeom>
            <a:solidFill>
              <a:srgbClr val="FFFFFF"/>
            </a:solidFill>
            <a:ln cap="rnd">
              <a:noFill/>
              <a:round/>
            </a:ln>
            <a:effectLst/>
          </p:spPr>
        </p:sp>
        <p:sp>
          <p:nvSpPr>
            <p:cNvPr id="62399" name=""/>
            <p:cNvSpPr/>
            <p:nvPr/>
          </p:nvSpPr>
          <p:spPr>
            <a:xfrm>
              <a:off x="3503" y="1244"/>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400" name=""/>
            <p:cNvSpPr/>
            <p:nvPr/>
          </p:nvSpPr>
          <p:spPr>
            <a:xfrm>
              <a:off x="3278" y="1187"/>
              <a:ext cx="228" cy="61"/>
            </a:xfrm>
            <a:custGeom>
              <a:pathLst>
                <a:path w="228" h="61">
                  <a:moveTo>
                    <a:pt x="30" y="16"/>
                  </a:moveTo>
                  <a:lnTo>
                    <a:pt x="32" y="15"/>
                  </a:lnTo>
                  <a:lnTo>
                    <a:pt x="33" y="17"/>
                  </a:lnTo>
                  <a:lnTo>
                    <a:pt x="32" y="15"/>
                  </a:lnTo>
                  <a:lnTo>
                    <a:pt x="30" y="15"/>
                  </a:lnTo>
                  <a:lnTo>
                    <a:pt x="30" y="13"/>
                  </a:lnTo>
                  <a:lnTo>
                    <a:pt x="30" y="13"/>
                  </a:lnTo>
                  <a:lnTo>
                    <a:pt x="31" y="12"/>
                  </a:lnTo>
                  <a:lnTo>
                    <a:pt x="31" y="12"/>
                  </a:lnTo>
                  <a:lnTo>
                    <a:pt x="32" y="12"/>
                  </a:lnTo>
                  <a:lnTo>
                    <a:pt x="32" y="12"/>
                  </a:lnTo>
                  <a:lnTo>
                    <a:pt x="33" y="12"/>
                  </a:lnTo>
                  <a:lnTo>
                    <a:pt x="34" y="12"/>
                  </a:lnTo>
                  <a:lnTo>
                    <a:pt x="34" y="13"/>
                  </a:lnTo>
                  <a:lnTo>
                    <a:pt x="34" y="13"/>
                  </a:lnTo>
                  <a:lnTo>
                    <a:pt x="35" y="28"/>
                  </a:lnTo>
                  <a:lnTo>
                    <a:pt x="34" y="31"/>
                  </a:lnTo>
                  <a:lnTo>
                    <a:pt x="35" y="31"/>
                  </a:lnTo>
                  <a:lnTo>
                    <a:pt x="35" y="31"/>
                  </a:lnTo>
                  <a:lnTo>
                    <a:pt x="37" y="31"/>
                  </a:lnTo>
                  <a:lnTo>
                    <a:pt x="37" y="31"/>
                  </a:lnTo>
                  <a:lnTo>
                    <a:pt x="39" y="32"/>
                  </a:lnTo>
                  <a:lnTo>
                    <a:pt x="39" y="32"/>
                  </a:lnTo>
                  <a:lnTo>
                    <a:pt x="40" y="32"/>
                  </a:lnTo>
                  <a:lnTo>
                    <a:pt x="40" y="32"/>
                  </a:lnTo>
                  <a:lnTo>
                    <a:pt x="40" y="45"/>
                  </a:lnTo>
                  <a:lnTo>
                    <a:pt x="52" y="45"/>
                  </a:lnTo>
                  <a:lnTo>
                    <a:pt x="53" y="43"/>
                  </a:lnTo>
                  <a:lnTo>
                    <a:pt x="56" y="43"/>
                  </a:lnTo>
                  <a:lnTo>
                    <a:pt x="56" y="41"/>
                  </a:lnTo>
                  <a:lnTo>
                    <a:pt x="44" y="41"/>
                  </a:lnTo>
                  <a:lnTo>
                    <a:pt x="44" y="39"/>
                  </a:lnTo>
                  <a:lnTo>
                    <a:pt x="44" y="0"/>
                  </a:lnTo>
                  <a:lnTo>
                    <a:pt x="227" y="0"/>
                  </a:lnTo>
                  <a:lnTo>
                    <a:pt x="227" y="39"/>
                  </a:lnTo>
                  <a:lnTo>
                    <a:pt x="227" y="45"/>
                  </a:lnTo>
                  <a:lnTo>
                    <a:pt x="226" y="45"/>
                  </a:lnTo>
                  <a:lnTo>
                    <a:pt x="226" y="48"/>
                  </a:lnTo>
                  <a:lnTo>
                    <a:pt x="225" y="51"/>
                  </a:lnTo>
                  <a:lnTo>
                    <a:pt x="225" y="57"/>
                  </a:lnTo>
                  <a:lnTo>
                    <a:pt x="224" y="57"/>
                  </a:lnTo>
                  <a:lnTo>
                    <a:pt x="224" y="51"/>
                  </a:lnTo>
                  <a:lnTo>
                    <a:pt x="212" y="51"/>
                  </a:lnTo>
                  <a:lnTo>
                    <a:pt x="212" y="51"/>
                  </a:lnTo>
                  <a:lnTo>
                    <a:pt x="212" y="51"/>
                  </a:lnTo>
                  <a:lnTo>
                    <a:pt x="212" y="51"/>
                  </a:lnTo>
                  <a:lnTo>
                    <a:pt x="212" y="52"/>
                  </a:lnTo>
                  <a:lnTo>
                    <a:pt x="212" y="53"/>
                  </a:lnTo>
                  <a:lnTo>
                    <a:pt x="211" y="54"/>
                  </a:lnTo>
                  <a:lnTo>
                    <a:pt x="211" y="55"/>
                  </a:lnTo>
                  <a:lnTo>
                    <a:pt x="210" y="57"/>
                  </a:lnTo>
                  <a:lnTo>
                    <a:pt x="208" y="58"/>
                  </a:lnTo>
                  <a:lnTo>
                    <a:pt x="207" y="59"/>
                  </a:lnTo>
                  <a:lnTo>
                    <a:pt x="206" y="59"/>
                  </a:lnTo>
                  <a:lnTo>
                    <a:pt x="205" y="60"/>
                  </a:lnTo>
                  <a:lnTo>
                    <a:pt x="203" y="59"/>
                  </a:lnTo>
                  <a:lnTo>
                    <a:pt x="202" y="59"/>
                  </a:lnTo>
                  <a:lnTo>
                    <a:pt x="201" y="57"/>
                  </a:lnTo>
                  <a:lnTo>
                    <a:pt x="201" y="56"/>
                  </a:lnTo>
                  <a:lnTo>
                    <a:pt x="200" y="54"/>
                  </a:lnTo>
                  <a:lnTo>
                    <a:pt x="199" y="54"/>
                  </a:lnTo>
                  <a:lnTo>
                    <a:pt x="198" y="52"/>
                  </a:lnTo>
                  <a:lnTo>
                    <a:pt x="197" y="52"/>
                  </a:lnTo>
                  <a:lnTo>
                    <a:pt x="194" y="52"/>
                  </a:lnTo>
                  <a:lnTo>
                    <a:pt x="194" y="52"/>
                  </a:lnTo>
                  <a:lnTo>
                    <a:pt x="194" y="51"/>
                  </a:lnTo>
                  <a:lnTo>
                    <a:pt x="194" y="51"/>
                  </a:lnTo>
                  <a:lnTo>
                    <a:pt x="194" y="52"/>
                  </a:lnTo>
                  <a:lnTo>
                    <a:pt x="193" y="53"/>
                  </a:lnTo>
                  <a:lnTo>
                    <a:pt x="193" y="54"/>
                  </a:lnTo>
                  <a:lnTo>
                    <a:pt x="192" y="55"/>
                  </a:lnTo>
                  <a:lnTo>
                    <a:pt x="191" y="57"/>
                  </a:lnTo>
                  <a:lnTo>
                    <a:pt x="191" y="58"/>
                  </a:lnTo>
                  <a:lnTo>
                    <a:pt x="189" y="59"/>
                  </a:lnTo>
                  <a:lnTo>
                    <a:pt x="187" y="59"/>
                  </a:lnTo>
                  <a:lnTo>
                    <a:pt x="186" y="60"/>
                  </a:lnTo>
                  <a:lnTo>
                    <a:pt x="185" y="59"/>
                  </a:lnTo>
                  <a:lnTo>
                    <a:pt x="183" y="59"/>
                  </a:lnTo>
                  <a:lnTo>
                    <a:pt x="183" y="57"/>
                  </a:lnTo>
                  <a:lnTo>
                    <a:pt x="182" y="56"/>
                  </a:lnTo>
                  <a:lnTo>
                    <a:pt x="181" y="54"/>
                  </a:lnTo>
                  <a:lnTo>
                    <a:pt x="181" y="54"/>
                  </a:lnTo>
                  <a:lnTo>
                    <a:pt x="180" y="52"/>
                  </a:lnTo>
                  <a:lnTo>
                    <a:pt x="179" y="52"/>
                  </a:lnTo>
                  <a:lnTo>
                    <a:pt x="169" y="52"/>
                  </a:lnTo>
                  <a:lnTo>
                    <a:pt x="169" y="50"/>
                  </a:lnTo>
                  <a:lnTo>
                    <a:pt x="167" y="50"/>
                  </a:lnTo>
                  <a:lnTo>
                    <a:pt x="167" y="48"/>
                  </a:lnTo>
                  <a:lnTo>
                    <a:pt x="139" y="48"/>
                  </a:lnTo>
                  <a:lnTo>
                    <a:pt x="139" y="52"/>
                  </a:lnTo>
                  <a:lnTo>
                    <a:pt x="126" y="52"/>
                  </a:lnTo>
                  <a:lnTo>
                    <a:pt x="126" y="53"/>
                  </a:lnTo>
                  <a:lnTo>
                    <a:pt x="125" y="54"/>
                  </a:lnTo>
                  <a:lnTo>
                    <a:pt x="125" y="54"/>
                  </a:lnTo>
                  <a:lnTo>
                    <a:pt x="124" y="54"/>
                  </a:lnTo>
                  <a:lnTo>
                    <a:pt x="124" y="54"/>
                  </a:lnTo>
                  <a:lnTo>
                    <a:pt x="110" y="54"/>
                  </a:lnTo>
                  <a:lnTo>
                    <a:pt x="110" y="54"/>
                  </a:lnTo>
                  <a:lnTo>
                    <a:pt x="109" y="54"/>
                  </a:lnTo>
                  <a:lnTo>
                    <a:pt x="109" y="54"/>
                  </a:lnTo>
                  <a:lnTo>
                    <a:pt x="109" y="53"/>
                  </a:lnTo>
                  <a:lnTo>
                    <a:pt x="109" y="52"/>
                  </a:lnTo>
                  <a:lnTo>
                    <a:pt x="101" y="52"/>
                  </a:lnTo>
                  <a:lnTo>
                    <a:pt x="101" y="54"/>
                  </a:lnTo>
                  <a:lnTo>
                    <a:pt x="101" y="54"/>
                  </a:lnTo>
                  <a:lnTo>
                    <a:pt x="101" y="54"/>
                  </a:lnTo>
                  <a:lnTo>
                    <a:pt x="101" y="55"/>
                  </a:lnTo>
                  <a:lnTo>
                    <a:pt x="102" y="56"/>
                  </a:lnTo>
                  <a:lnTo>
                    <a:pt x="101" y="57"/>
                  </a:lnTo>
                  <a:lnTo>
                    <a:pt x="101" y="57"/>
                  </a:lnTo>
                  <a:lnTo>
                    <a:pt x="101" y="57"/>
                  </a:lnTo>
                  <a:lnTo>
                    <a:pt x="100" y="57"/>
                  </a:lnTo>
                  <a:lnTo>
                    <a:pt x="99" y="57"/>
                  </a:lnTo>
                  <a:lnTo>
                    <a:pt x="98" y="57"/>
                  </a:lnTo>
                  <a:lnTo>
                    <a:pt x="98" y="57"/>
                  </a:lnTo>
                  <a:lnTo>
                    <a:pt x="98" y="56"/>
                  </a:lnTo>
                  <a:lnTo>
                    <a:pt x="98" y="55"/>
                  </a:lnTo>
                  <a:lnTo>
                    <a:pt x="98" y="54"/>
                  </a:lnTo>
                  <a:lnTo>
                    <a:pt x="98" y="54"/>
                  </a:lnTo>
                  <a:lnTo>
                    <a:pt x="99" y="54"/>
                  </a:lnTo>
                  <a:lnTo>
                    <a:pt x="99" y="45"/>
                  </a:lnTo>
                  <a:lnTo>
                    <a:pt x="84" y="45"/>
                  </a:lnTo>
                  <a:lnTo>
                    <a:pt x="79" y="41"/>
                  </a:lnTo>
                  <a:lnTo>
                    <a:pt x="62" y="41"/>
                  </a:lnTo>
                  <a:lnTo>
                    <a:pt x="62" y="43"/>
                  </a:lnTo>
                  <a:lnTo>
                    <a:pt x="64" y="43"/>
                  </a:lnTo>
                  <a:lnTo>
                    <a:pt x="65" y="45"/>
                  </a:lnTo>
                  <a:lnTo>
                    <a:pt x="68" y="48"/>
                  </a:lnTo>
                  <a:lnTo>
                    <a:pt x="71" y="50"/>
                  </a:lnTo>
                  <a:lnTo>
                    <a:pt x="68" y="52"/>
                  </a:lnTo>
                  <a:lnTo>
                    <a:pt x="67" y="52"/>
                  </a:lnTo>
                  <a:lnTo>
                    <a:pt x="67" y="52"/>
                  </a:lnTo>
                  <a:lnTo>
                    <a:pt x="67" y="51"/>
                  </a:lnTo>
                  <a:lnTo>
                    <a:pt x="67" y="51"/>
                  </a:lnTo>
                  <a:lnTo>
                    <a:pt x="67" y="52"/>
                  </a:lnTo>
                  <a:lnTo>
                    <a:pt x="66" y="53"/>
                  </a:lnTo>
                  <a:lnTo>
                    <a:pt x="65" y="54"/>
                  </a:lnTo>
                  <a:lnTo>
                    <a:pt x="65" y="55"/>
                  </a:lnTo>
                  <a:lnTo>
                    <a:pt x="64" y="57"/>
                  </a:lnTo>
                  <a:lnTo>
                    <a:pt x="63" y="58"/>
                  </a:lnTo>
                  <a:lnTo>
                    <a:pt x="62" y="59"/>
                  </a:lnTo>
                  <a:lnTo>
                    <a:pt x="60" y="59"/>
                  </a:lnTo>
                  <a:lnTo>
                    <a:pt x="59" y="60"/>
                  </a:lnTo>
                  <a:lnTo>
                    <a:pt x="58" y="59"/>
                  </a:lnTo>
                  <a:lnTo>
                    <a:pt x="56" y="59"/>
                  </a:lnTo>
                  <a:lnTo>
                    <a:pt x="56" y="57"/>
                  </a:lnTo>
                  <a:lnTo>
                    <a:pt x="56" y="56"/>
                  </a:lnTo>
                  <a:lnTo>
                    <a:pt x="55" y="54"/>
                  </a:lnTo>
                  <a:lnTo>
                    <a:pt x="53" y="54"/>
                  </a:lnTo>
                  <a:lnTo>
                    <a:pt x="53" y="52"/>
                  </a:lnTo>
                  <a:lnTo>
                    <a:pt x="51" y="52"/>
                  </a:lnTo>
                  <a:lnTo>
                    <a:pt x="49" y="52"/>
                  </a:lnTo>
                  <a:lnTo>
                    <a:pt x="49" y="53"/>
                  </a:lnTo>
                  <a:lnTo>
                    <a:pt x="48" y="54"/>
                  </a:lnTo>
                  <a:lnTo>
                    <a:pt x="48" y="54"/>
                  </a:lnTo>
                  <a:lnTo>
                    <a:pt x="47" y="54"/>
                  </a:lnTo>
                  <a:lnTo>
                    <a:pt x="47" y="54"/>
                  </a:lnTo>
                  <a:lnTo>
                    <a:pt x="33" y="54"/>
                  </a:lnTo>
                  <a:lnTo>
                    <a:pt x="32" y="54"/>
                  </a:lnTo>
                  <a:lnTo>
                    <a:pt x="32" y="54"/>
                  </a:lnTo>
                  <a:lnTo>
                    <a:pt x="32" y="54"/>
                  </a:lnTo>
                  <a:lnTo>
                    <a:pt x="32" y="53"/>
                  </a:lnTo>
                  <a:lnTo>
                    <a:pt x="32" y="52"/>
                  </a:lnTo>
                  <a:lnTo>
                    <a:pt x="31" y="52"/>
                  </a:lnTo>
                  <a:lnTo>
                    <a:pt x="30" y="57"/>
                  </a:lnTo>
                  <a:lnTo>
                    <a:pt x="30" y="57"/>
                  </a:lnTo>
                  <a:lnTo>
                    <a:pt x="30" y="52"/>
                  </a:lnTo>
                  <a:lnTo>
                    <a:pt x="27" y="52"/>
                  </a:lnTo>
                  <a:lnTo>
                    <a:pt x="27" y="52"/>
                  </a:lnTo>
                  <a:lnTo>
                    <a:pt x="27" y="51"/>
                  </a:lnTo>
                  <a:lnTo>
                    <a:pt x="27" y="51"/>
                  </a:lnTo>
                  <a:lnTo>
                    <a:pt x="27" y="52"/>
                  </a:lnTo>
                  <a:lnTo>
                    <a:pt x="27" y="53"/>
                  </a:lnTo>
                  <a:lnTo>
                    <a:pt x="27" y="54"/>
                  </a:lnTo>
                  <a:lnTo>
                    <a:pt x="27" y="55"/>
                  </a:lnTo>
                  <a:lnTo>
                    <a:pt x="25" y="57"/>
                  </a:lnTo>
                  <a:lnTo>
                    <a:pt x="25" y="58"/>
                  </a:lnTo>
                  <a:lnTo>
                    <a:pt x="23" y="59"/>
                  </a:lnTo>
                  <a:lnTo>
                    <a:pt x="21" y="59"/>
                  </a:lnTo>
                  <a:lnTo>
                    <a:pt x="20" y="60"/>
                  </a:lnTo>
                  <a:lnTo>
                    <a:pt x="18" y="60"/>
                  </a:lnTo>
                  <a:lnTo>
                    <a:pt x="17" y="59"/>
                  </a:lnTo>
                  <a:lnTo>
                    <a:pt x="16" y="59"/>
                  </a:lnTo>
                  <a:lnTo>
                    <a:pt x="15" y="57"/>
                  </a:lnTo>
                  <a:lnTo>
                    <a:pt x="14" y="57"/>
                  </a:lnTo>
                  <a:lnTo>
                    <a:pt x="13" y="55"/>
                  </a:lnTo>
                  <a:lnTo>
                    <a:pt x="13" y="54"/>
                  </a:lnTo>
                  <a:lnTo>
                    <a:pt x="13" y="52"/>
                  </a:lnTo>
                  <a:lnTo>
                    <a:pt x="12" y="52"/>
                  </a:lnTo>
                  <a:lnTo>
                    <a:pt x="12" y="52"/>
                  </a:lnTo>
                  <a:lnTo>
                    <a:pt x="11" y="52"/>
                  </a:lnTo>
                  <a:lnTo>
                    <a:pt x="11" y="52"/>
                  </a:lnTo>
                  <a:lnTo>
                    <a:pt x="8" y="52"/>
                  </a:lnTo>
                  <a:lnTo>
                    <a:pt x="4" y="52"/>
                  </a:lnTo>
                  <a:lnTo>
                    <a:pt x="4" y="52"/>
                  </a:lnTo>
                  <a:lnTo>
                    <a:pt x="2" y="51"/>
                  </a:lnTo>
                  <a:lnTo>
                    <a:pt x="1" y="51"/>
                  </a:lnTo>
                  <a:lnTo>
                    <a:pt x="1" y="51"/>
                  </a:lnTo>
                  <a:lnTo>
                    <a:pt x="1" y="51"/>
                  </a:lnTo>
                  <a:lnTo>
                    <a:pt x="0" y="51"/>
                  </a:lnTo>
                  <a:lnTo>
                    <a:pt x="0" y="48"/>
                  </a:lnTo>
                  <a:lnTo>
                    <a:pt x="0" y="48"/>
                  </a:lnTo>
                  <a:lnTo>
                    <a:pt x="0" y="47"/>
                  </a:lnTo>
                  <a:lnTo>
                    <a:pt x="0" y="47"/>
                  </a:lnTo>
                  <a:lnTo>
                    <a:pt x="0" y="47"/>
                  </a:lnTo>
                  <a:lnTo>
                    <a:pt x="0" y="47"/>
                  </a:lnTo>
                  <a:lnTo>
                    <a:pt x="0" y="41"/>
                  </a:lnTo>
                  <a:lnTo>
                    <a:pt x="0" y="41"/>
                  </a:lnTo>
                  <a:lnTo>
                    <a:pt x="0" y="40"/>
                  </a:lnTo>
                  <a:lnTo>
                    <a:pt x="0" y="40"/>
                  </a:lnTo>
                  <a:lnTo>
                    <a:pt x="0" y="40"/>
                  </a:lnTo>
                  <a:lnTo>
                    <a:pt x="1" y="40"/>
                  </a:lnTo>
                  <a:lnTo>
                    <a:pt x="1" y="33"/>
                  </a:lnTo>
                  <a:lnTo>
                    <a:pt x="4" y="30"/>
                  </a:lnTo>
                  <a:lnTo>
                    <a:pt x="4" y="20"/>
                  </a:lnTo>
                  <a:lnTo>
                    <a:pt x="4" y="19"/>
                  </a:lnTo>
                  <a:lnTo>
                    <a:pt x="5" y="17"/>
                  </a:lnTo>
                  <a:lnTo>
                    <a:pt x="6" y="17"/>
                  </a:lnTo>
                  <a:lnTo>
                    <a:pt x="7" y="17"/>
                  </a:lnTo>
                  <a:lnTo>
                    <a:pt x="8" y="17"/>
                  </a:lnTo>
                  <a:lnTo>
                    <a:pt x="15" y="8"/>
                  </a:lnTo>
                  <a:lnTo>
                    <a:pt x="15" y="7"/>
                  </a:lnTo>
                  <a:lnTo>
                    <a:pt x="16" y="6"/>
                  </a:lnTo>
                  <a:lnTo>
                    <a:pt x="17" y="5"/>
                  </a:lnTo>
                  <a:lnTo>
                    <a:pt x="18" y="5"/>
                  </a:lnTo>
                  <a:lnTo>
                    <a:pt x="19" y="5"/>
                  </a:lnTo>
                  <a:lnTo>
                    <a:pt x="20" y="4"/>
                  </a:lnTo>
                  <a:lnTo>
                    <a:pt x="21" y="4"/>
                  </a:lnTo>
                  <a:lnTo>
                    <a:pt x="23" y="4"/>
                  </a:lnTo>
                  <a:lnTo>
                    <a:pt x="30" y="4"/>
                  </a:lnTo>
                  <a:lnTo>
                    <a:pt x="30" y="16"/>
                  </a:lnTo>
                  <a:lnTo>
                    <a:pt x="30" y="16"/>
                  </a:lnTo>
                  <a:lnTo>
                    <a:pt x="30" y="16"/>
                  </a:lnTo>
                </a:path>
              </a:pathLst>
            </a:custGeom>
            <a:solidFill>
              <a:srgbClr val="000000"/>
            </a:solidFill>
            <a:ln cap="rnd">
              <a:noFill/>
              <a:round/>
            </a:ln>
            <a:effectLst/>
          </p:spPr>
        </p:sp>
        <p:sp>
          <p:nvSpPr>
            <p:cNvPr id="62401" name=""/>
            <p:cNvSpPr/>
            <p:nvPr/>
          </p:nvSpPr>
          <p:spPr>
            <a:xfrm>
              <a:off x="4086" y="1244"/>
              <a:ext cx="1" cy="1"/>
            </a:xfrm>
            <a:custGeom>
              <a:pathLst>
                <a:path w="1" h="1">
                  <a:moveTo>
                    <a:pt x="0" y="0"/>
                  </a:moveTo>
                  <a:lnTo>
                    <a:pt x="0" y="0"/>
                  </a:lnTo>
                  <a:lnTo>
                    <a:pt x="0" y="0"/>
                  </a:lnTo>
                  <a:lnTo>
                    <a:pt x="0" y="0"/>
                  </a:lnTo>
                  <a:lnTo>
                    <a:pt x="0" y="0"/>
                  </a:lnTo>
                </a:path>
              </a:pathLst>
            </a:custGeom>
            <a:solidFill>
              <a:srgbClr val="FFFFFF"/>
            </a:solidFill>
            <a:ln cap="rnd">
              <a:noFill/>
              <a:round/>
            </a:ln>
            <a:effectLst/>
          </p:spPr>
        </p:sp>
        <p:sp>
          <p:nvSpPr>
            <p:cNvPr id="62402" name=""/>
            <p:cNvSpPr/>
            <p:nvPr/>
          </p:nvSpPr>
          <p:spPr>
            <a:xfrm>
              <a:off x="4086" y="1244"/>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403" name=""/>
            <p:cNvSpPr/>
            <p:nvPr/>
          </p:nvSpPr>
          <p:spPr>
            <a:xfrm>
              <a:off x="3860" y="1187"/>
              <a:ext cx="229" cy="61"/>
            </a:xfrm>
            <a:custGeom>
              <a:pathLst>
                <a:path w="229" h="61">
                  <a:moveTo>
                    <a:pt x="31" y="16"/>
                  </a:moveTo>
                  <a:lnTo>
                    <a:pt x="32" y="15"/>
                  </a:lnTo>
                  <a:lnTo>
                    <a:pt x="34" y="17"/>
                  </a:lnTo>
                  <a:lnTo>
                    <a:pt x="32" y="15"/>
                  </a:lnTo>
                  <a:lnTo>
                    <a:pt x="31" y="15"/>
                  </a:lnTo>
                  <a:lnTo>
                    <a:pt x="31" y="13"/>
                  </a:lnTo>
                  <a:lnTo>
                    <a:pt x="32" y="13"/>
                  </a:lnTo>
                  <a:lnTo>
                    <a:pt x="32" y="12"/>
                  </a:lnTo>
                  <a:lnTo>
                    <a:pt x="32" y="12"/>
                  </a:lnTo>
                  <a:lnTo>
                    <a:pt x="32" y="12"/>
                  </a:lnTo>
                  <a:lnTo>
                    <a:pt x="34" y="12"/>
                  </a:lnTo>
                  <a:lnTo>
                    <a:pt x="35" y="12"/>
                  </a:lnTo>
                  <a:lnTo>
                    <a:pt x="35" y="12"/>
                  </a:lnTo>
                  <a:lnTo>
                    <a:pt x="35" y="13"/>
                  </a:lnTo>
                  <a:lnTo>
                    <a:pt x="35" y="13"/>
                  </a:lnTo>
                  <a:lnTo>
                    <a:pt x="36" y="28"/>
                  </a:lnTo>
                  <a:lnTo>
                    <a:pt x="35" y="31"/>
                  </a:lnTo>
                  <a:lnTo>
                    <a:pt x="36" y="31"/>
                  </a:lnTo>
                  <a:lnTo>
                    <a:pt x="37" y="31"/>
                  </a:lnTo>
                  <a:lnTo>
                    <a:pt x="37" y="31"/>
                  </a:lnTo>
                  <a:lnTo>
                    <a:pt x="39" y="31"/>
                  </a:lnTo>
                  <a:lnTo>
                    <a:pt x="39" y="32"/>
                  </a:lnTo>
                  <a:lnTo>
                    <a:pt x="40" y="32"/>
                  </a:lnTo>
                  <a:lnTo>
                    <a:pt x="41" y="32"/>
                  </a:lnTo>
                  <a:lnTo>
                    <a:pt x="41" y="32"/>
                  </a:lnTo>
                  <a:lnTo>
                    <a:pt x="41" y="45"/>
                  </a:lnTo>
                  <a:lnTo>
                    <a:pt x="53" y="45"/>
                  </a:lnTo>
                  <a:lnTo>
                    <a:pt x="54" y="43"/>
                  </a:lnTo>
                  <a:lnTo>
                    <a:pt x="56" y="43"/>
                  </a:lnTo>
                  <a:lnTo>
                    <a:pt x="56" y="41"/>
                  </a:lnTo>
                  <a:lnTo>
                    <a:pt x="44" y="41"/>
                  </a:lnTo>
                  <a:lnTo>
                    <a:pt x="44" y="39"/>
                  </a:lnTo>
                  <a:lnTo>
                    <a:pt x="44" y="0"/>
                  </a:lnTo>
                  <a:lnTo>
                    <a:pt x="228" y="0"/>
                  </a:lnTo>
                  <a:lnTo>
                    <a:pt x="228" y="39"/>
                  </a:lnTo>
                  <a:lnTo>
                    <a:pt x="228" y="45"/>
                  </a:lnTo>
                  <a:lnTo>
                    <a:pt x="227" y="45"/>
                  </a:lnTo>
                  <a:lnTo>
                    <a:pt x="227" y="48"/>
                  </a:lnTo>
                  <a:lnTo>
                    <a:pt x="226" y="51"/>
                  </a:lnTo>
                  <a:lnTo>
                    <a:pt x="226" y="57"/>
                  </a:lnTo>
                  <a:lnTo>
                    <a:pt x="224" y="57"/>
                  </a:lnTo>
                  <a:lnTo>
                    <a:pt x="224" y="51"/>
                  </a:lnTo>
                  <a:lnTo>
                    <a:pt x="213" y="51"/>
                  </a:lnTo>
                  <a:lnTo>
                    <a:pt x="213" y="51"/>
                  </a:lnTo>
                  <a:lnTo>
                    <a:pt x="213" y="51"/>
                  </a:lnTo>
                  <a:lnTo>
                    <a:pt x="213" y="51"/>
                  </a:lnTo>
                  <a:lnTo>
                    <a:pt x="213" y="52"/>
                  </a:lnTo>
                  <a:lnTo>
                    <a:pt x="213" y="53"/>
                  </a:lnTo>
                  <a:lnTo>
                    <a:pt x="212" y="54"/>
                  </a:lnTo>
                  <a:lnTo>
                    <a:pt x="212" y="55"/>
                  </a:lnTo>
                  <a:lnTo>
                    <a:pt x="210" y="57"/>
                  </a:lnTo>
                  <a:lnTo>
                    <a:pt x="210" y="58"/>
                  </a:lnTo>
                  <a:lnTo>
                    <a:pt x="208" y="59"/>
                  </a:lnTo>
                  <a:lnTo>
                    <a:pt x="207" y="59"/>
                  </a:lnTo>
                  <a:lnTo>
                    <a:pt x="205" y="60"/>
                  </a:lnTo>
                  <a:lnTo>
                    <a:pt x="204" y="59"/>
                  </a:lnTo>
                  <a:lnTo>
                    <a:pt x="203" y="59"/>
                  </a:lnTo>
                  <a:lnTo>
                    <a:pt x="203" y="57"/>
                  </a:lnTo>
                  <a:lnTo>
                    <a:pt x="202" y="56"/>
                  </a:lnTo>
                  <a:lnTo>
                    <a:pt x="201" y="54"/>
                  </a:lnTo>
                  <a:lnTo>
                    <a:pt x="200" y="54"/>
                  </a:lnTo>
                  <a:lnTo>
                    <a:pt x="199" y="52"/>
                  </a:lnTo>
                  <a:lnTo>
                    <a:pt x="198" y="52"/>
                  </a:lnTo>
                  <a:lnTo>
                    <a:pt x="195" y="52"/>
                  </a:lnTo>
                  <a:lnTo>
                    <a:pt x="195" y="52"/>
                  </a:lnTo>
                  <a:lnTo>
                    <a:pt x="195" y="51"/>
                  </a:lnTo>
                  <a:lnTo>
                    <a:pt x="195" y="51"/>
                  </a:lnTo>
                  <a:lnTo>
                    <a:pt x="195" y="52"/>
                  </a:lnTo>
                  <a:lnTo>
                    <a:pt x="195" y="53"/>
                  </a:lnTo>
                  <a:lnTo>
                    <a:pt x="194" y="54"/>
                  </a:lnTo>
                  <a:lnTo>
                    <a:pt x="193" y="55"/>
                  </a:lnTo>
                  <a:lnTo>
                    <a:pt x="193" y="57"/>
                  </a:lnTo>
                  <a:lnTo>
                    <a:pt x="191" y="58"/>
                  </a:lnTo>
                  <a:lnTo>
                    <a:pt x="190" y="59"/>
                  </a:lnTo>
                  <a:lnTo>
                    <a:pt x="188" y="59"/>
                  </a:lnTo>
                  <a:lnTo>
                    <a:pt x="187" y="60"/>
                  </a:lnTo>
                  <a:lnTo>
                    <a:pt x="186" y="59"/>
                  </a:lnTo>
                  <a:lnTo>
                    <a:pt x="185" y="59"/>
                  </a:lnTo>
                  <a:lnTo>
                    <a:pt x="184" y="57"/>
                  </a:lnTo>
                  <a:lnTo>
                    <a:pt x="183" y="56"/>
                  </a:lnTo>
                  <a:lnTo>
                    <a:pt x="183" y="54"/>
                  </a:lnTo>
                  <a:lnTo>
                    <a:pt x="182" y="54"/>
                  </a:lnTo>
                  <a:lnTo>
                    <a:pt x="181" y="52"/>
                  </a:lnTo>
                  <a:lnTo>
                    <a:pt x="179" y="52"/>
                  </a:lnTo>
                  <a:lnTo>
                    <a:pt x="169" y="52"/>
                  </a:lnTo>
                  <a:lnTo>
                    <a:pt x="169" y="50"/>
                  </a:lnTo>
                  <a:lnTo>
                    <a:pt x="167" y="50"/>
                  </a:lnTo>
                  <a:lnTo>
                    <a:pt x="167" y="48"/>
                  </a:lnTo>
                  <a:lnTo>
                    <a:pt x="141" y="48"/>
                  </a:lnTo>
                  <a:lnTo>
                    <a:pt x="141" y="52"/>
                  </a:lnTo>
                  <a:lnTo>
                    <a:pt x="127" y="52"/>
                  </a:lnTo>
                  <a:lnTo>
                    <a:pt x="127" y="53"/>
                  </a:lnTo>
                  <a:lnTo>
                    <a:pt x="127" y="54"/>
                  </a:lnTo>
                  <a:lnTo>
                    <a:pt x="126" y="54"/>
                  </a:lnTo>
                  <a:lnTo>
                    <a:pt x="126" y="54"/>
                  </a:lnTo>
                  <a:lnTo>
                    <a:pt x="125" y="54"/>
                  </a:lnTo>
                  <a:lnTo>
                    <a:pt x="112" y="54"/>
                  </a:lnTo>
                  <a:lnTo>
                    <a:pt x="110" y="54"/>
                  </a:lnTo>
                  <a:lnTo>
                    <a:pt x="110" y="54"/>
                  </a:lnTo>
                  <a:lnTo>
                    <a:pt x="110" y="54"/>
                  </a:lnTo>
                  <a:lnTo>
                    <a:pt x="110" y="53"/>
                  </a:lnTo>
                  <a:lnTo>
                    <a:pt x="110" y="52"/>
                  </a:lnTo>
                  <a:lnTo>
                    <a:pt x="101" y="52"/>
                  </a:lnTo>
                  <a:lnTo>
                    <a:pt x="101" y="54"/>
                  </a:lnTo>
                  <a:lnTo>
                    <a:pt x="102" y="54"/>
                  </a:lnTo>
                  <a:lnTo>
                    <a:pt x="102" y="54"/>
                  </a:lnTo>
                  <a:lnTo>
                    <a:pt x="103" y="55"/>
                  </a:lnTo>
                  <a:lnTo>
                    <a:pt x="103" y="56"/>
                  </a:lnTo>
                  <a:lnTo>
                    <a:pt x="103" y="57"/>
                  </a:lnTo>
                  <a:lnTo>
                    <a:pt x="102" y="57"/>
                  </a:lnTo>
                  <a:lnTo>
                    <a:pt x="101" y="57"/>
                  </a:lnTo>
                  <a:lnTo>
                    <a:pt x="101" y="57"/>
                  </a:lnTo>
                  <a:lnTo>
                    <a:pt x="100" y="57"/>
                  </a:lnTo>
                  <a:lnTo>
                    <a:pt x="100" y="57"/>
                  </a:lnTo>
                  <a:lnTo>
                    <a:pt x="99" y="57"/>
                  </a:lnTo>
                  <a:lnTo>
                    <a:pt x="99" y="56"/>
                  </a:lnTo>
                  <a:lnTo>
                    <a:pt x="99" y="55"/>
                  </a:lnTo>
                  <a:lnTo>
                    <a:pt x="99" y="54"/>
                  </a:lnTo>
                  <a:lnTo>
                    <a:pt x="100" y="54"/>
                  </a:lnTo>
                  <a:lnTo>
                    <a:pt x="100" y="54"/>
                  </a:lnTo>
                  <a:lnTo>
                    <a:pt x="100" y="45"/>
                  </a:lnTo>
                  <a:lnTo>
                    <a:pt x="86" y="45"/>
                  </a:lnTo>
                  <a:lnTo>
                    <a:pt x="80" y="41"/>
                  </a:lnTo>
                  <a:lnTo>
                    <a:pt x="63" y="41"/>
                  </a:lnTo>
                  <a:lnTo>
                    <a:pt x="63" y="43"/>
                  </a:lnTo>
                  <a:lnTo>
                    <a:pt x="65" y="43"/>
                  </a:lnTo>
                  <a:lnTo>
                    <a:pt x="65" y="45"/>
                  </a:lnTo>
                  <a:lnTo>
                    <a:pt x="69" y="48"/>
                  </a:lnTo>
                  <a:lnTo>
                    <a:pt x="72" y="50"/>
                  </a:lnTo>
                  <a:lnTo>
                    <a:pt x="69" y="52"/>
                  </a:lnTo>
                  <a:lnTo>
                    <a:pt x="68" y="52"/>
                  </a:lnTo>
                  <a:lnTo>
                    <a:pt x="68" y="52"/>
                  </a:lnTo>
                  <a:lnTo>
                    <a:pt x="68" y="51"/>
                  </a:lnTo>
                  <a:lnTo>
                    <a:pt x="68" y="51"/>
                  </a:lnTo>
                  <a:lnTo>
                    <a:pt x="68" y="52"/>
                  </a:lnTo>
                  <a:lnTo>
                    <a:pt x="68" y="53"/>
                  </a:lnTo>
                  <a:lnTo>
                    <a:pt x="67" y="54"/>
                  </a:lnTo>
                  <a:lnTo>
                    <a:pt x="66" y="55"/>
                  </a:lnTo>
                  <a:lnTo>
                    <a:pt x="65" y="57"/>
                  </a:lnTo>
                  <a:lnTo>
                    <a:pt x="64" y="58"/>
                  </a:lnTo>
                  <a:lnTo>
                    <a:pt x="63" y="59"/>
                  </a:lnTo>
                  <a:lnTo>
                    <a:pt x="61" y="59"/>
                  </a:lnTo>
                  <a:lnTo>
                    <a:pt x="60" y="60"/>
                  </a:lnTo>
                  <a:lnTo>
                    <a:pt x="58" y="59"/>
                  </a:lnTo>
                  <a:lnTo>
                    <a:pt x="58" y="59"/>
                  </a:lnTo>
                  <a:lnTo>
                    <a:pt x="57" y="57"/>
                  </a:lnTo>
                  <a:lnTo>
                    <a:pt x="56" y="56"/>
                  </a:lnTo>
                  <a:lnTo>
                    <a:pt x="56" y="54"/>
                  </a:lnTo>
                  <a:lnTo>
                    <a:pt x="55" y="54"/>
                  </a:lnTo>
                  <a:lnTo>
                    <a:pt x="54" y="52"/>
                  </a:lnTo>
                  <a:lnTo>
                    <a:pt x="52" y="52"/>
                  </a:lnTo>
                  <a:lnTo>
                    <a:pt x="49" y="52"/>
                  </a:lnTo>
                  <a:lnTo>
                    <a:pt x="49" y="53"/>
                  </a:lnTo>
                  <a:lnTo>
                    <a:pt x="49" y="54"/>
                  </a:lnTo>
                  <a:lnTo>
                    <a:pt x="49" y="54"/>
                  </a:lnTo>
                  <a:lnTo>
                    <a:pt x="48" y="54"/>
                  </a:lnTo>
                  <a:lnTo>
                    <a:pt x="48" y="54"/>
                  </a:lnTo>
                  <a:lnTo>
                    <a:pt x="34" y="54"/>
                  </a:lnTo>
                  <a:lnTo>
                    <a:pt x="33" y="54"/>
                  </a:lnTo>
                  <a:lnTo>
                    <a:pt x="33" y="54"/>
                  </a:lnTo>
                  <a:lnTo>
                    <a:pt x="32" y="54"/>
                  </a:lnTo>
                  <a:lnTo>
                    <a:pt x="32" y="53"/>
                  </a:lnTo>
                  <a:lnTo>
                    <a:pt x="32" y="52"/>
                  </a:lnTo>
                  <a:lnTo>
                    <a:pt x="32" y="52"/>
                  </a:lnTo>
                  <a:lnTo>
                    <a:pt x="31" y="57"/>
                  </a:lnTo>
                  <a:lnTo>
                    <a:pt x="31" y="57"/>
                  </a:lnTo>
                  <a:lnTo>
                    <a:pt x="30" y="52"/>
                  </a:lnTo>
                  <a:lnTo>
                    <a:pt x="29" y="52"/>
                  </a:lnTo>
                  <a:lnTo>
                    <a:pt x="29" y="52"/>
                  </a:lnTo>
                  <a:lnTo>
                    <a:pt x="29" y="51"/>
                  </a:lnTo>
                  <a:lnTo>
                    <a:pt x="29" y="51"/>
                  </a:lnTo>
                  <a:lnTo>
                    <a:pt x="29" y="52"/>
                  </a:lnTo>
                  <a:lnTo>
                    <a:pt x="28" y="53"/>
                  </a:lnTo>
                  <a:lnTo>
                    <a:pt x="28" y="54"/>
                  </a:lnTo>
                  <a:lnTo>
                    <a:pt x="27" y="55"/>
                  </a:lnTo>
                  <a:lnTo>
                    <a:pt x="27" y="57"/>
                  </a:lnTo>
                  <a:lnTo>
                    <a:pt x="25" y="58"/>
                  </a:lnTo>
                  <a:lnTo>
                    <a:pt x="24" y="59"/>
                  </a:lnTo>
                  <a:lnTo>
                    <a:pt x="23" y="59"/>
                  </a:lnTo>
                  <a:lnTo>
                    <a:pt x="21" y="60"/>
                  </a:lnTo>
                  <a:lnTo>
                    <a:pt x="20" y="60"/>
                  </a:lnTo>
                  <a:lnTo>
                    <a:pt x="18" y="59"/>
                  </a:lnTo>
                  <a:lnTo>
                    <a:pt x="17" y="59"/>
                  </a:lnTo>
                  <a:lnTo>
                    <a:pt x="16" y="57"/>
                  </a:lnTo>
                  <a:lnTo>
                    <a:pt x="15" y="57"/>
                  </a:lnTo>
                  <a:lnTo>
                    <a:pt x="14" y="55"/>
                  </a:lnTo>
                  <a:lnTo>
                    <a:pt x="14" y="54"/>
                  </a:lnTo>
                  <a:lnTo>
                    <a:pt x="14" y="52"/>
                  </a:lnTo>
                  <a:lnTo>
                    <a:pt x="13" y="52"/>
                  </a:lnTo>
                  <a:lnTo>
                    <a:pt x="13" y="52"/>
                  </a:lnTo>
                  <a:lnTo>
                    <a:pt x="12" y="52"/>
                  </a:lnTo>
                  <a:lnTo>
                    <a:pt x="12" y="52"/>
                  </a:lnTo>
                  <a:lnTo>
                    <a:pt x="9" y="52"/>
                  </a:lnTo>
                  <a:lnTo>
                    <a:pt x="6" y="52"/>
                  </a:lnTo>
                  <a:lnTo>
                    <a:pt x="6" y="52"/>
                  </a:lnTo>
                  <a:lnTo>
                    <a:pt x="3" y="51"/>
                  </a:lnTo>
                  <a:lnTo>
                    <a:pt x="3" y="51"/>
                  </a:lnTo>
                  <a:lnTo>
                    <a:pt x="2" y="51"/>
                  </a:lnTo>
                  <a:lnTo>
                    <a:pt x="1" y="51"/>
                  </a:lnTo>
                  <a:lnTo>
                    <a:pt x="1" y="51"/>
                  </a:lnTo>
                  <a:lnTo>
                    <a:pt x="1" y="48"/>
                  </a:lnTo>
                  <a:lnTo>
                    <a:pt x="1" y="48"/>
                  </a:lnTo>
                  <a:lnTo>
                    <a:pt x="1" y="47"/>
                  </a:lnTo>
                  <a:lnTo>
                    <a:pt x="0" y="47"/>
                  </a:lnTo>
                  <a:lnTo>
                    <a:pt x="0" y="47"/>
                  </a:lnTo>
                  <a:lnTo>
                    <a:pt x="1" y="47"/>
                  </a:lnTo>
                  <a:lnTo>
                    <a:pt x="1" y="41"/>
                  </a:lnTo>
                  <a:lnTo>
                    <a:pt x="0" y="41"/>
                  </a:lnTo>
                  <a:lnTo>
                    <a:pt x="0" y="40"/>
                  </a:lnTo>
                  <a:lnTo>
                    <a:pt x="1" y="40"/>
                  </a:lnTo>
                  <a:lnTo>
                    <a:pt x="1" y="40"/>
                  </a:lnTo>
                  <a:lnTo>
                    <a:pt x="1" y="40"/>
                  </a:lnTo>
                  <a:lnTo>
                    <a:pt x="1" y="33"/>
                  </a:lnTo>
                  <a:lnTo>
                    <a:pt x="4" y="30"/>
                  </a:lnTo>
                  <a:lnTo>
                    <a:pt x="5" y="20"/>
                  </a:lnTo>
                  <a:lnTo>
                    <a:pt x="6" y="19"/>
                  </a:lnTo>
                  <a:lnTo>
                    <a:pt x="6" y="17"/>
                  </a:lnTo>
                  <a:lnTo>
                    <a:pt x="6" y="17"/>
                  </a:lnTo>
                  <a:lnTo>
                    <a:pt x="8" y="17"/>
                  </a:lnTo>
                  <a:lnTo>
                    <a:pt x="9" y="17"/>
                  </a:lnTo>
                  <a:lnTo>
                    <a:pt x="16" y="8"/>
                  </a:lnTo>
                  <a:lnTo>
                    <a:pt x="16" y="7"/>
                  </a:lnTo>
                  <a:lnTo>
                    <a:pt x="17" y="6"/>
                  </a:lnTo>
                  <a:lnTo>
                    <a:pt x="18" y="5"/>
                  </a:lnTo>
                  <a:lnTo>
                    <a:pt x="19" y="5"/>
                  </a:lnTo>
                  <a:lnTo>
                    <a:pt x="20" y="5"/>
                  </a:lnTo>
                  <a:lnTo>
                    <a:pt x="22" y="4"/>
                  </a:lnTo>
                  <a:lnTo>
                    <a:pt x="23" y="4"/>
                  </a:lnTo>
                  <a:lnTo>
                    <a:pt x="23" y="4"/>
                  </a:lnTo>
                  <a:lnTo>
                    <a:pt x="31" y="4"/>
                  </a:lnTo>
                  <a:lnTo>
                    <a:pt x="31" y="16"/>
                  </a:lnTo>
                  <a:lnTo>
                    <a:pt x="31" y="16"/>
                  </a:lnTo>
                </a:path>
              </a:pathLst>
            </a:custGeom>
            <a:solidFill>
              <a:srgbClr val="000000"/>
            </a:solidFill>
            <a:ln cap="rnd">
              <a:noFill/>
              <a:round/>
            </a:ln>
            <a:effectLst/>
          </p:spPr>
        </p:sp>
        <p:sp>
          <p:nvSpPr>
            <p:cNvPr id="62404" name=""/>
            <p:cNvSpPr/>
            <p:nvPr/>
          </p:nvSpPr>
          <p:spPr>
            <a:xfrm>
              <a:off x="3805" y="1244"/>
              <a:ext cx="21" cy="1"/>
            </a:xfrm>
            <a:custGeom>
              <a:pathLst>
                <a:path w="21" h="1">
                  <a:moveTo>
                    <a:pt x="0" y="0"/>
                  </a:moveTo>
                  <a:lnTo>
                    <a:pt x="20" y="0"/>
                  </a:lnTo>
                  <a:lnTo>
                    <a:pt x="20" y="0"/>
                  </a:lnTo>
                  <a:lnTo>
                    <a:pt x="20" y="0"/>
                  </a:lnTo>
                  <a:lnTo>
                    <a:pt x="0" y="0"/>
                  </a:lnTo>
                </a:path>
              </a:pathLst>
            </a:custGeom>
            <a:solidFill>
              <a:srgbClr val="FFFFFF"/>
            </a:solidFill>
            <a:ln cap="rnd">
              <a:noFill/>
              <a:round/>
            </a:ln>
            <a:effectLst/>
          </p:spPr>
        </p:sp>
        <p:sp>
          <p:nvSpPr>
            <p:cNvPr id="62405" name=""/>
            <p:cNvSpPr/>
            <p:nvPr/>
          </p:nvSpPr>
          <p:spPr>
            <a:xfrm>
              <a:off x="3805" y="1244"/>
              <a:ext cx="21" cy="1"/>
            </a:xfrm>
            <a:custGeom>
              <a:pathLst>
                <a:path w="21" h="1">
                  <a:moveTo>
                    <a:pt x="0" y="0"/>
                  </a:moveTo>
                  <a:lnTo>
                    <a:pt x="20" y="0"/>
                  </a:lnTo>
                  <a:lnTo>
                    <a:pt x="20" y="0"/>
                  </a:lnTo>
                  <a:lnTo>
                    <a:pt x="20" y="0"/>
                  </a:lnTo>
                </a:path>
              </a:pathLst>
            </a:custGeom>
            <a:noFill/>
            <a:ln w="12700" cap="rnd" cmpd="sng">
              <a:solidFill>
                <a:srgbClr val="000000"/>
              </a:solidFill>
              <a:prstDash val="solid"/>
              <a:round/>
              <a:headEnd type="none" w="sm" len="sm"/>
              <a:tailEnd type="none" w="sm" len="sm"/>
            </a:ln>
            <a:effectLst/>
          </p:spPr>
        </p:sp>
        <p:sp>
          <p:nvSpPr>
            <p:cNvPr id="62406" name=""/>
            <p:cNvSpPr/>
            <p:nvPr/>
          </p:nvSpPr>
          <p:spPr>
            <a:xfrm>
              <a:off x="3580" y="1187"/>
              <a:ext cx="229" cy="61"/>
            </a:xfrm>
            <a:custGeom>
              <a:pathLst>
                <a:path w="229" h="61">
                  <a:moveTo>
                    <a:pt x="31" y="16"/>
                  </a:moveTo>
                  <a:lnTo>
                    <a:pt x="32" y="15"/>
                  </a:lnTo>
                  <a:lnTo>
                    <a:pt x="34" y="17"/>
                  </a:lnTo>
                  <a:lnTo>
                    <a:pt x="32" y="15"/>
                  </a:lnTo>
                  <a:lnTo>
                    <a:pt x="31" y="15"/>
                  </a:lnTo>
                  <a:lnTo>
                    <a:pt x="31" y="13"/>
                  </a:lnTo>
                  <a:lnTo>
                    <a:pt x="31" y="13"/>
                  </a:lnTo>
                  <a:lnTo>
                    <a:pt x="31" y="12"/>
                  </a:lnTo>
                  <a:lnTo>
                    <a:pt x="31" y="12"/>
                  </a:lnTo>
                  <a:lnTo>
                    <a:pt x="32" y="12"/>
                  </a:lnTo>
                  <a:lnTo>
                    <a:pt x="33" y="12"/>
                  </a:lnTo>
                  <a:lnTo>
                    <a:pt x="34" y="12"/>
                  </a:lnTo>
                  <a:lnTo>
                    <a:pt x="34" y="12"/>
                  </a:lnTo>
                  <a:lnTo>
                    <a:pt x="35" y="13"/>
                  </a:lnTo>
                  <a:lnTo>
                    <a:pt x="35" y="13"/>
                  </a:lnTo>
                  <a:lnTo>
                    <a:pt x="36" y="28"/>
                  </a:lnTo>
                  <a:lnTo>
                    <a:pt x="35" y="31"/>
                  </a:lnTo>
                  <a:lnTo>
                    <a:pt x="35" y="31"/>
                  </a:lnTo>
                  <a:lnTo>
                    <a:pt x="36" y="31"/>
                  </a:lnTo>
                  <a:lnTo>
                    <a:pt x="37" y="31"/>
                  </a:lnTo>
                  <a:lnTo>
                    <a:pt x="38" y="31"/>
                  </a:lnTo>
                  <a:lnTo>
                    <a:pt x="39" y="32"/>
                  </a:lnTo>
                  <a:lnTo>
                    <a:pt x="40" y="32"/>
                  </a:lnTo>
                  <a:lnTo>
                    <a:pt x="40" y="32"/>
                  </a:lnTo>
                  <a:lnTo>
                    <a:pt x="40" y="32"/>
                  </a:lnTo>
                  <a:lnTo>
                    <a:pt x="40" y="45"/>
                  </a:lnTo>
                  <a:lnTo>
                    <a:pt x="52" y="45"/>
                  </a:lnTo>
                  <a:lnTo>
                    <a:pt x="54" y="43"/>
                  </a:lnTo>
                  <a:lnTo>
                    <a:pt x="56" y="43"/>
                  </a:lnTo>
                  <a:lnTo>
                    <a:pt x="56" y="41"/>
                  </a:lnTo>
                  <a:lnTo>
                    <a:pt x="44" y="41"/>
                  </a:lnTo>
                  <a:lnTo>
                    <a:pt x="44" y="39"/>
                  </a:lnTo>
                  <a:lnTo>
                    <a:pt x="44" y="0"/>
                  </a:lnTo>
                  <a:lnTo>
                    <a:pt x="228" y="0"/>
                  </a:lnTo>
                  <a:lnTo>
                    <a:pt x="228" y="39"/>
                  </a:lnTo>
                  <a:lnTo>
                    <a:pt x="228" y="45"/>
                  </a:lnTo>
                  <a:lnTo>
                    <a:pt x="228" y="45"/>
                  </a:lnTo>
                  <a:lnTo>
                    <a:pt x="228" y="48"/>
                  </a:lnTo>
                  <a:lnTo>
                    <a:pt x="226" y="51"/>
                  </a:lnTo>
                  <a:lnTo>
                    <a:pt x="226" y="57"/>
                  </a:lnTo>
                  <a:lnTo>
                    <a:pt x="224" y="57"/>
                  </a:lnTo>
                  <a:lnTo>
                    <a:pt x="224" y="51"/>
                  </a:lnTo>
                  <a:lnTo>
                    <a:pt x="213" y="51"/>
                  </a:lnTo>
                  <a:lnTo>
                    <a:pt x="213" y="51"/>
                  </a:lnTo>
                  <a:lnTo>
                    <a:pt x="213" y="51"/>
                  </a:lnTo>
                  <a:lnTo>
                    <a:pt x="213" y="51"/>
                  </a:lnTo>
                  <a:lnTo>
                    <a:pt x="213" y="52"/>
                  </a:lnTo>
                  <a:lnTo>
                    <a:pt x="213" y="53"/>
                  </a:lnTo>
                  <a:lnTo>
                    <a:pt x="212" y="54"/>
                  </a:lnTo>
                  <a:lnTo>
                    <a:pt x="211" y="55"/>
                  </a:lnTo>
                  <a:lnTo>
                    <a:pt x="210" y="57"/>
                  </a:lnTo>
                  <a:lnTo>
                    <a:pt x="209" y="58"/>
                  </a:lnTo>
                  <a:lnTo>
                    <a:pt x="208" y="59"/>
                  </a:lnTo>
                  <a:lnTo>
                    <a:pt x="206" y="59"/>
                  </a:lnTo>
                  <a:lnTo>
                    <a:pt x="205" y="60"/>
                  </a:lnTo>
                  <a:lnTo>
                    <a:pt x="204" y="59"/>
                  </a:lnTo>
                  <a:lnTo>
                    <a:pt x="203" y="59"/>
                  </a:lnTo>
                  <a:lnTo>
                    <a:pt x="202" y="57"/>
                  </a:lnTo>
                  <a:lnTo>
                    <a:pt x="201" y="56"/>
                  </a:lnTo>
                  <a:lnTo>
                    <a:pt x="201" y="54"/>
                  </a:lnTo>
                  <a:lnTo>
                    <a:pt x="199" y="54"/>
                  </a:lnTo>
                  <a:lnTo>
                    <a:pt x="199" y="52"/>
                  </a:lnTo>
                  <a:lnTo>
                    <a:pt x="197" y="52"/>
                  </a:lnTo>
                  <a:lnTo>
                    <a:pt x="194" y="52"/>
                  </a:lnTo>
                  <a:lnTo>
                    <a:pt x="194" y="52"/>
                  </a:lnTo>
                  <a:lnTo>
                    <a:pt x="194" y="51"/>
                  </a:lnTo>
                  <a:lnTo>
                    <a:pt x="194" y="51"/>
                  </a:lnTo>
                  <a:lnTo>
                    <a:pt x="194" y="52"/>
                  </a:lnTo>
                  <a:lnTo>
                    <a:pt x="194" y="53"/>
                  </a:lnTo>
                  <a:lnTo>
                    <a:pt x="194" y="54"/>
                  </a:lnTo>
                  <a:lnTo>
                    <a:pt x="193" y="55"/>
                  </a:lnTo>
                  <a:lnTo>
                    <a:pt x="192" y="57"/>
                  </a:lnTo>
                  <a:lnTo>
                    <a:pt x="191" y="58"/>
                  </a:lnTo>
                  <a:lnTo>
                    <a:pt x="189" y="59"/>
                  </a:lnTo>
                  <a:lnTo>
                    <a:pt x="188" y="59"/>
                  </a:lnTo>
                  <a:lnTo>
                    <a:pt x="187" y="60"/>
                  </a:lnTo>
                  <a:lnTo>
                    <a:pt x="185" y="59"/>
                  </a:lnTo>
                  <a:lnTo>
                    <a:pt x="184" y="59"/>
                  </a:lnTo>
                  <a:lnTo>
                    <a:pt x="184" y="57"/>
                  </a:lnTo>
                  <a:lnTo>
                    <a:pt x="183" y="56"/>
                  </a:lnTo>
                  <a:lnTo>
                    <a:pt x="182" y="54"/>
                  </a:lnTo>
                  <a:lnTo>
                    <a:pt x="182" y="54"/>
                  </a:lnTo>
                  <a:lnTo>
                    <a:pt x="180" y="52"/>
                  </a:lnTo>
                  <a:lnTo>
                    <a:pt x="179" y="52"/>
                  </a:lnTo>
                  <a:lnTo>
                    <a:pt x="170" y="52"/>
                  </a:lnTo>
                  <a:lnTo>
                    <a:pt x="170" y="50"/>
                  </a:lnTo>
                  <a:lnTo>
                    <a:pt x="167" y="50"/>
                  </a:lnTo>
                  <a:lnTo>
                    <a:pt x="168" y="48"/>
                  </a:lnTo>
                  <a:lnTo>
                    <a:pt x="140" y="48"/>
                  </a:lnTo>
                  <a:lnTo>
                    <a:pt x="140" y="52"/>
                  </a:lnTo>
                  <a:lnTo>
                    <a:pt x="126" y="52"/>
                  </a:lnTo>
                  <a:lnTo>
                    <a:pt x="126" y="53"/>
                  </a:lnTo>
                  <a:lnTo>
                    <a:pt x="126" y="54"/>
                  </a:lnTo>
                  <a:lnTo>
                    <a:pt x="125" y="54"/>
                  </a:lnTo>
                  <a:lnTo>
                    <a:pt x="125" y="54"/>
                  </a:lnTo>
                  <a:lnTo>
                    <a:pt x="125" y="54"/>
                  </a:lnTo>
                  <a:lnTo>
                    <a:pt x="111" y="54"/>
                  </a:lnTo>
                  <a:lnTo>
                    <a:pt x="111" y="54"/>
                  </a:lnTo>
                  <a:lnTo>
                    <a:pt x="110" y="54"/>
                  </a:lnTo>
                  <a:lnTo>
                    <a:pt x="109" y="54"/>
                  </a:lnTo>
                  <a:lnTo>
                    <a:pt x="109" y="53"/>
                  </a:lnTo>
                  <a:lnTo>
                    <a:pt x="109" y="52"/>
                  </a:lnTo>
                  <a:lnTo>
                    <a:pt x="102" y="52"/>
                  </a:lnTo>
                  <a:lnTo>
                    <a:pt x="102" y="54"/>
                  </a:lnTo>
                  <a:lnTo>
                    <a:pt x="102" y="54"/>
                  </a:lnTo>
                  <a:lnTo>
                    <a:pt x="102" y="54"/>
                  </a:lnTo>
                  <a:lnTo>
                    <a:pt x="102" y="55"/>
                  </a:lnTo>
                  <a:lnTo>
                    <a:pt x="102" y="56"/>
                  </a:lnTo>
                  <a:lnTo>
                    <a:pt x="102" y="57"/>
                  </a:lnTo>
                  <a:lnTo>
                    <a:pt x="102" y="57"/>
                  </a:lnTo>
                  <a:lnTo>
                    <a:pt x="101" y="57"/>
                  </a:lnTo>
                  <a:lnTo>
                    <a:pt x="101" y="57"/>
                  </a:lnTo>
                  <a:lnTo>
                    <a:pt x="100" y="57"/>
                  </a:lnTo>
                  <a:lnTo>
                    <a:pt x="99" y="57"/>
                  </a:lnTo>
                  <a:lnTo>
                    <a:pt x="99" y="57"/>
                  </a:lnTo>
                  <a:lnTo>
                    <a:pt x="99" y="56"/>
                  </a:lnTo>
                  <a:lnTo>
                    <a:pt x="99" y="55"/>
                  </a:lnTo>
                  <a:lnTo>
                    <a:pt x="99" y="54"/>
                  </a:lnTo>
                  <a:lnTo>
                    <a:pt x="99" y="54"/>
                  </a:lnTo>
                  <a:lnTo>
                    <a:pt x="100" y="54"/>
                  </a:lnTo>
                  <a:lnTo>
                    <a:pt x="100" y="45"/>
                  </a:lnTo>
                  <a:lnTo>
                    <a:pt x="85" y="45"/>
                  </a:lnTo>
                  <a:lnTo>
                    <a:pt x="80" y="41"/>
                  </a:lnTo>
                  <a:lnTo>
                    <a:pt x="63" y="41"/>
                  </a:lnTo>
                  <a:lnTo>
                    <a:pt x="63" y="43"/>
                  </a:lnTo>
                  <a:lnTo>
                    <a:pt x="64" y="43"/>
                  </a:lnTo>
                  <a:lnTo>
                    <a:pt x="65" y="45"/>
                  </a:lnTo>
                  <a:lnTo>
                    <a:pt x="68" y="48"/>
                  </a:lnTo>
                  <a:lnTo>
                    <a:pt x="71" y="50"/>
                  </a:lnTo>
                  <a:lnTo>
                    <a:pt x="68" y="52"/>
                  </a:lnTo>
                  <a:lnTo>
                    <a:pt x="67" y="52"/>
                  </a:lnTo>
                  <a:lnTo>
                    <a:pt x="67" y="52"/>
                  </a:lnTo>
                  <a:lnTo>
                    <a:pt x="67" y="51"/>
                  </a:lnTo>
                  <a:lnTo>
                    <a:pt x="67" y="51"/>
                  </a:lnTo>
                  <a:lnTo>
                    <a:pt x="67" y="52"/>
                  </a:lnTo>
                  <a:lnTo>
                    <a:pt x="67" y="53"/>
                  </a:lnTo>
                  <a:lnTo>
                    <a:pt x="66" y="54"/>
                  </a:lnTo>
                  <a:lnTo>
                    <a:pt x="66" y="55"/>
                  </a:lnTo>
                  <a:lnTo>
                    <a:pt x="64" y="57"/>
                  </a:lnTo>
                  <a:lnTo>
                    <a:pt x="64" y="58"/>
                  </a:lnTo>
                  <a:lnTo>
                    <a:pt x="62" y="59"/>
                  </a:lnTo>
                  <a:lnTo>
                    <a:pt x="61" y="59"/>
                  </a:lnTo>
                  <a:lnTo>
                    <a:pt x="59" y="60"/>
                  </a:lnTo>
                  <a:lnTo>
                    <a:pt x="58" y="59"/>
                  </a:lnTo>
                  <a:lnTo>
                    <a:pt x="57" y="59"/>
                  </a:lnTo>
                  <a:lnTo>
                    <a:pt x="57" y="57"/>
                  </a:lnTo>
                  <a:lnTo>
                    <a:pt x="56" y="56"/>
                  </a:lnTo>
                  <a:lnTo>
                    <a:pt x="55" y="54"/>
                  </a:lnTo>
                  <a:lnTo>
                    <a:pt x="54" y="54"/>
                  </a:lnTo>
                  <a:lnTo>
                    <a:pt x="54" y="52"/>
                  </a:lnTo>
                  <a:lnTo>
                    <a:pt x="52" y="52"/>
                  </a:lnTo>
                  <a:lnTo>
                    <a:pt x="49" y="52"/>
                  </a:lnTo>
                  <a:lnTo>
                    <a:pt x="49" y="53"/>
                  </a:lnTo>
                  <a:lnTo>
                    <a:pt x="49" y="54"/>
                  </a:lnTo>
                  <a:lnTo>
                    <a:pt x="48" y="54"/>
                  </a:lnTo>
                  <a:lnTo>
                    <a:pt x="48" y="54"/>
                  </a:lnTo>
                  <a:lnTo>
                    <a:pt x="47" y="54"/>
                  </a:lnTo>
                  <a:lnTo>
                    <a:pt x="34" y="54"/>
                  </a:lnTo>
                  <a:lnTo>
                    <a:pt x="33" y="54"/>
                  </a:lnTo>
                  <a:lnTo>
                    <a:pt x="33" y="54"/>
                  </a:lnTo>
                  <a:lnTo>
                    <a:pt x="32" y="54"/>
                  </a:lnTo>
                  <a:lnTo>
                    <a:pt x="32" y="53"/>
                  </a:lnTo>
                  <a:lnTo>
                    <a:pt x="32" y="52"/>
                  </a:lnTo>
                  <a:lnTo>
                    <a:pt x="31" y="52"/>
                  </a:lnTo>
                  <a:lnTo>
                    <a:pt x="31" y="57"/>
                  </a:lnTo>
                  <a:lnTo>
                    <a:pt x="31" y="57"/>
                  </a:lnTo>
                  <a:lnTo>
                    <a:pt x="31" y="52"/>
                  </a:lnTo>
                  <a:lnTo>
                    <a:pt x="28" y="52"/>
                  </a:lnTo>
                  <a:lnTo>
                    <a:pt x="28" y="52"/>
                  </a:lnTo>
                  <a:lnTo>
                    <a:pt x="28" y="51"/>
                  </a:lnTo>
                  <a:lnTo>
                    <a:pt x="28" y="51"/>
                  </a:lnTo>
                  <a:lnTo>
                    <a:pt x="28" y="52"/>
                  </a:lnTo>
                  <a:lnTo>
                    <a:pt x="28" y="53"/>
                  </a:lnTo>
                  <a:lnTo>
                    <a:pt x="28" y="54"/>
                  </a:lnTo>
                  <a:lnTo>
                    <a:pt x="27" y="55"/>
                  </a:lnTo>
                  <a:lnTo>
                    <a:pt x="26" y="57"/>
                  </a:lnTo>
                  <a:lnTo>
                    <a:pt x="25" y="58"/>
                  </a:lnTo>
                  <a:lnTo>
                    <a:pt x="23" y="59"/>
                  </a:lnTo>
                  <a:lnTo>
                    <a:pt x="22" y="59"/>
                  </a:lnTo>
                  <a:lnTo>
                    <a:pt x="21" y="60"/>
                  </a:lnTo>
                  <a:lnTo>
                    <a:pt x="19" y="60"/>
                  </a:lnTo>
                  <a:lnTo>
                    <a:pt x="18" y="59"/>
                  </a:lnTo>
                  <a:lnTo>
                    <a:pt x="16" y="59"/>
                  </a:lnTo>
                  <a:lnTo>
                    <a:pt x="15" y="57"/>
                  </a:lnTo>
                  <a:lnTo>
                    <a:pt x="14" y="57"/>
                  </a:lnTo>
                  <a:lnTo>
                    <a:pt x="14" y="55"/>
                  </a:lnTo>
                  <a:lnTo>
                    <a:pt x="14" y="54"/>
                  </a:lnTo>
                  <a:lnTo>
                    <a:pt x="13" y="52"/>
                  </a:lnTo>
                  <a:lnTo>
                    <a:pt x="13" y="52"/>
                  </a:lnTo>
                  <a:lnTo>
                    <a:pt x="13" y="52"/>
                  </a:lnTo>
                  <a:lnTo>
                    <a:pt x="12" y="52"/>
                  </a:lnTo>
                  <a:lnTo>
                    <a:pt x="12" y="52"/>
                  </a:lnTo>
                  <a:lnTo>
                    <a:pt x="8" y="52"/>
                  </a:lnTo>
                  <a:lnTo>
                    <a:pt x="5" y="52"/>
                  </a:lnTo>
                  <a:lnTo>
                    <a:pt x="5" y="52"/>
                  </a:lnTo>
                  <a:lnTo>
                    <a:pt x="3" y="51"/>
                  </a:lnTo>
                  <a:lnTo>
                    <a:pt x="2" y="51"/>
                  </a:lnTo>
                  <a:lnTo>
                    <a:pt x="2" y="51"/>
                  </a:lnTo>
                  <a:lnTo>
                    <a:pt x="1" y="51"/>
                  </a:lnTo>
                  <a:lnTo>
                    <a:pt x="1" y="51"/>
                  </a:lnTo>
                  <a:lnTo>
                    <a:pt x="1" y="48"/>
                  </a:lnTo>
                  <a:lnTo>
                    <a:pt x="1" y="48"/>
                  </a:lnTo>
                  <a:lnTo>
                    <a:pt x="0" y="47"/>
                  </a:lnTo>
                  <a:lnTo>
                    <a:pt x="0" y="47"/>
                  </a:lnTo>
                  <a:lnTo>
                    <a:pt x="0" y="47"/>
                  </a:lnTo>
                  <a:lnTo>
                    <a:pt x="0" y="47"/>
                  </a:lnTo>
                  <a:lnTo>
                    <a:pt x="0" y="41"/>
                  </a:lnTo>
                  <a:lnTo>
                    <a:pt x="0" y="41"/>
                  </a:lnTo>
                  <a:lnTo>
                    <a:pt x="0" y="40"/>
                  </a:lnTo>
                  <a:lnTo>
                    <a:pt x="0" y="40"/>
                  </a:lnTo>
                  <a:lnTo>
                    <a:pt x="1" y="40"/>
                  </a:lnTo>
                  <a:lnTo>
                    <a:pt x="1" y="40"/>
                  </a:lnTo>
                  <a:lnTo>
                    <a:pt x="1" y="33"/>
                  </a:lnTo>
                  <a:lnTo>
                    <a:pt x="4" y="30"/>
                  </a:lnTo>
                  <a:lnTo>
                    <a:pt x="5" y="20"/>
                  </a:lnTo>
                  <a:lnTo>
                    <a:pt x="5" y="19"/>
                  </a:lnTo>
                  <a:lnTo>
                    <a:pt x="6" y="17"/>
                  </a:lnTo>
                  <a:lnTo>
                    <a:pt x="6" y="17"/>
                  </a:lnTo>
                  <a:lnTo>
                    <a:pt x="7" y="17"/>
                  </a:lnTo>
                  <a:lnTo>
                    <a:pt x="8" y="17"/>
                  </a:lnTo>
                  <a:lnTo>
                    <a:pt x="15" y="8"/>
                  </a:lnTo>
                  <a:lnTo>
                    <a:pt x="16" y="7"/>
                  </a:lnTo>
                  <a:lnTo>
                    <a:pt x="17" y="6"/>
                  </a:lnTo>
                  <a:lnTo>
                    <a:pt x="18" y="5"/>
                  </a:lnTo>
                  <a:lnTo>
                    <a:pt x="19" y="5"/>
                  </a:lnTo>
                  <a:lnTo>
                    <a:pt x="20" y="5"/>
                  </a:lnTo>
                  <a:lnTo>
                    <a:pt x="21" y="4"/>
                  </a:lnTo>
                  <a:lnTo>
                    <a:pt x="22" y="4"/>
                  </a:lnTo>
                  <a:lnTo>
                    <a:pt x="23" y="4"/>
                  </a:lnTo>
                  <a:lnTo>
                    <a:pt x="31" y="4"/>
                  </a:lnTo>
                  <a:lnTo>
                    <a:pt x="31" y="16"/>
                  </a:lnTo>
                  <a:lnTo>
                    <a:pt x="31" y="16"/>
                  </a:lnTo>
                </a:path>
              </a:pathLst>
            </a:custGeom>
            <a:solidFill>
              <a:srgbClr val="000000"/>
            </a:solidFill>
            <a:ln cap="rnd">
              <a:noFill/>
              <a:round/>
            </a:ln>
            <a:effectLst/>
          </p:spPr>
        </p:sp>
        <p:sp>
          <p:nvSpPr>
            <p:cNvPr id="62407" name=""/>
            <p:cNvSpPr/>
            <p:nvPr/>
          </p:nvSpPr>
          <p:spPr>
            <a:xfrm>
              <a:off x="3205" y="1582"/>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408" name=""/>
            <p:cNvSpPr/>
            <p:nvPr/>
          </p:nvSpPr>
          <p:spPr>
            <a:xfrm>
              <a:off x="3205" y="1582"/>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409" name=""/>
            <p:cNvSpPr/>
            <p:nvPr/>
          </p:nvSpPr>
          <p:spPr>
            <a:xfrm>
              <a:off x="2980" y="1524"/>
              <a:ext cx="229" cy="61"/>
            </a:xfrm>
            <a:custGeom>
              <a:pathLst>
                <a:path w="229" h="61">
                  <a:moveTo>
                    <a:pt x="30" y="16"/>
                  </a:moveTo>
                  <a:lnTo>
                    <a:pt x="32" y="16"/>
                  </a:lnTo>
                  <a:lnTo>
                    <a:pt x="34" y="18"/>
                  </a:lnTo>
                  <a:lnTo>
                    <a:pt x="32" y="15"/>
                  </a:lnTo>
                  <a:lnTo>
                    <a:pt x="30" y="15"/>
                  </a:lnTo>
                  <a:lnTo>
                    <a:pt x="30" y="14"/>
                  </a:lnTo>
                  <a:lnTo>
                    <a:pt x="31" y="14"/>
                  </a:lnTo>
                  <a:lnTo>
                    <a:pt x="31" y="12"/>
                  </a:lnTo>
                  <a:lnTo>
                    <a:pt x="32" y="12"/>
                  </a:lnTo>
                  <a:lnTo>
                    <a:pt x="32" y="12"/>
                  </a:lnTo>
                  <a:lnTo>
                    <a:pt x="33" y="12"/>
                  </a:lnTo>
                  <a:lnTo>
                    <a:pt x="34" y="12"/>
                  </a:lnTo>
                  <a:lnTo>
                    <a:pt x="34" y="12"/>
                  </a:lnTo>
                  <a:lnTo>
                    <a:pt x="34" y="14"/>
                  </a:lnTo>
                  <a:lnTo>
                    <a:pt x="34" y="14"/>
                  </a:lnTo>
                  <a:lnTo>
                    <a:pt x="36" y="28"/>
                  </a:lnTo>
                  <a:lnTo>
                    <a:pt x="35" y="31"/>
                  </a:lnTo>
                  <a:lnTo>
                    <a:pt x="35" y="31"/>
                  </a:lnTo>
                  <a:lnTo>
                    <a:pt x="36" y="31"/>
                  </a:lnTo>
                  <a:lnTo>
                    <a:pt x="37" y="31"/>
                  </a:lnTo>
                  <a:lnTo>
                    <a:pt x="38" y="32"/>
                  </a:lnTo>
                  <a:lnTo>
                    <a:pt x="39" y="32"/>
                  </a:lnTo>
                  <a:lnTo>
                    <a:pt x="40" y="32"/>
                  </a:lnTo>
                  <a:lnTo>
                    <a:pt x="40" y="32"/>
                  </a:lnTo>
                  <a:lnTo>
                    <a:pt x="40" y="32"/>
                  </a:lnTo>
                  <a:lnTo>
                    <a:pt x="40" y="45"/>
                  </a:lnTo>
                  <a:lnTo>
                    <a:pt x="53" y="45"/>
                  </a:lnTo>
                  <a:lnTo>
                    <a:pt x="53" y="43"/>
                  </a:lnTo>
                  <a:lnTo>
                    <a:pt x="56" y="43"/>
                  </a:lnTo>
                  <a:lnTo>
                    <a:pt x="56" y="42"/>
                  </a:lnTo>
                  <a:lnTo>
                    <a:pt x="44" y="42"/>
                  </a:lnTo>
                  <a:lnTo>
                    <a:pt x="44" y="40"/>
                  </a:lnTo>
                  <a:lnTo>
                    <a:pt x="44" y="0"/>
                  </a:lnTo>
                  <a:lnTo>
                    <a:pt x="228" y="0"/>
                  </a:lnTo>
                  <a:lnTo>
                    <a:pt x="228" y="40"/>
                  </a:lnTo>
                  <a:lnTo>
                    <a:pt x="228" y="45"/>
                  </a:lnTo>
                  <a:lnTo>
                    <a:pt x="227" y="45"/>
                  </a:lnTo>
                  <a:lnTo>
                    <a:pt x="227" y="48"/>
                  </a:lnTo>
                  <a:lnTo>
                    <a:pt x="225" y="51"/>
                  </a:lnTo>
                  <a:lnTo>
                    <a:pt x="225" y="58"/>
                  </a:lnTo>
                  <a:lnTo>
                    <a:pt x="224" y="58"/>
                  </a:lnTo>
                  <a:lnTo>
                    <a:pt x="224" y="51"/>
                  </a:lnTo>
                  <a:lnTo>
                    <a:pt x="212" y="52"/>
                  </a:lnTo>
                  <a:lnTo>
                    <a:pt x="212" y="52"/>
                  </a:lnTo>
                  <a:lnTo>
                    <a:pt x="212" y="52"/>
                  </a:lnTo>
                  <a:lnTo>
                    <a:pt x="212" y="52"/>
                  </a:lnTo>
                  <a:lnTo>
                    <a:pt x="212" y="52"/>
                  </a:lnTo>
                  <a:lnTo>
                    <a:pt x="212" y="53"/>
                  </a:lnTo>
                  <a:lnTo>
                    <a:pt x="212" y="55"/>
                  </a:lnTo>
                  <a:lnTo>
                    <a:pt x="211" y="56"/>
                  </a:lnTo>
                  <a:lnTo>
                    <a:pt x="210" y="57"/>
                  </a:lnTo>
                  <a:lnTo>
                    <a:pt x="209" y="59"/>
                  </a:lnTo>
                  <a:lnTo>
                    <a:pt x="208" y="59"/>
                  </a:lnTo>
                  <a:lnTo>
                    <a:pt x="207" y="60"/>
                  </a:lnTo>
                  <a:lnTo>
                    <a:pt x="205" y="60"/>
                  </a:lnTo>
                  <a:lnTo>
                    <a:pt x="204" y="60"/>
                  </a:lnTo>
                  <a:lnTo>
                    <a:pt x="202" y="59"/>
                  </a:lnTo>
                  <a:lnTo>
                    <a:pt x="202" y="58"/>
                  </a:lnTo>
                  <a:lnTo>
                    <a:pt x="201" y="56"/>
                  </a:lnTo>
                  <a:lnTo>
                    <a:pt x="200" y="55"/>
                  </a:lnTo>
                  <a:lnTo>
                    <a:pt x="200" y="54"/>
                  </a:lnTo>
                  <a:lnTo>
                    <a:pt x="199" y="53"/>
                  </a:lnTo>
                  <a:lnTo>
                    <a:pt x="197" y="52"/>
                  </a:lnTo>
                  <a:lnTo>
                    <a:pt x="194" y="52"/>
                  </a:lnTo>
                  <a:lnTo>
                    <a:pt x="194" y="52"/>
                  </a:lnTo>
                  <a:lnTo>
                    <a:pt x="194" y="52"/>
                  </a:lnTo>
                  <a:lnTo>
                    <a:pt x="194" y="52"/>
                  </a:lnTo>
                  <a:lnTo>
                    <a:pt x="194" y="52"/>
                  </a:lnTo>
                  <a:lnTo>
                    <a:pt x="194" y="53"/>
                  </a:lnTo>
                  <a:lnTo>
                    <a:pt x="193" y="55"/>
                  </a:lnTo>
                  <a:lnTo>
                    <a:pt x="193" y="56"/>
                  </a:lnTo>
                  <a:lnTo>
                    <a:pt x="192" y="57"/>
                  </a:lnTo>
                  <a:lnTo>
                    <a:pt x="191" y="59"/>
                  </a:lnTo>
                  <a:lnTo>
                    <a:pt x="189" y="59"/>
                  </a:lnTo>
                  <a:lnTo>
                    <a:pt x="188" y="60"/>
                  </a:lnTo>
                  <a:lnTo>
                    <a:pt x="186" y="60"/>
                  </a:lnTo>
                  <a:lnTo>
                    <a:pt x="185" y="60"/>
                  </a:lnTo>
                  <a:lnTo>
                    <a:pt x="184" y="59"/>
                  </a:lnTo>
                  <a:lnTo>
                    <a:pt x="183" y="58"/>
                  </a:lnTo>
                  <a:lnTo>
                    <a:pt x="183" y="56"/>
                  </a:lnTo>
                  <a:lnTo>
                    <a:pt x="182" y="55"/>
                  </a:lnTo>
                  <a:lnTo>
                    <a:pt x="181" y="54"/>
                  </a:lnTo>
                  <a:lnTo>
                    <a:pt x="180" y="53"/>
                  </a:lnTo>
                  <a:lnTo>
                    <a:pt x="179" y="52"/>
                  </a:lnTo>
                  <a:lnTo>
                    <a:pt x="169" y="52"/>
                  </a:lnTo>
                  <a:lnTo>
                    <a:pt x="169" y="50"/>
                  </a:lnTo>
                  <a:lnTo>
                    <a:pt x="167" y="50"/>
                  </a:lnTo>
                  <a:lnTo>
                    <a:pt x="167" y="48"/>
                  </a:lnTo>
                  <a:lnTo>
                    <a:pt x="140" y="48"/>
                  </a:lnTo>
                  <a:lnTo>
                    <a:pt x="140" y="52"/>
                  </a:lnTo>
                  <a:lnTo>
                    <a:pt x="126" y="52"/>
                  </a:lnTo>
                  <a:lnTo>
                    <a:pt x="126" y="54"/>
                  </a:lnTo>
                  <a:lnTo>
                    <a:pt x="126" y="55"/>
                  </a:lnTo>
                  <a:lnTo>
                    <a:pt x="126" y="55"/>
                  </a:lnTo>
                  <a:lnTo>
                    <a:pt x="125" y="55"/>
                  </a:lnTo>
                  <a:lnTo>
                    <a:pt x="124" y="55"/>
                  </a:lnTo>
                  <a:lnTo>
                    <a:pt x="111" y="55"/>
                  </a:lnTo>
                  <a:lnTo>
                    <a:pt x="110" y="55"/>
                  </a:lnTo>
                  <a:lnTo>
                    <a:pt x="110" y="55"/>
                  </a:lnTo>
                  <a:lnTo>
                    <a:pt x="110" y="55"/>
                  </a:lnTo>
                  <a:lnTo>
                    <a:pt x="110" y="54"/>
                  </a:lnTo>
                  <a:lnTo>
                    <a:pt x="110" y="52"/>
                  </a:lnTo>
                  <a:lnTo>
                    <a:pt x="101" y="52"/>
                  </a:lnTo>
                  <a:lnTo>
                    <a:pt x="101" y="55"/>
                  </a:lnTo>
                  <a:lnTo>
                    <a:pt x="101" y="55"/>
                  </a:lnTo>
                  <a:lnTo>
                    <a:pt x="102" y="55"/>
                  </a:lnTo>
                  <a:lnTo>
                    <a:pt x="102" y="56"/>
                  </a:lnTo>
                  <a:lnTo>
                    <a:pt x="102" y="56"/>
                  </a:lnTo>
                  <a:lnTo>
                    <a:pt x="102" y="57"/>
                  </a:lnTo>
                  <a:lnTo>
                    <a:pt x="102" y="57"/>
                  </a:lnTo>
                  <a:lnTo>
                    <a:pt x="101" y="58"/>
                  </a:lnTo>
                  <a:lnTo>
                    <a:pt x="100" y="58"/>
                  </a:lnTo>
                  <a:lnTo>
                    <a:pt x="99" y="58"/>
                  </a:lnTo>
                  <a:lnTo>
                    <a:pt x="99" y="57"/>
                  </a:lnTo>
                  <a:lnTo>
                    <a:pt x="98" y="57"/>
                  </a:lnTo>
                  <a:lnTo>
                    <a:pt x="98" y="56"/>
                  </a:lnTo>
                  <a:lnTo>
                    <a:pt x="98" y="56"/>
                  </a:lnTo>
                  <a:lnTo>
                    <a:pt x="98" y="55"/>
                  </a:lnTo>
                  <a:lnTo>
                    <a:pt x="99" y="55"/>
                  </a:lnTo>
                  <a:lnTo>
                    <a:pt x="99" y="55"/>
                  </a:lnTo>
                  <a:lnTo>
                    <a:pt x="99" y="45"/>
                  </a:lnTo>
                  <a:lnTo>
                    <a:pt x="85" y="45"/>
                  </a:lnTo>
                  <a:lnTo>
                    <a:pt x="79" y="42"/>
                  </a:lnTo>
                  <a:lnTo>
                    <a:pt x="63" y="42"/>
                  </a:lnTo>
                  <a:lnTo>
                    <a:pt x="63" y="43"/>
                  </a:lnTo>
                  <a:lnTo>
                    <a:pt x="64" y="43"/>
                  </a:lnTo>
                  <a:lnTo>
                    <a:pt x="65" y="45"/>
                  </a:lnTo>
                  <a:lnTo>
                    <a:pt x="69" y="48"/>
                  </a:lnTo>
                  <a:lnTo>
                    <a:pt x="71" y="50"/>
                  </a:lnTo>
                  <a:lnTo>
                    <a:pt x="69" y="52"/>
                  </a:lnTo>
                  <a:lnTo>
                    <a:pt x="67" y="52"/>
                  </a:lnTo>
                  <a:lnTo>
                    <a:pt x="67" y="52"/>
                  </a:lnTo>
                  <a:lnTo>
                    <a:pt x="67" y="52"/>
                  </a:lnTo>
                  <a:lnTo>
                    <a:pt x="67" y="52"/>
                  </a:lnTo>
                  <a:lnTo>
                    <a:pt x="67" y="52"/>
                  </a:lnTo>
                  <a:lnTo>
                    <a:pt x="67" y="53"/>
                  </a:lnTo>
                  <a:lnTo>
                    <a:pt x="66" y="55"/>
                  </a:lnTo>
                  <a:lnTo>
                    <a:pt x="65" y="56"/>
                  </a:lnTo>
                  <a:lnTo>
                    <a:pt x="65" y="57"/>
                  </a:lnTo>
                  <a:lnTo>
                    <a:pt x="64" y="59"/>
                  </a:lnTo>
                  <a:lnTo>
                    <a:pt x="62" y="59"/>
                  </a:lnTo>
                  <a:lnTo>
                    <a:pt x="61" y="60"/>
                  </a:lnTo>
                  <a:lnTo>
                    <a:pt x="60" y="60"/>
                  </a:lnTo>
                  <a:lnTo>
                    <a:pt x="58" y="60"/>
                  </a:lnTo>
                  <a:lnTo>
                    <a:pt x="57" y="59"/>
                  </a:lnTo>
                  <a:lnTo>
                    <a:pt x="56" y="58"/>
                  </a:lnTo>
                  <a:lnTo>
                    <a:pt x="56" y="56"/>
                  </a:lnTo>
                  <a:lnTo>
                    <a:pt x="55" y="55"/>
                  </a:lnTo>
                  <a:lnTo>
                    <a:pt x="54" y="54"/>
                  </a:lnTo>
                  <a:lnTo>
                    <a:pt x="53" y="53"/>
                  </a:lnTo>
                  <a:lnTo>
                    <a:pt x="52" y="52"/>
                  </a:lnTo>
                  <a:lnTo>
                    <a:pt x="48" y="52"/>
                  </a:lnTo>
                  <a:lnTo>
                    <a:pt x="48" y="54"/>
                  </a:lnTo>
                  <a:lnTo>
                    <a:pt x="48" y="55"/>
                  </a:lnTo>
                  <a:lnTo>
                    <a:pt x="48" y="55"/>
                  </a:lnTo>
                  <a:lnTo>
                    <a:pt x="48" y="55"/>
                  </a:lnTo>
                  <a:lnTo>
                    <a:pt x="47" y="55"/>
                  </a:lnTo>
                  <a:lnTo>
                    <a:pt x="34" y="55"/>
                  </a:lnTo>
                  <a:lnTo>
                    <a:pt x="33" y="55"/>
                  </a:lnTo>
                  <a:lnTo>
                    <a:pt x="32" y="55"/>
                  </a:lnTo>
                  <a:lnTo>
                    <a:pt x="32" y="55"/>
                  </a:lnTo>
                  <a:lnTo>
                    <a:pt x="32" y="54"/>
                  </a:lnTo>
                  <a:lnTo>
                    <a:pt x="32" y="52"/>
                  </a:lnTo>
                  <a:lnTo>
                    <a:pt x="31" y="52"/>
                  </a:lnTo>
                  <a:lnTo>
                    <a:pt x="30" y="57"/>
                  </a:lnTo>
                  <a:lnTo>
                    <a:pt x="30" y="57"/>
                  </a:lnTo>
                  <a:lnTo>
                    <a:pt x="29" y="52"/>
                  </a:lnTo>
                  <a:lnTo>
                    <a:pt x="28" y="52"/>
                  </a:lnTo>
                  <a:lnTo>
                    <a:pt x="28" y="52"/>
                  </a:lnTo>
                  <a:lnTo>
                    <a:pt x="28" y="52"/>
                  </a:lnTo>
                  <a:lnTo>
                    <a:pt x="28" y="52"/>
                  </a:lnTo>
                  <a:lnTo>
                    <a:pt x="28" y="52"/>
                  </a:lnTo>
                  <a:lnTo>
                    <a:pt x="28" y="53"/>
                  </a:lnTo>
                  <a:lnTo>
                    <a:pt x="27" y="55"/>
                  </a:lnTo>
                  <a:lnTo>
                    <a:pt x="27" y="56"/>
                  </a:lnTo>
                  <a:lnTo>
                    <a:pt x="26" y="57"/>
                  </a:lnTo>
                  <a:lnTo>
                    <a:pt x="25" y="59"/>
                  </a:lnTo>
                  <a:lnTo>
                    <a:pt x="23" y="59"/>
                  </a:lnTo>
                  <a:lnTo>
                    <a:pt x="22" y="60"/>
                  </a:lnTo>
                  <a:lnTo>
                    <a:pt x="20" y="60"/>
                  </a:lnTo>
                  <a:lnTo>
                    <a:pt x="19" y="60"/>
                  </a:lnTo>
                  <a:lnTo>
                    <a:pt x="18" y="59"/>
                  </a:lnTo>
                  <a:lnTo>
                    <a:pt x="16" y="59"/>
                  </a:lnTo>
                  <a:lnTo>
                    <a:pt x="15" y="58"/>
                  </a:lnTo>
                  <a:lnTo>
                    <a:pt x="14" y="57"/>
                  </a:lnTo>
                  <a:lnTo>
                    <a:pt x="13" y="55"/>
                  </a:lnTo>
                  <a:lnTo>
                    <a:pt x="13" y="55"/>
                  </a:lnTo>
                  <a:lnTo>
                    <a:pt x="13" y="52"/>
                  </a:lnTo>
                  <a:lnTo>
                    <a:pt x="13" y="52"/>
                  </a:lnTo>
                  <a:lnTo>
                    <a:pt x="12" y="52"/>
                  </a:lnTo>
                  <a:lnTo>
                    <a:pt x="12" y="53"/>
                  </a:lnTo>
                  <a:lnTo>
                    <a:pt x="12" y="53"/>
                  </a:lnTo>
                  <a:lnTo>
                    <a:pt x="8" y="52"/>
                  </a:lnTo>
                  <a:lnTo>
                    <a:pt x="5" y="52"/>
                  </a:lnTo>
                  <a:lnTo>
                    <a:pt x="5" y="52"/>
                  </a:lnTo>
                  <a:lnTo>
                    <a:pt x="3" y="52"/>
                  </a:lnTo>
                  <a:lnTo>
                    <a:pt x="2" y="52"/>
                  </a:lnTo>
                  <a:lnTo>
                    <a:pt x="1" y="52"/>
                  </a:lnTo>
                  <a:lnTo>
                    <a:pt x="1" y="52"/>
                  </a:lnTo>
                  <a:lnTo>
                    <a:pt x="1" y="51"/>
                  </a:lnTo>
                  <a:lnTo>
                    <a:pt x="1" y="48"/>
                  </a:lnTo>
                  <a:lnTo>
                    <a:pt x="1" y="48"/>
                  </a:lnTo>
                  <a:lnTo>
                    <a:pt x="0" y="48"/>
                  </a:lnTo>
                  <a:lnTo>
                    <a:pt x="0" y="48"/>
                  </a:lnTo>
                  <a:lnTo>
                    <a:pt x="0" y="48"/>
                  </a:lnTo>
                  <a:lnTo>
                    <a:pt x="0" y="47"/>
                  </a:lnTo>
                  <a:lnTo>
                    <a:pt x="0" y="42"/>
                  </a:lnTo>
                  <a:lnTo>
                    <a:pt x="0" y="41"/>
                  </a:lnTo>
                  <a:lnTo>
                    <a:pt x="0" y="41"/>
                  </a:lnTo>
                  <a:lnTo>
                    <a:pt x="0" y="41"/>
                  </a:lnTo>
                  <a:lnTo>
                    <a:pt x="1" y="41"/>
                  </a:lnTo>
                  <a:lnTo>
                    <a:pt x="1" y="40"/>
                  </a:lnTo>
                  <a:lnTo>
                    <a:pt x="1" y="34"/>
                  </a:lnTo>
                  <a:lnTo>
                    <a:pt x="3" y="31"/>
                  </a:lnTo>
                  <a:lnTo>
                    <a:pt x="4" y="20"/>
                  </a:lnTo>
                  <a:lnTo>
                    <a:pt x="5" y="19"/>
                  </a:lnTo>
                  <a:lnTo>
                    <a:pt x="5" y="18"/>
                  </a:lnTo>
                  <a:lnTo>
                    <a:pt x="6" y="17"/>
                  </a:lnTo>
                  <a:lnTo>
                    <a:pt x="8" y="17"/>
                  </a:lnTo>
                  <a:lnTo>
                    <a:pt x="8" y="17"/>
                  </a:lnTo>
                  <a:lnTo>
                    <a:pt x="15" y="8"/>
                  </a:lnTo>
                  <a:lnTo>
                    <a:pt x="15" y="8"/>
                  </a:lnTo>
                  <a:lnTo>
                    <a:pt x="17" y="7"/>
                  </a:lnTo>
                  <a:lnTo>
                    <a:pt x="18" y="6"/>
                  </a:lnTo>
                  <a:lnTo>
                    <a:pt x="19" y="5"/>
                  </a:lnTo>
                  <a:lnTo>
                    <a:pt x="20" y="5"/>
                  </a:lnTo>
                  <a:lnTo>
                    <a:pt x="21" y="5"/>
                  </a:lnTo>
                  <a:lnTo>
                    <a:pt x="22" y="4"/>
                  </a:lnTo>
                  <a:lnTo>
                    <a:pt x="23" y="4"/>
                  </a:lnTo>
                  <a:lnTo>
                    <a:pt x="30" y="4"/>
                  </a:lnTo>
                  <a:lnTo>
                    <a:pt x="30" y="16"/>
                  </a:lnTo>
                  <a:lnTo>
                    <a:pt x="30" y="16"/>
                  </a:lnTo>
                </a:path>
              </a:pathLst>
            </a:custGeom>
            <a:solidFill>
              <a:srgbClr val="000000"/>
            </a:solidFill>
            <a:ln cap="rnd">
              <a:noFill/>
              <a:round/>
            </a:ln>
            <a:effectLst/>
          </p:spPr>
        </p:sp>
        <p:sp>
          <p:nvSpPr>
            <p:cNvPr id="62410" name=""/>
            <p:cNvSpPr/>
            <p:nvPr/>
          </p:nvSpPr>
          <p:spPr>
            <a:xfrm>
              <a:off x="3503" y="1582"/>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411" name=""/>
            <p:cNvSpPr/>
            <p:nvPr/>
          </p:nvSpPr>
          <p:spPr>
            <a:xfrm>
              <a:off x="3503" y="1582"/>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412" name=""/>
            <p:cNvSpPr/>
            <p:nvPr/>
          </p:nvSpPr>
          <p:spPr>
            <a:xfrm>
              <a:off x="3278" y="1524"/>
              <a:ext cx="228" cy="61"/>
            </a:xfrm>
            <a:custGeom>
              <a:pathLst>
                <a:path w="228" h="61">
                  <a:moveTo>
                    <a:pt x="30" y="16"/>
                  </a:moveTo>
                  <a:lnTo>
                    <a:pt x="32" y="16"/>
                  </a:lnTo>
                  <a:lnTo>
                    <a:pt x="33" y="18"/>
                  </a:lnTo>
                  <a:lnTo>
                    <a:pt x="32" y="15"/>
                  </a:lnTo>
                  <a:lnTo>
                    <a:pt x="30" y="15"/>
                  </a:lnTo>
                  <a:lnTo>
                    <a:pt x="30" y="14"/>
                  </a:lnTo>
                  <a:lnTo>
                    <a:pt x="30" y="14"/>
                  </a:lnTo>
                  <a:lnTo>
                    <a:pt x="31" y="12"/>
                  </a:lnTo>
                  <a:lnTo>
                    <a:pt x="31" y="12"/>
                  </a:lnTo>
                  <a:lnTo>
                    <a:pt x="32" y="12"/>
                  </a:lnTo>
                  <a:lnTo>
                    <a:pt x="32" y="12"/>
                  </a:lnTo>
                  <a:lnTo>
                    <a:pt x="33" y="12"/>
                  </a:lnTo>
                  <a:lnTo>
                    <a:pt x="34" y="12"/>
                  </a:lnTo>
                  <a:lnTo>
                    <a:pt x="34" y="14"/>
                  </a:lnTo>
                  <a:lnTo>
                    <a:pt x="34" y="14"/>
                  </a:lnTo>
                  <a:lnTo>
                    <a:pt x="35" y="28"/>
                  </a:lnTo>
                  <a:lnTo>
                    <a:pt x="34" y="31"/>
                  </a:lnTo>
                  <a:lnTo>
                    <a:pt x="35" y="31"/>
                  </a:lnTo>
                  <a:lnTo>
                    <a:pt x="35" y="31"/>
                  </a:lnTo>
                  <a:lnTo>
                    <a:pt x="37" y="31"/>
                  </a:lnTo>
                  <a:lnTo>
                    <a:pt x="37" y="32"/>
                  </a:lnTo>
                  <a:lnTo>
                    <a:pt x="39" y="32"/>
                  </a:lnTo>
                  <a:lnTo>
                    <a:pt x="39" y="32"/>
                  </a:lnTo>
                  <a:lnTo>
                    <a:pt x="40" y="32"/>
                  </a:lnTo>
                  <a:lnTo>
                    <a:pt x="40" y="32"/>
                  </a:lnTo>
                  <a:lnTo>
                    <a:pt x="40" y="45"/>
                  </a:lnTo>
                  <a:lnTo>
                    <a:pt x="52" y="45"/>
                  </a:lnTo>
                  <a:lnTo>
                    <a:pt x="53" y="43"/>
                  </a:lnTo>
                  <a:lnTo>
                    <a:pt x="56" y="43"/>
                  </a:lnTo>
                  <a:lnTo>
                    <a:pt x="56" y="42"/>
                  </a:lnTo>
                  <a:lnTo>
                    <a:pt x="44" y="42"/>
                  </a:lnTo>
                  <a:lnTo>
                    <a:pt x="44" y="40"/>
                  </a:lnTo>
                  <a:lnTo>
                    <a:pt x="44" y="0"/>
                  </a:lnTo>
                  <a:lnTo>
                    <a:pt x="227" y="0"/>
                  </a:lnTo>
                  <a:lnTo>
                    <a:pt x="227" y="40"/>
                  </a:lnTo>
                  <a:lnTo>
                    <a:pt x="227" y="45"/>
                  </a:lnTo>
                  <a:lnTo>
                    <a:pt x="226" y="45"/>
                  </a:lnTo>
                  <a:lnTo>
                    <a:pt x="226" y="48"/>
                  </a:lnTo>
                  <a:lnTo>
                    <a:pt x="225" y="51"/>
                  </a:lnTo>
                  <a:lnTo>
                    <a:pt x="225" y="58"/>
                  </a:lnTo>
                  <a:lnTo>
                    <a:pt x="224" y="58"/>
                  </a:lnTo>
                  <a:lnTo>
                    <a:pt x="224" y="51"/>
                  </a:lnTo>
                  <a:lnTo>
                    <a:pt x="212" y="52"/>
                  </a:lnTo>
                  <a:lnTo>
                    <a:pt x="212" y="52"/>
                  </a:lnTo>
                  <a:lnTo>
                    <a:pt x="212" y="52"/>
                  </a:lnTo>
                  <a:lnTo>
                    <a:pt x="212" y="52"/>
                  </a:lnTo>
                  <a:lnTo>
                    <a:pt x="212" y="52"/>
                  </a:lnTo>
                  <a:lnTo>
                    <a:pt x="212" y="53"/>
                  </a:lnTo>
                  <a:lnTo>
                    <a:pt x="211" y="55"/>
                  </a:lnTo>
                  <a:lnTo>
                    <a:pt x="211" y="56"/>
                  </a:lnTo>
                  <a:lnTo>
                    <a:pt x="210" y="57"/>
                  </a:lnTo>
                  <a:lnTo>
                    <a:pt x="208" y="59"/>
                  </a:lnTo>
                  <a:lnTo>
                    <a:pt x="207" y="59"/>
                  </a:lnTo>
                  <a:lnTo>
                    <a:pt x="206" y="60"/>
                  </a:lnTo>
                  <a:lnTo>
                    <a:pt x="205" y="60"/>
                  </a:lnTo>
                  <a:lnTo>
                    <a:pt x="203" y="60"/>
                  </a:lnTo>
                  <a:lnTo>
                    <a:pt x="202" y="59"/>
                  </a:lnTo>
                  <a:lnTo>
                    <a:pt x="201" y="58"/>
                  </a:lnTo>
                  <a:lnTo>
                    <a:pt x="201" y="56"/>
                  </a:lnTo>
                  <a:lnTo>
                    <a:pt x="200" y="55"/>
                  </a:lnTo>
                  <a:lnTo>
                    <a:pt x="199" y="54"/>
                  </a:lnTo>
                  <a:lnTo>
                    <a:pt x="198" y="53"/>
                  </a:lnTo>
                  <a:lnTo>
                    <a:pt x="197" y="52"/>
                  </a:lnTo>
                  <a:lnTo>
                    <a:pt x="194" y="52"/>
                  </a:lnTo>
                  <a:lnTo>
                    <a:pt x="194" y="52"/>
                  </a:lnTo>
                  <a:lnTo>
                    <a:pt x="194" y="52"/>
                  </a:lnTo>
                  <a:lnTo>
                    <a:pt x="194" y="52"/>
                  </a:lnTo>
                  <a:lnTo>
                    <a:pt x="194" y="52"/>
                  </a:lnTo>
                  <a:lnTo>
                    <a:pt x="193" y="53"/>
                  </a:lnTo>
                  <a:lnTo>
                    <a:pt x="193" y="55"/>
                  </a:lnTo>
                  <a:lnTo>
                    <a:pt x="192" y="56"/>
                  </a:lnTo>
                  <a:lnTo>
                    <a:pt x="191" y="57"/>
                  </a:lnTo>
                  <a:lnTo>
                    <a:pt x="191" y="59"/>
                  </a:lnTo>
                  <a:lnTo>
                    <a:pt x="189" y="59"/>
                  </a:lnTo>
                  <a:lnTo>
                    <a:pt x="187" y="60"/>
                  </a:lnTo>
                  <a:lnTo>
                    <a:pt x="186" y="60"/>
                  </a:lnTo>
                  <a:lnTo>
                    <a:pt x="185" y="60"/>
                  </a:lnTo>
                  <a:lnTo>
                    <a:pt x="183" y="59"/>
                  </a:lnTo>
                  <a:lnTo>
                    <a:pt x="183" y="58"/>
                  </a:lnTo>
                  <a:lnTo>
                    <a:pt x="182" y="56"/>
                  </a:lnTo>
                  <a:lnTo>
                    <a:pt x="181" y="55"/>
                  </a:lnTo>
                  <a:lnTo>
                    <a:pt x="181" y="54"/>
                  </a:lnTo>
                  <a:lnTo>
                    <a:pt x="180" y="53"/>
                  </a:lnTo>
                  <a:lnTo>
                    <a:pt x="179" y="52"/>
                  </a:lnTo>
                  <a:lnTo>
                    <a:pt x="169" y="52"/>
                  </a:lnTo>
                  <a:lnTo>
                    <a:pt x="169" y="50"/>
                  </a:lnTo>
                  <a:lnTo>
                    <a:pt x="167" y="50"/>
                  </a:lnTo>
                  <a:lnTo>
                    <a:pt x="167" y="48"/>
                  </a:lnTo>
                  <a:lnTo>
                    <a:pt x="139" y="48"/>
                  </a:lnTo>
                  <a:lnTo>
                    <a:pt x="139" y="52"/>
                  </a:lnTo>
                  <a:lnTo>
                    <a:pt x="126" y="52"/>
                  </a:lnTo>
                  <a:lnTo>
                    <a:pt x="126" y="54"/>
                  </a:lnTo>
                  <a:lnTo>
                    <a:pt x="125" y="55"/>
                  </a:lnTo>
                  <a:lnTo>
                    <a:pt x="125" y="55"/>
                  </a:lnTo>
                  <a:lnTo>
                    <a:pt x="124" y="55"/>
                  </a:lnTo>
                  <a:lnTo>
                    <a:pt x="124" y="55"/>
                  </a:lnTo>
                  <a:lnTo>
                    <a:pt x="110" y="55"/>
                  </a:lnTo>
                  <a:lnTo>
                    <a:pt x="110" y="55"/>
                  </a:lnTo>
                  <a:lnTo>
                    <a:pt x="109" y="55"/>
                  </a:lnTo>
                  <a:lnTo>
                    <a:pt x="109" y="55"/>
                  </a:lnTo>
                  <a:lnTo>
                    <a:pt x="109" y="54"/>
                  </a:lnTo>
                  <a:lnTo>
                    <a:pt x="109" y="52"/>
                  </a:lnTo>
                  <a:lnTo>
                    <a:pt x="101" y="52"/>
                  </a:lnTo>
                  <a:lnTo>
                    <a:pt x="101" y="55"/>
                  </a:lnTo>
                  <a:lnTo>
                    <a:pt x="101" y="55"/>
                  </a:lnTo>
                  <a:lnTo>
                    <a:pt x="101" y="55"/>
                  </a:lnTo>
                  <a:lnTo>
                    <a:pt x="101" y="56"/>
                  </a:lnTo>
                  <a:lnTo>
                    <a:pt x="102" y="56"/>
                  </a:lnTo>
                  <a:lnTo>
                    <a:pt x="101" y="57"/>
                  </a:lnTo>
                  <a:lnTo>
                    <a:pt x="101" y="57"/>
                  </a:lnTo>
                  <a:lnTo>
                    <a:pt x="101" y="58"/>
                  </a:lnTo>
                  <a:lnTo>
                    <a:pt x="100" y="58"/>
                  </a:lnTo>
                  <a:lnTo>
                    <a:pt x="99" y="58"/>
                  </a:lnTo>
                  <a:lnTo>
                    <a:pt x="98" y="57"/>
                  </a:lnTo>
                  <a:lnTo>
                    <a:pt x="98" y="57"/>
                  </a:lnTo>
                  <a:lnTo>
                    <a:pt x="98" y="56"/>
                  </a:lnTo>
                  <a:lnTo>
                    <a:pt x="98" y="56"/>
                  </a:lnTo>
                  <a:lnTo>
                    <a:pt x="98" y="55"/>
                  </a:lnTo>
                  <a:lnTo>
                    <a:pt x="98" y="55"/>
                  </a:lnTo>
                  <a:lnTo>
                    <a:pt x="99" y="55"/>
                  </a:lnTo>
                  <a:lnTo>
                    <a:pt x="99" y="45"/>
                  </a:lnTo>
                  <a:lnTo>
                    <a:pt x="84" y="45"/>
                  </a:lnTo>
                  <a:lnTo>
                    <a:pt x="79" y="42"/>
                  </a:lnTo>
                  <a:lnTo>
                    <a:pt x="62" y="42"/>
                  </a:lnTo>
                  <a:lnTo>
                    <a:pt x="62" y="43"/>
                  </a:lnTo>
                  <a:lnTo>
                    <a:pt x="64" y="43"/>
                  </a:lnTo>
                  <a:lnTo>
                    <a:pt x="65" y="45"/>
                  </a:lnTo>
                  <a:lnTo>
                    <a:pt x="68" y="48"/>
                  </a:lnTo>
                  <a:lnTo>
                    <a:pt x="71" y="50"/>
                  </a:lnTo>
                  <a:lnTo>
                    <a:pt x="68" y="52"/>
                  </a:lnTo>
                  <a:lnTo>
                    <a:pt x="67" y="52"/>
                  </a:lnTo>
                  <a:lnTo>
                    <a:pt x="67" y="52"/>
                  </a:lnTo>
                  <a:lnTo>
                    <a:pt x="67" y="52"/>
                  </a:lnTo>
                  <a:lnTo>
                    <a:pt x="67" y="52"/>
                  </a:lnTo>
                  <a:lnTo>
                    <a:pt x="67" y="52"/>
                  </a:lnTo>
                  <a:lnTo>
                    <a:pt x="66" y="53"/>
                  </a:lnTo>
                  <a:lnTo>
                    <a:pt x="65" y="55"/>
                  </a:lnTo>
                  <a:lnTo>
                    <a:pt x="65" y="56"/>
                  </a:lnTo>
                  <a:lnTo>
                    <a:pt x="64" y="57"/>
                  </a:lnTo>
                  <a:lnTo>
                    <a:pt x="63" y="59"/>
                  </a:lnTo>
                  <a:lnTo>
                    <a:pt x="62" y="59"/>
                  </a:lnTo>
                  <a:lnTo>
                    <a:pt x="60" y="60"/>
                  </a:lnTo>
                  <a:lnTo>
                    <a:pt x="59" y="60"/>
                  </a:lnTo>
                  <a:lnTo>
                    <a:pt x="58" y="60"/>
                  </a:lnTo>
                  <a:lnTo>
                    <a:pt x="56" y="59"/>
                  </a:lnTo>
                  <a:lnTo>
                    <a:pt x="56" y="58"/>
                  </a:lnTo>
                  <a:lnTo>
                    <a:pt x="56" y="56"/>
                  </a:lnTo>
                  <a:lnTo>
                    <a:pt x="55" y="55"/>
                  </a:lnTo>
                  <a:lnTo>
                    <a:pt x="53" y="54"/>
                  </a:lnTo>
                  <a:lnTo>
                    <a:pt x="53" y="53"/>
                  </a:lnTo>
                  <a:lnTo>
                    <a:pt x="51" y="52"/>
                  </a:lnTo>
                  <a:lnTo>
                    <a:pt x="49" y="52"/>
                  </a:lnTo>
                  <a:lnTo>
                    <a:pt x="49" y="54"/>
                  </a:lnTo>
                  <a:lnTo>
                    <a:pt x="48" y="55"/>
                  </a:lnTo>
                  <a:lnTo>
                    <a:pt x="48" y="55"/>
                  </a:lnTo>
                  <a:lnTo>
                    <a:pt x="47" y="55"/>
                  </a:lnTo>
                  <a:lnTo>
                    <a:pt x="47" y="55"/>
                  </a:lnTo>
                  <a:lnTo>
                    <a:pt x="33" y="55"/>
                  </a:lnTo>
                  <a:lnTo>
                    <a:pt x="32" y="55"/>
                  </a:lnTo>
                  <a:lnTo>
                    <a:pt x="32" y="55"/>
                  </a:lnTo>
                  <a:lnTo>
                    <a:pt x="32" y="55"/>
                  </a:lnTo>
                  <a:lnTo>
                    <a:pt x="32" y="54"/>
                  </a:lnTo>
                  <a:lnTo>
                    <a:pt x="32" y="52"/>
                  </a:lnTo>
                  <a:lnTo>
                    <a:pt x="31" y="52"/>
                  </a:lnTo>
                  <a:lnTo>
                    <a:pt x="30" y="57"/>
                  </a:lnTo>
                  <a:lnTo>
                    <a:pt x="30" y="57"/>
                  </a:lnTo>
                  <a:lnTo>
                    <a:pt x="30" y="52"/>
                  </a:lnTo>
                  <a:lnTo>
                    <a:pt x="27" y="52"/>
                  </a:lnTo>
                  <a:lnTo>
                    <a:pt x="27" y="52"/>
                  </a:lnTo>
                  <a:lnTo>
                    <a:pt x="27" y="52"/>
                  </a:lnTo>
                  <a:lnTo>
                    <a:pt x="27" y="52"/>
                  </a:lnTo>
                  <a:lnTo>
                    <a:pt x="27" y="52"/>
                  </a:lnTo>
                  <a:lnTo>
                    <a:pt x="27" y="53"/>
                  </a:lnTo>
                  <a:lnTo>
                    <a:pt x="27" y="55"/>
                  </a:lnTo>
                  <a:lnTo>
                    <a:pt x="27" y="56"/>
                  </a:lnTo>
                  <a:lnTo>
                    <a:pt x="25" y="57"/>
                  </a:lnTo>
                  <a:lnTo>
                    <a:pt x="25" y="59"/>
                  </a:lnTo>
                  <a:lnTo>
                    <a:pt x="23" y="59"/>
                  </a:lnTo>
                  <a:lnTo>
                    <a:pt x="21" y="60"/>
                  </a:lnTo>
                  <a:lnTo>
                    <a:pt x="20" y="60"/>
                  </a:lnTo>
                  <a:lnTo>
                    <a:pt x="18" y="60"/>
                  </a:lnTo>
                  <a:lnTo>
                    <a:pt x="17" y="59"/>
                  </a:lnTo>
                  <a:lnTo>
                    <a:pt x="16" y="59"/>
                  </a:lnTo>
                  <a:lnTo>
                    <a:pt x="15" y="58"/>
                  </a:lnTo>
                  <a:lnTo>
                    <a:pt x="14" y="57"/>
                  </a:lnTo>
                  <a:lnTo>
                    <a:pt x="13" y="55"/>
                  </a:lnTo>
                  <a:lnTo>
                    <a:pt x="13" y="55"/>
                  </a:lnTo>
                  <a:lnTo>
                    <a:pt x="13" y="52"/>
                  </a:lnTo>
                  <a:lnTo>
                    <a:pt x="12" y="52"/>
                  </a:lnTo>
                  <a:lnTo>
                    <a:pt x="12" y="52"/>
                  </a:lnTo>
                  <a:lnTo>
                    <a:pt x="11" y="53"/>
                  </a:lnTo>
                  <a:lnTo>
                    <a:pt x="11" y="53"/>
                  </a:lnTo>
                  <a:lnTo>
                    <a:pt x="8" y="52"/>
                  </a:lnTo>
                  <a:lnTo>
                    <a:pt x="4" y="52"/>
                  </a:lnTo>
                  <a:lnTo>
                    <a:pt x="4" y="52"/>
                  </a:lnTo>
                  <a:lnTo>
                    <a:pt x="2" y="52"/>
                  </a:lnTo>
                  <a:lnTo>
                    <a:pt x="1" y="52"/>
                  </a:lnTo>
                  <a:lnTo>
                    <a:pt x="1" y="52"/>
                  </a:lnTo>
                  <a:lnTo>
                    <a:pt x="1" y="52"/>
                  </a:lnTo>
                  <a:lnTo>
                    <a:pt x="0" y="51"/>
                  </a:lnTo>
                  <a:lnTo>
                    <a:pt x="0" y="48"/>
                  </a:lnTo>
                  <a:lnTo>
                    <a:pt x="0" y="48"/>
                  </a:lnTo>
                  <a:lnTo>
                    <a:pt x="0" y="48"/>
                  </a:lnTo>
                  <a:lnTo>
                    <a:pt x="0" y="48"/>
                  </a:lnTo>
                  <a:lnTo>
                    <a:pt x="0" y="48"/>
                  </a:lnTo>
                  <a:lnTo>
                    <a:pt x="0" y="47"/>
                  </a:lnTo>
                  <a:lnTo>
                    <a:pt x="0" y="42"/>
                  </a:lnTo>
                  <a:lnTo>
                    <a:pt x="0" y="41"/>
                  </a:lnTo>
                  <a:lnTo>
                    <a:pt x="0" y="41"/>
                  </a:lnTo>
                  <a:lnTo>
                    <a:pt x="0" y="41"/>
                  </a:lnTo>
                  <a:lnTo>
                    <a:pt x="0" y="41"/>
                  </a:lnTo>
                  <a:lnTo>
                    <a:pt x="1" y="40"/>
                  </a:lnTo>
                  <a:lnTo>
                    <a:pt x="1" y="34"/>
                  </a:lnTo>
                  <a:lnTo>
                    <a:pt x="4" y="31"/>
                  </a:lnTo>
                  <a:lnTo>
                    <a:pt x="4" y="20"/>
                  </a:lnTo>
                  <a:lnTo>
                    <a:pt x="4" y="19"/>
                  </a:lnTo>
                  <a:lnTo>
                    <a:pt x="5" y="18"/>
                  </a:lnTo>
                  <a:lnTo>
                    <a:pt x="6" y="17"/>
                  </a:lnTo>
                  <a:lnTo>
                    <a:pt x="7" y="17"/>
                  </a:lnTo>
                  <a:lnTo>
                    <a:pt x="8" y="17"/>
                  </a:lnTo>
                  <a:lnTo>
                    <a:pt x="15" y="8"/>
                  </a:lnTo>
                  <a:lnTo>
                    <a:pt x="15" y="8"/>
                  </a:lnTo>
                  <a:lnTo>
                    <a:pt x="16" y="7"/>
                  </a:lnTo>
                  <a:lnTo>
                    <a:pt x="17" y="6"/>
                  </a:lnTo>
                  <a:lnTo>
                    <a:pt x="18" y="5"/>
                  </a:lnTo>
                  <a:lnTo>
                    <a:pt x="19" y="5"/>
                  </a:lnTo>
                  <a:lnTo>
                    <a:pt x="20" y="5"/>
                  </a:lnTo>
                  <a:lnTo>
                    <a:pt x="21" y="4"/>
                  </a:lnTo>
                  <a:lnTo>
                    <a:pt x="23" y="4"/>
                  </a:lnTo>
                  <a:lnTo>
                    <a:pt x="30" y="4"/>
                  </a:lnTo>
                  <a:lnTo>
                    <a:pt x="30" y="16"/>
                  </a:lnTo>
                  <a:lnTo>
                    <a:pt x="30" y="16"/>
                  </a:lnTo>
                  <a:lnTo>
                    <a:pt x="30" y="16"/>
                  </a:lnTo>
                </a:path>
              </a:pathLst>
            </a:custGeom>
            <a:solidFill>
              <a:srgbClr val="000000"/>
            </a:solidFill>
            <a:ln cap="rnd">
              <a:noFill/>
              <a:round/>
            </a:ln>
            <a:effectLst/>
          </p:spPr>
        </p:sp>
        <p:sp>
          <p:nvSpPr>
            <p:cNvPr id="62413" name=""/>
            <p:cNvSpPr/>
            <p:nvPr/>
          </p:nvSpPr>
          <p:spPr>
            <a:xfrm>
              <a:off x="4086" y="1582"/>
              <a:ext cx="1" cy="1"/>
            </a:xfrm>
            <a:custGeom>
              <a:pathLst>
                <a:path w="1" h="1">
                  <a:moveTo>
                    <a:pt x="0" y="0"/>
                  </a:moveTo>
                  <a:lnTo>
                    <a:pt x="0" y="0"/>
                  </a:lnTo>
                  <a:lnTo>
                    <a:pt x="0" y="0"/>
                  </a:lnTo>
                  <a:lnTo>
                    <a:pt x="0" y="0"/>
                  </a:lnTo>
                </a:path>
              </a:pathLst>
            </a:custGeom>
            <a:solidFill>
              <a:srgbClr val="FFFFFF"/>
            </a:solidFill>
            <a:ln cap="rnd">
              <a:noFill/>
              <a:round/>
            </a:ln>
            <a:effectLst/>
          </p:spPr>
        </p:sp>
        <p:sp>
          <p:nvSpPr>
            <p:cNvPr id="62414" name=""/>
            <p:cNvSpPr/>
            <p:nvPr/>
          </p:nvSpPr>
          <p:spPr>
            <a:xfrm>
              <a:off x="4086" y="1582"/>
              <a:ext cx="1" cy="1"/>
            </a:xfrm>
            <a:custGeom>
              <a:pathLst>
                <a:path w="1" h="1">
                  <a:moveTo>
                    <a:pt x="0" y="0"/>
                  </a:moveTo>
                  <a:lnTo>
                    <a:pt x="0" y="0"/>
                  </a:lnTo>
                  <a:lnTo>
                    <a:pt x="0" y="0"/>
                  </a:lnTo>
                  <a:lnTo>
                    <a:pt x="0" y="0"/>
                  </a:lnTo>
                </a:path>
              </a:pathLst>
            </a:custGeom>
            <a:noFill/>
            <a:ln w="12700" cap="rnd" cmpd="sng">
              <a:solidFill>
                <a:srgbClr val="000000"/>
              </a:solidFill>
              <a:prstDash val="solid"/>
              <a:round/>
              <a:headEnd type="none" w="sm" len="sm"/>
              <a:tailEnd type="none" w="sm" len="sm"/>
            </a:ln>
            <a:effectLst/>
          </p:spPr>
        </p:sp>
        <p:sp>
          <p:nvSpPr>
            <p:cNvPr id="62415" name=""/>
            <p:cNvSpPr/>
            <p:nvPr/>
          </p:nvSpPr>
          <p:spPr>
            <a:xfrm>
              <a:off x="3860" y="1524"/>
              <a:ext cx="229" cy="61"/>
            </a:xfrm>
            <a:custGeom>
              <a:pathLst>
                <a:path w="229" h="61">
                  <a:moveTo>
                    <a:pt x="31" y="16"/>
                  </a:moveTo>
                  <a:lnTo>
                    <a:pt x="32" y="16"/>
                  </a:lnTo>
                  <a:lnTo>
                    <a:pt x="34" y="18"/>
                  </a:lnTo>
                  <a:lnTo>
                    <a:pt x="32" y="15"/>
                  </a:lnTo>
                  <a:lnTo>
                    <a:pt x="31" y="15"/>
                  </a:lnTo>
                  <a:lnTo>
                    <a:pt x="31" y="14"/>
                  </a:lnTo>
                  <a:lnTo>
                    <a:pt x="32" y="14"/>
                  </a:lnTo>
                  <a:lnTo>
                    <a:pt x="32" y="12"/>
                  </a:lnTo>
                  <a:lnTo>
                    <a:pt x="32" y="12"/>
                  </a:lnTo>
                  <a:lnTo>
                    <a:pt x="32" y="12"/>
                  </a:lnTo>
                  <a:lnTo>
                    <a:pt x="34" y="12"/>
                  </a:lnTo>
                  <a:lnTo>
                    <a:pt x="35" y="12"/>
                  </a:lnTo>
                  <a:lnTo>
                    <a:pt x="35" y="12"/>
                  </a:lnTo>
                  <a:lnTo>
                    <a:pt x="35" y="14"/>
                  </a:lnTo>
                  <a:lnTo>
                    <a:pt x="35" y="14"/>
                  </a:lnTo>
                  <a:lnTo>
                    <a:pt x="36" y="28"/>
                  </a:lnTo>
                  <a:lnTo>
                    <a:pt x="35" y="31"/>
                  </a:lnTo>
                  <a:lnTo>
                    <a:pt x="36" y="31"/>
                  </a:lnTo>
                  <a:lnTo>
                    <a:pt x="37" y="31"/>
                  </a:lnTo>
                  <a:lnTo>
                    <a:pt x="37" y="31"/>
                  </a:lnTo>
                  <a:lnTo>
                    <a:pt x="39" y="32"/>
                  </a:lnTo>
                  <a:lnTo>
                    <a:pt x="39" y="32"/>
                  </a:lnTo>
                  <a:lnTo>
                    <a:pt x="40" y="32"/>
                  </a:lnTo>
                  <a:lnTo>
                    <a:pt x="41" y="32"/>
                  </a:lnTo>
                  <a:lnTo>
                    <a:pt x="41" y="32"/>
                  </a:lnTo>
                  <a:lnTo>
                    <a:pt x="41" y="45"/>
                  </a:lnTo>
                  <a:lnTo>
                    <a:pt x="53" y="45"/>
                  </a:lnTo>
                  <a:lnTo>
                    <a:pt x="54" y="43"/>
                  </a:lnTo>
                  <a:lnTo>
                    <a:pt x="56" y="43"/>
                  </a:lnTo>
                  <a:lnTo>
                    <a:pt x="56" y="42"/>
                  </a:lnTo>
                  <a:lnTo>
                    <a:pt x="44" y="42"/>
                  </a:lnTo>
                  <a:lnTo>
                    <a:pt x="44" y="40"/>
                  </a:lnTo>
                  <a:lnTo>
                    <a:pt x="44" y="0"/>
                  </a:lnTo>
                  <a:lnTo>
                    <a:pt x="228" y="0"/>
                  </a:lnTo>
                  <a:lnTo>
                    <a:pt x="228" y="40"/>
                  </a:lnTo>
                  <a:lnTo>
                    <a:pt x="228" y="45"/>
                  </a:lnTo>
                  <a:lnTo>
                    <a:pt x="227" y="45"/>
                  </a:lnTo>
                  <a:lnTo>
                    <a:pt x="227" y="48"/>
                  </a:lnTo>
                  <a:lnTo>
                    <a:pt x="226" y="51"/>
                  </a:lnTo>
                  <a:lnTo>
                    <a:pt x="226" y="58"/>
                  </a:lnTo>
                  <a:lnTo>
                    <a:pt x="224" y="58"/>
                  </a:lnTo>
                  <a:lnTo>
                    <a:pt x="224" y="51"/>
                  </a:lnTo>
                  <a:lnTo>
                    <a:pt x="213" y="52"/>
                  </a:lnTo>
                  <a:lnTo>
                    <a:pt x="213" y="52"/>
                  </a:lnTo>
                  <a:lnTo>
                    <a:pt x="213" y="52"/>
                  </a:lnTo>
                  <a:lnTo>
                    <a:pt x="213" y="52"/>
                  </a:lnTo>
                  <a:lnTo>
                    <a:pt x="213" y="52"/>
                  </a:lnTo>
                  <a:lnTo>
                    <a:pt x="213" y="53"/>
                  </a:lnTo>
                  <a:lnTo>
                    <a:pt x="212" y="55"/>
                  </a:lnTo>
                  <a:lnTo>
                    <a:pt x="212" y="56"/>
                  </a:lnTo>
                  <a:lnTo>
                    <a:pt x="210" y="57"/>
                  </a:lnTo>
                  <a:lnTo>
                    <a:pt x="210" y="59"/>
                  </a:lnTo>
                  <a:lnTo>
                    <a:pt x="208" y="59"/>
                  </a:lnTo>
                  <a:lnTo>
                    <a:pt x="207" y="60"/>
                  </a:lnTo>
                  <a:lnTo>
                    <a:pt x="205" y="60"/>
                  </a:lnTo>
                  <a:lnTo>
                    <a:pt x="204" y="60"/>
                  </a:lnTo>
                  <a:lnTo>
                    <a:pt x="203" y="59"/>
                  </a:lnTo>
                  <a:lnTo>
                    <a:pt x="203" y="58"/>
                  </a:lnTo>
                  <a:lnTo>
                    <a:pt x="202" y="56"/>
                  </a:lnTo>
                  <a:lnTo>
                    <a:pt x="201" y="55"/>
                  </a:lnTo>
                  <a:lnTo>
                    <a:pt x="200" y="54"/>
                  </a:lnTo>
                  <a:lnTo>
                    <a:pt x="199" y="53"/>
                  </a:lnTo>
                  <a:lnTo>
                    <a:pt x="198" y="52"/>
                  </a:lnTo>
                  <a:lnTo>
                    <a:pt x="195" y="52"/>
                  </a:lnTo>
                  <a:lnTo>
                    <a:pt x="195" y="52"/>
                  </a:lnTo>
                  <a:lnTo>
                    <a:pt x="195" y="52"/>
                  </a:lnTo>
                  <a:lnTo>
                    <a:pt x="195" y="52"/>
                  </a:lnTo>
                  <a:lnTo>
                    <a:pt x="195" y="52"/>
                  </a:lnTo>
                  <a:lnTo>
                    <a:pt x="195" y="53"/>
                  </a:lnTo>
                  <a:lnTo>
                    <a:pt x="194" y="55"/>
                  </a:lnTo>
                  <a:lnTo>
                    <a:pt x="193" y="56"/>
                  </a:lnTo>
                  <a:lnTo>
                    <a:pt x="193" y="57"/>
                  </a:lnTo>
                  <a:lnTo>
                    <a:pt x="191" y="59"/>
                  </a:lnTo>
                  <a:lnTo>
                    <a:pt x="190" y="59"/>
                  </a:lnTo>
                  <a:lnTo>
                    <a:pt x="188" y="60"/>
                  </a:lnTo>
                  <a:lnTo>
                    <a:pt x="187" y="60"/>
                  </a:lnTo>
                  <a:lnTo>
                    <a:pt x="186" y="60"/>
                  </a:lnTo>
                  <a:lnTo>
                    <a:pt x="185" y="59"/>
                  </a:lnTo>
                  <a:lnTo>
                    <a:pt x="184" y="58"/>
                  </a:lnTo>
                  <a:lnTo>
                    <a:pt x="183" y="56"/>
                  </a:lnTo>
                  <a:lnTo>
                    <a:pt x="183" y="55"/>
                  </a:lnTo>
                  <a:lnTo>
                    <a:pt x="182" y="54"/>
                  </a:lnTo>
                  <a:lnTo>
                    <a:pt x="181" y="53"/>
                  </a:lnTo>
                  <a:lnTo>
                    <a:pt x="179" y="52"/>
                  </a:lnTo>
                  <a:lnTo>
                    <a:pt x="169" y="52"/>
                  </a:lnTo>
                  <a:lnTo>
                    <a:pt x="169" y="50"/>
                  </a:lnTo>
                  <a:lnTo>
                    <a:pt x="167" y="50"/>
                  </a:lnTo>
                  <a:lnTo>
                    <a:pt x="167" y="48"/>
                  </a:lnTo>
                  <a:lnTo>
                    <a:pt x="141" y="48"/>
                  </a:lnTo>
                  <a:lnTo>
                    <a:pt x="141" y="52"/>
                  </a:lnTo>
                  <a:lnTo>
                    <a:pt x="127" y="52"/>
                  </a:lnTo>
                  <a:lnTo>
                    <a:pt x="127" y="54"/>
                  </a:lnTo>
                  <a:lnTo>
                    <a:pt x="127" y="55"/>
                  </a:lnTo>
                  <a:lnTo>
                    <a:pt x="126" y="55"/>
                  </a:lnTo>
                  <a:lnTo>
                    <a:pt x="126" y="55"/>
                  </a:lnTo>
                  <a:lnTo>
                    <a:pt x="125" y="55"/>
                  </a:lnTo>
                  <a:lnTo>
                    <a:pt x="112" y="55"/>
                  </a:lnTo>
                  <a:lnTo>
                    <a:pt x="110" y="55"/>
                  </a:lnTo>
                  <a:lnTo>
                    <a:pt x="110" y="55"/>
                  </a:lnTo>
                  <a:lnTo>
                    <a:pt x="110" y="55"/>
                  </a:lnTo>
                  <a:lnTo>
                    <a:pt x="110" y="54"/>
                  </a:lnTo>
                  <a:lnTo>
                    <a:pt x="110" y="52"/>
                  </a:lnTo>
                  <a:lnTo>
                    <a:pt x="101" y="52"/>
                  </a:lnTo>
                  <a:lnTo>
                    <a:pt x="101" y="55"/>
                  </a:lnTo>
                  <a:lnTo>
                    <a:pt x="102" y="55"/>
                  </a:lnTo>
                  <a:lnTo>
                    <a:pt x="102" y="55"/>
                  </a:lnTo>
                  <a:lnTo>
                    <a:pt x="103" y="56"/>
                  </a:lnTo>
                  <a:lnTo>
                    <a:pt x="103" y="56"/>
                  </a:lnTo>
                  <a:lnTo>
                    <a:pt x="103" y="57"/>
                  </a:lnTo>
                  <a:lnTo>
                    <a:pt x="102" y="57"/>
                  </a:lnTo>
                  <a:lnTo>
                    <a:pt x="101" y="58"/>
                  </a:lnTo>
                  <a:lnTo>
                    <a:pt x="101" y="58"/>
                  </a:lnTo>
                  <a:lnTo>
                    <a:pt x="100" y="58"/>
                  </a:lnTo>
                  <a:lnTo>
                    <a:pt x="100" y="57"/>
                  </a:lnTo>
                  <a:lnTo>
                    <a:pt x="99" y="57"/>
                  </a:lnTo>
                  <a:lnTo>
                    <a:pt x="99" y="56"/>
                  </a:lnTo>
                  <a:lnTo>
                    <a:pt x="99" y="56"/>
                  </a:lnTo>
                  <a:lnTo>
                    <a:pt x="99" y="55"/>
                  </a:lnTo>
                  <a:lnTo>
                    <a:pt x="100" y="55"/>
                  </a:lnTo>
                  <a:lnTo>
                    <a:pt x="100" y="55"/>
                  </a:lnTo>
                  <a:lnTo>
                    <a:pt x="100" y="45"/>
                  </a:lnTo>
                  <a:lnTo>
                    <a:pt x="86" y="45"/>
                  </a:lnTo>
                  <a:lnTo>
                    <a:pt x="80" y="42"/>
                  </a:lnTo>
                  <a:lnTo>
                    <a:pt x="63" y="42"/>
                  </a:lnTo>
                  <a:lnTo>
                    <a:pt x="63" y="43"/>
                  </a:lnTo>
                  <a:lnTo>
                    <a:pt x="65" y="43"/>
                  </a:lnTo>
                  <a:lnTo>
                    <a:pt x="65" y="45"/>
                  </a:lnTo>
                  <a:lnTo>
                    <a:pt x="69" y="48"/>
                  </a:lnTo>
                  <a:lnTo>
                    <a:pt x="72" y="50"/>
                  </a:lnTo>
                  <a:lnTo>
                    <a:pt x="69" y="52"/>
                  </a:lnTo>
                  <a:lnTo>
                    <a:pt x="68" y="52"/>
                  </a:lnTo>
                  <a:lnTo>
                    <a:pt x="68" y="52"/>
                  </a:lnTo>
                  <a:lnTo>
                    <a:pt x="68" y="52"/>
                  </a:lnTo>
                  <a:lnTo>
                    <a:pt x="68" y="52"/>
                  </a:lnTo>
                  <a:lnTo>
                    <a:pt x="68" y="52"/>
                  </a:lnTo>
                  <a:lnTo>
                    <a:pt x="68" y="53"/>
                  </a:lnTo>
                  <a:lnTo>
                    <a:pt x="67" y="55"/>
                  </a:lnTo>
                  <a:lnTo>
                    <a:pt x="66" y="56"/>
                  </a:lnTo>
                  <a:lnTo>
                    <a:pt x="65" y="57"/>
                  </a:lnTo>
                  <a:lnTo>
                    <a:pt x="64" y="59"/>
                  </a:lnTo>
                  <a:lnTo>
                    <a:pt x="63" y="59"/>
                  </a:lnTo>
                  <a:lnTo>
                    <a:pt x="61" y="60"/>
                  </a:lnTo>
                  <a:lnTo>
                    <a:pt x="60" y="60"/>
                  </a:lnTo>
                  <a:lnTo>
                    <a:pt x="58" y="60"/>
                  </a:lnTo>
                  <a:lnTo>
                    <a:pt x="58" y="59"/>
                  </a:lnTo>
                  <a:lnTo>
                    <a:pt x="57" y="58"/>
                  </a:lnTo>
                  <a:lnTo>
                    <a:pt x="56" y="56"/>
                  </a:lnTo>
                  <a:lnTo>
                    <a:pt x="56" y="55"/>
                  </a:lnTo>
                  <a:lnTo>
                    <a:pt x="55" y="54"/>
                  </a:lnTo>
                  <a:lnTo>
                    <a:pt x="54" y="53"/>
                  </a:lnTo>
                  <a:lnTo>
                    <a:pt x="52" y="52"/>
                  </a:lnTo>
                  <a:lnTo>
                    <a:pt x="49" y="52"/>
                  </a:lnTo>
                  <a:lnTo>
                    <a:pt x="49" y="54"/>
                  </a:lnTo>
                  <a:lnTo>
                    <a:pt x="49" y="55"/>
                  </a:lnTo>
                  <a:lnTo>
                    <a:pt x="49" y="55"/>
                  </a:lnTo>
                  <a:lnTo>
                    <a:pt x="48" y="55"/>
                  </a:lnTo>
                  <a:lnTo>
                    <a:pt x="48" y="55"/>
                  </a:lnTo>
                  <a:lnTo>
                    <a:pt x="34" y="55"/>
                  </a:lnTo>
                  <a:lnTo>
                    <a:pt x="33" y="55"/>
                  </a:lnTo>
                  <a:lnTo>
                    <a:pt x="33" y="55"/>
                  </a:lnTo>
                  <a:lnTo>
                    <a:pt x="32" y="55"/>
                  </a:lnTo>
                  <a:lnTo>
                    <a:pt x="32" y="54"/>
                  </a:lnTo>
                  <a:lnTo>
                    <a:pt x="32" y="52"/>
                  </a:lnTo>
                  <a:lnTo>
                    <a:pt x="32" y="52"/>
                  </a:lnTo>
                  <a:lnTo>
                    <a:pt x="31" y="57"/>
                  </a:lnTo>
                  <a:lnTo>
                    <a:pt x="31" y="57"/>
                  </a:lnTo>
                  <a:lnTo>
                    <a:pt x="30" y="52"/>
                  </a:lnTo>
                  <a:lnTo>
                    <a:pt x="29" y="52"/>
                  </a:lnTo>
                  <a:lnTo>
                    <a:pt x="29" y="52"/>
                  </a:lnTo>
                  <a:lnTo>
                    <a:pt x="29" y="52"/>
                  </a:lnTo>
                  <a:lnTo>
                    <a:pt x="29" y="52"/>
                  </a:lnTo>
                  <a:lnTo>
                    <a:pt x="29" y="52"/>
                  </a:lnTo>
                  <a:lnTo>
                    <a:pt x="28" y="53"/>
                  </a:lnTo>
                  <a:lnTo>
                    <a:pt x="28" y="55"/>
                  </a:lnTo>
                  <a:lnTo>
                    <a:pt x="27" y="56"/>
                  </a:lnTo>
                  <a:lnTo>
                    <a:pt x="27" y="57"/>
                  </a:lnTo>
                  <a:lnTo>
                    <a:pt x="25" y="59"/>
                  </a:lnTo>
                  <a:lnTo>
                    <a:pt x="24" y="59"/>
                  </a:lnTo>
                  <a:lnTo>
                    <a:pt x="23" y="60"/>
                  </a:lnTo>
                  <a:lnTo>
                    <a:pt x="21" y="60"/>
                  </a:lnTo>
                  <a:lnTo>
                    <a:pt x="20" y="60"/>
                  </a:lnTo>
                  <a:lnTo>
                    <a:pt x="18" y="59"/>
                  </a:lnTo>
                  <a:lnTo>
                    <a:pt x="17" y="59"/>
                  </a:lnTo>
                  <a:lnTo>
                    <a:pt x="16" y="58"/>
                  </a:lnTo>
                  <a:lnTo>
                    <a:pt x="15" y="57"/>
                  </a:lnTo>
                  <a:lnTo>
                    <a:pt x="14" y="55"/>
                  </a:lnTo>
                  <a:lnTo>
                    <a:pt x="14" y="55"/>
                  </a:lnTo>
                  <a:lnTo>
                    <a:pt x="14" y="52"/>
                  </a:lnTo>
                  <a:lnTo>
                    <a:pt x="13" y="52"/>
                  </a:lnTo>
                  <a:lnTo>
                    <a:pt x="13" y="52"/>
                  </a:lnTo>
                  <a:lnTo>
                    <a:pt x="12" y="53"/>
                  </a:lnTo>
                  <a:lnTo>
                    <a:pt x="12" y="53"/>
                  </a:lnTo>
                  <a:lnTo>
                    <a:pt x="9" y="52"/>
                  </a:lnTo>
                  <a:lnTo>
                    <a:pt x="6" y="52"/>
                  </a:lnTo>
                  <a:lnTo>
                    <a:pt x="6" y="52"/>
                  </a:lnTo>
                  <a:lnTo>
                    <a:pt x="3" y="52"/>
                  </a:lnTo>
                  <a:lnTo>
                    <a:pt x="3" y="52"/>
                  </a:lnTo>
                  <a:lnTo>
                    <a:pt x="2" y="52"/>
                  </a:lnTo>
                  <a:lnTo>
                    <a:pt x="1" y="52"/>
                  </a:lnTo>
                  <a:lnTo>
                    <a:pt x="1" y="51"/>
                  </a:lnTo>
                  <a:lnTo>
                    <a:pt x="1" y="48"/>
                  </a:lnTo>
                  <a:lnTo>
                    <a:pt x="1" y="48"/>
                  </a:lnTo>
                  <a:lnTo>
                    <a:pt x="1" y="48"/>
                  </a:lnTo>
                  <a:lnTo>
                    <a:pt x="0" y="48"/>
                  </a:lnTo>
                  <a:lnTo>
                    <a:pt x="0" y="48"/>
                  </a:lnTo>
                  <a:lnTo>
                    <a:pt x="1" y="47"/>
                  </a:lnTo>
                  <a:lnTo>
                    <a:pt x="1" y="42"/>
                  </a:lnTo>
                  <a:lnTo>
                    <a:pt x="0" y="41"/>
                  </a:lnTo>
                  <a:lnTo>
                    <a:pt x="0" y="41"/>
                  </a:lnTo>
                  <a:lnTo>
                    <a:pt x="1" y="41"/>
                  </a:lnTo>
                  <a:lnTo>
                    <a:pt x="1" y="41"/>
                  </a:lnTo>
                  <a:lnTo>
                    <a:pt x="1" y="40"/>
                  </a:lnTo>
                  <a:lnTo>
                    <a:pt x="1" y="34"/>
                  </a:lnTo>
                  <a:lnTo>
                    <a:pt x="4" y="31"/>
                  </a:lnTo>
                  <a:lnTo>
                    <a:pt x="5" y="20"/>
                  </a:lnTo>
                  <a:lnTo>
                    <a:pt x="6" y="19"/>
                  </a:lnTo>
                  <a:lnTo>
                    <a:pt x="6" y="18"/>
                  </a:lnTo>
                  <a:lnTo>
                    <a:pt x="6" y="17"/>
                  </a:lnTo>
                  <a:lnTo>
                    <a:pt x="8" y="17"/>
                  </a:lnTo>
                  <a:lnTo>
                    <a:pt x="9" y="17"/>
                  </a:lnTo>
                  <a:lnTo>
                    <a:pt x="16" y="8"/>
                  </a:lnTo>
                  <a:lnTo>
                    <a:pt x="16" y="8"/>
                  </a:lnTo>
                  <a:lnTo>
                    <a:pt x="17" y="7"/>
                  </a:lnTo>
                  <a:lnTo>
                    <a:pt x="18" y="6"/>
                  </a:lnTo>
                  <a:lnTo>
                    <a:pt x="19" y="5"/>
                  </a:lnTo>
                  <a:lnTo>
                    <a:pt x="20" y="5"/>
                  </a:lnTo>
                  <a:lnTo>
                    <a:pt x="22" y="5"/>
                  </a:lnTo>
                  <a:lnTo>
                    <a:pt x="23" y="4"/>
                  </a:lnTo>
                  <a:lnTo>
                    <a:pt x="23" y="4"/>
                  </a:lnTo>
                  <a:lnTo>
                    <a:pt x="31" y="4"/>
                  </a:lnTo>
                  <a:lnTo>
                    <a:pt x="31" y="16"/>
                  </a:lnTo>
                  <a:lnTo>
                    <a:pt x="31" y="16"/>
                  </a:lnTo>
                </a:path>
              </a:pathLst>
            </a:custGeom>
            <a:solidFill>
              <a:srgbClr val="000000"/>
            </a:solidFill>
            <a:ln cap="rnd">
              <a:noFill/>
              <a:round/>
            </a:ln>
            <a:effectLst/>
          </p:spPr>
        </p:sp>
        <p:sp>
          <p:nvSpPr>
            <p:cNvPr id="62416" name=""/>
            <p:cNvSpPr/>
            <p:nvPr/>
          </p:nvSpPr>
          <p:spPr>
            <a:xfrm>
              <a:off x="3805" y="1582"/>
              <a:ext cx="21" cy="1"/>
            </a:xfrm>
            <a:custGeom>
              <a:pathLst>
                <a:path w="21" h="1">
                  <a:moveTo>
                    <a:pt x="0" y="0"/>
                  </a:moveTo>
                  <a:lnTo>
                    <a:pt x="20" y="0"/>
                  </a:lnTo>
                  <a:lnTo>
                    <a:pt x="20" y="0"/>
                  </a:lnTo>
                  <a:lnTo>
                    <a:pt x="20" y="0"/>
                  </a:lnTo>
                  <a:lnTo>
                    <a:pt x="0" y="0"/>
                  </a:lnTo>
                </a:path>
              </a:pathLst>
            </a:custGeom>
            <a:solidFill>
              <a:srgbClr val="FFFFFF"/>
            </a:solidFill>
            <a:ln cap="rnd">
              <a:noFill/>
              <a:round/>
            </a:ln>
            <a:effectLst/>
          </p:spPr>
        </p:sp>
        <p:sp>
          <p:nvSpPr>
            <p:cNvPr id="62417" name=""/>
            <p:cNvSpPr/>
            <p:nvPr/>
          </p:nvSpPr>
          <p:spPr>
            <a:xfrm>
              <a:off x="3805" y="1582"/>
              <a:ext cx="21" cy="1"/>
            </a:xfrm>
            <a:custGeom>
              <a:pathLst>
                <a:path w="21" h="1">
                  <a:moveTo>
                    <a:pt x="0" y="0"/>
                  </a:moveTo>
                  <a:lnTo>
                    <a:pt x="20" y="0"/>
                  </a:lnTo>
                  <a:lnTo>
                    <a:pt x="20" y="0"/>
                  </a:lnTo>
                  <a:lnTo>
                    <a:pt x="20" y="0"/>
                  </a:lnTo>
                </a:path>
              </a:pathLst>
            </a:custGeom>
            <a:noFill/>
            <a:ln w="12700" cap="rnd" cmpd="sng">
              <a:solidFill>
                <a:srgbClr val="000000"/>
              </a:solidFill>
              <a:prstDash val="solid"/>
              <a:round/>
              <a:headEnd type="none" w="sm" len="sm"/>
              <a:tailEnd type="none" w="sm" len="sm"/>
            </a:ln>
            <a:effectLst/>
          </p:spPr>
        </p:sp>
        <p:sp>
          <p:nvSpPr>
            <p:cNvPr id="62418" name=""/>
            <p:cNvSpPr/>
            <p:nvPr/>
          </p:nvSpPr>
          <p:spPr>
            <a:xfrm>
              <a:off x="3580" y="1524"/>
              <a:ext cx="229" cy="61"/>
            </a:xfrm>
            <a:custGeom>
              <a:pathLst>
                <a:path w="229" h="61">
                  <a:moveTo>
                    <a:pt x="31" y="16"/>
                  </a:moveTo>
                  <a:lnTo>
                    <a:pt x="32" y="16"/>
                  </a:lnTo>
                  <a:lnTo>
                    <a:pt x="34" y="18"/>
                  </a:lnTo>
                  <a:lnTo>
                    <a:pt x="32" y="15"/>
                  </a:lnTo>
                  <a:lnTo>
                    <a:pt x="31" y="15"/>
                  </a:lnTo>
                  <a:lnTo>
                    <a:pt x="31" y="14"/>
                  </a:lnTo>
                  <a:lnTo>
                    <a:pt x="31" y="14"/>
                  </a:lnTo>
                  <a:lnTo>
                    <a:pt x="31" y="12"/>
                  </a:lnTo>
                  <a:lnTo>
                    <a:pt x="31" y="12"/>
                  </a:lnTo>
                  <a:lnTo>
                    <a:pt x="32" y="12"/>
                  </a:lnTo>
                  <a:lnTo>
                    <a:pt x="33" y="12"/>
                  </a:lnTo>
                  <a:lnTo>
                    <a:pt x="34" y="12"/>
                  </a:lnTo>
                  <a:lnTo>
                    <a:pt x="34" y="12"/>
                  </a:lnTo>
                  <a:lnTo>
                    <a:pt x="35" y="14"/>
                  </a:lnTo>
                  <a:lnTo>
                    <a:pt x="35" y="14"/>
                  </a:lnTo>
                  <a:lnTo>
                    <a:pt x="36" y="28"/>
                  </a:lnTo>
                  <a:lnTo>
                    <a:pt x="35" y="31"/>
                  </a:lnTo>
                  <a:lnTo>
                    <a:pt x="35" y="31"/>
                  </a:lnTo>
                  <a:lnTo>
                    <a:pt x="36" y="31"/>
                  </a:lnTo>
                  <a:lnTo>
                    <a:pt x="37" y="31"/>
                  </a:lnTo>
                  <a:lnTo>
                    <a:pt x="38" y="32"/>
                  </a:lnTo>
                  <a:lnTo>
                    <a:pt x="39" y="32"/>
                  </a:lnTo>
                  <a:lnTo>
                    <a:pt x="40" y="32"/>
                  </a:lnTo>
                  <a:lnTo>
                    <a:pt x="40" y="32"/>
                  </a:lnTo>
                  <a:lnTo>
                    <a:pt x="40" y="32"/>
                  </a:lnTo>
                  <a:lnTo>
                    <a:pt x="40" y="45"/>
                  </a:lnTo>
                  <a:lnTo>
                    <a:pt x="52" y="45"/>
                  </a:lnTo>
                  <a:lnTo>
                    <a:pt x="54" y="43"/>
                  </a:lnTo>
                  <a:lnTo>
                    <a:pt x="56" y="43"/>
                  </a:lnTo>
                  <a:lnTo>
                    <a:pt x="56" y="42"/>
                  </a:lnTo>
                  <a:lnTo>
                    <a:pt x="44" y="42"/>
                  </a:lnTo>
                  <a:lnTo>
                    <a:pt x="44" y="40"/>
                  </a:lnTo>
                  <a:lnTo>
                    <a:pt x="44" y="0"/>
                  </a:lnTo>
                  <a:lnTo>
                    <a:pt x="228" y="0"/>
                  </a:lnTo>
                  <a:lnTo>
                    <a:pt x="228" y="40"/>
                  </a:lnTo>
                  <a:lnTo>
                    <a:pt x="228" y="45"/>
                  </a:lnTo>
                  <a:lnTo>
                    <a:pt x="228" y="45"/>
                  </a:lnTo>
                  <a:lnTo>
                    <a:pt x="228" y="48"/>
                  </a:lnTo>
                  <a:lnTo>
                    <a:pt x="226" y="51"/>
                  </a:lnTo>
                  <a:lnTo>
                    <a:pt x="226" y="58"/>
                  </a:lnTo>
                  <a:lnTo>
                    <a:pt x="224" y="58"/>
                  </a:lnTo>
                  <a:lnTo>
                    <a:pt x="224" y="51"/>
                  </a:lnTo>
                  <a:lnTo>
                    <a:pt x="213" y="52"/>
                  </a:lnTo>
                  <a:lnTo>
                    <a:pt x="213" y="52"/>
                  </a:lnTo>
                  <a:lnTo>
                    <a:pt x="213" y="52"/>
                  </a:lnTo>
                  <a:lnTo>
                    <a:pt x="213" y="52"/>
                  </a:lnTo>
                  <a:lnTo>
                    <a:pt x="213" y="52"/>
                  </a:lnTo>
                  <a:lnTo>
                    <a:pt x="213" y="53"/>
                  </a:lnTo>
                  <a:lnTo>
                    <a:pt x="212" y="55"/>
                  </a:lnTo>
                  <a:lnTo>
                    <a:pt x="211" y="56"/>
                  </a:lnTo>
                  <a:lnTo>
                    <a:pt x="210" y="57"/>
                  </a:lnTo>
                  <a:lnTo>
                    <a:pt x="209" y="59"/>
                  </a:lnTo>
                  <a:lnTo>
                    <a:pt x="208" y="59"/>
                  </a:lnTo>
                  <a:lnTo>
                    <a:pt x="206" y="60"/>
                  </a:lnTo>
                  <a:lnTo>
                    <a:pt x="205" y="60"/>
                  </a:lnTo>
                  <a:lnTo>
                    <a:pt x="204" y="60"/>
                  </a:lnTo>
                  <a:lnTo>
                    <a:pt x="203" y="59"/>
                  </a:lnTo>
                  <a:lnTo>
                    <a:pt x="202" y="58"/>
                  </a:lnTo>
                  <a:lnTo>
                    <a:pt x="201" y="56"/>
                  </a:lnTo>
                  <a:lnTo>
                    <a:pt x="201" y="55"/>
                  </a:lnTo>
                  <a:lnTo>
                    <a:pt x="199" y="54"/>
                  </a:lnTo>
                  <a:lnTo>
                    <a:pt x="199" y="53"/>
                  </a:lnTo>
                  <a:lnTo>
                    <a:pt x="197" y="52"/>
                  </a:lnTo>
                  <a:lnTo>
                    <a:pt x="194" y="52"/>
                  </a:lnTo>
                  <a:lnTo>
                    <a:pt x="194" y="52"/>
                  </a:lnTo>
                  <a:lnTo>
                    <a:pt x="194" y="52"/>
                  </a:lnTo>
                  <a:lnTo>
                    <a:pt x="194" y="52"/>
                  </a:lnTo>
                  <a:lnTo>
                    <a:pt x="194" y="52"/>
                  </a:lnTo>
                  <a:lnTo>
                    <a:pt x="194" y="53"/>
                  </a:lnTo>
                  <a:lnTo>
                    <a:pt x="194" y="55"/>
                  </a:lnTo>
                  <a:lnTo>
                    <a:pt x="193" y="56"/>
                  </a:lnTo>
                  <a:lnTo>
                    <a:pt x="192" y="57"/>
                  </a:lnTo>
                  <a:lnTo>
                    <a:pt x="191" y="59"/>
                  </a:lnTo>
                  <a:lnTo>
                    <a:pt x="189" y="59"/>
                  </a:lnTo>
                  <a:lnTo>
                    <a:pt x="188" y="60"/>
                  </a:lnTo>
                  <a:lnTo>
                    <a:pt x="187" y="60"/>
                  </a:lnTo>
                  <a:lnTo>
                    <a:pt x="185" y="60"/>
                  </a:lnTo>
                  <a:lnTo>
                    <a:pt x="184" y="59"/>
                  </a:lnTo>
                  <a:lnTo>
                    <a:pt x="184" y="58"/>
                  </a:lnTo>
                  <a:lnTo>
                    <a:pt x="183" y="56"/>
                  </a:lnTo>
                  <a:lnTo>
                    <a:pt x="182" y="55"/>
                  </a:lnTo>
                  <a:lnTo>
                    <a:pt x="182" y="54"/>
                  </a:lnTo>
                  <a:lnTo>
                    <a:pt x="180" y="53"/>
                  </a:lnTo>
                  <a:lnTo>
                    <a:pt x="179" y="52"/>
                  </a:lnTo>
                  <a:lnTo>
                    <a:pt x="170" y="52"/>
                  </a:lnTo>
                  <a:lnTo>
                    <a:pt x="170" y="50"/>
                  </a:lnTo>
                  <a:lnTo>
                    <a:pt x="167" y="50"/>
                  </a:lnTo>
                  <a:lnTo>
                    <a:pt x="168" y="48"/>
                  </a:lnTo>
                  <a:lnTo>
                    <a:pt x="140" y="48"/>
                  </a:lnTo>
                  <a:lnTo>
                    <a:pt x="140" y="52"/>
                  </a:lnTo>
                  <a:lnTo>
                    <a:pt x="126" y="52"/>
                  </a:lnTo>
                  <a:lnTo>
                    <a:pt x="126" y="54"/>
                  </a:lnTo>
                  <a:lnTo>
                    <a:pt x="126" y="55"/>
                  </a:lnTo>
                  <a:lnTo>
                    <a:pt x="125" y="55"/>
                  </a:lnTo>
                  <a:lnTo>
                    <a:pt x="125" y="55"/>
                  </a:lnTo>
                  <a:lnTo>
                    <a:pt x="125" y="55"/>
                  </a:lnTo>
                  <a:lnTo>
                    <a:pt x="111" y="55"/>
                  </a:lnTo>
                  <a:lnTo>
                    <a:pt x="111" y="55"/>
                  </a:lnTo>
                  <a:lnTo>
                    <a:pt x="110" y="55"/>
                  </a:lnTo>
                  <a:lnTo>
                    <a:pt x="109" y="55"/>
                  </a:lnTo>
                  <a:lnTo>
                    <a:pt x="109" y="54"/>
                  </a:lnTo>
                  <a:lnTo>
                    <a:pt x="109" y="52"/>
                  </a:lnTo>
                  <a:lnTo>
                    <a:pt x="102" y="52"/>
                  </a:lnTo>
                  <a:lnTo>
                    <a:pt x="102" y="55"/>
                  </a:lnTo>
                  <a:lnTo>
                    <a:pt x="102" y="55"/>
                  </a:lnTo>
                  <a:lnTo>
                    <a:pt x="102" y="55"/>
                  </a:lnTo>
                  <a:lnTo>
                    <a:pt x="102" y="56"/>
                  </a:lnTo>
                  <a:lnTo>
                    <a:pt x="102" y="56"/>
                  </a:lnTo>
                  <a:lnTo>
                    <a:pt x="102" y="57"/>
                  </a:lnTo>
                  <a:lnTo>
                    <a:pt x="102" y="57"/>
                  </a:lnTo>
                  <a:lnTo>
                    <a:pt x="101" y="58"/>
                  </a:lnTo>
                  <a:lnTo>
                    <a:pt x="101" y="58"/>
                  </a:lnTo>
                  <a:lnTo>
                    <a:pt x="100" y="58"/>
                  </a:lnTo>
                  <a:lnTo>
                    <a:pt x="99" y="57"/>
                  </a:lnTo>
                  <a:lnTo>
                    <a:pt x="99" y="57"/>
                  </a:lnTo>
                  <a:lnTo>
                    <a:pt x="99" y="56"/>
                  </a:lnTo>
                  <a:lnTo>
                    <a:pt x="99" y="56"/>
                  </a:lnTo>
                  <a:lnTo>
                    <a:pt x="99" y="55"/>
                  </a:lnTo>
                  <a:lnTo>
                    <a:pt x="99" y="55"/>
                  </a:lnTo>
                  <a:lnTo>
                    <a:pt x="100" y="55"/>
                  </a:lnTo>
                  <a:lnTo>
                    <a:pt x="100" y="45"/>
                  </a:lnTo>
                  <a:lnTo>
                    <a:pt x="85" y="45"/>
                  </a:lnTo>
                  <a:lnTo>
                    <a:pt x="80" y="42"/>
                  </a:lnTo>
                  <a:lnTo>
                    <a:pt x="63" y="42"/>
                  </a:lnTo>
                  <a:lnTo>
                    <a:pt x="63" y="43"/>
                  </a:lnTo>
                  <a:lnTo>
                    <a:pt x="64" y="43"/>
                  </a:lnTo>
                  <a:lnTo>
                    <a:pt x="65" y="45"/>
                  </a:lnTo>
                  <a:lnTo>
                    <a:pt x="68" y="48"/>
                  </a:lnTo>
                  <a:lnTo>
                    <a:pt x="71" y="50"/>
                  </a:lnTo>
                  <a:lnTo>
                    <a:pt x="68" y="52"/>
                  </a:lnTo>
                  <a:lnTo>
                    <a:pt x="67" y="52"/>
                  </a:lnTo>
                  <a:lnTo>
                    <a:pt x="67" y="52"/>
                  </a:lnTo>
                  <a:lnTo>
                    <a:pt x="67" y="52"/>
                  </a:lnTo>
                  <a:lnTo>
                    <a:pt x="67" y="52"/>
                  </a:lnTo>
                  <a:lnTo>
                    <a:pt x="67" y="52"/>
                  </a:lnTo>
                  <a:lnTo>
                    <a:pt x="67" y="53"/>
                  </a:lnTo>
                  <a:lnTo>
                    <a:pt x="66" y="55"/>
                  </a:lnTo>
                  <a:lnTo>
                    <a:pt x="66" y="56"/>
                  </a:lnTo>
                  <a:lnTo>
                    <a:pt x="64" y="57"/>
                  </a:lnTo>
                  <a:lnTo>
                    <a:pt x="64" y="59"/>
                  </a:lnTo>
                  <a:lnTo>
                    <a:pt x="62" y="59"/>
                  </a:lnTo>
                  <a:lnTo>
                    <a:pt x="61" y="60"/>
                  </a:lnTo>
                  <a:lnTo>
                    <a:pt x="59" y="60"/>
                  </a:lnTo>
                  <a:lnTo>
                    <a:pt x="58" y="60"/>
                  </a:lnTo>
                  <a:lnTo>
                    <a:pt x="57" y="59"/>
                  </a:lnTo>
                  <a:lnTo>
                    <a:pt x="57" y="58"/>
                  </a:lnTo>
                  <a:lnTo>
                    <a:pt x="56" y="56"/>
                  </a:lnTo>
                  <a:lnTo>
                    <a:pt x="55" y="55"/>
                  </a:lnTo>
                  <a:lnTo>
                    <a:pt x="54" y="54"/>
                  </a:lnTo>
                  <a:lnTo>
                    <a:pt x="54" y="53"/>
                  </a:lnTo>
                  <a:lnTo>
                    <a:pt x="52" y="52"/>
                  </a:lnTo>
                  <a:lnTo>
                    <a:pt x="49" y="52"/>
                  </a:lnTo>
                  <a:lnTo>
                    <a:pt x="49" y="54"/>
                  </a:lnTo>
                  <a:lnTo>
                    <a:pt x="49" y="55"/>
                  </a:lnTo>
                  <a:lnTo>
                    <a:pt x="48" y="55"/>
                  </a:lnTo>
                  <a:lnTo>
                    <a:pt x="48" y="55"/>
                  </a:lnTo>
                  <a:lnTo>
                    <a:pt x="47" y="55"/>
                  </a:lnTo>
                  <a:lnTo>
                    <a:pt x="34" y="55"/>
                  </a:lnTo>
                  <a:lnTo>
                    <a:pt x="33" y="55"/>
                  </a:lnTo>
                  <a:lnTo>
                    <a:pt x="33" y="55"/>
                  </a:lnTo>
                  <a:lnTo>
                    <a:pt x="32" y="55"/>
                  </a:lnTo>
                  <a:lnTo>
                    <a:pt x="32" y="54"/>
                  </a:lnTo>
                  <a:lnTo>
                    <a:pt x="32" y="52"/>
                  </a:lnTo>
                  <a:lnTo>
                    <a:pt x="31" y="52"/>
                  </a:lnTo>
                  <a:lnTo>
                    <a:pt x="31" y="57"/>
                  </a:lnTo>
                  <a:lnTo>
                    <a:pt x="31" y="57"/>
                  </a:lnTo>
                  <a:lnTo>
                    <a:pt x="31" y="52"/>
                  </a:lnTo>
                  <a:lnTo>
                    <a:pt x="28" y="52"/>
                  </a:lnTo>
                  <a:lnTo>
                    <a:pt x="28" y="52"/>
                  </a:lnTo>
                  <a:lnTo>
                    <a:pt x="28" y="52"/>
                  </a:lnTo>
                  <a:lnTo>
                    <a:pt x="28" y="52"/>
                  </a:lnTo>
                  <a:lnTo>
                    <a:pt x="28" y="52"/>
                  </a:lnTo>
                  <a:lnTo>
                    <a:pt x="28" y="53"/>
                  </a:lnTo>
                  <a:lnTo>
                    <a:pt x="28" y="55"/>
                  </a:lnTo>
                  <a:lnTo>
                    <a:pt x="27" y="56"/>
                  </a:lnTo>
                  <a:lnTo>
                    <a:pt x="26" y="57"/>
                  </a:lnTo>
                  <a:lnTo>
                    <a:pt x="25" y="59"/>
                  </a:lnTo>
                  <a:lnTo>
                    <a:pt x="23" y="59"/>
                  </a:lnTo>
                  <a:lnTo>
                    <a:pt x="22" y="60"/>
                  </a:lnTo>
                  <a:lnTo>
                    <a:pt x="21" y="60"/>
                  </a:lnTo>
                  <a:lnTo>
                    <a:pt x="19" y="60"/>
                  </a:lnTo>
                  <a:lnTo>
                    <a:pt x="18" y="59"/>
                  </a:lnTo>
                  <a:lnTo>
                    <a:pt x="16" y="59"/>
                  </a:lnTo>
                  <a:lnTo>
                    <a:pt x="15" y="58"/>
                  </a:lnTo>
                  <a:lnTo>
                    <a:pt x="14" y="57"/>
                  </a:lnTo>
                  <a:lnTo>
                    <a:pt x="14" y="55"/>
                  </a:lnTo>
                  <a:lnTo>
                    <a:pt x="14" y="55"/>
                  </a:lnTo>
                  <a:lnTo>
                    <a:pt x="13" y="52"/>
                  </a:lnTo>
                  <a:lnTo>
                    <a:pt x="13" y="52"/>
                  </a:lnTo>
                  <a:lnTo>
                    <a:pt x="13" y="52"/>
                  </a:lnTo>
                  <a:lnTo>
                    <a:pt x="12" y="53"/>
                  </a:lnTo>
                  <a:lnTo>
                    <a:pt x="12" y="53"/>
                  </a:lnTo>
                  <a:lnTo>
                    <a:pt x="8" y="52"/>
                  </a:lnTo>
                  <a:lnTo>
                    <a:pt x="5" y="52"/>
                  </a:lnTo>
                  <a:lnTo>
                    <a:pt x="5" y="52"/>
                  </a:lnTo>
                  <a:lnTo>
                    <a:pt x="3" y="52"/>
                  </a:lnTo>
                  <a:lnTo>
                    <a:pt x="2" y="52"/>
                  </a:lnTo>
                  <a:lnTo>
                    <a:pt x="2" y="52"/>
                  </a:lnTo>
                  <a:lnTo>
                    <a:pt x="1" y="52"/>
                  </a:lnTo>
                  <a:lnTo>
                    <a:pt x="1" y="51"/>
                  </a:lnTo>
                  <a:lnTo>
                    <a:pt x="1" y="48"/>
                  </a:lnTo>
                  <a:lnTo>
                    <a:pt x="1" y="48"/>
                  </a:lnTo>
                  <a:lnTo>
                    <a:pt x="0" y="48"/>
                  </a:lnTo>
                  <a:lnTo>
                    <a:pt x="0" y="48"/>
                  </a:lnTo>
                  <a:lnTo>
                    <a:pt x="0" y="48"/>
                  </a:lnTo>
                  <a:lnTo>
                    <a:pt x="0" y="47"/>
                  </a:lnTo>
                  <a:lnTo>
                    <a:pt x="0" y="42"/>
                  </a:lnTo>
                  <a:lnTo>
                    <a:pt x="0" y="41"/>
                  </a:lnTo>
                  <a:lnTo>
                    <a:pt x="0" y="41"/>
                  </a:lnTo>
                  <a:lnTo>
                    <a:pt x="0" y="41"/>
                  </a:lnTo>
                  <a:lnTo>
                    <a:pt x="1" y="41"/>
                  </a:lnTo>
                  <a:lnTo>
                    <a:pt x="1" y="40"/>
                  </a:lnTo>
                  <a:lnTo>
                    <a:pt x="1" y="34"/>
                  </a:lnTo>
                  <a:lnTo>
                    <a:pt x="4" y="31"/>
                  </a:lnTo>
                  <a:lnTo>
                    <a:pt x="5" y="20"/>
                  </a:lnTo>
                  <a:lnTo>
                    <a:pt x="5" y="19"/>
                  </a:lnTo>
                  <a:lnTo>
                    <a:pt x="6" y="18"/>
                  </a:lnTo>
                  <a:lnTo>
                    <a:pt x="6" y="17"/>
                  </a:lnTo>
                  <a:lnTo>
                    <a:pt x="7" y="17"/>
                  </a:lnTo>
                  <a:lnTo>
                    <a:pt x="8" y="17"/>
                  </a:lnTo>
                  <a:lnTo>
                    <a:pt x="15" y="8"/>
                  </a:lnTo>
                  <a:lnTo>
                    <a:pt x="16" y="8"/>
                  </a:lnTo>
                  <a:lnTo>
                    <a:pt x="17" y="7"/>
                  </a:lnTo>
                  <a:lnTo>
                    <a:pt x="18" y="6"/>
                  </a:lnTo>
                  <a:lnTo>
                    <a:pt x="19" y="5"/>
                  </a:lnTo>
                  <a:lnTo>
                    <a:pt x="20" y="5"/>
                  </a:lnTo>
                  <a:lnTo>
                    <a:pt x="21" y="5"/>
                  </a:lnTo>
                  <a:lnTo>
                    <a:pt x="22" y="4"/>
                  </a:lnTo>
                  <a:lnTo>
                    <a:pt x="23" y="4"/>
                  </a:lnTo>
                  <a:lnTo>
                    <a:pt x="31" y="4"/>
                  </a:lnTo>
                  <a:lnTo>
                    <a:pt x="31" y="16"/>
                  </a:lnTo>
                  <a:lnTo>
                    <a:pt x="31" y="16"/>
                  </a:lnTo>
                </a:path>
              </a:pathLst>
            </a:custGeom>
            <a:solidFill>
              <a:srgbClr val="000000"/>
            </a:solidFill>
            <a:ln cap="rnd">
              <a:noFill/>
              <a:round/>
            </a:ln>
            <a:effectLst/>
          </p:spPr>
        </p:sp>
        <p:cxnSp>
          <p:nvCxnSpPr>
            <p:cNvPr id="62419" name=""/>
            <p:cNvCxnSpPr/>
            <p:nvPr/>
          </p:nvCxnSpPr>
          <p:spPr>
            <a:xfrm flipH="1">
              <a:off x="1412" y="3759"/>
              <a:ext cx="147" cy="0"/>
            </a:xfrm>
            <a:prstGeom prst="line">
              <a:avLst/>
            </a:prstGeom>
            <a:noFill/>
            <a:ln w="12700">
              <a:solidFill>
                <a:srgbClr val="DFE6E6"/>
              </a:solidFill>
              <a:miter lim="800000"/>
            </a:ln>
            <a:effectLst/>
          </p:spPr>
        </p:cxnSp>
        <p:cxnSp>
          <p:nvCxnSpPr>
            <p:cNvPr id="62420" name=""/>
            <p:cNvCxnSpPr/>
            <p:nvPr/>
          </p:nvCxnSpPr>
          <p:spPr>
            <a:xfrm flipH="1">
              <a:off x="1704" y="3759"/>
              <a:ext cx="148" cy="0"/>
            </a:xfrm>
            <a:prstGeom prst="line">
              <a:avLst/>
            </a:prstGeom>
            <a:noFill/>
            <a:ln w="12700">
              <a:solidFill>
                <a:srgbClr val="DFE6E6"/>
              </a:solidFill>
              <a:miter lim="800000"/>
            </a:ln>
            <a:effectLst/>
          </p:spPr>
        </p:cxnSp>
        <p:cxnSp>
          <p:nvCxnSpPr>
            <p:cNvPr id="62421" name=""/>
            <p:cNvCxnSpPr/>
            <p:nvPr/>
          </p:nvCxnSpPr>
          <p:spPr>
            <a:xfrm flipH="1" flipV="1">
              <a:off x="1632" y="3787"/>
              <a:ext cx="0" cy="148"/>
            </a:xfrm>
            <a:prstGeom prst="line">
              <a:avLst/>
            </a:prstGeom>
            <a:noFill/>
            <a:ln w="12700">
              <a:solidFill>
                <a:srgbClr val="DFE6E6"/>
              </a:solidFill>
              <a:miter lim="800000"/>
            </a:ln>
            <a:effectLst/>
          </p:spPr>
        </p:cxnSp>
        <p:cxnSp>
          <p:nvCxnSpPr>
            <p:cNvPr id="62422" name=""/>
            <p:cNvCxnSpPr/>
            <p:nvPr/>
          </p:nvCxnSpPr>
          <p:spPr>
            <a:xfrm flipH="1" flipV="1">
              <a:off x="1632" y="3308"/>
              <a:ext cx="0" cy="148"/>
            </a:xfrm>
            <a:prstGeom prst="line">
              <a:avLst/>
            </a:prstGeom>
            <a:noFill/>
            <a:ln w="12700">
              <a:solidFill>
                <a:srgbClr val="DFE6E6"/>
              </a:solidFill>
              <a:miter lim="800000"/>
            </a:ln>
            <a:effectLst/>
          </p:spPr>
        </p:cxnSp>
        <p:cxnSp>
          <p:nvCxnSpPr>
            <p:cNvPr id="62423" name=""/>
            <p:cNvCxnSpPr/>
            <p:nvPr/>
          </p:nvCxnSpPr>
          <p:spPr>
            <a:xfrm flipH="1">
              <a:off x="1412" y="3763"/>
              <a:ext cx="147" cy="0"/>
            </a:xfrm>
            <a:prstGeom prst="line">
              <a:avLst/>
            </a:prstGeom>
            <a:noFill/>
            <a:ln w="12700">
              <a:solidFill>
                <a:srgbClr val="798080"/>
              </a:solidFill>
              <a:miter lim="800000"/>
            </a:ln>
            <a:effectLst/>
          </p:spPr>
        </p:cxnSp>
        <p:cxnSp>
          <p:nvCxnSpPr>
            <p:cNvPr id="62424" name=""/>
            <p:cNvCxnSpPr/>
            <p:nvPr/>
          </p:nvCxnSpPr>
          <p:spPr>
            <a:xfrm flipH="1">
              <a:off x="1704" y="3763"/>
              <a:ext cx="148" cy="0"/>
            </a:xfrm>
            <a:prstGeom prst="line">
              <a:avLst/>
            </a:prstGeom>
            <a:noFill/>
            <a:ln w="12700">
              <a:solidFill>
                <a:srgbClr val="798080"/>
              </a:solidFill>
              <a:miter lim="800000"/>
            </a:ln>
            <a:effectLst/>
          </p:spPr>
        </p:cxnSp>
        <p:cxnSp>
          <p:nvCxnSpPr>
            <p:cNvPr id="62425" name=""/>
            <p:cNvCxnSpPr/>
            <p:nvPr/>
          </p:nvCxnSpPr>
          <p:spPr>
            <a:xfrm flipV="1">
              <a:off x="1636" y="3787"/>
              <a:ext cx="1" cy="148"/>
            </a:xfrm>
            <a:prstGeom prst="line">
              <a:avLst/>
            </a:prstGeom>
            <a:noFill/>
            <a:ln w="12700">
              <a:solidFill>
                <a:srgbClr val="798080"/>
              </a:solidFill>
              <a:miter lim="800000"/>
            </a:ln>
            <a:effectLst/>
          </p:spPr>
        </p:cxnSp>
        <p:cxnSp>
          <p:nvCxnSpPr>
            <p:cNvPr id="62426" name=""/>
            <p:cNvCxnSpPr/>
            <p:nvPr/>
          </p:nvCxnSpPr>
          <p:spPr>
            <a:xfrm flipV="1">
              <a:off x="1636" y="3308"/>
              <a:ext cx="1" cy="148"/>
            </a:xfrm>
            <a:prstGeom prst="line">
              <a:avLst/>
            </a:prstGeom>
            <a:noFill/>
            <a:ln w="12700">
              <a:solidFill>
                <a:srgbClr val="798080"/>
              </a:solidFill>
              <a:miter lim="800000"/>
            </a:ln>
            <a:effectLst/>
          </p:spPr>
        </p:cxnSp>
        <p:sp>
          <p:nvSpPr>
            <p:cNvPr id="62427" name=""/>
            <p:cNvSpPr/>
            <p:nvPr/>
          </p:nvSpPr>
          <p:spPr>
            <a:xfrm>
              <a:off x="1224" y="3596"/>
              <a:ext cx="77" cy="187"/>
            </a:xfrm>
            <a:custGeom>
              <a:pathLst>
                <a:path w="77" h="187">
                  <a:moveTo>
                    <a:pt x="47" y="0"/>
                  </a:moveTo>
                  <a:lnTo>
                    <a:pt x="70" y="5"/>
                  </a:lnTo>
                  <a:lnTo>
                    <a:pt x="72" y="6"/>
                  </a:lnTo>
                  <a:lnTo>
                    <a:pt x="73" y="7"/>
                  </a:lnTo>
                  <a:lnTo>
                    <a:pt x="74" y="7"/>
                  </a:lnTo>
                  <a:lnTo>
                    <a:pt x="75" y="9"/>
                  </a:lnTo>
                  <a:lnTo>
                    <a:pt x="76" y="10"/>
                  </a:lnTo>
                  <a:lnTo>
                    <a:pt x="76" y="11"/>
                  </a:lnTo>
                  <a:lnTo>
                    <a:pt x="76" y="13"/>
                  </a:lnTo>
                  <a:lnTo>
                    <a:pt x="76" y="14"/>
                  </a:lnTo>
                  <a:lnTo>
                    <a:pt x="37" y="181"/>
                  </a:lnTo>
                  <a:lnTo>
                    <a:pt x="37" y="181"/>
                  </a:lnTo>
                  <a:lnTo>
                    <a:pt x="36" y="183"/>
                  </a:lnTo>
                  <a:lnTo>
                    <a:pt x="35" y="184"/>
                  </a:lnTo>
                  <a:lnTo>
                    <a:pt x="34" y="185"/>
                  </a:lnTo>
                  <a:lnTo>
                    <a:pt x="33" y="186"/>
                  </a:lnTo>
                  <a:lnTo>
                    <a:pt x="32" y="186"/>
                  </a:lnTo>
                  <a:lnTo>
                    <a:pt x="30" y="186"/>
                  </a:lnTo>
                  <a:lnTo>
                    <a:pt x="29" y="186"/>
                  </a:lnTo>
                  <a:lnTo>
                    <a:pt x="6" y="181"/>
                  </a:lnTo>
                  <a:lnTo>
                    <a:pt x="4" y="180"/>
                  </a:lnTo>
                  <a:lnTo>
                    <a:pt x="3" y="179"/>
                  </a:lnTo>
                  <a:lnTo>
                    <a:pt x="1" y="179"/>
                  </a:lnTo>
                  <a:lnTo>
                    <a:pt x="1" y="177"/>
                  </a:lnTo>
                  <a:lnTo>
                    <a:pt x="0" y="176"/>
                  </a:lnTo>
                  <a:lnTo>
                    <a:pt x="0" y="174"/>
                  </a:lnTo>
                  <a:lnTo>
                    <a:pt x="0" y="173"/>
                  </a:lnTo>
                  <a:lnTo>
                    <a:pt x="0" y="172"/>
                  </a:lnTo>
                  <a:lnTo>
                    <a:pt x="39" y="5"/>
                  </a:lnTo>
                  <a:lnTo>
                    <a:pt x="39" y="4"/>
                  </a:lnTo>
                  <a:lnTo>
                    <a:pt x="39" y="3"/>
                  </a:lnTo>
                  <a:lnTo>
                    <a:pt x="40" y="2"/>
                  </a:lnTo>
                  <a:lnTo>
                    <a:pt x="42" y="1"/>
                  </a:lnTo>
                  <a:lnTo>
                    <a:pt x="43" y="0"/>
                  </a:lnTo>
                  <a:lnTo>
                    <a:pt x="44" y="0"/>
                  </a:lnTo>
                  <a:lnTo>
                    <a:pt x="46" y="0"/>
                  </a:lnTo>
                  <a:lnTo>
                    <a:pt x="47" y="0"/>
                  </a:lnTo>
                  <a:lnTo>
                    <a:pt x="47" y="0"/>
                  </a:lnTo>
                  <a:lnTo>
                    <a:pt x="47" y="0"/>
                  </a:lnTo>
                </a:path>
              </a:pathLst>
            </a:custGeom>
            <a:solidFill>
              <a:srgbClr val="ACB3B3"/>
            </a:solidFill>
            <a:ln cap="rnd">
              <a:noFill/>
              <a:round/>
            </a:ln>
            <a:effectLst/>
          </p:spPr>
        </p:sp>
        <p:sp>
          <p:nvSpPr>
            <p:cNvPr id="62428" name=""/>
            <p:cNvSpPr/>
            <p:nvPr/>
          </p:nvSpPr>
          <p:spPr>
            <a:xfrm>
              <a:off x="1971" y="3596"/>
              <a:ext cx="77" cy="187"/>
            </a:xfrm>
            <a:custGeom>
              <a:pathLst>
                <a:path w="77" h="187">
                  <a:moveTo>
                    <a:pt x="29" y="0"/>
                  </a:moveTo>
                  <a:lnTo>
                    <a:pt x="6" y="5"/>
                  </a:lnTo>
                  <a:lnTo>
                    <a:pt x="4" y="6"/>
                  </a:lnTo>
                  <a:lnTo>
                    <a:pt x="3" y="7"/>
                  </a:lnTo>
                  <a:lnTo>
                    <a:pt x="2" y="7"/>
                  </a:lnTo>
                  <a:lnTo>
                    <a:pt x="1" y="9"/>
                  </a:lnTo>
                  <a:lnTo>
                    <a:pt x="1" y="10"/>
                  </a:lnTo>
                  <a:lnTo>
                    <a:pt x="0" y="11"/>
                  </a:lnTo>
                  <a:lnTo>
                    <a:pt x="0" y="13"/>
                  </a:lnTo>
                  <a:lnTo>
                    <a:pt x="0" y="14"/>
                  </a:lnTo>
                  <a:lnTo>
                    <a:pt x="39" y="181"/>
                  </a:lnTo>
                  <a:lnTo>
                    <a:pt x="39" y="181"/>
                  </a:lnTo>
                  <a:lnTo>
                    <a:pt x="40" y="183"/>
                  </a:lnTo>
                  <a:lnTo>
                    <a:pt x="41" y="184"/>
                  </a:lnTo>
                  <a:lnTo>
                    <a:pt x="42" y="185"/>
                  </a:lnTo>
                  <a:lnTo>
                    <a:pt x="43" y="186"/>
                  </a:lnTo>
                  <a:lnTo>
                    <a:pt x="45" y="186"/>
                  </a:lnTo>
                  <a:lnTo>
                    <a:pt x="46" y="186"/>
                  </a:lnTo>
                  <a:lnTo>
                    <a:pt x="47" y="186"/>
                  </a:lnTo>
                  <a:lnTo>
                    <a:pt x="71" y="181"/>
                  </a:lnTo>
                  <a:lnTo>
                    <a:pt x="72" y="180"/>
                  </a:lnTo>
                  <a:lnTo>
                    <a:pt x="73" y="179"/>
                  </a:lnTo>
                  <a:lnTo>
                    <a:pt x="75" y="179"/>
                  </a:lnTo>
                  <a:lnTo>
                    <a:pt x="75" y="177"/>
                  </a:lnTo>
                  <a:lnTo>
                    <a:pt x="76" y="176"/>
                  </a:lnTo>
                  <a:lnTo>
                    <a:pt x="76" y="174"/>
                  </a:lnTo>
                  <a:lnTo>
                    <a:pt x="76" y="173"/>
                  </a:lnTo>
                  <a:lnTo>
                    <a:pt x="76" y="172"/>
                  </a:lnTo>
                  <a:lnTo>
                    <a:pt x="37" y="5"/>
                  </a:lnTo>
                  <a:lnTo>
                    <a:pt x="37" y="4"/>
                  </a:lnTo>
                  <a:lnTo>
                    <a:pt x="37" y="3"/>
                  </a:lnTo>
                  <a:lnTo>
                    <a:pt x="35" y="2"/>
                  </a:lnTo>
                  <a:lnTo>
                    <a:pt x="35" y="1"/>
                  </a:lnTo>
                  <a:lnTo>
                    <a:pt x="33" y="0"/>
                  </a:lnTo>
                  <a:lnTo>
                    <a:pt x="32" y="0"/>
                  </a:lnTo>
                  <a:lnTo>
                    <a:pt x="30" y="0"/>
                  </a:lnTo>
                  <a:lnTo>
                    <a:pt x="29" y="0"/>
                  </a:lnTo>
                  <a:lnTo>
                    <a:pt x="29" y="0"/>
                  </a:lnTo>
                </a:path>
              </a:pathLst>
            </a:custGeom>
            <a:solidFill>
              <a:srgbClr val="ACB3B3"/>
            </a:solidFill>
            <a:ln cap="rnd">
              <a:noFill/>
              <a:round/>
            </a:ln>
            <a:effectLst/>
          </p:spPr>
        </p:sp>
        <p:sp>
          <p:nvSpPr>
            <p:cNvPr id="62429" name=""/>
            <p:cNvSpPr/>
            <p:nvPr/>
          </p:nvSpPr>
          <p:spPr>
            <a:xfrm>
              <a:off x="1224" y="3610"/>
              <a:ext cx="77" cy="173"/>
            </a:xfrm>
            <a:custGeom>
              <a:pathLst>
                <a:path w="77" h="173">
                  <a:moveTo>
                    <a:pt x="76" y="0"/>
                  </a:moveTo>
                  <a:lnTo>
                    <a:pt x="37" y="167"/>
                  </a:lnTo>
                  <a:lnTo>
                    <a:pt x="37" y="167"/>
                  </a:lnTo>
                  <a:lnTo>
                    <a:pt x="37" y="169"/>
                  </a:lnTo>
                  <a:lnTo>
                    <a:pt x="35" y="170"/>
                  </a:lnTo>
                  <a:lnTo>
                    <a:pt x="34" y="171"/>
                  </a:lnTo>
                  <a:lnTo>
                    <a:pt x="33" y="172"/>
                  </a:lnTo>
                  <a:lnTo>
                    <a:pt x="32" y="172"/>
                  </a:lnTo>
                  <a:lnTo>
                    <a:pt x="30" y="172"/>
                  </a:lnTo>
                  <a:lnTo>
                    <a:pt x="29" y="172"/>
                  </a:lnTo>
                  <a:lnTo>
                    <a:pt x="6" y="167"/>
                  </a:lnTo>
                  <a:lnTo>
                    <a:pt x="4" y="166"/>
                  </a:lnTo>
                  <a:lnTo>
                    <a:pt x="3" y="165"/>
                  </a:lnTo>
                  <a:lnTo>
                    <a:pt x="1" y="165"/>
                  </a:lnTo>
                  <a:lnTo>
                    <a:pt x="1" y="163"/>
                  </a:lnTo>
                  <a:lnTo>
                    <a:pt x="1" y="162"/>
                  </a:lnTo>
                  <a:lnTo>
                    <a:pt x="0" y="160"/>
                  </a:lnTo>
                  <a:lnTo>
                    <a:pt x="0" y="159"/>
                  </a:lnTo>
                  <a:lnTo>
                    <a:pt x="0" y="158"/>
                  </a:lnTo>
                </a:path>
              </a:pathLst>
            </a:custGeom>
            <a:noFill/>
            <a:ln w="12700" cap="rnd" cmpd="sng">
              <a:solidFill>
                <a:srgbClr val="798080"/>
              </a:solidFill>
              <a:prstDash val="solid"/>
              <a:round/>
              <a:headEnd type="none" w="sm" len="sm"/>
              <a:tailEnd type="none" w="sm" len="sm"/>
            </a:ln>
            <a:effectLst/>
          </p:spPr>
        </p:sp>
        <p:sp>
          <p:nvSpPr>
            <p:cNvPr id="62430" name=""/>
            <p:cNvSpPr/>
            <p:nvPr/>
          </p:nvSpPr>
          <p:spPr>
            <a:xfrm>
              <a:off x="1971" y="3610"/>
              <a:ext cx="77" cy="173"/>
            </a:xfrm>
            <a:custGeom>
              <a:pathLst>
                <a:path w="77" h="173">
                  <a:moveTo>
                    <a:pt x="0" y="0"/>
                  </a:moveTo>
                  <a:lnTo>
                    <a:pt x="39" y="167"/>
                  </a:lnTo>
                  <a:lnTo>
                    <a:pt x="39" y="167"/>
                  </a:lnTo>
                  <a:lnTo>
                    <a:pt x="40" y="169"/>
                  </a:lnTo>
                  <a:lnTo>
                    <a:pt x="41" y="170"/>
                  </a:lnTo>
                  <a:lnTo>
                    <a:pt x="42" y="171"/>
                  </a:lnTo>
                  <a:lnTo>
                    <a:pt x="43" y="172"/>
                  </a:lnTo>
                  <a:lnTo>
                    <a:pt x="45" y="172"/>
                  </a:lnTo>
                  <a:lnTo>
                    <a:pt x="46" y="172"/>
                  </a:lnTo>
                  <a:lnTo>
                    <a:pt x="47" y="172"/>
                  </a:lnTo>
                  <a:lnTo>
                    <a:pt x="71" y="167"/>
                  </a:lnTo>
                  <a:lnTo>
                    <a:pt x="72" y="166"/>
                  </a:lnTo>
                  <a:lnTo>
                    <a:pt x="73" y="165"/>
                  </a:lnTo>
                  <a:lnTo>
                    <a:pt x="75" y="165"/>
                  </a:lnTo>
                  <a:lnTo>
                    <a:pt x="75" y="163"/>
                  </a:lnTo>
                  <a:lnTo>
                    <a:pt x="75" y="162"/>
                  </a:lnTo>
                  <a:lnTo>
                    <a:pt x="76" y="160"/>
                  </a:lnTo>
                  <a:lnTo>
                    <a:pt x="76" y="159"/>
                  </a:lnTo>
                  <a:lnTo>
                    <a:pt x="76" y="158"/>
                  </a:lnTo>
                </a:path>
              </a:pathLst>
            </a:custGeom>
            <a:noFill/>
            <a:ln w="12700" cap="rnd" cmpd="sng">
              <a:solidFill>
                <a:srgbClr val="798080"/>
              </a:solidFill>
              <a:prstDash val="solid"/>
              <a:round/>
              <a:headEnd type="none" w="sm" len="sm"/>
              <a:tailEnd type="none" w="sm" len="sm"/>
            </a:ln>
            <a:effectLst/>
          </p:spPr>
        </p:sp>
        <p:sp>
          <p:nvSpPr>
            <p:cNvPr id="62431" name=""/>
            <p:cNvSpPr/>
            <p:nvPr/>
          </p:nvSpPr>
          <p:spPr>
            <a:xfrm>
              <a:off x="1272" y="3620"/>
              <a:ext cx="154" cy="153"/>
            </a:xfrm>
            <a:custGeom>
              <a:pathLst>
                <a:path w="154" h="153">
                  <a:moveTo>
                    <a:pt x="37" y="0"/>
                  </a:moveTo>
                  <a:lnTo>
                    <a:pt x="0" y="152"/>
                  </a:lnTo>
                  <a:lnTo>
                    <a:pt x="75" y="152"/>
                  </a:lnTo>
                  <a:lnTo>
                    <a:pt x="139" y="151"/>
                  </a:lnTo>
                  <a:lnTo>
                    <a:pt x="153" y="94"/>
                  </a:lnTo>
                  <a:lnTo>
                    <a:pt x="116" y="68"/>
                  </a:lnTo>
                  <a:lnTo>
                    <a:pt x="100" y="32"/>
                  </a:lnTo>
                  <a:lnTo>
                    <a:pt x="37" y="1"/>
                  </a:lnTo>
                  <a:lnTo>
                    <a:pt x="37" y="1"/>
                  </a:lnTo>
                  <a:lnTo>
                    <a:pt x="37" y="0"/>
                  </a:lnTo>
                </a:path>
              </a:pathLst>
            </a:custGeom>
            <a:solidFill>
              <a:srgbClr val="ACB3B3"/>
            </a:solidFill>
            <a:ln cap="rnd">
              <a:noFill/>
              <a:round/>
            </a:ln>
            <a:effectLst/>
          </p:spPr>
        </p:sp>
        <p:sp>
          <p:nvSpPr>
            <p:cNvPr id="62432" name=""/>
            <p:cNvSpPr/>
            <p:nvPr/>
          </p:nvSpPr>
          <p:spPr>
            <a:xfrm>
              <a:off x="1846" y="3620"/>
              <a:ext cx="154" cy="153"/>
            </a:xfrm>
            <a:custGeom>
              <a:pathLst>
                <a:path w="154" h="153">
                  <a:moveTo>
                    <a:pt x="116" y="0"/>
                  </a:moveTo>
                  <a:lnTo>
                    <a:pt x="153" y="152"/>
                  </a:lnTo>
                  <a:lnTo>
                    <a:pt x="78" y="152"/>
                  </a:lnTo>
                  <a:lnTo>
                    <a:pt x="14" y="151"/>
                  </a:lnTo>
                  <a:lnTo>
                    <a:pt x="0" y="94"/>
                  </a:lnTo>
                  <a:lnTo>
                    <a:pt x="37" y="68"/>
                  </a:lnTo>
                  <a:lnTo>
                    <a:pt x="53" y="32"/>
                  </a:lnTo>
                  <a:lnTo>
                    <a:pt x="116" y="1"/>
                  </a:lnTo>
                  <a:lnTo>
                    <a:pt x="116" y="1"/>
                  </a:lnTo>
                  <a:lnTo>
                    <a:pt x="116" y="0"/>
                  </a:lnTo>
                </a:path>
              </a:pathLst>
            </a:custGeom>
            <a:solidFill>
              <a:srgbClr val="ACB3B3"/>
            </a:solidFill>
            <a:ln cap="rnd">
              <a:noFill/>
              <a:round/>
            </a:ln>
            <a:effectLst/>
          </p:spPr>
        </p:sp>
        <p:sp>
          <p:nvSpPr>
            <p:cNvPr id="62433" name=""/>
            <p:cNvSpPr/>
            <p:nvPr/>
          </p:nvSpPr>
          <p:spPr>
            <a:xfrm>
              <a:off x="1272" y="3714"/>
              <a:ext cx="154" cy="59"/>
            </a:xfrm>
            <a:custGeom>
              <a:pathLst>
                <a:path w="154" h="59">
                  <a:moveTo>
                    <a:pt x="153" y="0"/>
                  </a:moveTo>
                  <a:lnTo>
                    <a:pt x="138" y="58"/>
                  </a:lnTo>
                  <a:lnTo>
                    <a:pt x="0" y="58"/>
                  </a:lnTo>
                </a:path>
              </a:pathLst>
            </a:custGeom>
            <a:noFill/>
            <a:ln w="12700" cap="rnd" cmpd="sng">
              <a:solidFill>
                <a:srgbClr val="798080"/>
              </a:solidFill>
              <a:prstDash val="solid"/>
              <a:round/>
              <a:headEnd type="none" w="sm" len="sm"/>
              <a:tailEnd type="none" w="sm" len="sm"/>
            </a:ln>
            <a:effectLst/>
          </p:spPr>
        </p:sp>
        <p:sp>
          <p:nvSpPr>
            <p:cNvPr id="62434" name=""/>
            <p:cNvSpPr/>
            <p:nvPr/>
          </p:nvSpPr>
          <p:spPr>
            <a:xfrm>
              <a:off x="1845" y="3714"/>
              <a:ext cx="153" cy="59"/>
            </a:xfrm>
            <a:custGeom>
              <a:pathLst>
                <a:path w="153" h="59">
                  <a:moveTo>
                    <a:pt x="0" y="0"/>
                  </a:moveTo>
                  <a:lnTo>
                    <a:pt x="14" y="58"/>
                  </a:lnTo>
                  <a:lnTo>
                    <a:pt x="152" y="58"/>
                  </a:lnTo>
                </a:path>
              </a:pathLst>
            </a:custGeom>
            <a:noFill/>
            <a:ln w="12700" cap="rnd" cmpd="sng">
              <a:solidFill>
                <a:srgbClr val="798080"/>
              </a:solidFill>
              <a:prstDash val="solid"/>
              <a:round/>
              <a:headEnd type="none" w="sm" len="sm"/>
              <a:tailEnd type="none" w="sm" len="sm"/>
            </a:ln>
            <a:effectLst/>
          </p:spPr>
        </p:sp>
        <p:sp>
          <p:nvSpPr>
            <p:cNvPr id="62435" name=""/>
            <p:cNvSpPr/>
            <p:nvPr/>
          </p:nvSpPr>
          <p:spPr>
            <a:xfrm>
              <a:off x="1266" y="3779"/>
              <a:ext cx="114" cy="25"/>
            </a:xfrm>
            <a:custGeom>
              <a:pathLst>
                <a:path w="114" h="25">
                  <a:moveTo>
                    <a:pt x="0" y="11"/>
                  </a:moveTo>
                  <a:lnTo>
                    <a:pt x="40" y="11"/>
                  </a:lnTo>
                  <a:lnTo>
                    <a:pt x="58" y="0"/>
                  </a:lnTo>
                  <a:lnTo>
                    <a:pt x="77" y="11"/>
                  </a:lnTo>
                  <a:lnTo>
                    <a:pt x="113" y="11"/>
                  </a:lnTo>
                  <a:lnTo>
                    <a:pt x="113" y="24"/>
                  </a:lnTo>
                  <a:lnTo>
                    <a:pt x="0" y="24"/>
                  </a:lnTo>
                  <a:lnTo>
                    <a:pt x="0" y="11"/>
                  </a:lnTo>
                  <a:lnTo>
                    <a:pt x="0" y="11"/>
                  </a:lnTo>
                </a:path>
              </a:pathLst>
            </a:custGeom>
            <a:solidFill>
              <a:srgbClr val="ACB3B3"/>
            </a:solidFill>
            <a:ln cap="rnd">
              <a:noFill/>
              <a:round/>
            </a:ln>
            <a:effectLst/>
          </p:spPr>
        </p:sp>
        <p:sp>
          <p:nvSpPr>
            <p:cNvPr id="62436" name=""/>
            <p:cNvSpPr/>
            <p:nvPr/>
          </p:nvSpPr>
          <p:spPr>
            <a:xfrm>
              <a:off x="1892" y="3779"/>
              <a:ext cx="114" cy="25"/>
            </a:xfrm>
            <a:custGeom>
              <a:pathLst>
                <a:path w="114" h="25">
                  <a:moveTo>
                    <a:pt x="112" y="11"/>
                  </a:moveTo>
                  <a:lnTo>
                    <a:pt x="74" y="11"/>
                  </a:lnTo>
                  <a:lnTo>
                    <a:pt x="55" y="0"/>
                  </a:lnTo>
                  <a:lnTo>
                    <a:pt x="36" y="11"/>
                  </a:lnTo>
                  <a:lnTo>
                    <a:pt x="0" y="11"/>
                  </a:lnTo>
                  <a:lnTo>
                    <a:pt x="0" y="24"/>
                  </a:lnTo>
                  <a:lnTo>
                    <a:pt x="113" y="24"/>
                  </a:lnTo>
                  <a:lnTo>
                    <a:pt x="113" y="11"/>
                  </a:lnTo>
                  <a:lnTo>
                    <a:pt x="113" y="11"/>
                  </a:lnTo>
                  <a:lnTo>
                    <a:pt x="112" y="11"/>
                  </a:lnTo>
                </a:path>
              </a:pathLst>
            </a:custGeom>
            <a:solidFill>
              <a:srgbClr val="ACB3B3"/>
            </a:solidFill>
            <a:ln cap="rnd">
              <a:noFill/>
              <a:round/>
            </a:ln>
            <a:effectLst/>
          </p:spPr>
        </p:sp>
        <p:sp>
          <p:nvSpPr>
            <p:cNvPr id="62437" name=""/>
            <p:cNvSpPr/>
            <p:nvPr/>
          </p:nvSpPr>
          <p:spPr>
            <a:xfrm>
              <a:off x="1266" y="3790"/>
              <a:ext cx="114" cy="17"/>
            </a:xfrm>
            <a:custGeom>
              <a:pathLst>
                <a:path w="114" h="17">
                  <a:moveTo>
                    <a:pt x="113" y="0"/>
                  </a:moveTo>
                  <a:lnTo>
                    <a:pt x="113" y="16"/>
                  </a:lnTo>
                  <a:lnTo>
                    <a:pt x="0" y="16"/>
                  </a:lnTo>
                </a:path>
              </a:pathLst>
            </a:custGeom>
            <a:noFill/>
            <a:ln w="12700" cap="rnd" cmpd="sng">
              <a:solidFill>
                <a:srgbClr val="798080"/>
              </a:solidFill>
              <a:prstDash val="solid"/>
              <a:round/>
              <a:headEnd type="none" w="sm" len="sm"/>
              <a:tailEnd type="none" w="sm" len="sm"/>
            </a:ln>
            <a:effectLst/>
          </p:spPr>
        </p:sp>
        <p:sp>
          <p:nvSpPr>
            <p:cNvPr id="62438" name=""/>
            <p:cNvSpPr/>
            <p:nvPr/>
          </p:nvSpPr>
          <p:spPr>
            <a:xfrm>
              <a:off x="1892" y="3790"/>
              <a:ext cx="114" cy="17"/>
            </a:xfrm>
            <a:custGeom>
              <a:pathLst>
                <a:path w="114" h="17">
                  <a:moveTo>
                    <a:pt x="0" y="0"/>
                  </a:moveTo>
                  <a:lnTo>
                    <a:pt x="0" y="16"/>
                  </a:lnTo>
                  <a:lnTo>
                    <a:pt x="113" y="16"/>
                  </a:lnTo>
                </a:path>
              </a:pathLst>
            </a:custGeom>
            <a:noFill/>
            <a:ln w="12700" cap="rnd" cmpd="sng">
              <a:solidFill>
                <a:srgbClr val="798080"/>
              </a:solidFill>
              <a:prstDash val="solid"/>
              <a:round/>
              <a:headEnd type="none" w="sm" len="sm"/>
              <a:tailEnd type="none" w="sm" len="sm"/>
            </a:ln>
            <a:effectLst/>
          </p:spPr>
        </p:sp>
        <p:cxnSp>
          <p:nvCxnSpPr>
            <p:cNvPr id="62439" name=""/>
            <p:cNvCxnSpPr/>
            <p:nvPr/>
          </p:nvCxnSpPr>
          <p:spPr>
            <a:xfrm>
              <a:off x="1342" y="3790"/>
              <a:ext cx="37" cy="0"/>
            </a:xfrm>
            <a:prstGeom prst="line">
              <a:avLst/>
            </a:prstGeom>
            <a:noFill/>
            <a:ln w="12700">
              <a:solidFill>
                <a:srgbClr val="DFE6E6"/>
              </a:solidFill>
              <a:miter lim="800000"/>
            </a:ln>
            <a:effectLst/>
          </p:spPr>
        </p:cxnSp>
        <p:cxnSp>
          <p:nvCxnSpPr>
            <p:cNvPr id="62440" name=""/>
            <p:cNvCxnSpPr/>
            <p:nvPr/>
          </p:nvCxnSpPr>
          <p:spPr>
            <a:xfrm flipH="1">
              <a:off x="1892" y="3790"/>
              <a:ext cx="35" cy="0"/>
            </a:xfrm>
            <a:prstGeom prst="line">
              <a:avLst/>
            </a:prstGeom>
            <a:noFill/>
            <a:ln w="12700">
              <a:solidFill>
                <a:srgbClr val="DFE6E6"/>
              </a:solidFill>
              <a:miter lim="800000"/>
            </a:ln>
            <a:effectLst/>
          </p:spPr>
        </p:cxnSp>
        <p:cxnSp>
          <p:nvCxnSpPr>
            <p:cNvPr id="62441" name=""/>
            <p:cNvCxnSpPr/>
            <p:nvPr/>
          </p:nvCxnSpPr>
          <p:spPr>
            <a:xfrm>
              <a:off x="1322" y="3778"/>
              <a:ext cx="20" cy="12"/>
            </a:xfrm>
            <a:prstGeom prst="line">
              <a:avLst/>
            </a:prstGeom>
            <a:noFill/>
            <a:ln w="12700">
              <a:solidFill>
                <a:srgbClr val="798080"/>
              </a:solidFill>
              <a:miter lim="800000"/>
            </a:ln>
            <a:effectLst/>
          </p:spPr>
        </p:cxnSp>
        <p:cxnSp>
          <p:nvCxnSpPr>
            <p:cNvPr id="62442" name=""/>
            <p:cNvCxnSpPr/>
            <p:nvPr/>
          </p:nvCxnSpPr>
          <p:spPr>
            <a:xfrm flipH="1">
              <a:off x="1927" y="3778"/>
              <a:ext cx="20" cy="12"/>
            </a:xfrm>
            <a:prstGeom prst="line">
              <a:avLst/>
            </a:prstGeom>
            <a:noFill/>
            <a:ln w="12700">
              <a:solidFill>
                <a:srgbClr val="798080"/>
              </a:solidFill>
              <a:miter lim="800000"/>
            </a:ln>
            <a:effectLst/>
          </p:spPr>
        </p:cxnSp>
        <p:sp>
          <p:nvSpPr>
            <p:cNvPr id="62443" name=""/>
            <p:cNvSpPr/>
            <p:nvPr/>
          </p:nvSpPr>
          <p:spPr>
            <a:xfrm>
              <a:off x="1266" y="3779"/>
              <a:ext cx="57" cy="25"/>
            </a:xfrm>
            <a:custGeom>
              <a:pathLst>
                <a:path w="57" h="25">
                  <a:moveTo>
                    <a:pt x="0" y="24"/>
                  </a:moveTo>
                  <a:lnTo>
                    <a:pt x="0" y="11"/>
                  </a:lnTo>
                  <a:lnTo>
                    <a:pt x="39" y="11"/>
                  </a:lnTo>
                  <a:lnTo>
                    <a:pt x="56" y="0"/>
                  </a:lnTo>
                </a:path>
              </a:pathLst>
            </a:custGeom>
            <a:noFill/>
            <a:ln w="12700" cap="rnd" cmpd="sng">
              <a:solidFill>
                <a:srgbClr val="DFE6E6"/>
              </a:solidFill>
              <a:prstDash val="solid"/>
              <a:round/>
              <a:headEnd type="none" w="sm" len="sm"/>
              <a:tailEnd type="none" w="sm" len="sm"/>
            </a:ln>
            <a:effectLst/>
          </p:spPr>
        </p:sp>
        <p:sp>
          <p:nvSpPr>
            <p:cNvPr id="62444" name=""/>
            <p:cNvSpPr/>
            <p:nvPr/>
          </p:nvSpPr>
          <p:spPr>
            <a:xfrm>
              <a:off x="1947" y="3779"/>
              <a:ext cx="59" cy="25"/>
            </a:xfrm>
            <a:custGeom>
              <a:pathLst>
                <a:path w="59" h="25">
                  <a:moveTo>
                    <a:pt x="58" y="24"/>
                  </a:moveTo>
                  <a:lnTo>
                    <a:pt x="58" y="11"/>
                  </a:lnTo>
                  <a:lnTo>
                    <a:pt x="18" y="11"/>
                  </a:lnTo>
                  <a:lnTo>
                    <a:pt x="0" y="0"/>
                  </a:lnTo>
                </a:path>
              </a:pathLst>
            </a:custGeom>
            <a:noFill/>
            <a:ln w="12700" cap="rnd" cmpd="sng">
              <a:solidFill>
                <a:srgbClr val="DFE6E6"/>
              </a:solidFill>
              <a:prstDash val="solid"/>
              <a:round/>
              <a:headEnd type="none" w="sm" len="sm"/>
              <a:tailEnd type="none" w="sm" len="sm"/>
            </a:ln>
            <a:effectLst/>
          </p:spPr>
        </p:sp>
        <p:sp>
          <p:nvSpPr>
            <p:cNvPr id="62445" name=""/>
            <p:cNvSpPr/>
            <p:nvPr/>
          </p:nvSpPr>
          <p:spPr>
            <a:xfrm>
              <a:off x="1585" y="3222"/>
              <a:ext cx="113" cy="25"/>
            </a:xfrm>
            <a:custGeom>
              <a:pathLst>
                <a:path w="113" h="25">
                  <a:moveTo>
                    <a:pt x="0" y="11"/>
                  </a:moveTo>
                  <a:lnTo>
                    <a:pt x="39" y="10"/>
                  </a:lnTo>
                  <a:lnTo>
                    <a:pt x="57" y="0"/>
                  </a:lnTo>
                  <a:lnTo>
                    <a:pt x="76" y="10"/>
                  </a:lnTo>
                  <a:lnTo>
                    <a:pt x="112" y="10"/>
                  </a:lnTo>
                  <a:lnTo>
                    <a:pt x="112" y="24"/>
                  </a:lnTo>
                  <a:lnTo>
                    <a:pt x="0" y="24"/>
                  </a:lnTo>
                  <a:lnTo>
                    <a:pt x="0" y="11"/>
                  </a:lnTo>
                  <a:lnTo>
                    <a:pt x="0" y="11"/>
                  </a:lnTo>
                </a:path>
              </a:pathLst>
            </a:custGeom>
            <a:solidFill>
              <a:srgbClr val="ACB3B3"/>
            </a:solidFill>
            <a:ln cap="rnd">
              <a:noFill/>
              <a:round/>
            </a:ln>
            <a:effectLst/>
          </p:spPr>
        </p:sp>
        <p:sp>
          <p:nvSpPr>
            <p:cNvPr id="62446" name=""/>
            <p:cNvSpPr/>
            <p:nvPr/>
          </p:nvSpPr>
          <p:spPr>
            <a:xfrm>
              <a:off x="1585" y="3233"/>
              <a:ext cx="113" cy="17"/>
            </a:xfrm>
            <a:custGeom>
              <a:pathLst>
                <a:path w="113" h="17">
                  <a:moveTo>
                    <a:pt x="112" y="0"/>
                  </a:moveTo>
                  <a:lnTo>
                    <a:pt x="112" y="16"/>
                  </a:lnTo>
                  <a:lnTo>
                    <a:pt x="0" y="16"/>
                  </a:lnTo>
                </a:path>
              </a:pathLst>
            </a:custGeom>
            <a:noFill/>
            <a:ln w="12700" cap="rnd" cmpd="sng">
              <a:solidFill>
                <a:srgbClr val="798080"/>
              </a:solidFill>
              <a:prstDash val="solid"/>
              <a:round/>
              <a:headEnd type="none" w="sm" len="sm"/>
              <a:tailEnd type="none" w="sm" len="sm"/>
            </a:ln>
            <a:effectLst/>
          </p:spPr>
        </p:sp>
        <p:cxnSp>
          <p:nvCxnSpPr>
            <p:cNvPr id="62447" name=""/>
            <p:cNvCxnSpPr/>
            <p:nvPr/>
          </p:nvCxnSpPr>
          <p:spPr>
            <a:xfrm>
              <a:off x="1662" y="3233"/>
              <a:ext cx="35" cy="0"/>
            </a:xfrm>
            <a:prstGeom prst="line">
              <a:avLst/>
            </a:prstGeom>
            <a:noFill/>
            <a:ln w="12700">
              <a:solidFill>
                <a:srgbClr val="DFE6E6"/>
              </a:solidFill>
              <a:miter lim="800000"/>
            </a:ln>
            <a:effectLst/>
          </p:spPr>
        </p:cxnSp>
        <p:cxnSp>
          <p:nvCxnSpPr>
            <p:cNvPr id="62448" name=""/>
            <p:cNvCxnSpPr/>
            <p:nvPr/>
          </p:nvCxnSpPr>
          <p:spPr>
            <a:xfrm>
              <a:off x="1642" y="3222"/>
              <a:ext cx="20" cy="11"/>
            </a:xfrm>
            <a:prstGeom prst="line">
              <a:avLst/>
            </a:prstGeom>
            <a:noFill/>
            <a:ln w="12700">
              <a:solidFill>
                <a:srgbClr val="798080"/>
              </a:solidFill>
              <a:miter lim="800000"/>
            </a:ln>
            <a:effectLst/>
          </p:spPr>
        </p:cxnSp>
        <p:sp>
          <p:nvSpPr>
            <p:cNvPr id="62449" name=""/>
            <p:cNvSpPr/>
            <p:nvPr/>
          </p:nvSpPr>
          <p:spPr>
            <a:xfrm>
              <a:off x="1585" y="3222"/>
              <a:ext cx="58" cy="25"/>
            </a:xfrm>
            <a:custGeom>
              <a:pathLst>
                <a:path w="58" h="25">
                  <a:moveTo>
                    <a:pt x="0" y="24"/>
                  </a:moveTo>
                  <a:lnTo>
                    <a:pt x="0" y="11"/>
                  </a:lnTo>
                  <a:lnTo>
                    <a:pt x="39" y="11"/>
                  </a:lnTo>
                  <a:lnTo>
                    <a:pt x="57" y="0"/>
                  </a:lnTo>
                </a:path>
              </a:pathLst>
            </a:custGeom>
            <a:noFill/>
            <a:ln w="12700" cap="rnd" cmpd="sng">
              <a:solidFill>
                <a:srgbClr val="DFE6E6"/>
              </a:solidFill>
              <a:prstDash val="solid"/>
              <a:round/>
              <a:headEnd type="none" w="sm" len="sm"/>
              <a:tailEnd type="none" w="sm" len="sm"/>
            </a:ln>
            <a:effectLst/>
          </p:spPr>
        </p:sp>
        <p:sp>
          <p:nvSpPr>
            <p:cNvPr id="62450" name=""/>
            <p:cNvSpPr/>
            <p:nvPr/>
          </p:nvSpPr>
          <p:spPr>
            <a:xfrm>
              <a:off x="1039" y="3771"/>
              <a:ext cx="148" cy="43"/>
            </a:xfrm>
            <a:custGeom>
              <a:pathLst>
                <a:path w="148" h="43">
                  <a:moveTo>
                    <a:pt x="11" y="20"/>
                  </a:moveTo>
                  <a:lnTo>
                    <a:pt x="132" y="0"/>
                  </a:lnTo>
                  <a:lnTo>
                    <a:pt x="134" y="0"/>
                  </a:lnTo>
                  <a:lnTo>
                    <a:pt x="136" y="1"/>
                  </a:lnTo>
                  <a:lnTo>
                    <a:pt x="138" y="3"/>
                  </a:lnTo>
                  <a:lnTo>
                    <a:pt x="139" y="4"/>
                  </a:lnTo>
                  <a:lnTo>
                    <a:pt x="141" y="7"/>
                  </a:lnTo>
                  <a:lnTo>
                    <a:pt x="142" y="10"/>
                  </a:lnTo>
                  <a:lnTo>
                    <a:pt x="143" y="13"/>
                  </a:lnTo>
                  <a:lnTo>
                    <a:pt x="143" y="16"/>
                  </a:lnTo>
                  <a:lnTo>
                    <a:pt x="147" y="42"/>
                  </a:lnTo>
                  <a:lnTo>
                    <a:pt x="0" y="42"/>
                  </a:lnTo>
                  <a:lnTo>
                    <a:pt x="0" y="35"/>
                  </a:lnTo>
                  <a:lnTo>
                    <a:pt x="1" y="32"/>
                  </a:lnTo>
                  <a:lnTo>
                    <a:pt x="1" y="30"/>
                  </a:lnTo>
                  <a:lnTo>
                    <a:pt x="2" y="27"/>
                  </a:lnTo>
                  <a:lnTo>
                    <a:pt x="4" y="25"/>
                  </a:lnTo>
                  <a:lnTo>
                    <a:pt x="5" y="23"/>
                  </a:lnTo>
                  <a:lnTo>
                    <a:pt x="7" y="21"/>
                  </a:lnTo>
                  <a:lnTo>
                    <a:pt x="9" y="20"/>
                  </a:lnTo>
                  <a:lnTo>
                    <a:pt x="11" y="20"/>
                  </a:lnTo>
                  <a:lnTo>
                    <a:pt x="11" y="20"/>
                  </a:lnTo>
                  <a:lnTo>
                    <a:pt x="11" y="20"/>
                  </a:lnTo>
                </a:path>
              </a:pathLst>
            </a:custGeom>
            <a:solidFill>
              <a:srgbClr val="ACB3B3"/>
            </a:solidFill>
            <a:ln cap="rnd">
              <a:noFill/>
              <a:round/>
            </a:ln>
            <a:effectLst/>
          </p:spPr>
        </p:sp>
        <p:sp>
          <p:nvSpPr>
            <p:cNvPr id="62451" name=""/>
            <p:cNvSpPr/>
            <p:nvPr/>
          </p:nvSpPr>
          <p:spPr>
            <a:xfrm>
              <a:off x="2085" y="3771"/>
              <a:ext cx="148" cy="43"/>
            </a:xfrm>
            <a:custGeom>
              <a:pathLst>
                <a:path w="148" h="43">
                  <a:moveTo>
                    <a:pt x="136" y="20"/>
                  </a:moveTo>
                  <a:lnTo>
                    <a:pt x="16" y="0"/>
                  </a:lnTo>
                  <a:lnTo>
                    <a:pt x="13" y="0"/>
                  </a:lnTo>
                  <a:lnTo>
                    <a:pt x="11" y="1"/>
                  </a:lnTo>
                  <a:lnTo>
                    <a:pt x="9" y="3"/>
                  </a:lnTo>
                  <a:lnTo>
                    <a:pt x="8" y="4"/>
                  </a:lnTo>
                  <a:lnTo>
                    <a:pt x="6" y="7"/>
                  </a:lnTo>
                  <a:lnTo>
                    <a:pt x="6" y="10"/>
                  </a:lnTo>
                  <a:lnTo>
                    <a:pt x="4" y="13"/>
                  </a:lnTo>
                  <a:lnTo>
                    <a:pt x="4" y="16"/>
                  </a:lnTo>
                  <a:lnTo>
                    <a:pt x="0" y="42"/>
                  </a:lnTo>
                  <a:lnTo>
                    <a:pt x="147" y="42"/>
                  </a:lnTo>
                  <a:lnTo>
                    <a:pt x="147" y="35"/>
                  </a:lnTo>
                  <a:lnTo>
                    <a:pt x="147" y="32"/>
                  </a:lnTo>
                  <a:lnTo>
                    <a:pt x="146" y="30"/>
                  </a:lnTo>
                  <a:lnTo>
                    <a:pt x="145" y="27"/>
                  </a:lnTo>
                  <a:lnTo>
                    <a:pt x="144" y="25"/>
                  </a:lnTo>
                  <a:lnTo>
                    <a:pt x="142" y="23"/>
                  </a:lnTo>
                  <a:lnTo>
                    <a:pt x="140" y="21"/>
                  </a:lnTo>
                  <a:lnTo>
                    <a:pt x="138" y="20"/>
                  </a:lnTo>
                  <a:lnTo>
                    <a:pt x="136" y="20"/>
                  </a:lnTo>
                  <a:lnTo>
                    <a:pt x="136" y="20"/>
                  </a:lnTo>
                  <a:lnTo>
                    <a:pt x="136" y="20"/>
                  </a:lnTo>
                </a:path>
              </a:pathLst>
            </a:custGeom>
            <a:solidFill>
              <a:srgbClr val="ACB3B3"/>
            </a:solidFill>
            <a:ln cap="rnd">
              <a:noFill/>
              <a:round/>
            </a:ln>
            <a:effectLst/>
          </p:spPr>
        </p:sp>
        <p:sp>
          <p:nvSpPr>
            <p:cNvPr id="62452" name=""/>
            <p:cNvSpPr/>
            <p:nvPr/>
          </p:nvSpPr>
          <p:spPr>
            <a:xfrm>
              <a:off x="1039" y="3777"/>
              <a:ext cx="148" cy="37"/>
            </a:xfrm>
            <a:custGeom>
              <a:pathLst>
                <a:path w="148" h="37">
                  <a:moveTo>
                    <a:pt x="140" y="0"/>
                  </a:moveTo>
                  <a:lnTo>
                    <a:pt x="141" y="3"/>
                  </a:lnTo>
                  <a:lnTo>
                    <a:pt x="143" y="7"/>
                  </a:lnTo>
                  <a:lnTo>
                    <a:pt x="143" y="11"/>
                  </a:lnTo>
                  <a:lnTo>
                    <a:pt x="144" y="17"/>
                  </a:lnTo>
                  <a:lnTo>
                    <a:pt x="145" y="22"/>
                  </a:lnTo>
                  <a:lnTo>
                    <a:pt x="146" y="27"/>
                  </a:lnTo>
                  <a:lnTo>
                    <a:pt x="146" y="32"/>
                  </a:lnTo>
                  <a:lnTo>
                    <a:pt x="147" y="36"/>
                  </a:lnTo>
                  <a:lnTo>
                    <a:pt x="0" y="36"/>
                  </a:lnTo>
                </a:path>
              </a:pathLst>
            </a:custGeom>
            <a:noFill/>
            <a:ln w="12700" cap="rnd" cmpd="sng">
              <a:solidFill>
                <a:srgbClr val="798080"/>
              </a:solidFill>
              <a:prstDash val="solid"/>
              <a:round/>
              <a:headEnd type="none" w="sm" len="sm"/>
              <a:tailEnd type="none" w="sm" len="sm"/>
            </a:ln>
            <a:effectLst/>
          </p:spPr>
        </p:sp>
        <p:sp>
          <p:nvSpPr>
            <p:cNvPr id="62453" name=""/>
            <p:cNvSpPr/>
            <p:nvPr/>
          </p:nvSpPr>
          <p:spPr>
            <a:xfrm>
              <a:off x="2085" y="3777"/>
              <a:ext cx="148" cy="37"/>
            </a:xfrm>
            <a:custGeom>
              <a:pathLst>
                <a:path w="148" h="37">
                  <a:moveTo>
                    <a:pt x="7" y="0"/>
                  </a:moveTo>
                  <a:lnTo>
                    <a:pt x="6" y="3"/>
                  </a:lnTo>
                  <a:lnTo>
                    <a:pt x="5" y="7"/>
                  </a:lnTo>
                  <a:lnTo>
                    <a:pt x="4" y="11"/>
                  </a:lnTo>
                  <a:lnTo>
                    <a:pt x="3" y="17"/>
                  </a:lnTo>
                  <a:lnTo>
                    <a:pt x="2" y="22"/>
                  </a:lnTo>
                  <a:lnTo>
                    <a:pt x="2" y="27"/>
                  </a:lnTo>
                  <a:lnTo>
                    <a:pt x="1" y="32"/>
                  </a:lnTo>
                  <a:lnTo>
                    <a:pt x="0" y="36"/>
                  </a:lnTo>
                  <a:lnTo>
                    <a:pt x="147" y="36"/>
                  </a:lnTo>
                </a:path>
              </a:pathLst>
            </a:custGeom>
            <a:noFill/>
            <a:ln w="12700" cap="rnd" cmpd="sng">
              <a:solidFill>
                <a:srgbClr val="798080"/>
              </a:solidFill>
              <a:prstDash val="solid"/>
              <a:round/>
              <a:headEnd type="none" w="sm" len="sm"/>
              <a:tailEnd type="none" w="sm" len="sm"/>
            </a:ln>
            <a:effectLst/>
          </p:spPr>
        </p:sp>
        <p:sp>
          <p:nvSpPr>
            <p:cNvPr id="62454" name=""/>
            <p:cNvSpPr/>
            <p:nvPr/>
          </p:nvSpPr>
          <p:spPr>
            <a:xfrm>
              <a:off x="1039" y="3771"/>
              <a:ext cx="142" cy="43"/>
            </a:xfrm>
            <a:custGeom>
              <a:pathLst>
                <a:path w="142" h="43">
                  <a:moveTo>
                    <a:pt x="0" y="42"/>
                  </a:moveTo>
                  <a:lnTo>
                    <a:pt x="0" y="35"/>
                  </a:lnTo>
                  <a:lnTo>
                    <a:pt x="1" y="32"/>
                  </a:lnTo>
                  <a:lnTo>
                    <a:pt x="1" y="30"/>
                  </a:lnTo>
                  <a:lnTo>
                    <a:pt x="2" y="27"/>
                  </a:lnTo>
                  <a:lnTo>
                    <a:pt x="4" y="25"/>
                  </a:lnTo>
                  <a:lnTo>
                    <a:pt x="5" y="23"/>
                  </a:lnTo>
                  <a:lnTo>
                    <a:pt x="7" y="21"/>
                  </a:lnTo>
                  <a:lnTo>
                    <a:pt x="9" y="20"/>
                  </a:lnTo>
                  <a:lnTo>
                    <a:pt x="11" y="20"/>
                  </a:lnTo>
                  <a:lnTo>
                    <a:pt x="132" y="0"/>
                  </a:lnTo>
                  <a:lnTo>
                    <a:pt x="134" y="0"/>
                  </a:lnTo>
                  <a:lnTo>
                    <a:pt x="135" y="0"/>
                  </a:lnTo>
                  <a:lnTo>
                    <a:pt x="136" y="1"/>
                  </a:lnTo>
                  <a:lnTo>
                    <a:pt x="138" y="2"/>
                  </a:lnTo>
                  <a:lnTo>
                    <a:pt x="139" y="3"/>
                  </a:lnTo>
                  <a:lnTo>
                    <a:pt x="139" y="4"/>
                  </a:lnTo>
                  <a:lnTo>
                    <a:pt x="140" y="6"/>
                  </a:lnTo>
                  <a:lnTo>
                    <a:pt x="141" y="9"/>
                  </a:lnTo>
                </a:path>
              </a:pathLst>
            </a:custGeom>
            <a:noFill/>
            <a:ln w="12700" cap="rnd" cmpd="sng">
              <a:solidFill>
                <a:srgbClr val="DFE6E6"/>
              </a:solidFill>
              <a:prstDash val="solid"/>
              <a:round/>
              <a:headEnd type="none" w="sm" len="sm"/>
              <a:tailEnd type="none" w="sm" len="sm"/>
            </a:ln>
            <a:effectLst/>
          </p:spPr>
        </p:sp>
        <p:sp>
          <p:nvSpPr>
            <p:cNvPr id="62455" name=""/>
            <p:cNvSpPr/>
            <p:nvPr/>
          </p:nvSpPr>
          <p:spPr>
            <a:xfrm>
              <a:off x="2091" y="3771"/>
              <a:ext cx="142" cy="43"/>
            </a:xfrm>
            <a:custGeom>
              <a:pathLst>
                <a:path w="142" h="43">
                  <a:moveTo>
                    <a:pt x="141" y="42"/>
                  </a:moveTo>
                  <a:lnTo>
                    <a:pt x="141" y="35"/>
                  </a:lnTo>
                  <a:lnTo>
                    <a:pt x="141" y="32"/>
                  </a:lnTo>
                  <a:lnTo>
                    <a:pt x="140" y="30"/>
                  </a:lnTo>
                  <a:lnTo>
                    <a:pt x="139" y="27"/>
                  </a:lnTo>
                  <a:lnTo>
                    <a:pt x="138" y="25"/>
                  </a:lnTo>
                  <a:lnTo>
                    <a:pt x="136" y="23"/>
                  </a:lnTo>
                  <a:lnTo>
                    <a:pt x="134" y="21"/>
                  </a:lnTo>
                  <a:lnTo>
                    <a:pt x="132" y="20"/>
                  </a:lnTo>
                  <a:lnTo>
                    <a:pt x="130" y="20"/>
                  </a:lnTo>
                  <a:lnTo>
                    <a:pt x="10" y="0"/>
                  </a:lnTo>
                  <a:lnTo>
                    <a:pt x="7" y="0"/>
                  </a:lnTo>
                  <a:lnTo>
                    <a:pt x="6" y="0"/>
                  </a:lnTo>
                  <a:lnTo>
                    <a:pt x="5" y="1"/>
                  </a:lnTo>
                  <a:lnTo>
                    <a:pt x="3" y="2"/>
                  </a:lnTo>
                  <a:lnTo>
                    <a:pt x="3" y="3"/>
                  </a:lnTo>
                  <a:lnTo>
                    <a:pt x="2" y="4"/>
                  </a:lnTo>
                  <a:lnTo>
                    <a:pt x="1" y="6"/>
                  </a:lnTo>
                  <a:lnTo>
                    <a:pt x="0" y="9"/>
                  </a:lnTo>
                </a:path>
              </a:pathLst>
            </a:custGeom>
            <a:noFill/>
            <a:ln w="12700" cap="rnd" cmpd="sng">
              <a:solidFill>
                <a:srgbClr val="DFE6E6"/>
              </a:solidFill>
              <a:prstDash val="solid"/>
              <a:round/>
              <a:headEnd type="none" w="sm" len="sm"/>
              <a:tailEnd type="none" w="sm" len="sm"/>
            </a:ln>
            <a:effectLst/>
          </p:spPr>
        </p:sp>
        <p:cxnSp>
          <p:nvCxnSpPr>
            <p:cNvPr id="62456" name=""/>
            <p:cNvCxnSpPr/>
            <p:nvPr/>
          </p:nvCxnSpPr>
          <p:spPr>
            <a:xfrm flipV="1">
              <a:off x="1272" y="3621"/>
              <a:ext cx="37" cy="151"/>
            </a:xfrm>
            <a:prstGeom prst="line">
              <a:avLst/>
            </a:prstGeom>
            <a:noFill/>
            <a:ln w="12700">
              <a:solidFill>
                <a:srgbClr val="DFE6E6"/>
              </a:solidFill>
              <a:miter lim="800000"/>
            </a:ln>
            <a:effectLst/>
          </p:spPr>
        </p:cxnSp>
        <p:cxnSp>
          <p:nvCxnSpPr>
            <p:cNvPr id="62457" name=""/>
            <p:cNvCxnSpPr/>
            <p:nvPr/>
          </p:nvCxnSpPr>
          <p:spPr>
            <a:xfrm flipH="1" flipV="1">
              <a:off x="1962" y="3621"/>
              <a:ext cx="35" cy="151"/>
            </a:xfrm>
            <a:prstGeom prst="line">
              <a:avLst/>
            </a:prstGeom>
            <a:noFill/>
            <a:ln w="12700">
              <a:solidFill>
                <a:srgbClr val="DFE6E6"/>
              </a:solidFill>
              <a:miter lim="800000"/>
            </a:ln>
            <a:effectLst/>
          </p:spPr>
        </p:cxnSp>
        <p:sp>
          <p:nvSpPr>
            <p:cNvPr id="62458" name=""/>
            <p:cNvSpPr/>
            <p:nvPr/>
          </p:nvSpPr>
          <p:spPr>
            <a:xfrm>
              <a:off x="1309" y="3621"/>
              <a:ext cx="117" cy="94"/>
            </a:xfrm>
            <a:custGeom>
              <a:pathLst>
                <a:path w="117" h="94">
                  <a:moveTo>
                    <a:pt x="116" y="93"/>
                  </a:moveTo>
                  <a:lnTo>
                    <a:pt x="79" y="67"/>
                  </a:lnTo>
                  <a:lnTo>
                    <a:pt x="63" y="31"/>
                  </a:lnTo>
                  <a:lnTo>
                    <a:pt x="0" y="0"/>
                  </a:lnTo>
                </a:path>
              </a:pathLst>
            </a:custGeom>
            <a:noFill/>
            <a:ln w="12700" cap="rnd" cmpd="sng">
              <a:solidFill>
                <a:srgbClr val="DFE6E6"/>
              </a:solidFill>
              <a:prstDash val="solid"/>
              <a:round/>
              <a:headEnd type="none" w="sm" len="sm"/>
              <a:tailEnd type="none" w="sm" len="sm"/>
            </a:ln>
            <a:effectLst/>
          </p:spPr>
        </p:sp>
        <p:sp>
          <p:nvSpPr>
            <p:cNvPr id="62459" name=""/>
            <p:cNvSpPr/>
            <p:nvPr/>
          </p:nvSpPr>
          <p:spPr>
            <a:xfrm>
              <a:off x="1845" y="3621"/>
              <a:ext cx="118" cy="94"/>
            </a:xfrm>
            <a:custGeom>
              <a:pathLst>
                <a:path w="118" h="94">
                  <a:moveTo>
                    <a:pt x="0" y="93"/>
                  </a:moveTo>
                  <a:lnTo>
                    <a:pt x="38" y="67"/>
                  </a:lnTo>
                  <a:lnTo>
                    <a:pt x="54" y="31"/>
                  </a:lnTo>
                  <a:lnTo>
                    <a:pt x="117" y="0"/>
                  </a:lnTo>
                </a:path>
              </a:pathLst>
            </a:custGeom>
            <a:noFill/>
            <a:ln w="12700" cap="rnd" cmpd="sng">
              <a:solidFill>
                <a:srgbClr val="DFE6E6"/>
              </a:solidFill>
              <a:prstDash val="solid"/>
              <a:round/>
              <a:headEnd type="none" w="sm" len="sm"/>
              <a:tailEnd type="none" w="sm" len="sm"/>
            </a:ln>
            <a:effectLst/>
          </p:spPr>
        </p:sp>
        <p:sp>
          <p:nvSpPr>
            <p:cNvPr id="62460" name=""/>
            <p:cNvSpPr/>
            <p:nvPr/>
          </p:nvSpPr>
          <p:spPr>
            <a:xfrm>
              <a:off x="1224" y="3596"/>
              <a:ext cx="77" cy="173"/>
            </a:xfrm>
            <a:custGeom>
              <a:pathLst>
                <a:path w="77" h="173">
                  <a:moveTo>
                    <a:pt x="0" y="172"/>
                  </a:moveTo>
                  <a:lnTo>
                    <a:pt x="39" y="5"/>
                  </a:lnTo>
                  <a:lnTo>
                    <a:pt x="39" y="4"/>
                  </a:lnTo>
                  <a:lnTo>
                    <a:pt x="39" y="3"/>
                  </a:lnTo>
                  <a:lnTo>
                    <a:pt x="40" y="2"/>
                  </a:lnTo>
                  <a:lnTo>
                    <a:pt x="42" y="1"/>
                  </a:lnTo>
                  <a:lnTo>
                    <a:pt x="43" y="0"/>
                  </a:lnTo>
                  <a:lnTo>
                    <a:pt x="44" y="0"/>
                  </a:lnTo>
                  <a:lnTo>
                    <a:pt x="46" y="0"/>
                  </a:lnTo>
                  <a:lnTo>
                    <a:pt x="47" y="0"/>
                  </a:lnTo>
                  <a:lnTo>
                    <a:pt x="70" y="5"/>
                  </a:lnTo>
                  <a:lnTo>
                    <a:pt x="72" y="6"/>
                  </a:lnTo>
                  <a:lnTo>
                    <a:pt x="73" y="7"/>
                  </a:lnTo>
                  <a:lnTo>
                    <a:pt x="74" y="7"/>
                  </a:lnTo>
                  <a:lnTo>
                    <a:pt x="74" y="9"/>
                  </a:lnTo>
                  <a:lnTo>
                    <a:pt x="76" y="10"/>
                  </a:lnTo>
                  <a:lnTo>
                    <a:pt x="76" y="11"/>
                  </a:lnTo>
                  <a:lnTo>
                    <a:pt x="76" y="13"/>
                  </a:lnTo>
                  <a:lnTo>
                    <a:pt x="76" y="14"/>
                  </a:lnTo>
                </a:path>
              </a:pathLst>
            </a:custGeom>
            <a:noFill/>
            <a:ln w="12700" cap="rnd" cmpd="sng">
              <a:solidFill>
                <a:srgbClr val="DFE6E6"/>
              </a:solidFill>
              <a:prstDash val="solid"/>
              <a:round/>
              <a:headEnd type="none" w="sm" len="sm"/>
              <a:tailEnd type="none" w="sm" len="sm"/>
            </a:ln>
            <a:effectLst/>
          </p:spPr>
        </p:sp>
        <p:sp>
          <p:nvSpPr>
            <p:cNvPr id="62461" name=""/>
            <p:cNvSpPr/>
            <p:nvPr/>
          </p:nvSpPr>
          <p:spPr>
            <a:xfrm>
              <a:off x="1971" y="3596"/>
              <a:ext cx="77" cy="173"/>
            </a:xfrm>
            <a:custGeom>
              <a:pathLst>
                <a:path w="77" h="173">
                  <a:moveTo>
                    <a:pt x="76" y="172"/>
                  </a:moveTo>
                  <a:lnTo>
                    <a:pt x="37" y="5"/>
                  </a:lnTo>
                  <a:lnTo>
                    <a:pt x="37" y="4"/>
                  </a:lnTo>
                  <a:lnTo>
                    <a:pt x="37" y="3"/>
                  </a:lnTo>
                  <a:lnTo>
                    <a:pt x="35" y="2"/>
                  </a:lnTo>
                  <a:lnTo>
                    <a:pt x="35" y="1"/>
                  </a:lnTo>
                  <a:lnTo>
                    <a:pt x="33" y="0"/>
                  </a:lnTo>
                  <a:lnTo>
                    <a:pt x="32" y="0"/>
                  </a:lnTo>
                  <a:lnTo>
                    <a:pt x="30" y="0"/>
                  </a:lnTo>
                  <a:lnTo>
                    <a:pt x="29" y="0"/>
                  </a:lnTo>
                  <a:lnTo>
                    <a:pt x="6" y="5"/>
                  </a:lnTo>
                  <a:lnTo>
                    <a:pt x="4" y="6"/>
                  </a:lnTo>
                  <a:lnTo>
                    <a:pt x="3" y="7"/>
                  </a:lnTo>
                  <a:lnTo>
                    <a:pt x="2" y="7"/>
                  </a:lnTo>
                  <a:lnTo>
                    <a:pt x="1" y="9"/>
                  </a:lnTo>
                  <a:lnTo>
                    <a:pt x="1" y="10"/>
                  </a:lnTo>
                  <a:lnTo>
                    <a:pt x="0" y="11"/>
                  </a:lnTo>
                  <a:lnTo>
                    <a:pt x="0" y="13"/>
                  </a:lnTo>
                  <a:lnTo>
                    <a:pt x="0" y="14"/>
                  </a:lnTo>
                </a:path>
              </a:pathLst>
            </a:custGeom>
            <a:noFill/>
            <a:ln w="12700" cap="rnd" cmpd="sng">
              <a:solidFill>
                <a:srgbClr val="DFE6E6"/>
              </a:solidFill>
              <a:prstDash val="solid"/>
              <a:round/>
              <a:headEnd type="none" w="sm" len="sm"/>
              <a:tailEnd type="none" w="sm" len="sm"/>
            </a:ln>
            <a:effectLst/>
          </p:spPr>
        </p:sp>
        <p:sp>
          <p:nvSpPr>
            <p:cNvPr id="62462" name=""/>
            <p:cNvSpPr/>
            <p:nvPr/>
          </p:nvSpPr>
          <p:spPr>
            <a:xfrm>
              <a:off x="1422" y="3943"/>
              <a:ext cx="351" cy="178"/>
            </a:xfrm>
            <a:custGeom>
              <a:pathLst>
                <a:path w="351" h="178">
                  <a:moveTo>
                    <a:pt x="106" y="140"/>
                  </a:moveTo>
                  <a:lnTo>
                    <a:pt x="11" y="127"/>
                  </a:lnTo>
                  <a:lnTo>
                    <a:pt x="10" y="127"/>
                  </a:lnTo>
                  <a:lnTo>
                    <a:pt x="9" y="127"/>
                  </a:lnTo>
                  <a:lnTo>
                    <a:pt x="7" y="126"/>
                  </a:lnTo>
                  <a:lnTo>
                    <a:pt x="4" y="124"/>
                  </a:lnTo>
                  <a:lnTo>
                    <a:pt x="3" y="123"/>
                  </a:lnTo>
                  <a:lnTo>
                    <a:pt x="1" y="122"/>
                  </a:lnTo>
                  <a:lnTo>
                    <a:pt x="0" y="120"/>
                  </a:lnTo>
                  <a:lnTo>
                    <a:pt x="0" y="119"/>
                  </a:lnTo>
                  <a:lnTo>
                    <a:pt x="0" y="96"/>
                  </a:lnTo>
                  <a:lnTo>
                    <a:pt x="1" y="95"/>
                  </a:lnTo>
                  <a:lnTo>
                    <a:pt x="2" y="94"/>
                  </a:lnTo>
                  <a:lnTo>
                    <a:pt x="3" y="94"/>
                  </a:lnTo>
                  <a:lnTo>
                    <a:pt x="4" y="94"/>
                  </a:lnTo>
                  <a:lnTo>
                    <a:pt x="6" y="94"/>
                  </a:lnTo>
                  <a:lnTo>
                    <a:pt x="7" y="94"/>
                  </a:lnTo>
                  <a:lnTo>
                    <a:pt x="9" y="94"/>
                  </a:lnTo>
                  <a:lnTo>
                    <a:pt x="10" y="94"/>
                  </a:lnTo>
                  <a:lnTo>
                    <a:pt x="106" y="94"/>
                  </a:lnTo>
                  <a:lnTo>
                    <a:pt x="105" y="19"/>
                  </a:lnTo>
                  <a:lnTo>
                    <a:pt x="106" y="16"/>
                  </a:lnTo>
                  <a:lnTo>
                    <a:pt x="106" y="14"/>
                  </a:lnTo>
                  <a:lnTo>
                    <a:pt x="108" y="12"/>
                  </a:lnTo>
                  <a:lnTo>
                    <a:pt x="109" y="10"/>
                  </a:lnTo>
                  <a:lnTo>
                    <a:pt x="111" y="9"/>
                  </a:lnTo>
                  <a:lnTo>
                    <a:pt x="113" y="8"/>
                  </a:lnTo>
                  <a:lnTo>
                    <a:pt x="115" y="7"/>
                  </a:lnTo>
                  <a:lnTo>
                    <a:pt x="118" y="7"/>
                  </a:lnTo>
                  <a:lnTo>
                    <a:pt x="158" y="7"/>
                  </a:lnTo>
                  <a:lnTo>
                    <a:pt x="170" y="0"/>
                  </a:lnTo>
                  <a:lnTo>
                    <a:pt x="272" y="0"/>
                  </a:lnTo>
                  <a:lnTo>
                    <a:pt x="289" y="7"/>
                  </a:lnTo>
                  <a:lnTo>
                    <a:pt x="338" y="7"/>
                  </a:lnTo>
                  <a:lnTo>
                    <a:pt x="341" y="7"/>
                  </a:lnTo>
                  <a:lnTo>
                    <a:pt x="343" y="8"/>
                  </a:lnTo>
                  <a:lnTo>
                    <a:pt x="345" y="9"/>
                  </a:lnTo>
                  <a:lnTo>
                    <a:pt x="347" y="10"/>
                  </a:lnTo>
                  <a:lnTo>
                    <a:pt x="348" y="12"/>
                  </a:lnTo>
                  <a:lnTo>
                    <a:pt x="349" y="14"/>
                  </a:lnTo>
                  <a:lnTo>
                    <a:pt x="350" y="16"/>
                  </a:lnTo>
                  <a:lnTo>
                    <a:pt x="350" y="19"/>
                  </a:lnTo>
                  <a:lnTo>
                    <a:pt x="350" y="66"/>
                  </a:lnTo>
                  <a:lnTo>
                    <a:pt x="328" y="91"/>
                  </a:lnTo>
                  <a:lnTo>
                    <a:pt x="328" y="166"/>
                  </a:lnTo>
                  <a:lnTo>
                    <a:pt x="327" y="168"/>
                  </a:lnTo>
                  <a:lnTo>
                    <a:pt x="326" y="170"/>
                  </a:lnTo>
                  <a:lnTo>
                    <a:pt x="325" y="172"/>
                  </a:lnTo>
                  <a:lnTo>
                    <a:pt x="324" y="174"/>
                  </a:lnTo>
                  <a:lnTo>
                    <a:pt x="322" y="175"/>
                  </a:lnTo>
                  <a:lnTo>
                    <a:pt x="320" y="176"/>
                  </a:lnTo>
                  <a:lnTo>
                    <a:pt x="318" y="177"/>
                  </a:lnTo>
                  <a:lnTo>
                    <a:pt x="315" y="177"/>
                  </a:lnTo>
                  <a:lnTo>
                    <a:pt x="118" y="177"/>
                  </a:lnTo>
                  <a:lnTo>
                    <a:pt x="115" y="177"/>
                  </a:lnTo>
                  <a:lnTo>
                    <a:pt x="113" y="176"/>
                  </a:lnTo>
                  <a:lnTo>
                    <a:pt x="111" y="175"/>
                  </a:lnTo>
                  <a:lnTo>
                    <a:pt x="109" y="174"/>
                  </a:lnTo>
                  <a:lnTo>
                    <a:pt x="108" y="172"/>
                  </a:lnTo>
                  <a:lnTo>
                    <a:pt x="107" y="170"/>
                  </a:lnTo>
                  <a:lnTo>
                    <a:pt x="106" y="168"/>
                  </a:lnTo>
                  <a:lnTo>
                    <a:pt x="106" y="166"/>
                  </a:lnTo>
                  <a:lnTo>
                    <a:pt x="106" y="140"/>
                  </a:lnTo>
                  <a:lnTo>
                    <a:pt x="106" y="140"/>
                  </a:lnTo>
                </a:path>
              </a:pathLst>
            </a:custGeom>
            <a:solidFill>
              <a:srgbClr val="ACB3B3"/>
            </a:solidFill>
            <a:ln cap="rnd">
              <a:noFill/>
              <a:round/>
            </a:ln>
            <a:effectLst/>
          </p:spPr>
        </p:sp>
        <p:sp>
          <p:nvSpPr>
            <p:cNvPr id="62463" name=""/>
            <p:cNvSpPr/>
            <p:nvPr/>
          </p:nvSpPr>
          <p:spPr>
            <a:xfrm>
              <a:off x="1422" y="3962"/>
              <a:ext cx="351" cy="159"/>
            </a:xfrm>
            <a:custGeom>
              <a:pathLst>
                <a:path w="351" h="159">
                  <a:moveTo>
                    <a:pt x="350" y="0"/>
                  </a:moveTo>
                  <a:lnTo>
                    <a:pt x="350" y="47"/>
                  </a:lnTo>
                  <a:lnTo>
                    <a:pt x="328" y="72"/>
                  </a:lnTo>
                  <a:lnTo>
                    <a:pt x="328" y="147"/>
                  </a:lnTo>
                  <a:lnTo>
                    <a:pt x="327" y="149"/>
                  </a:lnTo>
                  <a:lnTo>
                    <a:pt x="326" y="151"/>
                  </a:lnTo>
                  <a:lnTo>
                    <a:pt x="325" y="153"/>
                  </a:lnTo>
                  <a:lnTo>
                    <a:pt x="324" y="155"/>
                  </a:lnTo>
                  <a:lnTo>
                    <a:pt x="322" y="156"/>
                  </a:lnTo>
                  <a:lnTo>
                    <a:pt x="320" y="157"/>
                  </a:lnTo>
                  <a:lnTo>
                    <a:pt x="318" y="158"/>
                  </a:lnTo>
                  <a:lnTo>
                    <a:pt x="315" y="158"/>
                  </a:lnTo>
                  <a:lnTo>
                    <a:pt x="118" y="158"/>
                  </a:lnTo>
                  <a:lnTo>
                    <a:pt x="115" y="158"/>
                  </a:lnTo>
                  <a:lnTo>
                    <a:pt x="113" y="157"/>
                  </a:lnTo>
                  <a:lnTo>
                    <a:pt x="111" y="156"/>
                  </a:lnTo>
                  <a:lnTo>
                    <a:pt x="109" y="155"/>
                  </a:lnTo>
                  <a:lnTo>
                    <a:pt x="108" y="153"/>
                  </a:lnTo>
                  <a:lnTo>
                    <a:pt x="107" y="151"/>
                  </a:lnTo>
                  <a:lnTo>
                    <a:pt x="106" y="149"/>
                  </a:lnTo>
                  <a:lnTo>
                    <a:pt x="106" y="147"/>
                  </a:lnTo>
                  <a:lnTo>
                    <a:pt x="106" y="121"/>
                  </a:lnTo>
                  <a:lnTo>
                    <a:pt x="11" y="108"/>
                  </a:lnTo>
                  <a:lnTo>
                    <a:pt x="10" y="108"/>
                  </a:lnTo>
                  <a:lnTo>
                    <a:pt x="9" y="108"/>
                  </a:lnTo>
                  <a:lnTo>
                    <a:pt x="7" y="107"/>
                  </a:lnTo>
                  <a:lnTo>
                    <a:pt x="4" y="105"/>
                  </a:lnTo>
                  <a:lnTo>
                    <a:pt x="3" y="104"/>
                  </a:lnTo>
                  <a:lnTo>
                    <a:pt x="1" y="103"/>
                  </a:lnTo>
                  <a:lnTo>
                    <a:pt x="0" y="101"/>
                  </a:lnTo>
                  <a:lnTo>
                    <a:pt x="0" y="100"/>
                  </a:lnTo>
                </a:path>
              </a:pathLst>
            </a:custGeom>
            <a:noFill/>
            <a:ln w="12700" cap="rnd" cmpd="sng">
              <a:solidFill>
                <a:srgbClr val="798080"/>
              </a:solidFill>
              <a:prstDash val="solid"/>
              <a:round/>
              <a:headEnd type="none" w="sm" len="sm"/>
              <a:tailEnd type="none" w="sm" len="sm"/>
            </a:ln>
            <a:effectLst/>
          </p:spPr>
        </p:sp>
        <p:sp>
          <p:nvSpPr>
            <p:cNvPr id="62464" name=""/>
            <p:cNvSpPr/>
            <p:nvPr/>
          </p:nvSpPr>
          <p:spPr>
            <a:xfrm>
              <a:off x="1422" y="3943"/>
              <a:ext cx="351" cy="119"/>
            </a:xfrm>
            <a:custGeom>
              <a:pathLst>
                <a:path w="351" h="119">
                  <a:moveTo>
                    <a:pt x="0" y="118"/>
                  </a:moveTo>
                  <a:lnTo>
                    <a:pt x="0" y="96"/>
                  </a:lnTo>
                  <a:lnTo>
                    <a:pt x="1" y="95"/>
                  </a:lnTo>
                  <a:lnTo>
                    <a:pt x="2" y="94"/>
                  </a:lnTo>
                  <a:lnTo>
                    <a:pt x="3" y="94"/>
                  </a:lnTo>
                  <a:lnTo>
                    <a:pt x="4" y="94"/>
                  </a:lnTo>
                  <a:lnTo>
                    <a:pt x="6" y="94"/>
                  </a:lnTo>
                  <a:lnTo>
                    <a:pt x="7" y="94"/>
                  </a:lnTo>
                  <a:lnTo>
                    <a:pt x="9" y="94"/>
                  </a:lnTo>
                  <a:lnTo>
                    <a:pt x="10" y="94"/>
                  </a:lnTo>
                  <a:lnTo>
                    <a:pt x="106" y="94"/>
                  </a:lnTo>
                  <a:lnTo>
                    <a:pt x="105" y="19"/>
                  </a:lnTo>
                  <a:lnTo>
                    <a:pt x="106" y="16"/>
                  </a:lnTo>
                  <a:lnTo>
                    <a:pt x="106" y="14"/>
                  </a:lnTo>
                  <a:lnTo>
                    <a:pt x="108" y="12"/>
                  </a:lnTo>
                  <a:lnTo>
                    <a:pt x="109" y="10"/>
                  </a:lnTo>
                  <a:lnTo>
                    <a:pt x="111" y="9"/>
                  </a:lnTo>
                  <a:lnTo>
                    <a:pt x="113" y="8"/>
                  </a:lnTo>
                  <a:lnTo>
                    <a:pt x="115" y="7"/>
                  </a:lnTo>
                  <a:lnTo>
                    <a:pt x="118" y="7"/>
                  </a:lnTo>
                  <a:lnTo>
                    <a:pt x="158" y="7"/>
                  </a:lnTo>
                  <a:lnTo>
                    <a:pt x="170" y="0"/>
                  </a:lnTo>
                  <a:lnTo>
                    <a:pt x="272" y="0"/>
                  </a:lnTo>
                  <a:lnTo>
                    <a:pt x="289" y="7"/>
                  </a:lnTo>
                  <a:lnTo>
                    <a:pt x="338" y="7"/>
                  </a:lnTo>
                  <a:lnTo>
                    <a:pt x="341" y="7"/>
                  </a:lnTo>
                  <a:lnTo>
                    <a:pt x="343" y="8"/>
                  </a:lnTo>
                  <a:lnTo>
                    <a:pt x="345" y="9"/>
                  </a:lnTo>
                  <a:lnTo>
                    <a:pt x="347" y="10"/>
                  </a:lnTo>
                  <a:lnTo>
                    <a:pt x="348" y="12"/>
                  </a:lnTo>
                  <a:lnTo>
                    <a:pt x="349" y="14"/>
                  </a:lnTo>
                  <a:lnTo>
                    <a:pt x="350" y="16"/>
                  </a:lnTo>
                  <a:lnTo>
                    <a:pt x="350" y="19"/>
                  </a:lnTo>
                </a:path>
              </a:pathLst>
            </a:custGeom>
            <a:noFill/>
            <a:ln w="12700" cap="rnd" cmpd="sng">
              <a:solidFill>
                <a:srgbClr val="DFE6E6"/>
              </a:solidFill>
              <a:prstDash val="solid"/>
              <a:round/>
              <a:headEnd type="none" w="sm" len="sm"/>
              <a:tailEnd type="none" w="sm" len="sm"/>
            </a:ln>
            <a:effectLst/>
          </p:spPr>
        </p:sp>
        <p:sp>
          <p:nvSpPr>
            <p:cNvPr id="62465" name=""/>
            <p:cNvSpPr/>
            <p:nvPr/>
          </p:nvSpPr>
          <p:spPr>
            <a:xfrm>
              <a:off x="1532" y="3043"/>
              <a:ext cx="219" cy="175"/>
            </a:xfrm>
            <a:custGeom>
              <a:pathLst>
                <a:path w="219" h="175">
                  <a:moveTo>
                    <a:pt x="0" y="159"/>
                  </a:moveTo>
                  <a:lnTo>
                    <a:pt x="1" y="162"/>
                  </a:lnTo>
                  <a:lnTo>
                    <a:pt x="2" y="165"/>
                  </a:lnTo>
                  <a:lnTo>
                    <a:pt x="3" y="168"/>
                  </a:lnTo>
                  <a:lnTo>
                    <a:pt x="4" y="169"/>
                  </a:lnTo>
                  <a:lnTo>
                    <a:pt x="7" y="171"/>
                  </a:lnTo>
                  <a:lnTo>
                    <a:pt x="9" y="173"/>
                  </a:lnTo>
                  <a:lnTo>
                    <a:pt x="12" y="173"/>
                  </a:lnTo>
                  <a:lnTo>
                    <a:pt x="14" y="174"/>
                  </a:lnTo>
                  <a:lnTo>
                    <a:pt x="203" y="174"/>
                  </a:lnTo>
                  <a:lnTo>
                    <a:pt x="206" y="173"/>
                  </a:lnTo>
                  <a:lnTo>
                    <a:pt x="209" y="173"/>
                  </a:lnTo>
                  <a:lnTo>
                    <a:pt x="211" y="171"/>
                  </a:lnTo>
                  <a:lnTo>
                    <a:pt x="213" y="169"/>
                  </a:lnTo>
                  <a:lnTo>
                    <a:pt x="215" y="168"/>
                  </a:lnTo>
                  <a:lnTo>
                    <a:pt x="216" y="165"/>
                  </a:lnTo>
                  <a:lnTo>
                    <a:pt x="218" y="162"/>
                  </a:lnTo>
                  <a:lnTo>
                    <a:pt x="218" y="159"/>
                  </a:lnTo>
                  <a:lnTo>
                    <a:pt x="218" y="14"/>
                  </a:lnTo>
                  <a:lnTo>
                    <a:pt x="218" y="11"/>
                  </a:lnTo>
                  <a:lnTo>
                    <a:pt x="216" y="8"/>
                  </a:lnTo>
                  <a:lnTo>
                    <a:pt x="215" y="6"/>
                  </a:lnTo>
                  <a:lnTo>
                    <a:pt x="213" y="4"/>
                  </a:lnTo>
                  <a:lnTo>
                    <a:pt x="211" y="2"/>
                  </a:lnTo>
                  <a:lnTo>
                    <a:pt x="209" y="1"/>
                  </a:lnTo>
                  <a:lnTo>
                    <a:pt x="206" y="0"/>
                  </a:lnTo>
                  <a:lnTo>
                    <a:pt x="203" y="0"/>
                  </a:lnTo>
                  <a:lnTo>
                    <a:pt x="14" y="0"/>
                  </a:lnTo>
                  <a:lnTo>
                    <a:pt x="12" y="0"/>
                  </a:lnTo>
                  <a:lnTo>
                    <a:pt x="9" y="1"/>
                  </a:lnTo>
                  <a:lnTo>
                    <a:pt x="7" y="2"/>
                  </a:lnTo>
                  <a:lnTo>
                    <a:pt x="4" y="4"/>
                  </a:lnTo>
                  <a:lnTo>
                    <a:pt x="3" y="6"/>
                  </a:lnTo>
                  <a:lnTo>
                    <a:pt x="2" y="8"/>
                  </a:lnTo>
                  <a:lnTo>
                    <a:pt x="1" y="11"/>
                  </a:lnTo>
                  <a:lnTo>
                    <a:pt x="0" y="14"/>
                  </a:lnTo>
                  <a:lnTo>
                    <a:pt x="0" y="159"/>
                  </a:lnTo>
                  <a:lnTo>
                    <a:pt x="0" y="159"/>
                  </a:lnTo>
                  <a:lnTo>
                    <a:pt x="0" y="159"/>
                  </a:lnTo>
                </a:path>
              </a:pathLst>
            </a:custGeom>
            <a:solidFill>
              <a:srgbClr val="ACB3B3"/>
            </a:solidFill>
            <a:ln cap="rnd">
              <a:noFill/>
              <a:round/>
            </a:ln>
            <a:effectLst/>
          </p:spPr>
        </p:sp>
        <p:sp>
          <p:nvSpPr>
            <p:cNvPr id="62466" name=""/>
            <p:cNvSpPr/>
            <p:nvPr/>
          </p:nvSpPr>
          <p:spPr>
            <a:xfrm>
              <a:off x="1532" y="3043"/>
              <a:ext cx="219" cy="175"/>
            </a:xfrm>
            <a:custGeom>
              <a:pathLst>
                <a:path w="219" h="175">
                  <a:moveTo>
                    <a:pt x="0" y="159"/>
                  </a:moveTo>
                  <a:lnTo>
                    <a:pt x="1" y="162"/>
                  </a:lnTo>
                  <a:lnTo>
                    <a:pt x="2" y="165"/>
                  </a:lnTo>
                  <a:lnTo>
                    <a:pt x="3" y="168"/>
                  </a:lnTo>
                  <a:lnTo>
                    <a:pt x="4" y="169"/>
                  </a:lnTo>
                  <a:lnTo>
                    <a:pt x="7" y="171"/>
                  </a:lnTo>
                  <a:lnTo>
                    <a:pt x="9" y="173"/>
                  </a:lnTo>
                  <a:lnTo>
                    <a:pt x="12" y="173"/>
                  </a:lnTo>
                  <a:lnTo>
                    <a:pt x="14" y="174"/>
                  </a:lnTo>
                  <a:lnTo>
                    <a:pt x="203" y="174"/>
                  </a:lnTo>
                  <a:lnTo>
                    <a:pt x="206" y="173"/>
                  </a:lnTo>
                  <a:lnTo>
                    <a:pt x="209" y="173"/>
                  </a:lnTo>
                  <a:lnTo>
                    <a:pt x="211" y="171"/>
                  </a:lnTo>
                  <a:lnTo>
                    <a:pt x="213" y="169"/>
                  </a:lnTo>
                  <a:lnTo>
                    <a:pt x="215" y="168"/>
                  </a:lnTo>
                  <a:lnTo>
                    <a:pt x="216" y="165"/>
                  </a:lnTo>
                  <a:lnTo>
                    <a:pt x="218" y="162"/>
                  </a:lnTo>
                  <a:lnTo>
                    <a:pt x="218" y="159"/>
                  </a:lnTo>
                  <a:lnTo>
                    <a:pt x="218" y="14"/>
                  </a:lnTo>
                  <a:lnTo>
                    <a:pt x="218" y="11"/>
                  </a:lnTo>
                  <a:lnTo>
                    <a:pt x="216" y="8"/>
                  </a:lnTo>
                  <a:lnTo>
                    <a:pt x="215" y="6"/>
                  </a:lnTo>
                  <a:lnTo>
                    <a:pt x="213" y="4"/>
                  </a:lnTo>
                  <a:lnTo>
                    <a:pt x="211" y="2"/>
                  </a:lnTo>
                  <a:lnTo>
                    <a:pt x="209" y="1"/>
                  </a:lnTo>
                  <a:lnTo>
                    <a:pt x="206" y="0"/>
                  </a:lnTo>
                  <a:lnTo>
                    <a:pt x="203" y="0"/>
                  </a:lnTo>
                  <a:lnTo>
                    <a:pt x="14" y="0"/>
                  </a:lnTo>
                  <a:lnTo>
                    <a:pt x="12" y="0"/>
                  </a:lnTo>
                  <a:lnTo>
                    <a:pt x="9" y="1"/>
                  </a:lnTo>
                  <a:lnTo>
                    <a:pt x="7" y="2"/>
                  </a:lnTo>
                  <a:lnTo>
                    <a:pt x="4" y="4"/>
                  </a:lnTo>
                  <a:lnTo>
                    <a:pt x="3" y="6"/>
                  </a:lnTo>
                  <a:lnTo>
                    <a:pt x="2" y="8"/>
                  </a:lnTo>
                  <a:lnTo>
                    <a:pt x="1" y="11"/>
                  </a:lnTo>
                  <a:lnTo>
                    <a:pt x="0" y="14"/>
                  </a:lnTo>
                  <a:lnTo>
                    <a:pt x="0" y="159"/>
                  </a:lnTo>
                  <a:lnTo>
                    <a:pt x="0" y="159"/>
                  </a:lnTo>
                </a:path>
              </a:pathLst>
            </a:custGeom>
            <a:noFill/>
            <a:ln w="12700" cap="rnd" cmpd="sng">
              <a:solidFill>
                <a:srgbClr val="DFE6E6"/>
              </a:solidFill>
              <a:prstDash val="solid"/>
              <a:round/>
              <a:headEnd type="none" w="sm" len="sm"/>
              <a:tailEnd type="none" w="sm" len="sm"/>
            </a:ln>
            <a:effectLst/>
          </p:spPr>
        </p:sp>
        <p:sp>
          <p:nvSpPr>
            <p:cNvPr id="62467" name=""/>
            <p:cNvSpPr/>
            <p:nvPr/>
          </p:nvSpPr>
          <p:spPr>
            <a:xfrm>
              <a:off x="1532" y="3057"/>
              <a:ext cx="219" cy="161"/>
            </a:xfrm>
            <a:custGeom>
              <a:pathLst>
                <a:path w="219" h="161">
                  <a:moveTo>
                    <a:pt x="218" y="0"/>
                  </a:moveTo>
                  <a:lnTo>
                    <a:pt x="218" y="145"/>
                  </a:lnTo>
                  <a:lnTo>
                    <a:pt x="218" y="148"/>
                  </a:lnTo>
                  <a:lnTo>
                    <a:pt x="218" y="151"/>
                  </a:lnTo>
                  <a:lnTo>
                    <a:pt x="215" y="154"/>
                  </a:lnTo>
                  <a:lnTo>
                    <a:pt x="213" y="155"/>
                  </a:lnTo>
                  <a:lnTo>
                    <a:pt x="211" y="157"/>
                  </a:lnTo>
                  <a:lnTo>
                    <a:pt x="209" y="159"/>
                  </a:lnTo>
                  <a:lnTo>
                    <a:pt x="206" y="159"/>
                  </a:lnTo>
                  <a:lnTo>
                    <a:pt x="203" y="160"/>
                  </a:lnTo>
                  <a:lnTo>
                    <a:pt x="14" y="160"/>
                  </a:lnTo>
                  <a:lnTo>
                    <a:pt x="12" y="159"/>
                  </a:lnTo>
                  <a:lnTo>
                    <a:pt x="9" y="159"/>
                  </a:lnTo>
                  <a:lnTo>
                    <a:pt x="7" y="157"/>
                  </a:lnTo>
                  <a:lnTo>
                    <a:pt x="4" y="155"/>
                  </a:lnTo>
                  <a:lnTo>
                    <a:pt x="3" y="154"/>
                  </a:lnTo>
                  <a:lnTo>
                    <a:pt x="2" y="151"/>
                  </a:lnTo>
                  <a:lnTo>
                    <a:pt x="1" y="148"/>
                  </a:lnTo>
                  <a:lnTo>
                    <a:pt x="0" y="145"/>
                  </a:lnTo>
                </a:path>
              </a:pathLst>
            </a:custGeom>
            <a:noFill/>
            <a:ln w="12700" cap="rnd" cmpd="sng">
              <a:solidFill>
                <a:srgbClr val="798080"/>
              </a:solidFill>
              <a:prstDash val="solid"/>
              <a:round/>
              <a:headEnd type="none" w="sm" len="sm"/>
              <a:tailEnd type="none" w="sm" len="sm"/>
            </a:ln>
            <a:effectLst/>
          </p:spPr>
        </p:sp>
        <p:sp>
          <p:nvSpPr>
            <p:cNvPr id="62468" name=""/>
            <p:cNvSpPr/>
            <p:nvPr/>
          </p:nvSpPr>
          <p:spPr>
            <a:xfrm>
              <a:off x="1532" y="3043"/>
              <a:ext cx="219" cy="160"/>
            </a:xfrm>
            <a:custGeom>
              <a:pathLst>
                <a:path w="219" h="160">
                  <a:moveTo>
                    <a:pt x="0" y="159"/>
                  </a:moveTo>
                  <a:lnTo>
                    <a:pt x="0" y="14"/>
                  </a:lnTo>
                  <a:lnTo>
                    <a:pt x="1" y="11"/>
                  </a:lnTo>
                  <a:lnTo>
                    <a:pt x="2" y="8"/>
                  </a:lnTo>
                  <a:lnTo>
                    <a:pt x="3" y="6"/>
                  </a:lnTo>
                  <a:lnTo>
                    <a:pt x="4" y="4"/>
                  </a:lnTo>
                  <a:lnTo>
                    <a:pt x="7" y="2"/>
                  </a:lnTo>
                  <a:lnTo>
                    <a:pt x="9" y="1"/>
                  </a:lnTo>
                  <a:lnTo>
                    <a:pt x="12" y="0"/>
                  </a:lnTo>
                  <a:lnTo>
                    <a:pt x="14" y="0"/>
                  </a:lnTo>
                  <a:lnTo>
                    <a:pt x="203" y="0"/>
                  </a:lnTo>
                  <a:lnTo>
                    <a:pt x="206" y="0"/>
                  </a:lnTo>
                  <a:lnTo>
                    <a:pt x="209" y="1"/>
                  </a:lnTo>
                  <a:lnTo>
                    <a:pt x="211" y="2"/>
                  </a:lnTo>
                  <a:lnTo>
                    <a:pt x="213" y="4"/>
                  </a:lnTo>
                  <a:lnTo>
                    <a:pt x="215" y="6"/>
                  </a:lnTo>
                  <a:lnTo>
                    <a:pt x="218" y="8"/>
                  </a:lnTo>
                  <a:lnTo>
                    <a:pt x="218" y="11"/>
                  </a:lnTo>
                  <a:lnTo>
                    <a:pt x="218" y="14"/>
                  </a:lnTo>
                </a:path>
              </a:pathLst>
            </a:custGeom>
            <a:noFill/>
            <a:ln w="12700" cap="rnd" cmpd="sng">
              <a:solidFill>
                <a:srgbClr val="DFE6E6"/>
              </a:solidFill>
              <a:prstDash val="solid"/>
              <a:round/>
              <a:headEnd type="none" w="sm" len="sm"/>
              <a:tailEnd type="none" w="sm" len="sm"/>
            </a:ln>
            <a:effectLst/>
          </p:spPr>
        </p:sp>
        <p:sp>
          <p:nvSpPr>
            <p:cNvPr id="62469" name=""/>
            <p:cNvSpPr/>
            <p:nvPr/>
          </p:nvSpPr>
          <p:spPr>
            <a:xfrm>
              <a:off x="1570" y="3081"/>
              <a:ext cx="146" cy="108"/>
            </a:xfrm>
            <a:custGeom>
              <a:pathLst>
                <a:path w="146" h="108">
                  <a:moveTo>
                    <a:pt x="145" y="0"/>
                  </a:moveTo>
                  <a:lnTo>
                    <a:pt x="145" y="97"/>
                  </a:lnTo>
                  <a:lnTo>
                    <a:pt x="144" y="99"/>
                  </a:lnTo>
                  <a:lnTo>
                    <a:pt x="144" y="101"/>
                  </a:lnTo>
                  <a:lnTo>
                    <a:pt x="143" y="102"/>
                  </a:lnTo>
                  <a:lnTo>
                    <a:pt x="142" y="104"/>
                  </a:lnTo>
                  <a:lnTo>
                    <a:pt x="140" y="105"/>
                  </a:lnTo>
                  <a:lnTo>
                    <a:pt x="138" y="106"/>
                  </a:lnTo>
                  <a:lnTo>
                    <a:pt x="137" y="107"/>
                  </a:lnTo>
                  <a:lnTo>
                    <a:pt x="135" y="107"/>
                  </a:lnTo>
                  <a:lnTo>
                    <a:pt x="9" y="107"/>
                  </a:lnTo>
                  <a:lnTo>
                    <a:pt x="7" y="107"/>
                  </a:lnTo>
                  <a:lnTo>
                    <a:pt x="5" y="106"/>
                  </a:lnTo>
                  <a:lnTo>
                    <a:pt x="3" y="105"/>
                  </a:lnTo>
                  <a:lnTo>
                    <a:pt x="3" y="104"/>
                  </a:lnTo>
                  <a:lnTo>
                    <a:pt x="1" y="102"/>
                  </a:lnTo>
                  <a:lnTo>
                    <a:pt x="1" y="101"/>
                  </a:lnTo>
                  <a:lnTo>
                    <a:pt x="0" y="99"/>
                  </a:lnTo>
                  <a:lnTo>
                    <a:pt x="0" y="97"/>
                  </a:lnTo>
                </a:path>
              </a:pathLst>
            </a:custGeom>
            <a:noFill/>
            <a:ln w="12700" cap="rnd" cmpd="sng">
              <a:solidFill>
                <a:srgbClr val="DFE6E6"/>
              </a:solidFill>
              <a:prstDash val="solid"/>
              <a:round/>
              <a:headEnd type="none" w="sm" len="sm"/>
              <a:tailEnd type="none" w="sm" len="sm"/>
            </a:ln>
            <a:effectLst/>
          </p:spPr>
        </p:sp>
        <p:sp>
          <p:nvSpPr>
            <p:cNvPr id="62470" name=""/>
            <p:cNvSpPr/>
            <p:nvPr/>
          </p:nvSpPr>
          <p:spPr>
            <a:xfrm>
              <a:off x="1570" y="3072"/>
              <a:ext cx="146" cy="107"/>
            </a:xfrm>
            <a:custGeom>
              <a:pathLst>
                <a:path w="146" h="107">
                  <a:moveTo>
                    <a:pt x="0" y="106"/>
                  </a:moveTo>
                  <a:lnTo>
                    <a:pt x="0" y="9"/>
                  </a:lnTo>
                  <a:lnTo>
                    <a:pt x="0" y="7"/>
                  </a:lnTo>
                  <a:lnTo>
                    <a:pt x="1" y="5"/>
                  </a:lnTo>
                  <a:lnTo>
                    <a:pt x="1" y="4"/>
                  </a:lnTo>
                  <a:lnTo>
                    <a:pt x="3" y="2"/>
                  </a:lnTo>
                  <a:lnTo>
                    <a:pt x="3" y="1"/>
                  </a:lnTo>
                  <a:lnTo>
                    <a:pt x="5" y="0"/>
                  </a:lnTo>
                  <a:lnTo>
                    <a:pt x="7" y="0"/>
                  </a:lnTo>
                  <a:lnTo>
                    <a:pt x="9" y="0"/>
                  </a:lnTo>
                  <a:lnTo>
                    <a:pt x="135" y="0"/>
                  </a:lnTo>
                  <a:lnTo>
                    <a:pt x="137" y="0"/>
                  </a:lnTo>
                  <a:lnTo>
                    <a:pt x="138" y="0"/>
                  </a:lnTo>
                  <a:lnTo>
                    <a:pt x="140" y="1"/>
                  </a:lnTo>
                  <a:lnTo>
                    <a:pt x="142" y="2"/>
                  </a:lnTo>
                  <a:lnTo>
                    <a:pt x="143" y="4"/>
                  </a:lnTo>
                  <a:lnTo>
                    <a:pt x="144" y="5"/>
                  </a:lnTo>
                  <a:lnTo>
                    <a:pt x="144" y="7"/>
                  </a:lnTo>
                  <a:lnTo>
                    <a:pt x="145" y="9"/>
                  </a:lnTo>
                </a:path>
              </a:pathLst>
            </a:custGeom>
            <a:noFill/>
            <a:ln w="12700" cap="rnd" cmpd="sng">
              <a:solidFill>
                <a:srgbClr val="798080"/>
              </a:solidFill>
              <a:prstDash val="solid"/>
              <a:round/>
              <a:headEnd type="none" w="sm" len="sm"/>
              <a:tailEnd type="none" w="sm" len="sm"/>
            </a:ln>
            <a:effectLst/>
          </p:spPr>
        </p:sp>
        <p:sp>
          <p:nvSpPr>
            <p:cNvPr id="62471" name=""/>
            <p:cNvSpPr/>
            <p:nvPr/>
          </p:nvSpPr>
          <p:spPr>
            <a:xfrm>
              <a:off x="1560" y="3447"/>
              <a:ext cx="141" cy="364"/>
            </a:xfrm>
            <a:custGeom>
              <a:pathLst>
                <a:path w="141" h="364">
                  <a:moveTo>
                    <a:pt x="4" y="0"/>
                  </a:moveTo>
                  <a:lnTo>
                    <a:pt x="135" y="1"/>
                  </a:lnTo>
                  <a:lnTo>
                    <a:pt x="137" y="1"/>
                  </a:lnTo>
                  <a:lnTo>
                    <a:pt x="138" y="2"/>
                  </a:lnTo>
                  <a:lnTo>
                    <a:pt x="139" y="4"/>
                  </a:lnTo>
                  <a:lnTo>
                    <a:pt x="140" y="5"/>
                  </a:lnTo>
                  <a:lnTo>
                    <a:pt x="140" y="358"/>
                  </a:lnTo>
                  <a:lnTo>
                    <a:pt x="139" y="360"/>
                  </a:lnTo>
                  <a:lnTo>
                    <a:pt x="138" y="361"/>
                  </a:lnTo>
                  <a:lnTo>
                    <a:pt x="137" y="363"/>
                  </a:lnTo>
                  <a:lnTo>
                    <a:pt x="135" y="363"/>
                  </a:lnTo>
                  <a:lnTo>
                    <a:pt x="4" y="363"/>
                  </a:lnTo>
                  <a:lnTo>
                    <a:pt x="3" y="363"/>
                  </a:lnTo>
                  <a:lnTo>
                    <a:pt x="1" y="361"/>
                  </a:lnTo>
                  <a:lnTo>
                    <a:pt x="0" y="360"/>
                  </a:lnTo>
                  <a:lnTo>
                    <a:pt x="0" y="358"/>
                  </a:lnTo>
                  <a:lnTo>
                    <a:pt x="0" y="5"/>
                  </a:lnTo>
                  <a:lnTo>
                    <a:pt x="0" y="4"/>
                  </a:lnTo>
                  <a:lnTo>
                    <a:pt x="1" y="2"/>
                  </a:lnTo>
                  <a:lnTo>
                    <a:pt x="3" y="1"/>
                  </a:lnTo>
                  <a:lnTo>
                    <a:pt x="4" y="1"/>
                  </a:lnTo>
                  <a:lnTo>
                    <a:pt x="4" y="1"/>
                  </a:lnTo>
                  <a:lnTo>
                    <a:pt x="4" y="0"/>
                  </a:lnTo>
                </a:path>
              </a:pathLst>
            </a:custGeom>
            <a:solidFill>
              <a:srgbClr val="ACB3B3"/>
            </a:solidFill>
            <a:ln cap="rnd">
              <a:noFill/>
              <a:round/>
            </a:ln>
            <a:effectLst/>
          </p:spPr>
        </p:sp>
        <p:sp>
          <p:nvSpPr>
            <p:cNvPr id="62472" name=""/>
            <p:cNvSpPr/>
            <p:nvPr/>
          </p:nvSpPr>
          <p:spPr>
            <a:xfrm>
              <a:off x="1560" y="3452"/>
              <a:ext cx="141" cy="359"/>
            </a:xfrm>
            <a:custGeom>
              <a:pathLst>
                <a:path w="141" h="359">
                  <a:moveTo>
                    <a:pt x="140" y="0"/>
                  </a:moveTo>
                  <a:lnTo>
                    <a:pt x="140" y="353"/>
                  </a:lnTo>
                  <a:lnTo>
                    <a:pt x="139" y="355"/>
                  </a:lnTo>
                  <a:lnTo>
                    <a:pt x="138" y="356"/>
                  </a:lnTo>
                  <a:lnTo>
                    <a:pt x="137" y="358"/>
                  </a:lnTo>
                  <a:lnTo>
                    <a:pt x="135" y="358"/>
                  </a:lnTo>
                  <a:lnTo>
                    <a:pt x="4" y="358"/>
                  </a:lnTo>
                  <a:lnTo>
                    <a:pt x="3" y="358"/>
                  </a:lnTo>
                  <a:lnTo>
                    <a:pt x="1" y="356"/>
                  </a:lnTo>
                  <a:lnTo>
                    <a:pt x="0" y="355"/>
                  </a:lnTo>
                  <a:lnTo>
                    <a:pt x="0" y="353"/>
                  </a:lnTo>
                </a:path>
              </a:pathLst>
            </a:custGeom>
            <a:noFill/>
            <a:ln w="12700" cap="rnd" cmpd="sng">
              <a:solidFill>
                <a:srgbClr val="798080"/>
              </a:solidFill>
              <a:prstDash val="solid"/>
              <a:round/>
              <a:headEnd type="none" w="sm" len="sm"/>
              <a:tailEnd type="none" w="sm" len="sm"/>
            </a:ln>
            <a:effectLst/>
          </p:spPr>
        </p:sp>
        <p:sp>
          <p:nvSpPr>
            <p:cNvPr id="62473" name=""/>
            <p:cNvSpPr/>
            <p:nvPr/>
          </p:nvSpPr>
          <p:spPr>
            <a:xfrm>
              <a:off x="1560" y="3448"/>
              <a:ext cx="141" cy="358"/>
            </a:xfrm>
            <a:custGeom>
              <a:pathLst>
                <a:path w="141" h="358">
                  <a:moveTo>
                    <a:pt x="0" y="357"/>
                  </a:moveTo>
                  <a:lnTo>
                    <a:pt x="0" y="4"/>
                  </a:lnTo>
                  <a:lnTo>
                    <a:pt x="0" y="3"/>
                  </a:lnTo>
                  <a:lnTo>
                    <a:pt x="1" y="1"/>
                  </a:lnTo>
                  <a:lnTo>
                    <a:pt x="3" y="0"/>
                  </a:lnTo>
                  <a:lnTo>
                    <a:pt x="4" y="0"/>
                  </a:lnTo>
                  <a:lnTo>
                    <a:pt x="135" y="0"/>
                  </a:lnTo>
                  <a:lnTo>
                    <a:pt x="137" y="0"/>
                  </a:lnTo>
                  <a:lnTo>
                    <a:pt x="138" y="1"/>
                  </a:lnTo>
                  <a:lnTo>
                    <a:pt x="139" y="3"/>
                  </a:lnTo>
                  <a:lnTo>
                    <a:pt x="140" y="4"/>
                  </a:lnTo>
                </a:path>
              </a:pathLst>
            </a:custGeom>
            <a:noFill/>
            <a:ln w="12700" cap="rnd" cmpd="sng">
              <a:solidFill>
                <a:srgbClr val="DFE6E6"/>
              </a:solidFill>
              <a:prstDash val="solid"/>
              <a:round/>
              <a:headEnd type="none" w="sm" len="sm"/>
              <a:tailEnd type="none" w="sm" len="sm"/>
            </a:ln>
            <a:effectLst/>
          </p:spPr>
        </p:sp>
        <p:cxnSp>
          <p:nvCxnSpPr>
            <p:cNvPr id="62474" name=""/>
            <p:cNvCxnSpPr/>
            <p:nvPr/>
          </p:nvCxnSpPr>
          <p:spPr>
            <a:xfrm>
              <a:off x="1560" y="3501"/>
              <a:ext cx="75" cy="0"/>
            </a:xfrm>
            <a:prstGeom prst="line">
              <a:avLst/>
            </a:prstGeom>
            <a:noFill/>
            <a:ln w="12700">
              <a:solidFill>
                <a:srgbClr val="DFE6E6"/>
              </a:solidFill>
              <a:miter lim="800000"/>
            </a:ln>
            <a:effectLst/>
          </p:spPr>
        </p:cxnSp>
        <p:cxnSp>
          <p:nvCxnSpPr>
            <p:cNvPr id="62475" name=""/>
            <p:cNvCxnSpPr/>
            <p:nvPr/>
          </p:nvCxnSpPr>
          <p:spPr>
            <a:xfrm>
              <a:off x="1560" y="3569"/>
              <a:ext cx="75" cy="1"/>
            </a:xfrm>
            <a:prstGeom prst="line">
              <a:avLst/>
            </a:prstGeom>
            <a:noFill/>
            <a:ln w="12700">
              <a:solidFill>
                <a:srgbClr val="DFE6E6"/>
              </a:solidFill>
              <a:miter lim="800000"/>
            </a:ln>
            <a:effectLst/>
          </p:spPr>
        </p:cxnSp>
        <p:cxnSp>
          <p:nvCxnSpPr>
            <p:cNvPr id="62476" name=""/>
            <p:cNvCxnSpPr/>
            <p:nvPr/>
          </p:nvCxnSpPr>
          <p:spPr>
            <a:xfrm>
              <a:off x="1560" y="3534"/>
              <a:ext cx="75" cy="0"/>
            </a:xfrm>
            <a:prstGeom prst="line">
              <a:avLst/>
            </a:prstGeom>
            <a:noFill/>
            <a:ln w="12700">
              <a:solidFill>
                <a:srgbClr val="DFE6E6"/>
              </a:solidFill>
              <a:miter lim="800000"/>
            </a:ln>
            <a:effectLst/>
          </p:spPr>
        </p:cxnSp>
        <p:cxnSp>
          <p:nvCxnSpPr>
            <p:cNvPr id="62477" name=""/>
            <p:cNvCxnSpPr/>
            <p:nvPr/>
          </p:nvCxnSpPr>
          <p:spPr>
            <a:xfrm>
              <a:off x="1560" y="3602"/>
              <a:ext cx="75" cy="0"/>
            </a:xfrm>
            <a:prstGeom prst="line">
              <a:avLst/>
            </a:prstGeom>
            <a:noFill/>
            <a:ln w="12700">
              <a:solidFill>
                <a:srgbClr val="DFE6E6"/>
              </a:solidFill>
              <a:miter lim="800000"/>
            </a:ln>
            <a:effectLst/>
          </p:spPr>
        </p:cxnSp>
        <p:cxnSp>
          <p:nvCxnSpPr>
            <p:cNvPr id="62478" name=""/>
            <p:cNvCxnSpPr/>
            <p:nvPr/>
          </p:nvCxnSpPr>
          <p:spPr>
            <a:xfrm>
              <a:off x="1560" y="3517"/>
              <a:ext cx="75" cy="0"/>
            </a:xfrm>
            <a:prstGeom prst="line">
              <a:avLst/>
            </a:prstGeom>
            <a:noFill/>
            <a:ln w="12700">
              <a:solidFill>
                <a:srgbClr val="DFE6E6"/>
              </a:solidFill>
              <a:miter lim="800000"/>
            </a:ln>
            <a:effectLst/>
          </p:spPr>
        </p:cxnSp>
        <p:cxnSp>
          <p:nvCxnSpPr>
            <p:cNvPr id="62479" name=""/>
            <p:cNvCxnSpPr/>
            <p:nvPr/>
          </p:nvCxnSpPr>
          <p:spPr>
            <a:xfrm>
              <a:off x="1560" y="3584"/>
              <a:ext cx="75" cy="0"/>
            </a:xfrm>
            <a:prstGeom prst="line">
              <a:avLst/>
            </a:prstGeom>
            <a:noFill/>
            <a:ln w="12700">
              <a:solidFill>
                <a:srgbClr val="DFE6E6"/>
              </a:solidFill>
              <a:miter lim="800000"/>
            </a:ln>
            <a:effectLst/>
          </p:spPr>
        </p:cxnSp>
        <p:cxnSp>
          <p:nvCxnSpPr>
            <p:cNvPr id="62480" name=""/>
            <p:cNvCxnSpPr/>
            <p:nvPr/>
          </p:nvCxnSpPr>
          <p:spPr>
            <a:xfrm>
              <a:off x="1560" y="3550"/>
              <a:ext cx="75" cy="0"/>
            </a:xfrm>
            <a:prstGeom prst="line">
              <a:avLst/>
            </a:prstGeom>
            <a:noFill/>
            <a:ln w="12700">
              <a:solidFill>
                <a:srgbClr val="DFE6E6"/>
              </a:solidFill>
              <a:miter lim="800000"/>
            </a:ln>
            <a:effectLst/>
          </p:spPr>
        </p:cxnSp>
        <p:cxnSp>
          <p:nvCxnSpPr>
            <p:cNvPr id="62481" name=""/>
            <p:cNvCxnSpPr/>
            <p:nvPr/>
          </p:nvCxnSpPr>
          <p:spPr>
            <a:xfrm>
              <a:off x="1560" y="3617"/>
              <a:ext cx="75" cy="0"/>
            </a:xfrm>
            <a:prstGeom prst="line">
              <a:avLst/>
            </a:prstGeom>
            <a:noFill/>
            <a:ln w="12700">
              <a:solidFill>
                <a:srgbClr val="DFE6E6"/>
              </a:solidFill>
              <a:miter lim="800000"/>
            </a:ln>
            <a:effectLst/>
          </p:spPr>
        </p:cxnSp>
        <p:cxnSp>
          <p:nvCxnSpPr>
            <p:cNvPr id="62482" name=""/>
            <p:cNvCxnSpPr/>
            <p:nvPr/>
          </p:nvCxnSpPr>
          <p:spPr>
            <a:xfrm>
              <a:off x="1560" y="3497"/>
              <a:ext cx="75" cy="0"/>
            </a:xfrm>
            <a:prstGeom prst="line">
              <a:avLst/>
            </a:prstGeom>
            <a:noFill/>
            <a:ln w="12700">
              <a:solidFill>
                <a:srgbClr val="798080"/>
              </a:solidFill>
              <a:miter lim="800000"/>
            </a:ln>
            <a:effectLst/>
          </p:spPr>
        </p:cxnSp>
        <p:cxnSp>
          <p:nvCxnSpPr>
            <p:cNvPr id="62483" name=""/>
            <p:cNvCxnSpPr/>
            <p:nvPr/>
          </p:nvCxnSpPr>
          <p:spPr>
            <a:xfrm>
              <a:off x="1560" y="3565"/>
              <a:ext cx="75" cy="0"/>
            </a:xfrm>
            <a:prstGeom prst="line">
              <a:avLst/>
            </a:prstGeom>
            <a:noFill/>
            <a:ln w="12700">
              <a:solidFill>
                <a:srgbClr val="798080"/>
              </a:solidFill>
              <a:miter lim="800000"/>
            </a:ln>
            <a:effectLst/>
          </p:spPr>
        </p:cxnSp>
        <p:cxnSp>
          <p:nvCxnSpPr>
            <p:cNvPr id="62484" name=""/>
            <p:cNvCxnSpPr/>
            <p:nvPr/>
          </p:nvCxnSpPr>
          <p:spPr>
            <a:xfrm>
              <a:off x="1560" y="3530"/>
              <a:ext cx="75" cy="0"/>
            </a:xfrm>
            <a:prstGeom prst="line">
              <a:avLst/>
            </a:prstGeom>
            <a:noFill/>
            <a:ln w="12700">
              <a:solidFill>
                <a:srgbClr val="798080"/>
              </a:solidFill>
              <a:miter lim="800000"/>
            </a:ln>
            <a:effectLst/>
          </p:spPr>
        </p:cxnSp>
        <p:cxnSp>
          <p:nvCxnSpPr>
            <p:cNvPr id="62485" name=""/>
            <p:cNvCxnSpPr/>
            <p:nvPr/>
          </p:nvCxnSpPr>
          <p:spPr>
            <a:xfrm>
              <a:off x="1560" y="3598"/>
              <a:ext cx="75" cy="0"/>
            </a:xfrm>
            <a:prstGeom prst="line">
              <a:avLst/>
            </a:prstGeom>
            <a:noFill/>
            <a:ln w="12700">
              <a:solidFill>
                <a:srgbClr val="798080"/>
              </a:solidFill>
              <a:miter lim="800000"/>
            </a:ln>
            <a:effectLst/>
          </p:spPr>
        </p:cxnSp>
        <p:cxnSp>
          <p:nvCxnSpPr>
            <p:cNvPr id="62486" name=""/>
            <p:cNvCxnSpPr/>
            <p:nvPr/>
          </p:nvCxnSpPr>
          <p:spPr>
            <a:xfrm>
              <a:off x="1560" y="3513"/>
              <a:ext cx="75" cy="0"/>
            </a:xfrm>
            <a:prstGeom prst="line">
              <a:avLst/>
            </a:prstGeom>
            <a:noFill/>
            <a:ln w="12700">
              <a:solidFill>
                <a:srgbClr val="798080"/>
              </a:solidFill>
              <a:miter lim="800000"/>
            </a:ln>
            <a:effectLst/>
          </p:spPr>
        </p:cxnSp>
        <p:cxnSp>
          <p:nvCxnSpPr>
            <p:cNvPr id="62487" name=""/>
            <p:cNvCxnSpPr/>
            <p:nvPr/>
          </p:nvCxnSpPr>
          <p:spPr>
            <a:xfrm>
              <a:off x="1560" y="3581"/>
              <a:ext cx="75" cy="0"/>
            </a:xfrm>
            <a:prstGeom prst="line">
              <a:avLst/>
            </a:prstGeom>
            <a:noFill/>
            <a:ln w="12700">
              <a:solidFill>
                <a:srgbClr val="798080"/>
              </a:solidFill>
              <a:miter lim="800000"/>
            </a:ln>
            <a:effectLst/>
          </p:spPr>
        </p:cxnSp>
        <p:cxnSp>
          <p:nvCxnSpPr>
            <p:cNvPr id="62488" name=""/>
            <p:cNvCxnSpPr/>
            <p:nvPr/>
          </p:nvCxnSpPr>
          <p:spPr>
            <a:xfrm>
              <a:off x="1560" y="3546"/>
              <a:ext cx="75" cy="0"/>
            </a:xfrm>
            <a:prstGeom prst="line">
              <a:avLst/>
            </a:prstGeom>
            <a:noFill/>
            <a:ln w="12700">
              <a:solidFill>
                <a:srgbClr val="798080"/>
              </a:solidFill>
              <a:miter lim="800000"/>
            </a:ln>
            <a:effectLst/>
          </p:spPr>
        </p:cxnSp>
        <p:cxnSp>
          <p:nvCxnSpPr>
            <p:cNvPr id="62489" name=""/>
            <p:cNvCxnSpPr/>
            <p:nvPr/>
          </p:nvCxnSpPr>
          <p:spPr>
            <a:xfrm>
              <a:off x="1560" y="3614"/>
              <a:ext cx="75" cy="0"/>
            </a:xfrm>
            <a:prstGeom prst="line">
              <a:avLst/>
            </a:prstGeom>
            <a:noFill/>
            <a:ln w="12700">
              <a:solidFill>
                <a:srgbClr val="798080"/>
              </a:solidFill>
              <a:miter lim="800000"/>
            </a:ln>
            <a:effectLst/>
          </p:spPr>
        </p:cxnSp>
        <p:sp>
          <p:nvSpPr>
            <p:cNvPr id="62490" name=""/>
            <p:cNvSpPr/>
            <p:nvPr/>
          </p:nvSpPr>
          <p:spPr>
            <a:xfrm>
              <a:off x="1481" y="3267"/>
              <a:ext cx="351" cy="49"/>
            </a:xfrm>
            <a:custGeom>
              <a:pathLst>
                <a:path w="351" h="49">
                  <a:moveTo>
                    <a:pt x="175" y="48"/>
                  </a:moveTo>
                  <a:lnTo>
                    <a:pt x="348" y="48"/>
                  </a:lnTo>
                  <a:lnTo>
                    <a:pt x="350" y="41"/>
                  </a:lnTo>
                  <a:lnTo>
                    <a:pt x="349" y="38"/>
                  </a:lnTo>
                  <a:lnTo>
                    <a:pt x="349" y="36"/>
                  </a:lnTo>
                  <a:lnTo>
                    <a:pt x="348" y="34"/>
                  </a:lnTo>
                  <a:lnTo>
                    <a:pt x="348" y="34"/>
                  </a:lnTo>
                  <a:lnTo>
                    <a:pt x="326" y="3"/>
                  </a:lnTo>
                  <a:lnTo>
                    <a:pt x="326" y="2"/>
                  </a:lnTo>
                  <a:lnTo>
                    <a:pt x="325" y="1"/>
                  </a:lnTo>
                  <a:lnTo>
                    <a:pt x="324" y="1"/>
                  </a:lnTo>
                  <a:lnTo>
                    <a:pt x="324" y="1"/>
                  </a:lnTo>
                  <a:lnTo>
                    <a:pt x="323" y="0"/>
                  </a:lnTo>
                  <a:lnTo>
                    <a:pt x="322" y="0"/>
                  </a:lnTo>
                  <a:lnTo>
                    <a:pt x="321" y="0"/>
                  </a:lnTo>
                  <a:lnTo>
                    <a:pt x="319" y="0"/>
                  </a:lnTo>
                  <a:lnTo>
                    <a:pt x="175" y="0"/>
                  </a:lnTo>
                  <a:lnTo>
                    <a:pt x="30" y="0"/>
                  </a:lnTo>
                  <a:lnTo>
                    <a:pt x="29" y="0"/>
                  </a:lnTo>
                  <a:lnTo>
                    <a:pt x="28" y="0"/>
                  </a:lnTo>
                  <a:lnTo>
                    <a:pt x="27" y="0"/>
                  </a:lnTo>
                  <a:lnTo>
                    <a:pt x="27" y="1"/>
                  </a:lnTo>
                  <a:lnTo>
                    <a:pt x="26" y="1"/>
                  </a:lnTo>
                  <a:lnTo>
                    <a:pt x="26" y="1"/>
                  </a:lnTo>
                  <a:lnTo>
                    <a:pt x="24" y="2"/>
                  </a:lnTo>
                  <a:lnTo>
                    <a:pt x="24" y="3"/>
                  </a:lnTo>
                  <a:lnTo>
                    <a:pt x="3" y="34"/>
                  </a:lnTo>
                  <a:lnTo>
                    <a:pt x="2" y="34"/>
                  </a:lnTo>
                  <a:lnTo>
                    <a:pt x="1" y="36"/>
                  </a:lnTo>
                  <a:lnTo>
                    <a:pt x="1" y="38"/>
                  </a:lnTo>
                  <a:lnTo>
                    <a:pt x="0" y="41"/>
                  </a:lnTo>
                  <a:lnTo>
                    <a:pt x="2" y="48"/>
                  </a:lnTo>
                  <a:lnTo>
                    <a:pt x="175" y="48"/>
                  </a:lnTo>
                  <a:lnTo>
                    <a:pt x="175" y="48"/>
                  </a:lnTo>
                </a:path>
              </a:pathLst>
            </a:custGeom>
            <a:solidFill>
              <a:srgbClr val="ACB3B3"/>
            </a:solidFill>
            <a:ln cap="rnd">
              <a:noFill/>
              <a:round/>
            </a:ln>
            <a:effectLst/>
          </p:spPr>
        </p:sp>
        <p:sp>
          <p:nvSpPr>
            <p:cNvPr id="62491" name=""/>
            <p:cNvSpPr/>
            <p:nvPr/>
          </p:nvSpPr>
          <p:spPr>
            <a:xfrm>
              <a:off x="1481" y="3267"/>
              <a:ext cx="327" cy="42"/>
            </a:xfrm>
            <a:custGeom>
              <a:pathLst>
                <a:path w="327" h="42">
                  <a:moveTo>
                    <a:pt x="326" y="3"/>
                  </a:moveTo>
                  <a:lnTo>
                    <a:pt x="326" y="2"/>
                  </a:lnTo>
                  <a:lnTo>
                    <a:pt x="325" y="1"/>
                  </a:lnTo>
                  <a:lnTo>
                    <a:pt x="324" y="1"/>
                  </a:lnTo>
                  <a:lnTo>
                    <a:pt x="324" y="1"/>
                  </a:lnTo>
                  <a:lnTo>
                    <a:pt x="323" y="0"/>
                  </a:lnTo>
                  <a:lnTo>
                    <a:pt x="322" y="0"/>
                  </a:lnTo>
                  <a:lnTo>
                    <a:pt x="321" y="0"/>
                  </a:lnTo>
                  <a:lnTo>
                    <a:pt x="319" y="0"/>
                  </a:lnTo>
                  <a:lnTo>
                    <a:pt x="175" y="0"/>
                  </a:lnTo>
                  <a:lnTo>
                    <a:pt x="30" y="0"/>
                  </a:lnTo>
                  <a:lnTo>
                    <a:pt x="29" y="0"/>
                  </a:lnTo>
                  <a:lnTo>
                    <a:pt x="28" y="0"/>
                  </a:lnTo>
                  <a:lnTo>
                    <a:pt x="27" y="0"/>
                  </a:lnTo>
                  <a:lnTo>
                    <a:pt x="27" y="1"/>
                  </a:lnTo>
                  <a:lnTo>
                    <a:pt x="26" y="1"/>
                  </a:lnTo>
                  <a:lnTo>
                    <a:pt x="26" y="1"/>
                  </a:lnTo>
                  <a:lnTo>
                    <a:pt x="24" y="2"/>
                  </a:lnTo>
                  <a:lnTo>
                    <a:pt x="24" y="3"/>
                  </a:lnTo>
                  <a:lnTo>
                    <a:pt x="3" y="34"/>
                  </a:lnTo>
                  <a:lnTo>
                    <a:pt x="2" y="34"/>
                  </a:lnTo>
                  <a:lnTo>
                    <a:pt x="1" y="36"/>
                  </a:lnTo>
                  <a:lnTo>
                    <a:pt x="1" y="38"/>
                  </a:lnTo>
                  <a:lnTo>
                    <a:pt x="0" y="41"/>
                  </a:lnTo>
                </a:path>
              </a:pathLst>
            </a:custGeom>
            <a:noFill/>
            <a:ln w="12700" cap="rnd" cmpd="sng">
              <a:solidFill>
                <a:srgbClr val="DFE6E6"/>
              </a:solidFill>
              <a:prstDash val="solid"/>
              <a:round/>
              <a:headEnd type="none" w="sm" len="sm"/>
              <a:tailEnd type="none" w="sm" len="sm"/>
            </a:ln>
            <a:effectLst/>
          </p:spPr>
        </p:sp>
        <p:sp>
          <p:nvSpPr>
            <p:cNvPr id="62492" name=""/>
            <p:cNvSpPr/>
            <p:nvPr/>
          </p:nvSpPr>
          <p:spPr>
            <a:xfrm>
              <a:off x="1481" y="3270"/>
              <a:ext cx="351" cy="46"/>
            </a:xfrm>
            <a:custGeom>
              <a:pathLst>
                <a:path w="351" h="46">
                  <a:moveTo>
                    <a:pt x="0" y="38"/>
                  </a:moveTo>
                  <a:lnTo>
                    <a:pt x="2" y="45"/>
                  </a:lnTo>
                  <a:lnTo>
                    <a:pt x="175" y="45"/>
                  </a:lnTo>
                  <a:lnTo>
                    <a:pt x="348" y="45"/>
                  </a:lnTo>
                  <a:lnTo>
                    <a:pt x="350" y="38"/>
                  </a:lnTo>
                  <a:lnTo>
                    <a:pt x="349" y="35"/>
                  </a:lnTo>
                  <a:lnTo>
                    <a:pt x="349" y="33"/>
                  </a:lnTo>
                  <a:lnTo>
                    <a:pt x="348" y="31"/>
                  </a:lnTo>
                  <a:lnTo>
                    <a:pt x="348" y="31"/>
                  </a:lnTo>
                  <a:lnTo>
                    <a:pt x="326" y="0"/>
                  </a:lnTo>
                </a:path>
              </a:pathLst>
            </a:custGeom>
            <a:noFill/>
            <a:ln w="12700" cap="rnd" cmpd="sng">
              <a:solidFill>
                <a:srgbClr val="798080"/>
              </a:solidFill>
              <a:prstDash val="solid"/>
              <a:round/>
              <a:headEnd type="none" w="sm" len="sm"/>
              <a:tailEnd type="none" w="sm" len="sm"/>
            </a:ln>
            <a:effectLst/>
          </p:spPr>
        </p:sp>
        <p:cxnSp>
          <p:nvCxnSpPr>
            <p:cNvPr id="62493" name=""/>
            <p:cNvCxnSpPr/>
            <p:nvPr/>
          </p:nvCxnSpPr>
          <p:spPr>
            <a:xfrm>
              <a:off x="1495" y="3302"/>
              <a:ext cx="319" cy="0"/>
            </a:xfrm>
            <a:prstGeom prst="line">
              <a:avLst/>
            </a:prstGeom>
            <a:noFill/>
            <a:ln w="12700">
              <a:solidFill>
                <a:srgbClr val="DFE6E6"/>
              </a:solidFill>
              <a:miter lim="800000"/>
            </a:ln>
            <a:effectLst/>
          </p:spPr>
        </p:cxnSp>
        <p:sp>
          <p:nvSpPr>
            <p:cNvPr id="62494" name=""/>
            <p:cNvSpPr/>
            <p:nvPr/>
          </p:nvSpPr>
          <p:spPr>
            <a:xfrm>
              <a:off x="819" y="3316"/>
              <a:ext cx="499"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Internet</a:t>
              </a:r>
              <a:endParaRPr sz="1300" b="1">
                <a:latin typeface="Arial" pitchFamily="34" charset="0"/>
              </a:endParaRPr>
            </a:p>
          </p:txBody>
        </p:sp>
        <p:sp>
          <p:nvSpPr>
            <p:cNvPr id="62495" name=""/>
            <p:cNvSpPr/>
            <p:nvPr/>
          </p:nvSpPr>
          <p:spPr>
            <a:xfrm>
              <a:off x="672" y="3442"/>
              <a:ext cx="790"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Technologies</a:t>
              </a:r>
              <a:endParaRPr sz="1300" b="1">
                <a:latin typeface="Arial" pitchFamily="34" charset="0"/>
              </a:endParaRPr>
            </a:p>
          </p:txBody>
        </p:sp>
        <p:sp>
          <p:nvSpPr>
            <p:cNvPr id="62496" name=""/>
            <p:cNvSpPr/>
            <p:nvPr/>
          </p:nvSpPr>
          <p:spPr>
            <a:xfrm>
              <a:off x="962" y="2380"/>
              <a:ext cx="631"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Enterprise</a:t>
              </a:r>
              <a:endParaRPr sz="1300" b="1">
                <a:latin typeface="Arial" pitchFamily="34" charset="0"/>
              </a:endParaRPr>
            </a:p>
          </p:txBody>
        </p:sp>
        <p:sp>
          <p:nvSpPr>
            <p:cNvPr id="62497" name=""/>
            <p:cNvSpPr/>
            <p:nvPr/>
          </p:nvSpPr>
          <p:spPr>
            <a:xfrm>
              <a:off x="1007" y="2506"/>
              <a:ext cx="544"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Systems</a:t>
              </a:r>
              <a:endParaRPr sz="1300" b="1">
                <a:latin typeface="Arial" pitchFamily="34" charset="0"/>
              </a:endParaRPr>
            </a:p>
          </p:txBody>
        </p:sp>
        <p:sp>
          <p:nvSpPr>
            <p:cNvPr id="62498" name=""/>
            <p:cNvSpPr/>
            <p:nvPr/>
          </p:nvSpPr>
          <p:spPr>
            <a:xfrm>
              <a:off x="4323" y="958"/>
              <a:ext cx="661"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Planning &amp;</a:t>
              </a:r>
              <a:endParaRPr sz="1300" b="1">
                <a:latin typeface="Arial" pitchFamily="34" charset="0"/>
              </a:endParaRPr>
            </a:p>
          </p:txBody>
        </p:sp>
        <p:sp>
          <p:nvSpPr>
            <p:cNvPr id="62499" name=""/>
            <p:cNvSpPr/>
            <p:nvPr/>
          </p:nvSpPr>
          <p:spPr>
            <a:xfrm>
              <a:off x="4298" y="1084"/>
              <a:ext cx="708"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Forecasting</a:t>
              </a:r>
              <a:endParaRPr sz="1300" b="1">
                <a:latin typeface="Arial" pitchFamily="34" charset="0"/>
              </a:endParaRPr>
            </a:p>
          </p:txBody>
        </p:sp>
        <p:sp>
          <p:nvSpPr>
            <p:cNvPr id="62500" name=""/>
            <p:cNvSpPr/>
            <p:nvPr/>
          </p:nvSpPr>
          <p:spPr>
            <a:xfrm>
              <a:off x="4374" y="2279"/>
              <a:ext cx="289"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EDI</a:t>
              </a:r>
              <a:endParaRPr sz="1300" b="1">
                <a:latin typeface="Arial" pitchFamily="34" charset="0"/>
              </a:endParaRPr>
            </a:p>
          </p:txBody>
        </p:sp>
        <p:sp>
          <p:nvSpPr>
            <p:cNvPr id="62501" name=""/>
            <p:cNvSpPr/>
            <p:nvPr/>
          </p:nvSpPr>
          <p:spPr>
            <a:xfrm>
              <a:off x="4098" y="2643"/>
              <a:ext cx="689"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Commodity</a:t>
              </a:r>
              <a:endParaRPr sz="1300" b="1">
                <a:latin typeface="Arial" pitchFamily="34" charset="0"/>
              </a:endParaRPr>
            </a:p>
          </p:txBody>
        </p:sp>
        <p:sp>
          <p:nvSpPr>
            <p:cNvPr id="62502" name=""/>
            <p:cNvSpPr/>
            <p:nvPr/>
          </p:nvSpPr>
          <p:spPr>
            <a:xfrm>
              <a:off x="4126" y="2770"/>
              <a:ext cx="631" cy="183"/>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300" b="1">
                  <a:latin typeface="Arial" pitchFamily="34" charset="0"/>
                </a:rPr>
                <a:t>Brokerage</a:t>
              </a:r>
              <a:endParaRPr sz="1300" b="1">
                <a:latin typeface="Arial" pitchFamily="34" charset="0"/>
              </a:endParaRPr>
            </a:p>
          </p:txBody>
        </p:sp>
        <p:sp>
          <p:nvSpPr>
            <p:cNvPr id="62503" name=""/>
            <p:cNvSpPr/>
            <p:nvPr/>
          </p:nvSpPr>
          <p:spPr>
            <a:xfrm>
              <a:off x="2662" y="3260"/>
              <a:ext cx="780" cy="231"/>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r>
                <a:rPr sz="1800" b="1">
                  <a:latin typeface="Arial" pitchFamily="34" charset="0"/>
                </a:rPr>
                <a:t>THE WEB</a:t>
              </a:r>
              <a:endParaRPr sz="1800" b="1">
                <a:latin typeface="Arial" pitchFamily="34" charset="0"/>
              </a:endParaRPr>
            </a:p>
          </p:txBody>
        </p:sp>
      </p:grpSp>
      <p:sp>
        <p:nvSpPr>
          <p:cNvPr id="62504" name=""/>
          <p:cNvSpPr/>
          <p:nvPr>
            <p:ph type="title"/>
          </p:nvPr>
        </p:nvSpPr>
        <p:spPr>
          <a:xfrm>
            <a:off x="539750" y="503238"/>
            <a:ext cx="8156575" cy="639762"/>
          </a:xfrm>
          <a:noFill/>
          <a:ln>
            <a:noFill/>
            <a:miter lim="800000"/>
          </a:ln>
          <a:effectLst/>
        </p:spPr>
        <p:txBody>
          <a:bodyPr rot="0" vert="horz" wrap="square" lIns="92075" tIns="46038" rIns="92075" bIns="46038" anchor="ctr" anchorCtr="0">
            <a:noAutofit/>
          </a:bodyPr>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CEO’s Infinite Resource Planning Vision</a:t>
            </a:r>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64514" name=""/>
          <p:cNvSpPr/>
          <p:nvPr/>
        </p:nvSpPr>
        <p:spPr>
          <a:xfrm>
            <a:off x="4648200" y="1935163"/>
            <a:ext cx="4310063" cy="4283075"/>
          </a:xfrm>
          <a:prstGeom prst="rect">
            <a:avLst/>
          </a:prstGeom>
          <a:solidFill>
            <a:schemeClr val="accent1"/>
          </a:solidFill>
          <a:ln>
            <a:solidFill>
              <a:schemeClr val="tx1"/>
            </a:solidFill>
            <a:miter lim="800000"/>
          </a:ln>
        </p:spPr>
      </p:sp>
      <p:sp>
        <p:nvSpPr>
          <p:cNvPr id="64516" name=""/>
          <p:cNvSpPr/>
          <p:nvPr/>
        </p:nvSpPr>
        <p:spPr>
          <a:xfrm>
            <a:off x="788988" y="5600700"/>
            <a:ext cx="1874837" cy="377825"/>
          </a:xfrm>
          <a:prstGeom prst="rect">
            <a:avLst/>
          </a:prstGeom>
          <a:noFill/>
          <a:ln>
            <a:noFill/>
            <a:miter lim="800000"/>
          </a:ln>
          <a:effectLst/>
        </p:spPr>
      </p:sp>
      <p:sp>
        <p:nvSpPr>
          <p:cNvPr id="64517" name=""/>
          <p:cNvSpPr/>
          <p:nvPr/>
        </p:nvSpPr>
        <p:spPr>
          <a:xfrm>
            <a:off x="3182938" y="5600700"/>
            <a:ext cx="2706687" cy="377825"/>
          </a:xfrm>
          <a:prstGeom prst="rect">
            <a:avLst/>
          </a:prstGeom>
          <a:noFill/>
          <a:ln>
            <a:noFill/>
            <a:miter lim="800000"/>
          </a:ln>
          <a:effectLst/>
        </p:spPr>
      </p:sp>
      <p:sp>
        <p:nvSpPr>
          <p:cNvPr id="64518" name=""/>
          <p:cNvSpPr/>
          <p:nvPr/>
        </p:nvSpPr>
        <p:spPr>
          <a:xfrm>
            <a:off x="6273800" y="4137025"/>
            <a:ext cx="679450" cy="804863"/>
          </a:xfrm>
          <a:custGeom>
            <a:pathLst>
              <a:path w="447" h="596">
                <a:moveTo>
                  <a:pt x="0" y="595"/>
                </a:moveTo>
                <a:lnTo>
                  <a:pt x="0" y="577"/>
                </a:lnTo>
                <a:lnTo>
                  <a:pt x="111" y="539"/>
                </a:lnTo>
                <a:lnTo>
                  <a:pt x="111" y="0"/>
                </a:lnTo>
                <a:lnTo>
                  <a:pt x="334" y="0"/>
                </a:lnTo>
                <a:lnTo>
                  <a:pt x="334" y="539"/>
                </a:lnTo>
                <a:lnTo>
                  <a:pt x="446" y="577"/>
                </a:lnTo>
                <a:lnTo>
                  <a:pt x="446" y="595"/>
                </a:lnTo>
                <a:lnTo>
                  <a:pt x="0" y="595"/>
                </a:lnTo>
              </a:path>
            </a:pathLst>
          </a:custGeom>
          <a:solidFill>
            <a:srgbClr val="C0C0C0"/>
          </a:solidFill>
          <a:ln w="12700" cap="rnd" cmpd="sng">
            <a:solidFill>
              <a:srgbClr val="000000"/>
            </a:solidFill>
            <a:prstDash val="solid"/>
            <a:round/>
          </a:ln>
          <a:effectLst/>
        </p:spPr>
      </p:sp>
      <p:cxnSp>
        <p:nvCxnSpPr>
          <p:cNvPr id="64519" name=""/>
          <p:cNvCxnSpPr/>
          <p:nvPr/>
        </p:nvCxnSpPr>
        <p:spPr>
          <a:xfrm flipH="1">
            <a:off x="6442075" y="4864100"/>
            <a:ext cx="0" cy="76200"/>
          </a:xfrm>
          <a:prstGeom prst="line">
            <a:avLst/>
          </a:prstGeom>
          <a:noFill/>
          <a:ln w="12700">
            <a:solidFill>
              <a:prstClr val="black"/>
            </a:solidFill>
            <a:miter lim="800000"/>
          </a:ln>
          <a:effectLst/>
        </p:spPr>
      </p:cxnSp>
      <p:cxnSp>
        <p:nvCxnSpPr>
          <p:cNvPr id="64520" name=""/>
          <p:cNvCxnSpPr/>
          <p:nvPr/>
        </p:nvCxnSpPr>
        <p:spPr>
          <a:xfrm flipH="1">
            <a:off x="6783388" y="4864100"/>
            <a:ext cx="0" cy="76200"/>
          </a:xfrm>
          <a:prstGeom prst="line">
            <a:avLst/>
          </a:prstGeom>
          <a:noFill/>
          <a:ln w="12700">
            <a:solidFill>
              <a:prstClr val="black"/>
            </a:solidFill>
            <a:miter lim="800000"/>
          </a:ln>
          <a:effectLst/>
        </p:spPr>
      </p:cxnSp>
      <p:cxnSp>
        <p:nvCxnSpPr>
          <p:cNvPr id="64521" name=""/>
          <p:cNvCxnSpPr/>
          <p:nvPr/>
        </p:nvCxnSpPr>
        <p:spPr>
          <a:xfrm>
            <a:off x="6554788" y="4387850"/>
            <a:ext cx="114300" cy="0"/>
          </a:xfrm>
          <a:prstGeom prst="line">
            <a:avLst/>
          </a:prstGeom>
          <a:noFill/>
          <a:ln w="12700">
            <a:solidFill>
              <a:prstClr val="black"/>
            </a:solidFill>
            <a:miter lim="800000"/>
          </a:ln>
          <a:effectLst/>
        </p:spPr>
      </p:cxnSp>
      <p:cxnSp>
        <p:nvCxnSpPr>
          <p:cNvPr id="64522" name=""/>
          <p:cNvCxnSpPr/>
          <p:nvPr/>
        </p:nvCxnSpPr>
        <p:spPr>
          <a:xfrm>
            <a:off x="6537325" y="4303713"/>
            <a:ext cx="149225" cy="0"/>
          </a:xfrm>
          <a:prstGeom prst="line">
            <a:avLst/>
          </a:prstGeom>
          <a:noFill/>
          <a:ln w="12700">
            <a:solidFill>
              <a:prstClr val="black"/>
            </a:solidFill>
            <a:miter lim="800000"/>
          </a:ln>
          <a:effectLst/>
        </p:spPr>
      </p:cxnSp>
      <p:sp>
        <p:nvSpPr>
          <p:cNvPr id="64523" name=""/>
          <p:cNvSpPr/>
          <p:nvPr/>
        </p:nvSpPr>
        <p:spPr>
          <a:xfrm>
            <a:off x="6483350" y="4173538"/>
            <a:ext cx="257175" cy="466725"/>
          </a:xfrm>
          <a:custGeom>
            <a:pathLst>
              <a:path w="169" h="346">
                <a:moveTo>
                  <a:pt x="0" y="0"/>
                </a:moveTo>
                <a:lnTo>
                  <a:pt x="168" y="0"/>
                </a:lnTo>
                <a:lnTo>
                  <a:pt x="168" y="345"/>
                </a:lnTo>
                <a:lnTo>
                  <a:pt x="0" y="345"/>
                </a:lnTo>
                <a:lnTo>
                  <a:pt x="0" y="0"/>
                </a:lnTo>
              </a:path>
            </a:pathLst>
          </a:custGeom>
          <a:noFill/>
          <a:ln w="12700" cap="rnd" cmpd="sng">
            <a:solidFill>
              <a:srgbClr val="000000"/>
            </a:solidFill>
            <a:prstDash val="solid"/>
            <a:round/>
            <a:headEnd type="none" w="sm" len="sm"/>
            <a:tailEnd type="none" w="sm" len="sm"/>
          </a:ln>
          <a:effectLst/>
        </p:spPr>
      </p:sp>
      <p:sp>
        <p:nvSpPr>
          <p:cNvPr id="64524" name=""/>
          <p:cNvSpPr/>
          <p:nvPr/>
        </p:nvSpPr>
        <p:spPr>
          <a:xfrm>
            <a:off x="6584950" y="4379913"/>
            <a:ext cx="57150" cy="23812"/>
          </a:xfrm>
          <a:custGeom>
            <a:pathLst>
              <a:path w="37" h="17">
                <a:moveTo>
                  <a:pt x="0" y="16"/>
                </a:moveTo>
                <a:lnTo>
                  <a:pt x="36" y="16"/>
                </a:lnTo>
                <a:lnTo>
                  <a:pt x="36" y="0"/>
                </a:lnTo>
                <a:lnTo>
                  <a:pt x="0" y="0"/>
                </a:lnTo>
                <a:lnTo>
                  <a:pt x="0" y="16"/>
                </a:lnTo>
              </a:path>
            </a:pathLst>
          </a:custGeom>
          <a:solidFill>
            <a:srgbClr val="C0C0C0"/>
          </a:solidFill>
          <a:ln w="12700" cap="rnd" cmpd="sng">
            <a:solidFill>
              <a:srgbClr val="000000"/>
            </a:solidFill>
            <a:prstDash val="solid"/>
            <a:round/>
          </a:ln>
          <a:effectLst/>
        </p:spPr>
      </p:sp>
      <p:sp>
        <p:nvSpPr>
          <p:cNvPr id="64525" name=""/>
          <p:cNvSpPr/>
          <p:nvPr/>
        </p:nvSpPr>
        <p:spPr>
          <a:xfrm>
            <a:off x="6472238" y="4673600"/>
            <a:ext cx="282575" cy="217488"/>
          </a:xfrm>
          <a:custGeom>
            <a:pathLst>
              <a:path w="187" h="162">
                <a:moveTo>
                  <a:pt x="0" y="99"/>
                </a:moveTo>
                <a:lnTo>
                  <a:pt x="14" y="99"/>
                </a:lnTo>
                <a:lnTo>
                  <a:pt x="14" y="0"/>
                </a:lnTo>
                <a:lnTo>
                  <a:pt x="0" y="0"/>
                </a:lnTo>
                <a:lnTo>
                  <a:pt x="0" y="99"/>
                </a:lnTo>
                <a:lnTo>
                  <a:pt x="28" y="99"/>
                </a:lnTo>
                <a:lnTo>
                  <a:pt x="42" y="99"/>
                </a:lnTo>
                <a:lnTo>
                  <a:pt x="42" y="0"/>
                </a:lnTo>
                <a:lnTo>
                  <a:pt x="28" y="0"/>
                </a:lnTo>
                <a:lnTo>
                  <a:pt x="28" y="99"/>
                </a:lnTo>
                <a:lnTo>
                  <a:pt x="57" y="99"/>
                </a:lnTo>
                <a:lnTo>
                  <a:pt x="71" y="99"/>
                </a:lnTo>
                <a:lnTo>
                  <a:pt x="71" y="0"/>
                </a:lnTo>
                <a:lnTo>
                  <a:pt x="57" y="0"/>
                </a:lnTo>
                <a:lnTo>
                  <a:pt x="57" y="99"/>
                </a:lnTo>
                <a:lnTo>
                  <a:pt x="85" y="99"/>
                </a:lnTo>
                <a:lnTo>
                  <a:pt x="100" y="99"/>
                </a:lnTo>
                <a:lnTo>
                  <a:pt x="100" y="0"/>
                </a:lnTo>
                <a:lnTo>
                  <a:pt x="85" y="0"/>
                </a:lnTo>
                <a:lnTo>
                  <a:pt x="85" y="99"/>
                </a:lnTo>
                <a:lnTo>
                  <a:pt x="114" y="99"/>
                </a:lnTo>
                <a:lnTo>
                  <a:pt x="128" y="99"/>
                </a:lnTo>
                <a:lnTo>
                  <a:pt x="128" y="0"/>
                </a:lnTo>
                <a:lnTo>
                  <a:pt x="114" y="0"/>
                </a:lnTo>
                <a:lnTo>
                  <a:pt x="114" y="99"/>
                </a:lnTo>
                <a:lnTo>
                  <a:pt x="143" y="99"/>
                </a:lnTo>
                <a:lnTo>
                  <a:pt x="157" y="99"/>
                </a:lnTo>
                <a:lnTo>
                  <a:pt x="157" y="0"/>
                </a:lnTo>
                <a:lnTo>
                  <a:pt x="143" y="0"/>
                </a:lnTo>
                <a:lnTo>
                  <a:pt x="143" y="99"/>
                </a:lnTo>
                <a:lnTo>
                  <a:pt x="171" y="99"/>
                </a:lnTo>
                <a:lnTo>
                  <a:pt x="186" y="99"/>
                </a:lnTo>
                <a:lnTo>
                  <a:pt x="186" y="0"/>
                </a:lnTo>
                <a:lnTo>
                  <a:pt x="171" y="0"/>
                </a:lnTo>
                <a:lnTo>
                  <a:pt x="171" y="99"/>
                </a:lnTo>
                <a:lnTo>
                  <a:pt x="171" y="161"/>
                </a:lnTo>
                <a:lnTo>
                  <a:pt x="186" y="161"/>
                </a:lnTo>
                <a:lnTo>
                  <a:pt x="186" y="111"/>
                </a:lnTo>
                <a:lnTo>
                  <a:pt x="171" y="111"/>
                </a:lnTo>
                <a:lnTo>
                  <a:pt x="171" y="161"/>
                </a:lnTo>
                <a:lnTo>
                  <a:pt x="143" y="161"/>
                </a:lnTo>
                <a:lnTo>
                  <a:pt x="157" y="161"/>
                </a:lnTo>
                <a:lnTo>
                  <a:pt x="157" y="111"/>
                </a:lnTo>
                <a:lnTo>
                  <a:pt x="143" y="111"/>
                </a:lnTo>
                <a:lnTo>
                  <a:pt x="143" y="161"/>
                </a:lnTo>
                <a:lnTo>
                  <a:pt x="114" y="161"/>
                </a:lnTo>
                <a:lnTo>
                  <a:pt x="128" y="161"/>
                </a:lnTo>
                <a:lnTo>
                  <a:pt x="128" y="111"/>
                </a:lnTo>
                <a:lnTo>
                  <a:pt x="114" y="111"/>
                </a:lnTo>
                <a:lnTo>
                  <a:pt x="114" y="161"/>
                </a:lnTo>
                <a:lnTo>
                  <a:pt x="85" y="161"/>
                </a:lnTo>
                <a:lnTo>
                  <a:pt x="100" y="161"/>
                </a:lnTo>
                <a:lnTo>
                  <a:pt x="100" y="111"/>
                </a:lnTo>
                <a:lnTo>
                  <a:pt x="85" y="111"/>
                </a:lnTo>
                <a:lnTo>
                  <a:pt x="85" y="161"/>
                </a:lnTo>
                <a:lnTo>
                  <a:pt x="57" y="161"/>
                </a:lnTo>
                <a:lnTo>
                  <a:pt x="71" y="161"/>
                </a:lnTo>
                <a:lnTo>
                  <a:pt x="71" y="111"/>
                </a:lnTo>
                <a:lnTo>
                  <a:pt x="57" y="111"/>
                </a:lnTo>
                <a:lnTo>
                  <a:pt x="57" y="161"/>
                </a:lnTo>
                <a:lnTo>
                  <a:pt x="28" y="161"/>
                </a:lnTo>
                <a:lnTo>
                  <a:pt x="42" y="161"/>
                </a:lnTo>
                <a:lnTo>
                  <a:pt x="42" y="111"/>
                </a:lnTo>
                <a:lnTo>
                  <a:pt x="28" y="111"/>
                </a:lnTo>
                <a:lnTo>
                  <a:pt x="28" y="161"/>
                </a:lnTo>
                <a:lnTo>
                  <a:pt x="0" y="161"/>
                </a:lnTo>
                <a:lnTo>
                  <a:pt x="14" y="161"/>
                </a:lnTo>
                <a:lnTo>
                  <a:pt x="14" y="111"/>
                </a:lnTo>
                <a:lnTo>
                  <a:pt x="0" y="111"/>
                </a:lnTo>
                <a:lnTo>
                  <a:pt x="0" y="161"/>
                </a:lnTo>
                <a:lnTo>
                  <a:pt x="0" y="99"/>
                </a:lnTo>
              </a:path>
            </a:pathLst>
          </a:custGeom>
          <a:solidFill>
            <a:srgbClr val="C0C0C0"/>
          </a:solidFill>
          <a:ln w="12700" cap="rnd" cmpd="sng">
            <a:solidFill>
              <a:srgbClr val="000000"/>
            </a:solidFill>
            <a:prstDash val="solid"/>
            <a:round/>
          </a:ln>
          <a:effectLst/>
        </p:spPr>
      </p:sp>
      <p:sp>
        <p:nvSpPr>
          <p:cNvPr id="64526" name=""/>
          <p:cNvSpPr/>
          <p:nvPr/>
        </p:nvSpPr>
        <p:spPr>
          <a:xfrm>
            <a:off x="6503988" y="4187825"/>
            <a:ext cx="219075" cy="66675"/>
          </a:xfrm>
          <a:custGeom>
            <a:pathLst>
              <a:path w="145" h="50">
                <a:moveTo>
                  <a:pt x="0" y="0"/>
                </a:moveTo>
                <a:lnTo>
                  <a:pt x="0" y="49"/>
                </a:lnTo>
                <a:lnTo>
                  <a:pt x="144" y="49"/>
                </a:lnTo>
                <a:lnTo>
                  <a:pt x="144" y="0"/>
                </a:lnTo>
                <a:lnTo>
                  <a:pt x="0" y="0"/>
                </a:lnTo>
              </a:path>
            </a:pathLst>
          </a:custGeom>
          <a:noFill/>
          <a:ln w="12700" cap="rnd" cmpd="sng">
            <a:solidFill>
              <a:srgbClr val="000000"/>
            </a:solidFill>
            <a:prstDash val="solid"/>
            <a:round/>
            <a:headEnd type="none" w="sm" len="sm"/>
            <a:tailEnd type="none" w="sm" len="sm"/>
          </a:ln>
          <a:effectLst/>
        </p:spPr>
      </p:sp>
      <p:sp>
        <p:nvSpPr>
          <p:cNvPr id="64527" name=""/>
          <p:cNvSpPr/>
          <p:nvPr/>
        </p:nvSpPr>
        <p:spPr>
          <a:xfrm>
            <a:off x="6503988" y="4187825"/>
            <a:ext cx="219075" cy="22225"/>
          </a:xfrm>
          <a:custGeom>
            <a:pathLst>
              <a:path w="145" h="17">
                <a:moveTo>
                  <a:pt x="0" y="0"/>
                </a:moveTo>
                <a:lnTo>
                  <a:pt x="14" y="16"/>
                </a:lnTo>
                <a:lnTo>
                  <a:pt x="128" y="16"/>
                </a:lnTo>
                <a:lnTo>
                  <a:pt x="144" y="0"/>
                </a:lnTo>
              </a:path>
            </a:pathLst>
          </a:custGeom>
          <a:noFill/>
          <a:ln w="12700" cap="rnd" cmpd="sng">
            <a:solidFill>
              <a:srgbClr val="000000"/>
            </a:solidFill>
            <a:prstDash val="solid"/>
            <a:round/>
            <a:headEnd type="none" w="sm" len="sm"/>
            <a:tailEnd type="none" w="sm" len="sm"/>
          </a:ln>
          <a:effectLst/>
        </p:spPr>
      </p:sp>
      <p:sp>
        <p:nvSpPr>
          <p:cNvPr id="64528" name=""/>
          <p:cNvSpPr/>
          <p:nvPr/>
        </p:nvSpPr>
        <p:spPr>
          <a:xfrm>
            <a:off x="6503988" y="4270375"/>
            <a:ext cx="219075" cy="69850"/>
          </a:xfrm>
          <a:custGeom>
            <a:pathLst>
              <a:path w="145" h="51">
                <a:moveTo>
                  <a:pt x="0" y="50"/>
                </a:moveTo>
                <a:lnTo>
                  <a:pt x="144" y="50"/>
                </a:lnTo>
                <a:lnTo>
                  <a:pt x="144"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529" name=""/>
          <p:cNvSpPr/>
          <p:nvPr/>
        </p:nvSpPr>
        <p:spPr>
          <a:xfrm>
            <a:off x="6503988" y="4352925"/>
            <a:ext cx="219075" cy="68263"/>
          </a:xfrm>
          <a:custGeom>
            <a:pathLst>
              <a:path w="145" h="51">
                <a:moveTo>
                  <a:pt x="0" y="50"/>
                </a:moveTo>
                <a:lnTo>
                  <a:pt x="144" y="50"/>
                </a:lnTo>
                <a:lnTo>
                  <a:pt x="144"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530" name=""/>
          <p:cNvSpPr/>
          <p:nvPr/>
        </p:nvSpPr>
        <p:spPr>
          <a:xfrm>
            <a:off x="6503988" y="4438650"/>
            <a:ext cx="219075" cy="66675"/>
          </a:xfrm>
          <a:custGeom>
            <a:pathLst>
              <a:path w="145" h="50">
                <a:moveTo>
                  <a:pt x="0" y="49"/>
                </a:moveTo>
                <a:lnTo>
                  <a:pt x="144" y="49"/>
                </a:lnTo>
                <a:lnTo>
                  <a:pt x="144" y="0"/>
                </a:lnTo>
                <a:lnTo>
                  <a:pt x="0" y="0"/>
                </a:lnTo>
                <a:lnTo>
                  <a:pt x="0" y="49"/>
                </a:lnTo>
              </a:path>
            </a:pathLst>
          </a:custGeom>
          <a:noFill/>
          <a:ln w="12700" cap="rnd" cmpd="sng">
            <a:solidFill>
              <a:srgbClr val="000000"/>
            </a:solidFill>
            <a:prstDash val="solid"/>
            <a:round/>
            <a:headEnd type="none" w="sm" len="sm"/>
            <a:tailEnd type="none" w="sm" len="sm"/>
          </a:ln>
          <a:effectLst/>
        </p:spPr>
      </p:sp>
      <p:sp>
        <p:nvSpPr>
          <p:cNvPr id="64531" name=""/>
          <p:cNvSpPr/>
          <p:nvPr/>
        </p:nvSpPr>
        <p:spPr>
          <a:xfrm>
            <a:off x="6503988" y="4521200"/>
            <a:ext cx="219075" cy="69850"/>
          </a:xfrm>
          <a:custGeom>
            <a:pathLst>
              <a:path w="145" h="51">
                <a:moveTo>
                  <a:pt x="0" y="50"/>
                </a:moveTo>
                <a:lnTo>
                  <a:pt x="144" y="50"/>
                </a:lnTo>
                <a:lnTo>
                  <a:pt x="144" y="0"/>
                </a:lnTo>
                <a:lnTo>
                  <a:pt x="0" y="0"/>
                </a:lnTo>
                <a:lnTo>
                  <a:pt x="0" y="50"/>
                </a:lnTo>
              </a:path>
            </a:pathLst>
          </a:custGeom>
          <a:noFill/>
          <a:ln w="12700" cap="rnd" cmpd="sng">
            <a:solidFill>
              <a:srgbClr val="000000"/>
            </a:solidFill>
            <a:prstDash val="solid"/>
            <a:round/>
            <a:headEnd type="none" w="sm" len="sm"/>
            <a:tailEnd type="none" w="sm" len="sm"/>
          </a:ln>
          <a:effectLst/>
        </p:spPr>
      </p:sp>
      <p:cxnSp>
        <p:nvCxnSpPr>
          <p:cNvPr id="64532" name=""/>
          <p:cNvCxnSpPr/>
          <p:nvPr/>
        </p:nvCxnSpPr>
        <p:spPr>
          <a:xfrm flipV="1">
            <a:off x="6503988" y="4203700"/>
            <a:ext cx="20637" cy="49213"/>
          </a:xfrm>
          <a:prstGeom prst="line">
            <a:avLst/>
          </a:prstGeom>
          <a:noFill/>
          <a:ln w="12700">
            <a:solidFill>
              <a:prstClr val="black"/>
            </a:solidFill>
            <a:miter lim="800000"/>
          </a:ln>
          <a:effectLst/>
        </p:spPr>
      </p:cxnSp>
      <p:cxnSp>
        <p:nvCxnSpPr>
          <p:cNvPr id="64533" name=""/>
          <p:cNvCxnSpPr/>
          <p:nvPr/>
        </p:nvCxnSpPr>
        <p:spPr>
          <a:xfrm>
            <a:off x="6513513" y="4495800"/>
            <a:ext cx="141287" cy="0"/>
          </a:xfrm>
          <a:prstGeom prst="line">
            <a:avLst/>
          </a:prstGeom>
          <a:noFill/>
          <a:ln w="12700">
            <a:solidFill>
              <a:prstClr val="black"/>
            </a:solidFill>
            <a:miter lim="800000"/>
          </a:ln>
          <a:effectLst/>
        </p:spPr>
      </p:cxnSp>
      <p:cxnSp>
        <p:nvCxnSpPr>
          <p:cNvPr id="64534" name=""/>
          <p:cNvCxnSpPr/>
          <p:nvPr/>
        </p:nvCxnSpPr>
        <p:spPr>
          <a:xfrm>
            <a:off x="6513513" y="4484688"/>
            <a:ext cx="141287" cy="0"/>
          </a:xfrm>
          <a:prstGeom prst="line">
            <a:avLst/>
          </a:prstGeom>
          <a:noFill/>
          <a:ln w="12700">
            <a:solidFill>
              <a:prstClr val="black"/>
            </a:solidFill>
            <a:miter lim="800000"/>
          </a:ln>
          <a:effectLst/>
        </p:spPr>
      </p:cxnSp>
      <p:cxnSp>
        <p:nvCxnSpPr>
          <p:cNvPr id="64535" name=""/>
          <p:cNvCxnSpPr/>
          <p:nvPr/>
        </p:nvCxnSpPr>
        <p:spPr>
          <a:xfrm>
            <a:off x="6513513" y="4471988"/>
            <a:ext cx="141287" cy="0"/>
          </a:xfrm>
          <a:prstGeom prst="line">
            <a:avLst/>
          </a:prstGeom>
          <a:noFill/>
          <a:ln w="12700">
            <a:solidFill>
              <a:prstClr val="black"/>
            </a:solidFill>
            <a:miter lim="800000"/>
          </a:ln>
          <a:effectLst/>
        </p:spPr>
      </p:cxnSp>
      <p:cxnSp>
        <p:nvCxnSpPr>
          <p:cNvPr id="64536" name=""/>
          <p:cNvCxnSpPr/>
          <p:nvPr/>
        </p:nvCxnSpPr>
        <p:spPr>
          <a:xfrm>
            <a:off x="6513513" y="4459288"/>
            <a:ext cx="141287" cy="0"/>
          </a:xfrm>
          <a:prstGeom prst="line">
            <a:avLst/>
          </a:prstGeom>
          <a:noFill/>
          <a:ln w="12700">
            <a:solidFill>
              <a:prstClr val="black"/>
            </a:solidFill>
            <a:miter lim="800000"/>
          </a:ln>
          <a:effectLst/>
        </p:spPr>
      </p:cxnSp>
      <p:cxnSp>
        <p:nvCxnSpPr>
          <p:cNvPr id="64537" name=""/>
          <p:cNvCxnSpPr/>
          <p:nvPr/>
        </p:nvCxnSpPr>
        <p:spPr>
          <a:xfrm>
            <a:off x="6513513" y="4446588"/>
            <a:ext cx="141287" cy="0"/>
          </a:xfrm>
          <a:prstGeom prst="line">
            <a:avLst/>
          </a:prstGeom>
          <a:noFill/>
          <a:ln w="12700">
            <a:solidFill>
              <a:prstClr val="black"/>
            </a:solidFill>
            <a:miter lim="800000"/>
          </a:ln>
          <a:effectLst/>
        </p:spPr>
      </p:cxnSp>
      <p:sp>
        <p:nvSpPr>
          <p:cNvPr id="64538" name=""/>
          <p:cNvSpPr/>
          <p:nvPr/>
        </p:nvSpPr>
        <p:spPr>
          <a:xfrm>
            <a:off x="6611938" y="4286250"/>
            <a:ext cx="68262" cy="36513"/>
          </a:xfrm>
          <a:custGeom>
            <a:pathLst>
              <a:path w="45" h="26">
                <a:moveTo>
                  <a:pt x="0" y="25"/>
                </a:moveTo>
                <a:lnTo>
                  <a:pt x="44" y="25"/>
                </a:lnTo>
                <a:lnTo>
                  <a:pt x="44" y="0"/>
                </a:lnTo>
                <a:lnTo>
                  <a:pt x="0" y="0"/>
                </a:lnTo>
                <a:lnTo>
                  <a:pt x="0" y="25"/>
                </a:lnTo>
              </a:path>
            </a:pathLst>
          </a:custGeom>
          <a:noFill/>
          <a:ln w="12700" cap="rnd" cmpd="sng">
            <a:solidFill>
              <a:srgbClr val="000000"/>
            </a:solidFill>
            <a:prstDash val="solid"/>
            <a:round/>
            <a:headEnd type="none" w="sm" len="sm"/>
            <a:tailEnd type="none" w="sm" len="sm"/>
          </a:ln>
          <a:effectLst/>
        </p:spPr>
      </p:sp>
      <p:sp>
        <p:nvSpPr>
          <p:cNvPr id="64539" name=""/>
          <p:cNvSpPr/>
          <p:nvPr/>
        </p:nvSpPr>
        <p:spPr>
          <a:xfrm>
            <a:off x="6672263" y="4400550"/>
            <a:ext cx="33337" cy="22225"/>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540" name=""/>
          <p:cNvSpPr/>
          <p:nvPr/>
        </p:nvSpPr>
        <p:spPr>
          <a:xfrm>
            <a:off x="6672263" y="4446588"/>
            <a:ext cx="33337" cy="22225"/>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541" name=""/>
          <p:cNvSpPr/>
          <p:nvPr/>
        </p:nvSpPr>
        <p:spPr>
          <a:xfrm>
            <a:off x="6672263" y="4464050"/>
            <a:ext cx="33337" cy="22225"/>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542" name=""/>
          <p:cNvSpPr/>
          <p:nvPr/>
        </p:nvSpPr>
        <p:spPr>
          <a:xfrm>
            <a:off x="1444625" y="3132138"/>
            <a:ext cx="682625" cy="604837"/>
          </a:xfrm>
          <a:custGeom>
            <a:pathLst>
              <a:path w="449" h="448">
                <a:moveTo>
                  <a:pt x="98" y="293"/>
                </a:moveTo>
                <a:lnTo>
                  <a:pt x="0" y="293"/>
                </a:lnTo>
                <a:lnTo>
                  <a:pt x="0" y="447"/>
                </a:lnTo>
                <a:lnTo>
                  <a:pt x="448" y="447"/>
                </a:lnTo>
                <a:lnTo>
                  <a:pt x="448" y="293"/>
                </a:lnTo>
                <a:lnTo>
                  <a:pt x="349" y="293"/>
                </a:lnTo>
                <a:lnTo>
                  <a:pt x="349" y="272"/>
                </a:lnTo>
                <a:lnTo>
                  <a:pt x="391" y="272"/>
                </a:lnTo>
                <a:lnTo>
                  <a:pt x="391" y="0"/>
                </a:lnTo>
                <a:lnTo>
                  <a:pt x="56" y="0"/>
                </a:lnTo>
                <a:lnTo>
                  <a:pt x="56" y="272"/>
                </a:lnTo>
                <a:lnTo>
                  <a:pt x="98" y="272"/>
                </a:lnTo>
                <a:lnTo>
                  <a:pt x="98" y="293"/>
                </a:lnTo>
              </a:path>
            </a:pathLst>
          </a:custGeom>
          <a:solidFill>
            <a:srgbClr val="FFFFFF"/>
          </a:solidFill>
          <a:ln w="12700" cap="rnd" cmpd="sng">
            <a:solidFill>
              <a:srgbClr val="000000"/>
            </a:solidFill>
            <a:prstDash val="solid"/>
            <a:round/>
          </a:ln>
          <a:effectLst/>
        </p:spPr>
      </p:sp>
      <p:cxnSp>
        <p:nvCxnSpPr>
          <p:cNvPr id="64543" name=""/>
          <p:cNvCxnSpPr/>
          <p:nvPr/>
        </p:nvCxnSpPr>
        <p:spPr>
          <a:xfrm>
            <a:off x="1595438" y="3527425"/>
            <a:ext cx="381000" cy="0"/>
          </a:xfrm>
          <a:prstGeom prst="line">
            <a:avLst/>
          </a:prstGeom>
          <a:noFill/>
          <a:ln w="12700">
            <a:solidFill>
              <a:prstClr val="black"/>
            </a:solidFill>
            <a:miter lim="800000"/>
          </a:ln>
          <a:effectLst/>
        </p:spPr>
      </p:cxnSp>
      <p:cxnSp>
        <p:nvCxnSpPr>
          <p:cNvPr id="64544" name=""/>
          <p:cNvCxnSpPr/>
          <p:nvPr/>
        </p:nvCxnSpPr>
        <p:spPr>
          <a:xfrm>
            <a:off x="1595438" y="3498850"/>
            <a:ext cx="381000" cy="0"/>
          </a:xfrm>
          <a:prstGeom prst="line">
            <a:avLst/>
          </a:prstGeom>
          <a:noFill/>
          <a:ln w="12700">
            <a:solidFill>
              <a:prstClr val="black"/>
            </a:solidFill>
            <a:miter lim="800000"/>
          </a:ln>
          <a:effectLst/>
        </p:spPr>
      </p:cxnSp>
      <p:sp>
        <p:nvSpPr>
          <p:cNvPr id="64545" name=""/>
          <p:cNvSpPr/>
          <p:nvPr/>
        </p:nvSpPr>
        <p:spPr>
          <a:xfrm>
            <a:off x="1793875" y="3546475"/>
            <a:ext cx="279400" cy="171450"/>
          </a:xfrm>
          <a:custGeom>
            <a:pathLst>
              <a:path w="184" h="127">
                <a:moveTo>
                  <a:pt x="0" y="126"/>
                </a:moveTo>
                <a:lnTo>
                  <a:pt x="147" y="126"/>
                </a:lnTo>
                <a:lnTo>
                  <a:pt x="147" y="0"/>
                </a:lnTo>
                <a:lnTo>
                  <a:pt x="0" y="0"/>
                </a:lnTo>
                <a:lnTo>
                  <a:pt x="0" y="126"/>
                </a:lnTo>
                <a:lnTo>
                  <a:pt x="161" y="20"/>
                </a:lnTo>
                <a:lnTo>
                  <a:pt x="183" y="20"/>
                </a:lnTo>
                <a:lnTo>
                  <a:pt x="183" y="0"/>
                </a:lnTo>
                <a:lnTo>
                  <a:pt x="161" y="0"/>
                </a:lnTo>
                <a:lnTo>
                  <a:pt x="161" y="20"/>
                </a:lnTo>
                <a:lnTo>
                  <a:pt x="0" y="126"/>
                </a:lnTo>
              </a:path>
            </a:pathLst>
          </a:custGeom>
          <a:solidFill>
            <a:srgbClr val="FFFFFF"/>
          </a:solidFill>
          <a:ln w="12700" cap="rnd" cmpd="sng">
            <a:solidFill>
              <a:srgbClr val="000000"/>
            </a:solidFill>
            <a:prstDash val="solid"/>
            <a:round/>
          </a:ln>
          <a:effectLst/>
        </p:spPr>
      </p:sp>
      <p:cxnSp>
        <p:nvCxnSpPr>
          <p:cNvPr id="64546" name=""/>
          <p:cNvCxnSpPr/>
          <p:nvPr/>
        </p:nvCxnSpPr>
        <p:spPr>
          <a:xfrm>
            <a:off x="1793875" y="3602038"/>
            <a:ext cx="225425" cy="0"/>
          </a:xfrm>
          <a:prstGeom prst="line">
            <a:avLst/>
          </a:prstGeom>
          <a:noFill/>
          <a:ln w="12700">
            <a:solidFill>
              <a:prstClr val="black"/>
            </a:solidFill>
            <a:miter lim="800000"/>
          </a:ln>
          <a:effectLst/>
        </p:spPr>
      </p:cxnSp>
      <p:cxnSp>
        <p:nvCxnSpPr>
          <p:cNvPr id="64547" name=""/>
          <p:cNvCxnSpPr/>
          <p:nvPr/>
        </p:nvCxnSpPr>
        <p:spPr>
          <a:xfrm>
            <a:off x="1793875" y="3657600"/>
            <a:ext cx="225425" cy="0"/>
          </a:xfrm>
          <a:prstGeom prst="line">
            <a:avLst/>
          </a:prstGeom>
          <a:noFill/>
          <a:ln w="12700">
            <a:solidFill>
              <a:prstClr val="black"/>
            </a:solidFill>
            <a:miter lim="800000"/>
          </a:ln>
          <a:effectLst/>
        </p:spPr>
      </p:cxnSp>
      <p:cxnSp>
        <p:nvCxnSpPr>
          <p:cNvPr id="64548" name=""/>
          <p:cNvCxnSpPr/>
          <p:nvPr/>
        </p:nvCxnSpPr>
        <p:spPr>
          <a:xfrm>
            <a:off x="1806575" y="3630613"/>
            <a:ext cx="200025" cy="0"/>
          </a:xfrm>
          <a:prstGeom prst="line">
            <a:avLst/>
          </a:prstGeom>
          <a:noFill/>
          <a:ln w="12700">
            <a:solidFill>
              <a:prstClr val="black"/>
            </a:solidFill>
            <a:miter lim="800000"/>
          </a:ln>
          <a:effectLst/>
        </p:spPr>
      </p:cxnSp>
      <p:sp>
        <p:nvSpPr>
          <p:cNvPr id="64549" name=""/>
          <p:cNvSpPr/>
          <p:nvPr/>
        </p:nvSpPr>
        <p:spPr>
          <a:xfrm>
            <a:off x="1922463" y="3611563"/>
            <a:ext cx="66675" cy="39687"/>
          </a:xfrm>
          <a:custGeom>
            <a:pathLst>
              <a:path w="43" h="29">
                <a:moveTo>
                  <a:pt x="0" y="28"/>
                </a:moveTo>
                <a:lnTo>
                  <a:pt x="42" y="28"/>
                </a:lnTo>
                <a:lnTo>
                  <a:pt x="42" y="0"/>
                </a:lnTo>
                <a:lnTo>
                  <a:pt x="0" y="0"/>
                </a:lnTo>
                <a:lnTo>
                  <a:pt x="0" y="28"/>
                </a:lnTo>
              </a:path>
            </a:pathLst>
          </a:custGeom>
          <a:noFill/>
          <a:ln w="12700" cap="rnd" cmpd="sng">
            <a:solidFill>
              <a:srgbClr val="000000"/>
            </a:solidFill>
            <a:prstDash val="solid"/>
            <a:round/>
            <a:headEnd type="none" w="sm" len="sm"/>
            <a:tailEnd type="none" w="sm" len="sm"/>
          </a:ln>
          <a:effectLst/>
        </p:spPr>
      </p:sp>
      <p:sp>
        <p:nvSpPr>
          <p:cNvPr id="64550" name=""/>
          <p:cNvSpPr/>
          <p:nvPr/>
        </p:nvSpPr>
        <p:spPr>
          <a:xfrm>
            <a:off x="1468438" y="3173413"/>
            <a:ext cx="636587" cy="406400"/>
          </a:xfrm>
          <a:custGeom>
            <a:pathLst>
              <a:path w="420" h="301">
                <a:moveTo>
                  <a:pt x="351" y="214"/>
                </a:moveTo>
                <a:lnTo>
                  <a:pt x="366" y="214"/>
                </a:lnTo>
                <a:lnTo>
                  <a:pt x="366" y="210"/>
                </a:lnTo>
                <a:lnTo>
                  <a:pt x="351" y="210"/>
                </a:lnTo>
                <a:lnTo>
                  <a:pt x="351" y="214"/>
                </a:lnTo>
                <a:lnTo>
                  <a:pt x="94" y="178"/>
                </a:lnTo>
                <a:lnTo>
                  <a:pt x="94" y="21"/>
                </a:lnTo>
                <a:lnTo>
                  <a:pt x="325" y="21"/>
                </a:lnTo>
                <a:lnTo>
                  <a:pt x="325" y="178"/>
                </a:lnTo>
                <a:lnTo>
                  <a:pt x="94" y="178"/>
                </a:lnTo>
                <a:lnTo>
                  <a:pt x="84" y="188"/>
                </a:lnTo>
                <a:lnTo>
                  <a:pt x="335" y="188"/>
                </a:lnTo>
                <a:lnTo>
                  <a:pt x="335" y="10"/>
                </a:lnTo>
                <a:lnTo>
                  <a:pt x="346" y="10"/>
                </a:lnTo>
                <a:lnTo>
                  <a:pt x="346" y="0"/>
                </a:lnTo>
                <a:lnTo>
                  <a:pt x="73" y="0"/>
                </a:lnTo>
                <a:lnTo>
                  <a:pt x="73" y="199"/>
                </a:lnTo>
                <a:lnTo>
                  <a:pt x="84" y="199"/>
                </a:lnTo>
                <a:lnTo>
                  <a:pt x="84" y="188"/>
                </a:lnTo>
                <a:lnTo>
                  <a:pt x="0" y="290"/>
                </a:lnTo>
                <a:lnTo>
                  <a:pt x="42" y="290"/>
                </a:lnTo>
                <a:lnTo>
                  <a:pt x="42" y="276"/>
                </a:lnTo>
                <a:lnTo>
                  <a:pt x="0" y="276"/>
                </a:lnTo>
                <a:lnTo>
                  <a:pt x="0" y="290"/>
                </a:lnTo>
                <a:lnTo>
                  <a:pt x="245" y="300"/>
                </a:lnTo>
                <a:lnTo>
                  <a:pt x="335" y="300"/>
                </a:lnTo>
                <a:lnTo>
                  <a:pt x="335" y="293"/>
                </a:lnTo>
                <a:lnTo>
                  <a:pt x="245" y="293"/>
                </a:lnTo>
                <a:lnTo>
                  <a:pt x="245" y="300"/>
                </a:lnTo>
                <a:lnTo>
                  <a:pt x="405" y="282"/>
                </a:lnTo>
                <a:lnTo>
                  <a:pt x="419" y="282"/>
                </a:lnTo>
                <a:lnTo>
                  <a:pt x="419" y="276"/>
                </a:lnTo>
                <a:lnTo>
                  <a:pt x="405" y="276"/>
                </a:lnTo>
                <a:lnTo>
                  <a:pt x="405" y="282"/>
                </a:lnTo>
                <a:lnTo>
                  <a:pt x="405" y="296"/>
                </a:lnTo>
                <a:lnTo>
                  <a:pt x="419" y="296"/>
                </a:lnTo>
                <a:lnTo>
                  <a:pt x="419" y="290"/>
                </a:lnTo>
                <a:lnTo>
                  <a:pt x="405" y="290"/>
                </a:lnTo>
                <a:lnTo>
                  <a:pt x="405" y="296"/>
                </a:lnTo>
                <a:lnTo>
                  <a:pt x="351" y="214"/>
                </a:lnTo>
              </a:path>
            </a:pathLst>
          </a:custGeom>
          <a:solidFill>
            <a:srgbClr val="000000"/>
          </a:solidFill>
          <a:ln w="12700" cap="rnd" cmpd="sng">
            <a:solidFill>
              <a:srgbClr val="000000"/>
            </a:solidFill>
            <a:prstDash val="solid"/>
            <a:round/>
          </a:ln>
          <a:effectLst/>
        </p:spPr>
      </p:sp>
      <p:cxnSp>
        <p:nvCxnSpPr>
          <p:cNvPr id="64551" name=""/>
          <p:cNvCxnSpPr/>
          <p:nvPr/>
        </p:nvCxnSpPr>
        <p:spPr>
          <a:xfrm>
            <a:off x="1531938" y="3476625"/>
            <a:ext cx="508000" cy="0"/>
          </a:xfrm>
          <a:prstGeom prst="line">
            <a:avLst/>
          </a:prstGeom>
          <a:noFill/>
          <a:ln w="12700">
            <a:solidFill>
              <a:prstClr val="black"/>
            </a:solidFill>
            <a:miter lim="800000"/>
          </a:ln>
          <a:effectLst/>
        </p:spPr>
      </p:cxnSp>
      <p:cxnSp>
        <p:nvCxnSpPr>
          <p:cNvPr id="64552" name=""/>
          <p:cNvCxnSpPr/>
          <p:nvPr/>
        </p:nvCxnSpPr>
        <p:spPr>
          <a:xfrm flipH="1" flipV="1">
            <a:off x="1657350" y="3476625"/>
            <a:ext cx="0" cy="22225"/>
          </a:xfrm>
          <a:prstGeom prst="line">
            <a:avLst/>
          </a:prstGeom>
          <a:noFill/>
          <a:ln w="12700">
            <a:solidFill>
              <a:prstClr val="black"/>
            </a:solidFill>
            <a:miter lim="800000"/>
          </a:ln>
          <a:effectLst/>
        </p:spPr>
      </p:cxnSp>
      <p:cxnSp>
        <p:nvCxnSpPr>
          <p:cNvPr id="64553" name=""/>
          <p:cNvCxnSpPr/>
          <p:nvPr/>
        </p:nvCxnSpPr>
        <p:spPr>
          <a:xfrm flipH="1" flipV="1">
            <a:off x="1784350" y="3476625"/>
            <a:ext cx="0" cy="22225"/>
          </a:xfrm>
          <a:prstGeom prst="line">
            <a:avLst/>
          </a:prstGeom>
          <a:noFill/>
          <a:ln w="12700">
            <a:solidFill>
              <a:prstClr val="black"/>
            </a:solidFill>
            <a:miter lim="800000"/>
          </a:ln>
          <a:effectLst/>
        </p:spPr>
      </p:cxnSp>
      <p:sp>
        <p:nvSpPr>
          <p:cNvPr id="64554" name=""/>
          <p:cNvSpPr/>
          <p:nvPr/>
        </p:nvSpPr>
        <p:spPr>
          <a:xfrm>
            <a:off x="1627188" y="3086100"/>
            <a:ext cx="252412" cy="363538"/>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2300" i="1">
                <a:solidFill>
                  <a:schemeClr val="bg2"/>
                </a:solidFill>
                <a:latin typeface="Arial" pitchFamily="34" charset="0"/>
              </a:rPr>
              <a:t>ie</a:t>
            </a:r>
            <a:endParaRPr sz="2300" i="1">
              <a:solidFill>
                <a:schemeClr val="bg2"/>
              </a:solidFill>
              <a:latin typeface="Arial" pitchFamily="34" charset="0"/>
            </a:endParaRPr>
          </a:p>
        </p:txBody>
      </p:sp>
      <p:sp>
        <p:nvSpPr>
          <p:cNvPr id="64555" name=""/>
          <p:cNvSpPr/>
          <p:nvPr/>
        </p:nvSpPr>
        <p:spPr>
          <a:xfrm>
            <a:off x="6423025" y="2125663"/>
            <a:ext cx="530225" cy="671512"/>
          </a:xfrm>
          <a:custGeom>
            <a:pathLst>
              <a:path w="349" h="497">
                <a:moveTo>
                  <a:pt x="0" y="43"/>
                </a:moveTo>
                <a:lnTo>
                  <a:pt x="0" y="453"/>
                </a:lnTo>
                <a:lnTo>
                  <a:pt x="1" y="458"/>
                </a:lnTo>
                <a:lnTo>
                  <a:pt x="5" y="463"/>
                </a:lnTo>
                <a:lnTo>
                  <a:pt x="11" y="468"/>
                </a:lnTo>
                <a:lnTo>
                  <a:pt x="20" y="473"/>
                </a:lnTo>
                <a:lnTo>
                  <a:pt x="31" y="477"/>
                </a:lnTo>
                <a:lnTo>
                  <a:pt x="44" y="482"/>
                </a:lnTo>
                <a:lnTo>
                  <a:pt x="59" y="485"/>
                </a:lnTo>
                <a:lnTo>
                  <a:pt x="75" y="488"/>
                </a:lnTo>
                <a:lnTo>
                  <a:pt x="93" y="491"/>
                </a:lnTo>
                <a:lnTo>
                  <a:pt x="113" y="493"/>
                </a:lnTo>
                <a:lnTo>
                  <a:pt x="132" y="495"/>
                </a:lnTo>
                <a:lnTo>
                  <a:pt x="153" y="496"/>
                </a:lnTo>
                <a:lnTo>
                  <a:pt x="174" y="496"/>
                </a:lnTo>
                <a:lnTo>
                  <a:pt x="195" y="496"/>
                </a:lnTo>
                <a:lnTo>
                  <a:pt x="216" y="495"/>
                </a:lnTo>
                <a:lnTo>
                  <a:pt x="236" y="493"/>
                </a:lnTo>
                <a:lnTo>
                  <a:pt x="255" y="491"/>
                </a:lnTo>
                <a:lnTo>
                  <a:pt x="273" y="488"/>
                </a:lnTo>
                <a:lnTo>
                  <a:pt x="289" y="485"/>
                </a:lnTo>
                <a:lnTo>
                  <a:pt x="304" y="482"/>
                </a:lnTo>
                <a:lnTo>
                  <a:pt x="317" y="477"/>
                </a:lnTo>
                <a:lnTo>
                  <a:pt x="328" y="473"/>
                </a:lnTo>
                <a:lnTo>
                  <a:pt x="336" y="468"/>
                </a:lnTo>
                <a:lnTo>
                  <a:pt x="343" y="463"/>
                </a:lnTo>
                <a:lnTo>
                  <a:pt x="346" y="458"/>
                </a:lnTo>
                <a:lnTo>
                  <a:pt x="348" y="453"/>
                </a:lnTo>
                <a:lnTo>
                  <a:pt x="348" y="43"/>
                </a:lnTo>
                <a:lnTo>
                  <a:pt x="346" y="37"/>
                </a:lnTo>
                <a:lnTo>
                  <a:pt x="343" y="33"/>
                </a:lnTo>
                <a:lnTo>
                  <a:pt x="336" y="27"/>
                </a:lnTo>
                <a:lnTo>
                  <a:pt x="328" y="23"/>
                </a:lnTo>
                <a:lnTo>
                  <a:pt x="317" y="18"/>
                </a:lnTo>
                <a:lnTo>
                  <a:pt x="304" y="14"/>
                </a:lnTo>
                <a:lnTo>
                  <a:pt x="289" y="10"/>
                </a:lnTo>
                <a:lnTo>
                  <a:pt x="273" y="7"/>
                </a:lnTo>
                <a:lnTo>
                  <a:pt x="255" y="4"/>
                </a:lnTo>
                <a:lnTo>
                  <a:pt x="236" y="2"/>
                </a:lnTo>
                <a:lnTo>
                  <a:pt x="216" y="1"/>
                </a:lnTo>
                <a:lnTo>
                  <a:pt x="195" y="0"/>
                </a:lnTo>
                <a:lnTo>
                  <a:pt x="174" y="0"/>
                </a:lnTo>
                <a:lnTo>
                  <a:pt x="153" y="0"/>
                </a:lnTo>
                <a:lnTo>
                  <a:pt x="132" y="1"/>
                </a:lnTo>
                <a:lnTo>
                  <a:pt x="113" y="2"/>
                </a:lnTo>
                <a:lnTo>
                  <a:pt x="93" y="4"/>
                </a:lnTo>
                <a:lnTo>
                  <a:pt x="75" y="7"/>
                </a:lnTo>
                <a:lnTo>
                  <a:pt x="59" y="10"/>
                </a:lnTo>
                <a:lnTo>
                  <a:pt x="44" y="14"/>
                </a:lnTo>
                <a:lnTo>
                  <a:pt x="31" y="18"/>
                </a:lnTo>
                <a:lnTo>
                  <a:pt x="20" y="23"/>
                </a:lnTo>
                <a:lnTo>
                  <a:pt x="11" y="27"/>
                </a:lnTo>
                <a:lnTo>
                  <a:pt x="5" y="33"/>
                </a:lnTo>
                <a:lnTo>
                  <a:pt x="1" y="37"/>
                </a:lnTo>
                <a:lnTo>
                  <a:pt x="0" y="43"/>
                </a:lnTo>
              </a:path>
            </a:pathLst>
          </a:custGeom>
          <a:solidFill>
            <a:srgbClr val="C0C0C0"/>
          </a:solidFill>
          <a:ln w="12700" cap="rnd" cmpd="sng">
            <a:solidFill>
              <a:srgbClr val="000000"/>
            </a:solidFill>
            <a:prstDash val="solid"/>
            <a:round/>
          </a:ln>
          <a:effectLst/>
        </p:spPr>
      </p:sp>
      <p:sp>
        <p:nvSpPr>
          <p:cNvPr id="64556" name=""/>
          <p:cNvSpPr/>
          <p:nvPr/>
        </p:nvSpPr>
        <p:spPr>
          <a:xfrm>
            <a:off x="6423025" y="2184400"/>
            <a:ext cx="530225" cy="58738"/>
          </a:xfrm>
          <a:custGeom>
            <a:pathLst>
              <a:path w="349" h="44">
                <a:moveTo>
                  <a:pt x="0" y="0"/>
                </a:moveTo>
                <a:lnTo>
                  <a:pt x="1" y="5"/>
                </a:lnTo>
                <a:lnTo>
                  <a:pt x="5" y="10"/>
                </a:lnTo>
                <a:lnTo>
                  <a:pt x="11" y="16"/>
                </a:lnTo>
                <a:lnTo>
                  <a:pt x="20" y="20"/>
                </a:lnTo>
                <a:lnTo>
                  <a:pt x="31" y="25"/>
                </a:lnTo>
                <a:lnTo>
                  <a:pt x="44" y="29"/>
                </a:lnTo>
                <a:lnTo>
                  <a:pt x="59" y="32"/>
                </a:lnTo>
                <a:lnTo>
                  <a:pt x="75" y="35"/>
                </a:lnTo>
                <a:lnTo>
                  <a:pt x="93" y="38"/>
                </a:lnTo>
                <a:lnTo>
                  <a:pt x="113" y="41"/>
                </a:lnTo>
                <a:lnTo>
                  <a:pt x="132" y="42"/>
                </a:lnTo>
                <a:lnTo>
                  <a:pt x="153" y="43"/>
                </a:lnTo>
                <a:lnTo>
                  <a:pt x="174" y="43"/>
                </a:lnTo>
                <a:lnTo>
                  <a:pt x="195" y="43"/>
                </a:lnTo>
                <a:lnTo>
                  <a:pt x="216" y="42"/>
                </a:lnTo>
                <a:lnTo>
                  <a:pt x="236" y="41"/>
                </a:lnTo>
                <a:lnTo>
                  <a:pt x="255" y="38"/>
                </a:lnTo>
                <a:lnTo>
                  <a:pt x="273" y="35"/>
                </a:lnTo>
                <a:lnTo>
                  <a:pt x="289" y="32"/>
                </a:lnTo>
                <a:lnTo>
                  <a:pt x="304" y="29"/>
                </a:lnTo>
                <a:lnTo>
                  <a:pt x="317" y="25"/>
                </a:lnTo>
                <a:lnTo>
                  <a:pt x="328" y="20"/>
                </a:lnTo>
                <a:lnTo>
                  <a:pt x="336" y="16"/>
                </a:lnTo>
                <a:lnTo>
                  <a:pt x="343" y="10"/>
                </a:lnTo>
                <a:lnTo>
                  <a:pt x="346" y="5"/>
                </a:lnTo>
                <a:lnTo>
                  <a:pt x="348" y="0"/>
                </a:lnTo>
              </a:path>
            </a:pathLst>
          </a:custGeom>
          <a:noFill/>
          <a:ln w="12700" cap="rnd" cmpd="sng">
            <a:solidFill>
              <a:srgbClr val="000000"/>
            </a:solidFill>
            <a:prstDash val="solid"/>
            <a:round/>
            <a:headEnd type="none" w="sm" len="sm"/>
            <a:tailEnd type="none" w="sm" len="sm"/>
          </a:ln>
          <a:effectLst/>
        </p:spPr>
      </p:sp>
      <p:sp>
        <p:nvSpPr>
          <p:cNvPr id="64557" name=""/>
          <p:cNvSpPr/>
          <p:nvPr/>
        </p:nvSpPr>
        <p:spPr>
          <a:xfrm>
            <a:off x="6527800" y="2381250"/>
            <a:ext cx="241300" cy="134938"/>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800">
                <a:solidFill>
                  <a:schemeClr val="bg2"/>
                </a:solidFill>
                <a:latin typeface="Arial" pitchFamily="34" charset="0"/>
              </a:rPr>
              <a:t>Data</a:t>
            </a:r>
            <a:endParaRPr sz="800">
              <a:solidFill>
                <a:schemeClr val="bg2"/>
              </a:solidFill>
              <a:latin typeface="Arial" pitchFamily="34" charset="0"/>
            </a:endParaRPr>
          </a:p>
        </p:txBody>
      </p:sp>
      <p:cxnSp>
        <p:nvCxnSpPr>
          <p:cNvPr id="64558" name=""/>
          <p:cNvCxnSpPr/>
          <p:nvPr/>
        </p:nvCxnSpPr>
        <p:spPr>
          <a:xfrm flipH="1">
            <a:off x="4613275" y="1857375"/>
            <a:ext cx="0" cy="2949575"/>
          </a:xfrm>
          <a:prstGeom prst="line">
            <a:avLst/>
          </a:prstGeom>
          <a:noFill/>
          <a:ln w="12700">
            <a:solidFill>
              <a:schemeClr val="folHlink"/>
            </a:solidFill>
            <a:miter lim="800000"/>
          </a:ln>
          <a:effectLst/>
        </p:spPr>
      </p:cxnSp>
      <p:cxnSp>
        <p:nvCxnSpPr>
          <p:cNvPr id="64559" name=""/>
          <p:cNvCxnSpPr/>
          <p:nvPr/>
        </p:nvCxnSpPr>
        <p:spPr>
          <a:xfrm>
            <a:off x="1828800" y="1905000"/>
            <a:ext cx="5430838" cy="0"/>
          </a:xfrm>
          <a:prstGeom prst="line">
            <a:avLst/>
          </a:prstGeom>
          <a:noFill/>
          <a:ln w="12700">
            <a:solidFill>
              <a:schemeClr val="folHlink"/>
            </a:solidFill>
            <a:miter lim="800000"/>
          </a:ln>
          <a:effectLst/>
        </p:spPr>
      </p:cxnSp>
      <p:sp>
        <p:nvSpPr>
          <p:cNvPr id="64560" name=""/>
          <p:cNvSpPr/>
          <p:nvPr/>
        </p:nvSpPr>
        <p:spPr>
          <a:xfrm>
            <a:off x="4084638" y="5208588"/>
            <a:ext cx="681037" cy="604837"/>
          </a:xfrm>
          <a:custGeom>
            <a:pathLst>
              <a:path w="448" h="448">
                <a:moveTo>
                  <a:pt x="98" y="293"/>
                </a:moveTo>
                <a:lnTo>
                  <a:pt x="0" y="293"/>
                </a:lnTo>
                <a:lnTo>
                  <a:pt x="0" y="447"/>
                </a:lnTo>
                <a:lnTo>
                  <a:pt x="447" y="447"/>
                </a:lnTo>
                <a:lnTo>
                  <a:pt x="447" y="293"/>
                </a:lnTo>
                <a:lnTo>
                  <a:pt x="350" y="293"/>
                </a:lnTo>
                <a:lnTo>
                  <a:pt x="350" y="272"/>
                </a:lnTo>
                <a:lnTo>
                  <a:pt x="392" y="272"/>
                </a:lnTo>
                <a:lnTo>
                  <a:pt x="392" y="0"/>
                </a:lnTo>
                <a:lnTo>
                  <a:pt x="56" y="0"/>
                </a:lnTo>
                <a:lnTo>
                  <a:pt x="56" y="272"/>
                </a:lnTo>
                <a:lnTo>
                  <a:pt x="98" y="272"/>
                </a:lnTo>
                <a:lnTo>
                  <a:pt x="98" y="293"/>
                </a:lnTo>
              </a:path>
            </a:pathLst>
          </a:custGeom>
          <a:solidFill>
            <a:srgbClr val="FFFFFF"/>
          </a:solidFill>
          <a:ln w="12700" cap="rnd" cmpd="sng">
            <a:solidFill>
              <a:srgbClr val="000000"/>
            </a:solidFill>
            <a:prstDash val="solid"/>
            <a:round/>
          </a:ln>
          <a:effectLst/>
        </p:spPr>
      </p:sp>
      <p:cxnSp>
        <p:nvCxnSpPr>
          <p:cNvPr id="64561" name=""/>
          <p:cNvCxnSpPr/>
          <p:nvPr/>
        </p:nvCxnSpPr>
        <p:spPr>
          <a:xfrm>
            <a:off x="4233863" y="5603875"/>
            <a:ext cx="382587" cy="0"/>
          </a:xfrm>
          <a:prstGeom prst="line">
            <a:avLst/>
          </a:prstGeom>
          <a:noFill/>
          <a:ln w="12700">
            <a:solidFill>
              <a:prstClr val="black"/>
            </a:solidFill>
            <a:miter lim="800000"/>
          </a:ln>
          <a:effectLst/>
        </p:spPr>
      </p:cxnSp>
      <p:cxnSp>
        <p:nvCxnSpPr>
          <p:cNvPr id="64562" name=""/>
          <p:cNvCxnSpPr/>
          <p:nvPr/>
        </p:nvCxnSpPr>
        <p:spPr>
          <a:xfrm>
            <a:off x="4233863" y="5575300"/>
            <a:ext cx="382587" cy="0"/>
          </a:xfrm>
          <a:prstGeom prst="line">
            <a:avLst/>
          </a:prstGeom>
          <a:noFill/>
          <a:ln w="12700">
            <a:solidFill>
              <a:prstClr val="black"/>
            </a:solidFill>
            <a:miter lim="800000"/>
          </a:ln>
          <a:effectLst/>
        </p:spPr>
      </p:cxnSp>
      <p:sp>
        <p:nvSpPr>
          <p:cNvPr id="64563" name=""/>
          <p:cNvSpPr/>
          <p:nvPr/>
        </p:nvSpPr>
        <p:spPr>
          <a:xfrm>
            <a:off x="4435475" y="5622925"/>
            <a:ext cx="277813" cy="171450"/>
          </a:xfrm>
          <a:custGeom>
            <a:pathLst>
              <a:path w="183" h="127">
                <a:moveTo>
                  <a:pt x="0" y="126"/>
                </a:moveTo>
                <a:lnTo>
                  <a:pt x="147" y="126"/>
                </a:lnTo>
                <a:lnTo>
                  <a:pt x="147" y="0"/>
                </a:lnTo>
                <a:lnTo>
                  <a:pt x="0" y="0"/>
                </a:lnTo>
                <a:lnTo>
                  <a:pt x="0" y="126"/>
                </a:lnTo>
                <a:lnTo>
                  <a:pt x="161" y="21"/>
                </a:lnTo>
                <a:lnTo>
                  <a:pt x="182" y="21"/>
                </a:lnTo>
                <a:lnTo>
                  <a:pt x="182" y="0"/>
                </a:lnTo>
                <a:lnTo>
                  <a:pt x="161" y="0"/>
                </a:lnTo>
                <a:lnTo>
                  <a:pt x="161" y="21"/>
                </a:lnTo>
                <a:lnTo>
                  <a:pt x="0" y="126"/>
                </a:lnTo>
              </a:path>
            </a:pathLst>
          </a:custGeom>
          <a:solidFill>
            <a:srgbClr val="FFFFFF"/>
          </a:solidFill>
          <a:ln w="12700" cap="rnd" cmpd="sng">
            <a:solidFill>
              <a:srgbClr val="000000"/>
            </a:solidFill>
            <a:prstDash val="solid"/>
            <a:round/>
          </a:ln>
          <a:effectLst/>
        </p:spPr>
      </p:sp>
      <p:cxnSp>
        <p:nvCxnSpPr>
          <p:cNvPr id="64564" name=""/>
          <p:cNvCxnSpPr/>
          <p:nvPr/>
        </p:nvCxnSpPr>
        <p:spPr>
          <a:xfrm>
            <a:off x="4435475" y="5680075"/>
            <a:ext cx="223838" cy="0"/>
          </a:xfrm>
          <a:prstGeom prst="line">
            <a:avLst/>
          </a:prstGeom>
          <a:noFill/>
          <a:ln w="12700">
            <a:solidFill>
              <a:prstClr val="black"/>
            </a:solidFill>
            <a:miter lim="800000"/>
          </a:ln>
          <a:effectLst/>
        </p:spPr>
      </p:cxnSp>
      <p:cxnSp>
        <p:nvCxnSpPr>
          <p:cNvPr id="64565" name=""/>
          <p:cNvCxnSpPr/>
          <p:nvPr/>
        </p:nvCxnSpPr>
        <p:spPr>
          <a:xfrm>
            <a:off x="4435475" y="5737225"/>
            <a:ext cx="223838" cy="0"/>
          </a:xfrm>
          <a:prstGeom prst="line">
            <a:avLst/>
          </a:prstGeom>
          <a:noFill/>
          <a:ln w="12700">
            <a:solidFill>
              <a:prstClr val="black"/>
            </a:solidFill>
            <a:miter lim="800000"/>
          </a:ln>
          <a:effectLst/>
        </p:spPr>
      </p:cxnSp>
      <p:cxnSp>
        <p:nvCxnSpPr>
          <p:cNvPr id="64566" name=""/>
          <p:cNvCxnSpPr/>
          <p:nvPr/>
        </p:nvCxnSpPr>
        <p:spPr>
          <a:xfrm>
            <a:off x="4446588" y="5708650"/>
            <a:ext cx="200025" cy="0"/>
          </a:xfrm>
          <a:prstGeom prst="line">
            <a:avLst/>
          </a:prstGeom>
          <a:noFill/>
          <a:ln w="12700">
            <a:solidFill>
              <a:prstClr val="black"/>
            </a:solidFill>
            <a:miter lim="800000"/>
          </a:ln>
          <a:effectLst/>
        </p:spPr>
      </p:cxnSp>
      <p:sp>
        <p:nvSpPr>
          <p:cNvPr id="64567" name=""/>
          <p:cNvSpPr/>
          <p:nvPr/>
        </p:nvSpPr>
        <p:spPr>
          <a:xfrm>
            <a:off x="4562475" y="5689600"/>
            <a:ext cx="66675" cy="38100"/>
          </a:xfrm>
          <a:custGeom>
            <a:pathLst>
              <a:path w="43" h="29">
                <a:moveTo>
                  <a:pt x="0" y="28"/>
                </a:moveTo>
                <a:lnTo>
                  <a:pt x="42" y="28"/>
                </a:lnTo>
                <a:lnTo>
                  <a:pt x="42" y="0"/>
                </a:lnTo>
                <a:lnTo>
                  <a:pt x="0" y="0"/>
                </a:lnTo>
                <a:lnTo>
                  <a:pt x="0" y="28"/>
                </a:lnTo>
              </a:path>
            </a:pathLst>
          </a:custGeom>
          <a:noFill/>
          <a:ln w="12700" cap="rnd" cmpd="sng">
            <a:solidFill>
              <a:srgbClr val="000000"/>
            </a:solidFill>
            <a:prstDash val="solid"/>
            <a:round/>
            <a:headEnd type="none" w="sm" len="sm"/>
            <a:tailEnd type="none" w="sm" len="sm"/>
          </a:ln>
          <a:effectLst/>
        </p:spPr>
      </p:sp>
      <p:sp>
        <p:nvSpPr>
          <p:cNvPr id="64568" name=""/>
          <p:cNvSpPr/>
          <p:nvPr/>
        </p:nvSpPr>
        <p:spPr>
          <a:xfrm>
            <a:off x="4106863" y="5251450"/>
            <a:ext cx="636587" cy="406400"/>
          </a:xfrm>
          <a:custGeom>
            <a:pathLst>
              <a:path w="420" h="302">
                <a:moveTo>
                  <a:pt x="351" y="215"/>
                </a:moveTo>
                <a:lnTo>
                  <a:pt x="367" y="215"/>
                </a:lnTo>
                <a:lnTo>
                  <a:pt x="367" y="210"/>
                </a:lnTo>
                <a:lnTo>
                  <a:pt x="351" y="210"/>
                </a:lnTo>
                <a:lnTo>
                  <a:pt x="351" y="215"/>
                </a:lnTo>
                <a:lnTo>
                  <a:pt x="95" y="178"/>
                </a:lnTo>
                <a:lnTo>
                  <a:pt x="95" y="21"/>
                </a:lnTo>
                <a:lnTo>
                  <a:pt x="325" y="21"/>
                </a:lnTo>
                <a:lnTo>
                  <a:pt x="325" y="178"/>
                </a:lnTo>
                <a:lnTo>
                  <a:pt x="95" y="178"/>
                </a:lnTo>
                <a:lnTo>
                  <a:pt x="84" y="189"/>
                </a:lnTo>
                <a:lnTo>
                  <a:pt x="336" y="189"/>
                </a:lnTo>
                <a:lnTo>
                  <a:pt x="336" y="11"/>
                </a:lnTo>
                <a:lnTo>
                  <a:pt x="346" y="11"/>
                </a:lnTo>
                <a:lnTo>
                  <a:pt x="346" y="0"/>
                </a:lnTo>
                <a:lnTo>
                  <a:pt x="74" y="0"/>
                </a:lnTo>
                <a:lnTo>
                  <a:pt x="74" y="200"/>
                </a:lnTo>
                <a:lnTo>
                  <a:pt x="84" y="200"/>
                </a:lnTo>
                <a:lnTo>
                  <a:pt x="84" y="189"/>
                </a:lnTo>
                <a:lnTo>
                  <a:pt x="0" y="290"/>
                </a:lnTo>
                <a:lnTo>
                  <a:pt x="42" y="290"/>
                </a:lnTo>
                <a:lnTo>
                  <a:pt x="42" y="276"/>
                </a:lnTo>
                <a:lnTo>
                  <a:pt x="0" y="276"/>
                </a:lnTo>
                <a:lnTo>
                  <a:pt x="0" y="290"/>
                </a:lnTo>
                <a:lnTo>
                  <a:pt x="245" y="301"/>
                </a:lnTo>
                <a:lnTo>
                  <a:pt x="336" y="301"/>
                </a:lnTo>
                <a:lnTo>
                  <a:pt x="336" y="294"/>
                </a:lnTo>
                <a:lnTo>
                  <a:pt x="245" y="294"/>
                </a:lnTo>
                <a:lnTo>
                  <a:pt x="245" y="301"/>
                </a:lnTo>
                <a:lnTo>
                  <a:pt x="405" y="283"/>
                </a:lnTo>
                <a:lnTo>
                  <a:pt x="419" y="283"/>
                </a:lnTo>
                <a:lnTo>
                  <a:pt x="419" y="276"/>
                </a:lnTo>
                <a:lnTo>
                  <a:pt x="405" y="276"/>
                </a:lnTo>
                <a:lnTo>
                  <a:pt x="405" y="283"/>
                </a:lnTo>
                <a:lnTo>
                  <a:pt x="405" y="297"/>
                </a:lnTo>
                <a:lnTo>
                  <a:pt x="419" y="297"/>
                </a:lnTo>
                <a:lnTo>
                  <a:pt x="419" y="290"/>
                </a:lnTo>
                <a:lnTo>
                  <a:pt x="405" y="290"/>
                </a:lnTo>
                <a:lnTo>
                  <a:pt x="405" y="297"/>
                </a:lnTo>
                <a:lnTo>
                  <a:pt x="351" y="215"/>
                </a:lnTo>
              </a:path>
            </a:pathLst>
          </a:custGeom>
          <a:solidFill>
            <a:srgbClr val="000000"/>
          </a:solidFill>
          <a:ln w="12700" cap="rnd" cmpd="sng">
            <a:solidFill>
              <a:srgbClr val="000000"/>
            </a:solidFill>
            <a:prstDash val="solid"/>
            <a:round/>
          </a:ln>
          <a:effectLst/>
        </p:spPr>
      </p:sp>
      <p:cxnSp>
        <p:nvCxnSpPr>
          <p:cNvPr id="64569" name=""/>
          <p:cNvCxnSpPr/>
          <p:nvPr/>
        </p:nvCxnSpPr>
        <p:spPr>
          <a:xfrm>
            <a:off x="4170363" y="5554663"/>
            <a:ext cx="509587" cy="0"/>
          </a:xfrm>
          <a:prstGeom prst="line">
            <a:avLst/>
          </a:prstGeom>
          <a:noFill/>
          <a:ln w="12700">
            <a:solidFill>
              <a:prstClr val="black"/>
            </a:solidFill>
            <a:miter lim="800000"/>
          </a:ln>
          <a:effectLst/>
        </p:spPr>
      </p:cxnSp>
      <p:cxnSp>
        <p:nvCxnSpPr>
          <p:cNvPr id="64570" name=""/>
          <p:cNvCxnSpPr/>
          <p:nvPr/>
        </p:nvCxnSpPr>
        <p:spPr>
          <a:xfrm flipH="1" flipV="1">
            <a:off x="4297363" y="5554663"/>
            <a:ext cx="0" cy="20637"/>
          </a:xfrm>
          <a:prstGeom prst="line">
            <a:avLst/>
          </a:prstGeom>
          <a:noFill/>
          <a:ln w="12700">
            <a:solidFill>
              <a:prstClr val="black"/>
            </a:solidFill>
            <a:miter lim="800000"/>
          </a:ln>
          <a:effectLst/>
        </p:spPr>
      </p:cxnSp>
      <p:cxnSp>
        <p:nvCxnSpPr>
          <p:cNvPr id="64571" name=""/>
          <p:cNvCxnSpPr/>
          <p:nvPr/>
        </p:nvCxnSpPr>
        <p:spPr>
          <a:xfrm flipH="1" flipV="1">
            <a:off x="4424363" y="5554663"/>
            <a:ext cx="0" cy="20637"/>
          </a:xfrm>
          <a:prstGeom prst="line">
            <a:avLst/>
          </a:prstGeom>
          <a:noFill/>
          <a:ln w="12700">
            <a:solidFill>
              <a:prstClr val="black"/>
            </a:solidFill>
            <a:miter lim="800000"/>
          </a:ln>
          <a:effectLst/>
        </p:spPr>
      </p:cxnSp>
      <p:sp>
        <p:nvSpPr>
          <p:cNvPr id="64572" name=""/>
          <p:cNvSpPr/>
          <p:nvPr/>
        </p:nvSpPr>
        <p:spPr>
          <a:xfrm>
            <a:off x="4264025" y="5162550"/>
            <a:ext cx="236538" cy="363538"/>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2300" i="1">
                <a:solidFill>
                  <a:schemeClr val="bg2"/>
                </a:solidFill>
                <a:latin typeface="Arial" pitchFamily="34" charset="0"/>
              </a:rPr>
              <a:t>N</a:t>
            </a:r>
            <a:endParaRPr sz="2300" i="1">
              <a:solidFill>
                <a:schemeClr val="bg2"/>
              </a:solidFill>
              <a:latin typeface="Arial" pitchFamily="34" charset="0"/>
            </a:endParaRPr>
          </a:p>
        </p:txBody>
      </p:sp>
      <p:sp>
        <p:nvSpPr>
          <p:cNvPr id="64573" name=""/>
          <p:cNvSpPr/>
          <p:nvPr/>
        </p:nvSpPr>
        <p:spPr>
          <a:xfrm>
            <a:off x="3429000" y="4648200"/>
            <a:ext cx="1889125" cy="403225"/>
          </a:xfrm>
          <a:custGeom>
            <a:pathLst>
              <a:path w="1244" h="299">
                <a:moveTo>
                  <a:pt x="183" y="221"/>
                </a:moveTo>
                <a:lnTo>
                  <a:pt x="197" y="232"/>
                </a:lnTo>
                <a:lnTo>
                  <a:pt x="213" y="243"/>
                </a:lnTo>
                <a:lnTo>
                  <a:pt x="231" y="253"/>
                </a:lnTo>
                <a:lnTo>
                  <a:pt x="251" y="263"/>
                </a:lnTo>
                <a:lnTo>
                  <a:pt x="272" y="271"/>
                </a:lnTo>
                <a:lnTo>
                  <a:pt x="294" y="278"/>
                </a:lnTo>
                <a:lnTo>
                  <a:pt x="318" y="285"/>
                </a:lnTo>
                <a:lnTo>
                  <a:pt x="343" y="289"/>
                </a:lnTo>
                <a:lnTo>
                  <a:pt x="369" y="293"/>
                </a:lnTo>
                <a:lnTo>
                  <a:pt x="395" y="296"/>
                </a:lnTo>
                <a:lnTo>
                  <a:pt x="421" y="297"/>
                </a:lnTo>
                <a:lnTo>
                  <a:pt x="449" y="298"/>
                </a:lnTo>
                <a:lnTo>
                  <a:pt x="475" y="296"/>
                </a:lnTo>
                <a:lnTo>
                  <a:pt x="502" y="294"/>
                </a:lnTo>
                <a:lnTo>
                  <a:pt x="527" y="290"/>
                </a:lnTo>
                <a:lnTo>
                  <a:pt x="553" y="286"/>
                </a:lnTo>
                <a:lnTo>
                  <a:pt x="576" y="280"/>
                </a:lnTo>
                <a:lnTo>
                  <a:pt x="600" y="273"/>
                </a:lnTo>
                <a:lnTo>
                  <a:pt x="621" y="265"/>
                </a:lnTo>
                <a:lnTo>
                  <a:pt x="643" y="273"/>
                </a:lnTo>
                <a:lnTo>
                  <a:pt x="666" y="280"/>
                </a:lnTo>
                <a:lnTo>
                  <a:pt x="690" y="286"/>
                </a:lnTo>
                <a:lnTo>
                  <a:pt x="715" y="290"/>
                </a:lnTo>
                <a:lnTo>
                  <a:pt x="741" y="294"/>
                </a:lnTo>
                <a:lnTo>
                  <a:pt x="767" y="296"/>
                </a:lnTo>
                <a:lnTo>
                  <a:pt x="794" y="298"/>
                </a:lnTo>
                <a:lnTo>
                  <a:pt x="821" y="297"/>
                </a:lnTo>
                <a:lnTo>
                  <a:pt x="847" y="296"/>
                </a:lnTo>
                <a:lnTo>
                  <a:pt x="873" y="293"/>
                </a:lnTo>
                <a:lnTo>
                  <a:pt x="899" y="289"/>
                </a:lnTo>
                <a:lnTo>
                  <a:pt x="924" y="285"/>
                </a:lnTo>
                <a:lnTo>
                  <a:pt x="948" y="278"/>
                </a:lnTo>
                <a:lnTo>
                  <a:pt x="971" y="271"/>
                </a:lnTo>
                <a:lnTo>
                  <a:pt x="992" y="263"/>
                </a:lnTo>
                <a:lnTo>
                  <a:pt x="1012" y="253"/>
                </a:lnTo>
                <a:lnTo>
                  <a:pt x="1029" y="243"/>
                </a:lnTo>
                <a:lnTo>
                  <a:pt x="1045" y="232"/>
                </a:lnTo>
                <a:lnTo>
                  <a:pt x="1059" y="221"/>
                </a:lnTo>
                <a:lnTo>
                  <a:pt x="1078" y="222"/>
                </a:lnTo>
                <a:lnTo>
                  <a:pt x="1097" y="223"/>
                </a:lnTo>
                <a:lnTo>
                  <a:pt x="1116" y="222"/>
                </a:lnTo>
                <a:lnTo>
                  <a:pt x="1135" y="220"/>
                </a:lnTo>
                <a:lnTo>
                  <a:pt x="1153" y="217"/>
                </a:lnTo>
                <a:lnTo>
                  <a:pt x="1170" y="213"/>
                </a:lnTo>
                <a:lnTo>
                  <a:pt x="1185" y="208"/>
                </a:lnTo>
                <a:lnTo>
                  <a:pt x="1200" y="201"/>
                </a:lnTo>
                <a:lnTo>
                  <a:pt x="1212" y="194"/>
                </a:lnTo>
                <a:lnTo>
                  <a:pt x="1223" y="186"/>
                </a:lnTo>
                <a:lnTo>
                  <a:pt x="1231" y="177"/>
                </a:lnTo>
                <a:lnTo>
                  <a:pt x="1237" y="168"/>
                </a:lnTo>
                <a:lnTo>
                  <a:pt x="1241" y="158"/>
                </a:lnTo>
                <a:lnTo>
                  <a:pt x="1243" y="149"/>
                </a:lnTo>
                <a:lnTo>
                  <a:pt x="1241" y="139"/>
                </a:lnTo>
                <a:lnTo>
                  <a:pt x="1237" y="130"/>
                </a:lnTo>
                <a:lnTo>
                  <a:pt x="1231" y="120"/>
                </a:lnTo>
                <a:lnTo>
                  <a:pt x="1223" y="112"/>
                </a:lnTo>
                <a:lnTo>
                  <a:pt x="1212" y="104"/>
                </a:lnTo>
                <a:lnTo>
                  <a:pt x="1200" y="96"/>
                </a:lnTo>
                <a:lnTo>
                  <a:pt x="1185" y="90"/>
                </a:lnTo>
                <a:lnTo>
                  <a:pt x="1170" y="85"/>
                </a:lnTo>
                <a:lnTo>
                  <a:pt x="1153" y="80"/>
                </a:lnTo>
                <a:lnTo>
                  <a:pt x="1135" y="77"/>
                </a:lnTo>
                <a:lnTo>
                  <a:pt x="1116" y="75"/>
                </a:lnTo>
                <a:lnTo>
                  <a:pt x="1097" y="74"/>
                </a:lnTo>
                <a:lnTo>
                  <a:pt x="1078" y="75"/>
                </a:lnTo>
                <a:lnTo>
                  <a:pt x="1059" y="77"/>
                </a:lnTo>
                <a:lnTo>
                  <a:pt x="1045" y="65"/>
                </a:lnTo>
                <a:lnTo>
                  <a:pt x="1029" y="54"/>
                </a:lnTo>
                <a:lnTo>
                  <a:pt x="1012" y="44"/>
                </a:lnTo>
                <a:lnTo>
                  <a:pt x="992" y="34"/>
                </a:lnTo>
                <a:lnTo>
                  <a:pt x="971" y="26"/>
                </a:lnTo>
                <a:lnTo>
                  <a:pt x="948" y="19"/>
                </a:lnTo>
                <a:lnTo>
                  <a:pt x="924" y="13"/>
                </a:lnTo>
                <a:lnTo>
                  <a:pt x="899" y="8"/>
                </a:lnTo>
                <a:lnTo>
                  <a:pt x="873" y="4"/>
                </a:lnTo>
                <a:lnTo>
                  <a:pt x="847" y="1"/>
                </a:lnTo>
                <a:lnTo>
                  <a:pt x="821" y="0"/>
                </a:lnTo>
                <a:lnTo>
                  <a:pt x="794" y="0"/>
                </a:lnTo>
                <a:lnTo>
                  <a:pt x="767" y="0"/>
                </a:lnTo>
                <a:lnTo>
                  <a:pt x="741" y="3"/>
                </a:lnTo>
                <a:lnTo>
                  <a:pt x="715" y="6"/>
                </a:lnTo>
                <a:lnTo>
                  <a:pt x="690" y="11"/>
                </a:lnTo>
                <a:lnTo>
                  <a:pt x="666" y="17"/>
                </a:lnTo>
                <a:lnTo>
                  <a:pt x="643" y="24"/>
                </a:lnTo>
                <a:lnTo>
                  <a:pt x="621" y="32"/>
                </a:lnTo>
                <a:lnTo>
                  <a:pt x="600" y="24"/>
                </a:lnTo>
                <a:lnTo>
                  <a:pt x="576" y="17"/>
                </a:lnTo>
                <a:lnTo>
                  <a:pt x="553" y="11"/>
                </a:lnTo>
                <a:lnTo>
                  <a:pt x="527" y="6"/>
                </a:lnTo>
                <a:lnTo>
                  <a:pt x="502" y="3"/>
                </a:lnTo>
                <a:lnTo>
                  <a:pt x="475" y="0"/>
                </a:lnTo>
                <a:lnTo>
                  <a:pt x="449" y="0"/>
                </a:lnTo>
                <a:lnTo>
                  <a:pt x="421" y="0"/>
                </a:lnTo>
                <a:lnTo>
                  <a:pt x="395" y="1"/>
                </a:lnTo>
                <a:lnTo>
                  <a:pt x="369" y="4"/>
                </a:lnTo>
                <a:lnTo>
                  <a:pt x="343" y="8"/>
                </a:lnTo>
                <a:lnTo>
                  <a:pt x="318" y="13"/>
                </a:lnTo>
                <a:lnTo>
                  <a:pt x="294" y="19"/>
                </a:lnTo>
                <a:lnTo>
                  <a:pt x="272" y="26"/>
                </a:lnTo>
                <a:lnTo>
                  <a:pt x="251" y="34"/>
                </a:lnTo>
                <a:lnTo>
                  <a:pt x="231" y="44"/>
                </a:lnTo>
                <a:lnTo>
                  <a:pt x="213" y="54"/>
                </a:lnTo>
                <a:lnTo>
                  <a:pt x="197" y="65"/>
                </a:lnTo>
                <a:lnTo>
                  <a:pt x="183" y="77"/>
                </a:lnTo>
                <a:lnTo>
                  <a:pt x="164" y="75"/>
                </a:lnTo>
                <a:lnTo>
                  <a:pt x="145" y="74"/>
                </a:lnTo>
                <a:lnTo>
                  <a:pt x="126" y="75"/>
                </a:lnTo>
                <a:lnTo>
                  <a:pt x="108" y="77"/>
                </a:lnTo>
                <a:lnTo>
                  <a:pt x="90" y="80"/>
                </a:lnTo>
                <a:lnTo>
                  <a:pt x="72" y="85"/>
                </a:lnTo>
                <a:lnTo>
                  <a:pt x="57" y="90"/>
                </a:lnTo>
                <a:lnTo>
                  <a:pt x="43" y="96"/>
                </a:lnTo>
                <a:lnTo>
                  <a:pt x="30" y="104"/>
                </a:lnTo>
                <a:lnTo>
                  <a:pt x="19" y="112"/>
                </a:lnTo>
                <a:lnTo>
                  <a:pt x="12" y="120"/>
                </a:lnTo>
                <a:lnTo>
                  <a:pt x="5" y="130"/>
                </a:lnTo>
                <a:lnTo>
                  <a:pt x="2" y="139"/>
                </a:lnTo>
                <a:lnTo>
                  <a:pt x="0" y="149"/>
                </a:lnTo>
                <a:lnTo>
                  <a:pt x="2" y="158"/>
                </a:lnTo>
                <a:lnTo>
                  <a:pt x="5" y="168"/>
                </a:lnTo>
                <a:lnTo>
                  <a:pt x="12" y="177"/>
                </a:lnTo>
                <a:lnTo>
                  <a:pt x="19" y="186"/>
                </a:lnTo>
                <a:lnTo>
                  <a:pt x="30" y="194"/>
                </a:lnTo>
                <a:lnTo>
                  <a:pt x="43" y="201"/>
                </a:lnTo>
                <a:lnTo>
                  <a:pt x="57" y="208"/>
                </a:lnTo>
                <a:lnTo>
                  <a:pt x="72" y="213"/>
                </a:lnTo>
                <a:lnTo>
                  <a:pt x="90" y="217"/>
                </a:lnTo>
                <a:lnTo>
                  <a:pt x="108" y="220"/>
                </a:lnTo>
                <a:lnTo>
                  <a:pt x="126" y="222"/>
                </a:lnTo>
                <a:lnTo>
                  <a:pt x="145" y="223"/>
                </a:lnTo>
                <a:lnTo>
                  <a:pt x="164" y="222"/>
                </a:lnTo>
                <a:lnTo>
                  <a:pt x="183" y="221"/>
                </a:lnTo>
              </a:path>
            </a:pathLst>
          </a:custGeom>
          <a:solidFill>
            <a:srgbClr val="FFFFFF"/>
          </a:solidFill>
          <a:ln w="12700" cap="rnd" cmpd="sng">
            <a:solidFill>
              <a:srgbClr val="000000"/>
            </a:solidFill>
            <a:prstDash val="solid"/>
            <a:round/>
          </a:ln>
          <a:effectLst/>
        </p:spPr>
      </p:sp>
      <p:sp>
        <p:nvSpPr>
          <p:cNvPr id="64574" name=""/>
          <p:cNvSpPr/>
          <p:nvPr/>
        </p:nvSpPr>
        <p:spPr>
          <a:xfrm>
            <a:off x="0" y="3962400"/>
            <a:ext cx="2981325"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ctr" defTabSz="862012"/>
            <a:r>
              <a:rPr sz="1500" i="1">
                <a:latin typeface="Arial" pitchFamily="34" charset="0"/>
              </a:rPr>
              <a:t>Internet desktop with Web Browser</a:t>
            </a:r>
            <a:endParaRPr sz="1500" i="1">
              <a:latin typeface="Arial" pitchFamily="34" charset="0"/>
            </a:endParaRPr>
          </a:p>
        </p:txBody>
      </p:sp>
      <p:sp>
        <p:nvSpPr>
          <p:cNvPr id="64575" name=""/>
          <p:cNvSpPr/>
          <p:nvPr/>
        </p:nvSpPr>
        <p:spPr>
          <a:xfrm>
            <a:off x="4914900" y="2962275"/>
            <a:ext cx="681038" cy="806450"/>
          </a:xfrm>
          <a:custGeom>
            <a:pathLst>
              <a:path w="448" h="597">
                <a:moveTo>
                  <a:pt x="0" y="596"/>
                </a:moveTo>
                <a:lnTo>
                  <a:pt x="0" y="578"/>
                </a:lnTo>
                <a:lnTo>
                  <a:pt x="111" y="540"/>
                </a:lnTo>
                <a:lnTo>
                  <a:pt x="111" y="0"/>
                </a:lnTo>
                <a:lnTo>
                  <a:pt x="335" y="0"/>
                </a:lnTo>
                <a:lnTo>
                  <a:pt x="335" y="540"/>
                </a:lnTo>
                <a:lnTo>
                  <a:pt x="447" y="578"/>
                </a:lnTo>
                <a:lnTo>
                  <a:pt x="447" y="596"/>
                </a:lnTo>
                <a:lnTo>
                  <a:pt x="0" y="596"/>
                </a:lnTo>
              </a:path>
            </a:pathLst>
          </a:custGeom>
          <a:solidFill>
            <a:srgbClr val="C0C0C0"/>
          </a:solidFill>
          <a:ln w="12700" cap="rnd" cmpd="sng">
            <a:solidFill>
              <a:srgbClr val="000000"/>
            </a:solidFill>
            <a:prstDash val="solid"/>
            <a:round/>
          </a:ln>
          <a:effectLst/>
        </p:spPr>
      </p:sp>
      <p:cxnSp>
        <p:nvCxnSpPr>
          <p:cNvPr id="64576" name=""/>
          <p:cNvCxnSpPr/>
          <p:nvPr/>
        </p:nvCxnSpPr>
        <p:spPr>
          <a:xfrm>
            <a:off x="5197475" y="3214688"/>
            <a:ext cx="112713" cy="0"/>
          </a:xfrm>
          <a:prstGeom prst="line">
            <a:avLst/>
          </a:prstGeom>
          <a:noFill/>
          <a:ln w="12700">
            <a:solidFill>
              <a:prstClr val="black"/>
            </a:solidFill>
            <a:miter lim="800000"/>
          </a:ln>
          <a:effectLst/>
        </p:spPr>
      </p:cxnSp>
      <p:cxnSp>
        <p:nvCxnSpPr>
          <p:cNvPr id="64577" name=""/>
          <p:cNvCxnSpPr/>
          <p:nvPr/>
        </p:nvCxnSpPr>
        <p:spPr>
          <a:xfrm>
            <a:off x="5181600" y="3132138"/>
            <a:ext cx="147638" cy="0"/>
          </a:xfrm>
          <a:prstGeom prst="line">
            <a:avLst/>
          </a:prstGeom>
          <a:noFill/>
          <a:ln w="12700">
            <a:solidFill>
              <a:prstClr val="black"/>
            </a:solidFill>
            <a:miter lim="800000"/>
          </a:ln>
          <a:effectLst/>
        </p:spPr>
      </p:cxnSp>
      <p:sp>
        <p:nvSpPr>
          <p:cNvPr id="64578" name=""/>
          <p:cNvSpPr/>
          <p:nvPr/>
        </p:nvSpPr>
        <p:spPr>
          <a:xfrm>
            <a:off x="5127625" y="3000375"/>
            <a:ext cx="255588" cy="466725"/>
          </a:xfrm>
          <a:custGeom>
            <a:pathLst>
              <a:path w="168" h="346">
                <a:moveTo>
                  <a:pt x="0" y="0"/>
                </a:moveTo>
                <a:lnTo>
                  <a:pt x="167" y="0"/>
                </a:lnTo>
                <a:lnTo>
                  <a:pt x="167" y="345"/>
                </a:lnTo>
                <a:lnTo>
                  <a:pt x="0" y="345"/>
                </a:lnTo>
                <a:lnTo>
                  <a:pt x="0" y="0"/>
                </a:lnTo>
              </a:path>
            </a:pathLst>
          </a:custGeom>
          <a:noFill/>
          <a:ln w="12700" cap="rnd" cmpd="sng">
            <a:solidFill>
              <a:srgbClr val="000000"/>
            </a:solidFill>
            <a:prstDash val="solid"/>
            <a:round/>
            <a:headEnd type="none" w="sm" len="sm"/>
            <a:tailEnd type="none" w="sm" len="sm"/>
          </a:ln>
          <a:effectLst/>
        </p:spPr>
      </p:sp>
      <p:sp>
        <p:nvSpPr>
          <p:cNvPr id="64579" name=""/>
          <p:cNvSpPr/>
          <p:nvPr/>
        </p:nvSpPr>
        <p:spPr>
          <a:xfrm>
            <a:off x="5226050" y="3205163"/>
            <a:ext cx="58738" cy="23812"/>
          </a:xfrm>
          <a:custGeom>
            <a:pathLst>
              <a:path w="38" h="17">
                <a:moveTo>
                  <a:pt x="0" y="16"/>
                </a:moveTo>
                <a:lnTo>
                  <a:pt x="37" y="16"/>
                </a:lnTo>
                <a:lnTo>
                  <a:pt x="37" y="0"/>
                </a:lnTo>
                <a:lnTo>
                  <a:pt x="0" y="0"/>
                </a:lnTo>
                <a:lnTo>
                  <a:pt x="0" y="16"/>
                </a:lnTo>
              </a:path>
            </a:pathLst>
          </a:custGeom>
          <a:solidFill>
            <a:srgbClr val="C0C0C0"/>
          </a:solidFill>
          <a:ln w="12700" cap="rnd" cmpd="sng">
            <a:solidFill>
              <a:srgbClr val="000000"/>
            </a:solidFill>
            <a:prstDash val="solid"/>
            <a:round/>
          </a:ln>
          <a:effectLst/>
        </p:spPr>
      </p:sp>
      <p:sp>
        <p:nvSpPr>
          <p:cNvPr id="64580" name=""/>
          <p:cNvSpPr/>
          <p:nvPr/>
        </p:nvSpPr>
        <p:spPr>
          <a:xfrm>
            <a:off x="5113338" y="3498850"/>
            <a:ext cx="284162" cy="220663"/>
          </a:xfrm>
          <a:custGeom>
            <a:pathLst>
              <a:path w="188" h="163">
                <a:moveTo>
                  <a:pt x="0" y="100"/>
                </a:moveTo>
                <a:lnTo>
                  <a:pt x="15" y="100"/>
                </a:lnTo>
                <a:lnTo>
                  <a:pt x="15" y="0"/>
                </a:lnTo>
                <a:lnTo>
                  <a:pt x="0" y="0"/>
                </a:lnTo>
                <a:lnTo>
                  <a:pt x="0" y="100"/>
                </a:lnTo>
                <a:lnTo>
                  <a:pt x="29" y="100"/>
                </a:lnTo>
                <a:lnTo>
                  <a:pt x="43" y="100"/>
                </a:lnTo>
                <a:lnTo>
                  <a:pt x="43" y="0"/>
                </a:lnTo>
                <a:lnTo>
                  <a:pt x="29" y="0"/>
                </a:lnTo>
                <a:lnTo>
                  <a:pt x="29" y="100"/>
                </a:lnTo>
                <a:lnTo>
                  <a:pt x="58" y="100"/>
                </a:lnTo>
                <a:lnTo>
                  <a:pt x="72" y="100"/>
                </a:lnTo>
                <a:lnTo>
                  <a:pt x="72" y="0"/>
                </a:lnTo>
                <a:lnTo>
                  <a:pt x="58" y="0"/>
                </a:lnTo>
                <a:lnTo>
                  <a:pt x="58" y="100"/>
                </a:lnTo>
                <a:lnTo>
                  <a:pt x="86" y="100"/>
                </a:lnTo>
                <a:lnTo>
                  <a:pt x="101" y="100"/>
                </a:lnTo>
                <a:lnTo>
                  <a:pt x="101" y="0"/>
                </a:lnTo>
                <a:lnTo>
                  <a:pt x="86" y="0"/>
                </a:lnTo>
                <a:lnTo>
                  <a:pt x="86" y="100"/>
                </a:lnTo>
                <a:lnTo>
                  <a:pt x="115" y="100"/>
                </a:lnTo>
                <a:lnTo>
                  <a:pt x="129" y="100"/>
                </a:lnTo>
                <a:lnTo>
                  <a:pt x="129" y="0"/>
                </a:lnTo>
                <a:lnTo>
                  <a:pt x="115" y="0"/>
                </a:lnTo>
                <a:lnTo>
                  <a:pt x="115" y="100"/>
                </a:lnTo>
                <a:lnTo>
                  <a:pt x="144" y="100"/>
                </a:lnTo>
                <a:lnTo>
                  <a:pt x="158" y="100"/>
                </a:lnTo>
                <a:lnTo>
                  <a:pt x="158" y="0"/>
                </a:lnTo>
                <a:lnTo>
                  <a:pt x="144" y="0"/>
                </a:lnTo>
                <a:lnTo>
                  <a:pt x="144" y="100"/>
                </a:lnTo>
                <a:lnTo>
                  <a:pt x="172" y="100"/>
                </a:lnTo>
                <a:lnTo>
                  <a:pt x="187" y="100"/>
                </a:lnTo>
                <a:lnTo>
                  <a:pt x="187" y="0"/>
                </a:lnTo>
                <a:lnTo>
                  <a:pt x="172" y="0"/>
                </a:lnTo>
                <a:lnTo>
                  <a:pt x="172" y="100"/>
                </a:lnTo>
                <a:lnTo>
                  <a:pt x="172" y="162"/>
                </a:lnTo>
                <a:lnTo>
                  <a:pt x="187" y="162"/>
                </a:lnTo>
                <a:lnTo>
                  <a:pt x="187" y="112"/>
                </a:lnTo>
                <a:lnTo>
                  <a:pt x="172" y="112"/>
                </a:lnTo>
                <a:lnTo>
                  <a:pt x="172" y="162"/>
                </a:lnTo>
                <a:lnTo>
                  <a:pt x="144" y="162"/>
                </a:lnTo>
                <a:lnTo>
                  <a:pt x="158" y="162"/>
                </a:lnTo>
                <a:lnTo>
                  <a:pt x="158" y="112"/>
                </a:lnTo>
                <a:lnTo>
                  <a:pt x="144" y="112"/>
                </a:lnTo>
                <a:lnTo>
                  <a:pt x="144" y="162"/>
                </a:lnTo>
                <a:lnTo>
                  <a:pt x="115" y="162"/>
                </a:lnTo>
                <a:lnTo>
                  <a:pt x="129" y="162"/>
                </a:lnTo>
                <a:lnTo>
                  <a:pt x="129" y="112"/>
                </a:lnTo>
                <a:lnTo>
                  <a:pt x="115" y="112"/>
                </a:lnTo>
                <a:lnTo>
                  <a:pt x="115" y="162"/>
                </a:lnTo>
                <a:lnTo>
                  <a:pt x="86" y="162"/>
                </a:lnTo>
                <a:lnTo>
                  <a:pt x="101" y="162"/>
                </a:lnTo>
                <a:lnTo>
                  <a:pt x="101" y="112"/>
                </a:lnTo>
                <a:lnTo>
                  <a:pt x="86" y="112"/>
                </a:lnTo>
                <a:lnTo>
                  <a:pt x="86" y="162"/>
                </a:lnTo>
                <a:lnTo>
                  <a:pt x="58" y="162"/>
                </a:lnTo>
                <a:lnTo>
                  <a:pt x="72" y="162"/>
                </a:lnTo>
                <a:lnTo>
                  <a:pt x="72" y="112"/>
                </a:lnTo>
                <a:lnTo>
                  <a:pt x="58" y="112"/>
                </a:lnTo>
                <a:lnTo>
                  <a:pt x="58" y="162"/>
                </a:lnTo>
                <a:lnTo>
                  <a:pt x="29" y="162"/>
                </a:lnTo>
                <a:lnTo>
                  <a:pt x="43" y="162"/>
                </a:lnTo>
                <a:lnTo>
                  <a:pt x="43" y="112"/>
                </a:lnTo>
                <a:lnTo>
                  <a:pt x="29" y="112"/>
                </a:lnTo>
                <a:lnTo>
                  <a:pt x="29" y="162"/>
                </a:lnTo>
                <a:lnTo>
                  <a:pt x="0" y="162"/>
                </a:lnTo>
                <a:lnTo>
                  <a:pt x="15" y="162"/>
                </a:lnTo>
                <a:lnTo>
                  <a:pt x="15" y="112"/>
                </a:lnTo>
                <a:lnTo>
                  <a:pt x="0" y="112"/>
                </a:lnTo>
                <a:lnTo>
                  <a:pt x="0" y="162"/>
                </a:lnTo>
                <a:lnTo>
                  <a:pt x="0" y="100"/>
                </a:lnTo>
              </a:path>
            </a:pathLst>
          </a:custGeom>
          <a:solidFill>
            <a:srgbClr val="C0C0C0"/>
          </a:solidFill>
          <a:ln w="12700" cap="rnd" cmpd="sng">
            <a:solidFill>
              <a:srgbClr val="000000"/>
            </a:solidFill>
            <a:prstDash val="solid"/>
            <a:round/>
          </a:ln>
          <a:effectLst/>
        </p:spPr>
      </p:sp>
      <p:sp>
        <p:nvSpPr>
          <p:cNvPr id="64581" name=""/>
          <p:cNvSpPr/>
          <p:nvPr/>
        </p:nvSpPr>
        <p:spPr>
          <a:xfrm>
            <a:off x="5146675" y="3013075"/>
            <a:ext cx="217488" cy="68263"/>
          </a:xfrm>
          <a:custGeom>
            <a:pathLst>
              <a:path w="144" h="51">
                <a:moveTo>
                  <a:pt x="0" y="0"/>
                </a:moveTo>
                <a:lnTo>
                  <a:pt x="0" y="50"/>
                </a:lnTo>
                <a:lnTo>
                  <a:pt x="143" y="50"/>
                </a:lnTo>
                <a:lnTo>
                  <a:pt x="143" y="0"/>
                </a:lnTo>
                <a:lnTo>
                  <a:pt x="0" y="0"/>
                </a:lnTo>
              </a:path>
            </a:pathLst>
          </a:custGeom>
          <a:noFill/>
          <a:ln w="12700" cap="rnd" cmpd="sng">
            <a:solidFill>
              <a:srgbClr val="000000"/>
            </a:solidFill>
            <a:prstDash val="solid"/>
            <a:round/>
            <a:headEnd type="none" w="sm" len="sm"/>
            <a:tailEnd type="none" w="sm" len="sm"/>
          </a:ln>
          <a:effectLst/>
        </p:spPr>
      </p:sp>
      <p:sp>
        <p:nvSpPr>
          <p:cNvPr id="64582" name=""/>
          <p:cNvSpPr/>
          <p:nvPr/>
        </p:nvSpPr>
        <p:spPr>
          <a:xfrm>
            <a:off x="5146675" y="3013075"/>
            <a:ext cx="217488" cy="22225"/>
          </a:xfrm>
          <a:custGeom>
            <a:pathLst>
              <a:path w="144" h="17">
                <a:moveTo>
                  <a:pt x="0" y="0"/>
                </a:moveTo>
                <a:lnTo>
                  <a:pt x="14" y="16"/>
                </a:lnTo>
                <a:lnTo>
                  <a:pt x="128" y="16"/>
                </a:lnTo>
                <a:lnTo>
                  <a:pt x="143" y="0"/>
                </a:lnTo>
              </a:path>
            </a:pathLst>
          </a:custGeom>
          <a:noFill/>
          <a:ln w="12700" cap="rnd" cmpd="sng">
            <a:solidFill>
              <a:srgbClr val="000000"/>
            </a:solidFill>
            <a:prstDash val="solid"/>
            <a:round/>
            <a:headEnd type="none" w="sm" len="sm"/>
            <a:tailEnd type="none" w="sm" len="sm"/>
          </a:ln>
          <a:effectLst/>
        </p:spPr>
      </p:sp>
      <p:sp>
        <p:nvSpPr>
          <p:cNvPr id="64583" name=""/>
          <p:cNvSpPr/>
          <p:nvPr/>
        </p:nvSpPr>
        <p:spPr>
          <a:xfrm>
            <a:off x="5146675" y="3097213"/>
            <a:ext cx="217488" cy="68262"/>
          </a:xfrm>
          <a:custGeom>
            <a:pathLst>
              <a:path w="144" h="51">
                <a:moveTo>
                  <a:pt x="0" y="50"/>
                </a:moveTo>
                <a:lnTo>
                  <a:pt x="143" y="50"/>
                </a:lnTo>
                <a:lnTo>
                  <a:pt x="143"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584" name=""/>
          <p:cNvSpPr/>
          <p:nvPr/>
        </p:nvSpPr>
        <p:spPr>
          <a:xfrm>
            <a:off x="5146675" y="3181350"/>
            <a:ext cx="217488" cy="68263"/>
          </a:xfrm>
          <a:custGeom>
            <a:pathLst>
              <a:path w="144" h="50">
                <a:moveTo>
                  <a:pt x="0" y="49"/>
                </a:moveTo>
                <a:lnTo>
                  <a:pt x="143" y="49"/>
                </a:lnTo>
                <a:lnTo>
                  <a:pt x="143" y="0"/>
                </a:lnTo>
                <a:lnTo>
                  <a:pt x="0" y="0"/>
                </a:lnTo>
                <a:lnTo>
                  <a:pt x="0" y="49"/>
                </a:lnTo>
              </a:path>
            </a:pathLst>
          </a:custGeom>
          <a:noFill/>
          <a:ln w="12700" cap="rnd" cmpd="sng">
            <a:solidFill>
              <a:srgbClr val="000000"/>
            </a:solidFill>
            <a:prstDash val="solid"/>
            <a:round/>
            <a:headEnd type="none" w="sm" len="sm"/>
            <a:tailEnd type="none" w="sm" len="sm"/>
          </a:ln>
          <a:effectLst/>
        </p:spPr>
      </p:sp>
      <p:sp>
        <p:nvSpPr>
          <p:cNvPr id="64585" name=""/>
          <p:cNvSpPr/>
          <p:nvPr/>
        </p:nvSpPr>
        <p:spPr>
          <a:xfrm>
            <a:off x="5146675" y="3265488"/>
            <a:ext cx="217488" cy="68262"/>
          </a:xfrm>
          <a:custGeom>
            <a:pathLst>
              <a:path w="144" h="51">
                <a:moveTo>
                  <a:pt x="0" y="50"/>
                </a:moveTo>
                <a:lnTo>
                  <a:pt x="143" y="50"/>
                </a:lnTo>
                <a:lnTo>
                  <a:pt x="143"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586" name=""/>
          <p:cNvSpPr/>
          <p:nvPr/>
        </p:nvSpPr>
        <p:spPr>
          <a:xfrm>
            <a:off x="5146675" y="3349625"/>
            <a:ext cx="217488" cy="66675"/>
          </a:xfrm>
          <a:custGeom>
            <a:pathLst>
              <a:path w="144" h="50">
                <a:moveTo>
                  <a:pt x="0" y="49"/>
                </a:moveTo>
                <a:lnTo>
                  <a:pt x="143" y="49"/>
                </a:lnTo>
                <a:lnTo>
                  <a:pt x="143" y="0"/>
                </a:lnTo>
                <a:lnTo>
                  <a:pt x="0" y="0"/>
                </a:lnTo>
                <a:lnTo>
                  <a:pt x="0" y="49"/>
                </a:lnTo>
              </a:path>
            </a:pathLst>
          </a:custGeom>
          <a:noFill/>
          <a:ln w="12700" cap="rnd" cmpd="sng">
            <a:solidFill>
              <a:srgbClr val="000000"/>
            </a:solidFill>
            <a:prstDash val="solid"/>
            <a:round/>
            <a:headEnd type="none" w="sm" len="sm"/>
            <a:tailEnd type="none" w="sm" len="sm"/>
          </a:ln>
          <a:effectLst/>
        </p:spPr>
      </p:sp>
      <p:cxnSp>
        <p:nvCxnSpPr>
          <p:cNvPr id="64587" name=""/>
          <p:cNvCxnSpPr/>
          <p:nvPr/>
        </p:nvCxnSpPr>
        <p:spPr>
          <a:xfrm flipV="1">
            <a:off x="5146675" y="3030538"/>
            <a:ext cx="20638" cy="49212"/>
          </a:xfrm>
          <a:prstGeom prst="line">
            <a:avLst/>
          </a:prstGeom>
          <a:noFill/>
          <a:ln w="12700">
            <a:solidFill>
              <a:prstClr val="black"/>
            </a:solidFill>
            <a:miter lim="800000"/>
          </a:ln>
          <a:effectLst/>
        </p:spPr>
      </p:cxnSp>
      <p:cxnSp>
        <p:nvCxnSpPr>
          <p:cNvPr id="64588" name=""/>
          <p:cNvCxnSpPr/>
          <p:nvPr/>
        </p:nvCxnSpPr>
        <p:spPr>
          <a:xfrm>
            <a:off x="5340350" y="3030538"/>
            <a:ext cx="22225" cy="49212"/>
          </a:xfrm>
          <a:prstGeom prst="line">
            <a:avLst/>
          </a:prstGeom>
          <a:noFill/>
          <a:ln w="12700">
            <a:solidFill>
              <a:prstClr val="black"/>
            </a:solidFill>
            <a:miter lim="800000"/>
          </a:ln>
          <a:effectLst/>
        </p:spPr>
      </p:cxnSp>
      <p:cxnSp>
        <p:nvCxnSpPr>
          <p:cNvPr id="64589" name=""/>
          <p:cNvCxnSpPr/>
          <p:nvPr/>
        </p:nvCxnSpPr>
        <p:spPr>
          <a:xfrm>
            <a:off x="5157788" y="3322638"/>
            <a:ext cx="139700" cy="0"/>
          </a:xfrm>
          <a:prstGeom prst="line">
            <a:avLst/>
          </a:prstGeom>
          <a:noFill/>
          <a:ln w="12700">
            <a:solidFill>
              <a:prstClr val="black"/>
            </a:solidFill>
            <a:miter lim="800000"/>
          </a:ln>
          <a:effectLst/>
        </p:spPr>
      </p:cxnSp>
      <p:cxnSp>
        <p:nvCxnSpPr>
          <p:cNvPr id="64590" name=""/>
          <p:cNvCxnSpPr/>
          <p:nvPr/>
        </p:nvCxnSpPr>
        <p:spPr>
          <a:xfrm>
            <a:off x="5157788" y="3311525"/>
            <a:ext cx="139700" cy="0"/>
          </a:xfrm>
          <a:prstGeom prst="line">
            <a:avLst/>
          </a:prstGeom>
          <a:noFill/>
          <a:ln w="12700">
            <a:solidFill>
              <a:prstClr val="black"/>
            </a:solidFill>
            <a:miter lim="800000"/>
          </a:ln>
          <a:effectLst/>
        </p:spPr>
      </p:cxnSp>
      <p:cxnSp>
        <p:nvCxnSpPr>
          <p:cNvPr id="64591" name=""/>
          <p:cNvCxnSpPr/>
          <p:nvPr/>
        </p:nvCxnSpPr>
        <p:spPr>
          <a:xfrm>
            <a:off x="5157788" y="3297238"/>
            <a:ext cx="139700" cy="0"/>
          </a:xfrm>
          <a:prstGeom prst="line">
            <a:avLst/>
          </a:prstGeom>
          <a:noFill/>
          <a:ln w="12700">
            <a:solidFill>
              <a:prstClr val="black"/>
            </a:solidFill>
            <a:miter lim="800000"/>
          </a:ln>
          <a:effectLst/>
        </p:spPr>
      </p:cxnSp>
      <p:cxnSp>
        <p:nvCxnSpPr>
          <p:cNvPr id="64592" name=""/>
          <p:cNvCxnSpPr/>
          <p:nvPr/>
        </p:nvCxnSpPr>
        <p:spPr>
          <a:xfrm>
            <a:off x="5157788" y="3286125"/>
            <a:ext cx="139700" cy="0"/>
          </a:xfrm>
          <a:prstGeom prst="line">
            <a:avLst/>
          </a:prstGeom>
          <a:noFill/>
          <a:ln w="12700">
            <a:solidFill>
              <a:prstClr val="black"/>
            </a:solidFill>
            <a:miter lim="800000"/>
          </a:ln>
          <a:effectLst/>
        </p:spPr>
      </p:cxnSp>
      <p:cxnSp>
        <p:nvCxnSpPr>
          <p:cNvPr id="64593" name=""/>
          <p:cNvCxnSpPr/>
          <p:nvPr/>
        </p:nvCxnSpPr>
        <p:spPr>
          <a:xfrm>
            <a:off x="5157788" y="3273425"/>
            <a:ext cx="139700" cy="0"/>
          </a:xfrm>
          <a:prstGeom prst="line">
            <a:avLst/>
          </a:prstGeom>
          <a:noFill/>
          <a:ln w="12700">
            <a:solidFill>
              <a:prstClr val="black"/>
            </a:solidFill>
            <a:miter lim="800000"/>
          </a:ln>
          <a:effectLst/>
        </p:spPr>
      </p:cxnSp>
      <p:sp>
        <p:nvSpPr>
          <p:cNvPr id="64594" name=""/>
          <p:cNvSpPr/>
          <p:nvPr/>
        </p:nvSpPr>
        <p:spPr>
          <a:xfrm>
            <a:off x="5254625" y="3114675"/>
            <a:ext cx="66675" cy="34925"/>
          </a:xfrm>
          <a:custGeom>
            <a:pathLst>
              <a:path w="44" h="26">
                <a:moveTo>
                  <a:pt x="0" y="25"/>
                </a:moveTo>
                <a:lnTo>
                  <a:pt x="43" y="25"/>
                </a:lnTo>
                <a:lnTo>
                  <a:pt x="43" y="0"/>
                </a:lnTo>
                <a:lnTo>
                  <a:pt x="0" y="0"/>
                </a:lnTo>
                <a:lnTo>
                  <a:pt x="0" y="25"/>
                </a:lnTo>
              </a:path>
            </a:pathLst>
          </a:custGeom>
          <a:noFill/>
          <a:ln w="12700" cap="rnd" cmpd="sng">
            <a:solidFill>
              <a:srgbClr val="000000"/>
            </a:solidFill>
            <a:prstDash val="solid"/>
            <a:round/>
            <a:headEnd type="none" w="sm" len="sm"/>
            <a:tailEnd type="none" w="sm" len="sm"/>
          </a:ln>
          <a:effectLst/>
        </p:spPr>
      </p:sp>
      <p:sp>
        <p:nvSpPr>
          <p:cNvPr id="64595" name=""/>
          <p:cNvSpPr/>
          <p:nvPr/>
        </p:nvSpPr>
        <p:spPr>
          <a:xfrm>
            <a:off x="5313363" y="3227388"/>
            <a:ext cx="36512" cy="22225"/>
          </a:xfrm>
          <a:custGeom>
            <a:pathLst>
              <a:path w="24" h="17">
                <a:moveTo>
                  <a:pt x="0" y="16"/>
                </a:moveTo>
                <a:lnTo>
                  <a:pt x="23" y="16"/>
                </a:lnTo>
                <a:lnTo>
                  <a:pt x="23"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596" name=""/>
          <p:cNvSpPr/>
          <p:nvPr/>
        </p:nvSpPr>
        <p:spPr>
          <a:xfrm>
            <a:off x="5313363" y="3273425"/>
            <a:ext cx="36512" cy="22225"/>
          </a:xfrm>
          <a:custGeom>
            <a:pathLst>
              <a:path w="24" h="17">
                <a:moveTo>
                  <a:pt x="0" y="16"/>
                </a:moveTo>
                <a:lnTo>
                  <a:pt x="23" y="16"/>
                </a:lnTo>
                <a:lnTo>
                  <a:pt x="23"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597" name=""/>
          <p:cNvSpPr/>
          <p:nvPr/>
        </p:nvSpPr>
        <p:spPr>
          <a:xfrm>
            <a:off x="5313363" y="3290888"/>
            <a:ext cx="36512" cy="22225"/>
          </a:xfrm>
          <a:custGeom>
            <a:pathLst>
              <a:path w="24" h="17">
                <a:moveTo>
                  <a:pt x="0" y="16"/>
                </a:moveTo>
                <a:lnTo>
                  <a:pt x="23" y="16"/>
                </a:lnTo>
                <a:lnTo>
                  <a:pt x="23"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598" name=""/>
          <p:cNvSpPr/>
          <p:nvPr/>
        </p:nvSpPr>
        <p:spPr>
          <a:xfrm>
            <a:off x="3030538" y="3600450"/>
            <a:ext cx="677862" cy="804863"/>
          </a:xfrm>
          <a:custGeom>
            <a:pathLst>
              <a:path w="447" h="597">
                <a:moveTo>
                  <a:pt x="0" y="596"/>
                </a:moveTo>
                <a:lnTo>
                  <a:pt x="0" y="578"/>
                </a:lnTo>
                <a:lnTo>
                  <a:pt x="111" y="540"/>
                </a:lnTo>
                <a:lnTo>
                  <a:pt x="111" y="0"/>
                </a:lnTo>
                <a:lnTo>
                  <a:pt x="335" y="0"/>
                </a:lnTo>
                <a:lnTo>
                  <a:pt x="335" y="540"/>
                </a:lnTo>
                <a:lnTo>
                  <a:pt x="446" y="578"/>
                </a:lnTo>
                <a:lnTo>
                  <a:pt x="446" y="596"/>
                </a:lnTo>
                <a:lnTo>
                  <a:pt x="0" y="596"/>
                </a:lnTo>
              </a:path>
            </a:pathLst>
          </a:custGeom>
          <a:solidFill>
            <a:srgbClr val="C0C0C0"/>
          </a:solidFill>
          <a:ln w="12700" cap="rnd" cmpd="sng">
            <a:solidFill>
              <a:srgbClr val="000000"/>
            </a:solidFill>
            <a:prstDash val="solid"/>
            <a:round/>
          </a:ln>
          <a:effectLst/>
        </p:spPr>
      </p:sp>
      <p:cxnSp>
        <p:nvCxnSpPr>
          <p:cNvPr id="64599" name=""/>
          <p:cNvCxnSpPr/>
          <p:nvPr/>
        </p:nvCxnSpPr>
        <p:spPr>
          <a:xfrm flipH="1">
            <a:off x="3198813" y="4329113"/>
            <a:ext cx="0" cy="74612"/>
          </a:xfrm>
          <a:prstGeom prst="line">
            <a:avLst/>
          </a:prstGeom>
          <a:noFill/>
          <a:ln w="12700">
            <a:solidFill>
              <a:prstClr val="black"/>
            </a:solidFill>
            <a:miter lim="800000"/>
          </a:ln>
          <a:effectLst/>
        </p:spPr>
      </p:cxnSp>
      <p:cxnSp>
        <p:nvCxnSpPr>
          <p:cNvPr id="64600" name=""/>
          <p:cNvCxnSpPr/>
          <p:nvPr/>
        </p:nvCxnSpPr>
        <p:spPr>
          <a:xfrm flipH="1">
            <a:off x="3540125" y="4329113"/>
            <a:ext cx="0" cy="74612"/>
          </a:xfrm>
          <a:prstGeom prst="line">
            <a:avLst/>
          </a:prstGeom>
          <a:noFill/>
          <a:ln w="12700">
            <a:solidFill>
              <a:prstClr val="black"/>
            </a:solidFill>
            <a:miter lim="800000"/>
          </a:ln>
          <a:effectLst/>
        </p:spPr>
      </p:cxnSp>
      <p:cxnSp>
        <p:nvCxnSpPr>
          <p:cNvPr id="64601" name=""/>
          <p:cNvCxnSpPr/>
          <p:nvPr/>
        </p:nvCxnSpPr>
        <p:spPr>
          <a:xfrm>
            <a:off x="3311525" y="3851275"/>
            <a:ext cx="114300" cy="0"/>
          </a:xfrm>
          <a:prstGeom prst="line">
            <a:avLst/>
          </a:prstGeom>
          <a:noFill/>
          <a:ln w="12700">
            <a:solidFill>
              <a:prstClr val="black"/>
            </a:solidFill>
            <a:miter lim="800000"/>
          </a:ln>
          <a:effectLst/>
        </p:spPr>
      </p:cxnSp>
      <p:cxnSp>
        <p:nvCxnSpPr>
          <p:cNvPr id="64602" name=""/>
          <p:cNvCxnSpPr/>
          <p:nvPr/>
        </p:nvCxnSpPr>
        <p:spPr>
          <a:xfrm>
            <a:off x="3294063" y="3767138"/>
            <a:ext cx="150812" cy="0"/>
          </a:xfrm>
          <a:prstGeom prst="line">
            <a:avLst/>
          </a:prstGeom>
          <a:noFill/>
          <a:ln w="12700">
            <a:solidFill>
              <a:prstClr val="black"/>
            </a:solidFill>
            <a:miter lim="800000"/>
          </a:ln>
          <a:effectLst/>
        </p:spPr>
      </p:cxnSp>
      <p:sp>
        <p:nvSpPr>
          <p:cNvPr id="64603" name=""/>
          <p:cNvSpPr/>
          <p:nvPr/>
        </p:nvSpPr>
        <p:spPr>
          <a:xfrm>
            <a:off x="3241675" y="3638550"/>
            <a:ext cx="254000" cy="465138"/>
          </a:xfrm>
          <a:custGeom>
            <a:pathLst>
              <a:path w="168" h="345">
                <a:moveTo>
                  <a:pt x="0" y="0"/>
                </a:moveTo>
                <a:lnTo>
                  <a:pt x="167" y="0"/>
                </a:lnTo>
                <a:lnTo>
                  <a:pt x="167" y="344"/>
                </a:lnTo>
                <a:lnTo>
                  <a:pt x="0" y="344"/>
                </a:lnTo>
                <a:lnTo>
                  <a:pt x="0" y="0"/>
                </a:lnTo>
              </a:path>
            </a:pathLst>
          </a:custGeom>
          <a:noFill/>
          <a:ln w="12700" cap="rnd" cmpd="sng">
            <a:solidFill>
              <a:srgbClr val="000000"/>
            </a:solidFill>
            <a:prstDash val="solid"/>
            <a:round/>
            <a:headEnd type="none" w="sm" len="sm"/>
            <a:tailEnd type="none" w="sm" len="sm"/>
          </a:ln>
          <a:effectLst/>
        </p:spPr>
      </p:sp>
      <p:sp>
        <p:nvSpPr>
          <p:cNvPr id="64604" name=""/>
          <p:cNvSpPr/>
          <p:nvPr/>
        </p:nvSpPr>
        <p:spPr>
          <a:xfrm>
            <a:off x="3341688" y="3843338"/>
            <a:ext cx="55562" cy="22225"/>
          </a:xfrm>
          <a:custGeom>
            <a:pathLst>
              <a:path w="37" h="17">
                <a:moveTo>
                  <a:pt x="0" y="16"/>
                </a:moveTo>
                <a:lnTo>
                  <a:pt x="36" y="16"/>
                </a:lnTo>
                <a:lnTo>
                  <a:pt x="36" y="0"/>
                </a:lnTo>
                <a:lnTo>
                  <a:pt x="0" y="0"/>
                </a:lnTo>
                <a:lnTo>
                  <a:pt x="0" y="16"/>
                </a:lnTo>
              </a:path>
            </a:pathLst>
          </a:custGeom>
          <a:solidFill>
            <a:srgbClr val="C0C0C0"/>
          </a:solidFill>
          <a:ln w="12700" cap="rnd" cmpd="sng">
            <a:solidFill>
              <a:srgbClr val="000000"/>
            </a:solidFill>
            <a:prstDash val="solid"/>
            <a:round/>
          </a:ln>
          <a:effectLst/>
        </p:spPr>
      </p:sp>
      <p:sp>
        <p:nvSpPr>
          <p:cNvPr id="64605" name=""/>
          <p:cNvSpPr/>
          <p:nvPr/>
        </p:nvSpPr>
        <p:spPr>
          <a:xfrm>
            <a:off x="3227388" y="4137025"/>
            <a:ext cx="284162" cy="217488"/>
          </a:xfrm>
          <a:custGeom>
            <a:pathLst>
              <a:path w="187" h="161">
                <a:moveTo>
                  <a:pt x="0" y="99"/>
                </a:moveTo>
                <a:lnTo>
                  <a:pt x="14" y="99"/>
                </a:lnTo>
                <a:lnTo>
                  <a:pt x="14" y="0"/>
                </a:lnTo>
                <a:lnTo>
                  <a:pt x="0" y="0"/>
                </a:lnTo>
                <a:lnTo>
                  <a:pt x="0" y="99"/>
                </a:lnTo>
                <a:lnTo>
                  <a:pt x="28" y="99"/>
                </a:lnTo>
                <a:lnTo>
                  <a:pt x="42" y="99"/>
                </a:lnTo>
                <a:lnTo>
                  <a:pt x="42" y="0"/>
                </a:lnTo>
                <a:lnTo>
                  <a:pt x="28" y="0"/>
                </a:lnTo>
                <a:lnTo>
                  <a:pt x="28" y="99"/>
                </a:lnTo>
                <a:lnTo>
                  <a:pt x="57" y="99"/>
                </a:lnTo>
                <a:lnTo>
                  <a:pt x="71" y="99"/>
                </a:lnTo>
                <a:lnTo>
                  <a:pt x="71" y="0"/>
                </a:lnTo>
                <a:lnTo>
                  <a:pt x="57" y="0"/>
                </a:lnTo>
                <a:lnTo>
                  <a:pt x="57" y="99"/>
                </a:lnTo>
                <a:lnTo>
                  <a:pt x="85" y="99"/>
                </a:lnTo>
                <a:lnTo>
                  <a:pt x="100" y="99"/>
                </a:lnTo>
                <a:lnTo>
                  <a:pt x="100" y="0"/>
                </a:lnTo>
                <a:lnTo>
                  <a:pt x="85" y="0"/>
                </a:lnTo>
                <a:lnTo>
                  <a:pt x="85" y="99"/>
                </a:lnTo>
                <a:lnTo>
                  <a:pt x="114" y="99"/>
                </a:lnTo>
                <a:lnTo>
                  <a:pt x="128" y="99"/>
                </a:lnTo>
                <a:lnTo>
                  <a:pt x="128" y="0"/>
                </a:lnTo>
                <a:lnTo>
                  <a:pt x="114" y="0"/>
                </a:lnTo>
                <a:lnTo>
                  <a:pt x="114" y="99"/>
                </a:lnTo>
                <a:lnTo>
                  <a:pt x="143" y="99"/>
                </a:lnTo>
                <a:lnTo>
                  <a:pt x="157" y="99"/>
                </a:lnTo>
                <a:lnTo>
                  <a:pt x="157" y="0"/>
                </a:lnTo>
                <a:lnTo>
                  <a:pt x="143" y="0"/>
                </a:lnTo>
                <a:lnTo>
                  <a:pt x="143" y="99"/>
                </a:lnTo>
                <a:lnTo>
                  <a:pt x="171" y="99"/>
                </a:lnTo>
                <a:lnTo>
                  <a:pt x="186" y="99"/>
                </a:lnTo>
                <a:lnTo>
                  <a:pt x="186" y="0"/>
                </a:lnTo>
                <a:lnTo>
                  <a:pt x="171" y="0"/>
                </a:lnTo>
                <a:lnTo>
                  <a:pt x="171" y="99"/>
                </a:lnTo>
                <a:lnTo>
                  <a:pt x="171" y="160"/>
                </a:lnTo>
                <a:lnTo>
                  <a:pt x="186" y="160"/>
                </a:lnTo>
                <a:lnTo>
                  <a:pt x="186" y="111"/>
                </a:lnTo>
                <a:lnTo>
                  <a:pt x="171" y="111"/>
                </a:lnTo>
                <a:lnTo>
                  <a:pt x="171" y="160"/>
                </a:lnTo>
                <a:lnTo>
                  <a:pt x="143" y="160"/>
                </a:lnTo>
                <a:lnTo>
                  <a:pt x="157" y="160"/>
                </a:lnTo>
                <a:lnTo>
                  <a:pt x="157" y="111"/>
                </a:lnTo>
                <a:lnTo>
                  <a:pt x="143" y="111"/>
                </a:lnTo>
                <a:lnTo>
                  <a:pt x="143" y="160"/>
                </a:lnTo>
                <a:lnTo>
                  <a:pt x="114" y="160"/>
                </a:lnTo>
                <a:lnTo>
                  <a:pt x="128" y="160"/>
                </a:lnTo>
                <a:lnTo>
                  <a:pt x="128" y="111"/>
                </a:lnTo>
                <a:lnTo>
                  <a:pt x="114" y="111"/>
                </a:lnTo>
                <a:lnTo>
                  <a:pt x="114" y="160"/>
                </a:lnTo>
                <a:lnTo>
                  <a:pt x="85" y="160"/>
                </a:lnTo>
                <a:lnTo>
                  <a:pt x="100" y="160"/>
                </a:lnTo>
                <a:lnTo>
                  <a:pt x="100" y="111"/>
                </a:lnTo>
                <a:lnTo>
                  <a:pt x="85" y="111"/>
                </a:lnTo>
                <a:lnTo>
                  <a:pt x="85" y="160"/>
                </a:lnTo>
                <a:lnTo>
                  <a:pt x="57" y="160"/>
                </a:lnTo>
                <a:lnTo>
                  <a:pt x="71" y="160"/>
                </a:lnTo>
                <a:lnTo>
                  <a:pt x="71" y="111"/>
                </a:lnTo>
                <a:lnTo>
                  <a:pt x="57" y="111"/>
                </a:lnTo>
                <a:lnTo>
                  <a:pt x="57" y="160"/>
                </a:lnTo>
                <a:lnTo>
                  <a:pt x="28" y="160"/>
                </a:lnTo>
                <a:lnTo>
                  <a:pt x="42" y="160"/>
                </a:lnTo>
                <a:lnTo>
                  <a:pt x="42" y="111"/>
                </a:lnTo>
                <a:lnTo>
                  <a:pt x="28" y="111"/>
                </a:lnTo>
                <a:lnTo>
                  <a:pt x="28" y="160"/>
                </a:lnTo>
                <a:lnTo>
                  <a:pt x="0" y="160"/>
                </a:lnTo>
                <a:lnTo>
                  <a:pt x="14" y="160"/>
                </a:lnTo>
                <a:lnTo>
                  <a:pt x="14" y="111"/>
                </a:lnTo>
                <a:lnTo>
                  <a:pt x="0" y="111"/>
                </a:lnTo>
                <a:lnTo>
                  <a:pt x="0" y="160"/>
                </a:lnTo>
                <a:lnTo>
                  <a:pt x="0" y="99"/>
                </a:lnTo>
              </a:path>
            </a:pathLst>
          </a:custGeom>
          <a:solidFill>
            <a:srgbClr val="C0C0C0"/>
          </a:solidFill>
          <a:ln w="12700" cap="rnd" cmpd="sng">
            <a:solidFill>
              <a:srgbClr val="000000"/>
            </a:solidFill>
            <a:prstDash val="solid"/>
            <a:round/>
          </a:ln>
          <a:effectLst/>
        </p:spPr>
      </p:sp>
      <p:sp>
        <p:nvSpPr>
          <p:cNvPr id="64606" name=""/>
          <p:cNvSpPr/>
          <p:nvPr/>
        </p:nvSpPr>
        <p:spPr>
          <a:xfrm>
            <a:off x="3259138" y="3649663"/>
            <a:ext cx="220662" cy="69850"/>
          </a:xfrm>
          <a:custGeom>
            <a:pathLst>
              <a:path w="145" h="51">
                <a:moveTo>
                  <a:pt x="0" y="0"/>
                </a:moveTo>
                <a:lnTo>
                  <a:pt x="0" y="50"/>
                </a:lnTo>
                <a:lnTo>
                  <a:pt x="144" y="50"/>
                </a:lnTo>
                <a:lnTo>
                  <a:pt x="144" y="0"/>
                </a:lnTo>
                <a:lnTo>
                  <a:pt x="0" y="0"/>
                </a:lnTo>
              </a:path>
            </a:pathLst>
          </a:custGeom>
          <a:noFill/>
          <a:ln w="12700" cap="rnd" cmpd="sng">
            <a:solidFill>
              <a:srgbClr val="000000"/>
            </a:solidFill>
            <a:prstDash val="solid"/>
            <a:round/>
            <a:headEnd type="none" w="sm" len="sm"/>
            <a:tailEnd type="none" w="sm" len="sm"/>
          </a:ln>
          <a:effectLst/>
        </p:spPr>
      </p:sp>
      <p:sp>
        <p:nvSpPr>
          <p:cNvPr id="64607" name=""/>
          <p:cNvSpPr/>
          <p:nvPr/>
        </p:nvSpPr>
        <p:spPr>
          <a:xfrm>
            <a:off x="3259138" y="3649663"/>
            <a:ext cx="220662" cy="23812"/>
          </a:xfrm>
          <a:custGeom>
            <a:pathLst>
              <a:path w="145" h="17">
                <a:moveTo>
                  <a:pt x="0" y="0"/>
                </a:moveTo>
                <a:lnTo>
                  <a:pt x="14" y="16"/>
                </a:lnTo>
                <a:lnTo>
                  <a:pt x="129" y="16"/>
                </a:lnTo>
                <a:lnTo>
                  <a:pt x="144" y="0"/>
                </a:lnTo>
              </a:path>
            </a:pathLst>
          </a:custGeom>
          <a:noFill/>
          <a:ln w="12700" cap="rnd" cmpd="sng">
            <a:solidFill>
              <a:srgbClr val="000000"/>
            </a:solidFill>
            <a:prstDash val="solid"/>
            <a:round/>
            <a:headEnd type="none" w="sm" len="sm"/>
            <a:tailEnd type="none" w="sm" len="sm"/>
          </a:ln>
          <a:effectLst/>
        </p:spPr>
      </p:sp>
      <p:sp>
        <p:nvSpPr>
          <p:cNvPr id="64608" name=""/>
          <p:cNvSpPr/>
          <p:nvPr/>
        </p:nvSpPr>
        <p:spPr>
          <a:xfrm>
            <a:off x="3259138" y="3735388"/>
            <a:ext cx="220662" cy="66675"/>
          </a:xfrm>
          <a:custGeom>
            <a:pathLst>
              <a:path w="145" h="50">
                <a:moveTo>
                  <a:pt x="0" y="49"/>
                </a:moveTo>
                <a:lnTo>
                  <a:pt x="144" y="49"/>
                </a:lnTo>
                <a:lnTo>
                  <a:pt x="144" y="0"/>
                </a:lnTo>
                <a:lnTo>
                  <a:pt x="0" y="0"/>
                </a:lnTo>
                <a:lnTo>
                  <a:pt x="0" y="49"/>
                </a:lnTo>
              </a:path>
            </a:pathLst>
          </a:custGeom>
          <a:noFill/>
          <a:ln w="12700" cap="rnd" cmpd="sng">
            <a:solidFill>
              <a:srgbClr val="000000"/>
            </a:solidFill>
            <a:prstDash val="solid"/>
            <a:round/>
            <a:headEnd type="none" w="sm" len="sm"/>
            <a:tailEnd type="none" w="sm" len="sm"/>
          </a:ln>
          <a:effectLst/>
        </p:spPr>
      </p:sp>
      <p:sp>
        <p:nvSpPr>
          <p:cNvPr id="64609" name=""/>
          <p:cNvSpPr/>
          <p:nvPr/>
        </p:nvSpPr>
        <p:spPr>
          <a:xfrm>
            <a:off x="3259138" y="3817938"/>
            <a:ext cx="220662" cy="68262"/>
          </a:xfrm>
          <a:custGeom>
            <a:pathLst>
              <a:path w="145" h="51">
                <a:moveTo>
                  <a:pt x="0" y="50"/>
                </a:moveTo>
                <a:lnTo>
                  <a:pt x="144" y="50"/>
                </a:lnTo>
                <a:lnTo>
                  <a:pt x="144"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610" name=""/>
          <p:cNvSpPr/>
          <p:nvPr/>
        </p:nvSpPr>
        <p:spPr>
          <a:xfrm>
            <a:off x="3259138" y="3900488"/>
            <a:ext cx="220662" cy="69850"/>
          </a:xfrm>
          <a:custGeom>
            <a:pathLst>
              <a:path w="145" h="51">
                <a:moveTo>
                  <a:pt x="0" y="50"/>
                </a:moveTo>
                <a:lnTo>
                  <a:pt x="144" y="50"/>
                </a:lnTo>
                <a:lnTo>
                  <a:pt x="144"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611" name=""/>
          <p:cNvSpPr/>
          <p:nvPr/>
        </p:nvSpPr>
        <p:spPr>
          <a:xfrm>
            <a:off x="3259138" y="3986213"/>
            <a:ext cx="220662" cy="66675"/>
          </a:xfrm>
          <a:custGeom>
            <a:pathLst>
              <a:path w="145" h="50">
                <a:moveTo>
                  <a:pt x="0" y="49"/>
                </a:moveTo>
                <a:lnTo>
                  <a:pt x="144" y="49"/>
                </a:lnTo>
                <a:lnTo>
                  <a:pt x="144" y="0"/>
                </a:lnTo>
                <a:lnTo>
                  <a:pt x="0" y="0"/>
                </a:lnTo>
                <a:lnTo>
                  <a:pt x="0" y="49"/>
                </a:lnTo>
              </a:path>
            </a:pathLst>
          </a:custGeom>
          <a:noFill/>
          <a:ln w="12700" cap="rnd" cmpd="sng">
            <a:solidFill>
              <a:srgbClr val="000000"/>
            </a:solidFill>
            <a:prstDash val="solid"/>
            <a:round/>
            <a:headEnd type="none" w="sm" len="sm"/>
            <a:tailEnd type="none" w="sm" len="sm"/>
          </a:ln>
          <a:effectLst/>
        </p:spPr>
      </p:sp>
      <p:cxnSp>
        <p:nvCxnSpPr>
          <p:cNvPr id="64612" name=""/>
          <p:cNvCxnSpPr/>
          <p:nvPr/>
        </p:nvCxnSpPr>
        <p:spPr>
          <a:xfrm flipV="1">
            <a:off x="3259138" y="3667125"/>
            <a:ext cx="22225" cy="50800"/>
          </a:xfrm>
          <a:prstGeom prst="line">
            <a:avLst/>
          </a:prstGeom>
          <a:noFill/>
          <a:ln w="12700">
            <a:solidFill>
              <a:prstClr val="black"/>
            </a:solidFill>
            <a:miter lim="800000"/>
          </a:ln>
          <a:effectLst/>
        </p:spPr>
      </p:cxnSp>
      <p:cxnSp>
        <p:nvCxnSpPr>
          <p:cNvPr id="64613" name=""/>
          <p:cNvCxnSpPr/>
          <p:nvPr/>
        </p:nvCxnSpPr>
        <p:spPr>
          <a:xfrm>
            <a:off x="3455988" y="3667125"/>
            <a:ext cx="22225" cy="50800"/>
          </a:xfrm>
          <a:prstGeom prst="line">
            <a:avLst/>
          </a:prstGeom>
          <a:noFill/>
          <a:ln w="12700">
            <a:solidFill>
              <a:prstClr val="black"/>
            </a:solidFill>
            <a:miter lim="800000"/>
          </a:ln>
          <a:effectLst/>
        </p:spPr>
      </p:cxnSp>
      <p:cxnSp>
        <p:nvCxnSpPr>
          <p:cNvPr id="64614" name=""/>
          <p:cNvCxnSpPr/>
          <p:nvPr/>
        </p:nvCxnSpPr>
        <p:spPr>
          <a:xfrm>
            <a:off x="3271838" y="3960813"/>
            <a:ext cx="139700" cy="0"/>
          </a:xfrm>
          <a:prstGeom prst="line">
            <a:avLst/>
          </a:prstGeom>
          <a:noFill/>
          <a:ln w="12700">
            <a:solidFill>
              <a:prstClr val="black"/>
            </a:solidFill>
            <a:miter lim="800000"/>
          </a:ln>
          <a:effectLst/>
        </p:spPr>
      </p:cxnSp>
      <p:cxnSp>
        <p:nvCxnSpPr>
          <p:cNvPr id="64615" name=""/>
          <p:cNvCxnSpPr/>
          <p:nvPr/>
        </p:nvCxnSpPr>
        <p:spPr>
          <a:xfrm>
            <a:off x="3271838" y="3948113"/>
            <a:ext cx="139700" cy="0"/>
          </a:xfrm>
          <a:prstGeom prst="line">
            <a:avLst/>
          </a:prstGeom>
          <a:noFill/>
          <a:ln w="12700">
            <a:solidFill>
              <a:prstClr val="black"/>
            </a:solidFill>
            <a:miter lim="800000"/>
          </a:ln>
          <a:effectLst/>
        </p:spPr>
      </p:cxnSp>
      <p:cxnSp>
        <p:nvCxnSpPr>
          <p:cNvPr id="64616" name=""/>
          <p:cNvCxnSpPr/>
          <p:nvPr/>
        </p:nvCxnSpPr>
        <p:spPr>
          <a:xfrm>
            <a:off x="3271838" y="3935413"/>
            <a:ext cx="139700" cy="0"/>
          </a:xfrm>
          <a:prstGeom prst="line">
            <a:avLst/>
          </a:prstGeom>
          <a:noFill/>
          <a:ln w="12700">
            <a:solidFill>
              <a:prstClr val="black"/>
            </a:solidFill>
            <a:miter lim="800000"/>
          </a:ln>
          <a:effectLst/>
        </p:spPr>
      </p:cxnSp>
      <p:cxnSp>
        <p:nvCxnSpPr>
          <p:cNvPr id="64617" name=""/>
          <p:cNvCxnSpPr/>
          <p:nvPr/>
        </p:nvCxnSpPr>
        <p:spPr>
          <a:xfrm>
            <a:off x="3271838" y="3922713"/>
            <a:ext cx="139700" cy="0"/>
          </a:xfrm>
          <a:prstGeom prst="line">
            <a:avLst/>
          </a:prstGeom>
          <a:noFill/>
          <a:ln w="12700">
            <a:solidFill>
              <a:prstClr val="black"/>
            </a:solidFill>
            <a:miter lim="800000"/>
          </a:ln>
          <a:effectLst/>
        </p:spPr>
      </p:cxnSp>
      <p:cxnSp>
        <p:nvCxnSpPr>
          <p:cNvPr id="64618" name=""/>
          <p:cNvCxnSpPr/>
          <p:nvPr/>
        </p:nvCxnSpPr>
        <p:spPr>
          <a:xfrm>
            <a:off x="3271838" y="3910013"/>
            <a:ext cx="139700" cy="0"/>
          </a:xfrm>
          <a:prstGeom prst="line">
            <a:avLst/>
          </a:prstGeom>
          <a:noFill/>
          <a:ln w="12700">
            <a:solidFill>
              <a:prstClr val="black"/>
            </a:solidFill>
            <a:miter lim="800000"/>
          </a:ln>
          <a:effectLst/>
        </p:spPr>
      </p:cxnSp>
      <p:sp>
        <p:nvSpPr>
          <p:cNvPr id="64619" name=""/>
          <p:cNvSpPr/>
          <p:nvPr/>
        </p:nvSpPr>
        <p:spPr>
          <a:xfrm>
            <a:off x="3370263" y="3749675"/>
            <a:ext cx="65087" cy="36513"/>
          </a:xfrm>
          <a:custGeom>
            <a:pathLst>
              <a:path w="43" h="27">
                <a:moveTo>
                  <a:pt x="0" y="26"/>
                </a:moveTo>
                <a:lnTo>
                  <a:pt x="42" y="26"/>
                </a:lnTo>
                <a:lnTo>
                  <a:pt x="42" y="0"/>
                </a:lnTo>
                <a:lnTo>
                  <a:pt x="0" y="0"/>
                </a:lnTo>
                <a:lnTo>
                  <a:pt x="0" y="26"/>
                </a:lnTo>
              </a:path>
            </a:pathLst>
          </a:custGeom>
          <a:noFill/>
          <a:ln w="12700" cap="rnd" cmpd="sng">
            <a:solidFill>
              <a:srgbClr val="000000"/>
            </a:solidFill>
            <a:prstDash val="solid"/>
            <a:round/>
            <a:headEnd type="none" w="sm" len="sm"/>
            <a:tailEnd type="none" w="sm" len="sm"/>
          </a:ln>
          <a:effectLst/>
        </p:spPr>
      </p:sp>
      <p:sp>
        <p:nvSpPr>
          <p:cNvPr id="64620" name=""/>
          <p:cNvSpPr/>
          <p:nvPr/>
        </p:nvSpPr>
        <p:spPr>
          <a:xfrm>
            <a:off x="3429000" y="3863975"/>
            <a:ext cx="34925" cy="23813"/>
          </a:xfrm>
          <a:custGeom>
            <a:pathLst>
              <a:path w="23" h="17">
                <a:moveTo>
                  <a:pt x="0" y="16"/>
                </a:moveTo>
                <a:lnTo>
                  <a:pt x="22" y="16"/>
                </a:lnTo>
                <a:lnTo>
                  <a:pt x="22"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21" name=""/>
          <p:cNvSpPr/>
          <p:nvPr/>
        </p:nvSpPr>
        <p:spPr>
          <a:xfrm>
            <a:off x="3429000" y="3910013"/>
            <a:ext cx="34925" cy="23812"/>
          </a:xfrm>
          <a:custGeom>
            <a:pathLst>
              <a:path w="23" h="17">
                <a:moveTo>
                  <a:pt x="0" y="16"/>
                </a:moveTo>
                <a:lnTo>
                  <a:pt x="22" y="16"/>
                </a:lnTo>
                <a:lnTo>
                  <a:pt x="22"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22" name=""/>
          <p:cNvSpPr/>
          <p:nvPr/>
        </p:nvSpPr>
        <p:spPr>
          <a:xfrm>
            <a:off x="3429000" y="3927475"/>
            <a:ext cx="34925" cy="23813"/>
          </a:xfrm>
          <a:custGeom>
            <a:pathLst>
              <a:path w="23" h="17">
                <a:moveTo>
                  <a:pt x="0" y="16"/>
                </a:moveTo>
                <a:lnTo>
                  <a:pt x="22" y="16"/>
                </a:lnTo>
                <a:lnTo>
                  <a:pt x="22"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23" name=""/>
          <p:cNvSpPr/>
          <p:nvPr/>
        </p:nvSpPr>
        <p:spPr>
          <a:xfrm>
            <a:off x="3630613" y="1925638"/>
            <a:ext cx="682625" cy="804862"/>
          </a:xfrm>
          <a:custGeom>
            <a:pathLst>
              <a:path w="449" h="597">
                <a:moveTo>
                  <a:pt x="0" y="596"/>
                </a:moveTo>
                <a:lnTo>
                  <a:pt x="0" y="577"/>
                </a:lnTo>
                <a:lnTo>
                  <a:pt x="112" y="539"/>
                </a:lnTo>
                <a:lnTo>
                  <a:pt x="112" y="0"/>
                </a:lnTo>
                <a:lnTo>
                  <a:pt x="336" y="0"/>
                </a:lnTo>
                <a:lnTo>
                  <a:pt x="336" y="539"/>
                </a:lnTo>
                <a:lnTo>
                  <a:pt x="448" y="577"/>
                </a:lnTo>
                <a:lnTo>
                  <a:pt x="448" y="596"/>
                </a:lnTo>
                <a:lnTo>
                  <a:pt x="0" y="596"/>
                </a:lnTo>
              </a:path>
            </a:pathLst>
          </a:custGeom>
          <a:solidFill>
            <a:srgbClr val="C0C0C0"/>
          </a:solidFill>
          <a:ln w="12700" cap="rnd" cmpd="sng">
            <a:solidFill>
              <a:srgbClr val="000000"/>
            </a:solidFill>
            <a:prstDash val="solid"/>
            <a:round/>
          </a:ln>
          <a:effectLst/>
        </p:spPr>
      </p:sp>
      <p:cxnSp>
        <p:nvCxnSpPr>
          <p:cNvPr id="64624" name=""/>
          <p:cNvCxnSpPr/>
          <p:nvPr/>
        </p:nvCxnSpPr>
        <p:spPr>
          <a:xfrm flipH="1">
            <a:off x="3802063" y="2652713"/>
            <a:ext cx="0" cy="76200"/>
          </a:xfrm>
          <a:prstGeom prst="line">
            <a:avLst/>
          </a:prstGeom>
          <a:noFill/>
          <a:ln w="12700">
            <a:solidFill>
              <a:prstClr val="black"/>
            </a:solidFill>
            <a:miter lim="800000"/>
          </a:ln>
          <a:effectLst/>
        </p:spPr>
      </p:cxnSp>
      <p:cxnSp>
        <p:nvCxnSpPr>
          <p:cNvPr id="64625" name=""/>
          <p:cNvCxnSpPr/>
          <p:nvPr/>
        </p:nvCxnSpPr>
        <p:spPr>
          <a:xfrm flipH="1">
            <a:off x="4143375" y="2652713"/>
            <a:ext cx="0" cy="76200"/>
          </a:xfrm>
          <a:prstGeom prst="line">
            <a:avLst/>
          </a:prstGeom>
          <a:noFill/>
          <a:ln w="12700">
            <a:solidFill>
              <a:prstClr val="black"/>
            </a:solidFill>
            <a:miter lim="800000"/>
          </a:ln>
          <a:effectLst/>
        </p:spPr>
      </p:cxnSp>
      <p:cxnSp>
        <p:nvCxnSpPr>
          <p:cNvPr id="64626" name=""/>
          <p:cNvCxnSpPr/>
          <p:nvPr/>
        </p:nvCxnSpPr>
        <p:spPr>
          <a:xfrm>
            <a:off x="3916363" y="2176463"/>
            <a:ext cx="112712" cy="0"/>
          </a:xfrm>
          <a:prstGeom prst="line">
            <a:avLst/>
          </a:prstGeom>
          <a:noFill/>
          <a:ln w="12700">
            <a:solidFill>
              <a:prstClr val="black"/>
            </a:solidFill>
            <a:miter lim="800000"/>
          </a:ln>
          <a:effectLst/>
        </p:spPr>
      </p:cxnSp>
      <p:cxnSp>
        <p:nvCxnSpPr>
          <p:cNvPr id="64627" name=""/>
          <p:cNvCxnSpPr/>
          <p:nvPr/>
        </p:nvCxnSpPr>
        <p:spPr>
          <a:xfrm>
            <a:off x="3897313" y="2092325"/>
            <a:ext cx="150812" cy="0"/>
          </a:xfrm>
          <a:prstGeom prst="line">
            <a:avLst/>
          </a:prstGeom>
          <a:noFill/>
          <a:ln w="12700">
            <a:solidFill>
              <a:prstClr val="black"/>
            </a:solidFill>
            <a:miter lim="800000"/>
          </a:ln>
          <a:effectLst/>
        </p:spPr>
      </p:cxnSp>
      <p:sp>
        <p:nvSpPr>
          <p:cNvPr id="64628" name=""/>
          <p:cNvSpPr/>
          <p:nvPr/>
        </p:nvSpPr>
        <p:spPr>
          <a:xfrm>
            <a:off x="3843338" y="1962150"/>
            <a:ext cx="257175" cy="466725"/>
          </a:xfrm>
          <a:custGeom>
            <a:pathLst>
              <a:path w="169" h="345">
                <a:moveTo>
                  <a:pt x="0" y="0"/>
                </a:moveTo>
                <a:lnTo>
                  <a:pt x="168" y="0"/>
                </a:lnTo>
                <a:lnTo>
                  <a:pt x="168" y="344"/>
                </a:lnTo>
                <a:lnTo>
                  <a:pt x="0" y="344"/>
                </a:lnTo>
                <a:lnTo>
                  <a:pt x="0" y="0"/>
                </a:lnTo>
              </a:path>
            </a:pathLst>
          </a:custGeom>
          <a:noFill/>
          <a:ln w="12700" cap="rnd" cmpd="sng">
            <a:solidFill>
              <a:srgbClr val="000000"/>
            </a:solidFill>
            <a:prstDash val="solid"/>
            <a:round/>
            <a:headEnd type="none" w="sm" len="sm"/>
            <a:tailEnd type="none" w="sm" len="sm"/>
          </a:ln>
          <a:effectLst/>
        </p:spPr>
      </p:sp>
      <p:sp>
        <p:nvSpPr>
          <p:cNvPr id="64629" name=""/>
          <p:cNvSpPr/>
          <p:nvPr/>
        </p:nvSpPr>
        <p:spPr>
          <a:xfrm>
            <a:off x="3941763" y="2168525"/>
            <a:ext cx="61912" cy="22225"/>
          </a:xfrm>
          <a:custGeom>
            <a:pathLst>
              <a:path w="40" h="17">
                <a:moveTo>
                  <a:pt x="0" y="16"/>
                </a:moveTo>
                <a:lnTo>
                  <a:pt x="39" y="16"/>
                </a:lnTo>
                <a:lnTo>
                  <a:pt x="39" y="0"/>
                </a:lnTo>
                <a:lnTo>
                  <a:pt x="0" y="0"/>
                </a:lnTo>
                <a:lnTo>
                  <a:pt x="0" y="16"/>
                </a:lnTo>
              </a:path>
            </a:pathLst>
          </a:custGeom>
          <a:solidFill>
            <a:srgbClr val="C0C0C0"/>
          </a:solidFill>
          <a:ln w="12700" cap="rnd" cmpd="sng">
            <a:solidFill>
              <a:srgbClr val="000000"/>
            </a:solidFill>
            <a:prstDash val="solid"/>
            <a:round/>
          </a:ln>
          <a:effectLst/>
        </p:spPr>
      </p:sp>
      <p:sp>
        <p:nvSpPr>
          <p:cNvPr id="64630" name=""/>
          <p:cNvSpPr/>
          <p:nvPr/>
        </p:nvSpPr>
        <p:spPr>
          <a:xfrm>
            <a:off x="3832225" y="2460625"/>
            <a:ext cx="282575" cy="219075"/>
          </a:xfrm>
          <a:custGeom>
            <a:pathLst>
              <a:path w="187" h="162">
                <a:moveTo>
                  <a:pt x="0" y="99"/>
                </a:moveTo>
                <a:lnTo>
                  <a:pt x="14" y="99"/>
                </a:lnTo>
                <a:lnTo>
                  <a:pt x="14" y="0"/>
                </a:lnTo>
                <a:lnTo>
                  <a:pt x="0" y="0"/>
                </a:lnTo>
                <a:lnTo>
                  <a:pt x="0" y="99"/>
                </a:lnTo>
                <a:lnTo>
                  <a:pt x="29" y="99"/>
                </a:lnTo>
                <a:lnTo>
                  <a:pt x="43" y="99"/>
                </a:lnTo>
                <a:lnTo>
                  <a:pt x="43" y="0"/>
                </a:lnTo>
                <a:lnTo>
                  <a:pt x="29" y="0"/>
                </a:lnTo>
                <a:lnTo>
                  <a:pt x="29" y="99"/>
                </a:lnTo>
                <a:lnTo>
                  <a:pt x="57" y="99"/>
                </a:lnTo>
                <a:lnTo>
                  <a:pt x="71" y="99"/>
                </a:lnTo>
                <a:lnTo>
                  <a:pt x="71" y="0"/>
                </a:lnTo>
                <a:lnTo>
                  <a:pt x="57" y="0"/>
                </a:lnTo>
                <a:lnTo>
                  <a:pt x="57" y="99"/>
                </a:lnTo>
                <a:lnTo>
                  <a:pt x="86" y="99"/>
                </a:lnTo>
                <a:lnTo>
                  <a:pt x="100" y="99"/>
                </a:lnTo>
                <a:lnTo>
                  <a:pt x="100" y="0"/>
                </a:lnTo>
                <a:lnTo>
                  <a:pt x="86" y="0"/>
                </a:lnTo>
                <a:lnTo>
                  <a:pt x="86" y="99"/>
                </a:lnTo>
                <a:lnTo>
                  <a:pt x="114" y="99"/>
                </a:lnTo>
                <a:lnTo>
                  <a:pt x="129" y="99"/>
                </a:lnTo>
                <a:lnTo>
                  <a:pt x="129" y="0"/>
                </a:lnTo>
                <a:lnTo>
                  <a:pt x="114" y="0"/>
                </a:lnTo>
                <a:lnTo>
                  <a:pt x="114" y="99"/>
                </a:lnTo>
                <a:lnTo>
                  <a:pt x="143" y="99"/>
                </a:lnTo>
                <a:lnTo>
                  <a:pt x="157" y="99"/>
                </a:lnTo>
                <a:lnTo>
                  <a:pt x="157" y="0"/>
                </a:lnTo>
                <a:lnTo>
                  <a:pt x="143" y="0"/>
                </a:lnTo>
                <a:lnTo>
                  <a:pt x="143" y="99"/>
                </a:lnTo>
                <a:lnTo>
                  <a:pt x="172" y="99"/>
                </a:lnTo>
                <a:lnTo>
                  <a:pt x="186" y="99"/>
                </a:lnTo>
                <a:lnTo>
                  <a:pt x="186" y="0"/>
                </a:lnTo>
                <a:lnTo>
                  <a:pt x="172" y="0"/>
                </a:lnTo>
                <a:lnTo>
                  <a:pt x="172" y="99"/>
                </a:lnTo>
                <a:lnTo>
                  <a:pt x="172" y="161"/>
                </a:lnTo>
                <a:lnTo>
                  <a:pt x="186" y="161"/>
                </a:lnTo>
                <a:lnTo>
                  <a:pt x="186" y="111"/>
                </a:lnTo>
                <a:lnTo>
                  <a:pt x="172" y="111"/>
                </a:lnTo>
                <a:lnTo>
                  <a:pt x="172" y="161"/>
                </a:lnTo>
                <a:lnTo>
                  <a:pt x="143" y="161"/>
                </a:lnTo>
                <a:lnTo>
                  <a:pt x="157" y="161"/>
                </a:lnTo>
                <a:lnTo>
                  <a:pt x="157" y="111"/>
                </a:lnTo>
                <a:lnTo>
                  <a:pt x="143" y="111"/>
                </a:lnTo>
                <a:lnTo>
                  <a:pt x="143" y="161"/>
                </a:lnTo>
                <a:lnTo>
                  <a:pt x="114" y="161"/>
                </a:lnTo>
                <a:lnTo>
                  <a:pt x="129" y="161"/>
                </a:lnTo>
                <a:lnTo>
                  <a:pt x="129" y="111"/>
                </a:lnTo>
                <a:lnTo>
                  <a:pt x="114" y="111"/>
                </a:lnTo>
                <a:lnTo>
                  <a:pt x="114" y="161"/>
                </a:lnTo>
                <a:lnTo>
                  <a:pt x="86" y="161"/>
                </a:lnTo>
                <a:lnTo>
                  <a:pt x="100" y="161"/>
                </a:lnTo>
                <a:lnTo>
                  <a:pt x="100" y="111"/>
                </a:lnTo>
                <a:lnTo>
                  <a:pt x="86" y="111"/>
                </a:lnTo>
                <a:lnTo>
                  <a:pt x="86" y="161"/>
                </a:lnTo>
                <a:lnTo>
                  <a:pt x="57" y="161"/>
                </a:lnTo>
                <a:lnTo>
                  <a:pt x="71" y="161"/>
                </a:lnTo>
                <a:lnTo>
                  <a:pt x="71" y="111"/>
                </a:lnTo>
                <a:lnTo>
                  <a:pt x="57" y="111"/>
                </a:lnTo>
                <a:lnTo>
                  <a:pt x="57" y="161"/>
                </a:lnTo>
                <a:lnTo>
                  <a:pt x="29" y="161"/>
                </a:lnTo>
                <a:lnTo>
                  <a:pt x="43" y="161"/>
                </a:lnTo>
                <a:lnTo>
                  <a:pt x="43" y="111"/>
                </a:lnTo>
                <a:lnTo>
                  <a:pt x="29" y="111"/>
                </a:lnTo>
                <a:lnTo>
                  <a:pt x="29" y="161"/>
                </a:lnTo>
                <a:lnTo>
                  <a:pt x="0" y="161"/>
                </a:lnTo>
                <a:lnTo>
                  <a:pt x="14" y="161"/>
                </a:lnTo>
                <a:lnTo>
                  <a:pt x="14" y="111"/>
                </a:lnTo>
                <a:lnTo>
                  <a:pt x="0" y="111"/>
                </a:lnTo>
                <a:lnTo>
                  <a:pt x="0" y="161"/>
                </a:lnTo>
                <a:lnTo>
                  <a:pt x="0" y="99"/>
                </a:lnTo>
              </a:path>
            </a:pathLst>
          </a:custGeom>
          <a:solidFill>
            <a:srgbClr val="C0C0C0"/>
          </a:solidFill>
          <a:ln w="12700" cap="rnd" cmpd="sng">
            <a:solidFill>
              <a:srgbClr val="000000"/>
            </a:solidFill>
            <a:prstDash val="solid"/>
            <a:round/>
          </a:ln>
          <a:effectLst/>
        </p:spPr>
      </p:sp>
      <p:sp>
        <p:nvSpPr>
          <p:cNvPr id="64631" name=""/>
          <p:cNvSpPr/>
          <p:nvPr/>
        </p:nvSpPr>
        <p:spPr>
          <a:xfrm>
            <a:off x="3863975" y="1974850"/>
            <a:ext cx="215900" cy="68263"/>
          </a:xfrm>
          <a:custGeom>
            <a:pathLst>
              <a:path w="143" h="50">
                <a:moveTo>
                  <a:pt x="0" y="0"/>
                </a:moveTo>
                <a:lnTo>
                  <a:pt x="0" y="49"/>
                </a:lnTo>
                <a:lnTo>
                  <a:pt x="142" y="49"/>
                </a:lnTo>
                <a:lnTo>
                  <a:pt x="142" y="0"/>
                </a:lnTo>
                <a:lnTo>
                  <a:pt x="0" y="0"/>
                </a:lnTo>
              </a:path>
            </a:pathLst>
          </a:custGeom>
          <a:noFill/>
          <a:ln w="12700" cap="rnd" cmpd="sng">
            <a:solidFill>
              <a:srgbClr val="000000"/>
            </a:solidFill>
            <a:prstDash val="solid"/>
            <a:round/>
            <a:headEnd type="none" w="sm" len="sm"/>
            <a:tailEnd type="none" w="sm" len="sm"/>
          </a:ln>
          <a:effectLst/>
        </p:spPr>
      </p:sp>
      <p:sp>
        <p:nvSpPr>
          <p:cNvPr id="64632" name=""/>
          <p:cNvSpPr/>
          <p:nvPr/>
        </p:nvSpPr>
        <p:spPr>
          <a:xfrm>
            <a:off x="3863975" y="1974850"/>
            <a:ext cx="215900" cy="22225"/>
          </a:xfrm>
          <a:custGeom>
            <a:pathLst>
              <a:path w="143" h="17">
                <a:moveTo>
                  <a:pt x="0" y="0"/>
                </a:moveTo>
                <a:lnTo>
                  <a:pt x="13" y="16"/>
                </a:lnTo>
                <a:lnTo>
                  <a:pt x="128" y="16"/>
                </a:lnTo>
                <a:lnTo>
                  <a:pt x="142" y="0"/>
                </a:lnTo>
              </a:path>
            </a:pathLst>
          </a:custGeom>
          <a:noFill/>
          <a:ln w="12700" cap="rnd" cmpd="sng">
            <a:solidFill>
              <a:srgbClr val="000000"/>
            </a:solidFill>
            <a:prstDash val="solid"/>
            <a:round/>
            <a:headEnd type="none" w="sm" len="sm"/>
            <a:tailEnd type="none" w="sm" len="sm"/>
          </a:ln>
          <a:effectLst/>
        </p:spPr>
      </p:sp>
      <p:sp>
        <p:nvSpPr>
          <p:cNvPr id="64633" name=""/>
          <p:cNvSpPr/>
          <p:nvPr/>
        </p:nvSpPr>
        <p:spPr>
          <a:xfrm>
            <a:off x="3863975" y="2058988"/>
            <a:ext cx="215900" cy="68262"/>
          </a:xfrm>
          <a:custGeom>
            <a:pathLst>
              <a:path w="143" h="51">
                <a:moveTo>
                  <a:pt x="0" y="50"/>
                </a:moveTo>
                <a:lnTo>
                  <a:pt x="142" y="50"/>
                </a:lnTo>
                <a:lnTo>
                  <a:pt x="142"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634" name=""/>
          <p:cNvSpPr/>
          <p:nvPr/>
        </p:nvSpPr>
        <p:spPr>
          <a:xfrm>
            <a:off x="3863975" y="2141538"/>
            <a:ext cx="215900" cy="68262"/>
          </a:xfrm>
          <a:custGeom>
            <a:pathLst>
              <a:path w="143" h="50">
                <a:moveTo>
                  <a:pt x="0" y="49"/>
                </a:moveTo>
                <a:lnTo>
                  <a:pt x="142" y="49"/>
                </a:lnTo>
                <a:lnTo>
                  <a:pt x="142" y="0"/>
                </a:lnTo>
                <a:lnTo>
                  <a:pt x="0" y="0"/>
                </a:lnTo>
                <a:lnTo>
                  <a:pt x="0" y="49"/>
                </a:lnTo>
              </a:path>
            </a:pathLst>
          </a:custGeom>
          <a:noFill/>
          <a:ln w="12700" cap="rnd" cmpd="sng">
            <a:solidFill>
              <a:srgbClr val="000000"/>
            </a:solidFill>
            <a:prstDash val="solid"/>
            <a:round/>
            <a:headEnd type="none" w="sm" len="sm"/>
            <a:tailEnd type="none" w="sm" len="sm"/>
          </a:ln>
          <a:effectLst/>
        </p:spPr>
      </p:sp>
      <p:sp>
        <p:nvSpPr>
          <p:cNvPr id="64635" name=""/>
          <p:cNvSpPr/>
          <p:nvPr/>
        </p:nvSpPr>
        <p:spPr>
          <a:xfrm>
            <a:off x="3863975" y="2225675"/>
            <a:ext cx="215900" cy="69850"/>
          </a:xfrm>
          <a:custGeom>
            <a:pathLst>
              <a:path w="143" h="51">
                <a:moveTo>
                  <a:pt x="0" y="50"/>
                </a:moveTo>
                <a:lnTo>
                  <a:pt x="142" y="50"/>
                </a:lnTo>
                <a:lnTo>
                  <a:pt x="142"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636" name=""/>
          <p:cNvSpPr/>
          <p:nvPr/>
        </p:nvSpPr>
        <p:spPr>
          <a:xfrm>
            <a:off x="3863975" y="2309813"/>
            <a:ext cx="215900" cy="68262"/>
          </a:xfrm>
          <a:custGeom>
            <a:pathLst>
              <a:path w="143" h="51">
                <a:moveTo>
                  <a:pt x="0" y="50"/>
                </a:moveTo>
                <a:lnTo>
                  <a:pt x="142" y="50"/>
                </a:lnTo>
                <a:lnTo>
                  <a:pt x="142" y="0"/>
                </a:lnTo>
                <a:lnTo>
                  <a:pt x="0" y="0"/>
                </a:lnTo>
                <a:lnTo>
                  <a:pt x="0" y="50"/>
                </a:lnTo>
              </a:path>
            </a:pathLst>
          </a:custGeom>
          <a:noFill/>
          <a:ln w="12700" cap="rnd" cmpd="sng">
            <a:solidFill>
              <a:srgbClr val="000000"/>
            </a:solidFill>
            <a:prstDash val="solid"/>
            <a:round/>
            <a:headEnd type="none" w="sm" len="sm"/>
            <a:tailEnd type="none" w="sm" len="sm"/>
          </a:ln>
          <a:effectLst/>
        </p:spPr>
      </p:sp>
      <p:cxnSp>
        <p:nvCxnSpPr>
          <p:cNvPr id="64637" name=""/>
          <p:cNvCxnSpPr/>
          <p:nvPr/>
        </p:nvCxnSpPr>
        <p:spPr>
          <a:xfrm flipV="1">
            <a:off x="3863975" y="1990725"/>
            <a:ext cx="20638" cy="50800"/>
          </a:xfrm>
          <a:prstGeom prst="line">
            <a:avLst/>
          </a:prstGeom>
          <a:noFill/>
          <a:ln w="12700">
            <a:solidFill>
              <a:prstClr val="black"/>
            </a:solidFill>
            <a:miter lim="800000"/>
          </a:ln>
          <a:effectLst/>
        </p:spPr>
      </p:cxnSp>
      <p:cxnSp>
        <p:nvCxnSpPr>
          <p:cNvPr id="64638" name=""/>
          <p:cNvCxnSpPr/>
          <p:nvPr/>
        </p:nvCxnSpPr>
        <p:spPr>
          <a:xfrm>
            <a:off x="4059238" y="1990725"/>
            <a:ext cx="19050" cy="50800"/>
          </a:xfrm>
          <a:prstGeom prst="line">
            <a:avLst/>
          </a:prstGeom>
          <a:noFill/>
          <a:ln w="12700">
            <a:solidFill>
              <a:prstClr val="black"/>
            </a:solidFill>
            <a:miter lim="800000"/>
          </a:ln>
          <a:effectLst/>
        </p:spPr>
      </p:cxnSp>
      <p:cxnSp>
        <p:nvCxnSpPr>
          <p:cNvPr id="64639" name=""/>
          <p:cNvCxnSpPr/>
          <p:nvPr/>
        </p:nvCxnSpPr>
        <p:spPr>
          <a:xfrm>
            <a:off x="3873500" y="2286000"/>
            <a:ext cx="141288" cy="0"/>
          </a:xfrm>
          <a:prstGeom prst="line">
            <a:avLst/>
          </a:prstGeom>
          <a:noFill/>
          <a:ln w="12700">
            <a:solidFill>
              <a:prstClr val="black"/>
            </a:solidFill>
            <a:miter lim="800000"/>
          </a:ln>
          <a:effectLst/>
        </p:spPr>
      </p:cxnSp>
      <p:cxnSp>
        <p:nvCxnSpPr>
          <p:cNvPr id="64640" name=""/>
          <p:cNvCxnSpPr/>
          <p:nvPr/>
        </p:nvCxnSpPr>
        <p:spPr>
          <a:xfrm>
            <a:off x="3873500" y="2271713"/>
            <a:ext cx="141288" cy="0"/>
          </a:xfrm>
          <a:prstGeom prst="line">
            <a:avLst/>
          </a:prstGeom>
          <a:noFill/>
          <a:ln w="12700">
            <a:solidFill>
              <a:prstClr val="black"/>
            </a:solidFill>
            <a:miter lim="800000"/>
          </a:ln>
          <a:effectLst/>
        </p:spPr>
      </p:cxnSp>
      <p:cxnSp>
        <p:nvCxnSpPr>
          <p:cNvPr id="64641" name=""/>
          <p:cNvCxnSpPr/>
          <p:nvPr/>
        </p:nvCxnSpPr>
        <p:spPr>
          <a:xfrm>
            <a:off x="3873500" y="2259013"/>
            <a:ext cx="141288" cy="0"/>
          </a:xfrm>
          <a:prstGeom prst="line">
            <a:avLst/>
          </a:prstGeom>
          <a:noFill/>
          <a:ln w="12700">
            <a:solidFill>
              <a:prstClr val="black"/>
            </a:solidFill>
            <a:miter lim="800000"/>
          </a:ln>
          <a:effectLst/>
        </p:spPr>
      </p:cxnSp>
      <p:cxnSp>
        <p:nvCxnSpPr>
          <p:cNvPr id="64642" name=""/>
          <p:cNvCxnSpPr/>
          <p:nvPr/>
        </p:nvCxnSpPr>
        <p:spPr>
          <a:xfrm>
            <a:off x="3873500" y="2247900"/>
            <a:ext cx="141288" cy="0"/>
          </a:xfrm>
          <a:prstGeom prst="line">
            <a:avLst/>
          </a:prstGeom>
          <a:noFill/>
          <a:ln w="12700">
            <a:solidFill>
              <a:prstClr val="black"/>
            </a:solidFill>
            <a:miter lim="800000"/>
          </a:ln>
          <a:effectLst/>
        </p:spPr>
      </p:cxnSp>
      <p:cxnSp>
        <p:nvCxnSpPr>
          <p:cNvPr id="64643" name=""/>
          <p:cNvCxnSpPr/>
          <p:nvPr/>
        </p:nvCxnSpPr>
        <p:spPr>
          <a:xfrm>
            <a:off x="3873500" y="2233613"/>
            <a:ext cx="141288" cy="0"/>
          </a:xfrm>
          <a:prstGeom prst="line">
            <a:avLst/>
          </a:prstGeom>
          <a:noFill/>
          <a:ln w="12700">
            <a:solidFill>
              <a:prstClr val="black"/>
            </a:solidFill>
            <a:miter lim="800000"/>
          </a:ln>
          <a:effectLst/>
        </p:spPr>
      </p:cxnSp>
      <p:sp>
        <p:nvSpPr>
          <p:cNvPr id="64644" name=""/>
          <p:cNvSpPr/>
          <p:nvPr/>
        </p:nvSpPr>
        <p:spPr>
          <a:xfrm>
            <a:off x="3971925" y="2074863"/>
            <a:ext cx="68263" cy="34925"/>
          </a:xfrm>
          <a:custGeom>
            <a:pathLst>
              <a:path w="44" h="26">
                <a:moveTo>
                  <a:pt x="0" y="25"/>
                </a:moveTo>
                <a:lnTo>
                  <a:pt x="43" y="25"/>
                </a:lnTo>
                <a:lnTo>
                  <a:pt x="43" y="0"/>
                </a:lnTo>
                <a:lnTo>
                  <a:pt x="0" y="0"/>
                </a:lnTo>
                <a:lnTo>
                  <a:pt x="0" y="25"/>
                </a:lnTo>
              </a:path>
            </a:pathLst>
          </a:custGeom>
          <a:noFill/>
          <a:ln w="12700" cap="rnd" cmpd="sng">
            <a:solidFill>
              <a:srgbClr val="000000"/>
            </a:solidFill>
            <a:prstDash val="solid"/>
            <a:round/>
            <a:headEnd type="none" w="sm" len="sm"/>
            <a:tailEnd type="none" w="sm" len="sm"/>
          </a:ln>
          <a:effectLst/>
        </p:spPr>
      </p:sp>
      <p:sp>
        <p:nvSpPr>
          <p:cNvPr id="64645" name=""/>
          <p:cNvSpPr/>
          <p:nvPr/>
        </p:nvSpPr>
        <p:spPr>
          <a:xfrm>
            <a:off x="4032250" y="2187575"/>
            <a:ext cx="33338" cy="23813"/>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46" name=""/>
          <p:cNvSpPr/>
          <p:nvPr/>
        </p:nvSpPr>
        <p:spPr>
          <a:xfrm>
            <a:off x="4032250" y="2233613"/>
            <a:ext cx="33338" cy="23812"/>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47" name=""/>
          <p:cNvSpPr/>
          <p:nvPr/>
        </p:nvSpPr>
        <p:spPr>
          <a:xfrm>
            <a:off x="4032250" y="2251075"/>
            <a:ext cx="33338" cy="23813"/>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48" name=""/>
          <p:cNvSpPr/>
          <p:nvPr/>
        </p:nvSpPr>
        <p:spPr>
          <a:xfrm>
            <a:off x="2614613" y="2192338"/>
            <a:ext cx="681037" cy="806450"/>
          </a:xfrm>
          <a:custGeom>
            <a:pathLst>
              <a:path w="449" h="597">
                <a:moveTo>
                  <a:pt x="0" y="596"/>
                </a:moveTo>
                <a:lnTo>
                  <a:pt x="0" y="578"/>
                </a:lnTo>
                <a:lnTo>
                  <a:pt x="112" y="540"/>
                </a:lnTo>
                <a:lnTo>
                  <a:pt x="112" y="0"/>
                </a:lnTo>
                <a:lnTo>
                  <a:pt x="335" y="0"/>
                </a:lnTo>
                <a:lnTo>
                  <a:pt x="335" y="540"/>
                </a:lnTo>
                <a:lnTo>
                  <a:pt x="448" y="578"/>
                </a:lnTo>
                <a:lnTo>
                  <a:pt x="448" y="596"/>
                </a:lnTo>
                <a:lnTo>
                  <a:pt x="0" y="596"/>
                </a:lnTo>
              </a:path>
            </a:pathLst>
          </a:custGeom>
          <a:solidFill>
            <a:srgbClr val="C0C0C0"/>
          </a:solidFill>
          <a:ln w="12700" cap="rnd" cmpd="sng">
            <a:solidFill>
              <a:srgbClr val="000000"/>
            </a:solidFill>
            <a:prstDash val="solid"/>
            <a:round/>
          </a:ln>
          <a:effectLst/>
        </p:spPr>
      </p:sp>
      <p:cxnSp>
        <p:nvCxnSpPr>
          <p:cNvPr id="64649" name=""/>
          <p:cNvCxnSpPr/>
          <p:nvPr/>
        </p:nvCxnSpPr>
        <p:spPr>
          <a:xfrm flipH="1">
            <a:off x="2786063" y="2921000"/>
            <a:ext cx="0" cy="76200"/>
          </a:xfrm>
          <a:prstGeom prst="line">
            <a:avLst/>
          </a:prstGeom>
          <a:noFill/>
          <a:ln w="12700">
            <a:solidFill>
              <a:prstClr val="black"/>
            </a:solidFill>
            <a:miter lim="800000"/>
          </a:ln>
          <a:effectLst/>
        </p:spPr>
      </p:cxnSp>
      <p:cxnSp>
        <p:nvCxnSpPr>
          <p:cNvPr id="64650" name=""/>
          <p:cNvCxnSpPr/>
          <p:nvPr/>
        </p:nvCxnSpPr>
        <p:spPr>
          <a:xfrm flipH="1">
            <a:off x="3122613" y="2921000"/>
            <a:ext cx="0" cy="76200"/>
          </a:xfrm>
          <a:prstGeom prst="line">
            <a:avLst/>
          </a:prstGeom>
          <a:noFill/>
          <a:ln w="12700">
            <a:solidFill>
              <a:prstClr val="black"/>
            </a:solidFill>
            <a:miter lim="800000"/>
          </a:ln>
          <a:effectLst/>
        </p:spPr>
      </p:cxnSp>
      <p:cxnSp>
        <p:nvCxnSpPr>
          <p:cNvPr id="64651" name=""/>
          <p:cNvCxnSpPr/>
          <p:nvPr/>
        </p:nvCxnSpPr>
        <p:spPr>
          <a:xfrm>
            <a:off x="2897188" y="2443163"/>
            <a:ext cx="114300" cy="0"/>
          </a:xfrm>
          <a:prstGeom prst="line">
            <a:avLst/>
          </a:prstGeom>
          <a:noFill/>
          <a:ln w="12700">
            <a:solidFill>
              <a:prstClr val="black"/>
            </a:solidFill>
            <a:miter lim="800000"/>
          </a:ln>
          <a:effectLst/>
        </p:spPr>
      </p:cxnSp>
      <p:cxnSp>
        <p:nvCxnSpPr>
          <p:cNvPr id="64652" name=""/>
          <p:cNvCxnSpPr/>
          <p:nvPr/>
        </p:nvCxnSpPr>
        <p:spPr>
          <a:xfrm>
            <a:off x="2878138" y="2359025"/>
            <a:ext cx="152400" cy="0"/>
          </a:xfrm>
          <a:prstGeom prst="line">
            <a:avLst/>
          </a:prstGeom>
          <a:noFill/>
          <a:ln w="12700">
            <a:solidFill>
              <a:prstClr val="black"/>
            </a:solidFill>
            <a:miter lim="800000"/>
          </a:ln>
          <a:effectLst/>
        </p:spPr>
      </p:cxnSp>
      <p:sp>
        <p:nvSpPr>
          <p:cNvPr id="64653" name=""/>
          <p:cNvSpPr/>
          <p:nvPr/>
        </p:nvSpPr>
        <p:spPr>
          <a:xfrm>
            <a:off x="2825750" y="2230438"/>
            <a:ext cx="257175" cy="465137"/>
          </a:xfrm>
          <a:custGeom>
            <a:pathLst>
              <a:path w="169" h="345">
                <a:moveTo>
                  <a:pt x="0" y="0"/>
                </a:moveTo>
                <a:lnTo>
                  <a:pt x="168" y="0"/>
                </a:lnTo>
                <a:lnTo>
                  <a:pt x="168" y="344"/>
                </a:lnTo>
                <a:lnTo>
                  <a:pt x="0" y="344"/>
                </a:lnTo>
                <a:lnTo>
                  <a:pt x="0" y="0"/>
                </a:lnTo>
              </a:path>
            </a:pathLst>
          </a:custGeom>
          <a:noFill/>
          <a:ln w="12700" cap="rnd" cmpd="sng">
            <a:solidFill>
              <a:srgbClr val="000000"/>
            </a:solidFill>
            <a:prstDash val="solid"/>
            <a:round/>
            <a:headEnd type="none" w="sm" len="sm"/>
            <a:tailEnd type="none" w="sm" len="sm"/>
          </a:ln>
          <a:effectLst/>
        </p:spPr>
      </p:sp>
      <p:sp>
        <p:nvSpPr>
          <p:cNvPr id="64654" name=""/>
          <p:cNvSpPr/>
          <p:nvPr/>
        </p:nvSpPr>
        <p:spPr>
          <a:xfrm>
            <a:off x="2925763" y="2435225"/>
            <a:ext cx="58737" cy="22225"/>
          </a:xfrm>
          <a:custGeom>
            <a:pathLst>
              <a:path w="39" h="17">
                <a:moveTo>
                  <a:pt x="0" y="16"/>
                </a:moveTo>
                <a:lnTo>
                  <a:pt x="38" y="16"/>
                </a:lnTo>
                <a:lnTo>
                  <a:pt x="38" y="0"/>
                </a:lnTo>
                <a:lnTo>
                  <a:pt x="0" y="0"/>
                </a:lnTo>
                <a:lnTo>
                  <a:pt x="0" y="16"/>
                </a:lnTo>
              </a:path>
            </a:pathLst>
          </a:custGeom>
          <a:solidFill>
            <a:srgbClr val="C0C0C0"/>
          </a:solidFill>
          <a:ln w="12700" cap="rnd" cmpd="sng">
            <a:solidFill>
              <a:srgbClr val="000000"/>
            </a:solidFill>
            <a:prstDash val="solid"/>
            <a:round/>
          </a:ln>
          <a:effectLst/>
        </p:spPr>
      </p:sp>
      <p:sp>
        <p:nvSpPr>
          <p:cNvPr id="64655" name=""/>
          <p:cNvSpPr/>
          <p:nvPr/>
        </p:nvSpPr>
        <p:spPr>
          <a:xfrm>
            <a:off x="2811463" y="2728913"/>
            <a:ext cx="285750" cy="219075"/>
          </a:xfrm>
          <a:custGeom>
            <a:pathLst>
              <a:path w="188" h="162">
                <a:moveTo>
                  <a:pt x="0" y="99"/>
                </a:moveTo>
                <a:lnTo>
                  <a:pt x="14" y="99"/>
                </a:lnTo>
                <a:lnTo>
                  <a:pt x="14" y="0"/>
                </a:lnTo>
                <a:lnTo>
                  <a:pt x="0" y="0"/>
                </a:lnTo>
                <a:lnTo>
                  <a:pt x="0" y="99"/>
                </a:lnTo>
                <a:lnTo>
                  <a:pt x="29" y="99"/>
                </a:lnTo>
                <a:lnTo>
                  <a:pt x="43" y="99"/>
                </a:lnTo>
                <a:lnTo>
                  <a:pt x="43" y="0"/>
                </a:lnTo>
                <a:lnTo>
                  <a:pt x="29" y="0"/>
                </a:lnTo>
                <a:lnTo>
                  <a:pt x="29" y="99"/>
                </a:lnTo>
                <a:lnTo>
                  <a:pt x="57" y="99"/>
                </a:lnTo>
                <a:lnTo>
                  <a:pt x="72" y="99"/>
                </a:lnTo>
                <a:lnTo>
                  <a:pt x="72" y="0"/>
                </a:lnTo>
                <a:lnTo>
                  <a:pt x="57" y="0"/>
                </a:lnTo>
                <a:lnTo>
                  <a:pt x="57" y="99"/>
                </a:lnTo>
                <a:lnTo>
                  <a:pt x="86" y="99"/>
                </a:lnTo>
                <a:lnTo>
                  <a:pt x="100" y="99"/>
                </a:lnTo>
                <a:lnTo>
                  <a:pt x="100" y="0"/>
                </a:lnTo>
                <a:lnTo>
                  <a:pt x="86" y="0"/>
                </a:lnTo>
                <a:lnTo>
                  <a:pt x="86" y="99"/>
                </a:lnTo>
                <a:lnTo>
                  <a:pt x="115" y="99"/>
                </a:lnTo>
                <a:lnTo>
                  <a:pt x="129" y="99"/>
                </a:lnTo>
                <a:lnTo>
                  <a:pt x="129" y="0"/>
                </a:lnTo>
                <a:lnTo>
                  <a:pt x="115" y="0"/>
                </a:lnTo>
                <a:lnTo>
                  <a:pt x="115" y="99"/>
                </a:lnTo>
                <a:lnTo>
                  <a:pt x="143" y="99"/>
                </a:lnTo>
                <a:lnTo>
                  <a:pt x="158" y="99"/>
                </a:lnTo>
                <a:lnTo>
                  <a:pt x="158" y="0"/>
                </a:lnTo>
                <a:lnTo>
                  <a:pt x="143" y="0"/>
                </a:lnTo>
                <a:lnTo>
                  <a:pt x="143" y="99"/>
                </a:lnTo>
                <a:lnTo>
                  <a:pt x="172" y="99"/>
                </a:lnTo>
                <a:lnTo>
                  <a:pt x="187" y="99"/>
                </a:lnTo>
                <a:lnTo>
                  <a:pt x="187" y="0"/>
                </a:lnTo>
                <a:lnTo>
                  <a:pt x="172" y="0"/>
                </a:lnTo>
                <a:lnTo>
                  <a:pt x="172" y="99"/>
                </a:lnTo>
                <a:lnTo>
                  <a:pt x="172" y="161"/>
                </a:lnTo>
                <a:lnTo>
                  <a:pt x="187" y="161"/>
                </a:lnTo>
                <a:lnTo>
                  <a:pt x="187" y="111"/>
                </a:lnTo>
                <a:lnTo>
                  <a:pt x="172" y="111"/>
                </a:lnTo>
                <a:lnTo>
                  <a:pt x="172" y="161"/>
                </a:lnTo>
                <a:lnTo>
                  <a:pt x="143" y="161"/>
                </a:lnTo>
                <a:lnTo>
                  <a:pt x="158" y="161"/>
                </a:lnTo>
                <a:lnTo>
                  <a:pt x="158" y="111"/>
                </a:lnTo>
                <a:lnTo>
                  <a:pt x="143" y="111"/>
                </a:lnTo>
                <a:lnTo>
                  <a:pt x="143" y="161"/>
                </a:lnTo>
                <a:lnTo>
                  <a:pt x="115" y="161"/>
                </a:lnTo>
                <a:lnTo>
                  <a:pt x="129" y="161"/>
                </a:lnTo>
                <a:lnTo>
                  <a:pt x="129" y="111"/>
                </a:lnTo>
                <a:lnTo>
                  <a:pt x="115" y="111"/>
                </a:lnTo>
                <a:lnTo>
                  <a:pt x="115" y="161"/>
                </a:lnTo>
                <a:lnTo>
                  <a:pt x="86" y="161"/>
                </a:lnTo>
                <a:lnTo>
                  <a:pt x="100" y="161"/>
                </a:lnTo>
                <a:lnTo>
                  <a:pt x="100" y="111"/>
                </a:lnTo>
                <a:lnTo>
                  <a:pt x="86" y="111"/>
                </a:lnTo>
                <a:lnTo>
                  <a:pt x="86" y="161"/>
                </a:lnTo>
                <a:lnTo>
                  <a:pt x="57" y="161"/>
                </a:lnTo>
                <a:lnTo>
                  <a:pt x="72" y="161"/>
                </a:lnTo>
                <a:lnTo>
                  <a:pt x="72" y="111"/>
                </a:lnTo>
                <a:lnTo>
                  <a:pt x="57" y="111"/>
                </a:lnTo>
                <a:lnTo>
                  <a:pt x="57" y="161"/>
                </a:lnTo>
                <a:lnTo>
                  <a:pt x="29" y="161"/>
                </a:lnTo>
                <a:lnTo>
                  <a:pt x="43" y="161"/>
                </a:lnTo>
                <a:lnTo>
                  <a:pt x="43" y="111"/>
                </a:lnTo>
                <a:lnTo>
                  <a:pt x="29" y="111"/>
                </a:lnTo>
                <a:lnTo>
                  <a:pt x="29" y="161"/>
                </a:lnTo>
                <a:lnTo>
                  <a:pt x="0" y="161"/>
                </a:lnTo>
                <a:lnTo>
                  <a:pt x="14" y="161"/>
                </a:lnTo>
                <a:lnTo>
                  <a:pt x="14" y="111"/>
                </a:lnTo>
                <a:lnTo>
                  <a:pt x="0" y="111"/>
                </a:lnTo>
                <a:lnTo>
                  <a:pt x="0" y="161"/>
                </a:lnTo>
                <a:lnTo>
                  <a:pt x="0" y="99"/>
                </a:lnTo>
              </a:path>
            </a:pathLst>
          </a:custGeom>
          <a:solidFill>
            <a:srgbClr val="C0C0C0"/>
          </a:solidFill>
          <a:ln w="12700" cap="rnd" cmpd="sng">
            <a:solidFill>
              <a:srgbClr val="000000"/>
            </a:solidFill>
            <a:prstDash val="solid"/>
            <a:round/>
          </a:ln>
          <a:effectLst/>
        </p:spPr>
      </p:sp>
      <p:sp>
        <p:nvSpPr>
          <p:cNvPr id="64656" name=""/>
          <p:cNvSpPr/>
          <p:nvPr/>
        </p:nvSpPr>
        <p:spPr>
          <a:xfrm>
            <a:off x="2846388" y="2241550"/>
            <a:ext cx="217487" cy="69850"/>
          </a:xfrm>
          <a:custGeom>
            <a:pathLst>
              <a:path w="143" h="51">
                <a:moveTo>
                  <a:pt x="0" y="0"/>
                </a:moveTo>
                <a:lnTo>
                  <a:pt x="0" y="50"/>
                </a:lnTo>
                <a:lnTo>
                  <a:pt x="142" y="50"/>
                </a:lnTo>
                <a:lnTo>
                  <a:pt x="142" y="0"/>
                </a:lnTo>
                <a:lnTo>
                  <a:pt x="0" y="0"/>
                </a:lnTo>
              </a:path>
            </a:pathLst>
          </a:custGeom>
          <a:noFill/>
          <a:ln w="12700" cap="rnd" cmpd="sng">
            <a:solidFill>
              <a:srgbClr val="000000"/>
            </a:solidFill>
            <a:prstDash val="solid"/>
            <a:round/>
            <a:headEnd type="none" w="sm" len="sm"/>
            <a:tailEnd type="none" w="sm" len="sm"/>
          </a:ln>
          <a:effectLst/>
        </p:spPr>
      </p:sp>
      <p:sp>
        <p:nvSpPr>
          <p:cNvPr id="64657" name=""/>
          <p:cNvSpPr/>
          <p:nvPr/>
        </p:nvSpPr>
        <p:spPr>
          <a:xfrm>
            <a:off x="2846388" y="2241550"/>
            <a:ext cx="217487" cy="23813"/>
          </a:xfrm>
          <a:custGeom>
            <a:pathLst>
              <a:path w="143" h="17">
                <a:moveTo>
                  <a:pt x="0" y="0"/>
                </a:moveTo>
                <a:lnTo>
                  <a:pt x="13" y="16"/>
                </a:lnTo>
                <a:lnTo>
                  <a:pt x="128" y="16"/>
                </a:lnTo>
                <a:lnTo>
                  <a:pt x="142" y="0"/>
                </a:lnTo>
              </a:path>
            </a:pathLst>
          </a:custGeom>
          <a:noFill/>
          <a:ln w="12700" cap="rnd" cmpd="sng">
            <a:solidFill>
              <a:srgbClr val="000000"/>
            </a:solidFill>
            <a:prstDash val="solid"/>
            <a:round/>
            <a:headEnd type="none" w="sm" len="sm"/>
            <a:tailEnd type="none" w="sm" len="sm"/>
          </a:ln>
          <a:effectLst/>
        </p:spPr>
      </p:sp>
      <p:sp>
        <p:nvSpPr>
          <p:cNvPr id="64658" name=""/>
          <p:cNvSpPr/>
          <p:nvPr/>
        </p:nvSpPr>
        <p:spPr>
          <a:xfrm>
            <a:off x="2846388" y="2327275"/>
            <a:ext cx="217487" cy="66675"/>
          </a:xfrm>
          <a:custGeom>
            <a:pathLst>
              <a:path w="143" h="50">
                <a:moveTo>
                  <a:pt x="0" y="49"/>
                </a:moveTo>
                <a:lnTo>
                  <a:pt x="142" y="49"/>
                </a:lnTo>
                <a:lnTo>
                  <a:pt x="142" y="0"/>
                </a:lnTo>
                <a:lnTo>
                  <a:pt x="0" y="0"/>
                </a:lnTo>
                <a:lnTo>
                  <a:pt x="0" y="49"/>
                </a:lnTo>
              </a:path>
            </a:pathLst>
          </a:custGeom>
          <a:noFill/>
          <a:ln w="12700" cap="rnd" cmpd="sng">
            <a:solidFill>
              <a:srgbClr val="000000"/>
            </a:solidFill>
            <a:prstDash val="solid"/>
            <a:round/>
            <a:headEnd type="none" w="sm" len="sm"/>
            <a:tailEnd type="none" w="sm" len="sm"/>
          </a:ln>
          <a:effectLst/>
        </p:spPr>
      </p:sp>
      <p:sp>
        <p:nvSpPr>
          <p:cNvPr id="64659" name=""/>
          <p:cNvSpPr/>
          <p:nvPr/>
        </p:nvSpPr>
        <p:spPr>
          <a:xfrm>
            <a:off x="2846388" y="2409825"/>
            <a:ext cx="217487" cy="68263"/>
          </a:xfrm>
          <a:custGeom>
            <a:pathLst>
              <a:path w="143" h="51">
                <a:moveTo>
                  <a:pt x="0" y="50"/>
                </a:moveTo>
                <a:lnTo>
                  <a:pt x="142" y="50"/>
                </a:lnTo>
                <a:lnTo>
                  <a:pt x="142"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660" name=""/>
          <p:cNvSpPr/>
          <p:nvPr/>
        </p:nvSpPr>
        <p:spPr>
          <a:xfrm>
            <a:off x="2846388" y="2493963"/>
            <a:ext cx="217487" cy="68262"/>
          </a:xfrm>
          <a:custGeom>
            <a:pathLst>
              <a:path w="143" h="51">
                <a:moveTo>
                  <a:pt x="0" y="50"/>
                </a:moveTo>
                <a:lnTo>
                  <a:pt x="142" y="50"/>
                </a:lnTo>
                <a:lnTo>
                  <a:pt x="142" y="0"/>
                </a:lnTo>
                <a:lnTo>
                  <a:pt x="0" y="0"/>
                </a:lnTo>
                <a:lnTo>
                  <a:pt x="0" y="50"/>
                </a:lnTo>
              </a:path>
            </a:pathLst>
          </a:custGeom>
          <a:noFill/>
          <a:ln w="12700" cap="rnd" cmpd="sng">
            <a:solidFill>
              <a:srgbClr val="000000"/>
            </a:solidFill>
            <a:prstDash val="solid"/>
            <a:round/>
            <a:headEnd type="none" w="sm" len="sm"/>
            <a:tailEnd type="none" w="sm" len="sm"/>
          </a:ln>
          <a:effectLst/>
        </p:spPr>
      </p:sp>
      <p:sp>
        <p:nvSpPr>
          <p:cNvPr id="64661" name=""/>
          <p:cNvSpPr/>
          <p:nvPr/>
        </p:nvSpPr>
        <p:spPr>
          <a:xfrm>
            <a:off x="2846388" y="2578100"/>
            <a:ext cx="217487" cy="68263"/>
          </a:xfrm>
          <a:custGeom>
            <a:pathLst>
              <a:path w="143" h="50">
                <a:moveTo>
                  <a:pt x="0" y="49"/>
                </a:moveTo>
                <a:lnTo>
                  <a:pt x="142" y="49"/>
                </a:lnTo>
                <a:lnTo>
                  <a:pt x="142" y="0"/>
                </a:lnTo>
                <a:lnTo>
                  <a:pt x="0" y="0"/>
                </a:lnTo>
                <a:lnTo>
                  <a:pt x="0" y="49"/>
                </a:lnTo>
              </a:path>
            </a:pathLst>
          </a:custGeom>
          <a:noFill/>
          <a:ln w="12700" cap="rnd" cmpd="sng">
            <a:solidFill>
              <a:srgbClr val="000000"/>
            </a:solidFill>
            <a:prstDash val="solid"/>
            <a:round/>
            <a:headEnd type="none" w="sm" len="sm"/>
            <a:tailEnd type="none" w="sm" len="sm"/>
          </a:ln>
          <a:effectLst/>
        </p:spPr>
      </p:sp>
      <p:cxnSp>
        <p:nvCxnSpPr>
          <p:cNvPr id="64662" name=""/>
          <p:cNvCxnSpPr/>
          <p:nvPr/>
        </p:nvCxnSpPr>
        <p:spPr>
          <a:xfrm flipV="1">
            <a:off x="2846388" y="2259013"/>
            <a:ext cx="20637" cy="50800"/>
          </a:xfrm>
          <a:prstGeom prst="line">
            <a:avLst/>
          </a:prstGeom>
          <a:noFill/>
          <a:ln w="12700">
            <a:solidFill>
              <a:prstClr val="black"/>
            </a:solidFill>
            <a:miter lim="800000"/>
          </a:ln>
          <a:effectLst/>
        </p:spPr>
      </p:cxnSp>
      <p:cxnSp>
        <p:nvCxnSpPr>
          <p:cNvPr id="64663" name=""/>
          <p:cNvCxnSpPr/>
          <p:nvPr/>
        </p:nvCxnSpPr>
        <p:spPr>
          <a:xfrm>
            <a:off x="3041650" y="2259013"/>
            <a:ext cx="20638" cy="50800"/>
          </a:xfrm>
          <a:prstGeom prst="line">
            <a:avLst/>
          </a:prstGeom>
          <a:noFill/>
          <a:ln w="12700">
            <a:solidFill>
              <a:prstClr val="black"/>
            </a:solidFill>
            <a:miter lim="800000"/>
          </a:ln>
          <a:effectLst/>
        </p:spPr>
      </p:cxnSp>
      <p:cxnSp>
        <p:nvCxnSpPr>
          <p:cNvPr id="64664" name=""/>
          <p:cNvCxnSpPr/>
          <p:nvPr/>
        </p:nvCxnSpPr>
        <p:spPr>
          <a:xfrm>
            <a:off x="2857500" y="2552700"/>
            <a:ext cx="141288" cy="0"/>
          </a:xfrm>
          <a:prstGeom prst="line">
            <a:avLst/>
          </a:prstGeom>
          <a:noFill/>
          <a:ln w="12700">
            <a:solidFill>
              <a:prstClr val="black"/>
            </a:solidFill>
            <a:miter lim="800000"/>
          </a:ln>
          <a:effectLst/>
        </p:spPr>
      </p:cxnSp>
      <p:cxnSp>
        <p:nvCxnSpPr>
          <p:cNvPr id="64665" name=""/>
          <p:cNvCxnSpPr/>
          <p:nvPr/>
        </p:nvCxnSpPr>
        <p:spPr>
          <a:xfrm>
            <a:off x="2857500" y="2540000"/>
            <a:ext cx="141288" cy="0"/>
          </a:xfrm>
          <a:prstGeom prst="line">
            <a:avLst/>
          </a:prstGeom>
          <a:noFill/>
          <a:ln w="12700">
            <a:solidFill>
              <a:prstClr val="black"/>
            </a:solidFill>
            <a:miter lim="800000"/>
          </a:ln>
          <a:effectLst/>
        </p:spPr>
      </p:cxnSp>
      <p:cxnSp>
        <p:nvCxnSpPr>
          <p:cNvPr id="64666" name=""/>
          <p:cNvCxnSpPr/>
          <p:nvPr/>
        </p:nvCxnSpPr>
        <p:spPr>
          <a:xfrm>
            <a:off x="2857500" y="2528888"/>
            <a:ext cx="141288" cy="0"/>
          </a:xfrm>
          <a:prstGeom prst="line">
            <a:avLst/>
          </a:prstGeom>
          <a:noFill/>
          <a:ln w="12700">
            <a:solidFill>
              <a:prstClr val="black"/>
            </a:solidFill>
            <a:miter lim="800000"/>
          </a:ln>
          <a:effectLst/>
        </p:spPr>
      </p:cxnSp>
      <p:cxnSp>
        <p:nvCxnSpPr>
          <p:cNvPr id="64667" name=""/>
          <p:cNvCxnSpPr/>
          <p:nvPr/>
        </p:nvCxnSpPr>
        <p:spPr>
          <a:xfrm>
            <a:off x="2857500" y="2514600"/>
            <a:ext cx="141288" cy="0"/>
          </a:xfrm>
          <a:prstGeom prst="line">
            <a:avLst/>
          </a:prstGeom>
          <a:noFill/>
          <a:ln w="12700">
            <a:solidFill>
              <a:prstClr val="black"/>
            </a:solidFill>
            <a:miter lim="800000"/>
          </a:ln>
          <a:effectLst/>
        </p:spPr>
      </p:cxnSp>
      <p:cxnSp>
        <p:nvCxnSpPr>
          <p:cNvPr id="64668" name=""/>
          <p:cNvCxnSpPr/>
          <p:nvPr/>
        </p:nvCxnSpPr>
        <p:spPr>
          <a:xfrm>
            <a:off x="2857500" y="2501900"/>
            <a:ext cx="141288" cy="0"/>
          </a:xfrm>
          <a:prstGeom prst="line">
            <a:avLst/>
          </a:prstGeom>
          <a:noFill/>
          <a:ln w="12700">
            <a:solidFill>
              <a:prstClr val="black"/>
            </a:solidFill>
            <a:miter lim="800000"/>
          </a:ln>
          <a:effectLst/>
        </p:spPr>
      </p:cxnSp>
      <p:sp>
        <p:nvSpPr>
          <p:cNvPr id="64669" name=""/>
          <p:cNvSpPr/>
          <p:nvPr/>
        </p:nvSpPr>
        <p:spPr>
          <a:xfrm>
            <a:off x="2954338" y="2343150"/>
            <a:ext cx="66675" cy="34925"/>
          </a:xfrm>
          <a:custGeom>
            <a:pathLst>
              <a:path w="44" h="26">
                <a:moveTo>
                  <a:pt x="0" y="25"/>
                </a:moveTo>
                <a:lnTo>
                  <a:pt x="43" y="25"/>
                </a:lnTo>
                <a:lnTo>
                  <a:pt x="43" y="0"/>
                </a:lnTo>
                <a:lnTo>
                  <a:pt x="0" y="0"/>
                </a:lnTo>
                <a:lnTo>
                  <a:pt x="0" y="25"/>
                </a:lnTo>
              </a:path>
            </a:pathLst>
          </a:custGeom>
          <a:noFill/>
          <a:ln w="12700" cap="rnd" cmpd="sng">
            <a:solidFill>
              <a:srgbClr val="000000"/>
            </a:solidFill>
            <a:prstDash val="solid"/>
            <a:round/>
            <a:headEnd type="none" w="sm" len="sm"/>
            <a:tailEnd type="none" w="sm" len="sm"/>
          </a:ln>
          <a:effectLst/>
        </p:spPr>
      </p:sp>
      <p:sp>
        <p:nvSpPr>
          <p:cNvPr id="64670" name=""/>
          <p:cNvSpPr/>
          <p:nvPr/>
        </p:nvSpPr>
        <p:spPr>
          <a:xfrm>
            <a:off x="3014663" y="2457450"/>
            <a:ext cx="33337" cy="22225"/>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71" name=""/>
          <p:cNvSpPr/>
          <p:nvPr/>
        </p:nvSpPr>
        <p:spPr>
          <a:xfrm>
            <a:off x="3014663" y="2501900"/>
            <a:ext cx="33337" cy="23813"/>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72" name=""/>
          <p:cNvSpPr/>
          <p:nvPr/>
        </p:nvSpPr>
        <p:spPr>
          <a:xfrm>
            <a:off x="3014663" y="2520950"/>
            <a:ext cx="33337" cy="22225"/>
          </a:xfrm>
          <a:custGeom>
            <a:pathLst>
              <a:path w="22" h="17">
                <a:moveTo>
                  <a:pt x="0" y="16"/>
                </a:moveTo>
                <a:lnTo>
                  <a:pt x="21" y="16"/>
                </a:lnTo>
                <a:lnTo>
                  <a:pt x="21" y="0"/>
                </a:lnTo>
                <a:lnTo>
                  <a:pt x="0" y="0"/>
                </a:lnTo>
                <a:lnTo>
                  <a:pt x="0" y="16"/>
                </a:lnTo>
              </a:path>
            </a:pathLst>
          </a:custGeom>
          <a:noFill/>
          <a:ln w="12700" cap="rnd" cmpd="sng">
            <a:solidFill>
              <a:srgbClr val="000000"/>
            </a:solidFill>
            <a:prstDash val="solid"/>
            <a:round/>
            <a:headEnd type="none" w="sm" len="sm"/>
            <a:tailEnd type="none" w="sm" len="sm"/>
          </a:ln>
          <a:effectLst/>
        </p:spPr>
      </p:sp>
      <p:sp>
        <p:nvSpPr>
          <p:cNvPr id="64673" name=""/>
          <p:cNvSpPr/>
          <p:nvPr/>
        </p:nvSpPr>
        <p:spPr>
          <a:xfrm>
            <a:off x="6913563" y="3132138"/>
            <a:ext cx="531812" cy="669925"/>
          </a:xfrm>
          <a:custGeom>
            <a:pathLst>
              <a:path w="350" h="497">
                <a:moveTo>
                  <a:pt x="0" y="43"/>
                </a:moveTo>
                <a:lnTo>
                  <a:pt x="0" y="453"/>
                </a:lnTo>
                <a:lnTo>
                  <a:pt x="2" y="458"/>
                </a:lnTo>
                <a:lnTo>
                  <a:pt x="5" y="463"/>
                </a:lnTo>
                <a:lnTo>
                  <a:pt x="11" y="468"/>
                </a:lnTo>
                <a:lnTo>
                  <a:pt x="20" y="473"/>
                </a:lnTo>
                <a:lnTo>
                  <a:pt x="31" y="477"/>
                </a:lnTo>
                <a:lnTo>
                  <a:pt x="44" y="482"/>
                </a:lnTo>
                <a:lnTo>
                  <a:pt x="58" y="485"/>
                </a:lnTo>
                <a:lnTo>
                  <a:pt x="75" y="488"/>
                </a:lnTo>
                <a:lnTo>
                  <a:pt x="93" y="491"/>
                </a:lnTo>
                <a:lnTo>
                  <a:pt x="112" y="493"/>
                </a:lnTo>
                <a:lnTo>
                  <a:pt x="133" y="495"/>
                </a:lnTo>
                <a:lnTo>
                  <a:pt x="153" y="496"/>
                </a:lnTo>
                <a:lnTo>
                  <a:pt x="174" y="496"/>
                </a:lnTo>
                <a:lnTo>
                  <a:pt x="195" y="496"/>
                </a:lnTo>
                <a:lnTo>
                  <a:pt x="215" y="495"/>
                </a:lnTo>
                <a:lnTo>
                  <a:pt x="235" y="493"/>
                </a:lnTo>
                <a:lnTo>
                  <a:pt x="255" y="491"/>
                </a:lnTo>
                <a:lnTo>
                  <a:pt x="272" y="488"/>
                </a:lnTo>
                <a:lnTo>
                  <a:pt x="289" y="485"/>
                </a:lnTo>
                <a:lnTo>
                  <a:pt x="304" y="482"/>
                </a:lnTo>
                <a:lnTo>
                  <a:pt x="317" y="477"/>
                </a:lnTo>
                <a:lnTo>
                  <a:pt x="328" y="473"/>
                </a:lnTo>
                <a:lnTo>
                  <a:pt x="337" y="468"/>
                </a:lnTo>
                <a:lnTo>
                  <a:pt x="343" y="463"/>
                </a:lnTo>
                <a:lnTo>
                  <a:pt x="347" y="458"/>
                </a:lnTo>
                <a:lnTo>
                  <a:pt x="349" y="453"/>
                </a:lnTo>
                <a:lnTo>
                  <a:pt x="349" y="43"/>
                </a:lnTo>
                <a:lnTo>
                  <a:pt x="347" y="37"/>
                </a:lnTo>
                <a:lnTo>
                  <a:pt x="343" y="33"/>
                </a:lnTo>
                <a:lnTo>
                  <a:pt x="337" y="27"/>
                </a:lnTo>
                <a:lnTo>
                  <a:pt x="328" y="23"/>
                </a:lnTo>
                <a:lnTo>
                  <a:pt x="317" y="18"/>
                </a:lnTo>
                <a:lnTo>
                  <a:pt x="304" y="14"/>
                </a:lnTo>
                <a:lnTo>
                  <a:pt x="289" y="10"/>
                </a:lnTo>
                <a:lnTo>
                  <a:pt x="272" y="7"/>
                </a:lnTo>
                <a:lnTo>
                  <a:pt x="255" y="4"/>
                </a:lnTo>
                <a:lnTo>
                  <a:pt x="235" y="2"/>
                </a:lnTo>
                <a:lnTo>
                  <a:pt x="215" y="1"/>
                </a:lnTo>
                <a:lnTo>
                  <a:pt x="195" y="0"/>
                </a:lnTo>
                <a:lnTo>
                  <a:pt x="174" y="0"/>
                </a:lnTo>
                <a:lnTo>
                  <a:pt x="153" y="0"/>
                </a:lnTo>
                <a:lnTo>
                  <a:pt x="133" y="1"/>
                </a:lnTo>
                <a:lnTo>
                  <a:pt x="112" y="2"/>
                </a:lnTo>
                <a:lnTo>
                  <a:pt x="93" y="4"/>
                </a:lnTo>
                <a:lnTo>
                  <a:pt x="75" y="7"/>
                </a:lnTo>
                <a:lnTo>
                  <a:pt x="58" y="10"/>
                </a:lnTo>
                <a:lnTo>
                  <a:pt x="44" y="14"/>
                </a:lnTo>
                <a:lnTo>
                  <a:pt x="31" y="18"/>
                </a:lnTo>
                <a:lnTo>
                  <a:pt x="20" y="23"/>
                </a:lnTo>
                <a:lnTo>
                  <a:pt x="11" y="27"/>
                </a:lnTo>
                <a:lnTo>
                  <a:pt x="5" y="33"/>
                </a:lnTo>
                <a:lnTo>
                  <a:pt x="2" y="37"/>
                </a:lnTo>
                <a:lnTo>
                  <a:pt x="0" y="43"/>
                </a:lnTo>
              </a:path>
            </a:pathLst>
          </a:custGeom>
          <a:solidFill>
            <a:srgbClr val="C0C0C0"/>
          </a:solidFill>
          <a:ln w="12700" cap="rnd" cmpd="sng">
            <a:solidFill>
              <a:srgbClr val="000000"/>
            </a:solidFill>
            <a:prstDash val="solid"/>
            <a:round/>
          </a:ln>
          <a:effectLst/>
        </p:spPr>
      </p:sp>
      <p:sp>
        <p:nvSpPr>
          <p:cNvPr id="64674" name=""/>
          <p:cNvSpPr/>
          <p:nvPr/>
        </p:nvSpPr>
        <p:spPr>
          <a:xfrm>
            <a:off x="6913563" y="3189288"/>
            <a:ext cx="531812" cy="60325"/>
          </a:xfrm>
          <a:custGeom>
            <a:pathLst>
              <a:path w="350" h="44">
                <a:moveTo>
                  <a:pt x="0" y="0"/>
                </a:moveTo>
                <a:lnTo>
                  <a:pt x="2" y="5"/>
                </a:lnTo>
                <a:lnTo>
                  <a:pt x="5" y="10"/>
                </a:lnTo>
                <a:lnTo>
                  <a:pt x="11" y="16"/>
                </a:lnTo>
                <a:lnTo>
                  <a:pt x="20" y="20"/>
                </a:lnTo>
                <a:lnTo>
                  <a:pt x="31" y="25"/>
                </a:lnTo>
                <a:lnTo>
                  <a:pt x="44" y="29"/>
                </a:lnTo>
                <a:lnTo>
                  <a:pt x="58" y="32"/>
                </a:lnTo>
                <a:lnTo>
                  <a:pt x="75" y="35"/>
                </a:lnTo>
                <a:lnTo>
                  <a:pt x="93" y="38"/>
                </a:lnTo>
                <a:lnTo>
                  <a:pt x="112" y="41"/>
                </a:lnTo>
                <a:lnTo>
                  <a:pt x="133" y="42"/>
                </a:lnTo>
                <a:lnTo>
                  <a:pt x="153" y="43"/>
                </a:lnTo>
                <a:lnTo>
                  <a:pt x="174" y="43"/>
                </a:lnTo>
                <a:lnTo>
                  <a:pt x="195" y="43"/>
                </a:lnTo>
                <a:lnTo>
                  <a:pt x="215" y="42"/>
                </a:lnTo>
                <a:lnTo>
                  <a:pt x="235" y="41"/>
                </a:lnTo>
                <a:lnTo>
                  <a:pt x="255" y="38"/>
                </a:lnTo>
                <a:lnTo>
                  <a:pt x="272" y="35"/>
                </a:lnTo>
                <a:lnTo>
                  <a:pt x="289" y="32"/>
                </a:lnTo>
                <a:lnTo>
                  <a:pt x="304" y="29"/>
                </a:lnTo>
                <a:lnTo>
                  <a:pt x="317" y="25"/>
                </a:lnTo>
                <a:lnTo>
                  <a:pt x="328" y="20"/>
                </a:lnTo>
                <a:lnTo>
                  <a:pt x="337" y="16"/>
                </a:lnTo>
                <a:lnTo>
                  <a:pt x="343" y="10"/>
                </a:lnTo>
                <a:lnTo>
                  <a:pt x="347" y="5"/>
                </a:lnTo>
                <a:lnTo>
                  <a:pt x="349" y="0"/>
                </a:lnTo>
              </a:path>
            </a:pathLst>
          </a:custGeom>
          <a:noFill/>
          <a:ln w="12700" cap="rnd" cmpd="sng">
            <a:solidFill>
              <a:srgbClr val="000000"/>
            </a:solidFill>
            <a:prstDash val="solid"/>
            <a:round/>
            <a:headEnd type="none" w="sm" len="sm"/>
            <a:tailEnd type="none" w="sm" len="sm"/>
          </a:ln>
          <a:effectLst/>
        </p:spPr>
      </p:sp>
      <p:sp>
        <p:nvSpPr>
          <p:cNvPr id="64675" name=""/>
          <p:cNvSpPr/>
          <p:nvPr/>
        </p:nvSpPr>
        <p:spPr>
          <a:xfrm>
            <a:off x="7018338" y="3386138"/>
            <a:ext cx="241300" cy="134937"/>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800">
                <a:solidFill>
                  <a:schemeClr val="bg2"/>
                </a:solidFill>
                <a:latin typeface="Arial" pitchFamily="34" charset="0"/>
              </a:rPr>
              <a:t>Data</a:t>
            </a:r>
            <a:endParaRPr sz="800">
              <a:solidFill>
                <a:schemeClr val="bg2"/>
              </a:solidFill>
              <a:latin typeface="Arial" pitchFamily="34" charset="0"/>
            </a:endParaRPr>
          </a:p>
        </p:txBody>
      </p:sp>
      <p:grpSp>
        <p:nvGrpSpPr>
          <p:cNvPr id="64676" name=""/>
          <p:cNvGrpSpPr/>
          <p:nvPr/>
        </p:nvGrpSpPr>
        <p:grpSpPr>
          <a:xfrm>
            <a:off x="2895600" y="4419600"/>
            <a:ext cx="1182688" cy="412750"/>
            <a:chOff x="1775" y="2638"/>
            <a:chExt cx="779" cy="306"/>
          </a:xfrm>
        </p:grpSpPr>
        <p:sp>
          <p:nvSpPr>
            <p:cNvPr id="64677" name=""/>
            <p:cNvSpPr/>
            <p:nvPr/>
          </p:nvSpPr>
          <p:spPr>
            <a:xfrm>
              <a:off x="1778" y="2638"/>
              <a:ext cx="776" cy="179"/>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i="1">
                  <a:latin typeface="Arial" pitchFamily="34" charset="0"/>
                </a:rPr>
                <a:t>WWW Server</a:t>
              </a:r>
              <a:endParaRPr sz="1500" i="1">
                <a:latin typeface="Arial" pitchFamily="34" charset="0"/>
              </a:endParaRPr>
            </a:p>
          </p:txBody>
        </p:sp>
        <p:sp>
          <p:nvSpPr>
            <p:cNvPr id="64678" name=""/>
            <p:cNvSpPr/>
            <p:nvPr/>
          </p:nvSpPr>
          <p:spPr>
            <a:xfrm>
              <a:off x="1775" y="2732"/>
              <a:ext cx="116" cy="212"/>
            </a:xfrm>
            <a:prstGeom prst="rect">
              <a:avLst/>
            </a:prstGeom>
            <a:noFill/>
            <a:ln>
              <a:noFill/>
              <a:miter lim="800000"/>
            </a:ln>
            <a:effectLst/>
          </p:spPr>
        </p:sp>
      </p:grpSp>
      <p:grpSp>
        <p:nvGrpSpPr>
          <p:cNvPr id="64679" name=""/>
          <p:cNvGrpSpPr/>
          <p:nvPr/>
        </p:nvGrpSpPr>
        <p:grpSpPr>
          <a:xfrm>
            <a:off x="6172200" y="5029200"/>
            <a:ext cx="1181100" cy="476250"/>
            <a:chOff x="3768" y="3132"/>
            <a:chExt cx="778" cy="353"/>
          </a:xfrm>
        </p:grpSpPr>
        <p:sp>
          <p:nvSpPr>
            <p:cNvPr id="64680" name=""/>
            <p:cNvSpPr/>
            <p:nvPr/>
          </p:nvSpPr>
          <p:spPr>
            <a:xfrm>
              <a:off x="3770" y="3132"/>
              <a:ext cx="776" cy="179"/>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i="1">
                  <a:latin typeface="Arial" pitchFamily="34" charset="0"/>
                </a:rPr>
                <a:t>WWW Server</a:t>
              </a:r>
              <a:endParaRPr sz="1500" i="1">
                <a:latin typeface="Arial" pitchFamily="34" charset="0"/>
              </a:endParaRPr>
            </a:p>
          </p:txBody>
        </p:sp>
        <p:sp>
          <p:nvSpPr>
            <p:cNvPr id="64681" name=""/>
            <p:cNvSpPr/>
            <p:nvPr/>
          </p:nvSpPr>
          <p:spPr>
            <a:xfrm>
              <a:off x="3768" y="3273"/>
              <a:ext cx="116" cy="212"/>
            </a:xfrm>
            <a:prstGeom prst="rect">
              <a:avLst/>
            </a:prstGeom>
            <a:noFill/>
            <a:ln>
              <a:noFill/>
              <a:miter lim="800000"/>
            </a:ln>
            <a:effectLst/>
          </p:spPr>
        </p:sp>
      </p:grpSp>
      <p:sp>
        <p:nvSpPr>
          <p:cNvPr id="64682" name=""/>
          <p:cNvSpPr/>
          <p:nvPr/>
        </p:nvSpPr>
        <p:spPr>
          <a:xfrm>
            <a:off x="2413000" y="2970213"/>
            <a:ext cx="1382713"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i="1">
                <a:latin typeface="Arial" pitchFamily="34" charset="0"/>
              </a:rPr>
              <a:t>Distributed Web</a:t>
            </a:r>
            <a:endParaRPr sz="1500" i="1">
              <a:latin typeface="Arial" pitchFamily="34" charset="0"/>
            </a:endParaRPr>
          </a:p>
        </p:txBody>
      </p:sp>
      <p:sp>
        <p:nvSpPr>
          <p:cNvPr id="64683" name=""/>
          <p:cNvSpPr/>
          <p:nvPr/>
        </p:nvSpPr>
        <p:spPr>
          <a:xfrm>
            <a:off x="2286000" y="3160713"/>
            <a:ext cx="1670050"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i="1">
                <a:latin typeface="Arial" pitchFamily="34" charset="0"/>
              </a:rPr>
              <a:t>Transaction Engine</a:t>
            </a:r>
            <a:endParaRPr sz="1500" i="1">
              <a:latin typeface="Arial" pitchFamily="34" charset="0"/>
            </a:endParaRPr>
          </a:p>
        </p:txBody>
      </p:sp>
      <p:sp>
        <p:nvSpPr>
          <p:cNvPr id="64684" name=""/>
          <p:cNvSpPr/>
          <p:nvPr/>
        </p:nvSpPr>
        <p:spPr>
          <a:xfrm>
            <a:off x="4165600" y="2249488"/>
            <a:ext cx="1239838" cy="493712"/>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ctr" defTabSz="862012">
              <a:lnSpc>
                <a:spcPct val="70000"/>
              </a:lnSpc>
            </a:pPr>
            <a:r>
              <a:rPr sz="1500" b="1">
                <a:latin typeface="Arial" pitchFamily="34" charset="0"/>
              </a:rPr>
              <a:t>Consolidated</a:t>
            </a:r>
            <a:br>
              <a:rPr sz="1500" b="1">
                <a:latin typeface="Arial" pitchFamily="34" charset="0"/>
              </a:rPr>
            </a:br>
            <a:r>
              <a:rPr sz="1500" b="1">
                <a:latin typeface="Arial" pitchFamily="34" charset="0"/>
              </a:rPr>
              <a:t>Financial Mgt</a:t>
            </a:r>
            <a:br>
              <a:rPr sz="1500" b="1">
                <a:latin typeface="Arial" pitchFamily="34" charset="0"/>
              </a:rPr>
            </a:br>
            <a:r>
              <a:rPr sz="1500" b="1">
                <a:latin typeface="Arial" pitchFamily="34" charset="0"/>
              </a:rPr>
              <a:t>System</a:t>
            </a:r>
            <a:endParaRPr sz="1500" b="1">
              <a:latin typeface="Arial" pitchFamily="34" charset="0"/>
            </a:endParaRPr>
          </a:p>
        </p:txBody>
      </p:sp>
      <p:grpSp>
        <p:nvGrpSpPr>
          <p:cNvPr id="64685" name=""/>
          <p:cNvGrpSpPr/>
          <p:nvPr/>
        </p:nvGrpSpPr>
        <p:grpSpPr>
          <a:xfrm>
            <a:off x="4749800" y="3670300"/>
            <a:ext cx="1382713" cy="309563"/>
            <a:chOff x="2968" y="2109"/>
            <a:chExt cx="911" cy="230"/>
          </a:xfrm>
        </p:grpSpPr>
        <p:cxnSp>
          <p:nvCxnSpPr>
            <p:cNvPr id="64686" name=""/>
            <p:cNvCxnSpPr/>
            <p:nvPr/>
          </p:nvCxnSpPr>
          <p:spPr>
            <a:xfrm flipH="1">
              <a:off x="3188" y="2125"/>
              <a:ext cx="0" cy="56"/>
            </a:xfrm>
            <a:prstGeom prst="line">
              <a:avLst/>
            </a:prstGeom>
            <a:noFill/>
            <a:ln w="12700">
              <a:solidFill>
                <a:prstClr val="black"/>
              </a:solidFill>
              <a:miter lim="800000"/>
            </a:ln>
            <a:effectLst/>
          </p:spPr>
        </p:cxnSp>
        <p:cxnSp>
          <p:nvCxnSpPr>
            <p:cNvPr id="64687" name=""/>
            <p:cNvCxnSpPr/>
            <p:nvPr/>
          </p:nvCxnSpPr>
          <p:spPr>
            <a:xfrm flipH="1">
              <a:off x="3412" y="2125"/>
              <a:ext cx="0" cy="56"/>
            </a:xfrm>
            <a:prstGeom prst="line">
              <a:avLst/>
            </a:prstGeom>
            <a:noFill/>
            <a:ln w="12700">
              <a:solidFill>
                <a:prstClr val="black"/>
              </a:solidFill>
              <a:miter lim="800000"/>
            </a:ln>
            <a:effectLst/>
          </p:spPr>
        </p:cxnSp>
        <p:sp>
          <p:nvSpPr>
            <p:cNvPr id="64688" name=""/>
            <p:cNvSpPr/>
            <p:nvPr/>
          </p:nvSpPr>
          <p:spPr>
            <a:xfrm>
              <a:off x="2968" y="2109"/>
              <a:ext cx="911" cy="23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lnSpc>
                  <a:spcPct val="130000"/>
                </a:lnSpc>
              </a:pPr>
              <a:r>
                <a:rPr sz="1500" i="1">
                  <a:latin typeface="Arial" pitchFamily="34" charset="0"/>
                </a:rPr>
                <a:t>Distributed Web</a:t>
              </a:r>
              <a:endParaRPr sz="1500" i="1">
                <a:latin typeface="Arial" pitchFamily="34" charset="0"/>
              </a:endParaRPr>
            </a:p>
          </p:txBody>
        </p:sp>
      </p:grpSp>
      <p:sp>
        <p:nvSpPr>
          <p:cNvPr id="64689" name=""/>
          <p:cNvSpPr/>
          <p:nvPr/>
        </p:nvSpPr>
        <p:spPr>
          <a:xfrm>
            <a:off x="4611688" y="3905250"/>
            <a:ext cx="1670050"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i="1">
                <a:latin typeface="Arial" pitchFamily="34" charset="0"/>
              </a:rPr>
              <a:t>Transaction Engine</a:t>
            </a:r>
            <a:endParaRPr sz="1500" i="1">
              <a:latin typeface="Arial" pitchFamily="34" charset="0"/>
            </a:endParaRPr>
          </a:p>
        </p:txBody>
      </p:sp>
      <p:grpSp>
        <p:nvGrpSpPr>
          <p:cNvPr id="64690" name=""/>
          <p:cNvGrpSpPr/>
          <p:nvPr/>
        </p:nvGrpSpPr>
        <p:grpSpPr>
          <a:xfrm>
            <a:off x="6699250" y="3754438"/>
            <a:ext cx="1149350" cy="498475"/>
            <a:chOff x="4252" y="2171"/>
            <a:chExt cx="757" cy="370"/>
          </a:xfrm>
        </p:grpSpPr>
        <p:cxnSp>
          <p:nvCxnSpPr>
            <p:cNvPr id="64691" name=""/>
            <p:cNvCxnSpPr/>
            <p:nvPr/>
          </p:nvCxnSpPr>
          <p:spPr>
            <a:xfrm>
              <a:off x="4252" y="2504"/>
              <a:ext cx="15" cy="37"/>
            </a:xfrm>
            <a:prstGeom prst="line">
              <a:avLst/>
            </a:prstGeom>
            <a:noFill/>
            <a:ln w="12700">
              <a:solidFill>
                <a:prstClr val="black"/>
              </a:solidFill>
              <a:miter lim="800000"/>
            </a:ln>
            <a:effectLst/>
          </p:spPr>
        </p:cxnSp>
        <p:sp>
          <p:nvSpPr>
            <p:cNvPr id="64692" name=""/>
            <p:cNvSpPr/>
            <p:nvPr/>
          </p:nvSpPr>
          <p:spPr>
            <a:xfrm>
              <a:off x="4295" y="2171"/>
              <a:ext cx="714" cy="179"/>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Order Entry</a:t>
              </a:r>
              <a:endParaRPr sz="1500" b="1">
                <a:latin typeface="Arial" pitchFamily="34" charset="0"/>
              </a:endParaRPr>
            </a:p>
          </p:txBody>
        </p:sp>
        <p:sp>
          <p:nvSpPr>
            <p:cNvPr id="64693" name=""/>
            <p:cNvSpPr/>
            <p:nvPr/>
          </p:nvSpPr>
          <p:spPr>
            <a:xfrm>
              <a:off x="4372" y="2314"/>
              <a:ext cx="464" cy="179"/>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System</a:t>
              </a:r>
              <a:endParaRPr sz="1500" b="1">
                <a:latin typeface="Arial" pitchFamily="34" charset="0"/>
              </a:endParaRPr>
            </a:p>
          </p:txBody>
        </p:sp>
      </p:grpSp>
      <p:grpSp>
        <p:nvGrpSpPr>
          <p:cNvPr id="64694" name=""/>
          <p:cNvGrpSpPr/>
          <p:nvPr/>
        </p:nvGrpSpPr>
        <p:grpSpPr>
          <a:xfrm>
            <a:off x="7058025" y="2146300"/>
            <a:ext cx="927100" cy="660400"/>
            <a:chOff x="4488" y="980"/>
            <a:chExt cx="611" cy="489"/>
          </a:xfrm>
        </p:grpSpPr>
        <p:sp>
          <p:nvSpPr>
            <p:cNvPr id="64695" name=""/>
            <p:cNvSpPr/>
            <p:nvPr/>
          </p:nvSpPr>
          <p:spPr>
            <a:xfrm>
              <a:off x="4519" y="980"/>
              <a:ext cx="491" cy="179"/>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Product</a:t>
              </a:r>
              <a:endParaRPr sz="1500" b="1">
                <a:latin typeface="Arial" pitchFamily="34" charset="0"/>
              </a:endParaRPr>
            </a:p>
          </p:txBody>
        </p:sp>
        <p:sp>
          <p:nvSpPr>
            <p:cNvPr id="64696" name=""/>
            <p:cNvSpPr/>
            <p:nvPr/>
          </p:nvSpPr>
          <p:spPr>
            <a:xfrm>
              <a:off x="4488" y="1121"/>
              <a:ext cx="611" cy="348"/>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 Catalog</a:t>
              </a:r>
              <a:br>
                <a:rPr sz="1500" b="1">
                  <a:latin typeface="Arial" pitchFamily="34" charset="0"/>
                </a:rPr>
              </a:br>
              <a:r>
                <a:rPr sz="1500" b="1">
                  <a:latin typeface="Arial" pitchFamily="34" charset="0"/>
                </a:rPr>
                <a:t> Database</a:t>
              </a:r>
              <a:endParaRPr sz="1500" b="1">
                <a:latin typeface="Arial" pitchFamily="34" charset="0"/>
              </a:endParaRPr>
            </a:p>
          </p:txBody>
        </p:sp>
      </p:grpSp>
      <p:cxnSp>
        <p:nvCxnSpPr>
          <p:cNvPr id="64697" name=""/>
          <p:cNvCxnSpPr/>
          <p:nvPr/>
        </p:nvCxnSpPr>
        <p:spPr>
          <a:xfrm flipV="1">
            <a:off x="2225675" y="2690813"/>
            <a:ext cx="401638" cy="477837"/>
          </a:xfrm>
          <a:prstGeom prst="line">
            <a:avLst/>
          </a:prstGeom>
          <a:noFill/>
          <a:ln w="12700">
            <a:solidFill>
              <a:prstClr val="black"/>
            </a:solidFill>
            <a:miter lim="800000"/>
          </a:ln>
          <a:effectLst/>
        </p:spPr>
      </p:cxnSp>
      <p:sp>
        <p:nvSpPr>
          <p:cNvPr id="64698" name=""/>
          <p:cNvSpPr/>
          <p:nvPr/>
        </p:nvSpPr>
        <p:spPr>
          <a:xfrm>
            <a:off x="2198688" y="2662238"/>
            <a:ext cx="454025" cy="536575"/>
          </a:xfrm>
          <a:custGeom>
            <a:pathLst>
              <a:path w="299" h="398">
                <a:moveTo>
                  <a:pt x="31" y="382"/>
                </a:moveTo>
                <a:lnTo>
                  <a:pt x="0" y="397"/>
                </a:lnTo>
                <a:lnTo>
                  <a:pt x="7" y="363"/>
                </a:lnTo>
                <a:lnTo>
                  <a:pt x="31" y="382"/>
                </a:lnTo>
                <a:lnTo>
                  <a:pt x="268" y="15"/>
                </a:lnTo>
                <a:lnTo>
                  <a:pt x="298" y="0"/>
                </a:lnTo>
                <a:lnTo>
                  <a:pt x="292" y="33"/>
                </a:lnTo>
                <a:lnTo>
                  <a:pt x="268" y="15"/>
                </a:lnTo>
                <a:lnTo>
                  <a:pt x="31" y="382"/>
                </a:lnTo>
              </a:path>
            </a:pathLst>
          </a:custGeom>
          <a:solidFill>
            <a:srgbClr val="000000"/>
          </a:solidFill>
          <a:ln w="12700" cap="rnd" cmpd="sng">
            <a:solidFill>
              <a:schemeClr val="folHlink"/>
            </a:solidFill>
            <a:prstDash val="solid"/>
            <a:round/>
          </a:ln>
          <a:effectLst/>
        </p:spPr>
      </p:sp>
      <p:cxnSp>
        <p:nvCxnSpPr>
          <p:cNvPr id="64699" name=""/>
          <p:cNvCxnSpPr/>
          <p:nvPr/>
        </p:nvCxnSpPr>
        <p:spPr>
          <a:xfrm flipH="1" flipV="1">
            <a:off x="2233613" y="3487738"/>
            <a:ext cx="720725" cy="514350"/>
          </a:xfrm>
          <a:prstGeom prst="line">
            <a:avLst/>
          </a:prstGeom>
          <a:noFill/>
          <a:ln w="12700">
            <a:solidFill>
              <a:schemeClr val="folHlink"/>
            </a:solidFill>
            <a:miter lim="800000"/>
          </a:ln>
          <a:effectLst/>
        </p:spPr>
      </p:cxnSp>
      <p:sp>
        <p:nvSpPr>
          <p:cNvPr id="64700" name=""/>
          <p:cNvSpPr/>
          <p:nvPr/>
        </p:nvSpPr>
        <p:spPr>
          <a:xfrm>
            <a:off x="2198688" y="3467100"/>
            <a:ext cx="52387" cy="41275"/>
          </a:xfrm>
          <a:custGeom>
            <a:pathLst>
              <a:path w="34" h="31">
                <a:moveTo>
                  <a:pt x="14" y="30"/>
                </a:moveTo>
                <a:lnTo>
                  <a:pt x="0" y="0"/>
                </a:lnTo>
                <a:lnTo>
                  <a:pt x="33" y="7"/>
                </a:lnTo>
                <a:lnTo>
                  <a:pt x="14" y="30"/>
                </a:lnTo>
              </a:path>
            </a:pathLst>
          </a:custGeom>
          <a:solidFill>
            <a:srgbClr val="000000"/>
          </a:solidFill>
          <a:ln cap="rnd">
            <a:noFill/>
            <a:round/>
          </a:ln>
          <a:effectLst/>
        </p:spPr>
      </p:sp>
      <p:cxnSp>
        <p:nvCxnSpPr>
          <p:cNvPr id="64701" name=""/>
          <p:cNvCxnSpPr/>
          <p:nvPr/>
        </p:nvCxnSpPr>
        <p:spPr>
          <a:xfrm flipV="1">
            <a:off x="3295650" y="2338388"/>
            <a:ext cx="373063" cy="109537"/>
          </a:xfrm>
          <a:prstGeom prst="line">
            <a:avLst/>
          </a:prstGeom>
          <a:noFill/>
          <a:ln w="12700">
            <a:solidFill>
              <a:schemeClr val="folHlink"/>
            </a:solidFill>
            <a:miter lim="800000"/>
          </a:ln>
          <a:effectLst/>
        </p:spPr>
      </p:cxnSp>
      <p:sp>
        <p:nvSpPr>
          <p:cNvPr id="64702" name=""/>
          <p:cNvSpPr/>
          <p:nvPr/>
        </p:nvSpPr>
        <p:spPr>
          <a:xfrm>
            <a:off x="3255963" y="2319338"/>
            <a:ext cx="452437" cy="149225"/>
          </a:xfrm>
          <a:custGeom>
            <a:pathLst>
              <a:path w="298" h="111">
                <a:moveTo>
                  <a:pt x="33" y="110"/>
                </a:moveTo>
                <a:lnTo>
                  <a:pt x="0" y="105"/>
                </a:lnTo>
                <a:lnTo>
                  <a:pt x="23" y="80"/>
                </a:lnTo>
                <a:lnTo>
                  <a:pt x="33" y="110"/>
                </a:lnTo>
                <a:lnTo>
                  <a:pt x="263" y="0"/>
                </a:lnTo>
                <a:lnTo>
                  <a:pt x="297" y="6"/>
                </a:lnTo>
                <a:lnTo>
                  <a:pt x="273" y="30"/>
                </a:lnTo>
                <a:lnTo>
                  <a:pt x="263" y="0"/>
                </a:lnTo>
                <a:lnTo>
                  <a:pt x="33" y="110"/>
                </a:lnTo>
              </a:path>
            </a:pathLst>
          </a:custGeom>
          <a:solidFill>
            <a:srgbClr val="000000"/>
          </a:solidFill>
          <a:ln cap="rnd">
            <a:noFill/>
            <a:round/>
          </a:ln>
          <a:effectLst/>
        </p:spPr>
      </p:sp>
      <p:cxnSp>
        <p:nvCxnSpPr>
          <p:cNvPr id="64703" name=""/>
          <p:cNvCxnSpPr/>
          <p:nvPr/>
        </p:nvCxnSpPr>
        <p:spPr>
          <a:xfrm>
            <a:off x="2209800" y="3429000"/>
            <a:ext cx="2635250" cy="0"/>
          </a:xfrm>
          <a:prstGeom prst="line">
            <a:avLst/>
          </a:prstGeom>
          <a:noFill/>
          <a:ln w="12700">
            <a:solidFill>
              <a:schemeClr val="folHlink"/>
            </a:solidFill>
            <a:miter lim="800000"/>
          </a:ln>
          <a:effectLst/>
        </p:spPr>
      </p:cxnSp>
      <p:sp>
        <p:nvSpPr>
          <p:cNvPr id="64704" name=""/>
          <p:cNvSpPr/>
          <p:nvPr/>
        </p:nvSpPr>
        <p:spPr>
          <a:xfrm>
            <a:off x="2209800" y="3429000"/>
            <a:ext cx="2717800" cy="42863"/>
          </a:xfrm>
          <a:custGeom>
            <a:pathLst>
              <a:path w="1790" h="32">
                <a:moveTo>
                  <a:pt x="31" y="31"/>
                </a:moveTo>
                <a:lnTo>
                  <a:pt x="0" y="16"/>
                </a:lnTo>
                <a:lnTo>
                  <a:pt x="31" y="0"/>
                </a:lnTo>
                <a:lnTo>
                  <a:pt x="31" y="31"/>
                </a:lnTo>
                <a:lnTo>
                  <a:pt x="1758" y="0"/>
                </a:lnTo>
                <a:lnTo>
                  <a:pt x="1789" y="16"/>
                </a:lnTo>
                <a:lnTo>
                  <a:pt x="1758" y="31"/>
                </a:lnTo>
                <a:lnTo>
                  <a:pt x="1758" y="0"/>
                </a:lnTo>
                <a:lnTo>
                  <a:pt x="31" y="31"/>
                </a:lnTo>
              </a:path>
            </a:pathLst>
          </a:custGeom>
          <a:solidFill>
            <a:srgbClr val="000000"/>
          </a:solidFill>
          <a:ln w="12700" cap="rnd" cmpd="sng">
            <a:solidFill>
              <a:schemeClr val="folHlink"/>
            </a:solidFill>
            <a:prstDash val="solid"/>
            <a:round/>
          </a:ln>
          <a:effectLst/>
        </p:spPr>
      </p:sp>
      <p:cxnSp>
        <p:nvCxnSpPr>
          <p:cNvPr id="64705" name=""/>
          <p:cNvCxnSpPr/>
          <p:nvPr/>
        </p:nvCxnSpPr>
        <p:spPr>
          <a:xfrm flipH="1">
            <a:off x="5548313" y="2528888"/>
            <a:ext cx="798512" cy="644525"/>
          </a:xfrm>
          <a:prstGeom prst="line">
            <a:avLst/>
          </a:prstGeom>
          <a:noFill/>
          <a:ln w="12700">
            <a:solidFill>
              <a:schemeClr val="folHlink"/>
            </a:solidFill>
            <a:miter lim="800000"/>
          </a:ln>
          <a:effectLst/>
        </p:spPr>
      </p:cxnSp>
      <p:sp>
        <p:nvSpPr>
          <p:cNvPr id="64706" name=""/>
          <p:cNvSpPr/>
          <p:nvPr/>
        </p:nvSpPr>
        <p:spPr>
          <a:xfrm>
            <a:off x="5518150" y="3154363"/>
            <a:ext cx="52388" cy="44450"/>
          </a:xfrm>
          <a:custGeom>
            <a:pathLst>
              <a:path w="34" h="33">
                <a:moveTo>
                  <a:pt x="33" y="23"/>
                </a:moveTo>
                <a:lnTo>
                  <a:pt x="0" y="32"/>
                </a:lnTo>
                <a:lnTo>
                  <a:pt x="12" y="0"/>
                </a:lnTo>
                <a:lnTo>
                  <a:pt x="33" y="23"/>
                </a:lnTo>
              </a:path>
            </a:pathLst>
          </a:custGeom>
          <a:solidFill>
            <a:srgbClr val="000000"/>
          </a:solidFill>
          <a:ln cap="rnd">
            <a:noFill/>
            <a:round/>
          </a:ln>
          <a:effectLst/>
        </p:spPr>
      </p:sp>
      <p:cxnSp>
        <p:nvCxnSpPr>
          <p:cNvPr id="64707" name=""/>
          <p:cNvCxnSpPr/>
          <p:nvPr/>
        </p:nvCxnSpPr>
        <p:spPr>
          <a:xfrm flipH="1" flipV="1">
            <a:off x="5557838" y="3335338"/>
            <a:ext cx="1241425" cy="131762"/>
          </a:xfrm>
          <a:prstGeom prst="line">
            <a:avLst/>
          </a:prstGeom>
          <a:noFill/>
          <a:ln w="12700">
            <a:solidFill>
              <a:schemeClr val="folHlink"/>
            </a:solidFill>
            <a:miter lim="800000"/>
          </a:ln>
          <a:effectLst/>
        </p:spPr>
      </p:cxnSp>
      <p:sp>
        <p:nvSpPr>
          <p:cNvPr id="64708" name=""/>
          <p:cNvSpPr/>
          <p:nvPr/>
        </p:nvSpPr>
        <p:spPr>
          <a:xfrm>
            <a:off x="5518150" y="3316288"/>
            <a:ext cx="52388" cy="42862"/>
          </a:xfrm>
          <a:custGeom>
            <a:pathLst>
              <a:path w="34" h="31">
                <a:moveTo>
                  <a:pt x="28" y="30"/>
                </a:moveTo>
                <a:lnTo>
                  <a:pt x="0" y="12"/>
                </a:lnTo>
                <a:lnTo>
                  <a:pt x="33" y="0"/>
                </a:lnTo>
                <a:lnTo>
                  <a:pt x="28" y="30"/>
                </a:lnTo>
              </a:path>
            </a:pathLst>
          </a:custGeom>
          <a:solidFill>
            <a:srgbClr val="000000"/>
          </a:solidFill>
          <a:ln cap="rnd">
            <a:noFill/>
            <a:round/>
          </a:ln>
          <a:effectLst/>
        </p:spPr>
      </p:sp>
      <p:cxnSp>
        <p:nvCxnSpPr>
          <p:cNvPr id="64709" name=""/>
          <p:cNvCxnSpPr/>
          <p:nvPr/>
        </p:nvCxnSpPr>
        <p:spPr>
          <a:xfrm flipH="1">
            <a:off x="4611688" y="4538663"/>
            <a:ext cx="1697037" cy="590550"/>
          </a:xfrm>
          <a:prstGeom prst="line">
            <a:avLst/>
          </a:prstGeom>
          <a:noFill/>
          <a:ln w="12700">
            <a:solidFill>
              <a:schemeClr val="folHlink"/>
            </a:solidFill>
            <a:miter lim="800000"/>
          </a:ln>
          <a:effectLst/>
        </p:spPr>
      </p:cxnSp>
      <p:sp>
        <p:nvSpPr>
          <p:cNvPr id="64710" name=""/>
          <p:cNvSpPr/>
          <p:nvPr/>
        </p:nvSpPr>
        <p:spPr>
          <a:xfrm>
            <a:off x="4537075" y="5106988"/>
            <a:ext cx="55563" cy="39687"/>
          </a:xfrm>
          <a:custGeom>
            <a:pathLst>
              <a:path w="36" h="29">
                <a:moveTo>
                  <a:pt x="35" y="28"/>
                </a:moveTo>
                <a:lnTo>
                  <a:pt x="0" y="25"/>
                </a:lnTo>
                <a:lnTo>
                  <a:pt x="23" y="0"/>
                </a:lnTo>
                <a:lnTo>
                  <a:pt x="35" y="28"/>
                </a:lnTo>
              </a:path>
            </a:pathLst>
          </a:custGeom>
          <a:solidFill>
            <a:srgbClr val="000000"/>
          </a:solidFill>
          <a:ln cap="rnd">
            <a:noFill/>
            <a:round/>
          </a:ln>
          <a:effectLst/>
        </p:spPr>
      </p:sp>
      <p:sp>
        <p:nvSpPr>
          <p:cNvPr id="64711" name=""/>
          <p:cNvSpPr/>
          <p:nvPr/>
        </p:nvSpPr>
        <p:spPr>
          <a:xfrm>
            <a:off x="3071813" y="2035175"/>
            <a:ext cx="638175"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TCP/IP</a:t>
            </a:r>
            <a:endParaRPr sz="1500" b="1">
              <a:latin typeface="Arial" pitchFamily="34" charset="0"/>
            </a:endParaRPr>
          </a:p>
        </p:txBody>
      </p:sp>
      <p:sp>
        <p:nvSpPr>
          <p:cNvPr id="64712" name=""/>
          <p:cNvSpPr/>
          <p:nvPr/>
        </p:nvSpPr>
        <p:spPr>
          <a:xfrm>
            <a:off x="2568575" y="3568700"/>
            <a:ext cx="522288"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HTTP</a:t>
            </a:r>
            <a:endParaRPr sz="1500" b="1">
              <a:latin typeface="Arial" pitchFamily="34" charset="0"/>
            </a:endParaRPr>
          </a:p>
        </p:txBody>
      </p:sp>
      <p:sp>
        <p:nvSpPr>
          <p:cNvPr id="64713" name=""/>
          <p:cNvSpPr/>
          <p:nvPr/>
        </p:nvSpPr>
        <p:spPr>
          <a:xfrm>
            <a:off x="5638800" y="4800600"/>
            <a:ext cx="522288"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HTTP</a:t>
            </a:r>
            <a:endParaRPr sz="1500" b="1">
              <a:latin typeface="Arial" pitchFamily="34" charset="0"/>
            </a:endParaRPr>
          </a:p>
        </p:txBody>
      </p:sp>
      <p:sp>
        <p:nvSpPr>
          <p:cNvPr id="64714" name=""/>
          <p:cNvSpPr/>
          <p:nvPr/>
        </p:nvSpPr>
        <p:spPr>
          <a:xfrm>
            <a:off x="1785938" y="2630488"/>
            <a:ext cx="638175"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TCP/IP</a:t>
            </a:r>
            <a:endParaRPr sz="1500" b="1">
              <a:latin typeface="Arial" pitchFamily="34" charset="0"/>
            </a:endParaRPr>
          </a:p>
        </p:txBody>
      </p:sp>
      <p:sp>
        <p:nvSpPr>
          <p:cNvPr id="64715" name=""/>
          <p:cNvSpPr/>
          <p:nvPr/>
        </p:nvSpPr>
        <p:spPr>
          <a:xfrm>
            <a:off x="3733800" y="3581400"/>
            <a:ext cx="638175"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TCP/IP</a:t>
            </a:r>
            <a:endParaRPr sz="1500" b="1">
              <a:latin typeface="Arial" pitchFamily="34" charset="0"/>
            </a:endParaRPr>
          </a:p>
        </p:txBody>
      </p:sp>
      <p:grpSp>
        <p:nvGrpSpPr>
          <p:cNvPr id="64716" name=""/>
          <p:cNvGrpSpPr/>
          <p:nvPr/>
        </p:nvGrpSpPr>
        <p:grpSpPr>
          <a:xfrm>
            <a:off x="2209800" y="1447800"/>
            <a:ext cx="1558925" cy="530225"/>
            <a:chOff x="1314" y="408"/>
            <a:chExt cx="1027" cy="393"/>
          </a:xfrm>
        </p:grpSpPr>
        <p:sp>
          <p:nvSpPr>
            <p:cNvPr id="64717" name=""/>
            <p:cNvSpPr/>
            <p:nvPr/>
          </p:nvSpPr>
          <p:spPr>
            <a:xfrm>
              <a:off x="1353" y="408"/>
              <a:ext cx="901" cy="224"/>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900" b="1" i="1">
                  <a:latin typeface="Arial" pitchFamily="34" charset="0"/>
                </a:rPr>
                <a:t>Company A</a:t>
              </a:r>
              <a:endParaRPr sz="1900" b="1" i="1">
                <a:latin typeface="Arial" pitchFamily="34" charset="0"/>
              </a:endParaRPr>
            </a:p>
          </p:txBody>
        </p:sp>
        <p:sp>
          <p:nvSpPr>
            <p:cNvPr id="64718" name=""/>
            <p:cNvSpPr/>
            <p:nvPr/>
          </p:nvSpPr>
          <p:spPr>
            <a:xfrm>
              <a:off x="1314" y="578"/>
              <a:ext cx="1027" cy="223"/>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900" b="1" i="1">
                  <a:latin typeface="Arial" pitchFamily="34" charset="0"/>
                </a:rPr>
                <a:t>Manufacturer</a:t>
              </a:r>
              <a:endParaRPr sz="1900" b="1" i="1">
                <a:latin typeface="Arial" pitchFamily="34" charset="0"/>
              </a:endParaRPr>
            </a:p>
          </p:txBody>
        </p:sp>
      </p:grpSp>
      <p:grpSp>
        <p:nvGrpSpPr>
          <p:cNvPr id="64719" name=""/>
          <p:cNvGrpSpPr/>
          <p:nvPr/>
        </p:nvGrpSpPr>
        <p:grpSpPr>
          <a:xfrm>
            <a:off x="5486400" y="1447800"/>
            <a:ext cx="1368425" cy="555625"/>
            <a:chOff x="3439" y="406"/>
            <a:chExt cx="902" cy="412"/>
          </a:xfrm>
        </p:grpSpPr>
        <p:sp>
          <p:nvSpPr>
            <p:cNvPr id="64720" name=""/>
            <p:cNvSpPr/>
            <p:nvPr/>
          </p:nvSpPr>
          <p:spPr>
            <a:xfrm>
              <a:off x="3439" y="406"/>
              <a:ext cx="902" cy="245"/>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lnSpc>
                  <a:spcPct val="110000"/>
                </a:lnSpc>
              </a:pPr>
              <a:r>
                <a:rPr sz="1900" b="1" i="1">
                  <a:latin typeface="Arial" pitchFamily="34" charset="0"/>
                </a:rPr>
                <a:t>Company B</a:t>
              </a:r>
              <a:endParaRPr sz="1900" b="1" i="1">
                <a:latin typeface="Arial" pitchFamily="34" charset="0"/>
              </a:endParaRPr>
            </a:p>
          </p:txBody>
        </p:sp>
        <p:sp>
          <p:nvSpPr>
            <p:cNvPr id="64721" name=""/>
            <p:cNvSpPr/>
            <p:nvPr/>
          </p:nvSpPr>
          <p:spPr>
            <a:xfrm>
              <a:off x="3518" y="573"/>
              <a:ext cx="652" cy="245"/>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lnSpc>
                  <a:spcPct val="110000"/>
                </a:lnSpc>
              </a:pPr>
              <a:r>
                <a:rPr sz="1900" b="1" i="1">
                  <a:latin typeface="Arial" pitchFamily="34" charset="0"/>
                </a:rPr>
                <a:t>Supplier</a:t>
              </a:r>
              <a:endParaRPr sz="1900" b="1" i="1">
                <a:latin typeface="Arial" pitchFamily="34" charset="0"/>
              </a:endParaRPr>
            </a:p>
          </p:txBody>
        </p:sp>
      </p:grpSp>
      <p:cxnSp>
        <p:nvCxnSpPr>
          <p:cNvPr id="64722" name=""/>
          <p:cNvCxnSpPr/>
          <p:nvPr/>
        </p:nvCxnSpPr>
        <p:spPr>
          <a:xfrm flipH="1">
            <a:off x="4419600" y="4114800"/>
            <a:ext cx="709613" cy="1066800"/>
          </a:xfrm>
          <a:prstGeom prst="line">
            <a:avLst/>
          </a:prstGeom>
          <a:noFill/>
          <a:ln w="12700">
            <a:solidFill>
              <a:prstClr val="black"/>
            </a:solidFill>
            <a:miter lim="800000"/>
          </a:ln>
          <a:effectLst/>
        </p:spPr>
      </p:cxnSp>
      <p:sp>
        <p:nvSpPr>
          <p:cNvPr id="64723" name=""/>
          <p:cNvSpPr/>
          <p:nvPr/>
        </p:nvSpPr>
        <p:spPr>
          <a:xfrm>
            <a:off x="4419600" y="4114800"/>
            <a:ext cx="757238" cy="1006475"/>
          </a:xfrm>
          <a:custGeom>
            <a:pathLst>
              <a:path w="498" h="745">
                <a:moveTo>
                  <a:pt x="468" y="16"/>
                </a:moveTo>
                <a:lnTo>
                  <a:pt x="497" y="0"/>
                </a:lnTo>
                <a:lnTo>
                  <a:pt x="493" y="33"/>
                </a:lnTo>
                <a:lnTo>
                  <a:pt x="468" y="16"/>
                </a:lnTo>
                <a:lnTo>
                  <a:pt x="30" y="727"/>
                </a:lnTo>
                <a:lnTo>
                  <a:pt x="0" y="744"/>
                </a:lnTo>
                <a:lnTo>
                  <a:pt x="5" y="711"/>
                </a:lnTo>
                <a:lnTo>
                  <a:pt x="30" y="727"/>
                </a:lnTo>
                <a:lnTo>
                  <a:pt x="468" y="16"/>
                </a:lnTo>
              </a:path>
            </a:pathLst>
          </a:custGeom>
          <a:solidFill>
            <a:srgbClr val="000000"/>
          </a:solidFill>
          <a:ln w="12700" cap="rnd" cmpd="sng">
            <a:solidFill>
              <a:schemeClr val="folHlink"/>
            </a:solidFill>
            <a:prstDash val="solid"/>
            <a:round/>
          </a:ln>
          <a:effectLst/>
        </p:spPr>
      </p:sp>
      <p:sp>
        <p:nvSpPr>
          <p:cNvPr id="64724" name=""/>
          <p:cNvSpPr/>
          <p:nvPr/>
        </p:nvSpPr>
        <p:spPr>
          <a:xfrm>
            <a:off x="4953000" y="4419600"/>
            <a:ext cx="638175"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b="1">
                <a:latin typeface="Arial" pitchFamily="34" charset="0"/>
              </a:rPr>
              <a:t>TCP/IP</a:t>
            </a:r>
            <a:endParaRPr sz="1500" b="1">
              <a:latin typeface="Arial" pitchFamily="34" charset="0"/>
            </a:endParaRPr>
          </a:p>
        </p:txBody>
      </p:sp>
      <p:sp>
        <p:nvSpPr>
          <p:cNvPr id="64725" name=""/>
          <p:cNvSpPr/>
          <p:nvPr/>
        </p:nvSpPr>
        <p:spPr>
          <a:xfrm>
            <a:off x="762000" y="5410200"/>
            <a:ext cx="2981325"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ctr" defTabSz="862012"/>
            <a:r>
              <a:rPr sz="1500" i="1">
                <a:latin typeface="Arial" pitchFamily="34" charset="0"/>
              </a:rPr>
              <a:t>Internet desktop with Web Browser</a:t>
            </a:r>
            <a:endParaRPr sz="1500" i="1">
              <a:latin typeface="Arial" pitchFamily="34" charset="0"/>
            </a:endParaRPr>
          </a:p>
        </p:txBody>
      </p:sp>
      <p:grpSp>
        <p:nvGrpSpPr>
          <p:cNvPr id="64726" name=""/>
          <p:cNvGrpSpPr/>
          <p:nvPr/>
        </p:nvGrpSpPr>
        <p:grpSpPr>
          <a:xfrm>
            <a:off x="4684713" y="5516563"/>
            <a:ext cx="1946275" cy="560387"/>
            <a:chOff x="2925" y="3477"/>
            <a:chExt cx="1282" cy="415"/>
          </a:xfrm>
        </p:grpSpPr>
        <p:sp>
          <p:nvSpPr>
            <p:cNvPr id="64727" name=""/>
            <p:cNvSpPr/>
            <p:nvPr/>
          </p:nvSpPr>
          <p:spPr>
            <a:xfrm>
              <a:off x="2925" y="3477"/>
              <a:ext cx="1033" cy="245"/>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lnSpc>
                  <a:spcPct val="110000"/>
                </a:lnSpc>
              </a:pPr>
              <a:r>
                <a:rPr sz="1900" b="1" i="1">
                  <a:latin typeface="Arial" pitchFamily="34" charset="0"/>
                </a:rPr>
                <a:t>   Company C</a:t>
              </a:r>
              <a:endParaRPr sz="1900" b="1" i="1">
                <a:latin typeface="Arial" pitchFamily="34" charset="0"/>
              </a:endParaRPr>
            </a:p>
          </p:txBody>
        </p:sp>
        <p:sp>
          <p:nvSpPr>
            <p:cNvPr id="64728" name=""/>
            <p:cNvSpPr/>
            <p:nvPr/>
          </p:nvSpPr>
          <p:spPr>
            <a:xfrm>
              <a:off x="3006" y="3648"/>
              <a:ext cx="1201" cy="244"/>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lnSpc>
                  <a:spcPct val="110000"/>
                </a:lnSpc>
              </a:pPr>
              <a:r>
                <a:rPr sz="1900" b="1" i="1">
                  <a:latin typeface="Arial" pitchFamily="34" charset="0"/>
                </a:rPr>
                <a:t>Trading Partner</a:t>
              </a:r>
              <a:endParaRPr sz="1900" b="1" i="1">
                <a:latin typeface="Arial" pitchFamily="34" charset="0"/>
              </a:endParaRPr>
            </a:p>
          </p:txBody>
        </p:sp>
      </p:grpSp>
      <p:sp>
        <p:nvSpPr>
          <p:cNvPr id="64729" name=""/>
          <p:cNvSpPr/>
          <p:nvPr/>
        </p:nvSpPr>
        <p:spPr>
          <a:xfrm>
            <a:off x="5791200" y="4267200"/>
            <a:ext cx="595313"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a:t>Launch</a:t>
            </a:r>
            <a:endParaRPr sz="1500"/>
          </a:p>
        </p:txBody>
      </p:sp>
      <p:sp>
        <p:nvSpPr>
          <p:cNvPr id="64730" name=""/>
          <p:cNvSpPr/>
          <p:nvPr/>
        </p:nvSpPr>
        <p:spPr>
          <a:xfrm>
            <a:off x="4230688" y="4205288"/>
            <a:ext cx="679450"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a:t>Transact</a:t>
            </a:r>
            <a:endParaRPr sz="1500"/>
          </a:p>
        </p:txBody>
      </p:sp>
      <p:sp>
        <p:nvSpPr>
          <p:cNvPr id="64731" name=""/>
          <p:cNvSpPr/>
          <p:nvPr/>
        </p:nvSpPr>
        <p:spPr>
          <a:xfrm>
            <a:off x="2286000" y="4267200"/>
            <a:ext cx="595313"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a:t>Launch</a:t>
            </a:r>
            <a:endParaRPr sz="1500"/>
          </a:p>
        </p:txBody>
      </p:sp>
      <p:sp>
        <p:nvSpPr>
          <p:cNvPr id="64732" name=""/>
          <p:cNvSpPr/>
          <p:nvPr/>
        </p:nvSpPr>
        <p:spPr>
          <a:xfrm>
            <a:off x="4083050" y="2909888"/>
            <a:ext cx="679450"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a:t>Transact</a:t>
            </a:r>
            <a:endParaRPr sz="1500"/>
          </a:p>
        </p:txBody>
      </p:sp>
      <p:sp>
        <p:nvSpPr>
          <p:cNvPr id="64733" name=""/>
          <p:cNvSpPr/>
          <p:nvPr/>
        </p:nvSpPr>
        <p:spPr>
          <a:xfrm>
            <a:off x="1971675" y="2327275"/>
            <a:ext cx="679450" cy="241300"/>
          </a:xfrm>
          <a:prstGeom prst="rect">
            <a:avLst/>
          </a:prstGeom>
          <a:noFill/>
          <a:ln>
            <a:noFill/>
            <a:miter lim="800000"/>
          </a:ln>
          <a:effectLst/>
        </p:spPr>
        <p:txBody>
          <a:bodyPr wrap="none" lIns="12428" tIns="6215" rIns="12428" bIns="6215">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62012"/>
            <a:r>
              <a:rPr sz="1500"/>
              <a:t>Transact</a:t>
            </a:r>
            <a:endParaRPr sz="1500"/>
          </a:p>
        </p:txBody>
      </p:sp>
      <p:sp>
        <p:nvSpPr>
          <p:cNvPr id="64734" name=""/>
          <p:cNvSpPr/>
          <p:nvPr>
            <p:ph type="title"/>
          </p:nvPr>
        </p:nvSpPr>
        <p:spPr>
          <a:xfrm>
            <a:off x="0" y="247650"/>
            <a:ext cx="9236075" cy="1152525"/>
          </a:xfrm>
          <a:noFill/>
          <a:ln>
            <a:miter lim="800000"/>
          </a:ln>
        </p:spPr>
        <p:txBody>
          <a:bodyPr wrap="square"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rPr sz="5400"/>
              <a:t>Virtual Internet Computing: </a:t>
            </a:r>
            <a:br>
              <a:rPr sz="5400"/>
            </a:br>
            <a:r>
              <a:rPr sz="5400"/>
              <a:t>Reality is Complex, Multi-Company</a:t>
            </a:r>
            <a:endParaRPr sz="5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66564" name=""/>
          <p:cNvSpPr/>
          <p:nvPr>
            <p:ph type="title"/>
          </p:nvPr>
        </p:nvSpPr>
        <p:spPr>
          <a:xfrm>
            <a:off x="539750" y="184150"/>
            <a:ext cx="8156575" cy="1279525"/>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Building a Common Infrastructure:</a:t>
            </a:r>
            <a:br/>
            <a:r>
              <a:t>Management Options</a:t>
            </a:r>
          </a:p>
        </p:txBody>
      </p:sp>
      <p:sp>
        <p:nvSpPr>
          <p:cNvPr id="66565" name=""/>
          <p:cNvSpPr/>
          <p:nvPr>
            <p:ph type="body" idx="1"/>
          </p:nvPr>
        </p:nvSpPr>
        <p:spPr>
          <a:xfrm>
            <a:off x="533400" y="1676400"/>
            <a:ext cx="8154988"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r>
              <a:t>Do nothing</a:t>
            </a:r>
          </a:p>
          <a:p>
            <a:pPr lvl="0"/>
            <a:r>
              <a:t>Outsource</a:t>
            </a:r>
          </a:p>
          <a:p>
            <a:pPr lvl="0"/>
            <a:r>
              <a:t>Standards-based</a:t>
            </a:r>
          </a:p>
          <a:p>
            <a:pPr lvl="0"/>
            <a:r>
              <a:t>Architecture</a:t>
            </a:r>
          </a:p>
          <a:p>
            <a:pPr lvl="0"/>
            <a:r>
              <a:t>Vendor-based</a:t>
            </a:r>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68610"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Do Nothing</a:t>
            </a:r>
          </a:p>
        </p:txBody>
      </p:sp>
      <p:sp>
        <p:nvSpPr>
          <p:cNvPr id="68611" name=""/>
          <p:cNvSpPr/>
          <p:nvPr>
            <p:ph type="body" idx="1"/>
          </p:nvPr>
        </p:nvSpPr>
        <p:spPr>
          <a:xfrm>
            <a:off x="533400" y="1600200"/>
            <a:ext cx="8154988"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lnSpc>
                <a:spcPct val="80000"/>
              </a:lnSpc>
            </a:pPr>
            <a:r>
              <a:rPr i="1"/>
              <a:t>Take no active steps to build a manageable common IM and EM infrastructure</a:t>
            </a:r>
          </a:p>
          <a:p>
            <a:pPr lvl="0">
              <a:lnSpc>
                <a:spcPct val="80000"/>
              </a:lnSpc>
            </a:pPr>
            <a:r>
              <a:t>Benefits</a:t>
            </a:r>
          </a:p>
          <a:p>
            <a:pPr lvl="1">
              <a:lnSpc>
                <a:spcPct val="80000"/>
              </a:lnSpc>
            </a:pPr>
            <a:r>
              <a:t>Just keep on doing what you’re doing</a:t>
            </a:r>
          </a:p>
          <a:p>
            <a:pPr lvl="0">
              <a:lnSpc>
                <a:spcPct val="80000"/>
              </a:lnSpc>
            </a:pPr>
            <a:r>
              <a:t>Implications</a:t>
            </a:r>
          </a:p>
          <a:p>
            <a:pPr lvl="1">
              <a:lnSpc>
                <a:spcPct val="80000"/>
              </a:lnSpc>
            </a:pPr>
            <a:r>
              <a:t>Fragmentation gets worse</a:t>
            </a:r>
          </a:p>
          <a:p>
            <a:pPr lvl="1">
              <a:lnSpc>
                <a:spcPct val="80000"/>
              </a:lnSpc>
            </a:pPr>
            <a:r>
              <a:t>Ability to disentangle and react diminishes</a:t>
            </a:r>
          </a:p>
          <a:p>
            <a:pPr lvl="1">
              <a:lnSpc>
                <a:spcPct val="80000"/>
              </a:lnSpc>
            </a:pPr>
            <a:r>
              <a:t>If you buy this, today’s speakers have failed abjectly!</a:t>
            </a:r>
          </a:p>
          <a:p>
            <a:pPr lvl="0">
              <a:lnSpc>
                <a:spcPct val="80000"/>
              </a:lnSpc>
            </a:pPr>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70658"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Outsource</a:t>
            </a:r>
          </a:p>
        </p:txBody>
      </p:sp>
      <p:sp>
        <p:nvSpPr>
          <p:cNvPr id="70659"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lnSpc>
                <a:spcPct val="90000"/>
              </a:lnSpc>
            </a:pPr>
            <a:r>
              <a:rPr sz="2800" i="1"/>
              <a:t>Outside service provider handles IT services</a:t>
            </a:r>
            <a:endParaRPr sz="2800"/>
          </a:p>
          <a:p>
            <a:pPr lvl="0">
              <a:lnSpc>
                <a:spcPct val="90000"/>
              </a:lnSpc>
            </a:pPr>
            <a:r>
              <a:rPr sz="2800"/>
              <a:t>Benefits</a:t>
            </a:r>
            <a:endParaRPr sz="2800"/>
          </a:p>
          <a:p>
            <a:pPr lvl="1">
              <a:lnSpc>
                <a:spcPct val="90000"/>
              </a:lnSpc>
            </a:pPr>
            <a:r>
              <a:rPr sz="2400"/>
              <a:t>Provider assumes future-shock risks</a:t>
            </a:r>
            <a:endParaRPr sz="2400"/>
          </a:p>
          <a:p>
            <a:pPr lvl="1">
              <a:lnSpc>
                <a:spcPct val="90000"/>
              </a:lnSpc>
            </a:pPr>
            <a:r>
              <a:rPr sz="2400"/>
              <a:t>Establishes cost-for-service basis</a:t>
            </a:r>
            <a:endParaRPr sz="2400"/>
          </a:p>
          <a:p>
            <a:pPr lvl="1">
              <a:lnSpc>
                <a:spcPct val="90000"/>
              </a:lnSpc>
            </a:pPr>
            <a:r>
              <a:rPr sz="2400"/>
              <a:t>One direction for finger pointing</a:t>
            </a:r>
            <a:endParaRPr sz="2400"/>
          </a:p>
          <a:p>
            <a:pPr lvl="0">
              <a:lnSpc>
                <a:spcPct val="90000"/>
              </a:lnSpc>
            </a:pPr>
            <a:r>
              <a:rPr sz="2800"/>
              <a:t>Implications</a:t>
            </a:r>
            <a:endParaRPr sz="2800"/>
          </a:p>
          <a:p>
            <a:pPr lvl="1">
              <a:lnSpc>
                <a:spcPct val="90000"/>
              </a:lnSpc>
            </a:pPr>
            <a:r>
              <a:rPr sz="2400"/>
              <a:t>Will provider upgrade your technology base fast enough?</a:t>
            </a:r>
            <a:endParaRPr sz="2400"/>
          </a:p>
          <a:p>
            <a:pPr lvl="1">
              <a:lnSpc>
                <a:spcPct val="90000"/>
              </a:lnSpc>
            </a:pPr>
            <a:r>
              <a:rPr sz="2400"/>
              <a:t>What key IS skills will atrophy?</a:t>
            </a:r>
            <a:endParaRPr sz="2400"/>
          </a:p>
          <a:p>
            <a:pPr lvl="1">
              <a:lnSpc>
                <a:spcPct val="90000"/>
              </a:lnSpc>
            </a:pPr>
            <a:r>
              <a:rPr sz="2400"/>
              <a:t>Best suited for targeted cost-benefits (e.g., telecomm, “out-tasking”)</a:t>
            </a:r>
            <a:endParaRPr sz="2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72708"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Standards-based Infrastructure</a:t>
            </a:r>
          </a:p>
        </p:txBody>
      </p:sp>
      <p:sp>
        <p:nvSpPr>
          <p:cNvPr id="72709"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lnSpc>
                <a:spcPct val="90000"/>
              </a:lnSpc>
            </a:pPr>
            <a:r>
              <a:rPr sz="2800" i="1"/>
              <a:t>Using industry standards, create an approved set of hardware, software, and networking technologies</a:t>
            </a:r>
            <a:endParaRPr sz="2800" i="1"/>
          </a:p>
          <a:p>
            <a:pPr lvl="0">
              <a:lnSpc>
                <a:spcPct val="90000"/>
              </a:lnSpc>
            </a:pPr>
            <a:r>
              <a:rPr sz="2800"/>
              <a:t>Benefits</a:t>
            </a:r>
            <a:endParaRPr sz="2800"/>
          </a:p>
          <a:p>
            <a:pPr lvl="1">
              <a:lnSpc>
                <a:spcPct val="90000"/>
              </a:lnSpc>
            </a:pPr>
            <a:r>
              <a:rPr sz="2400"/>
              <a:t>Interoperability yields easier systems integration</a:t>
            </a:r>
            <a:endParaRPr sz="2400"/>
          </a:p>
          <a:p>
            <a:pPr lvl="1">
              <a:lnSpc>
                <a:spcPct val="90000"/>
              </a:lnSpc>
            </a:pPr>
            <a:r>
              <a:rPr sz="2400"/>
              <a:t>Less vendor technology lock-in</a:t>
            </a:r>
            <a:endParaRPr sz="2400"/>
          </a:p>
          <a:p>
            <a:pPr lvl="0">
              <a:lnSpc>
                <a:spcPct val="90000"/>
              </a:lnSpc>
            </a:pPr>
            <a:r>
              <a:rPr sz="2800"/>
              <a:t>Implications</a:t>
            </a:r>
            <a:endParaRPr sz="2800"/>
          </a:p>
          <a:p>
            <a:pPr lvl="1">
              <a:lnSpc>
                <a:spcPct val="90000"/>
              </a:lnSpc>
            </a:pPr>
            <a:r>
              <a:rPr sz="2400"/>
              <a:t>Standards come slower; often are incomplete; always behind leading edge</a:t>
            </a:r>
            <a:endParaRPr sz="2400"/>
          </a:p>
          <a:p>
            <a:pPr lvl="1">
              <a:lnSpc>
                <a:spcPct val="90000"/>
              </a:lnSpc>
            </a:pPr>
            <a:r>
              <a:rPr sz="2400"/>
              <a:t>Do not always provide the optimal solution</a:t>
            </a:r>
            <a:endParaRPr sz="2400"/>
          </a:p>
          <a:p>
            <a:pPr lvl="1">
              <a:lnSpc>
                <a:spcPct val="90000"/>
              </a:lnSpc>
            </a:pPr>
            <a:r>
              <a:rPr sz="2400"/>
              <a:t>IS still has to build/integrate on standard platforms</a:t>
            </a:r>
            <a:endParaRPr sz="2400"/>
          </a:p>
          <a:p>
            <a:pPr lvl="1">
              <a:lnSpc>
                <a:spcPct val="90000"/>
              </a:lnSpc>
            </a:pPr>
            <a:endParaRPr sz="2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74754"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Architecture</a:t>
            </a:r>
          </a:p>
        </p:txBody>
      </p:sp>
      <p:sp>
        <p:nvSpPr>
          <p:cNvPr id="74755"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lnSpc>
                <a:spcPct val="80000"/>
              </a:lnSpc>
            </a:pPr>
            <a:r>
              <a:rPr sz="2800" i="1"/>
              <a:t>Choose the key technologies for an architecture, then the best-of-breed products to implement it</a:t>
            </a:r>
            <a:endParaRPr sz="2800"/>
          </a:p>
          <a:p>
            <a:pPr lvl="0">
              <a:lnSpc>
                <a:spcPct val="80000"/>
              </a:lnSpc>
            </a:pPr>
            <a:r>
              <a:rPr sz="2800"/>
              <a:t>Benefits</a:t>
            </a:r>
            <a:endParaRPr sz="2800"/>
          </a:p>
          <a:p>
            <a:pPr lvl="1">
              <a:lnSpc>
                <a:spcPct val="80000"/>
              </a:lnSpc>
            </a:pPr>
            <a:r>
              <a:rPr sz="2400"/>
              <a:t>Architecture fits your enterprise’s requirements (No “one size fits all” solution)</a:t>
            </a:r>
            <a:endParaRPr sz="2400"/>
          </a:p>
          <a:p>
            <a:pPr lvl="1">
              <a:lnSpc>
                <a:spcPct val="80000"/>
              </a:lnSpc>
            </a:pPr>
            <a:r>
              <a:rPr sz="2400"/>
              <a:t>Best-of-breed products can change over time while preserving the investment in the architecture</a:t>
            </a:r>
            <a:endParaRPr sz="2400"/>
          </a:p>
          <a:p>
            <a:pPr lvl="0">
              <a:lnSpc>
                <a:spcPct val="80000"/>
              </a:lnSpc>
            </a:pPr>
            <a:r>
              <a:rPr sz="2800"/>
              <a:t>Implications</a:t>
            </a:r>
            <a:endParaRPr sz="2800"/>
          </a:p>
          <a:p>
            <a:pPr lvl="1">
              <a:lnSpc>
                <a:spcPct val="80000"/>
              </a:lnSpc>
            </a:pPr>
            <a:r>
              <a:rPr sz="2400"/>
              <a:t>Requires intense discipline to avoid “exceptions”</a:t>
            </a:r>
            <a:endParaRPr sz="2400"/>
          </a:p>
          <a:p>
            <a:pPr lvl="1">
              <a:lnSpc>
                <a:spcPct val="80000"/>
              </a:lnSpc>
            </a:pPr>
            <a:r>
              <a:rPr sz="2400"/>
              <a:t>What is best for the enterprise may not be best for the line-of-business system buyer</a:t>
            </a:r>
            <a:endParaRPr sz="2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76802"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Vendor-based</a:t>
            </a:r>
          </a:p>
        </p:txBody>
      </p:sp>
      <p:sp>
        <p:nvSpPr>
          <p:cNvPr id="76803"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lnSpc>
                <a:spcPct val="90000"/>
              </a:lnSpc>
            </a:pPr>
            <a:r>
              <a:rPr sz="2800" i="1"/>
              <a:t>Choose a vendor’s solutions and build on those</a:t>
            </a:r>
            <a:endParaRPr sz="2800"/>
          </a:p>
          <a:p>
            <a:pPr lvl="0">
              <a:lnSpc>
                <a:spcPct val="90000"/>
              </a:lnSpc>
            </a:pPr>
            <a:r>
              <a:rPr sz="2800"/>
              <a:t>Benefits</a:t>
            </a:r>
            <a:endParaRPr sz="2800"/>
          </a:p>
          <a:p>
            <a:pPr lvl="1">
              <a:lnSpc>
                <a:spcPct val="90000"/>
              </a:lnSpc>
            </a:pPr>
            <a:r>
              <a:rPr sz="2400"/>
              <a:t>Vendor endures the technology shocks</a:t>
            </a:r>
            <a:endParaRPr sz="2400"/>
          </a:p>
          <a:p>
            <a:pPr lvl="1">
              <a:lnSpc>
                <a:spcPct val="90000"/>
              </a:lnSpc>
            </a:pPr>
            <a:r>
              <a:rPr sz="2400"/>
              <a:t>Focused on rolling out leading-edge solutions</a:t>
            </a:r>
            <a:endParaRPr sz="2400"/>
          </a:p>
          <a:p>
            <a:pPr lvl="1">
              <a:lnSpc>
                <a:spcPct val="90000"/>
              </a:lnSpc>
            </a:pPr>
            <a:r>
              <a:rPr sz="2400"/>
              <a:t>Some supply value-added technology integration</a:t>
            </a:r>
            <a:endParaRPr sz="2400"/>
          </a:p>
          <a:p>
            <a:pPr lvl="0">
              <a:lnSpc>
                <a:spcPct val="90000"/>
              </a:lnSpc>
            </a:pPr>
            <a:r>
              <a:rPr sz="2800"/>
              <a:t>Implications</a:t>
            </a:r>
            <a:endParaRPr sz="2800"/>
          </a:p>
          <a:p>
            <a:pPr lvl="1">
              <a:lnSpc>
                <a:spcPct val="90000"/>
              </a:lnSpc>
            </a:pPr>
            <a:r>
              <a:rPr sz="2400"/>
              <a:t>No </a:t>
            </a:r>
            <a:r>
              <a:rPr sz="2400" i="1"/>
              <a:t>single</a:t>
            </a:r>
            <a:r>
              <a:rPr sz="2400"/>
              <a:t> vendor can supply all the infrastructure</a:t>
            </a:r>
            <a:endParaRPr sz="2400"/>
          </a:p>
          <a:p>
            <a:pPr lvl="1">
              <a:lnSpc>
                <a:spcPct val="90000"/>
              </a:lnSpc>
            </a:pPr>
            <a:r>
              <a:rPr sz="2400"/>
              <a:t>If the vendor fails, so do you</a:t>
            </a:r>
            <a:endParaRPr sz="2400"/>
          </a:p>
          <a:p>
            <a:pPr lvl="1">
              <a:lnSpc>
                <a:spcPct val="90000"/>
              </a:lnSpc>
            </a:pPr>
            <a:r>
              <a:rPr sz="2400"/>
              <a:t>At the mercy of the vendor’s technology curve</a:t>
            </a:r>
            <a:endParaRPr sz="2400"/>
          </a:p>
          <a:p>
            <a:pPr lvl="1">
              <a:lnSpc>
                <a:spcPct val="90000"/>
              </a:lnSpc>
            </a:pPr>
            <a:r>
              <a:rPr sz="2400"/>
              <a:t>Nevertheless, an attractive choice</a:t>
            </a:r>
            <a:endParaRPr sz="2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78850" name=""/>
          <p:cNvSpPr/>
          <p:nvPr>
            <p:ph type="title"/>
          </p:nvPr>
        </p:nvSpPr>
        <p:spPr>
          <a:xfrm>
            <a:off x="539750" y="184150"/>
            <a:ext cx="8156575" cy="1279525"/>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Aberdeen’s Rating of</a:t>
            </a:r>
            <a:br/>
            <a:r>
              <a:t>Management Options</a:t>
            </a:r>
          </a:p>
        </p:txBody>
      </p:sp>
      <p:sp>
        <p:nvSpPr>
          <p:cNvPr id="78851" name=""/>
          <p:cNvSpPr/>
          <p:nvPr>
            <p:ph type="body" sz="half" idx="1"/>
          </p:nvPr>
        </p:nvSpPr>
        <p:spPr>
          <a:xfrm>
            <a:off x="304800" y="1524000"/>
            <a:ext cx="4002088"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28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400" b="0" i="0" u="none" baseline="0">
                <a:solidFill>
                  <a:schemeClr val="tx1"/>
                </a:solidFill>
                <a:effectLst/>
                <a:latin typeface="Arial" pitchFamily="34" charset="0"/>
              </a:defRPr>
            </a:lvl5pPr>
          </a:lstStyle>
          <a:p>
            <a:pPr lvl="0">
              <a:lnSpc>
                <a:spcPct val="90000"/>
              </a:lnSpc>
            </a:pPr>
            <a:r>
              <a:rPr sz="2400"/>
              <a:t>Do nothing</a:t>
            </a:r>
            <a:br>
              <a:rPr sz="2400"/>
            </a:br>
            <a:endParaRPr sz="2400"/>
          </a:p>
          <a:p>
            <a:pPr lvl="0">
              <a:lnSpc>
                <a:spcPct val="90000"/>
              </a:lnSpc>
            </a:pPr>
            <a:r>
              <a:rPr sz="2400"/>
              <a:t>Outsource</a:t>
            </a:r>
            <a:br>
              <a:rPr sz="2400"/>
            </a:br>
            <a:endParaRPr sz="2400"/>
          </a:p>
          <a:p>
            <a:pPr lvl="0">
              <a:lnSpc>
                <a:spcPct val="90000"/>
              </a:lnSpc>
            </a:pPr>
            <a:endParaRPr sz="2400"/>
          </a:p>
          <a:p>
            <a:pPr lvl="0">
              <a:lnSpc>
                <a:spcPct val="90000"/>
              </a:lnSpc>
            </a:pPr>
            <a:r>
              <a:rPr sz="2400"/>
              <a:t>Standards-based</a:t>
            </a:r>
            <a:endParaRPr sz="2400"/>
          </a:p>
          <a:p>
            <a:pPr lvl="0">
              <a:lnSpc>
                <a:spcPct val="90000"/>
              </a:lnSpc>
            </a:pPr>
            <a:endParaRPr sz="2400"/>
          </a:p>
          <a:p>
            <a:pPr lvl="0">
              <a:lnSpc>
                <a:spcPct val="90000"/>
              </a:lnSpc>
            </a:pPr>
            <a:r>
              <a:rPr sz="2400"/>
              <a:t>Architecture</a:t>
            </a:r>
            <a:br>
              <a:rPr sz="2400"/>
            </a:br>
            <a:endParaRPr sz="2400"/>
          </a:p>
          <a:p>
            <a:pPr lvl="0">
              <a:lnSpc>
                <a:spcPct val="90000"/>
              </a:lnSpc>
            </a:pPr>
            <a:endParaRPr sz="2400"/>
          </a:p>
          <a:p>
            <a:pPr lvl="0">
              <a:lnSpc>
                <a:spcPct val="90000"/>
              </a:lnSpc>
            </a:pPr>
            <a:r>
              <a:rPr sz="2400"/>
              <a:t>Vendor-based</a:t>
            </a:r>
            <a:br>
              <a:rPr sz="2400"/>
            </a:br>
            <a:endParaRPr sz="2400"/>
          </a:p>
        </p:txBody>
      </p:sp>
      <p:sp>
        <p:nvSpPr>
          <p:cNvPr id="78852" name=""/>
          <p:cNvSpPr/>
          <p:nvPr>
            <p:ph type="body" sz="half" idx="1"/>
          </p:nvPr>
        </p:nvSpPr>
        <p:spPr>
          <a:xfrm>
            <a:off x="4114800" y="1492250"/>
            <a:ext cx="5121275"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28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4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4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400" b="0" i="0" u="none" baseline="0">
                <a:solidFill>
                  <a:schemeClr val="tx1"/>
                </a:solidFill>
                <a:effectLst/>
                <a:latin typeface="Arial" pitchFamily="34" charset="0"/>
              </a:defRPr>
            </a:lvl5pPr>
          </a:lstStyle>
          <a:p>
            <a:pPr lvl="0">
              <a:lnSpc>
                <a:spcPct val="90000"/>
              </a:lnSpc>
              <a:buFont typeface="Monotype Sorts" pitchFamily="2" charset="2"/>
            </a:pPr>
            <a:r>
              <a:rPr sz="2400"/>
              <a:t>Bad idea</a:t>
            </a:r>
            <a:endParaRPr sz="2400"/>
          </a:p>
          <a:p>
            <a:pPr lvl="0">
              <a:lnSpc>
                <a:spcPct val="75000"/>
              </a:lnSpc>
              <a:buFont typeface="Monotype Sorts" pitchFamily="2" charset="2"/>
            </a:pPr>
            <a:endParaRPr sz="2400"/>
          </a:p>
          <a:p>
            <a:pPr lvl="0">
              <a:lnSpc>
                <a:spcPct val="90000"/>
              </a:lnSpc>
              <a:buFont typeface="Monotype Sorts" pitchFamily="2" charset="2"/>
            </a:pPr>
            <a:r>
              <a:rPr sz="2400"/>
              <a:t>Parts, yes.  The whole, never.  Staff, never.</a:t>
            </a:r>
            <a:endParaRPr sz="2400"/>
          </a:p>
          <a:p>
            <a:pPr lvl="0">
              <a:lnSpc>
                <a:spcPct val="90000"/>
              </a:lnSpc>
              <a:buFont typeface="Monotype Sorts" pitchFamily="2" charset="2"/>
            </a:pPr>
            <a:endParaRPr sz="2400"/>
          </a:p>
          <a:p>
            <a:pPr lvl="0">
              <a:lnSpc>
                <a:spcPct val="90000"/>
              </a:lnSpc>
              <a:buFont typeface="Monotype Sorts" pitchFamily="2" charset="2"/>
            </a:pPr>
            <a:r>
              <a:rPr sz="2400"/>
              <a:t>Remember DCE, DME &amp; OSI?</a:t>
            </a:r>
            <a:endParaRPr sz="2400"/>
          </a:p>
          <a:p>
            <a:pPr lvl="0">
              <a:lnSpc>
                <a:spcPct val="90000"/>
              </a:lnSpc>
              <a:buFont typeface="Monotype Sorts" pitchFamily="2" charset="2"/>
            </a:pPr>
            <a:endParaRPr sz="2400"/>
          </a:p>
          <a:p>
            <a:pPr lvl="0">
              <a:lnSpc>
                <a:spcPct val="90000"/>
              </a:lnSpc>
              <a:buFont typeface="Monotype Sorts" pitchFamily="2" charset="2"/>
            </a:pPr>
            <a:r>
              <a:rPr sz="2400"/>
              <a:t>Good idea.  Works best with strong central IS.</a:t>
            </a:r>
            <a:endParaRPr sz="2400"/>
          </a:p>
          <a:p>
            <a:pPr lvl="0">
              <a:lnSpc>
                <a:spcPct val="90000"/>
              </a:lnSpc>
              <a:buFont typeface="Monotype Sorts" pitchFamily="2" charset="2"/>
            </a:pPr>
            <a:endParaRPr sz="2400"/>
          </a:p>
          <a:p>
            <a:pPr lvl="0">
              <a:lnSpc>
                <a:spcPct val="90000"/>
              </a:lnSpc>
              <a:buFont typeface="Monotype Sorts" pitchFamily="2" charset="2"/>
            </a:pPr>
            <a:r>
              <a:rPr sz="2400"/>
              <a:t>Good idea.  Requires excellent relationship and basis for trust.</a:t>
            </a:r>
            <a:br>
              <a:rPr sz="2400"/>
            </a:br>
            <a:endParaRPr sz="2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80898"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Aberdeen’s Conclusions</a:t>
            </a:r>
          </a:p>
        </p:txBody>
      </p:sp>
      <p:sp>
        <p:nvSpPr>
          <p:cNvPr id="80899" name=""/>
          <p:cNvSpPr/>
          <p:nvPr>
            <p:ph type="body" idx="1"/>
          </p:nvPr>
        </p:nvSpPr>
        <p:spPr>
          <a:xfrm>
            <a:off x="550863" y="1492250"/>
            <a:ext cx="8154987" cy="4340225"/>
          </a:xfrm>
          <a:noFill/>
          <a:ln>
            <a:miter lim="800000"/>
          </a:ln>
        </p:spPr>
        <p:txBody>
          <a:bodyPr/>
          <a:lstStyle>
            <a:lvl1pPr marL="342900" indent="-342900" algn="l" defTabSz="914400" rtl="0" eaLnBrk="0" fontAlgn="base" hangingPunct="0">
              <a:lnSpc>
                <a:spcPct val="120000"/>
              </a:lnSpc>
              <a:spcBef>
                <a:spcPct val="20000"/>
              </a:spcBef>
              <a:spcAft>
                <a:spcPct val="0"/>
              </a:spcAft>
              <a:buClrTx/>
              <a:buSzTx/>
              <a:buFont typeface="Wingdings" pitchFamily="2" charset="2"/>
              <a:buChar char="§"/>
              <a:defRPr kumimoji="0" lang="en-US" altLang="en-US" sz="3200" b="0" i="0" u="none" baseline="0">
                <a:solidFill>
                  <a:schemeClr val="tx1"/>
                </a:solidFill>
                <a:effectLst/>
                <a:latin typeface="Arial" pitchFamily="34" charset="0"/>
              </a:defRPr>
            </a:lvl1pPr>
            <a:lvl2pPr marL="742950" indent="-28575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2pPr>
            <a:lvl3pPr marL="11430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3pPr>
            <a:lvl4pPr marL="1600200" indent="-228600" algn="l" defTabSz="914400" rtl="0" eaLnBrk="0" fontAlgn="base" hangingPunct="0">
              <a:lnSpc>
                <a:spcPct val="120000"/>
              </a:lnSpc>
              <a:spcBef>
                <a:spcPct val="20000"/>
              </a:spcBef>
              <a:spcAft>
                <a:spcPct val="0"/>
              </a:spcAft>
              <a:buClrTx/>
              <a:buSzTx/>
              <a:buFontTx/>
              <a:buChar char="–"/>
              <a:defRPr kumimoji="0" lang="en-US" altLang="en-US" sz="2800" b="0" i="0" u="none" baseline="0">
                <a:solidFill>
                  <a:schemeClr val="tx1"/>
                </a:solidFill>
                <a:effectLst/>
                <a:latin typeface="Arial" pitchFamily="34" charset="0"/>
              </a:defRPr>
            </a:lvl4pPr>
            <a:lvl5pPr marL="2057400" indent="-228600" algn="l" defTabSz="914400" rtl="0" eaLnBrk="0" fontAlgn="base" hangingPunct="0">
              <a:lnSpc>
                <a:spcPct val="120000"/>
              </a:lnSpc>
              <a:spcBef>
                <a:spcPct val="20000"/>
              </a:spcBef>
              <a:spcAft>
                <a:spcPct val="0"/>
              </a:spcAft>
              <a:buClrTx/>
              <a:buSzTx/>
              <a:buFont typeface="Wingdings" pitchFamily="2" charset="2"/>
              <a:buChar char="ü"/>
              <a:defRPr kumimoji="0" lang="en-US" altLang="en-US" sz="2800" b="0" i="0" u="none" baseline="0">
                <a:solidFill>
                  <a:schemeClr val="tx1"/>
                </a:solidFill>
                <a:effectLst/>
                <a:latin typeface="Arial" pitchFamily="34" charset="0"/>
              </a:defRPr>
            </a:lvl5pPr>
          </a:lstStyle>
          <a:p>
            <a:pPr lvl="0">
              <a:lnSpc>
                <a:spcPct val="110000"/>
              </a:lnSpc>
            </a:pPr>
            <a:r>
              <a:rPr sz="2800"/>
              <a:t>IT-driven business is the wave of the present</a:t>
            </a:r>
            <a:endParaRPr sz="2800"/>
          </a:p>
          <a:p>
            <a:pPr lvl="0">
              <a:lnSpc>
                <a:spcPct val="110000"/>
              </a:lnSpc>
            </a:pPr>
            <a:r>
              <a:rPr sz="2800"/>
              <a:t>Information technology is exploding --  threatening to fragment IS development, operations, and networks into unmanageable pieces</a:t>
            </a:r>
            <a:endParaRPr sz="2800"/>
          </a:p>
          <a:p>
            <a:pPr lvl="0">
              <a:lnSpc>
                <a:spcPct val="110000"/>
              </a:lnSpc>
            </a:pPr>
            <a:r>
              <a:rPr sz="2800"/>
              <a:t>An </a:t>
            </a:r>
            <a:r>
              <a:rPr sz="2800"/>
              <a:t>architected</a:t>
            </a:r>
            <a:r>
              <a:rPr sz="2800"/>
              <a:t>, vendor-backed </a:t>
            </a:r>
            <a:r>
              <a:rPr sz="2800" i="1"/>
              <a:t>common</a:t>
            </a:r>
            <a:r>
              <a:rPr sz="2800"/>
              <a:t> infrastructure yields the greatest benefits</a:t>
            </a:r>
            <a:endParaRPr sz="2800"/>
          </a:p>
          <a:p>
            <a:pPr lvl="1">
              <a:lnSpc>
                <a:spcPct val="110000"/>
              </a:lnSpc>
            </a:pPr>
            <a:r>
              <a:rPr sz="2400"/>
              <a:t>Must support both information and enterprise management needs</a:t>
            </a:r>
            <a:endParaRPr sz="2400"/>
          </a:p>
        </p:txBody>
      </p:sp>
    </p:spTree>
  </p:cSld>
  <p:clrMapOvr>
    <a:masterClrMapping/>
  </p:clrMapOvr>
  <mc:AlternateContent>
    <mc:Choice xmlns:p14="http://schemas.microsoft.com/office/powerpoint/2010/main" Requires="p14">
      <p:transition spd="slow" p14:dur="700">
        <p:fade thruBlk="1"/>
      </p:transition>
    </mc:Choice>
    <mc:Fallback>
      <p:transition spd="slow">
        <p:fade thruBlk="1"/>
      </p:transition>
    </mc:Fallback>
  </mc:AlternateConten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5602"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Questions &amp; Answers</a:t>
            </a:r>
          </a:p>
        </p:txBody>
      </p:sp>
      <p:sp>
        <p:nvSpPr>
          <p:cNvPr id="25603" name=""/>
          <p:cNvSpPr/>
          <p:nvPr/>
        </p:nvSpPr>
        <p:spPr>
          <a:xfrm>
            <a:off x="2903538" y="974725"/>
            <a:ext cx="3343275" cy="6202363"/>
          </a:xfrm>
          <a:prstGeom prst="rect">
            <a:avLst/>
          </a:prstGeom>
          <a:noFill/>
          <a:ln>
            <a:noFill/>
            <a:miter lim="800000"/>
          </a:ln>
          <a:effectLst>
            <a:outerShdw dist="35921" dir="2700000" algn="ctr">
              <a:srgbClr val="808080"/>
            </a:outerShdw>
          </a:effectLst>
        </p:spPr>
        <p:txBody>
          <a:bodyPr lIns="0" tIns="0" rIns="0" bIns="0" anchor="t" anchorCtr="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lvl="0" algn="ctr"/>
            <a:endParaRPr sz="40700" b="1">
              <a:latin typeface="Arial Black" pitchFamily="34" charset="0"/>
            </a:endParaRPr>
          </a:p>
        </p:txBody>
      </p:sp>
      <p:pic>
        <p:nvPicPr>
          <p:cNvPr id="25604" name=""/>
          <p:cNvPicPr/>
          <p:nvPr/>
        </p:nvPicPr>
        <p:blipFill>
          <a:blip r:embed="rId3"/>
          <a:stretch>
            <a:fillRect/>
          </a:stretch>
        </p:blipFill>
        <p:spPr>
          <a:xfrm>
            <a:off x="1371600" y="1219200"/>
            <a:ext cx="7467600" cy="4999038"/>
          </a:xfrm>
          <a:prstGeom prst="rect">
            <a:avLst/>
          </a:prstGeom>
          <a:noFill/>
          <a:ln>
            <a:noFill/>
            <a:miter lim="800000"/>
          </a:ln>
          <a:effectLst/>
        </p:spPr>
      </p:pic>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pic>
        <p:nvPicPr>
          <p:cNvPr id="21509" name=""/>
          <p:cNvPicPr>
            <a:picLocks noChangeAspect="1"/>
          </p:cNvPicPr>
          <p:nvPr/>
        </p:nvPicPr>
        <p:blipFill>
          <a:blip r:embed="rId4" r:link="rId3"/>
          <a:stretch>
            <a:fillRect/>
          </a:stretch>
        </p:blipFill>
        <p:spPr>
          <a:xfrm>
            <a:off x="6786563" y="2144713"/>
            <a:ext cx="2184400" cy="3756025"/>
          </a:xfrm>
          <a:prstGeom prst="rect">
            <a:avLst/>
          </a:prstGeom>
          <a:noFill/>
          <a:ln w="3175">
            <a:solidFill>
              <a:schemeClr val="tx1"/>
            </a:solidFill>
            <a:miter lim="800000"/>
          </a:ln>
        </p:spPr>
      </p:pic>
      <p:cxnSp>
        <p:nvCxnSpPr>
          <p:cNvPr id="21510" name=""/>
          <p:cNvCxnSpPr/>
          <p:nvPr/>
        </p:nvCxnSpPr>
        <p:spPr>
          <a:xfrm rot="10800000">
            <a:off x="1724025" y="3494088"/>
            <a:ext cx="5457825" cy="792162"/>
          </a:xfrm>
          <a:prstGeom prst="curvedConnector2">
            <a:avLst/>
          </a:prstGeom>
          <a:noFill/>
          <a:ln w="50800">
            <a:solidFill>
              <a:schemeClr val="tx1"/>
            </a:solidFill>
            <a:miter lim="800000"/>
            <a:tailEnd type="stealth" w="lg" len="lg"/>
          </a:ln>
          <a:effectLst/>
        </p:spPr>
      </p:cxnSp>
      <p:sp>
        <p:nvSpPr>
          <p:cNvPr id="21511" name=""/>
          <p:cNvSpPr/>
          <p:nvPr/>
        </p:nvSpPr>
        <p:spPr>
          <a:xfrm>
            <a:off x="547688" y="4699000"/>
            <a:ext cx="6226175" cy="1057275"/>
          </a:xfrm>
          <a:prstGeom prst="rect">
            <a:avLst/>
          </a:prstGeom>
          <a:noFill/>
          <a:ln w="12700">
            <a:noFill/>
            <a:miter lim="800000"/>
          </a:ln>
          <a:effectLst/>
        </p:spPr>
        <p:txBody>
          <a:bodyPr lIns="82415" tIns="41207" rIns="82415" bIns="41207">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algn="ctr" defTabSz="823912" eaLnBrk="1" hangingPunct="1"/>
            <a:r>
              <a:rPr sz="3200" b="1">
                <a:latin typeface="Arial" pitchFamily="34" charset="0"/>
              </a:rPr>
              <a:t>... place it in the basket at the back of the room.</a:t>
            </a:r>
            <a:endParaRPr sz="3200" b="1">
              <a:latin typeface="Arial" pitchFamily="34" charset="0"/>
            </a:endParaRPr>
          </a:p>
        </p:txBody>
      </p:sp>
      <p:sp>
        <p:nvSpPr>
          <p:cNvPr id="21512" name=""/>
          <p:cNvSpPr/>
          <p:nvPr/>
        </p:nvSpPr>
        <p:spPr>
          <a:xfrm>
            <a:off x="3000375" y="2874963"/>
            <a:ext cx="4692650" cy="1057275"/>
          </a:xfrm>
          <a:prstGeom prst="rect">
            <a:avLst/>
          </a:prstGeom>
          <a:noFill/>
          <a:ln w="12700">
            <a:noFill/>
            <a:miter lim="800000"/>
          </a:ln>
          <a:effectLst/>
        </p:spPr>
        <p:txBody>
          <a:bodyPr lIns="82415" tIns="41207" rIns="82415" bIns="41207">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0" i="0" u="none" baseline="0">
                <a:solidFill>
                  <a:schemeClr val="tx1"/>
                </a:solidFill>
                <a:effectLst/>
                <a:latin typeface="Times New Roman" pitchFamily="18" charset="0"/>
              </a:defRPr>
            </a:lvl5pPr>
          </a:lstStyle>
          <a:p>
            <a:pPr marL="0" lvl="0" indent="0" defTabSz="823912" eaLnBrk="1" hangingPunct="1"/>
            <a:r>
              <a:rPr sz="3200" b="1">
                <a:latin typeface="Arial" pitchFamily="34" charset="0"/>
              </a:rPr>
              <a:t>After completing </a:t>
            </a:r>
            <a:br>
              <a:rPr sz="3200" b="1">
                <a:latin typeface="Arial" pitchFamily="34" charset="0"/>
              </a:rPr>
            </a:br>
            <a:r>
              <a:rPr sz="3200" b="1">
                <a:latin typeface="Arial" pitchFamily="34" charset="0"/>
              </a:rPr>
              <a:t>your evaluation ...</a:t>
            </a:r>
            <a:endParaRPr sz="3200" b="1">
              <a:latin typeface="Arial" pitchFamily="34" charset="0"/>
            </a:endParaRPr>
          </a:p>
        </p:txBody>
      </p:sp>
      <p:sp>
        <p:nvSpPr>
          <p:cNvPr id="21536"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Session Evaluation Form</a:t>
            </a:r>
          </a:p>
        </p:txBody>
      </p:sp>
      <p:pic>
        <p:nvPicPr>
          <p:cNvPr id="21539" name=""/>
          <p:cNvPicPr>
            <a:picLocks noChangeAspect="1"/>
          </p:cNvPicPr>
          <p:nvPr/>
        </p:nvPicPr>
        <p:blipFill>
          <a:blip r:embed="rId6" r:link="rId5"/>
          <a:stretch>
            <a:fillRect/>
          </a:stretch>
        </p:blipFill>
        <p:spPr>
          <a:xfrm>
            <a:off x="606425" y="1581150"/>
            <a:ext cx="2319338" cy="1903413"/>
          </a:xfrm>
          <a:prstGeom prst="rect">
            <a:avLst/>
          </a:prstGeom>
          <a:noFill/>
          <a:ln>
            <a:miter lim="800000"/>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dur="500" fill="hold" grpId="0" nodeType="clickEffect">
                                  <p:stCondLst>
                                    <p:cond delay="0"/>
                                  </p:stCondLst>
                                  <p:childTnLst>
                                    <p:set>
                                      <p:cBhvr>
                                        <p:cTn id="6" dur="1" fill="hold">
                                          <p:stCondLst>
                                            <p:cond delay="0"/>
                                          </p:stCondLst>
                                        </p:cTn>
                                        <p:tgtEl>
                                          <p:spTgt spid="21512"/>
                                        </p:tgtEl>
                                        <p:attrNameLst>
                                          <p:attrName>style.visibility</p:attrName>
                                        </p:attrNameLst>
                                      </p:cBhvr>
                                      <p:to>
                                        <p:strVal val="visible"/>
                                      </p:to>
                                    </p:set>
                                    <p:animEffect transition="in" filter="wipe(left)">
                                      <p:cBhvr>
                                        <p:cTn id="7" dur="500"/>
                                        <p:tgtEl>
                                          <p:spTgt spid="2151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1" dur="500" fill="hold" grpId="1" nodeType="clickEffect">
                                  <p:stCondLst>
                                    <p:cond delay="0"/>
                                  </p:stCondLst>
                                  <p:childTnLst>
                                    <p:set>
                                      <p:cBhvr>
                                        <p:cTn id="11" dur="1" fill="hold">
                                          <p:stCondLst>
                                            <p:cond delay="0"/>
                                          </p:stCondLst>
                                        </p:cTn>
                                        <p:tgtEl>
                                          <p:spTgt spid="21509"/>
                                        </p:tgtEl>
                                        <p:attrNameLst>
                                          <p:attrName>style.visibility</p:attrName>
                                        </p:attrNameLst>
                                      </p:cBhvr>
                                      <p:to>
                                        <p:strVal val="visible"/>
                                      </p:to>
                                    </p:set>
                                    <p:animEffect transition="in" filter="wipe(up)">
                                      <p:cBhvr>
                                        <p:cTn id="12" dur="500"/>
                                        <p:tgtEl>
                                          <p:spTgt spid="21509"/>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2" dur="500" fill="hold" grpId="2" nodeType="clickEffect">
                                  <p:stCondLst>
                                    <p:cond delay="0"/>
                                  </p:stCondLst>
                                  <p:childTnLst>
                                    <p:set>
                                      <p:cBhvr>
                                        <p:cTn id="16" dur="1" fill="hold">
                                          <p:stCondLst>
                                            <p:cond delay="0"/>
                                          </p:stCondLst>
                                        </p:cTn>
                                        <p:tgtEl>
                                          <p:spTgt spid="21510"/>
                                        </p:tgtEl>
                                        <p:attrNameLst>
                                          <p:attrName>style.visibility</p:attrName>
                                        </p:attrNameLst>
                                      </p:cBhvr>
                                      <p:to>
                                        <p:strVal val="visible"/>
                                      </p:to>
                                    </p:set>
                                    <p:animEffect transition="in" filter="wipe(right)">
                                      <p:cBhvr>
                                        <p:cTn id="17" dur="500"/>
                                        <p:tgtEl>
                                          <p:spTgt spid="21510"/>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1" dur="500" fill="hold" grpId="3" nodeType="clickEffect">
                                  <p:stCondLst>
                                    <p:cond delay="0"/>
                                  </p:stCondLst>
                                  <p:childTnLst>
                                    <p:set>
                                      <p:cBhvr>
                                        <p:cTn id="21" dur="1" fill="hold">
                                          <p:stCondLst>
                                            <p:cond delay="0"/>
                                          </p:stCondLst>
                                        </p:cTn>
                                        <p:tgtEl>
                                          <p:spTgt spid="21539"/>
                                        </p:tgtEl>
                                        <p:attrNameLst>
                                          <p:attrName>style.visibility</p:attrName>
                                        </p:attrNameLst>
                                      </p:cBhvr>
                                      <p:to>
                                        <p:strVal val="visible"/>
                                      </p:to>
                                    </p:set>
                                    <p:animEffect transition="in" filter="wipe(up)">
                                      <p:cBhvr>
                                        <p:cTn id="22" dur="500"/>
                                        <p:tgtEl>
                                          <p:spTgt spid="21539"/>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2" presetClass="entr" presetSubtype="8" dur="500" fill="hold" grpId="4" nodeType="clickEffect">
                                  <p:stCondLst>
                                    <p:cond delay="0"/>
                                  </p:stCondLst>
                                  <p:childTnLst>
                                    <p:set>
                                      <p:cBhvr>
                                        <p:cTn id="26" dur="1" fill="hold">
                                          <p:stCondLst>
                                            <p:cond delay="0"/>
                                          </p:stCondLst>
                                        </p:cTn>
                                        <p:tgtEl>
                                          <p:spTgt spid="21511"/>
                                        </p:tgtEl>
                                        <p:attrNameLst>
                                          <p:attrName>style.visibility</p:attrName>
                                        </p:attrNameLst>
                                      </p:cBhvr>
                                      <p:to>
                                        <p:strVal val="visible"/>
                                      </p:to>
                                    </p:set>
                                    <p:animEffect transition="in" filter="wipe(left)">
                                      <p:cBhvr>
                                        <p:cTn id="27" dur="500"/>
                                        <p:tgtEl>
                                          <p:spTgt spid="21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2" grpId="0" build="allAtOnce" animBg="1"/>
      <p:bldP spid="21509" grpId="1" build="allAtOnce" animBg="1"/>
      <p:bldP spid="21510" grpId="2" build="allAtOnce" animBg="1"/>
      <p:bldP spid="21539" grpId="3" build="allAtOnce" animBg="1"/>
      <p:bldP spid="21511" grpId="4" build="allAtOnce" animBg="1"/>
    </p:bldLst>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0483"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Notes</a:t>
            </a:r>
          </a:p>
        </p:txBody>
      </p:sp>
      <p:grpSp>
        <p:nvGrpSpPr>
          <p:cNvPr id="20484" name=""/>
          <p:cNvGrpSpPr/>
          <p:nvPr/>
        </p:nvGrpSpPr>
        <p:grpSpPr>
          <a:xfrm>
            <a:off x="0" y="2009775"/>
            <a:ext cx="4378325" cy="4144963"/>
            <a:chOff x="0" y="1296"/>
            <a:chExt cx="2112" cy="2880"/>
          </a:xfrm>
        </p:grpSpPr>
        <p:cxnSp>
          <p:nvCxnSpPr>
            <p:cNvPr id="20485" name=""/>
            <p:cNvCxnSpPr/>
            <p:nvPr/>
          </p:nvCxnSpPr>
          <p:spPr>
            <a:xfrm>
              <a:off x="0" y="1296"/>
              <a:ext cx="2112" cy="0"/>
            </a:xfrm>
            <a:prstGeom prst="line">
              <a:avLst/>
            </a:prstGeom>
            <a:noFill/>
            <a:ln w="12700">
              <a:solidFill>
                <a:prstClr val="black"/>
              </a:solidFill>
              <a:miter lim="800000"/>
            </a:ln>
            <a:effectLst/>
          </p:spPr>
        </p:cxnSp>
        <p:cxnSp>
          <p:nvCxnSpPr>
            <p:cNvPr id="20486" name=""/>
            <p:cNvCxnSpPr/>
            <p:nvPr/>
          </p:nvCxnSpPr>
          <p:spPr>
            <a:xfrm>
              <a:off x="0" y="1584"/>
              <a:ext cx="2112" cy="0"/>
            </a:xfrm>
            <a:prstGeom prst="line">
              <a:avLst/>
            </a:prstGeom>
            <a:noFill/>
            <a:ln w="12700">
              <a:solidFill>
                <a:prstClr val="black"/>
              </a:solidFill>
              <a:miter lim="800000"/>
            </a:ln>
            <a:effectLst/>
          </p:spPr>
        </p:cxnSp>
        <p:cxnSp>
          <p:nvCxnSpPr>
            <p:cNvPr id="20487" name=""/>
            <p:cNvCxnSpPr/>
            <p:nvPr/>
          </p:nvCxnSpPr>
          <p:spPr>
            <a:xfrm>
              <a:off x="0" y="1872"/>
              <a:ext cx="2112" cy="0"/>
            </a:xfrm>
            <a:prstGeom prst="line">
              <a:avLst/>
            </a:prstGeom>
            <a:noFill/>
            <a:ln w="12700">
              <a:solidFill>
                <a:prstClr val="black"/>
              </a:solidFill>
              <a:miter lim="800000"/>
            </a:ln>
            <a:effectLst/>
          </p:spPr>
        </p:cxnSp>
        <p:cxnSp>
          <p:nvCxnSpPr>
            <p:cNvPr id="20488" name=""/>
            <p:cNvCxnSpPr/>
            <p:nvPr/>
          </p:nvCxnSpPr>
          <p:spPr>
            <a:xfrm>
              <a:off x="0" y="2160"/>
              <a:ext cx="2112" cy="0"/>
            </a:xfrm>
            <a:prstGeom prst="line">
              <a:avLst/>
            </a:prstGeom>
            <a:noFill/>
            <a:ln w="12700">
              <a:solidFill>
                <a:prstClr val="black"/>
              </a:solidFill>
              <a:miter lim="800000"/>
            </a:ln>
            <a:effectLst/>
          </p:spPr>
        </p:cxnSp>
        <p:cxnSp>
          <p:nvCxnSpPr>
            <p:cNvPr id="20489" name=""/>
            <p:cNvCxnSpPr/>
            <p:nvPr/>
          </p:nvCxnSpPr>
          <p:spPr>
            <a:xfrm>
              <a:off x="0" y="2448"/>
              <a:ext cx="2112" cy="0"/>
            </a:xfrm>
            <a:prstGeom prst="line">
              <a:avLst/>
            </a:prstGeom>
            <a:noFill/>
            <a:ln w="12700">
              <a:solidFill>
                <a:prstClr val="black"/>
              </a:solidFill>
              <a:miter lim="800000"/>
            </a:ln>
            <a:effectLst/>
          </p:spPr>
        </p:cxnSp>
        <p:cxnSp>
          <p:nvCxnSpPr>
            <p:cNvPr id="20490" name=""/>
            <p:cNvCxnSpPr/>
            <p:nvPr/>
          </p:nvCxnSpPr>
          <p:spPr>
            <a:xfrm>
              <a:off x="0" y="2736"/>
              <a:ext cx="2112" cy="0"/>
            </a:xfrm>
            <a:prstGeom prst="line">
              <a:avLst/>
            </a:prstGeom>
            <a:noFill/>
            <a:ln w="12700">
              <a:solidFill>
                <a:prstClr val="black"/>
              </a:solidFill>
              <a:miter lim="800000"/>
            </a:ln>
            <a:effectLst/>
          </p:spPr>
        </p:cxnSp>
        <p:cxnSp>
          <p:nvCxnSpPr>
            <p:cNvPr id="20491" name=""/>
            <p:cNvCxnSpPr/>
            <p:nvPr/>
          </p:nvCxnSpPr>
          <p:spPr>
            <a:xfrm>
              <a:off x="0" y="3024"/>
              <a:ext cx="2112" cy="0"/>
            </a:xfrm>
            <a:prstGeom prst="line">
              <a:avLst/>
            </a:prstGeom>
            <a:noFill/>
            <a:ln w="12700">
              <a:solidFill>
                <a:prstClr val="black"/>
              </a:solidFill>
              <a:miter lim="800000"/>
            </a:ln>
            <a:effectLst/>
          </p:spPr>
        </p:cxnSp>
        <p:cxnSp>
          <p:nvCxnSpPr>
            <p:cNvPr id="20492" name=""/>
            <p:cNvCxnSpPr/>
            <p:nvPr/>
          </p:nvCxnSpPr>
          <p:spPr>
            <a:xfrm>
              <a:off x="0" y="3312"/>
              <a:ext cx="2112" cy="0"/>
            </a:xfrm>
            <a:prstGeom prst="line">
              <a:avLst/>
            </a:prstGeom>
            <a:noFill/>
            <a:ln w="12700">
              <a:solidFill>
                <a:prstClr val="black"/>
              </a:solidFill>
              <a:miter lim="800000"/>
            </a:ln>
            <a:effectLst/>
          </p:spPr>
        </p:cxnSp>
        <p:cxnSp>
          <p:nvCxnSpPr>
            <p:cNvPr id="20493" name=""/>
            <p:cNvCxnSpPr/>
            <p:nvPr/>
          </p:nvCxnSpPr>
          <p:spPr>
            <a:xfrm>
              <a:off x="0" y="3600"/>
              <a:ext cx="2112" cy="0"/>
            </a:xfrm>
            <a:prstGeom prst="line">
              <a:avLst/>
            </a:prstGeom>
            <a:noFill/>
            <a:ln w="12700">
              <a:solidFill>
                <a:prstClr val="black"/>
              </a:solidFill>
              <a:miter lim="800000"/>
            </a:ln>
            <a:effectLst/>
          </p:spPr>
        </p:cxnSp>
        <p:cxnSp>
          <p:nvCxnSpPr>
            <p:cNvPr id="20494" name=""/>
            <p:cNvCxnSpPr/>
            <p:nvPr/>
          </p:nvCxnSpPr>
          <p:spPr>
            <a:xfrm>
              <a:off x="0" y="3888"/>
              <a:ext cx="2112" cy="0"/>
            </a:xfrm>
            <a:prstGeom prst="line">
              <a:avLst/>
            </a:prstGeom>
            <a:noFill/>
            <a:ln w="12700">
              <a:solidFill>
                <a:prstClr val="black"/>
              </a:solidFill>
              <a:miter lim="800000"/>
            </a:ln>
            <a:effectLst/>
          </p:spPr>
        </p:cxnSp>
        <p:cxnSp>
          <p:nvCxnSpPr>
            <p:cNvPr id="20495" name=""/>
            <p:cNvCxnSpPr/>
            <p:nvPr/>
          </p:nvCxnSpPr>
          <p:spPr>
            <a:xfrm>
              <a:off x="0" y="4176"/>
              <a:ext cx="2112" cy="0"/>
            </a:xfrm>
            <a:prstGeom prst="line">
              <a:avLst/>
            </a:prstGeom>
            <a:noFill/>
            <a:ln w="12700">
              <a:solidFill>
                <a:prstClr val="black"/>
              </a:solidFill>
              <a:miter lim="800000"/>
            </a:ln>
            <a:effectLst/>
          </p:spPr>
        </p:cxnSp>
      </p:grpSp>
      <p:grpSp>
        <p:nvGrpSpPr>
          <p:cNvPr id="20496" name=""/>
          <p:cNvGrpSpPr/>
          <p:nvPr/>
        </p:nvGrpSpPr>
        <p:grpSpPr>
          <a:xfrm>
            <a:off x="4857750" y="2009775"/>
            <a:ext cx="4378325" cy="4144963"/>
            <a:chOff x="0" y="1296"/>
            <a:chExt cx="2112" cy="2880"/>
          </a:xfrm>
        </p:grpSpPr>
        <p:cxnSp>
          <p:nvCxnSpPr>
            <p:cNvPr id="20497" name=""/>
            <p:cNvCxnSpPr/>
            <p:nvPr/>
          </p:nvCxnSpPr>
          <p:spPr>
            <a:xfrm>
              <a:off x="0" y="1296"/>
              <a:ext cx="2112" cy="0"/>
            </a:xfrm>
            <a:prstGeom prst="line">
              <a:avLst/>
            </a:prstGeom>
            <a:noFill/>
            <a:ln w="12700">
              <a:solidFill>
                <a:prstClr val="black"/>
              </a:solidFill>
              <a:miter lim="800000"/>
            </a:ln>
            <a:effectLst/>
          </p:spPr>
        </p:cxnSp>
        <p:cxnSp>
          <p:nvCxnSpPr>
            <p:cNvPr id="20498" name=""/>
            <p:cNvCxnSpPr/>
            <p:nvPr/>
          </p:nvCxnSpPr>
          <p:spPr>
            <a:xfrm>
              <a:off x="0" y="1584"/>
              <a:ext cx="2112" cy="0"/>
            </a:xfrm>
            <a:prstGeom prst="line">
              <a:avLst/>
            </a:prstGeom>
            <a:noFill/>
            <a:ln w="12700">
              <a:solidFill>
                <a:prstClr val="black"/>
              </a:solidFill>
              <a:miter lim="800000"/>
            </a:ln>
            <a:effectLst/>
          </p:spPr>
        </p:cxnSp>
        <p:cxnSp>
          <p:nvCxnSpPr>
            <p:cNvPr id="20499" name=""/>
            <p:cNvCxnSpPr/>
            <p:nvPr/>
          </p:nvCxnSpPr>
          <p:spPr>
            <a:xfrm>
              <a:off x="0" y="1872"/>
              <a:ext cx="2112" cy="0"/>
            </a:xfrm>
            <a:prstGeom prst="line">
              <a:avLst/>
            </a:prstGeom>
            <a:noFill/>
            <a:ln w="12700">
              <a:solidFill>
                <a:prstClr val="black"/>
              </a:solidFill>
              <a:miter lim="800000"/>
            </a:ln>
            <a:effectLst/>
          </p:spPr>
        </p:cxnSp>
        <p:cxnSp>
          <p:nvCxnSpPr>
            <p:cNvPr id="20500" name=""/>
            <p:cNvCxnSpPr/>
            <p:nvPr/>
          </p:nvCxnSpPr>
          <p:spPr>
            <a:xfrm>
              <a:off x="0" y="2160"/>
              <a:ext cx="2112" cy="0"/>
            </a:xfrm>
            <a:prstGeom prst="line">
              <a:avLst/>
            </a:prstGeom>
            <a:noFill/>
            <a:ln w="12700">
              <a:solidFill>
                <a:prstClr val="black"/>
              </a:solidFill>
              <a:miter lim="800000"/>
            </a:ln>
            <a:effectLst/>
          </p:spPr>
        </p:cxnSp>
        <p:cxnSp>
          <p:nvCxnSpPr>
            <p:cNvPr id="20501" name=""/>
            <p:cNvCxnSpPr/>
            <p:nvPr/>
          </p:nvCxnSpPr>
          <p:spPr>
            <a:xfrm>
              <a:off x="0" y="2448"/>
              <a:ext cx="2112" cy="0"/>
            </a:xfrm>
            <a:prstGeom prst="line">
              <a:avLst/>
            </a:prstGeom>
            <a:noFill/>
            <a:ln w="12700">
              <a:solidFill>
                <a:prstClr val="black"/>
              </a:solidFill>
              <a:miter lim="800000"/>
            </a:ln>
            <a:effectLst/>
          </p:spPr>
        </p:cxnSp>
        <p:cxnSp>
          <p:nvCxnSpPr>
            <p:cNvPr id="20502" name=""/>
            <p:cNvCxnSpPr/>
            <p:nvPr/>
          </p:nvCxnSpPr>
          <p:spPr>
            <a:xfrm>
              <a:off x="0" y="2736"/>
              <a:ext cx="2112" cy="0"/>
            </a:xfrm>
            <a:prstGeom prst="line">
              <a:avLst/>
            </a:prstGeom>
            <a:noFill/>
            <a:ln w="12700">
              <a:solidFill>
                <a:prstClr val="black"/>
              </a:solidFill>
              <a:miter lim="800000"/>
            </a:ln>
            <a:effectLst/>
          </p:spPr>
        </p:cxnSp>
        <p:cxnSp>
          <p:nvCxnSpPr>
            <p:cNvPr id="20503" name=""/>
            <p:cNvCxnSpPr/>
            <p:nvPr/>
          </p:nvCxnSpPr>
          <p:spPr>
            <a:xfrm>
              <a:off x="0" y="3024"/>
              <a:ext cx="2112" cy="0"/>
            </a:xfrm>
            <a:prstGeom prst="line">
              <a:avLst/>
            </a:prstGeom>
            <a:noFill/>
            <a:ln w="12700">
              <a:solidFill>
                <a:prstClr val="black"/>
              </a:solidFill>
              <a:miter lim="800000"/>
            </a:ln>
            <a:effectLst/>
          </p:spPr>
        </p:cxnSp>
        <p:cxnSp>
          <p:nvCxnSpPr>
            <p:cNvPr id="20504" name=""/>
            <p:cNvCxnSpPr/>
            <p:nvPr/>
          </p:nvCxnSpPr>
          <p:spPr>
            <a:xfrm>
              <a:off x="0" y="3312"/>
              <a:ext cx="2112" cy="0"/>
            </a:xfrm>
            <a:prstGeom prst="line">
              <a:avLst/>
            </a:prstGeom>
            <a:noFill/>
            <a:ln w="12700">
              <a:solidFill>
                <a:prstClr val="black"/>
              </a:solidFill>
              <a:miter lim="800000"/>
            </a:ln>
            <a:effectLst/>
          </p:spPr>
        </p:cxnSp>
        <p:cxnSp>
          <p:nvCxnSpPr>
            <p:cNvPr id="20505" name=""/>
            <p:cNvCxnSpPr/>
            <p:nvPr/>
          </p:nvCxnSpPr>
          <p:spPr>
            <a:xfrm>
              <a:off x="0" y="3600"/>
              <a:ext cx="2112" cy="0"/>
            </a:xfrm>
            <a:prstGeom prst="line">
              <a:avLst/>
            </a:prstGeom>
            <a:noFill/>
            <a:ln w="12700">
              <a:solidFill>
                <a:prstClr val="black"/>
              </a:solidFill>
              <a:miter lim="800000"/>
            </a:ln>
            <a:effectLst/>
          </p:spPr>
        </p:cxnSp>
        <p:cxnSp>
          <p:nvCxnSpPr>
            <p:cNvPr id="20506" name=""/>
            <p:cNvCxnSpPr/>
            <p:nvPr/>
          </p:nvCxnSpPr>
          <p:spPr>
            <a:xfrm>
              <a:off x="0" y="3888"/>
              <a:ext cx="2112" cy="0"/>
            </a:xfrm>
            <a:prstGeom prst="line">
              <a:avLst/>
            </a:prstGeom>
            <a:noFill/>
            <a:ln w="12700">
              <a:solidFill>
                <a:prstClr val="black"/>
              </a:solidFill>
              <a:miter lim="800000"/>
            </a:ln>
            <a:effectLst/>
          </p:spPr>
        </p:cxnSp>
        <p:cxnSp>
          <p:nvCxnSpPr>
            <p:cNvPr id="20507" name=""/>
            <p:cNvCxnSpPr/>
            <p:nvPr/>
          </p:nvCxnSpPr>
          <p:spPr>
            <a:xfrm>
              <a:off x="0" y="4176"/>
              <a:ext cx="2112" cy="0"/>
            </a:xfrm>
            <a:prstGeom prst="line">
              <a:avLst/>
            </a:prstGeom>
            <a:noFill/>
            <a:ln w="12700">
              <a:solidFill>
                <a:prstClr val="black"/>
              </a:solidFill>
              <a:miter lim="800000"/>
            </a:ln>
            <a:effectLst/>
          </p:spPr>
        </p:cxnSp>
      </p:gr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89090"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Notes</a:t>
            </a:r>
          </a:p>
        </p:txBody>
      </p:sp>
      <p:grpSp>
        <p:nvGrpSpPr>
          <p:cNvPr id="89091" name=""/>
          <p:cNvGrpSpPr/>
          <p:nvPr/>
        </p:nvGrpSpPr>
        <p:grpSpPr>
          <a:xfrm>
            <a:off x="0" y="2009775"/>
            <a:ext cx="4378325" cy="4144963"/>
            <a:chOff x="0" y="1296"/>
            <a:chExt cx="2112" cy="2880"/>
          </a:xfrm>
        </p:grpSpPr>
        <p:cxnSp>
          <p:nvCxnSpPr>
            <p:cNvPr id="89092" name=""/>
            <p:cNvCxnSpPr/>
            <p:nvPr/>
          </p:nvCxnSpPr>
          <p:spPr>
            <a:xfrm>
              <a:off x="0" y="1296"/>
              <a:ext cx="2112" cy="0"/>
            </a:xfrm>
            <a:prstGeom prst="line">
              <a:avLst/>
            </a:prstGeom>
            <a:noFill/>
            <a:ln w="12700">
              <a:solidFill>
                <a:prstClr val="black"/>
              </a:solidFill>
              <a:miter lim="800000"/>
            </a:ln>
            <a:effectLst/>
          </p:spPr>
        </p:cxnSp>
        <p:cxnSp>
          <p:nvCxnSpPr>
            <p:cNvPr id="89093" name=""/>
            <p:cNvCxnSpPr/>
            <p:nvPr/>
          </p:nvCxnSpPr>
          <p:spPr>
            <a:xfrm>
              <a:off x="0" y="1584"/>
              <a:ext cx="2112" cy="0"/>
            </a:xfrm>
            <a:prstGeom prst="line">
              <a:avLst/>
            </a:prstGeom>
            <a:noFill/>
            <a:ln w="12700">
              <a:solidFill>
                <a:prstClr val="black"/>
              </a:solidFill>
              <a:miter lim="800000"/>
            </a:ln>
            <a:effectLst/>
          </p:spPr>
        </p:cxnSp>
        <p:cxnSp>
          <p:nvCxnSpPr>
            <p:cNvPr id="89094" name=""/>
            <p:cNvCxnSpPr/>
            <p:nvPr/>
          </p:nvCxnSpPr>
          <p:spPr>
            <a:xfrm>
              <a:off x="0" y="1872"/>
              <a:ext cx="2112" cy="0"/>
            </a:xfrm>
            <a:prstGeom prst="line">
              <a:avLst/>
            </a:prstGeom>
            <a:noFill/>
            <a:ln w="12700">
              <a:solidFill>
                <a:prstClr val="black"/>
              </a:solidFill>
              <a:miter lim="800000"/>
            </a:ln>
            <a:effectLst/>
          </p:spPr>
        </p:cxnSp>
        <p:cxnSp>
          <p:nvCxnSpPr>
            <p:cNvPr id="89095" name=""/>
            <p:cNvCxnSpPr/>
            <p:nvPr/>
          </p:nvCxnSpPr>
          <p:spPr>
            <a:xfrm>
              <a:off x="0" y="2160"/>
              <a:ext cx="2112" cy="0"/>
            </a:xfrm>
            <a:prstGeom prst="line">
              <a:avLst/>
            </a:prstGeom>
            <a:noFill/>
            <a:ln w="12700">
              <a:solidFill>
                <a:prstClr val="black"/>
              </a:solidFill>
              <a:miter lim="800000"/>
            </a:ln>
            <a:effectLst/>
          </p:spPr>
        </p:cxnSp>
        <p:cxnSp>
          <p:nvCxnSpPr>
            <p:cNvPr id="89096" name=""/>
            <p:cNvCxnSpPr/>
            <p:nvPr/>
          </p:nvCxnSpPr>
          <p:spPr>
            <a:xfrm>
              <a:off x="0" y="2448"/>
              <a:ext cx="2112" cy="0"/>
            </a:xfrm>
            <a:prstGeom prst="line">
              <a:avLst/>
            </a:prstGeom>
            <a:noFill/>
            <a:ln w="12700">
              <a:solidFill>
                <a:prstClr val="black"/>
              </a:solidFill>
              <a:miter lim="800000"/>
            </a:ln>
            <a:effectLst/>
          </p:spPr>
        </p:cxnSp>
        <p:cxnSp>
          <p:nvCxnSpPr>
            <p:cNvPr id="89097" name=""/>
            <p:cNvCxnSpPr/>
            <p:nvPr/>
          </p:nvCxnSpPr>
          <p:spPr>
            <a:xfrm>
              <a:off x="0" y="2736"/>
              <a:ext cx="2112" cy="0"/>
            </a:xfrm>
            <a:prstGeom prst="line">
              <a:avLst/>
            </a:prstGeom>
            <a:noFill/>
            <a:ln w="12700">
              <a:solidFill>
                <a:prstClr val="black"/>
              </a:solidFill>
              <a:miter lim="800000"/>
            </a:ln>
            <a:effectLst/>
          </p:spPr>
        </p:cxnSp>
        <p:cxnSp>
          <p:nvCxnSpPr>
            <p:cNvPr id="89098" name=""/>
            <p:cNvCxnSpPr/>
            <p:nvPr/>
          </p:nvCxnSpPr>
          <p:spPr>
            <a:xfrm>
              <a:off x="0" y="3024"/>
              <a:ext cx="2112" cy="0"/>
            </a:xfrm>
            <a:prstGeom prst="line">
              <a:avLst/>
            </a:prstGeom>
            <a:noFill/>
            <a:ln w="12700">
              <a:solidFill>
                <a:prstClr val="black"/>
              </a:solidFill>
              <a:miter lim="800000"/>
            </a:ln>
            <a:effectLst/>
          </p:spPr>
        </p:cxnSp>
        <p:cxnSp>
          <p:nvCxnSpPr>
            <p:cNvPr id="89099" name=""/>
            <p:cNvCxnSpPr/>
            <p:nvPr/>
          </p:nvCxnSpPr>
          <p:spPr>
            <a:xfrm>
              <a:off x="0" y="3312"/>
              <a:ext cx="2112" cy="0"/>
            </a:xfrm>
            <a:prstGeom prst="line">
              <a:avLst/>
            </a:prstGeom>
            <a:noFill/>
            <a:ln w="12700">
              <a:solidFill>
                <a:prstClr val="black"/>
              </a:solidFill>
              <a:miter lim="800000"/>
            </a:ln>
            <a:effectLst/>
          </p:spPr>
        </p:cxnSp>
        <p:cxnSp>
          <p:nvCxnSpPr>
            <p:cNvPr id="89100" name=""/>
            <p:cNvCxnSpPr/>
            <p:nvPr/>
          </p:nvCxnSpPr>
          <p:spPr>
            <a:xfrm>
              <a:off x="0" y="3600"/>
              <a:ext cx="2112" cy="0"/>
            </a:xfrm>
            <a:prstGeom prst="line">
              <a:avLst/>
            </a:prstGeom>
            <a:noFill/>
            <a:ln w="12700">
              <a:solidFill>
                <a:prstClr val="black"/>
              </a:solidFill>
              <a:miter lim="800000"/>
            </a:ln>
            <a:effectLst/>
          </p:spPr>
        </p:cxnSp>
        <p:cxnSp>
          <p:nvCxnSpPr>
            <p:cNvPr id="89101" name=""/>
            <p:cNvCxnSpPr/>
            <p:nvPr/>
          </p:nvCxnSpPr>
          <p:spPr>
            <a:xfrm>
              <a:off x="0" y="3888"/>
              <a:ext cx="2112" cy="0"/>
            </a:xfrm>
            <a:prstGeom prst="line">
              <a:avLst/>
            </a:prstGeom>
            <a:noFill/>
            <a:ln w="12700">
              <a:solidFill>
                <a:prstClr val="black"/>
              </a:solidFill>
              <a:miter lim="800000"/>
            </a:ln>
            <a:effectLst/>
          </p:spPr>
        </p:cxnSp>
        <p:cxnSp>
          <p:nvCxnSpPr>
            <p:cNvPr id="89102" name=""/>
            <p:cNvCxnSpPr/>
            <p:nvPr/>
          </p:nvCxnSpPr>
          <p:spPr>
            <a:xfrm>
              <a:off x="0" y="4176"/>
              <a:ext cx="2112" cy="0"/>
            </a:xfrm>
            <a:prstGeom prst="line">
              <a:avLst/>
            </a:prstGeom>
            <a:noFill/>
            <a:ln w="12700">
              <a:solidFill>
                <a:prstClr val="black"/>
              </a:solidFill>
              <a:miter lim="800000"/>
            </a:ln>
            <a:effectLst/>
          </p:spPr>
        </p:cxnSp>
      </p:grpSp>
      <p:grpSp>
        <p:nvGrpSpPr>
          <p:cNvPr id="89103" name=""/>
          <p:cNvGrpSpPr/>
          <p:nvPr/>
        </p:nvGrpSpPr>
        <p:grpSpPr>
          <a:xfrm>
            <a:off x="4857750" y="2009775"/>
            <a:ext cx="4378325" cy="4144963"/>
            <a:chOff x="0" y="1296"/>
            <a:chExt cx="2112" cy="2880"/>
          </a:xfrm>
        </p:grpSpPr>
        <p:cxnSp>
          <p:nvCxnSpPr>
            <p:cNvPr id="89104" name=""/>
            <p:cNvCxnSpPr/>
            <p:nvPr/>
          </p:nvCxnSpPr>
          <p:spPr>
            <a:xfrm>
              <a:off x="0" y="1296"/>
              <a:ext cx="2112" cy="0"/>
            </a:xfrm>
            <a:prstGeom prst="line">
              <a:avLst/>
            </a:prstGeom>
            <a:noFill/>
            <a:ln w="12700">
              <a:solidFill>
                <a:prstClr val="black"/>
              </a:solidFill>
              <a:miter lim="800000"/>
            </a:ln>
            <a:effectLst/>
          </p:spPr>
        </p:cxnSp>
        <p:cxnSp>
          <p:nvCxnSpPr>
            <p:cNvPr id="89105" name=""/>
            <p:cNvCxnSpPr/>
            <p:nvPr/>
          </p:nvCxnSpPr>
          <p:spPr>
            <a:xfrm>
              <a:off x="0" y="1584"/>
              <a:ext cx="2112" cy="0"/>
            </a:xfrm>
            <a:prstGeom prst="line">
              <a:avLst/>
            </a:prstGeom>
            <a:noFill/>
            <a:ln w="12700">
              <a:solidFill>
                <a:prstClr val="black"/>
              </a:solidFill>
              <a:miter lim="800000"/>
            </a:ln>
            <a:effectLst/>
          </p:spPr>
        </p:cxnSp>
        <p:cxnSp>
          <p:nvCxnSpPr>
            <p:cNvPr id="89106" name=""/>
            <p:cNvCxnSpPr/>
            <p:nvPr/>
          </p:nvCxnSpPr>
          <p:spPr>
            <a:xfrm>
              <a:off x="0" y="1872"/>
              <a:ext cx="2112" cy="0"/>
            </a:xfrm>
            <a:prstGeom prst="line">
              <a:avLst/>
            </a:prstGeom>
            <a:noFill/>
            <a:ln w="12700">
              <a:solidFill>
                <a:prstClr val="black"/>
              </a:solidFill>
              <a:miter lim="800000"/>
            </a:ln>
            <a:effectLst/>
          </p:spPr>
        </p:cxnSp>
        <p:cxnSp>
          <p:nvCxnSpPr>
            <p:cNvPr id="89107" name=""/>
            <p:cNvCxnSpPr/>
            <p:nvPr/>
          </p:nvCxnSpPr>
          <p:spPr>
            <a:xfrm>
              <a:off x="0" y="2160"/>
              <a:ext cx="2112" cy="0"/>
            </a:xfrm>
            <a:prstGeom prst="line">
              <a:avLst/>
            </a:prstGeom>
            <a:noFill/>
            <a:ln w="12700">
              <a:solidFill>
                <a:prstClr val="black"/>
              </a:solidFill>
              <a:miter lim="800000"/>
            </a:ln>
            <a:effectLst/>
          </p:spPr>
        </p:cxnSp>
        <p:cxnSp>
          <p:nvCxnSpPr>
            <p:cNvPr id="89108" name=""/>
            <p:cNvCxnSpPr/>
            <p:nvPr/>
          </p:nvCxnSpPr>
          <p:spPr>
            <a:xfrm>
              <a:off x="0" y="2448"/>
              <a:ext cx="2112" cy="0"/>
            </a:xfrm>
            <a:prstGeom prst="line">
              <a:avLst/>
            </a:prstGeom>
            <a:noFill/>
            <a:ln w="12700">
              <a:solidFill>
                <a:prstClr val="black"/>
              </a:solidFill>
              <a:miter lim="800000"/>
            </a:ln>
            <a:effectLst/>
          </p:spPr>
        </p:cxnSp>
        <p:cxnSp>
          <p:nvCxnSpPr>
            <p:cNvPr id="89109" name=""/>
            <p:cNvCxnSpPr/>
            <p:nvPr/>
          </p:nvCxnSpPr>
          <p:spPr>
            <a:xfrm>
              <a:off x="0" y="2736"/>
              <a:ext cx="2112" cy="0"/>
            </a:xfrm>
            <a:prstGeom prst="line">
              <a:avLst/>
            </a:prstGeom>
            <a:noFill/>
            <a:ln w="12700">
              <a:solidFill>
                <a:prstClr val="black"/>
              </a:solidFill>
              <a:miter lim="800000"/>
            </a:ln>
            <a:effectLst/>
          </p:spPr>
        </p:cxnSp>
        <p:cxnSp>
          <p:nvCxnSpPr>
            <p:cNvPr id="89110" name=""/>
            <p:cNvCxnSpPr/>
            <p:nvPr/>
          </p:nvCxnSpPr>
          <p:spPr>
            <a:xfrm>
              <a:off x="0" y="3024"/>
              <a:ext cx="2112" cy="0"/>
            </a:xfrm>
            <a:prstGeom prst="line">
              <a:avLst/>
            </a:prstGeom>
            <a:noFill/>
            <a:ln w="12700">
              <a:solidFill>
                <a:prstClr val="black"/>
              </a:solidFill>
              <a:miter lim="800000"/>
            </a:ln>
            <a:effectLst/>
          </p:spPr>
        </p:cxnSp>
        <p:cxnSp>
          <p:nvCxnSpPr>
            <p:cNvPr id="89111" name=""/>
            <p:cNvCxnSpPr/>
            <p:nvPr/>
          </p:nvCxnSpPr>
          <p:spPr>
            <a:xfrm>
              <a:off x="0" y="3312"/>
              <a:ext cx="2112" cy="0"/>
            </a:xfrm>
            <a:prstGeom prst="line">
              <a:avLst/>
            </a:prstGeom>
            <a:noFill/>
            <a:ln w="12700">
              <a:solidFill>
                <a:prstClr val="black"/>
              </a:solidFill>
              <a:miter lim="800000"/>
            </a:ln>
            <a:effectLst/>
          </p:spPr>
        </p:cxnSp>
        <p:cxnSp>
          <p:nvCxnSpPr>
            <p:cNvPr id="89112" name=""/>
            <p:cNvCxnSpPr/>
            <p:nvPr/>
          </p:nvCxnSpPr>
          <p:spPr>
            <a:xfrm>
              <a:off x="0" y="3600"/>
              <a:ext cx="2112" cy="0"/>
            </a:xfrm>
            <a:prstGeom prst="line">
              <a:avLst/>
            </a:prstGeom>
            <a:noFill/>
            <a:ln w="12700">
              <a:solidFill>
                <a:prstClr val="black"/>
              </a:solidFill>
              <a:miter lim="800000"/>
            </a:ln>
            <a:effectLst/>
          </p:spPr>
        </p:cxnSp>
        <p:cxnSp>
          <p:nvCxnSpPr>
            <p:cNvPr id="89113" name=""/>
            <p:cNvCxnSpPr/>
            <p:nvPr/>
          </p:nvCxnSpPr>
          <p:spPr>
            <a:xfrm>
              <a:off x="0" y="3888"/>
              <a:ext cx="2112" cy="0"/>
            </a:xfrm>
            <a:prstGeom prst="line">
              <a:avLst/>
            </a:prstGeom>
            <a:noFill/>
            <a:ln w="12700">
              <a:solidFill>
                <a:prstClr val="black"/>
              </a:solidFill>
              <a:miter lim="800000"/>
            </a:ln>
            <a:effectLst/>
          </p:spPr>
        </p:cxnSp>
        <p:cxnSp>
          <p:nvCxnSpPr>
            <p:cNvPr id="89114" name=""/>
            <p:cNvCxnSpPr/>
            <p:nvPr/>
          </p:nvCxnSpPr>
          <p:spPr>
            <a:xfrm>
              <a:off x="0" y="4176"/>
              <a:ext cx="2112" cy="0"/>
            </a:xfrm>
            <a:prstGeom prst="line">
              <a:avLst/>
            </a:prstGeom>
            <a:noFill/>
            <a:ln w="12700">
              <a:solidFill>
                <a:prstClr val="black"/>
              </a:solidFill>
              <a:miter lim="800000"/>
            </a:ln>
            <a:effectLst/>
          </p:spPr>
        </p:cxnSp>
      </p:gr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88066"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Notes</a:t>
            </a:r>
          </a:p>
        </p:txBody>
      </p:sp>
      <p:grpSp>
        <p:nvGrpSpPr>
          <p:cNvPr id="88067" name=""/>
          <p:cNvGrpSpPr/>
          <p:nvPr/>
        </p:nvGrpSpPr>
        <p:grpSpPr>
          <a:xfrm>
            <a:off x="0" y="2009775"/>
            <a:ext cx="4378325" cy="4144963"/>
            <a:chOff x="0" y="1296"/>
            <a:chExt cx="2112" cy="2880"/>
          </a:xfrm>
        </p:grpSpPr>
        <p:cxnSp>
          <p:nvCxnSpPr>
            <p:cNvPr id="88068" name=""/>
            <p:cNvCxnSpPr/>
            <p:nvPr/>
          </p:nvCxnSpPr>
          <p:spPr>
            <a:xfrm>
              <a:off x="0" y="1296"/>
              <a:ext cx="2112" cy="0"/>
            </a:xfrm>
            <a:prstGeom prst="line">
              <a:avLst/>
            </a:prstGeom>
            <a:noFill/>
            <a:ln w="12700">
              <a:solidFill>
                <a:prstClr val="black"/>
              </a:solidFill>
              <a:miter lim="800000"/>
            </a:ln>
            <a:effectLst/>
          </p:spPr>
        </p:cxnSp>
        <p:cxnSp>
          <p:nvCxnSpPr>
            <p:cNvPr id="88069" name=""/>
            <p:cNvCxnSpPr/>
            <p:nvPr/>
          </p:nvCxnSpPr>
          <p:spPr>
            <a:xfrm>
              <a:off x="0" y="1584"/>
              <a:ext cx="2112" cy="0"/>
            </a:xfrm>
            <a:prstGeom prst="line">
              <a:avLst/>
            </a:prstGeom>
            <a:noFill/>
            <a:ln w="12700">
              <a:solidFill>
                <a:prstClr val="black"/>
              </a:solidFill>
              <a:miter lim="800000"/>
            </a:ln>
            <a:effectLst/>
          </p:spPr>
        </p:cxnSp>
        <p:cxnSp>
          <p:nvCxnSpPr>
            <p:cNvPr id="88070" name=""/>
            <p:cNvCxnSpPr/>
            <p:nvPr/>
          </p:nvCxnSpPr>
          <p:spPr>
            <a:xfrm>
              <a:off x="0" y="1872"/>
              <a:ext cx="2112" cy="0"/>
            </a:xfrm>
            <a:prstGeom prst="line">
              <a:avLst/>
            </a:prstGeom>
            <a:noFill/>
            <a:ln w="12700">
              <a:solidFill>
                <a:prstClr val="black"/>
              </a:solidFill>
              <a:miter lim="800000"/>
            </a:ln>
            <a:effectLst/>
          </p:spPr>
        </p:cxnSp>
        <p:cxnSp>
          <p:nvCxnSpPr>
            <p:cNvPr id="88071" name=""/>
            <p:cNvCxnSpPr/>
            <p:nvPr/>
          </p:nvCxnSpPr>
          <p:spPr>
            <a:xfrm>
              <a:off x="0" y="2160"/>
              <a:ext cx="2112" cy="0"/>
            </a:xfrm>
            <a:prstGeom prst="line">
              <a:avLst/>
            </a:prstGeom>
            <a:noFill/>
            <a:ln w="12700">
              <a:solidFill>
                <a:prstClr val="black"/>
              </a:solidFill>
              <a:miter lim="800000"/>
            </a:ln>
            <a:effectLst/>
          </p:spPr>
        </p:cxnSp>
        <p:cxnSp>
          <p:nvCxnSpPr>
            <p:cNvPr id="88072" name=""/>
            <p:cNvCxnSpPr/>
            <p:nvPr/>
          </p:nvCxnSpPr>
          <p:spPr>
            <a:xfrm>
              <a:off x="0" y="2448"/>
              <a:ext cx="2112" cy="0"/>
            </a:xfrm>
            <a:prstGeom prst="line">
              <a:avLst/>
            </a:prstGeom>
            <a:noFill/>
            <a:ln w="12700">
              <a:solidFill>
                <a:prstClr val="black"/>
              </a:solidFill>
              <a:miter lim="800000"/>
            </a:ln>
            <a:effectLst/>
          </p:spPr>
        </p:cxnSp>
        <p:cxnSp>
          <p:nvCxnSpPr>
            <p:cNvPr id="88073" name=""/>
            <p:cNvCxnSpPr/>
            <p:nvPr/>
          </p:nvCxnSpPr>
          <p:spPr>
            <a:xfrm>
              <a:off x="0" y="2736"/>
              <a:ext cx="2112" cy="0"/>
            </a:xfrm>
            <a:prstGeom prst="line">
              <a:avLst/>
            </a:prstGeom>
            <a:noFill/>
            <a:ln w="12700">
              <a:solidFill>
                <a:prstClr val="black"/>
              </a:solidFill>
              <a:miter lim="800000"/>
            </a:ln>
            <a:effectLst/>
          </p:spPr>
        </p:cxnSp>
        <p:cxnSp>
          <p:nvCxnSpPr>
            <p:cNvPr id="88074" name=""/>
            <p:cNvCxnSpPr/>
            <p:nvPr/>
          </p:nvCxnSpPr>
          <p:spPr>
            <a:xfrm>
              <a:off x="0" y="3024"/>
              <a:ext cx="2112" cy="0"/>
            </a:xfrm>
            <a:prstGeom prst="line">
              <a:avLst/>
            </a:prstGeom>
            <a:noFill/>
            <a:ln w="12700">
              <a:solidFill>
                <a:prstClr val="black"/>
              </a:solidFill>
              <a:miter lim="800000"/>
            </a:ln>
            <a:effectLst/>
          </p:spPr>
        </p:cxnSp>
        <p:cxnSp>
          <p:nvCxnSpPr>
            <p:cNvPr id="88075" name=""/>
            <p:cNvCxnSpPr/>
            <p:nvPr/>
          </p:nvCxnSpPr>
          <p:spPr>
            <a:xfrm>
              <a:off x="0" y="3312"/>
              <a:ext cx="2112" cy="0"/>
            </a:xfrm>
            <a:prstGeom prst="line">
              <a:avLst/>
            </a:prstGeom>
            <a:noFill/>
            <a:ln w="12700">
              <a:solidFill>
                <a:prstClr val="black"/>
              </a:solidFill>
              <a:miter lim="800000"/>
            </a:ln>
            <a:effectLst/>
          </p:spPr>
        </p:cxnSp>
        <p:cxnSp>
          <p:nvCxnSpPr>
            <p:cNvPr id="88076" name=""/>
            <p:cNvCxnSpPr/>
            <p:nvPr/>
          </p:nvCxnSpPr>
          <p:spPr>
            <a:xfrm>
              <a:off x="0" y="3600"/>
              <a:ext cx="2112" cy="0"/>
            </a:xfrm>
            <a:prstGeom prst="line">
              <a:avLst/>
            </a:prstGeom>
            <a:noFill/>
            <a:ln w="12700">
              <a:solidFill>
                <a:prstClr val="black"/>
              </a:solidFill>
              <a:miter lim="800000"/>
            </a:ln>
            <a:effectLst/>
          </p:spPr>
        </p:cxnSp>
        <p:cxnSp>
          <p:nvCxnSpPr>
            <p:cNvPr id="88077" name=""/>
            <p:cNvCxnSpPr/>
            <p:nvPr/>
          </p:nvCxnSpPr>
          <p:spPr>
            <a:xfrm>
              <a:off x="0" y="3888"/>
              <a:ext cx="2112" cy="0"/>
            </a:xfrm>
            <a:prstGeom prst="line">
              <a:avLst/>
            </a:prstGeom>
            <a:noFill/>
            <a:ln w="12700">
              <a:solidFill>
                <a:prstClr val="black"/>
              </a:solidFill>
              <a:miter lim="800000"/>
            </a:ln>
            <a:effectLst/>
          </p:spPr>
        </p:cxnSp>
        <p:cxnSp>
          <p:nvCxnSpPr>
            <p:cNvPr id="88078" name=""/>
            <p:cNvCxnSpPr/>
            <p:nvPr/>
          </p:nvCxnSpPr>
          <p:spPr>
            <a:xfrm>
              <a:off x="0" y="4176"/>
              <a:ext cx="2112" cy="0"/>
            </a:xfrm>
            <a:prstGeom prst="line">
              <a:avLst/>
            </a:prstGeom>
            <a:noFill/>
            <a:ln w="12700">
              <a:solidFill>
                <a:prstClr val="black"/>
              </a:solidFill>
              <a:miter lim="800000"/>
            </a:ln>
            <a:effectLst/>
          </p:spPr>
        </p:cxnSp>
      </p:grpSp>
      <p:grpSp>
        <p:nvGrpSpPr>
          <p:cNvPr id="88079" name=""/>
          <p:cNvGrpSpPr/>
          <p:nvPr/>
        </p:nvGrpSpPr>
        <p:grpSpPr>
          <a:xfrm>
            <a:off x="4857750" y="2009775"/>
            <a:ext cx="4378325" cy="4144963"/>
            <a:chOff x="0" y="1296"/>
            <a:chExt cx="2112" cy="2880"/>
          </a:xfrm>
        </p:grpSpPr>
        <p:cxnSp>
          <p:nvCxnSpPr>
            <p:cNvPr id="88080" name=""/>
            <p:cNvCxnSpPr/>
            <p:nvPr/>
          </p:nvCxnSpPr>
          <p:spPr>
            <a:xfrm>
              <a:off x="0" y="1296"/>
              <a:ext cx="2112" cy="0"/>
            </a:xfrm>
            <a:prstGeom prst="line">
              <a:avLst/>
            </a:prstGeom>
            <a:noFill/>
            <a:ln w="12700">
              <a:solidFill>
                <a:prstClr val="black"/>
              </a:solidFill>
              <a:miter lim="800000"/>
            </a:ln>
            <a:effectLst/>
          </p:spPr>
        </p:cxnSp>
        <p:cxnSp>
          <p:nvCxnSpPr>
            <p:cNvPr id="88081" name=""/>
            <p:cNvCxnSpPr/>
            <p:nvPr/>
          </p:nvCxnSpPr>
          <p:spPr>
            <a:xfrm>
              <a:off x="0" y="1584"/>
              <a:ext cx="2112" cy="0"/>
            </a:xfrm>
            <a:prstGeom prst="line">
              <a:avLst/>
            </a:prstGeom>
            <a:noFill/>
            <a:ln w="12700">
              <a:solidFill>
                <a:prstClr val="black"/>
              </a:solidFill>
              <a:miter lim="800000"/>
            </a:ln>
            <a:effectLst/>
          </p:spPr>
        </p:cxnSp>
        <p:cxnSp>
          <p:nvCxnSpPr>
            <p:cNvPr id="88082" name=""/>
            <p:cNvCxnSpPr/>
            <p:nvPr/>
          </p:nvCxnSpPr>
          <p:spPr>
            <a:xfrm>
              <a:off x="0" y="1872"/>
              <a:ext cx="2112" cy="0"/>
            </a:xfrm>
            <a:prstGeom prst="line">
              <a:avLst/>
            </a:prstGeom>
            <a:noFill/>
            <a:ln w="12700">
              <a:solidFill>
                <a:prstClr val="black"/>
              </a:solidFill>
              <a:miter lim="800000"/>
            </a:ln>
            <a:effectLst/>
          </p:spPr>
        </p:cxnSp>
        <p:cxnSp>
          <p:nvCxnSpPr>
            <p:cNvPr id="88083" name=""/>
            <p:cNvCxnSpPr/>
            <p:nvPr/>
          </p:nvCxnSpPr>
          <p:spPr>
            <a:xfrm>
              <a:off x="0" y="2160"/>
              <a:ext cx="2112" cy="0"/>
            </a:xfrm>
            <a:prstGeom prst="line">
              <a:avLst/>
            </a:prstGeom>
            <a:noFill/>
            <a:ln w="12700">
              <a:solidFill>
                <a:prstClr val="black"/>
              </a:solidFill>
              <a:miter lim="800000"/>
            </a:ln>
            <a:effectLst/>
          </p:spPr>
        </p:cxnSp>
        <p:cxnSp>
          <p:nvCxnSpPr>
            <p:cNvPr id="88084" name=""/>
            <p:cNvCxnSpPr/>
            <p:nvPr/>
          </p:nvCxnSpPr>
          <p:spPr>
            <a:xfrm>
              <a:off x="0" y="2448"/>
              <a:ext cx="2112" cy="0"/>
            </a:xfrm>
            <a:prstGeom prst="line">
              <a:avLst/>
            </a:prstGeom>
            <a:noFill/>
            <a:ln w="12700">
              <a:solidFill>
                <a:prstClr val="black"/>
              </a:solidFill>
              <a:miter lim="800000"/>
            </a:ln>
            <a:effectLst/>
          </p:spPr>
        </p:cxnSp>
        <p:cxnSp>
          <p:nvCxnSpPr>
            <p:cNvPr id="88085" name=""/>
            <p:cNvCxnSpPr/>
            <p:nvPr/>
          </p:nvCxnSpPr>
          <p:spPr>
            <a:xfrm>
              <a:off x="0" y="2736"/>
              <a:ext cx="2112" cy="0"/>
            </a:xfrm>
            <a:prstGeom prst="line">
              <a:avLst/>
            </a:prstGeom>
            <a:noFill/>
            <a:ln w="12700">
              <a:solidFill>
                <a:prstClr val="black"/>
              </a:solidFill>
              <a:miter lim="800000"/>
            </a:ln>
            <a:effectLst/>
          </p:spPr>
        </p:cxnSp>
        <p:cxnSp>
          <p:nvCxnSpPr>
            <p:cNvPr id="88086" name=""/>
            <p:cNvCxnSpPr/>
            <p:nvPr/>
          </p:nvCxnSpPr>
          <p:spPr>
            <a:xfrm>
              <a:off x="0" y="3024"/>
              <a:ext cx="2112" cy="0"/>
            </a:xfrm>
            <a:prstGeom prst="line">
              <a:avLst/>
            </a:prstGeom>
            <a:noFill/>
            <a:ln w="12700">
              <a:solidFill>
                <a:prstClr val="black"/>
              </a:solidFill>
              <a:miter lim="800000"/>
            </a:ln>
            <a:effectLst/>
          </p:spPr>
        </p:cxnSp>
        <p:cxnSp>
          <p:nvCxnSpPr>
            <p:cNvPr id="88087" name=""/>
            <p:cNvCxnSpPr/>
            <p:nvPr/>
          </p:nvCxnSpPr>
          <p:spPr>
            <a:xfrm>
              <a:off x="0" y="3312"/>
              <a:ext cx="2112" cy="0"/>
            </a:xfrm>
            <a:prstGeom prst="line">
              <a:avLst/>
            </a:prstGeom>
            <a:noFill/>
            <a:ln w="12700">
              <a:solidFill>
                <a:prstClr val="black"/>
              </a:solidFill>
              <a:miter lim="800000"/>
            </a:ln>
            <a:effectLst/>
          </p:spPr>
        </p:cxnSp>
        <p:cxnSp>
          <p:nvCxnSpPr>
            <p:cNvPr id="88088" name=""/>
            <p:cNvCxnSpPr/>
            <p:nvPr/>
          </p:nvCxnSpPr>
          <p:spPr>
            <a:xfrm>
              <a:off x="0" y="3600"/>
              <a:ext cx="2112" cy="0"/>
            </a:xfrm>
            <a:prstGeom prst="line">
              <a:avLst/>
            </a:prstGeom>
            <a:noFill/>
            <a:ln w="12700">
              <a:solidFill>
                <a:prstClr val="black"/>
              </a:solidFill>
              <a:miter lim="800000"/>
            </a:ln>
            <a:effectLst/>
          </p:spPr>
        </p:cxnSp>
        <p:cxnSp>
          <p:nvCxnSpPr>
            <p:cNvPr id="88089" name=""/>
            <p:cNvCxnSpPr/>
            <p:nvPr/>
          </p:nvCxnSpPr>
          <p:spPr>
            <a:xfrm>
              <a:off x="0" y="3888"/>
              <a:ext cx="2112" cy="0"/>
            </a:xfrm>
            <a:prstGeom prst="line">
              <a:avLst/>
            </a:prstGeom>
            <a:noFill/>
            <a:ln w="12700">
              <a:solidFill>
                <a:prstClr val="black"/>
              </a:solidFill>
              <a:miter lim="800000"/>
            </a:ln>
            <a:effectLst/>
          </p:spPr>
        </p:cxnSp>
        <p:cxnSp>
          <p:nvCxnSpPr>
            <p:cNvPr id="88090" name=""/>
            <p:cNvCxnSpPr/>
            <p:nvPr/>
          </p:nvCxnSpPr>
          <p:spPr>
            <a:xfrm>
              <a:off x="0" y="4176"/>
              <a:ext cx="2112" cy="0"/>
            </a:xfrm>
            <a:prstGeom prst="line">
              <a:avLst/>
            </a:prstGeom>
            <a:noFill/>
            <a:ln w="12700">
              <a:solidFill>
                <a:prstClr val="black"/>
              </a:solidFill>
              <a:miter lim="800000"/>
            </a:ln>
            <a:effectLst/>
          </p:spPr>
        </p:cxnSp>
      </p:gr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xml="http://www.w3.org/XML/1998/namespace"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p:sp>
        <p:nvSpPr>
          <p:cNvPr id="22530" name=""/>
          <p:cNvSpPr/>
          <p:nvPr>
            <p:ph type="title"/>
          </p:nvPr>
        </p:nvSpPr>
        <p:spPr>
          <a:xfrm>
            <a:off x="539750" y="503238"/>
            <a:ext cx="8156575" cy="639762"/>
          </a:xfrm>
          <a:noFill/>
          <a:ln>
            <a:miter lim="800000"/>
          </a:ln>
        </p:spPr>
        <p:txBody>
          <a:bodyPr anchor="ctr" anchorCtr="0"/>
          <a:lstStyle>
            <a:lvl1pPr marL="0" indent="0" algn="ctr" defTabSz="914400" rtl="0" eaLnBrk="0" fontAlgn="base" hangingPunct="0">
              <a:lnSpc>
                <a:spcPct val="70000"/>
              </a:lnSpc>
              <a:spcBef>
                <a:spcPct val="0"/>
              </a:spcBef>
              <a:spcAft>
                <a:spcPct val="0"/>
              </a:spcAft>
              <a:buClrTx/>
              <a:buSzTx/>
              <a:buFontTx/>
              <a:buNone/>
              <a:defRPr kumimoji="0" lang="en-US" altLang="en-US" sz="6000" b="0" i="0" u="none" baseline="0">
                <a:solidFill>
                  <a:schemeClr val="bg1"/>
                </a:solidFill>
                <a:effectLst/>
                <a:latin typeface="Haettenschweiler" pitchFamily="34" charset="0"/>
              </a:defRPr>
            </a:lvl1pPr>
          </a:lstStyle>
          <a:p>
            <a:pPr lvl="0"/>
            <a:r>
              <a:t>Notes</a:t>
            </a:r>
          </a:p>
        </p:txBody>
      </p:sp>
      <p:grpSp>
        <p:nvGrpSpPr>
          <p:cNvPr id="22531" name=""/>
          <p:cNvGrpSpPr/>
          <p:nvPr/>
        </p:nvGrpSpPr>
        <p:grpSpPr>
          <a:xfrm>
            <a:off x="0" y="2009775"/>
            <a:ext cx="4378325" cy="4144963"/>
            <a:chOff x="0" y="1296"/>
            <a:chExt cx="2112" cy="2880"/>
          </a:xfrm>
        </p:grpSpPr>
        <p:cxnSp>
          <p:nvCxnSpPr>
            <p:cNvPr id="22532" name=""/>
            <p:cNvCxnSpPr/>
            <p:nvPr/>
          </p:nvCxnSpPr>
          <p:spPr>
            <a:xfrm>
              <a:off x="0" y="1296"/>
              <a:ext cx="2112" cy="0"/>
            </a:xfrm>
            <a:prstGeom prst="line">
              <a:avLst/>
            </a:prstGeom>
            <a:noFill/>
            <a:ln w="12700">
              <a:solidFill>
                <a:prstClr val="black"/>
              </a:solidFill>
              <a:miter lim="800000"/>
            </a:ln>
            <a:effectLst/>
          </p:spPr>
        </p:cxnSp>
        <p:cxnSp>
          <p:nvCxnSpPr>
            <p:cNvPr id="22533" name=""/>
            <p:cNvCxnSpPr/>
            <p:nvPr/>
          </p:nvCxnSpPr>
          <p:spPr>
            <a:xfrm>
              <a:off x="0" y="1584"/>
              <a:ext cx="2112" cy="0"/>
            </a:xfrm>
            <a:prstGeom prst="line">
              <a:avLst/>
            </a:prstGeom>
            <a:noFill/>
            <a:ln w="12700">
              <a:solidFill>
                <a:prstClr val="black"/>
              </a:solidFill>
              <a:miter lim="800000"/>
            </a:ln>
            <a:effectLst/>
          </p:spPr>
        </p:cxnSp>
        <p:cxnSp>
          <p:nvCxnSpPr>
            <p:cNvPr id="22534" name=""/>
            <p:cNvCxnSpPr/>
            <p:nvPr/>
          </p:nvCxnSpPr>
          <p:spPr>
            <a:xfrm>
              <a:off x="0" y="1872"/>
              <a:ext cx="2112" cy="0"/>
            </a:xfrm>
            <a:prstGeom prst="line">
              <a:avLst/>
            </a:prstGeom>
            <a:noFill/>
            <a:ln w="12700">
              <a:solidFill>
                <a:prstClr val="black"/>
              </a:solidFill>
              <a:miter lim="800000"/>
            </a:ln>
            <a:effectLst/>
          </p:spPr>
        </p:cxnSp>
        <p:cxnSp>
          <p:nvCxnSpPr>
            <p:cNvPr id="22535" name=""/>
            <p:cNvCxnSpPr/>
            <p:nvPr/>
          </p:nvCxnSpPr>
          <p:spPr>
            <a:xfrm>
              <a:off x="0" y="2160"/>
              <a:ext cx="2112" cy="0"/>
            </a:xfrm>
            <a:prstGeom prst="line">
              <a:avLst/>
            </a:prstGeom>
            <a:noFill/>
            <a:ln w="12700">
              <a:solidFill>
                <a:prstClr val="black"/>
              </a:solidFill>
              <a:miter lim="800000"/>
            </a:ln>
            <a:effectLst/>
          </p:spPr>
        </p:cxnSp>
        <p:cxnSp>
          <p:nvCxnSpPr>
            <p:cNvPr id="22536" name=""/>
            <p:cNvCxnSpPr/>
            <p:nvPr/>
          </p:nvCxnSpPr>
          <p:spPr>
            <a:xfrm>
              <a:off x="0" y="2448"/>
              <a:ext cx="2112" cy="0"/>
            </a:xfrm>
            <a:prstGeom prst="line">
              <a:avLst/>
            </a:prstGeom>
            <a:noFill/>
            <a:ln w="12700">
              <a:solidFill>
                <a:prstClr val="black"/>
              </a:solidFill>
              <a:miter lim="800000"/>
            </a:ln>
            <a:effectLst/>
          </p:spPr>
        </p:cxnSp>
        <p:cxnSp>
          <p:nvCxnSpPr>
            <p:cNvPr id="22537" name=""/>
            <p:cNvCxnSpPr/>
            <p:nvPr/>
          </p:nvCxnSpPr>
          <p:spPr>
            <a:xfrm>
              <a:off x="0" y="2736"/>
              <a:ext cx="2112" cy="0"/>
            </a:xfrm>
            <a:prstGeom prst="line">
              <a:avLst/>
            </a:prstGeom>
            <a:noFill/>
            <a:ln w="12700">
              <a:solidFill>
                <a:prstClr val="black"/>
              </a:solidFill>
              <a:miter lim="800000"/>
            </a:ln>
            <a:effectLst/>
          </p:spPr>
        </p:cxnSp>
        <p:cxnSp>
          <p:nvCxnSpPr>
            <p:cNvPr id="22538" name=""/>
            <p:cNvCxnSpPr/>
            <p:nvPr/>
          </p:nvCxnSpPr>
          <p:spPr>
            <a:xfrm>
              <a:off x="0" y="3024"/>
              <a:ext cx="2112" cy="0"/>
            </a:xfrm>
            <a:prstGeom prst="line">
              <a:avLst/>
            </a:prstGeom>
            <a:noFill/>
            <a:ln w="12700">
              <a:solidFill>
                <a:prstClr val="black"/>
              </a:solidFill>
              <a:miter lim="800000"/>
            </a:ln>
            <a:effectLst/>
          </p:spPr>
        </p:cxnSp>
        <p:cxnSp>
          <p:nvCxnSpPr>
            <p:cNvPr id="22539" name=""/>
            <p:cNvCxnSpPr/>
            <p:nvPr/>
          </p:nvCxnSpPr>
          <p:spPr>
            <a:xfrm>
              <a:off x="0" y="3312"/>
              <a:ext cx="2112" cy="0"/>
            </a:xfrm>
            <a:prstGeom prst="line">
              <a:avLst/>
            </a:prstGeom>
            <a:noFill/>
            <a:ln w="12700">
              <a:solidFill>
                <a:prstClr val="black"/>
              </a:solidFill>
              <a:miter lim="800000"/>
            </a:ln>
            <a:effectLst/>
          </p:spPr>
        </p:cxnSp>
        <p:cxnSp>
          <p:nvCxnSpPr>
            <p:cNvPr id="22540" name=""/>
            <p:cNvCxnSpPr/>
            <p:nvPr/>
          </p:nvCxnSpPr>
          <p:spPr>
            <a:xfrm>
              <a:off x="0" y="3600"/>
              <a:ext cx="2112" cy="0"/>
            </a:xfrm>
            <a:prstGeom prst="line">
              <a:avLst/>
            </a:prstGeom>
            <a:noFill/>
            <a:ln w="12700">
              <a:solidFill>
                <a:prstClr val="black"/>
              </a:solidFill>
              <a:miter lim="800000"/>
            </a:ln>
            <a:effectLst/>
          </p:spPr>
        </p:cxnSp>
        <p:cxnSp>
          <p:nvCxnSpPr>
            <p:cNvPr id="22541" name=""/>
            <p:cNvCxnSpPr/>
            <p:nvPr/>
          </p:nvCxnSpPr>
          <p:spPr>
            <a:xfrm>
              <a:off x="0" y="3888"/>
              <a:ext cx="2112" cy="0"/>
            </a:xfrm>
            <a:prstGeom prst="line">
              <a:avLst/>
            </a:prstGeom>
            <a:noFill/>
            <a:ln w="12700">
              <a:solidFill>
                <a:prstClr val="black"/>
              </a:solidFill>
              <a:miter lim="800000"/>
            </a:ln>
            <a:effectLst/>
          </p:spPr>
        </p:cxnSp>
        <p:cxnSp>
          <p:nvCxnSpPr>
            <p:cNvPr id="22542" name=""/>
            <p:cNvCxnSpPr/>
            <p:nvPr/>
          </p:nvCxnSpPr>
          <p:spPr>
            <a:xfrm>
              <a:off x="0" y="4176"/>
              <a:ext cx="2112" cy="0"/>
            </a:xfrm>
            <a:prstGeom prst="line">
              <a:avLst/>
            </a:prstGeom>
            <a:noFill/>
            <a:ln w="12700">
              <a:solidFill>
                <a:prstClr val="black"/>
              </a:solidFill>
              <a:miter lim="800000"/>
            </a:ln>
            <a:effectLst/>
          </p:spPr>
        </p:cxnSp>
      </p:grpSp>
      <p:grpSp>
        <p:nvGrpSpPr>
          <p:cNvPr id="22543" name=""/>
          <p:cNvGrpSpPr/>
          <p:nvPr/>
        </p:nvGrpSpPr>
        <p:grpSpPr>
          <a:xfrm>
            <a:off x="4857750" y="2009775"/>
            <a:ext cx="4378325" cy="4144963"/>
            <a:chOff x="0" y="1296"/>
            <a:chExt cx="2112" cy="2880"/>
          </a:xfrm>
        </p:grpSpPr>
        <p:cxnSp>
          <p:nvCxnSpPr>
            <p:cNvPr id="22544" name=""/>
            <p:cNvCxnSpPr/>
            <p:nvPr/>
          </p:nvCxnSpPr>
          <p:spPr>
            <a:xfrm>
              <a:off x="0" y="1296"/>
              <a:ext cx="2112" cy="0"/>
            </a:xfrm>
            <a:prstGeom prst="line">
              <a:avLst/>
            </a:prstGeom>
            <a:noFill/>
            <a:ln w="12700">
              <a:solidFill>
                <a:prstClr val="black"/>
              </a:solidFill>
              <a:miter lim="800000"/>
            </a:ln>
            <a:effectLst/>
          </p:spPr>
        </p:cxnSp>
        <p:cxnSp>
          <p:nvCxnSpPr>
            <p:cNvPr id="22545" name=""/>
            <p:cNvCxnSpPr/>
            <p:nvPr/>
          </p:nvCxnSpPr>
          <p:spPr>
            <a:xfrm>
              <a:off x="0" y="1584"/>
              <a:ext cx="2112" cy="0"/>
            </a:xfrm>
            <a:prstGeom prst="line">
              <a:avLst/>
            </a:prstGeom>
            <a:noFill/>
            <a:ln w="12700">
              <a:solidFill>
                <a:prstClr val="black"/>
              </a:solidFill>
              <a:miter lim="800000"/>
            </a:ln>
            <a:effectLst/>
          </p:spPr>
        </p:cxnSp>
        <p:cxnSp>
          <p:nvCxnSpPr>
            <p:cNvPr id="22546" name=""/>
            <p:cNvCxnSpPr/>
            <p:nvPr/>
          </p:nvCxnSpPr>
          <p:spPr>
            <a:xfrm>
              <a:off x="0" y="1872"/>
              <a:ext cx="2112" cy="0"/>
            </a:xfrm>
            <a:prstGeom prst="line">
              <a:avLst/>
            </a:prstGeom>
            <a:noFill/>
            <a:ln w="12700">
              <a:solidFill>
                <a:prstClr val="black"/>
              </a:solidFill>
              <a:miter lim="800000"/>
            </a:ln>
            <a:effectLst/>
          </p:spPr>
        </p:cxnSp>
        <p:cxnSp>
          <p:nvCxnSpPr>
            <p:cNvPr id="22547" name=""/>
            <p:cNvCxnSpPr/>
            <p:nvPr/>
          </p:nvCxnSpPr>
          <p:spPr>
            <a:xfrm>
              <a:off x="0" y="2160"/>
              <a:ext cx="2112" cy="0"/>
            </a:xfrm>
            <a:prstGeom prst="line">
              <a:avLst/>
            </a:prstGeom>
            <a:noFill/>
            <a:ln w="12700">
              <a:solidFill>
                <a:prstClr val="black"/>
              </a:solidFill>
              <a:miter lim="800000"/>
            </a:ln>
            <a:effectLst/>
          </p:spPr>
        </p:cxnSp>
        <p:cxnSp>
          <p:nvCxnSpPr>
            <p:cNvPr id="22548" name=""/>
            <p:cNvCxnSpPr/>
            <p:nvPr/>
          </p:nvCxnSpPr>
          <p:spPr>
            <a:xfrm>
              <a:off x="0" y="2448"/>
              <a:ext cx="2112" cy="0"/>
            </a:xfrm>
            <a:prstGeom prst="line">
              <a:avLst/>
            </a:prstGeom>
            <a:noFill/>
            <a:ln w="12700">
              <a:solidFill>
                <a:prstClr val="black"/>
              </a:solidFill>
              <a:miter lim="800000"/>
            </a:ln>
            <a:effectLst/>
          </p:spPr>
        </p:cxnSp>
        <p:cxnSp>
          <p:nvCxnSpPr>
            <p:cNvPr id="22549" name=""/>
            <p:cNvCxnSpPr/>
            <p:nvPr/>
          </p:nvCxnSpPr>
          <p:spPr>
            <a:xfrm>
              <a:off x="0" y="2736"/>
              <a:ext cx="2112" cy="0"/>
            </a:xfrm>
            <a:prstGeom prst="line">
              <a:avLst/>
            </a:prstGeom>
            <a:noFill/>
            <a:ln w="12700">
              <a:solidFill>
                <a:prstClr val="black"/>
              </a:solidFill>
              <a:miter lim="800000"/>
            </a:ln>
            <a:effectLst/>
          </p:spPr>
        </p:cxnSp>
        <p:cxnSp>
          <p:nvCxnSpPr>
            <p:cNvPr id="22550" name=""/>
            <p:cNvCxnSpPr/>
            <p:nvPr/>
          </p:nvCxnSpPr>
          <p:spPr>
            <a:xfrm>
              <a:off x="0" y="3024"/>
              <a:ext cx="2112" cy="0"/>
            </a:xfrm>
            <a:prstGeom prst="line">
              <a:avLst/>
            </a:prstGeom>
            <a:noFill/>
            <a:ln w="12700">
              <a:solidFill>
                <a:prstClr val="black"/>
              </a:solidFill>
              <a:miter lim="800000"/>
            </a:ln>
            <a:effectLst/>
          </p:spPr>
        </p:cxnSp>
        <p:cxnSp>
          <p:nvCxnSpPr>
            <p:cNvPr id="22551" name=""/>
            <p:cNvCxnSpPr/>
            <p:nvPr/>
          </p:nvCxnSpPr>
          <p:spPr>
            <a:xfrm>
              <a:off x="0" y="3312"/>
              <a:ext cx="2112" cy="0"/>
            </a:xfrm>
            <a:prstGeom prst="line">
              <a:avLst/>
            </a:prstGeom>
            <a:noFill/>
            <a:ln w="12700">
              <a:solidFill>
                <a:prstClr val="black"/>
              </a:solidFill>
              <a:miter lim="800000"/>
            </a:ln>
            <a:effectLst/>
          </p:spPr>
        </p:cxnSp>
        <p:cxnSp>
          <p:nvCxnSpPr>
            <p:cNvPr id="22552" name=""/>
            <p:cNvCxnSpPr/>
            <p:nvPr/>
          </p:nvCxnSpPr>
          <p:spPr>
            <a:xfrm>
              <a:off x="0" y="3600"/>
              <a:ext cx="2112" cy="0"/>
            </a:xfrm>
            <a:prstGeom prst="line">
              <a:avLst/>
            </a:prstGeom>
            <a:noFill/>
            <a:ln w="12700">
              <a:solidFill>
                <a:prstClr val="black"/>
              </a:solidFill>
              <a:miter lim="800000"/>
            </a:ln>
            <a:effectLst/>
          </p:spPr>
        </p:cxnSp>
        <p:cxnSp>
          <p:nvCxnSpPr>
            <p:cNvPr id="22553" name=""/>
            <p:cNvCxnSpPr/>
            <p:nvPr/>
          </p:nvCxnSpPr>
          <p:spPr>
            <a:xfrm>
              <a:off x="0" y="3888"/>
              <a:ext cx="2112" cy="0"/>
            </a:xfrm>
            <a:prstGeom prst="line">
              <a:avLst/>
            </a:prstGeom>
            <a:noFill/>
            <a:ln w="12700">
              <a:solidFill>
                <a:prstClr val="black"/>
              </a:solidFill>
              <a:miter lim="800000"/>
            </a:ln>
            <a:effectLst/>
          </p:spPr>
        </p:cxnSp>
        <p:cxnSp>
          <p:nvCxnSpPr>
            <p:cNvPr id="22554" name=""/>
            <p:cNvCxnSpPr/>
            <p:nvPr/>
          </p:nvCxnSpPr>
          <p:spPr>
            <a:xfrm>
              <a:off x="0" y="4176"/>
              <a:ext cx="2112" cy="0"/>
            </a:xfrm>
            <a:prstGeom prst="line">
              <a:avLst/>
            </a:prstGeom>
            <a:noFill/>
            <a:ln w="12700">
              <a:solidFill>
                <a:prstClr val="black"/>
              </a:solidFill>
              <a:miter lim="800000"/>
            </a:ln>
            <a:effectLst/>
          </p:spPr>
        </p:cxnSp>
      </p:gr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0.06.14"/>
  <p:tag name="AS_TITLE" val="Aspose.Slides for .NET 2.0"/>
  <p:tag name="AS_VERSION" val="20.6"/>
</p:tagLst>
</file>

<file path=ppt/theme/theme1.xml><?xml version="1.0" encoding="utf-8"?>
<a:theme xmlns:r="http://schemas.openxmlformats.org/officeDocument/2006/relationships"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9BBB59"/>
        </a:accent3>
        <a:accent4>
          <a:srgbClr val="8064A2"/>
        </a:accent4>
        <a:accent5>
          <a:srgbClr val="4BACC6"/>
        </a:accent5>
        <a:accent6>
          <a:srgbClr val="F79646"/>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9BBB59"/>
        </a:accent3>
        <a:accent4>
          <a:srgbClr val="8064A2"/>
        </a:accent4>
        <a:accent5>
          <a:srgbClr val="4BACC6"/>
        </a:accent5>
        <a:accent6>
          <a:srgbClr val="F79646"/>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9BBB59"/>
        </a:accent3>
        <a:accent4>
          <a:srgbClr val="8064A2"/>
        </a:accent4>
        <a:accent5>
          <a:srgbClr val="4BACC6"/>
        </a:accent5>
        <a:accent6>
          <a:srgbClr val="F79646"/>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9BBB59"/>
        </a:accent3>
        <a:accent4>
          <a:srgbClr val="8064A2"/>
        </a:accent4>
        <a:accent5>
          <a:srgbClr val="4BACC6"/>
        </a:accent5>
        <a:accent6>
          <a:srgbClr val="F79646"/>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9BBB59"/>
        </a:accent3>
        <a:accent4>
          <a:srgbClr val="8064A2"/>
        </a:accent4>
        <a:accent5>
          <a:srgbClr val="4BACC6"/>
        </a:accent5>
        <a:accent6>
          <a:srgbClr val="F79646"/>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9BBB59"/>
        </a:accent3>
        <a:accent4>
          <a:srgbClr val="8064A2"/>
        </a:accent4>
        <a:accent5>
          <a:srgbClr val="4BACC6"/>
        </a:accent5>
        <a:accent6>
          <a:srgbClr val="F79646"/>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r="http://schemas.openxmlformats.org/officeDocument/2006/relationships"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Computer Associates</Company>
  <PresentationFormat>Custom</PresentationFormat>
  <Paragraphs>253</Paragraphs>
  <Slides>32</Slides>
  <Notes>30</Notes>
  <TotalTime>843</TotalTime>
  <HiddenSlides>2</HiddenSlides>
  <MMClips>0</MMClips>
  <ScaleCrop>0</ScaleCrop>
  <HeadingPairs>
    <vt:vector baseType="variant" size="6">
      <vt:variant>
        <vt:lpstr>Fonts used</vt:lpstr>
      </vt:variant>
      <vt:variant>
        <vt:i4>11</vt:i4>
      </vt:variant>
      <vt:variant>
        <vt:lpstr>Theme</vt:lpstr>
      </vt:variant>
      <vt:variant>
        <vt:i4>1</vt:i4>
      </vt:variant>
      <vt:variant>
        <vt:lpstr>Slide Titles</vt:lpstr>
      </vt:variant>
      <vt:variant>
        <vt:i4>32</vt:i4>
      </vt:variant>
    </vt:vector>
  </HeadingPairs>
  <TitlesOfParts>
    <vt:vector baseType="lpstr" size="44">
      <vt:lpstr>Arial</vt:lpstr>
      <vt:lpstr>Times New Roman</vt:lpstr>
      <vt:lpstr>Haettenschweiler</vt:lpstr>
      <vt:lpstr>Wingdings</vt:lpstr>
      <vt:lpstr>Arial Narrow</vt:lpstr>
      <vt:lpstr>Univers</vt:lpstr>
      <vt:lpstr>Tahoma</vt:lpstr>
      <vt:lpstr>Monotype Sorts</vt:lpstr>
      <vt:lpstr>Arial Black</vt:lpstr>
      <vt:lpstr>System</vt:lpstr>
      <vt:lpstr>Calibri</vt:lpstr>
      <vt:lpstr>Default Design</vt:lpstr>
      <vt:lpstr>What’s So Important About Infrastructure?</vt:lpstr>
      <vt:lpstr>What’s So Important About Infrastructure?</vt:lpstr>
      <vt:lpstr>Peter S. KastnerChief Research OfficerAberdeen Group, Inc.		www.aberdeen.com</vt:lpstr>
      <vt:lpstr>Agenda</vt:lpstr>
      <vt:lpstr>IT Spending:  New Acquisition versus Ongoing Operations</vt:lpstr>
      <vt:lpstr>IT-Driven Business Imperatives</vt:lpstr>
      <vt:lpstr>Business Necessity Meets IS Reality:  Insurance Industry</vt:lpstr>
      <vt:lpstr>IS Reality:Enormous Complexity</vt:lpstr>
      <vt:lpstr>IT Infrastructure Fragments</vt:lpstr>
      <vt:lpstr>What Happened to the Mainframe Data Center?</vt:lpstr>
      <vt:lpstr>New-Breed Enterprise Mainframe</vt:lpstr>
      <vt:lpstr>New-Breed Enterprise Mainframe</vt:lpstr>
      <vt:lpstr>Geographically Distributed Enterprise</vt:lpstr>
      <vt:lpstr>Shift from NOS to Intranet</vt:lpstr>
      <vt:lpstr>Data Warehousing:  “Great Idea, Hard to Implement”</vt:lpstr>
      <vt:lpstr>Client/Server Integration withWeb Applications</vt:lpstr>
      <vt:lpstr>CEO’s Infinite Resource Planning Vision</vt:lpstr>
      <vt:lpstr>Virtual Internet Computing: Reality is Complex, Multi-Company</vt:lpstr>
      <vt:lpstr>Building a Common Infrastructure:Management Options</vt:lpstr>
      <vt:lpstr>Do Nothing</vt:lpstr>
      <vt:lpstr>Outsource</vt:lpstr>
      <vt:lpstr>Standards-based Infrastructure</vt:lpstr>
      <vt:lpstr>Architecture</vt:lpstr>
      <vt:lpstr>Vendor-based</vt:lpstr>
      <vt:lpstr>Aberdeen’s Rating ofManagement Options</vt:lpstr>
      <vt:lpstr>Aberdeen’s Conclusions</vt:lpstr>
      <vt:lpstr>Questions &amp; Answers</vt:lpstr>
      <vt:lpstr>Session Evaluation Form</vt:lpstr>
      <vt:lpstr>Notes</vt:lpstr>
      <vt:lpstr>Notes</vt:lpstr>
      <vt:lpstr>Notes</vt:lpstr>
      <vt:lpstr>Notes</vt:lpstr>
    </vt:vector>
  </TitlesOfParts>
  <LinksUpToDate>0</LinksUpToDate>
  <SharedDoc>0</SharedDoc>
  <HyperlinksChanged>0</HyperlinksChanged>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Presentation Title</dc:title>
  <cp:revision>52</cp:revision>
  <cp:lastPrinted>1999-04-08T21:20:46.160</cp:lastPrinted>
  <dcterms:created xsi:type="dcterms:W3CDTF">1998-10-01T19:04:48Z</dcterms:created>
  <dcterms:modified xsi:type="dcterms:W3CDTF">2024-06-14T16:15:43Z</dcterms:modified>
</cp:coreProperties>
</file>